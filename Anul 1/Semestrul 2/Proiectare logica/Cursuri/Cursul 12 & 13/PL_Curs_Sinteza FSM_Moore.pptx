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385" r:id="rId2"/>
    <p:sldId id="379" r:id="rId3"/>
    <p:sldId id="411" r:id="rId4"/>
    <p:sldId id="387" r:id="rId5"/>
    <p:sldId id="399" r:id="rId6"/>
    <p:sldId id="413" r:id="rId7"/>
    <p:sldId id="393" r:id="rId8"/>
    <p:sldId id="414" r:id="rId9"/>
    <p:sldId id="396" r:id="rId10"/>
    <p:sldId id="415" r:id="rId11"/>
    <p:sldId id="394" r:id="rId12"/>
    <p:sldId id="397" r:id="rId13"/>
    <p:sldId id="416" r:id="rId14"/>
    <p:sldId id="395" r:id="rId15"/>
    <p:sldId id="398" r:id="rId16"/>
    <p:sldId id="417" r:id="rId17"/>
    <p:sldId id="401" r:id="rId18"/>
    <p:sldId id="400" r:id="rId19"/>
    <p:sldId id="402" r:id="rId20"/>
    <p:sldId id="388" r:id="rId21"/>
    <p:sldId id="418" r:id="rId22"/>
    <p:sldId id="390" r:id="rId23"/>
    <p:sldId id="419" r:id="rId24"/>
    <p:sldId id="389" r:id="rId25"/>
    <p:sldId id="420" r:id="rId26"/>
    <p:sldId id="392" r:id="rId27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4665" autoAdjust="0"/>
  </p:normalViewPr>
  <p:slideViewPr>
    <p:cSldViewPr>
      <p:cViewPr varScale="1">
        <p:scale>
          <a:sx n="99" d="100"/>
          <a:sy n="99" d="100"/>
        </p:scale>
        <p:origin x="126" y="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08:50.38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57 307,'-56'-9,"164"20,0-5,0-4,0-5,97-16,-169 14,58-9,1 4,-1 4,1 4,0 4,39 8,-42 5,0-5,1-3,79-6,354-10,-412 9,-85 5,-38-7,-3-2</inkml:trace>
  <inkml:trace contextRef="#ctx0" brushRef="#br0" timeOffset="323.505">2129 0,'0'12,"1"-1,0 1,1-1,0 1,1-1,1 0,-1 0,2 0,-1 0,2-1,-1 0,2 0,-1 0,1-1,0 0,1 0,0-1,1 0,0 0,20 15,0-2,2-1,0-1,1-2,16 6,-28-14,-10-5,1 1,-1 0,0 0,-1 1,0 1,1-1,6 9,-14-14,-1 1,1 1,-1-1,0 0,0 0,0 0,0 1,0-1,0 0,-1 1,1-1,-1 1,0-1,0 1,0-1,0 1,0-1,0 1,0-1,-1 0,1 1,-1-1,0 1,0-1,0 0,0 0,0 1,0-1,-1 0,1 0,-2 1,-58 61,60-63,-94 74,-99 61,86-63,48-31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08:54.42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13295 548,'-5'112,"-6"-1,-20 88,16-110,-44 225,22-134,9 0,3 43,17-67,-3 58,-9 0,-24 83,10-166,-5-1,-6-2,-6-3,-9 8,-41 77,-8-4,-103 140,180-301,-2-1,-2-2,-2-1,-2-2,-1-1,-41 28,-40 22,-4-4,-4-7,-104 45,56-48,-2-9,-4-7,-82 10,-25-8,-15-11,230-37,-271 27,-1-14,-201-18,-524-23,-586-75,1308 66,-792-80,353 21,314 26,-199-60,-91-56,626 140,0-7,3-5,-83-43,168 62,1-3,1-2,2-2,1-3,2-1,-5-8,-26-27,2-3,4-3,3-3,-23-43,40 36,4-3,3-2,5-2,4-1,5-1,-14-83,-7-46,-11-157,44 184,9-1,14-135,1 220,5 1,5 0,6 1,4 1,5 2,5 0,19-32,-31 89,3 1,2 2,2 0,2 3,3 1,1 1,3 2,1 2,2 2,2 2,1 2,2 2,31-15,-35 27,2 2,0 2,1 2,1 3,0 1,1 3,0 2,20 0,37-7,-45 4,0 2,0 3,0 3,0 3,1 2,35 7,-68-2,1 2,-2 1,1 1,14 9,-30-15,29 12,-59-22,3 0</inkml:trace>
  <inkml:trace contextRef="#ctx0" brushRef="#br0" timeOffset="687.169">234 93,'-1'0,"1"1,-1-1,1 0,-1 0,1 0,-1 0,0 0,1 0,-1 1,1-1,-1 0,1 0,-1 1,1-1,-1 0,1 1,0-1,-1 1,1-1,-1 1,1-1,0 0,-1 1,1-1,0 1,0 0,-1-1,1 1,0-1,0 1,0-1,0 1,0-1,0 1,-1 0,1-1,1 1,-1-1,0 1,0 0,0-1,0 1,0-1,0 1,1-1,-1 1,0-1,0 1,1-1,-1 1,0-1,1 1,-1-1,1 0,-1 1,1-1,-1 1,0-1,1 0,-1 1,1-1,0 0,37 15,251 19,-261-29,1 2,-1 1,-1 2,1 0,1 4,-20-11,-1 2,1-1,-1 1,0 1,-1 0,0 0,0 0,0 1,0-1,-1 2,0-1,-1 1,0 0,0 0,0 0,-1 1,1 5,-3-8,-1-1,0 1,-1 0,1 0,-1-1,0 1,-1 0,1 0,-1-1,0 1,-1 0,0-1,1 1,-2-1,1 0,-1 0,1 0,-1 0,-1 0,0 2,-85 86,73-79,-50 46,-102 104,144-133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09:12.09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0 160,'7'133,"5"0,29 119,-37-228,37 171,-19-147,-21-48,0 0,0-1,0 1,0 0,0-1,0 1,0-1,0 1,0-1,0 0,0 1,0-1,0 0,0 0,0 0,-1 0,1 0,0 1,-1-1,1 0,-1 0,1-1,-1 1,1 0,-1 0,0 0,1 0,-1 0,0 0,0-2,1 2,20-69,-3-1,9-70,-18 95,56-296,-53 313,-12 29,1-1,-1 1,0-1,1 1,-1 0,0-1,1 1,-1 0,1-1,-1 1,1 0,-1 0,0-1,1 1,-1 0,1 0,-1 0,1-1,-1 1,1 0,-1 0,1 0,-1 0,1 0,0 0,-1 0,1 0,-1 1,1-1,-1 0,1 0,-1 0,0 0,1 1,-1-1,1 0,-1 1,1-1,-1 0,0 0,1 1,-1-1,1 1,-1-1,0 0,0 1,1-1,-1 1,0-1,0 1,1-1,-1 1,0-1,32 57,-15-23</inkml:trace>
  <inkml:trace contextRef="#ctx0" brushRef="#br0" timeOffset="277.174">601 789,'-6'16,"-6"12,-2 8,2 5,1-1,4-1,5-6,3-6,1-8</inkml:trace>
  <inkml:trace contextRef="#ctx0" brushRef="#br0" timeOffset="444.724">562 482,'-9'11,"1"6,3 1</inkml:trace>
  <inkml:trace contextRef="#ctx0" brushRef="#br0" timeOffset="608.3">843 668,'-12'19,"-7"14,-4 9,2 6,6 2,4-1,7-4,6-5,5-7,4-9,2-9,-1-7</inkml:trace>
  <inkml:trace contextRef="#ctx0" brushRef="#br0" timeOffset="880.132">869 267,'-13'-4,"-8"0,1 6,3 5,7 5,12 1,6-2</inkml:trace>
  <inkml:trace contextRef="#ctx0" brushRef="#br0" timeOffset="2407.924">1404 1,'-7'3,"0"1,0 0,1 1,0 0,0 0,0 0,0 1,1 0,0 0,0 0,0 0,1 1,0 0,1 0,-1 0,1 0,0 2,-33 130,17-2,0 134,14-166,-11 244,23-279,1-67,17-62,-19 32,-1 0,-1 0,-2 0,-1-1,-1 1,-1 0,-1-1,-1 1,-2 0,-1 0,-4-9,4 17,0 0,-2 1,0 0,-1 0,-1 0,-1 1,-1 1,0 0,0 1,-2 0,0 0,-1 2,0 0,-1 1,-15-10,-23 2,54 19,0 1,-1 0,1 0,0 0,-1 0,1 0,0 0,-1 0,1 0,0-1,-1 1,1 0,0 1,-1-1,1 0,0 0,-1 0,1 0,0 0,-1 0,1 0,0 0,-1 1,1-1,0 0,-1 0,1 0,0 1,0-1,-1 0,1 0,0 1,0-1,0 0,-1 1,1-1,0 0,0 1,0-1,0 0,0 1,-1-1,1 0,0 1,0-1,0 0,0 1,0-1,0 0,0 1,0-1,0 1,1-1,-1 0,0 1,0-1,0 0,0 1,0-1,1 0,-1 0,0 1,0-1,1 0,-1 1,0-1,0 0,1 0,-1 1,60 26,-5-16,0-2,1-3,-1-2,14-3,-21 0,236 13,-269-13,0 1,0 0,-1 1,1 1,-1 0,13 6,-24-9,0 1,0-1,0 0,-1 1,1 0,-1 0,1 0,-1 0,1 0,-1 0,0 1,0-1,0 1,-1-1,1 1,-1 0,1 0,-1 0,0-1,0 1,0 0,0 1,-1-1,1 0,-1 0,0 0,0 0,0 0,0 0,0 1,-1-1,1 0,-1 0,0 0,0 0,-7 17,0-1,-2 0,0 0,-1-1,0 0,-11 10,-51 96,71-121,1-1,-1 1,1 0,0 0,0 0,0 0,0 0,1 0,-1 0,1 0,0 0,0 0,0 0,0 0,0 0,1 0,-1 0,1 0,0 0,0 0,0 0,0 0,1 0,-1-1,1 1,-1 0,1-1,0 0,0 1,0-1,0 0,1 0,-1 0,1 0,1 1,5-1,0-1,0 0,0 0,0-1,0 0,0 0,0-1,0 0,0-1,0 0,0 0,-1-1,1 0,-1-1,0 0,0 0,0-1,0 0,-1 0,0 0,6-6,-4 3,-1-1,1 1,-2-1,1-1,-1 1,0-1,-1-1,-1 1,1-1,-1 0,-1 0,0 0,-1-1,0 0,-1 1,0-3,-1 7,0 0,-1 0,0 0,0 0,-1-1,0 1,0 0,-1 0,0 0,0 1,0-1,-1 0,0 1,0 0,-1-1,0 1,0 1,0-1,-1 0,1 1,-1 0,-1 0,1 1,-1-1,0 1,0 0,-3-1,-1 0,-1 0,1 1,-1 0,0 1,-1 0,1 0,0 1,-1 1,0 0,1 1,-1 0,1 0,-1 1,1 1,-1 0,1 1,0 0,0 0,0 1,0 1,0 0,-5 4,13-7,0 0,0 0,0 0,1 1,-1-1,1 1,-1-1,1 1,0 0,0 0,0 0,1 0,-1 0,1 0,0 1,0-1,0 0,0 1,0-1,1 1,-1-1,1 1,0-1,0 1,0-1,1 1,-1-1,1 1,0-1,0 0,0 1,1-1,-1 0,1 2,6 4,0 0,0-1,1 0,0 0,0-1,1 0,0 0,0-1,0-1,1 0,0 0,0-1,0 0,1-1,-1 0,2-1,53 12,1-3,-1-3,2-3,-1-3,31-4,-55 3,1-3,0-1,-1-2,0-2,0-2,-1-2,20-9,-58 19,0 0,0 0,0-1,0 1,0-1,-1 0,1 0,-1 0,1-1,-1 1,0-1,0 0,0 0,0 0,0 0,-1 0,0-1,1 1,-1-1,0 1,-1-1,1 0,-1 0,1 0,-1 0,-1 0,1 0,0 0,-1 0,0 0,0 0,0-1,0 1,-1 0,0 0,0 0,0 0,0 0,0 0,-1 0,-5-6,-1 0,0 1,0 0,-1 1,0 0,-1 0,1 1,-2 0,1 1,0 0,-1 1,0 0,-1 0,1 1,-1 1,0 0,0 1,0 0,0 0,0 1,-2 1,4 1,0-1,0 2,0-1,1 2,-1-1,0 1,1 1,0-1,0 2,0-1,0 1,1 0,0 1,0 0,0 1,1-1,-1 1,2 1,-1-1,1 1,0 1,1-1,0 1,0-1,1 1,0 1,1-1,0 1,0-1,1 1,0 0,1 0,0 0,1 0,0 0,0 0,1 0,1 5,-1-10,0-1,0 1,0 0,1 0,0-1,0 1,0-1,0 0,1 1,-1-1,1 0,0 0,0-1,1 1,-1-1,1 0,0 1,0-1,0-1,0 1,0-1,1 0,-1 0,1 0,-1 0,1-1,0 0,0 0,0 0,-1 0,1-1,0 0,0 0,0 0,0-1,0 1,0-1,20-7,-1 0,0-2,-1 0,0-2,-1 0,0-2,-1 0,0-2,-2 0,1-1,-2-1,14-18,4-2,-36 38,1 0,0 0,-1 1,1-1,-1 0,1 0,-1 1,1-1,0 0,-1 1,1-1,-1 0,0 1,1-1,-1 1,1-1,-1 1,0-1,1 1,-1-1,0 1,1-1,-1 1,0-1,0 1,0-1,1 1,-1 0,0-1,0 1,0-1,0 1,0 0,0-1,0 1,0-1,0 1,-1 0,1-1,0 1,0-1,0 1,-1-1,1 1,0 0,-1-1,1 1,0-1,-1 0,1 1,-1-1,1 1,-1-1,1 0,-1 1,1-1,-1 3,-2 9,-16 121,19-126,0 1,0-1,1 0,-1 1,2-1,-1 0,1 0,0 0,0 0,1 0,0 0,0-1,1 1,0-1,0 0,4 5,-4-8,0 1,1-1,-1 0,0-1,1 1,0-1,-1 0,1 0,0 0,0-1,0 0,0 0,0 0,0 0,1-1,-1 0,0 0,0 0,0-1,0 0,0 0,0 0,0-1,0 1,0-1,0 0,0-1,-1 1,0-1,1 0,-1 0,0 0,0 0,0-1,-1 0,1 0,-1 0,0 0,0 0,13-19,-2-1,0-1,-1 0,-2 0,0-1,-2-1,-1 0,-1 0,-1 0,2-28,5-8,-13 62,0-1,-1 1,1 0,0-1,0 1,-1 0,1-1,0 1,1 0,-1-1,0 1,0 0,1-1,-1 1,0 0,1-1,-1 1,1 0,0 0,-1 0,1-1,0 1,0 0,0 0,0 0,0 0,0 0,0 1,0-1,0 0,0 0,0 1,1-1,-1 0,0 1,0-1,1 1,-1 0,0-1,1 1,-1 0,0 0,1 0,-1 0,0 0,1 0,-1 0,1 1,-1-1,1 1,150 87,-127-75,-18-12,0 1,0 1,0-1,-1 1,1 0,-1 1,0-1,0 1,0 0,-1 1,1 0,-1 0,0 0,0 0,-1 1,0-1,0 1,0 0,-1 1,1-1,-1 1,-1-1,1 1,-1 0,-1 0,1 3,-19 75,-2 28,19-108,1-1,-1 1,1-1,0 1,0-1,1 0,-1 1,1-1,0 0,0 0,0 0,1 0,-1-1,1 1,0-1,0 1,0-1,1 0,-1 0,1 0,0-1,-1 0,4 2,3 1,0 0,0-1,0-1,0 0,1 0,-1-1,1 0,0-1,0 0,-1-1,1 0,0-1,0 0,-1 0,1-1,0-1,-1 0,8-3,2-2,0-1,0 0,-1-2,-1 0,0-1,0-1,-2-1,16-14,-18 14,0-1,0-1,-2 0,0 0,0-1,-2-1,0 0,-1 0,-1-1,0 0,-2 0,0-1,-2 0,2-11,-5 28,-1-1,0 1,1-1,-1 0,-1 1,1-1,0 0,-1 1,0-1,0 1,0-1,0 1,0 0,-1-1,1 1,-1 0,0 0,0 0,0 0,-1 0,1 1,-1-1,1 1,-1-1,0 1,0 0,0 0,0 0,0 1,-1-1,1 1,0-1,-1 1,1 0,-1 1,1-1,-1 1,0-1,1 1,-1 0,-4 2,0 0,-1 1,1 0,1 1,-1 0,0 0,1 0,0 1,0 0,0 1,1-1,0 1,0 0,0 1,1 0,0-1,0 2,0-1,1 0,1 1,-1 0,1 0,0 0,1 0,0 1,0-1,1 1,0-1,0 1,1-1,0 1,1 0,0-1,2 7,-1-6,1-1,0 1,1-1,-1 0,2 0,-1-1,1 1,0-1,1 0,0 0,0-1,0 0,1 0,0 0,0-1,0 0,6 3,6 2,0-1,0-1,1 0,0-1,0-1,1-1,1-1,24 2,0-1,0-3,0-1,23-4,52-7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09:08.31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798 1121,'-111'263,"38"-44,10 4,10 3,-11 134,25-144,30-167,-35 191,2 82,37-307,1-44,4 3,-1 0</inkml:trace>
  <inkml:trace contextRef="#ctx0" brushRef="#br0" timeOffset="330.159">103 2725,'2'14,"4"11,2 10,5 9,0 6,0 3,0 2,-2-2,-1-3,-2-5,-2-6,-3-5,-1-13,-1-16,-1-10</inkml:trace>
  <inkml:trace contextRef="#ctx0" brushRef="#br0" timeOffset="658.968">117 2912,'-8'-12,"0"0,-1 1,-1 0,1 0,-2 1,1 0,-1 1,-1 1,0-1,-1 1,13 8,0 0,0 0,0 1,0-1,0 0,0 0,-1 0,1 0,0 0,0 1,0-1,0 0,0 0,0 0,0 0,0 0,0 0,-1 0,1 1,0-1,0 0,0 0,0 0,0 0,-1 0,1 0,0 0,0 0,0 0,12 5,0-1,1 0,-1-1,1 0,0-1,0 0,0-1,0-1,2 0,-7 0,279-6,-208 16,-76-9,-1-1,0 2,1-1,-1 0,0 0,1 1,-1-1,0 1,0 0,0-1,-1 1,1 0,0 0,-1 0,1 1,-1-1,1 0,-1 0,0 1,0-1,0 1,-1-1,1 1,0-1,-1 1,0-1,0 1,0 0,0 0,-2 10,-1 0,0 0,-1 0,0 0,-1-1,-1 0,0 0,-1 0,0-1,0 0,-1 0,-9 8,16-17,-85 105,45-59,3 1,-27 46,50-65,6-7</inkml:trace>
  <inkml:trace contextRef="#ctx0" brushRef="#br0" timeOffset="2168.037">1534 105,'-19'0,"0"1,0 0,1 2,-1 0,1 1,0 1,0 1,0 0,1 1,0 1,0 1,1 1,0 0,1 0,0 2,0 0,1 1,0 1,10-9,-1 0,0 0,1 1,0-1,0 1,1 0,0 0,0 1,0-1,1 0,0 1,0 0,0 0,1-1,0 1,1 0,-1 0,1 0,0 0,1 0,0 0,0 0,1-1,-1 1,1 0,1-1,-1 1,1-1,1 0,-1 0,4 5,10 7,0-1,1 0,1-1,0-2,1 0,1-1,0 0,1-2,13 5,-5-2,0 2,-1 1,-1 1,16 15,-41-31,-1-1,1 1,-1-1,0 1,0 0,0 0,0 0,0 0,0 0,-1 1,1-1,-1 0,1 1,-1-1,0 1,0 0,0-1,-1 1,1 0,0 0,-1-1,0 1,0 0,0 0,0 0,0-1,0 1,-1 0,1 0,-1 0,0-1,0 1,0 0,0-1,0 1,-1-1,1 0,-1 1,-6 5,-1 0,0-2,0 1,0-1,-1 0,0-1,0 0,0 0,0-1,-1-1,0 0,0 0,0-1,0 0,0-1,0-1,-4 0,12 1,0-1,0 0,0-1,0 1,0-1,0 1,0-1,0 0,0 0,0 0,0 0,1-1,-1 1,0-1,1 0,-1 1,1-1,0 0,0 0,0-1,0 1,0 0,0-1,0 1,1-1,-1 0,1 0,0 1,0-1,0 0,0 0,0 0,1 0,-1 0,1 0,0 0,0 0,0 0,0 0,0 0,1 0,-1 0,2-2,5-18,0 0,2 1,1 1,0-1,2 1,0 1,2 0,0 1,10-10,-12 14,102-127,-72 95,-3 0,-2-3,-2-1,-2-2,-3-1,16-40,-97 263,27-50,5 1,6 1,5 0,5 1,6 6,-2-117</inkml:trace>
  <inkml:trace contextRef="#ctx0" brushRef="#br0" timeOffset="3200.429">1427 439,'69'11,"0"-4,1-3,0-2,51-7,-108 4,350-22,-290 24,-73 0,0 0,0 0,0-1,0 1,0 0,0 0,0-1,0 1,0 0,0 0,0-1,0 1,-1 0,1-1,0 1,-1 0,1-1,0 1,-1 0,1-1,-1 1,1 0,-1-1,1 1,-1-1,0 1,1-1,-1 0,0 1,1-1,-1 0,0 1,1-1,-1 0,0 0,1 1,-1-1,0 0,0 0,0 0,-47 26,28-18,0 1,0 0,1 2,1 1,0 0,1 1,0 1,1 0,0 1,1 1,1 1,0 0,2 0,-9 16,20-30,-1-1,1 1,0-1,0 1,0-1,0 1,0 0,1 0,-1-1,1 1,0 0,0 0,0 0,0-1,0 1,1 0,-1 0,1-1,0 1,-1 0,1-1,1 1,-1-1,0 1,1-1,-1 1,1-1,-1 0,1 0,0 0,0 0,0 0,1 0,-1 0,0-1,0 1,2 0,5-1,0 0,0 0,0-1,0 0,-1 0,1-1,0 0,0-1,0 0,-1 0,1-1,-1 0,0-1,1 1,-2-2,1 1,0-1,-1 0,0-1,0 1,-1-1,1-1,-1 1,2-5,9-8,0 0,-2-2,0 0,-2 0,0-2,-1 0,12-13,-20 41,-9 83,2-62,1-15,0 0,1 0,0 0,1 1,0-1,1 0,0 0,1 0,0 0,1 0,4 9,-7-19,1 1,0-1,0 0,0 1,0-1,0 0,0 0,0 0,1 0,-1 0,0 0,1 0,-1 0,1 0,-1-1,0 1,1-1,0 1,-1-1,1 1,-1-1,1 0,0 0,-1 0,1 0,-1 0,1 0,0 0,-1 0,1-1,-1 1,1-1,-1 1,1-1,0 0,49-34,-32 12,0-1,-3 0,0-1,-1-1,-1-1,-2 0,0 0,-2-1,-2-1,0 1,-2-1,-1-1,-1 1,-1-13,-3 42,0-1,1 1,-1-1,0 0,0 1,0-1,0 1,1-1,-1 1,0 0,1-1,-1 1,0-1,1 1,-1-1,0 1,1 0,-1-1,1 1,-1 0,1-1,-1 1,1 0,-1 0,1 0,-1-1,1 1,-1 0,1 0,-1 0,1 0,-1 0,1 0,0 0,-1 0,1 0,-1 0,1 0,-1 0,1 1,-1-1,1 0,-1 0,1 0,-1 1,1-1,-1 0,1 1,-1-1,0 0,1 1,-1-1,1 1,-1-1,0 0,0 1,1-1,-1 1,0-1,0 1,1-1,-1 1,0-1,0 1,0-1,0 1,8 5,63 34,-62-36,1 0,-1 0,0 1,0 0,0 1,0-1,-1 2,0-1,-1 1,1 1,-1-1,-1 1,1 0,-1 1,-1-1,1 1,2 7,-5 0,-1-1,0 1,-1 0,-1-1,-1 1,0 0,0-1,-2 1,0-1,-1 0,-2 5,-10 62,15-79,0-1,1 1,-1-1,1 1,0-1,-1 1,1-1,0 1,1-1,-1 1,0-1,1 1,-1-1,1 1,0-1,0 1,0-1,0 0,0 0,1 0,-1 1,1-1,-1 0,1-1,0 1,0 0,0 0,0-1,0 1,0-1,0 0,0 1,1-1,-1 0,0 0,3 0,3-2,0 1,1-2,-1 1,0-1,0-1,0 1,0-1,-1-1,1 1,-1-1,1-1,-1 1,-1-1,1 0,-1-1,0 0,1-1,6-5,0 1,-1-2,-1 1,0-2,-1 1,0-2,-1 1,-1-1,0 0,-1-1,-1 0,0 0,-1 0,-1-1,0 0,-2 0,0 0,-1 0,0-5,-1 20,1 1,-1-1,0 0,0 0,0 0,0 0,0 0,-1 0,1 0,0 0,-1 0,0 0,1 0,-1 0,0 0,0 1,0-1,0 0,0 1,-1-1,1 1,0-1,-1 1,1-1,-1 1,1 0,-1 0,0 0,0 0,1 0,-1 0,0 0,0 1,0-1,0 1,0-1,0 1,0 0,0 0,0 0,0 0,0 0,0 0,0 0,0 1,0-1,-1 1,-7 5,0 1,0-1,1 2,1-1,-1 1,1 0,0 1,1 0,0 0,0 1,1 0,1 0,-1 0,2 1,-1 0,2-1,-1 2,-1 10,3-16,1 0,-1 0,1 1,1-1,-1 1,1-1,0 1,0-1,1 1,0-1,0 0,1 1,-1-1,2 0,-1 0,0 0,1 0,0-1,1 1,-1-1,1 1,0-1,0 0,1-1,-1 1,1-1,0 0,5 3,5 1,0-2,1 1,0-2,0 0,0-1,1-1,-1 0,1-1,0-1,0 0,-1-2,1 0,0 0,0-2,2-1,51-9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09:19.60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0 267,'157'0,"739"13,18 27,-232-11,108 8,-597-25,78-9,-175-17,-96 14,-1 0,1 0,-1 0,1-1,0 1,-1 0,1 0,0 0,-1 0,1-1,0 1,-1 0,1 0,0-1,-1 1,1 0,0-1,-1 1,1 0,0-1,0 1,0 0,-1-1,1 1,0 0,0-1,0 1,0-1,0 1,0 0,0-1,0 1,0-1,0 1,0-1,0 1,0 0,0-1,0 1,0-1,0 1,0 0,1-1,-1 1,0 0,0-1,0 1,1 0,-1-1,0 1,1 0,-1-1,0 1,1 0,-1 0,0-1,1 1,-1 0,-15-7</inkml:trace>
  <inkml:trace contextRef="#ctx0" brushRef="#br0" timeOffset="306.185">3289 0,'6'10,"1"-1,0 0,0 0,1-1,0 0,1 0,0-1,0 0,0 0,1-1,0 0,0-1,1 0,-1-1,1 0,0-1,0 0,3 0,356 90,-299-53,-69-38,0 0,-1-1,0 1,1 0,-1 0,0 0,0 0,0 0,0 0,0 0,0 0,-1 0,1 1,-1-1,1 0,-1 0,0 1,0-1,0 0,0 0,-1 1,1-1,0 0,-1 0,0 0,1 1,-1-1,0 0,0 0,0 0,-1 0,1 0,0-1,-1 1,-7 9,0 0,-1-1,0-1,-1 0,0 0,-1-1,0 0,0-1,-2 0,-73 36,-1-4,-2-4,-2-4,-72 14,25-9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09:29.00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96,'13'11,"15"9,13 7,9 9,7 4,1 5,-1 4,-2 3,-7-1,-7-5,-8-7,-10-11</inkml:trace>
  <inkml:trace contextRef="#ctx0" brushRef="#br0" timeOffset="413.534">816 3,'1'-1,"1"1,-1-1,0 1,0 0,0 0,1-1,-1 1,0 0,0 0,1 0,-1 0,0 0,0 0,1 1,-1-1,0 0,0 1,1-1,-1 1,0-1,0 1,0-1,0 1,0 0,0 0,0 0,0-1,0 1,0 0,0 0,-1 0,1 0,0 0,-1 0,1 1,-1-1,1 0,-1 0,1 0,-1 1,0-1,0 0,1 0,-1 1,0-1,0 0,0 0,-1 1,-1 8,0-1,-1 1,0-1,-1 1,0-1,0 0,-1-1,-1 1,1-1,-1 0,-1 0,3-1,-233 269,232-271,1 1,1 0,-1-1,1 2,0-1,0 0,1 1,0-1,0 1,1 0,-1-1,2 1,-1 0,1 0,0 0,0 0,0 0,1-1,1 1,-1 0,1 0,0 0,9 31,-2 1,-2 0,-2 1,-1 0,-1 36,-4 395,1-458,0-7,0 0,0 1,0-1,1 0,-1 0,2 0,-1 1,1-1,-1 0,2-1,-1 1,2 3,-3-8,0-1,-1 1,1-1,0 1,-1-1,1 1,0-1,0 0,-1 1,1-1,0 0,0 0,0 1,-1-1,1 0,0 0,0 0,0 0,-1 0,1 0,0 0,0 0,0-1,0 1,-1 0,1 0,0-1,0 1,-1 0,1-1,0 1,-1-1,1 1,0-1,-1 1,1-1,-1 0,1 1,0-1,16-15</inkml:trace>
  <inkml:trace contextRef="#ctx0" brushRef="#br0" timeOffset="738.395">1325 671,'6'11,"10"4,14 0,12-4,11 0,7-3,5 0,1 1,-2 0,-5 2,-12-1</inkml:trace>
  <inkml:trace contextRef="#ctx0" brushRef="#br0" timeOffset="984.718">1472 965,'18'9,"15"3,14 0,12-3,7-5,6-3,5-3,1-3,-14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09:32.71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767 568,'-36'-25,"22"19,0 1,-1 0,0 2,1-1,-1 2,0 0,0 0,0 2,-7 0,3-1,0 2,0 0,0 1,1 0,-1 2,1 0,0 1,0 1,-1 1,-36 21,1 2,2 2,-15 15,44-31,14-10,0 0,1 0,0 1,0 1,0-1,1 1,0 1,1-1,0 1,0 0,1 0,0 1,0 0,1 0,-1 3,-5 28,2 1,1 0,2 0,3 0,1 0,1 1,3-1,3 12,-6-42,1 0,0 0,0 0,1 0,1-1,0 1,1-1,0 1,0-1,2-1,-1 1,1-1,1 0,0 0,0 0,1-1,0 0,0-1,1 0,0 0,1-1,0 0,0-1,0 0,9 4,-2-6,0 1,0-2,1 0,0-1,-1-1,1-1,0 0,-1-1,1-1,0-1,-1-1,0 0,0-1,4-2,42-29,-38 17</inkml:trace>
  <inkml:trace contextRef="#ctx0" brushRef="#br0" timeOffset="693.986">179 1010,'3'4,"1"0,-1-1,1 0,0 1,0-1,0 0,1-1,-1 1,1-1,0 0,-1 0,1 0,0-1,0 1,0-1,0-1,0 1,0-1,0 1,0-2,0 1,1 0,3-2,283-35,-290 36,0 1,0 0,0 0,0 0,0 0,0 0,-1 0,1 0,0 0,0 1,0-1,0 1,0-1,-1 1,1 0,0 0,-1 0,1 0,0 0,-1 0,1 0,-1 1,0-1,1 0,-1 1,0-1,0 1,0 0,0-1,0 1,0 0,0-1,-1 1,1 0,-1 0,1 0,-1 0,0 0,1 0,-1-1,0 1,0 0,-1 1,-32 97,7-37,21-38,0-1,2 1,1 0,1 0,1 0,2 14,-2 63,-1-99,0 0,0-1,0 0,-1 1,0-1,1 0,-1 0,0 0,0 0,0 0,0 0,0 0,-1-1,1 1,0-1,-1 0,1 1,-1-1,0 0,1-1,-1 1,0 0,1-1,-1 1,0-1,0 0,1 0,-1 0,0 0,0-1,1 1,-1-1,0 0,1 1,-1-1,0 0,1-1,-18 1,-50-2,79-4,4 1</inkml:trace>
  <inkml:trace contextRef="#ctx0" brushRef="#br0" timeOffset="1542.238">1662 394,'-42'35,"1"1,2 3,2 0,1 3,-18 28,24-22,1 1,3 1,2 2,2 0,3 2,2 0,2 1,3 0,2 1,2 1,3-1,3 1,2 1,0-20,1 0,2 0,2 0,2-1,1 1,4 5,-7-26,1-1,1 1,0-1,1-1,1 1,0-1,1-1,1 0,0 0,1-1,0-1,1 0,1-1,5 4,39 17,-5-11</inkml:trace>
  <inkml:trace contextRef="#ctx0" brushRef="#br0" timeOffset="2412.071">2438 836,'-37'9,"-1"1,1 2,1 1,0 3,1 0,0 2,-8 8,39-25,1 1,-1 0,1-1,0 1,-1 0,1 0,0 1,0-1,1 1,-1-1,0 1,1 0,0 0,-1 0,1 0,1 0,-1 1,0-1,1 1,-1-1,1 1,0 0,0-1,1 1,-1 0,1 0,0-1,0 1,0 0,0 0,1-1,-1 1,1 0,0-1,1 2,4 2,0 0,1 0,0 0,0-1,1 0,0 0,0-1,0 0,0-1,9 4,-4-2,56 28,-39-20,0 0,-2 2,1 2,-2 0,14 13,-38-29,0 0,0 0,0 0,-1 1,1-1,-1 1,1-1,-1 1,0 0,0 0,0 0,0 0,-1 0,1 0,-1 0,0 1,0-1,0 0,0 1,-1-1,1 1,-1-1,0 1,0-1,0 1,-1-1,1 1,-1-1,0 1,0-1,0 0,0 1,0-1,-1 0,0 0,-2 2,-1-1,1 0,-1-1,0 1,0-1,-1 0,1-1,-1 1,1-1,-1 0,0 0,0-1,0 0,0 0,0 0,0 0,0-1,0 0,0-1,0 1,0-1,0 0,0-1,1 1,-1-1,0 0,1-1,-1 0,1 1,0-2,0 1,0 0,0-1,0 0,3 0,-1 0,1 0,0 0,0 0,1 0,-1 0,1-1,0 1,0 0,0-1,1 1,-1-1,1 1,0-1,0 1,1-1,-1 1,1-1,0 1,0-1,1 1,42-90,11 15,4 3,33-33,69-87,-129 150,-1-1,-3-1,-2-1,-2-2,-2 0,-3-2,5-23,-15 25,-13 54,-33 107,32-88,-22 107,7 2,4 0,6 11,8-118,0-1,2 1,0-1,2 1,0-1,2 0,0 0,2 0,1 0,0-1,8 16,-13-34,1 0,-1 0,0-1,1 1,0-1,0 0,0 1,0-1,0-1,0 1,1 0,0-1,-1 0,1 0,4 2,4-2</inkml:trace>
  <inkml:trace contextRef="#ctx0" brushRef="#br0" timeOffset="2682.207">2278 716,'16'4,"21"2,25 0,26-2,24 0,20-2,13 1,4 5,-24 1</inkml:trace>
  <inkml:trace contextRef="#ctx0" brushRef="#br0" timeOffset="3529.644">3494 1036,'-24'-7,"0"0,0 1,-1 2,0 1,0 0,0 2,0 1,-15 2,27-1,1 1,0 1,0-1,0 2,0 0,0 0,1 1,-1 0,1 1,1 1,-1-1,1 2,0-1,1 2,0-1,0 1,1 0,-1 2,3-3,1-1,1 1,-1 0,1 1,1-1,0 1,0-1,0 1,1 0,-1 8,3-14,-1 0,1 1,0-1,0 0,0 1,0-1,1 0,0 1,-1-1,1 0,0 0,0 0,1 0,-1 0,1 0,-1 0,1 0,0 0,0-1,0 1,0-1,1 0,-1 1,1-1,0 0,-1 0,1-1,0 1,0-1,0 1,0-1,10 1,1 0,-1-1,0-1,0 0,1-1,-1-1,0 0,0 0,0-2,-1 1,1-2,-1 1,0-2,0 0,0 0,-1-1,0 0,0-1,5-5,5-2,-2-1,0 0,0-2,-2 0,0-1,-1-1,8-13,-38 81,9-31,1 0,0 0,2 0,-1 1,2-1,1 1,0-1,1 1,0-1,2 0,2 8,-4-21,1-1,-1 1,1-1,0 0,0 1,0-1,1 0,-1 0,1 0,0-1,0 1,0-1,0 1,0-1,0 0,1 0,-1 0,1-1,-1 1,1-1,-1 0,1 0,0 0,0 0,0-1,0 1,-1-1,1 0,0-1,0 1,0 0,0-1,-1 0,1 0,0 0,0-1,-1 1,1-1,-1 0,3-1,6-7,1 0,-1-1,-1 0,0-1,-1-1,0 1,-1-2,0 1,-1-1,-1-1,0 1,-1-1,0 0,-1-1,-1 1,-1-1,0 0,-1 0,0-1,2-4,-1-1,-1 1,-1-1,0 1,-2-1,0 1,-5-21,6 41,0 0,1 1,-1-1,0 0,0 0,0 0,0 0,0 0,0 0,0 0,0 1,-1-1,1 0,0 0,0 0,-1 0,1 0,0 1,-1-1,1 0,-1 0,1 1,-1-1,0 0,1 1,-1-1,0 0,1 1,-1-1,0 1,0-1,1 1,-1 0,0-1,0 1,0 0,1-1,-1 1,0 0,0 0,0 0,0 0,0 0,0 0,0 0,1 0,-1 0,0 0,0 1,0-1,0 0,0 0,1 1,-1-1,0 1,0-1,0 1,1-1,-1 1,0-1,1 1,-1 0,1-1,-1 1,1 0,-1 0,-1 4,1 0,0 0,0 1,0-1,0 0,1 1,0-1,0 0,1 1,-1-1,1 0,1 0,-1 0,0 0,1 0,0 0,1 0,-1 0,1 0,-1-1,1 0,1 1,-1-1,1 0,-1-1,1 1,0 0,1-1,-1 0,0 0,1-1,0 1,0-1,0 0,0 0,0 0,1-1,187 61,-189-60,1 1,-1-1,0 1,0 0,0 0,-1 0,1 1,-1-1,1 1,-1 0,0 0,-1 0,1 0,-1 1,0-1,0 1,0-1,0 1,-1 0,0 0,0-1,0 1,0 0,-1 0,0 0,0 0,0 0,-1 1,0 37,0-33,0 0,1 0,0 0,0 0,1 0,1 0,0 0,0 0,1 0,3 9,-4-16,-1-1,1 1,0-1,0 0,0 1,0-1,0 0,0 0,0 0,1-1,-1 1,1 0,0-1,-1 0,1 1,0-1,0 0,0-1,-1 1,1 0,0-1,0 0,0 1,0-1,0 0,0-1,0 1,0 0,0-1,0 0,0 0,2-1,87-46,-77 37,-1 0,0-1,-1 0,0-1,-1-1,-1 0,0-1,0 0,-2-1,0 0,-1 0,0-1,-1 1,-1-2,-1 1,-1-1,0 0,-1 0,0-17,-2 33,0-1,-1 1,1-1,-1 1,0-1,0 1,0-1,0 0,0 1,-1-1,1 1,-1-1,0 1,1-1,-1 1,0-1,-1 1,1 0,0-1,-1 1,1 0,-1 0,1 0,-1 0,0 0,0 1,0-1,0 0,0 1,0 0,-1-1,1 1,0 0,-1 0,1 0,-1 1,1-1,-1 0,1 1,-1 0,0-1,1 1,-1 0,-5 4,0 0,0 0,1 1,0 0,0 0,0 1,1 0,0 0,0 0,0 1,1 0,0 0,0 0,0 1,1 0,1 0,-1 0,1 0,1 0,-1 1,1-1,1 1,0-1,0 6,0-5,0-1,1 1,0-1,1 1,0-1,0 0,1 1,0-1,1 0,-1 0,2 0,-1 0,1-1,0 1,1-1,-1 0,2 0,-1 0,1-1,0 0,0 0,0-1,1 1,0-1,0-1,0 1,5 1,26 9,1-2,1-1,0-2,0-2,0-2,1-1,0-2,1-2,26-4,-68 3,121 0</inkml:trace>
  <inkml:trace contextRef="#ctx0" brushRef="#br0" timeOffset="4571.669">5660 1358,'0'2,"0"0,-1 0,1 0,0 0,-1 0,0 1,1-1,-1 0,0 0,0-1,0 1,-1 0,1 0,0 0,-1-1,1 1,-1-1,1 1,-1-1,0 1,1-1,-1 0,0 0,0 0,0 0,0 0,0 0,0-1,0 1,0-1,-1 1,-72 6,67-7,-134-2,136 3,13 0,16 2,116 2,0-5,29-9,-121 6,371-22,-369 26,-62 8,-42 5,53-13,13-3</inkml:trace>
  <inkml:trace contextRef="#ctx0" brushRef="#br0" timeOffset="4922.829">6984 1010,'-5'20,"-3"24,-1 19,-1 17,1 14,1 10,-2 9,-1 3,-3 3,-4-4,-1-7,1-11,0-15,2-17,1-17,0-17,4-21,3-11</inkml:trace>
  <inkml:trace contextRef="#ctx0" brushRef="#br0" timeOffset="5217.538">6729 1759,'-14'-148,"4"-121,8 242,2 0,0 0,2 0,1 0,1 1,1-1,1 1,2 0,1 1,0 0,7-11,-11 29,0 1,0 0,0 0,0 0,1 1,0 0,0 0,0 0,1 1,0 0,0 0,0 1,0-1,0 2,1-1,-1 1,1 0,0 1,-1 0,1 0,0 0,0 1,0 0,0 1,-1 0,8 1,-5 0,0 1,0 0,-1 0,1 1,-1 0,1 1,-1 0,-1 0,1 1,-1 0,0 0,0 1,-1 0,0 0,0 1,0 0,-1 1,-1-1,1 1,0 3,-4-7,0 0,-1 1,0-1,0 0,0 1,0-1,-1 1,0-1,0 1,-1-1,1 0,-1 1,0-1,-1 0,1 1,-1-1,0 0,0 0,-1 0,0 0,1-1,-1 1,-1-1,1 0,-1 0,0 0,0 0,0 0,0-1,-1 0,1 0,-1 0,0-1,0 1,-4 0,-152 59,143-54,18-8,0-1,1 1,-1 0,0 0,0 0,0 0,1 0,-1 0,0 0,0 0,1 0,-1-1,0 1,0 0,0 0,1 0,-1 0,0 0,0 1,1-1,-1 0,0 0,0 0,1 0,-1 0,0 0,0 0,0 0,1 0,-1 1,0-1,0 0,0 0,0 0,1 0,-1 1,0-1,0 0,0 0,0 0,0 1,0-1,1 0,-1 0,0 1,0-1,0 0,0 0,0 1,0-1,0 0,0 0,0 0,0 1,0-1,0 0,0 0,0 1,0-1,-1 0,1 0,0 1,0-1,0 0,1 0,18 1</inkml:trace>
  <inkml:trace contextRef="#ctx0" brushRef="#br0" timeOffset="5844.37">7371 1317,'31'-71,"-3"-2,-3 0,6-38,13-96,-48 168,4 38,-1 1,1-1,0 1,-1-1,1 1,0-1,-1 1,1-1,-1 1,1 0,-1-1,1 1,-1 0,1-1,-1 1,1 0,-1 0,1-1,-1 1,0 0,1 0,-1 0,1 0,-1 0,0 0,1 0,-1 0,1 0,-1 0,0 0,1 0,-1 0,1 0,-1 1,1-1,-1 0,1 0,-1 1,1-1,-1 0,1 1,-1-1,1 0,-1 1,1-1,-1 1,1-1,0 1,-1-1,1 1,0-1,0 1,-1-1,1 1,0 0,0-1,0 1,-4 3,0-1,1 1,-1 0,1 0,0 0,0 1,1-1,-1 1,1 0,0-1,1 1,-1 0,1 0,0 0,0 1,0-1,1 0,-1 0,1 0,1 0,-1 1,1-1,0 0,0 0,0 0,1 0,0 0,0-1,0 1,0 0,1-1,0 1,0-1,0 0,0 0,1 0,-1-1,3 3,7 0,1-1,0 0,-1-1,2 0,-1-1,0-1,1 0,-1-1,1-1,10 0,-7-1,-1 2,1 0,0 1,-1 1,0 1,1 0,0 1,-14-3,-1 0,1-1,-1 1,0 0,1 1,-1-1,0 1,0-1,0 1,-1 0,1 0,-1 0,1 0,-1 0,0 1,0-1,-1 1,1 0,-1-1,0 1,0 0,0 0,0 0,0 3,-7 98,4-94,-3 18,3-20,0-1,0 1,1 0,0 0,0 0,1 0,0 0,1 0,0-1,0 1,1 0,2 5,-2-11,0 0,0 0,0-1,0 1,0-1,1 1,-1-1,1 0,0 0,0 0,0 0,0-1,0 1,0-1,0 0,0 0,1 0,-1 0,0 0,1-1,-1 0,0 1,1-1,-1 0,4-1,84-18,-73 11,-1 0,0-1,0-1,-1 0,0-1,0-1,-2-1,1 0,-2-1,0 0,0-1,-1-1,-1 1,-1-2,0 0,-1 0,-1-1,-1 0,5-16,-11 32,0 0,1-1,-1 1,0-1,-1 1,1-1,0 1,-1-1,1 1,-1-1,0 1,0-1,0 0,0 1,0-1,0 1,-1-1,1 0,-1 1,0-1,0 1,0 0,0-1,0 1,0 0,-1 0,1-1,-1 1,0 0,0 0,1 1,-1-1,0 0,0 1,-1-1,1 1,0-1,0 1,-1 0,1 0,-1 0,1 1,-1-1,1 0,-1 1,-7 2,1 1,0 0,0 1,0 0,0 0,0 1,1 0,0 1,0 0,0 0,1 1,0-1,0 2,1-1,-1 1,2 0,-1 0,1 0,1 1,-1 0,1 0,-2 7,3-8,1-1,-1 1,1 0,1 0,0 0,0 0,0 0,1 0,0 0,0 0,1 0,0 0,1 0,-1 0,2 0,-1-1,1 1,0-1,1 1,0-1,0 0,0 0,1-1,0 0,0 1,1-2,-1 1,1 0,1-1,-1-1,1 1,0-1,1 1,10 4,0-2,0 0,0 0,1-2,0 0,0-2,1 0,-1-1,1-1,5 0,45-2</inkml:trace>
  <inkml:trace contextRef="#ctx0" brushRef="#br0" timeOffset="7110.933">8695 903,'17'10,"-1"0,0 1,0 1,-1 1,0 0,-1 1,-1 0,0 1,-1 0,-1 1,0 1,-1 0,-1 0,-1 1,0 0,-1 1,-1-1,-1 1,1 10,7 45,-3 0,-3 0,-4 0,-4 34,1-107,0 35,-2 3,1-1,2 1,2-1,1 0,2 0,2 0,1 0,2-2,3 4,-10-32,1 0,0 0,0 0,1 0,0-1,0 0,1 0,0 0,0-1,0 0,1 0,6 3,-10-7,-1-1,0 1,1-1,-1 1,1-1,-1 0,1 0,-1-1,1 1,0-1,-1 0,1 0,0 0,0 0,-1-1,1 1,-1-1,1 0,0 0,-1 0,0-1,1 1,-1-1,0 0,0 0,0 0,0 0,0 0,0-1,0 1,-1-1,1 0,0-2,6-9,-1-1,-1 0,0 0,-1-1,0 0,-1 0,-1-1,-1 1,0-1,-2 0,1 1,-2-1,0 0,-2 0,1-11,-2 0,-1 1,-2 0,0-1,-2 2,-1-1,-1 1,-1 1,-1 0,-1 0,-1 2,-2-1,0 2,-1 0,-2 1,0 1,-1 1,-1 0,0 2,-2 0,0 1,-10-4,-9-2,0 2,-1 1,-1 2,-46-10,88 26,-11-3,23 3,68 2,50 1,-1-6,6-5,-72 3,-1-3,0-3,0-2,-1-3,-1-2,29-15,-16-18,-69 51,-1-1,0 1,1 0,-1-1,0 1,0-1,0 1,0-1,-1 0,1 1,0-1,-1 0,1 0,-1 1,1-1,-1 0,0 0,0 0,0 1,0-1,0 0,0 0,0 0,-1 0,1 1,0-1,-1 0,0 0,1 1,-1-1,0 0,0 1,0-1,0 1,0-1,-1 1,1 0,0-1,-1 1,1 0,0 0,-1 0,0 0,0 0,-4-2,-1 0,1 0,-1 1,0 0,0 0,0 1,0 0,0 0,0 1,0 0,0 0,0 0,0 1,0 0,0 0,0 1,0 0,0 0,1 1,-1 0,1 0,-1 1,1-1,0 1,1 0,-1 1,1 0,0 0,0 0,0 0,1 1,-1-1,2 1,-1 0,0 1,1-1,0 1,1-1,0 1,-1 0,1 1,-1-1,1 1,0 0,0 0,1-1,0 1,1 0,0 0,0 0,0 0,1 0,0 0,1-1,0 1,0 0,1-1,0 1,0-1,0 0,1 0,0 0,1-1,-1 1,1-1,1 0,-1 0,1-1,0 0,0 0,3 2,2-1,1-1,-1 1,1-2,1 0,-1 0,0-1,1-1,0 0,-1 0,1-1,0-1,0 0,0-1,-1-1,10-1,4-3,0 0,0-2,-1-1,0-1,-1-1,0-1,2-2,-5 1,-1 0,0-2,-1 0,0-2,-1 0,-1-1,-1 0,-1-1,10-17,-30 48,0 0,0 0,1 0,1 0,0 1,1-1,0 1,1 0,0 0,1 6,1-15,0-1,0 1,1-1,-1 1,1-1,-1 0,1 1,0-1,1 0,-1 0,0 0,1-1,-1 1,1-1,0 1,0-1,0 0,0 0,1 0,-1 0,0-1,1 1,-1-1,4 1,90 9,-77-12,0 0,0-2,0-1,-1 0,0-1,0-1,0-1,0-1,-1-1,-1 0,1-1,-1-1,-1 0,0-1,-1-1,0-1,-1 0,-1-1,0 0,-1-1,0 0,-2-1,7-14,-46 124,28-85,1-1,0 0,0 1,1-1,0 0,0 0,0 1,1-1,1 0,-1-1,1 1,0 0,0-1,1 1,0-1,0 0,1 0,-1-1,1 1,1-1,-1 0,1-1,-1 1,1-1,1 0,-1 0,0-1,1 0,0 0,0-1,0 0,0 0,4 1,5 0,1-1,0-1,0 0,0-1,0-1,0-1,-1 0,1-1,-1-1,1 0,-1-1,0-1,-1 0,1-2,-2 1,1-2,-1 0,0-1,-1 0,0-1,0-1,-1 0,-1 0,0-1,-1 0,4-8,12-25,-3-1,-1-2,-2 0,-3-1,-2-1,-2 0,-2-1,-3 0,2-51,-1 12,-3 0,-4-1,-5 0,-6-34,8 122,1-4,-1 0,0 0,0-1,-1 1,0 0,-1 1,0-1,0 0,0 1,-1-1,0 1,-1 0,4 6,-1 0,1 0,0 0,0 0,0 0,-1 1,1-1,-1 1,1-1,0 1,-1-1,1 1,-1 0,1 0,-1 0,1 0,0 0,-1 0,1 0,-1 0,1 0,-1 1,1-1,-1 1,1-1,0 1,-1-1,1 1,0 0,0 0,0 0,-1 0,1-1,0 1,0 1,0-1,0 0,0 0,1 0,-1 0,0 1,0-1,-11 16,1 0,0 1,1 0,1 1,1 0,0 1,2-1,0 1,1 0,0 4,-6 22,2 1,2 0,2 1,2-1,2 1,3-1,1 1,2-1,3 0,1 0,3-1,1 0,3-1,1-1,3 0,1-2,2 0,28 38,-9-31,-7-14</inkml:trace>
  <inkml:trace contextRef="#ctx0" brushRef="#br0" timeOffset="7635.05">10607 636,'87'23,"1"-3,0-5,2-3,1-5,-51-3,66 6,39 4,99 24,-131-5,-108-31,-1 0,1 1,-1-1,0 1,0-1,0 1,0 1,-1-1,1 0,-1 1,1 0,-1 0,-1 0,1 0,0 0,-1 0,0 1,0 0,0-1,-1 1,1 3,-2 5,0 0,-1 0,-1 0,0 0,-1-1,0 1,-1 0,0-1,-1 0,0 0,-1-1,-6 10,-11 27,18-36,1-3,-1-1,2 1,-1 1,1-1,1 0,-1 1,2-1,-1 1,1 0,1 0,0 8,0-17,1 1,0 0,-1 0,1-1,0 1,0 0,0-1,0 1,0-1,0 0,1 1,-1-1,0 0,1 0,-1 1,1-1,-1 0,1 0,-1-1,1 1,0 0,0-1,-1 1,1-1,0 1,0-1,-1 0,1 1,0-1,0 0,0-1,0 1,-1 0,1 0,1-1,62-21,-57 15,1 1,-1-1,0 0,-1-1,0 0,0 0,0-1,-1 0,-1 0,0 0,0-1,0 1,-1-1,-1 0,0-1,0 1,-1-1,0 1,-1-1,0 1,-1-1,0 0,-1-4,1 11,-1 0,1 1,-1-1,0 1,-1-1,1 1,0 0,-1-1,0 1,0 0,0 0,0 0,0 0,-1 0,1 1,-1-1,0 1,0 0,0-1,0 1,0 0,0 1,0-1,-1 1,1-1,-1 1,1 0,-1 0,1 1,-1-1,0 1,0-1,-8 1,1 0,0 1,0 0,0 1,0 0,0 0,0 1,1 1,-1 0,-1 1,-3 2,1 0,1 0,-1 1,1 1,0 0,1 1,0 0,1 1,0 1,1-1,0 2,1-1,0 1,1 1,-1 2,8-13,0 0,0 0,0 0,0 0,0 0,1-1,0 1,-1 0,1 0,0 0,0 0,1 0,-1 0,1 0,-1 0,1 0,0 0,0 0,0-1,1 1,-1 0,1-1,-1 1,1-1,0 1,0-1,0 0,0 0,0 0,1 0,-1 0,1-1,-1 1,1 0,-1-1,1 0,0 0,0 0,0 0,0 0,-1-1,1 1,1-1,41 5,0-6</inkml:trace>
  <inkml:trace contextRef="#ctx0" brushRef="#br0" timeOffset="7900.391">12077 422,'-23'-7,"-23"-2,-17 0,-13 7,-3 10,1 10,8 10,16 8,17 8,19 3,22 2,10-6</inkml:trace>
  <inkml:trace contextRef="#ctx0" brushRef="#br0" timeOffset="8158.767">12077 1184,'7'13,"6"12,7 6,5 0,4-3,4-4,5-6,7-9,5-9,6-11,3-9,-10-2</inkml:trace>
  <inkml:trace contextRef="#ctx0" brushRef="#br0" timeOffset="8406.153">12879 154,'14'18,"11"20,8 24,5 21,4 21,-2 14,-3 10,-4 6,-10 3,-11 1,-21-3,-21-1,-27-3,-29-4,-26-4,6-24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09:47.34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1,'21'6,"17"3,17 0,12-3,8-5,-8-4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09:50.27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36,'23'-5,"23"-1,20 0,15-1,6 1,-10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09:50.44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3,'16'5,"21"1,22-3,17-3,12-8,-9-1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09:47.66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5 442,'-3'22,"2"-1,1 0,0 1,2-1,0 0,2 0,0 0,1 0,1 0,1-1,6 11,26 70,4-2,5-2,38 56,-83-148,38 49,-40-52,0-1,0 0,1 0,-1 0,0 0,1 0,-1 0,1 0,-1 0,1 0,0-1,-1 1,1 0,0-1,-1 0,1 1,0-1,-1 0,1 0,0 0,0 0,-1 0,1 0,0-1,-1 1,1-1,0 1,-1-1,1 1,-1-1,1 0,-1 0,1 0,1-1,5-6,-1 0,0-1,0-1,-1 1,0-1,0 0,-1 0,-1 0,1-1,-2 0,2-4,0-2,25-83,-6-2,-3-1,-5-1,-5 0,-5 0,-4-53,2 68,2 83,-1 19,-4-12,28 81,-10-35</inkml:trace>
  <inkml:trace contextRef="#ctx0" brushRef="#br0" timeOffset="275.282">1007 1003,'-2'16,"-3"14,-4 10,-1 3,0 1,2-4,7-9,8-9,8-13,3-14,-1-8</inkml:trace>
  <inkml:trace contextRef="#ctx0" brushRef="#br0" timeOffset="520.785">847 589,'-11'16,"0"7,12 3,16-2,6-4</inkml:trace>
  <inkml:trace contextRef="#ctx0" brushRef="#br0" timeOffset="768.173">1382 857,'-7'18,"-4"15,-3 14,-2 7,3 4,3 1,8-2,6-5,8-6,6-11,2-12,-3-12,-3-7</inkml:trace>
  <inkml:trace contextRef="#ctx0" brushRef="#br0" timeOffset="769.173">1515 415,'-7'7,"1"2,2 0,3-2</inkml:trace>
  <inkml:trace contextRef="#ctx0" brushRef="#br0" timeOffset="1197.581">1970 1,'-6'22,"2"0,0 1,1 0,2-1,0 1,2 18,-1-27,10 578,-17-481,1-30,4 0,8 77,-4-135,-26-52,-159-203,69 95,106 128,5 5,0 1,0-1,0 0,0 0,1 0,-1 0,1 0,0 0,0-1,1 1,-1-1,1 1,-1-3,3 5,1 0,-1 0,0 0,0 1,1-1,-1 0,0 1,1-1,0 1,-1-1,1 1,0 0,0 0,0 0,0 0,0 0,0 0,0 1,0-1,0 0,0 1,0 0,1-1,-1 1,0 0,0 0,0 0,1 1,1-2,267-6,-242 7,102-1,0 5,0 7,59 14,-121-10</inkml:trace>
  <inkml:trace contextRef="#ctx0" brushRef="#br0" timeOffset="2331.391">2612 951,'-8'20,"2"1,0 0,1 1,1 0,2-1,0 1,1 0,1 0,1 0,1 0,1 0,2 9,-4-28,0 0,-1 1,1-1,0 0,1 0,-1 1,1-1,-1 0,1 0,0-1,0 1,0 0,0-1,1 1,-1-1,1 0,0 1,-1-1,1-1,0 1,0 0,0-1,0 1,1-1,-1 0,0 0,0 0,1-1,-1 1,1-1,-1 1,0-1,1 0,-1-1,1 1,-1-1,0 1,1-1,-1 0,0 0,0 0,1-1,-1 1,0-1,0 0,7-7,-1-1,1 0,-2 0,0-1,0 0,-1-1,0 1,-1-1,0-1,-1 1,0-1,-1 0,-1 0,0 0,-1-1,0 1,-1-1,0 1,-1-1,-1 1,-1-6,3 12,-1 0,0 0,-1 1,1-1,-2 0,1 1,0-1,-1 0,-1 1,1 0,-1 0,0-1,0 2,-1-1,1 0,-1 1,-1-1,1 1,-1 0,0 1,0-1,0 1,-1 0,1 0,-1 1,0-1,0 1,0 1,-1-1,1 1,0 0,-4 0,3 2,1 0,0 0,0 0,0 1,0 0,-1 1,1-1,1 1,-1 0,0 1,0-1,1 1,-1 0,1 0,0 1,0 0,0 0,1 0,0 0,-1 1,1 0,1-1,-1 2,1-1,0 0,0 1,0-1,1 1,0 0,0 0,0 0,1 0,0 0,0 0,0 0,1 0,0 1,0-1,1 0,0 0,0 0,0 0,1 0,-1 0,2 0,-1 0,0-1,3 4,10 4,-1-1,1 0,1-1,0-1,1-1,0 0,0-1,0-1,1-1,1 0,-1-1,0-1,1-1,0-1,11 0,37 7,0-4,1-2,0-3,0-4,-1-2,53-12,-108 16,1 0,-1 0,0-1,0-1,0 0,0-1,-1 0,1-1,-1 0,-1 0,1-1,-1-1,4-4,-12 11,0-1,-1 0,1-1,-1 1,1 0,-1 0,0-1,0 1,0-1,0 1,0-1,-1 1,1-1,-1 1,0-1,0 0,1 1,-2-1,1 1,0-1,0 0,-1 1,0-1,1 1,-1-1,0 1,0-1,0 1,-1 0,1 0,-1-1,1 1,-2-1,-2-3,0 0,-1 1,0-1,0 1,-1 0,0 0,1 1,-1 0,-1 0,-2 0,3 1,-1 0,1 0,-1 1,1 0,-1 1,1-1,-1 2,0-1,0 1,0 0,1 1,-1-1,0 2,1-1,-1 1,1 0,-1 1,1 0,0 0,0 0,0 1,0 0,1 0,0 1,-1 0,2 0,-1 0,1 1,-1 0,0 2,-1 1,1 1,-1 1,2-1,-1 1,2 0,-1 0,1 0,1 1,0 0,1-1,0 1,0 11,2-20,0 0,0 0,0 0,0 0,0 0,1 0,-1-1,1 1,0 0,0 0,0 0,0 0,1-1,-1 1,1-1,-1 1,1-1,0 1,0-1,0 0,0 0,1 0,-1 0,0 0,1-1,-1 1,1-1,0 1,-1-1,1 0,0 0,0 0,0-1,0 1,0-1,0 1,0-1,0 0,0 0,14-2,0-1,0 0,0-1,0-1,0 0,-1-2,0 0,9-5,14-6,153-53,-190 70,0 0,1 0,-1 0,0 1,1-1,-1 1,0-1,1 1,-1 0,0 0,1 0,-1 0,1 1,-1-1,0 1,1-1,-1 1,0 0,0 0,0 0,1 0,-1 0,0 1,0-1,-1 0,1 1,0 0,0-1,-1 1,1 0,-1 0,1 0,-1 0,0 0,0 0,0 0,0 1,0-1,0 1,24 128,-25-130,0-1,0 1,0 0,0-1,0 1,1-1,-1 1,0-1,0 1,0-1,0 1,1-1,-1 1,0-1,1 1,-1-1,0 0,1 1,-1-1,0 1,1-1,-1 0,1 1,-1-1,1 0,-1 0,1 1,-1-1,1 0,-1 0,1 0,-1 1,1-1,-1 0,1 0,-1 0,1 0,-1 0,1 0,-1 0,1 0,-1-1,1 1,0 0,-1 0,1 0,-1 0,1-1,-1 1,0 0,1 0,-1-1,1 1,16-27,51-266,-66 287,0 0,-1 1,2-1,-1 0,1 1,-1 0,2-1,-1 1,0 0,1 1,0-1,0 1,0 0,1 0,0 0,0 0,0 1,0 0,0 0,0 0,1 0,-1 1,1 0,0 0,0 1,0 0,0 0,0 0,2 1,2 0,-1 0,1 1,-1 1,0-1,0 2,0-1,0 1,0 0,0 1,-1 0,1 1,-1 0,0 0,-1 0,1 1,-1 0,0 1,-1 0,0 0,0 0,0 1,-1 0,0 0,0 0,-1 0,0 1,-1 0,0 0,0 0,1 6,12 95,-15-92,0 0,1 0,1-1,1 1,0-1,2 1,0-2,0 1,2-1,0 0,1 1,-3-10,0-1,0 0,0 0,0-1,1 0,0 0,0 0,1-1,-1 0,1 0,0-1,0 0,0-1,0 1,0-1,1-1,-1 0,1 0,-1-1,1 0,-1 0,1-1,-1 0,1 0,-1-1,0 0,0-1,0 0,0 0,0-1,0 0,-1 0,0-1,0 1,0-2,3-2,1-3,0 0,-1 0,-1-1,0 0,-1-1,0 0,0 0,-2 0,1-1,-2 0,0-1,-1 1,0-1,-1 0,-1 0,0 0,-1 0,-1 0,0 0,-1 0,-1 0,0 0,-1 0,0 0,-5-10,7 21,0 0,-1 0,1 0,-1 0,0 1,0-1,0 0,-1 1,1-1,-1 1,0 0,0 0,0 0,0 0,0 1,-1-1,1 1,-1 0,0 0,1 0,-1 0,0 1,0 0,0-1,0 1,-1 1,1-1,0 1,0-1,0 1,-1 1,1-1,0 0,0 1,0 0,0 0,0 0,0 1,0-1,0 1,0 0,0 0,-2 2,0 2,1 1,-1 0,1 0,0 1,1-1,0 1,0 0,1 0,0 1,0-1,1 1,0-1,1 1,-1 0,2 0,-1-1,1 1,1 0,-1 0,2 0,-1-1,1 1,0-1,1 1,0-1,0 0,1 0,0 0,1 0,-1-1,2 0,-1 0,4 4,9 3,1-1,0 0,0-2,1 0,1-1,0-1,0-1,0-1,1-1,0-1,1-1,-1-1,1-1,22 0,57 4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09:45.66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559 62,'-24'-2,"0"2,0 1,1 1,-1 1,0 1,1 1,0 1,0 1,1 1,-1 1,2 1,-1 1,2 1,-1 1,2 0,0 2,0 0,-6 8,10-9,0 0,1 1,0 0,1 1,1 1,1 0,-5 10,12-20,0 0,1 0,0 1,1-1,-1 1,1 0,1 0,-1 0,2 0,-1 0,1 0,0 0,0 0,1 0,0 0,1-1,0 1,0 0,0 0,3 3,9 8,0 1,2-2,0 0,1-1,1 0,1-2,0 0,1-1,0-1,1-1,0-1,1-1,20 7,-16-4,44 20,-9-5,-1 3,54 37,-108-65,0 1,0-1,-1 1,1 0,-1 0,0 1,0-1,0 1,0 0,-1 1,0-1,0 1,-1 0,1 0,-1 0,0 0,-1 0,0 1,0 0,0-1,-1 1,0 0,0-1,-1 1,1 0,-1 0,-1 4,-4-2,0-1,0 1,-1-1,0 0,-1 0,0 0,0-1,0 0,-1 0,0-1,0 0,-1-1,0 0,0 0,0-1,0 0,-1 0,0-1,1 0,-1-1,0 0,0-1,-1 0,-4 0,10-1,-1-1,1 1,0-1,-1 0,1 0,0-1,0 0,0 0,0 0,0 0,0-1,1 1,-1-1,1-1,0 1,0 0,0-1,0 0,0 0,1 0,0-1,0 1,0-1,0 1,1-1,0 0,0 0,0 0,0 0,1-1,0 1,0 0,1-1,-1 1,1 0,3-18,0 1,2-1,0 1,1 1,2-1,0 1,1 0,1 1,1 0,1 1,0 0,2 1,0 0,1 1,158-200,-107 141,-4-3,-3-3,-4-2,-3-2,6-23,-45 79,-13 24,-8 21,-14 46,2 1,3 0,3 1,3 0,1 14,7-60,-16 109,5 0,6 1,5 32,3-146,0 1,0-1,1 1,0-1,2 0,-1 0,2 0,0 0,0 0,1-1,0 1,2-1,-1-1,4 5,-9-15,0 0,-1 0,1 0,0 0,0 0,0 0,0-1,0 1,0 0,1-1,-1 1,0-1,0 1,0-1,0 1,1-1,-1 0,0 0,1 1,-1-1,0 0,0 0,1 0,-1-1,0 1,0 0,1 0,-1-1,11-7</inkml:trace>
  <inkml:trace contextRef="#ctx0" brushRef="#br0" timeOffset="1050.671">492 583,'179'30,"0"-8,101-3,-191-13,333 20,-412-23,-37-4,13 1,-22-4,-1 1,0 2,0 2,0 1,1 2,-1 2,1 1,-8 4,35-7,0 0,1 0,-1 1,1 0,1 1,-1-1,1 2,0-1,0 1,1 0,-1 0,2 1,-1 0,1 0,0 0,1 0,0 1,0 0,1 0,0 0,1 0,-1 0,2 1,0-1,0 1,0-1,1 1,1-1,0 1,0-1,1 1,0-1,0 0,1 0,0 0,1 0,0 0,2 1,-3-5,0 0,1 0,0-1,0 1,0-1,0 0,1-1,0 1,-1-1,1 0,1 0,-1 0,0-1,1 1,-1-1,1-1,0 1,-1-1,1 0,0 0,0-1,0 0,0 0,0 0,0-1,-1 1,1-2,0 1,0 0,-1-1,1 0,-1-1,1 0,24-12,-2-2,0-1,-1-1,0-1,-2-2,-1-1,0 0,-2-2,-1 0,3-7,-21 28,0 1,-3 2,0 0,0 0,1 0,-1 0,0 0,1 0,-1 0,1 0,-1 0,1 1,0-1,-1 0,1 0,0 0,-1 1,1-1,0 0,0 1,0-1,0 1,0-1,0 1,0-1,0 1,0 0,0 0,0-1,0 1,0 0,0 0,0 0,0 0,0 0,0 0,0 0,0 0,0 1,0-1,0 0,0 0,0 1,0 0,2 90,5 20,-7-105,0-1,0 1,1 0,0 0,0-1,1 1,-1-1,1 0,0 0,0 0,1 0,0 0,0-1,0 1,0-1,0 0,3 1,-5-3,1-1,0 0,-1 1,1-1,0 0,0 0,-1 0,1-1,0 1,0-1,0 0,0 1,0-1,0-1,0 1,0 0,-1-1,1 1,0-1,0 0,0 0,-1 0,1 0,0 0,-1-1,1 1,-1-1,1 0,-1 0,1-1,53-74,-45 50,-2 0,-1 0,-2-1,0 0,-2-1,-1 1,-1 0,-2-15,1 37,-2 3,1 0,-1 0,1 0,0 0,0 0,0 0,1 0,-1 0,1 0,-1 1,1-1,0 0,0 0,1 1,-1-1,0 0,1 1,-1-1,1 1,0 0,0 0,0-1,0 1,0 0,1 1,-1-1,3-1,5 2,1 1,0 0,-1 0,1 1,-1 1,1 0,-1 0,1 1,-1 0,0 1,0 0,-1 0,1 1,-1 1,4 2,2-1,-1 1,0 0,0 1,-1 0,0 1,0 1,-1 0,-1 1,0 0,0 0,-2 1,1 1,-1 0,-1 0,-1 0,0 1,-1 0,0 1,-2-1,3 10,-10 110,-2-70,4-62,1-1,0 1,0 0,0-1,0 1,0-1,0 1,1 0,-1-1,1 1,0-1,0 1,0-1,0 1,0-1,0 0,1 0,-1 1,1-1,0 0,-1 0,1-1,0 1,0 0,0 0,0-1,1 1,-1-1,0 0,1 0,-1 0,0 0,1 0,-1 0,1-1,0 1,-1-1,2 0,14 0,1-2,-1 0,0-1,0-1,-1-1,1 0,-1-1,0-1,0-1,7-5,-18 11,35-17,-1-1,-1-2,-1-1,-1-2,3-5,-29 21,0 0,-1 0,0-1,-1 0,0-1,-1 0,0 0,-1-1,0 0,-1 0,0-1,-1 0,0 0,-1 0,-1 0,0-1,0 0,-1-8,-1 18,-1 0,1 1,-1-1,0 0,0 0,0 0,-1 1,0-1,1 0,-1 0,0 1,-1-1,1 1,-1-1,1 1,-1 0,0-1,0 1,-1 0,1 0,-1 0,1 1,-1-1,0 1,0-1,0 1,0 0,0 0,-1 0,1 1,-1-1,1 1,-1-1,0 1,1 1,-1-1,0 0,1 1,-1 0,0 0,0 0,0 0,1 1,-1-1,-1 1,-2 4,0 0,0 0,1 0,0 1,0 0,0 0,0 1,1-1,0 1,1 0,0 1,0-1,0 1,1 0,0 0,0 0,1 0,0 0,1 1,0-1,0 0,1 1,0-1,0 1,1-1,0 1,0-1,2 2,-1 3,2-1,-1 0,1 0,1 0,0-1,1 0,0 0,1 0,0 0,1-1,0-1,0 1,1-1,1-1,-1 1,1-2,1 1,-1-1,1-1,10 4,3 2,2-1,0-2,0-1,0 0,1-2,0-1,1-2,-1 0,1-2,52-1</inkml:trace>
  <inkml:trace contextRef="#ctx0" brushRef="#br0" timeOffset="1418.145">3647 903,'-6'-5,"-1"0,1 0,-1 1,0-1,-1 2,1-1,-1 1,0 0,0 0,0 1,0 0,0 1,0 0,0 0,-1 1,1 0,0 0,-1 1,1 0,0 0,0 1,0 0,0 0,0 1,0 0,1 1,-1-1,-4 5,4-3,1 1,0 0,0 1,1-1,0 1,0 0,1 1,-1-1,2 1,-1 0,1 1,0-1,1 1,0-1,0 1,1 0,0 0,1 0,0 1,0-1,1 6,0-11,1-1,-1 0,1 1,0-1,0 0,0 1,1-1,-1 0,1 0,0 0,-1 0,1-1,1 1,-1 0,0-1,1 1,-1-1,1 0,-1 0,1 0,0 0,0 0,0-1,0 1,1-1,-1 0,0 0,0 0,1 0,-1-1,1 1,-1-1,3 0,6 1,0-2,0 1,0-2,0 1,-1-2,1 0,-1 0,1-1,2-1,11-7,-1 0,0-2,-1 0,-1-2,0 0,-1-2,-1 0,17-20,-37 38,0 0,0 0,0 0,0 1,0-1,0 0,0 0,0 0,0 0,0 1,1-1,-1 0,0 0,0 0,0 0,0 0,0 1,0-1,1 0,-1 0,0 0,0 0,0 0,0 0,0 0,1 0,-1 0,0 0,0 1,0-1,1 0,-1 0,0 0,0 0,0 0,0 0,1 0,-1 0,0 0,0-1,0 1,0 0,1 0,-1 0,0 0,0 0,0 0,0 0,1 0,-1 0,0 0,0-1,-6 28,3-14,1-6,0-1,0 1,1 0,1 0,-1 0,1 0,0 0,1 0,-1 0,1 0,1 0,-1 0,1 0,1 0,-1-1,1 1,0-1,0 0,1 0,2 3,3-1,0-1,1 0,0 0,0-1,1 0,-1-1,1 0,0 0,1-1,-1-1,1 0,0-1,8 1,46 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09:57.50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115 0,'0'19,"0"14,0 16,-2 10,-4 7,-2 2,-5 0,-2-5,-3-4,-1-4,0-11,4-11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09:57.75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1023,'0'16,"2"19,3 17,6 16,2 7,7 3,4-4,0-6,-2-11,-1-15,-6-15</inkml:trace>
  <inkml:trace contextRef="#ctx0" brushRef="#br0" timeOffset="684.636">14 823,'10'-3,"1"1,0-1,0 2,0 0,-1 0,1 1,0 0,0 1,0 0,0 1,0 0,-1 1,8 3,2-1,-2 1,1 1,-1 1,0 0,0 2,-1 0,0 0,-1 2,0 0,-1 1,0 0,-1 2,-1-1,0 2,-1-1,-1 2,0 0,-1 0,-1 1,-1 0,0 0,-2 1,0 0,-1 0,-1 1,2 13,-14 125,2-104,5-53,1 0,0 1,-1-1,1 0,0 0,0 1,0-1,0 0,0 1,0-1,0 0,0 1,1-1,-1 0,0 1,1-1,-1 0,1 0,-1 0,1 1,0-1,-1 0,1 0,0 0,0 0,0 0,0 0,0 0,0-1,0 1,0 0,0 0,0-1,1 1,-1-1,0 1,0-1,1 1,-1-1,0 0,1 0,-1 0,0 0,1 0,-1 0,0 0,1 0,-1 0,0 0,0-1,10-2,-2-2,1 1,0-1,-1-1,0 0,-1 0,1-1,-1 0,0 0,-1-1,0 0,0 0,0 0,-1-1,-1 0,5-9,60-129,-69 144,8-14,-2 21,3 168,-9-167,-1 1,1 0,0-1,0 1,1-1,-1 0,1 1,1-1,-1 0,1 0,-1 0,2 0,-1-1,0 1,1-1,0 0,0 0,0 0,0 0,1-1,-1 0,1 0,0 0,0 0,0-1,1 0,-1 0,0 0,1-1,-1 0,1 0,0 0,-1-1,4 1,-2-3,-1 0,1 0,0-1,-1 0,0 0,1 0,-1-1,-1 1,1-2,0 1,-1-1,0 1,0-2,0 1,-1 0,0-1,0 0,2-3,54-121,-55 117,50-138,-6-3,-8-1,-6-2,-5-10,-23 131,-1-1,-2-1,-2 1,-1 0,-1-1,-3 1,-1 0,-1 0,-8-22,11 53,0 0,-1 0,0 1,0-1,0 1,-1-1,0 1,0 0,0 0,0 1,-6-5,9 8,-1 0,0 0,0-1,-1 1,1 0,0 1,0-1,0 0,-1 1,1-1,0 1,0 0,-1-1,1 1,0 0,-1 1,1-1,0 0,-1 1,1-1,0 1,0 0,-1-1,1 1,0 0,0 1,0-1,0 0,0 0,1 1,-1-1,-1 2,-7 8,1 0,0 1,1 0,0 0,1 1,1-1,0 2,1-1,0 1,1-1,0 1,-1 11,-7 46,3 1,4 0,2 0,3 0,4 0,3-1,3 1,3-1,3-1,3-1,3 0,8 9,-12-28,1-1,3 0,2-2,2-1,2-1,8 8,-31-46,1 0,-1 0,1-1,1 0,-1 0,1 0,0-1,0 0,6 3,11-6,-8-11</inkml:trace>
  <inkml:trace contextRef="#ctx0" brushRef="#br0" timeOffset="950.523">790 568,'18'-4,"22"0,22 6,24 5,19 8,13 5,4 10,-7 10,-18 10,-27-4</inkml:trace>
  <inkml:trace contextRef="#ctx0" brushRef="#br0" timeOffset="1631.051">1471 1424,'-7'-35,"2"0,2 0,1-1,2 1,1-1,4-18,-4 31,19-186,-20 208,-1 0,1 0,0 0,-1 0,1 0,0 0,0 0,0-1,0 1,0 0,0 0,0 0,0 0,1 0,-1 0,0 0,1 0,-1 0,1 0,-1 0,1 0,-1 0,1 0,0 0,-1 1,1-1,0 0,0 0,0 1,-1-1,1 0,0 1,0-1,0 1,0-1,0 1,0-1,0 1,0 0,0 0,0-1,0 1,1 0,-1 0,0 0,0 0,0 0,0 1,0-1,0 0,0 0,0 1,0-1,0 0,0 1,0-1,0 1,0 0,0-1,0 1,0 0,188 118,-22-24,-163-93,-1 1,0 0,1 0,-2 0,1 0,0 1,-1-1,1 1,-1-1,0 1,0 0,0 0,-1 0,1 0,-1 0,0 0,0 1,-1-1,1 0,-1 0,0 1,0-1,0 0,-1 1,0-1,0 0,0 0,-1 3,-6 19,5-18,0-1,1 1,0-1,0 1,0 0,1-1,0 1,1 0,0 0,0 0,0 0,1 0,0 0,1-1,1 3,-2-7,1-1,0 1,0-1,0 1,0-1,0 0,1 0,-1 0,1 0,0 0,-1 0,1-1,0 1,0-1,0 0,0 0,0 0,0 0,0-1,0 1,0-1,1 1,-1-1,0 0,0-1,1 1,81-22,-73 16,0-1,0 0,0-1,-1 0,0-1,0 0,-1-1,-1 0,1-1,-2 1,1-2,-2 1,6-10,-19 32,2 0,-1 0,2 0,-1 1,2 0,-1-1,2 1,0 0,0 0,1 0,0 0,1 0,1 0,0 0,0 0,2 3,-2-11,0-1,0 0,0 1,0-1,1 0,-1-1,1 1,0 0,-1-1,1 0,1 1,-1-1,0 0,0-1,1 1,-1 0,1-1,-1 0,1 0,0 0,0 0,-1-1,1 1,0-1,0 0,-1 0,1-1,0 1,0-1,0 1,-1-1,1 0,-1-1,1 1,-1-1,1 1,-1-1,0 0,0 0,1-1,-2 1,1-1,0 1,0-1,0-1,3-6,0-1,-1 1,0-1,-1 0,-1 0,1 0,-2 0,1-1,-2 1,0-1,0 0,-1 1,0-1,-1 1,0-1,-1 0,-3-10,3 15,1 1,-1-1,-1 1,1-1,-1 1,-1 0,1 0,-1 0,0 1,0-1,0 1,-1 0,0 0,0 0,0 1,-1 0,1 0,-1 0,0 1,0 0,-1 0,1 0,0 1,-1 0,0 0,1 1,-1-1,0 1,0 1,0 0,0 0,1 0,-1 1,0-1,0 2,0-1,-3 2,1 1,0 0,1 0,-1 1,1 0,0 0,0 1,1 0,0 1,0 0,0 0,1 0,0 1,0-1,1 2,0-1,0 0,1 1,0 0,1 0,0 0,0 1,1-1,0 1,1-1,0 1,0 0,1-1,1 2,0-6,0 0,0 0,1 0,0 0,0 0,0 0,1-1,-1 1,1-1,0 0,1 1,-1-1,1-1,0 1,-1 0,2-1,-1 0,0 0,1 0,2 1,23 10</inkml:trace>
  <inkml:trace contextRef="#ctx0" brushRef="#br0" timeOffset="2431.889">2567 636,'-14'-1,"0"0,0 1,0 0,-1 1,1 1,0 0,0 1,1 1,-1 0,1 0,-1 2,1-1,-6 5,12-6,0 1,0-1,0 1,0 0,1 1,0 0,0 0,1 0,0 0,0 1,0 0,1 0,0 0,0 1,0-1,1 1,1 0,-1 0,1 0,1 0,-1 0,1 1,1 3,2 10,1 0,2-1,0 1,1-1,1 0,1 0,1-1,0 0,11 15,-5-6,189 381,-201-404,23 35,-26-40,1 0,0-1,0 1,-1 0,1 0,0 0,0-1,0 1,0-1,0 1,0-1,0 1,0-1,0 1,0-1,0 0,0 1,0-1,0 0,0 0,0 0,0 0,0 0,0 0,0 0,1 0,-1 0,0-1,0 1,0 0,0-1,0 1,0-1,0 1,0-1,0 0,-1 1,1-1,9-9,-1 0,0-1,-1 0,-1-1,0 0,0 0,-1 0,3-11,-6 17,16-35,-3-1,-1-1,-2-1,-2 0,-2 0,-2-1,-1-11,-5 54,0 1,-1 0,1-1,-1 1,0 0,1-1,-1 1,0-1,0 1,0-1,0 1,0 0,0-1,0 1,-1-1,1 1,0 0,-1-1,1 1,-1 0,0-1,1 1,-1 0,0 0,0-1,0 1,0 0,0 0,0 0,0 0,0 0,0 1,0-1,-1 0,1 0,0 1,0-1,-1 1,1-1,-1 1,1-1,0 1,-1 0,1 0,-1 0,1 0,-1 0,1 0,-2 0,2 1,0 0,0 0,0 0,0 0,1 0,-1 1,0-1,0 0,1 0,-1 1,1-1,-1 0,1 1,-1-1,1 0,0 1,0-1,-1 1,1-1,0 1,0-1,1 0,-1 1,0-1,0 1,1-1,-1 0,1 1,-1-1,1 0,0 1,-1-1,1 0,0 0,0 0,0 0,0 0,0 0,0 0,0 0,0 0,0 0,0 0,1-1,-1 1,0 0,0-1,1 1,-1-1,2 1,91 39,-77-35,-1 1,1 1,-2 0,1 1,-1 1,4 3,-14-7,0 1,-1-1,1 1,-1 0,-1 0,1 0,-1 1,0-1,0 1,-1 0,0 0,0 0,-1 0,0 0,0 0,-1 0,1 0,-1 0,-1 0,0 0,0 1,-2 4,2 26,0-36,1 1,1-1,-1 1,0-1,1 0,-1 1,1-1,0 0,-1 1,1-1,0 0,1 0,-1 0,0 0,0 0,1 0,0 0,-1 0,1 0,0-1,0 1,0-1,0 1,0-1,0 0,0 0,0 0,0 0,1 0,-1 0,0-1,1 1,1-1,84-2,-76-2,1 0,-1 0,0-1,0-1,0 0,-1-1,0 0,0 0,-1-1,1-1,-2 0,0 0,0-1,0 0,-1-1,-1 1,0-1,0-1,4-11,-29 43,8-4,2 0,0 1,1 0,0 0,2 1,0 0,1 0,0 0,2 0,0 0,1 1,1 13,0-28,1 0,-1 0,0 0,1 1,0-1,0 0,0 0,1 0,0-1,-1 1,1 0,0 0,1-1,-1 0,1 1,-1-1,1 0,0 0,0 0,0 0,1-1,-1 0,1 1,-1-1,1 0,0-1,0 1,0-1,1 1,21 0</inkml:trace>
  <inkml:trace contextRef="#ctx0" brushRef="#br0" timeOffset="2599.442">3490 1090,'-16'2,"-5"4,1 4,3 4,6 1,6-2,4-3</inkml:trace>
  <inkml:trace contextRef="#ctx0" brushRef="#br0" timeOffset="2861.763">3918 435,'15'11,"13"20,6 23,4 27,0 27,-4 25,-8 22,-9 18,-11 14,-18 5,-25-1,-27-10,-30-18,-31-23,6-34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09:53.97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122 943,'0'18,"0"22,0 23,0 22,0 21,0 12,0 6,0 1,-3-5,-2-12,-5-15,-2-24</inkml:trace>
  <inkml:trace contextRef="#ctx0" brushRef="#br0" timeOffset="281.287">1 1384,'-1'-82,"11"-255,7 271,-16 65,0 1,1-1,-1 0,0 1,0-1,0 1,1-1,-1 1,0 0,1-1,-1 1,0 0,1 0,-1 0,0 0,1 0,-1 0,0 0,1 1,-1-1,0 0,0 1,1-1,-1 1,0-1,0 1,0 0,1-1,-1 1,0 0,0 0,0 1,161 129,-150-120,-1-3,0 2,0-1,-1 1,-1 1,0-1,0 2,-1-1,0 1,-1 1,0-1,1 6,-8-13,-1 0,1-1,-1 1,0-1,-1 1,1-1,-1 1,1-1,-1 0,-1 0,1 0,-1 0,1 0,-1-1,0 1,0-1,-1 1,1-1,-1 0,1-1,-1 1,0-1,0 1,0-1,0 0,-1-1,1 1,-1-1,1 1,-1-2,-4 2,-86 18,54-15</inkml:trace>
  <inkml:trace contextRef="#ctx0" brushRef="#br0" timeOffset="851.853">322 1264,'15'-76,"-4"0,1-49,13-92,-25 216,0 0,-1 0,1-1,0 1,0 0,1 0,-1 0,0 0,0 0,0 0,1 0,-1 0,0 0,1 0,-1 0,1 0,0 0,-1 0,1 0,0 0,-1 0,1 1,0-1,0 0,0 1,0-1,-1 0,1 1,0-1,0 1,0-1,0 1,0 0,1-1,-1 1,0 0,0 0,0 0,0 0,0 0,0 0,0 0,0 0,0 0,1 0,-1 1,0-1,0 0,0 1,1 0,32 16,-1 1,0 2,26 22,-47-34,-1 1,-1-1,0 2,0-1,0 1,-2 1,1 0,-1 0,-1 1,0 0,0 0,-1 0,-1 1,0 0,-1 0,0 0,-1 1,-1-1,0 1,-1 0,0-1,-1 1,-2 12,-28 125,30-149,0 0,-1 0,1 0,0 0,1 0,-1 0,0 0,0 0,1 0,-1 0,1-1,0 1,0 0,0 0,0 0,0-1,0 1,0 0,0-1,0 1,1-1,-1 1,1-1,-1 0,1 0,0 1,-1-1,1 0,0-1,0 1,0 0,0 0,-1-1,1 1,0-1,0 0,0 1,0-1,0 0,0 0,0 0,0-1,0 1,0 0,0-1,0 1,0-1,0 0,0 1,14-5,0 0,0-1,-1-1,1 0,-1-1,-1 0,0-1,0-1,-1 0,0-1,-1-1,0 0,0 0,-2-1,0-1,0 1,-1-2,-1 1,0-1,-1-1,-1 1,0-1,-1 0,-1 0,2-13,0-48,-6 74,0 0,0 0,0 1,-1-1,1 0,-1 0,0 0,0 0,0 0,0 1,0-1,-1 1,1-1,-1 1,0-1,0 1,1 0,-2 0,1-1,0 2,0-1,-1 0,1 0,-1 1,1 0,-1 0,0 0,0 1,0-1,1 1,-1 0,0 0,0 0,0 0,0 1,0-1,1 1,-1-1,0 1,0 0,1 0,-1 0,1 1,-1-1,1 1,-1-1,1 1,0 0,0 0,0 0,-1 0,-46 62,42-53,1 1,0-1,1 1,0 0,1 1,1-1,0 1,0 0,1-1,1 1,0 0,1 0,0 0,1 0,1 0,0 0,0 0,1-1,1 1,0-1,1 0,1 0,-1-1,2 1,-1-1,2 0,-1-1,2 0,-1 0,1-1,1 0,0 0,0-1,0-1,1 0,9 5,30 4,-5-8</inkml:trace>
  <inkml:trace contextRef="#ctx0" brushRef="#br0" timeOffset="2322.273">1378 849,'6'-4,"1"0,0 1,0 0,0 0,0 0,1 1,-1 0,0 1,1-1,0 1,-1 1,1-1,-1 1,1 1,0 0,-1 0,1 0,-1 1,1 0,-1 0,0 1,0 0,0 0,0 1,-1 0,1 0,-1 0,0 1,0 0,0 0,-1 0,0 1,0 0,0 0,-1 0,0 1,0 0,1 6,0 1,-1 0,0 0,-1 1,-1-1,0 0,-1 1,0 0,-2-1,1 1,-2-1,-1 8,-49 171,36-144,-10 24,4 1,3 1,2 8,15-68,1 0,0 0,1 0,1 0,0 0,1 0,0-1,1 1,1-1,1 0,3 8,-5-15,0 0,1 0,0 0,0 0,1-1,0 0,0 0,0 0,1 0,-1-1,1 0,1 0,-1-1,1 0,0 0,0 0,0-1,0 0,1 0,-1-1,1 0,3 0,-8-1,1 0,-1-1,0 0,1 0,-1 0,0 0,1 0,-1-1,0 1,1-1,-1 0,0 0,0 0,0 0,0-1,0 1,0-1,0 0,0 0,-1 0,1 0,-1-1,0 1,1 0,-1-1,0 0,0 1,0-1,-1 0,1 0,-1 0,0 0,0 0,1-3,1-6,0-1,0 1,-2 0,1-1,-2 1,1-1,-2 0,-1-10,-2-5,-1 0,-2 0,-1 0,0 1,-2 1,-2-1,0 2,-1-1,-2 2,-1 0,0 1,-2 0,0 2,-2 0,0 1,-2 1,0 1,-10-6,-103-57,134 81,1 0,0 0,-1 0,1 0,-1 0,1 0,-1-1,1 1,0 0,-1 0,1 0,0 0,-1-1,1 1,-1 0,1 0,0-1,-1 1,1 0,0-1,0 1,-1 0,1-1,0 1,0 0,0-1,-1 1,1-1,0 1,0 0,0-1,0 1,0-1,0 1,0 0,0-1,0 1,0-1,0 1,0-1,0 1,0 0,0-1,0 1,0-1,1 1,-1 0,0-1,0 1,0 0,1-1,-1 1,0 0,0-1,1 1,-1 0,0-1,1 1,-1 0,0 0,1-1,-1 1,1 0,30-6,-25 5,43-5,76-8,0-5,-2-5,107-37,-227 60,12-4,0 0,-1 0,0-1,0-1,-1-1,0 0,0 0,10-9,-22 16,0 0,1 0,-1 0,0 0,0 0,0-1,0 1,0 0,0 0,0-1,0 1,0 0,-1-1,1 1,-1-1,1 1,-1-1,1 1,-1-1,0 0,0 1,0-1,0 1,0-1,0 1,0-1,0 0,-1 1,1-1,-1 1,1-1,-1 1,1-1,-1 1,0 0,0-1,0 1,0 0,0 0,0-1,0 1,0 0,0 0,0 0,-1 0,1 1,-1-2,-71-24,67 25,1 1,-1 0,0 0,0 1,1 0,-1 0,0 0,1 0,-1 1,1 0,0 0,-1 1,1-1,0 1,1 0,-1 0,0 1,1 0,0 0,0 0,0 0,0 0,0 1,1 0,0-1,0 1,1 0,-1 1,1-1,-4 8,1-1,1 1,0 0,1 0,0 1,1-1,1 1,0-1,1 1,0-1,1 1,0 0,1-5,0 1,1-1,0 0,0 1,1-1,0-1,0 1,1-1,0 1,1-1,0-1,0 1,1-1,0 0,0-1,0 0,1 0,0 0,0-1,1 0,-1-1,1 1,0-2,0 1,1-1,-1-1,1 0,-1 0,1-1,-1 0,1-1,0 0,0 0,6-2,-4 0,-1 0,-1-1,1 0,0-1,-1 0,1 0,-1-1,-1-1,1 0,-1 0,0-1,0 0,0 0,-1-1,-1 0,1-1,4-6,0-3,0 0,-2-1,0 0,-1 0,0-1,-2 0,-1 0,4-17,-10 37,-1-1,1 1,0 0,0 0,-1 0,1 0,0 0,0 0,0 0,-1 0,1-1,0 1,0 0,0 0,-1 0,1 0,0-1,0 1,0 0,0 0,0 0,0-1,-1 1,1 0,0 0,0 0,0-1,0 1,0 0,0 0,0-1,0 1,0 0,0 0,0-1,-12 23,2-6,2 1,0 0,1 0,0 1,2 0,0 0,1 1,1-1,1 1,0 0,1 0,1-1,1 2,0-17,0 0,-1 0,1 1,0-1,1 0,-1 0,0 0,1 0,0-1,0 1,0 0,0-1,0 1,0-1,0 0,1 0,0 0,-1 0,1 0,0 0,0-1,0 1,0-1,0 0,0 0,0 0,0 0,0 0,1-1,-1 1,0-1,1 0,6 0,0-1,-1 0,1-1,0 1,-1-2,1 1,-1-2,0 1,0-1,3-2,7-4,-1-1,0-1,-1 0,0-1,-1-1,0-1,-1 0,-1-1,0-1,-1 0,-1-1,-1 0,0-1,-2 0,0-1,-9 20,0 0,0 1,0-1,-1 0,1 0,0 0,0 0,-1 0,1 0,0 0,0 0,0 0,-1 0,1 0,0 0,0 0,0 0,-1 0,1 0,0 0,0 0,0 0,-1-1,1 1,0 0,0 0,0 0,-6 9,2 0,-1 1,1-1,1 1,0 0,0 0,1 0,0 1,1-1,0 0,0 1,1-1,1 1,0-1,0 1,1-1,0 0,1 0,3 6,-4-10,1 0,0-1,0 0,0 1,1-1,0 0,0 0,0-1,1 0,-1 1,1-1,0-1,1 1,-1-1,0 0,1 0,0 0,-1-1,1 0,0 0,0 0,1-1,-1 0,0 0,0-1,1 0,-1 0,0 0,0-1,1 0,-1 0,0 0,0-1,0 0,0 0,0 0,-1-1,1 0,-1 0,0-1,0 1,1-2,8-10,-1-1,0-1,-2 0,0 0,0-1,-2 0,0-1,-2 0,0 0,-1-1,0-4,24-83,-6-2,-4 0,-5-1,-3-34,-6 85,-3 1,-3-1,-2 0,-3 0,-2 1,-3 0,-5-13,13 63,0 0,-1-1,0 1,0 0,-1 1,0-1,-1 1,1 0,-1 0,-1 0,1 0,-1 1,-1 0,4 5,0-1,0 2,0-1,0 0,0 1,0-1,-1 1,1 0,0 0,0 0,0 1,0-1,-1 1,1 0,0 0,0 0,0 0,0 0,1 0,-1 1,0 0,0-1,1 1,-1 0,1 0,0 1,-1-1,1 0,0 1,0-1,1 1,-1 0,1 0,-1-1,1 1,0 0,0 0,0 0,0 2,-12 27,2 0,1 0,1 1,2 1,1 0,2 0,1 0,2 0,2 0,0 0,3 0,3 14,18 74,5-2,5-1,6-2,4-1,14 13,-56-122,22 52</inkml:trace>
  <inkml:trace contextRef="#ctx0" brushRef="#br0" timeOffset="2600.787">2554 555,'21'2,"24"6,28 3,24 3,18 0,13 3,-16-1</inkml:trace>
  <inkml:trace contextRef="#ctx0" brushRef="#br0" timeOffset="2856.225">3343 1264,'-20'80,"20"-77,0 0,0 0,0-1,1 1,-1 0,1-1,0 1,-1 0,1-1,0 1,1-1,-1 1,0-1,1 0,-1 1,1-1,0 0,0 0,0 0,0 0,0-1,0 1,0 0,0-1,1 0,-1 1,1-1,-1 0,1 0,7 1,1-1,0 0,-1 0,1-1,0 0,-1-1,1 0,-1-1,1 0,-1-1,0 0,0 0,0-1,0-1,-1 1,1-2,7-5,-6 5,-1-1,0 0,0 0,0-2,-1 1,0-1,-1 0,0-1,0 0,-1 0,0-1,-1 0,0 0,-1 0,0-1,-1 0,0 0,-1 0,0 0,0-11,-2 18,-1 1,-1 0,1 0,0-1,-1 1,0 0,0 0,0 0,-1 0,0 0,1 0,-1 0,0 0,-1 1,1-1,-1 1,1 0,-1-1,0 1,0 1,-1-1,1 0,-1 1,1-1,-1 1,0 0,1 0,-1 1,0-1,-1 1,-5-2,0 0,-1 1,0 0,1 1,-1 0,0 1,0 0,0 0,1 1,-1 1,-4 1,3 0,0 0,0 2,0-1,1 1,0 1,0 0,1 1,-1 0,1 0,1 1,-1 1,0 1,5-6,1 1,1-1,-1 1,0 0,1 0,0 0,0 0,1 0,-1 1,1-1,0 1,1 0,-1 0,1-1,1 1,-1 0,1 0,0 0,0 0,0 0,1 0,0 0,0 0,1-1,-1 1,2 1,0-1,0-1,0 1,1-1,-1 0,1 0,1-1,-1 1,0-1,1 0,0 0,0 0,0-1,1 0,-1 0,1 0,0-1,0 1,0-1,0-1,34 11</inkml:trace>
  <inkml:trace contextRef="#ctx0" brushRef="#br0" timeOffset="3047.743">3784 381,'-23'-9,"-20"-3,-16 1,-8 6,1 9,6 8,14 9,14 8,18 5,11-2</inkml:trace>
  <inkml:trace contextRef="#ctx0" brushRef="#br0" timeOffset="3282.21">3651 1210,'-7'20,"-2"14,2 8,8 2,12-6,16-5,13-10,14-7,9-13,-7-5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09:52.25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611 1,'-20'10,"0"1,1 2,1-1,0 2,0 1,1 0,0 3,-31 32,2 4,2 0,3 3,3 2,2 1,3 2,2 1,-1 12,9-21,3 1,2 1,2 1,3 0,3 1,-1 28,9-59,1 1,1-1,2 0,0 0,2 0,1 0,1 0,1-1,2 0,0-1,2 0,1 0,0-1,2 0,1-1,5 2,1-1,1 0,2-2,0 0,1-2,0 0,2-2,1-1,0-1,15 5,52 20</inkml:trace>
  <inkml:trace contextRef="#ctx0" brushRef="#br0" timeOffset="730.828">1106 803,'-17'-2,"-1"0,0 1,1 1,-1 1,0 1,1 0,-9 3,19-4,0 1,1 0,-1 0,0 1,1 0,0 0,0 0,0 1,0 0,0 0,1 1,0-1,-1 1,2 0,-1 1,1-1,0 1,0 0,0 0,1 0,1 0,0-1,0 0,1 0,0 0,1 1,-1-1,1 0,0 1,0-1,0 1,1-1,0 0,0 0,0 1,1-1,0 0,0 0,0 0,2 2,58 86,-16-38,-28-35,0 1,-2 0,0 2,-1 0,-2 0,1 3,-12-23,-1 0,1 0,-1 0,0 0,0 0,0 0,0 0,-1 1,1-1,-1 0,1 0,-1 0,0 1,-1-1,1 0,0 0,-1 1,0-1,0 0,0 0,0 0,0 0,-1 0,1 0,-1 0,0-1,0 1,0-1,0 1,0-1,0 0,-1 1,-2 0,3 0,0-1,0 0,-1 0,1-1,-1 1,1 0,-1-1,0 0,1 1,-1-1,0 0,0-1,0 1,0 0,0-1,0 1,0-1,0 0,0 0,0-1,-1 1,1 0,0-1,0 0,1 0,-1 0,0 0,0 0,0 0,1-1,-1 1,0-1,1 0,0 0,-1 0,1 0,0 0,0-1,0 1,0-1,1 1,-1-1,1 1,-1-1,1 0,0 0,0 0,0 0,0 0,1 0,-1 0,1 0,2-10,1 0,0 1,1 0,0 0,1 0,0 0,1 1,0-1,1 1,1-1,-2 3,73-118,-22 38,-4-3,37-88,-38 37,-6-2,-7-1,-4-13,-34 150,-6 22,-16 65,2 1,5 1,3 0,-1 62,8-86,1 0,4 0,1 0,3-1,3 1,2-1,2 0,2-1,3-1,3 0,1-1,29 48,-50-100,19 25,-18-25,-1 1,0-1,1 1,-1-1,0 0,1 0,-1 1,0-1,1 0,-1 0,0 1,1-1,-1 0,1 0,-1 0,1 0,-1 0,0 1,1-1,-1 0,1 0,-1 0,1 0,-1 0,1 0,-1-1,0 1,1 0,-1 0,1 0,-1 0,1 0,-1-1,0 1,1 0,-1 0,0-1,1 1,-1 0,0-1,1 1,-1 0,0-1,1 1,-1 0,0-1,0 1,0-1,1 1,-1 0,0-1,0 1,0-1,0 1,0-1,0 1,0 0,0-1,0 1,4-20</inkml:trace>
  <inkml:trace contextRef="#ctx0" brushRef="#br0" timeOffset="975.248">1053 576,'-14'-14,"3"-4,14 1,20 5,25 8,25 5,22 9,15 4,13 6,2 5,-5 5,-24-3</inkml:trace>
  <inkml:trace contextRef="#ctx0" brushRef="#br0" timeOffset="1172.767">1615 1458,'-14'2,"-6"1,-3 0,7-1,14-2,18-7,20-3,20-6,19 1,14 0,8 3,2 4,-5 2,-19 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09:51.74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242 783,'22'-2,"0"-2,1 0,-2-1,1-1,-1-2,0 0,0-1,-1-1,0 0,2-4,15-5,0-2,-2-2,-1-1,-1-2,0 0,-3-3,0 0,-2-2,-1-2,-1 0,-2-1,-2-2,-1 0,-1-1,7-24,-6-49,-21 106,0 0,0 0,0 0,0 0,-1 0,0 0,1 0,-2 0,1 0,0 0,-1 1,1-1,-1 0,0 1,0 0,-1-1,1 1,-1 0,1 0,-1 0,0 0,0 1,0-1,-1 1,1 0,-1 0,-1 1,0 0,-1 0,1 1,-1-1,1 2,-1-1,1 0,-1 1,1 0,-1 0,1 1,0-1,0 1,0 1,0-1,0 0,0 1,0 0,1 0,-1 1,1-1,0 1,0 0,1 0,-1 0,-1 3,-11 13,0-1,2 2,0 0,1 0,1 1,1 1,2 0,0 1,-1 8,-9 35,3 2,-4 51,-2 99,10 2,11 69,-3 71,2-317,2 11,-2-1,-3 0,-2 1,-2-2,-17 51,10-64</inkml:trace>
  <inkml:trace contextRef="#ctx0" brushRef="#br0" timeOffset="242.351">0 1411,'23'-16,"23"-7,25-5,25-2,21-2,18-3,13-5,5-2,-2-3,-26 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10:04.61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0 438,'19'352,"-11"75,-10-397,-1-20,1-17,-1-20,1-96,13-94,-4 93,25-490,-37 494,-3 95,0 26,-3 65,11-45,0 0,2-1,0 1,2-1,0 1,1-1,1-1,1 1,1-1,1 0,1 1,-5-10,1 0,0 0,0-1,1 0,0-1,1 1,0-1,0 0,0-1,1 0,0-1,1 0,0 0,0-1,0 0,0 0,1-2,-1 1,1-1,0-1,2 1,-4-3,0 1,-1-1,1-1,0 0,0 0,-1-1,1 0,-1 0,0-1,1 0,-1 0,-1-1,1 0,0-1,-1 0,0 0,0 0,0-1,-1 0,0 0,0-1,-1 1,1-1,-1-2,10-12,-2-2,0 0,-2 0,0-1,-2-1,0 0,1-13,16-80,-23 110,-2 21,-7 216,-13 42,-5 86,23-326,1 0,1 1,2-1,4 17,-5-39,0 0,0 0,1 0,0-1,1 1,0-1,0 0,1 0,0 0,0 0,1-1,0 0,0 0,0-1,1 0,0 0,4 2,24 11</inkml:trace>
  <inkml:trace contextRef="#ctx0" brushRef="#br0" timeOffset="370.113">896 785,'-13'17,"1"1,1 0,1 1,1-1,0 2,1-1,2 1,-1 4,5-17,0 1,0-1,1 1,1 0,-1-1,1 1,0 0,1 0,0-1,0 1,1-1,0 1,0-1,1 0,-1 1,2-1,-1-1,1 1,0 0,0-1,1 0,0 0,3 3,3 0,1-1,0-1,0 0,0 0,0-1,1-1,0 0,0-1,1-1,-1 0,1 0,0-1,0-1,-1 0,1-1,0-1,0 0,0-1,-1 0,1-1,-1-1,1 0,-1-1,-1 0,12-6,-12 3,-1 0,1-1,-1 0,-1-1,0 0,0-1,-1 0,0 0,-1-1,-1 0,0 0,0-1,-1 0,-1 0,0-1,3-11,0-11,-1 1,-1-1,-2 0,-2 0,-1-1,-2-2,1 19,-1 1,-1-1,-1 0,-1 1,-1-1,0 1,-8-15,11 28,-1-1,-1 1,1 0,-1 0,0 0,0 0,-1 1,0-1,0 1,0 0,0 1,-1-1,0 1,0 0,0 1,0 0,-1 0,1 0,-1 0,0 1,0 0,0 1,-2-1,-7 2,-1 1,1 0,-1 1,1 1,0 0,0 1,0 1,0 1,1 0,0 1,0 0,1 2,0-1,0 2,1 0,1 0,-1 1,2 1,-1 0,2 1,-1 0,2 0,0 1,-4 8,7-12,0-1,1 1,1 1,-1-1,1 0,1 1,0 0,1 0,0 0,0 0,1 0,1 0,0 1,0-1,1 0,1 0,-1 0,2 0,2 7,32 43,7-13</inkml:trace>
  <inkml:trace contextRef="#ctx0" brushRef="#br0" timeOffset="724.755">1510 987,'-9'11,"0"2,0-1,1 1,1 1,0-1,1 1,0 0,1 1,1-1,0 1,1 0,1 4,1-12,0 1,1-1,0 0,0 1,1-1,0 1,0-1,1 0,0 0,0 0,1 0,0 0,0 0,0-1,1 1,0-1,0 0,1 0,0 0,0-1,0 0,1 0,-1 0,1-1,4 3,-1-2,0-1,1 0,-1-1,1 0,0-1,0 0,0 0,0-1,0 0,0-1,0 0,0-1,0 0,0 0,0-1,0-1,-1 1,1-2,-1 1,0-1,0-1,0 1,0-2,-1 1,1-1,-2 0,1-1,-1 0,0 0,0-1,-1 1,0-1,0-1,-1 1,3-6,4-9,0-1,-2-1,0 0,-2-1,0 1,-2-2,-1 1,-1-1,-2 1,0-1,-2 0,-1 0,-2-8,2 16,-2 0,0 0,-1 1,-1-1,-1 1,0 0,-2 1,-1-2,6 13,0 0,0 0,-1 0,0 0,0 1,-1 0,1 0,-1 0,-1 0,1 1,0-1,-1 2,0-1,0 0,0 1,0 0,-1 1,1 0,-1 0,0 0,1 0,-1 1,-4 0,1 1,1 1,-1 0,0 0,1 1,0 0,-1 1,1 0,0 0,0 1,1 0,-1 1,1 0,0 0,0 1,1 0,-1 0,1 1,0 0,-5 6,0 1,0 0,2 1,0 0,0 0,2 1,0 0,1 1,-2 5,6-12,0 0,0 1,1-1,0 1,0 0,2-1,-1 1,1 0,1 0,0-1,1 1,-1 0,2-1,0 1,0-1,1 0,0 0,1 0,1 1,30 41</inkml:trace>
  <inkml:trace contextRef="#ctx0" brushRef="#br0" timeOffset="1511.407">2166 866,'-15'38,"2"0,2 1,2 0,1 1,2-1,1 1,3 1,1-1,2 4,-1 18,9-98,31-215,-23 124,6 1,38-121,-56 228,2 1,1-1,0 1,1 1,11-16,-19 31,1-1,-1 0,1 1,0 0,0-1,0 1,0 0,0 0,0 0,0 1,1-1,-1 0,1 1,-1-1,1 1,0 0,0 0,-1 0,1 0,0 1,0-1,0 1,0-1,0 1,0 0,0 0,0 1,-1-1,1 1,0-1,0 1,0 0,0 0,-1 0,1 0,0 1,1 0,12 11,0 0,-1 1,0 0,-1 2,-1 0,0 0,-1 1,-1 0,-1 1,4 10,-5-12,-1 1,0 1,-1 0,-1 0,-1 0,3 18,-7-30,0 0,-1 0,1 0,-1 0,0 0,-1 0,0 0,0-1,0 1,0 0,-1 0,0-1,0 1,-1-1,0 1,0-1,0 0,0 0,-1 0,0-1,0 1,0-1,-3 3,-6 1,1 0,-2-1,1-1,0 0,-1-1,0 0,-8 1,14-5,0 0,0 1,0 0,0 0,0 1,0 0,0 1,1-1,0 1,0 1,0 0,0 0,1 0,-1 0,1 1,1 0,-1 1,1-1,0 1,1 0,-1 0,2 1,-1-1,0 4,2-4,1 1,1-1,-1 1,1-1,1 1,-1-1,1 1,1-1,-1 0,1 1,1-1,-1 0,1 0,0 0,1-1,0 1,0-1,0 0,1 0,3 3,5 7,1-2,1 0,0 0,1-2,1 0,-1 0,4 0,-3-3,0 0,0-1,1-1,0-1,1 0,0-1,-1-1,1-1,0-1,4 0,-13-1,1-1,0-1,-1 0,1 0,0-1,-1-1,0 1,1-2,-1 1,0-1,-1-1,1 0,-1 0,0-1,0 0,-1-1,1 0,5-6,4-13,0 0,-2-1,-1-1,-1 0,-2-1,-1-1,-1 1,-1-2,-2 1,-1-1,-1 0,-2-1,-1-3,5-66,-7 101,1-1,-1 1,0-1,0 1,1 0,-1-1,0 1,0-1,0 1,0-1,0 1,1-1,-1 1,0-1,0 1,0-1,0 1,-1-1,1 1,0-1,0 1,0-1,0 1,0-1,-1 1,1-1,0 1,0 0,-1-1,1 1,0-1,-1 1,1 0,0-1,-1 1,1 0,-1-1,1 1,0 0,-1 0,1-1,-1 1,1 0,-1 0,1 0,-1 0,1 0,-1-1,1 1,-1 0,1 0,-1 0,1 0,-1 1,1-1,-1 0,1 0,-1 0,1 0,-20 26,9-7,1 0,0 1,2 0,0 0,2 1,0 0,1 0,1 1,1-1,1 1,1 0,1 0,1-1,1 1,1 0,0-1,2 1,1-1,0-1,1 1,9 14,-3-13,1-1,2-1,0 0,1-1,0-1,2-1,0-1,1 0,1-1,0-2,1 0,0-1,1-1,0-1,1-1,0-1,0-1,12 1,-27-7,0 0,0 0,0-1,0 0,0 0,0-1,0 0,-1-1,1 0,0-1,1 0,24-14</inkml:trace>
  <inkml:trace contextRef="#ctx0" brushRef="#br0" timeOffset="1772.747">2861 972,'14'7,"15"5,17 2,17-1,13-1,9-1,7-4,-4-5,-9-7,-17-10,-18-2</inkml:trace>
  <inkml:trace contextRef="#ctx0" brushRef="#br0" timeOffset="1940.375">3008 558,'-14'-9,"3"-3,12 0,24 3,28 2,30 3,29 2,20 4,10 3,-1 4,-15-1,-29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16:33.46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0,'20'14,"17"9,10 0,7-3,2-6,2-4,0-5,-1-2,-6-3,-6-1,-12 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16:52.19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39,'16'3,"10"0,7 0,7-3,6-4,7-3,5-3,4 1,3 1,0 2,-11 3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16:03.17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9374 6016,'0'-5,"16"5,309 18,95-17,-257-2,-111-1,-83-6,-298 10,165 3,92-8,1-3,0-3,0-4,-10-5,68 15,-1-1,1 2,-1-1,0 2,1 0,-1 1,0 0,0 1,1 0,-1 1,1 1,-1 0,1 1,0 1,0 0,-4 2,17-6,0-1,1 0,-1 0,0 0,1 0,-1 1,0-1,1 0,-1 0,0 1,0-1,1 0,-1 1,0-1,0 0,0 1,1-1,-1 0,0 1,0-1,0 0,0 1,0-1,0 0,0 1,1-1,-1 1,0-1,0 0,-1 1,1-1,0 1,0-1,0 0,0 1,0-1,0 0,0 1,-1-1,1 0,0 1,0-1,0 0,-1 1,1-1,0 0,0 0,-1 1,1-1,0 0,-1 0,1 1,0-1,-1 0,1 0,0 0,-1 0,1 0,-1 0,1 1,0-1,-1 0,1 0,0 0,34 1,251-33,-122 15,1 7,0 7,78 12,-235-7,-32-3,-206-7,-1 10,0 10,-218 41,409-48,15-2,65 0,409-27,-190 5,453 6,-706 13,-23 0,-27 1,-60-6,95 2</inkml:trace>
  <inkml:trace contextRef="#ctx0" brushRef="#br1" timeOffset="-179742.555">25643 6778,'-20'-4,"-1"1,0 1,0 1,0 1,0 1,0 1,0 0,0 2,1 0,-1 2,-2 1,17-4,0 1,0 0,0 1,1-1,-1 1,1 0,0 0,1 0,-1 1,1 0,0 0,1 0,-1 0,1 0,1 1,-1 0,1-1,0 1,0 0,1 0,0 0,0 0,1 0,0 0,0 1,1-1,-1 0,2 0,-1 0,1 0,0-1,0 1,1 0,0-1,2 4,18 34,1-1,3-1,1-2,2 0,2-2,1-1,3-1,-27-27,43 46,-19-22,-1 2,-2 0,-1 2,-2 2,9 19,-33-55,-1 0,1 0,-1 1,0 0,0-1,-1 1,1 0,-1 0,1-1,-1 1,-1 0,1 0,0 1,-1-1,0 0,0 0,0 0,-1 0,1 0,-1 0,0 0,0 0,0 0,-1 0,1 0,-1-1,0 1,0-1,0 1,-1-1,1 0,-1 0,0 1,-6 0,1-1,0 0,-1 0,1-1,-1 0,0-1,0 1,0-2,0 1,0-1,0-1,0 0,1 0,-1-1,0 0,0 0,1-1,-1 0,1-1,0 1,0-2,1 1,-1-1,1 0,0-1,-1 0,3 1,0-1,1 1,0-1,0 0,0 0,0 0,1-1,0 1,1-1,-1 0,1 0,0 0,1 0,0 0,0 0,0 0,1 0,0-1,1 1,0 0,0 0,0 0,1-1,3-13,2 0,1 1,0 0,1 0,1 0,1 1,1 1,140-193,-107 154,-2-1,-3-3,-2-1,25-59,-38 46,-25 62,-11 35,-7 39,2 1,3 0,3 1,3 0,2 1,3 1,2 8,2 1,4-1,3 0,3 0,3-1,9 18,-18-66</inkml:trace>
  <inkml:trace contextRef="#ctx0" brushRef="#br1" timeOffset="-178718.86">25683 7313,'85'0,"456"10,-472 3,-68-12,-1 1,1-1,0 0,-1 1,1-1,-1 1,1-1,-1 1,0-1,1 1,-1-1,0 1,0-1,0 1,0-1,0 1,-1-1,1 1,0-1,-1 1,1-1,-1 1,0-1,1 0,-1 1,0-1,0 0,0 1,0-1,0 0,0 0,0 0,0 0,0 0,-1 0,1 0,0-1,-1 1,1 0,-1 0,-69 56,58-49,-1 1,2 1,-1 0,1 1,1 0,0 1,1 0,0 1,0 0,2 1,-1-1,2 2,-1 2,7-14,0-1,0 1,0-1,1 1,-1 0,1-1,0 1,0 0,0 0,0-1,0 1,0 0,1-1,-1 1,1 0,0-1,0 1,0-1,0 1,0-1,1 0,-1 1,1-1,-1 0,1 0,0 0,0 0,0 0,0 0,0-1,0 1,1-1,-1 0,0 1,1-1,-1 0,1 0,1 0,2 1,0 0,1-1,0 0,-1 0,1 0,0-1,-1 0,1 0,0-1,-1 0,1 0,0 0,-1-1,1 0,0-1,3-3,0-1,0 0,-1-1,0 0,0 0,-1-1,0 0,-1-1,0 0,-1 0,0 0,0-1,-1 1,0-1,-1-1,0 1,-1-1,0 1,-1-1,-1 0,0 0,0-9,-2 38,0 0,2-1,-1 1,2 0,0-1,2 1,-1-1,6 14,-5-22,0 1,0-1,1 0,0 0,0 0,1-1,0 0,1 0,-1 0,5 2,-9-7,0 0,1-1,-1 1,1-1,-1 1,1-1,0 0,-1 0,1 0,0 0,0-1,0 1,0-1,-1 0,1 1,0-1,0-1,0 1,0 0,0-1,0 1,-1-1,1 0,0 0,0 0,-1 0,1-1,-1 1,1-1,-1 1,0-1,1 0,-1 0,0 0,0-1,13-15,-2 0,0-2,-1 1,-1-1,-1-1,-1 0,-1 0,0-1,2-17,2-7,-3 0,-2-1,1-36,0 81,8 24,-6-6,10 4,0-1,1 0,1-2,0-1,1 0,25 11,1 3,-44-28,0 0,-1 1,0 0,1-1,-1 1,0 1,0-1,-1 0,1 1,-1 0,0 0,0 0,0 0,0 0,-1 1,0-1,1 1,-2 0,1 0,-1 0,1-1,-1 2,-23 74,19-75,1 0,-1 1,1-1,-1 0,2 1,-1-1,0 1,1 0,0 0,1-1,-1 1,1 0,0 0,1 0,-1-1,1 1,0 0,0 0,1-1,0 1,0-1,0 1,2 2,2-3,1-1,-1 1,1-1,-1 0,1-1,0 0,1 0,-1 0,0-1,1 0,0 0,-1-1,1 0,0 0,0-1,0 0,-1 0,1-1,0 0,5-2,3 1,1-1,-1-1,0 0,0-1,0-1,-1-1,0 0,0-1,-1 0,0-1,0-1,-1 0,0-1,-1 0,0-1,-1 0,-1-1,0-1,0 1,-1-1,-1-1,0 0,-1 0,-1 0,-1-1,0 0,0 0,-2 0,0-1,0-8,-3 21,1 0,0 0,-1 1,0-1,0 0,0 0,-1 1,1-1,-1 0,0 0,0 1,0-1,0 1,-1-1,0 1,1 0,-1-1,0 1,-1 0,1 0,0 0,-1 1,0-1,0 0,1 1,-2 0,1 0,0 0,0 0,-1 0,1 1,0-1,-1 1,0 0,1 0,-1 0,0 1,1-1,-1 1,0 0,0 0,0 0,1 0,-1 1,0 0,-2 0,0 2,0 1,1 0,-1 0,1 0,-1 0,1 1,1 0,-1 0,1 0,0 0,0 1,0 0,1-1,0 2,0-1,0 0,1 0,0 1,0 0,-2 7,1 0,1 0,0 0,1 1,0-1,1 0,0 1,3 8,2-3,1 1,1-1,1-1,1 1,1-1,0-1,2 0,0 0,1-1,0-1,1 0,1-1,1 0,0-1,1-1,0-1,1 0,1-1,10 4,45 25</inkml:trace>
  <inkml:trace contextRef="#ctx0" brushRef="#br1" timeOffset="-181417.534">19560 5495,'-81'-59,"21"12,-3 4,-2 2,-23-8,51 35,-1 2,0 2,-1 1,0 2,-1 2,1 1,-1 2,0 2,1 1,-5 3,-73 5,1 5,0 5,1 4,1 6,-23 13,30-4,2 5,1 5,3 4,2 4,3 4,-67 57,97-65,2 2,3 4,2 1,4 4,1 2,4 2,3 2,3 2,3 2,-15 39,-31 113,-26 121,112-342,-45 141,6 2,7 2,-10 123,33-135,5 0,6 0,7 0,5-1,7 0,5-2,22 59,-21-105,4-2,3-1,5-1,3-2,22 29,28 22,6-4,5-5,5-4,6-5,4-5,110 77,-113-102,2-4,5-6,2-6,3-5,3-5,3-6,1-6,24 0,-50-21,1-5,0-4,109 1,330-14,-408-10,0-5,-1-7,-1-5,59-21,-30-2,-3-8,-1-6,140-76,-183 68,-3-5,-4-5,-2-5,-5-5,59-65,-98 91,-3-3,-3-3,-3-2,-2-3,-4-2,-4-2,-3-3,-3-1,1-13,3-50,-7-3,-5 0,-8-2,-6-2,-2-91,-2 11,-16-231,-10 361,-5 1,-4 1,-5 0,-3 2,-5 1,-5 2,-31-56,45 97,-2 1,-3 1,-2 1,-2 2,-2 1,-32-32,-85-67,-113-80,227 194,-36-20,-2 4,-2 3,-2 3,-1 3,-3 5,0 3,-3 3,79 26,-76-33,1-3,-30-22,-11-5,54 32,-1 2,-2 4,-1 4,0 2,-23-1,61 15,-70-14,-1 3,0 6,-1 4,-50 4,-167 25,-19 17,272-26,1 3,0 3,1 4,1 2,1 3,-41 24,75-33</inkml:trace>
  <inkml:trace contextRef="#ctx0" brushRef="#br1" timeOffset="-173645.313">17328 8422,'229'-8,"164"2,-242 7,1296-1,-1089-14,-67-10,-96 8,175-10,-21-1,-240 13,-17 1,-81 13,-9 1,0-1,0 0,0 0,-1 1,1-1,0-1,0 1,0 0,0 0,0-1,0 1,0-1,-1 0,1 1,0-1,0 0,-1 0,1 0,-1 0,1-1,-1 1,1 0,-1 0,1-1,-1 1,1-2,3-8</inkml:trace>
  <inkml:trace contextRef="#ctx0" brushRef="#br1" timeOffset="-170912.4">18010 6725,'-5'56,"-12"-85,11 13,-1 0,0 0,-1 1,-1 0,-1 0,0 1,0 0,-2 1,1 0,-2 1,0 0,0 1,-1 0,0 1,-1 1,-1 0,14 8,-1 0,0 0,0 0,0 0,1 1,-1-1,0 1,0 0,0 0,0 0,0 0,0 0,0 0,0 1,0 0,0-1,1 1,-1 0,0 0,1 1,-1-1,0 1,1-1,-1 1,1 0,0 0,0 0,0 0,0 0,0 0,-1 2,-3 5,1-1,0 1,0 0,1 0,1 1,-1-1,1 1,-1 8,-2 7,2 1,0-1,1 1,2 0,1 0,1-1,1 1,1 0,1-1,1 1,2-1,5 12,-8-27,0-1,0 0,2 0,-1-1,1 1,0-1,0 0,1-1,0 0,1 0,0 0,0-1,0 0,0-1,1 0,0 0,0 0,1-2,-1 1,1-1,0 0,-1-1,1 0,1-1,-1 0,0 0,0-1,0-1,0 0,0 0,0-1,0 0,6-2,3-5,0-1,-1-1,0 0,-1-1,0-1,-1-1,0 0,11-14,-17 18,-7 7,-2 2,-1 0,0 0,1 0,-1 0,1 1,-1-1,1 0,-1 0,1 0,-1 1,1-1,0 0,-1 1,1-1,0 1,0-1,0 1,-1-1,1 1,0-1,0 1,0 0,0-1,0 1,0 0,0 0,0 0,0 0,0 0,0 0,0 0,0 0,0 0,-1 0,1 0,0 1,0-1,0 0,0 1,0-1,0 1,0-1,-1 1,1-1,0 1,0-1,-1 1,1 0,11 29,-10-21,1 0,0 0,1 0,0 0,0-1,1 0,0 0,1 0,-1 0,1-1,1 0,0 0,4 3,-6-7,0 1,0-1,0 0,0 0,0 0,1-1,0 0,-1 0,1 0,0-1,0 0,0 0,0-1,0 1,0-1,0 0,-1-1,1 0,0 0,0 0,0 0,0-1,-1 0,1 0,-1-1,1 1,-1-1,0 0,0-1,0 1,-1-1,1 0,-1 0,0-1,0 1,0-1,-1 0,0 0,1 0,-2 0,1-1,-1 1,0-1,0 0,0 1,0-5,-3 3,0 0,0 1,-1 0,0-1,0 1,-1 0,0 0,0 0,0 0,-1 1,0-1,0 1,0 0,0 0,-1 0,0 1,0 0,0 0,-1 0,1 0,-1 1,0 0,0 0,0 1,0-1,0 1,-1 1,1-1,-1 1,-4 0,5-1,0 1,0 0,0 0,0 0,0 1,0 0,-1 0,1 1,0 0,0 0,0 0,0 0,1 1,-1 0,0 1,1-1,-1 1,1 0,0 0,0 1,0-1,0 1,1 0,-1 1,1-1,0 1,1 0,-1-1,1 2,-2 3,2-3,0 0,1 1,0 0,0-1,1 1,0 0,0 0,1 0,-1 0,2 0,-1 0,1 0,0 0,0 0,1 0,0-1,0 1,0-1,1 1,0-1,1 0,2 5,11 10</inkml:trace>
  <inkml:trace contextRef="#ctx0" brushRef="#br1" timeOffset="-169844.875">18918 6871,'-8'-4,"-1"0,1 1,-1-1,0 2,0-1,0 2,0-1,-1 1,1 0,0 1,0 0,-1 0,1 1,0 1,0-1,0 2,0-1,0 1,0 0,0 1,1 0,0 0,0 1,0 0,0 1,1-1,0 1,0 1,1-1,0 1,0 1,0-1,1 1,0 0,0 0,1 0,0 1,2-4,-1 0,1-1,1 1,-1 0,1 1,-1-1,1 0,1 0,-1 1,1-1,0 0,0 0,1 1,-1-1,1 0,1 0,-1 1,1-1,-1 0,1 0,1-1,-1 1,1 0,0-1,0 0,0 1,0-1,1 0,0-1,0 1,0-1,0 1,0-1,1 0,-1-1,1 1,2 0,-1-2,1 1,0-1,0-1,-1 1,1-1,0 0,0-1,0 0,-1 0,1 0,0-1,-1 0,1 0,-1-1,0 1,0-1,0-1,0 1,0-1,-1 0,0-1,1 1,-2-1,1 0,1-2,5-6,0-1,-1 0,-1 0,0-1,-1-1,-1 0,0 0,-1 0,2-9,8-56,-3-1,-3 0,-5-1,-4-77,-1 136,-1-150,-9 216,-14 319,21-331,1 0,1 1,2-1,2 1,0-1,2 0,1 0,2-1,1 0,1 0,1-1,11 20,-16-40,0-1,0 1,1-1,0 0,0 0,1-1,0 0,0-1,0 1,1-2,7 5,-11-7,0-1,-1 1,1 0,0-1,0 0,0 0,0-1,0 1,0-1,0 0,0 0,0-1,-1 0,1 1,0-2,0 1,0 0,-1-1,1 0,0 0,-1-1,0 1,0-1,1 0,12-11,-1 0</inkml:trace>
  <inkml:trace contextRef="#ctx0" brushRef="#br1" timeOffset="-168521.409">20095 6765,'-7'-1,"-14"-3,-1 1,0 0,-1 2,1 1,0 1,0 0,0 2,0 0,-5 3,23-4,0-1,0 1,1-1,-1 1,1 1,-1-1,1 0,0 1,0-1,0 1,0 0,0 0,1 0,-1 1,1-1,0 0,0 1,0 0,0-1,1 1,0 0,-1 0,1 0,1 0,-1 0,0 0,1 0,0 0,0 0,0 0,1 0,-1 0,1 0,0 0,0 0,1 0,-1 0,1-1,-1 1,1 0,0-1,2 2,7 6,1-1,0 1,1-2,0 0,0-1,1 0,0-1,1 0,-1-1,2-1,38 19,-43-19,-6-3,0 0,0 0,0 1,0-1,0 1,0 0,-1 0,1 1,-1 0,0-1,0 1,-1 0,1 1,-1-1,0 1,2 3,-5-5,-1 0,1 0,-1 0,0-1,0 1,0 0,0 0,-1-1,1 1,-1-1,0 0,1 1,-1-1,0 0,0 0,-1 0,1 0,0 0,-1-1,1 1,-1-1,1 1,-1-1,0 0,0 0,1 0,-1 0,0-1,0 1,-51 12,53-13,0 1,0-1,-1 0,1 0,0 0,-1 0,1 0,0 0,0 0,-1 0,1-1,0 1,0 0,-1-1,1 1,0-1,0 1,0-1,0 0,0 0,0 1,0-1,0 0,0 0,0 0,0 0,0 0,1 0,-1 0,0 0,1 0,-1 0,1-1,-1 1,1 0,0 0,-1 0,1-1,0 1,0 0,0-1,1-4,0-1,1 1,0-1,0 1,0 0,1 0,0 0,0 0,0 1,1-1,0 1,0 0,1-1,7-11,46-67,-13 25,-3-2,-2-3,-4 0,-2-3,-3 0,11-44,-33 83,-1-1,-2 0,-1-1,-2 0,0 1,-2-1,-2 0,-14-22,15 52,-1-1,1 0,0 0,-1 0,1 1,-1-1,1 0,-1 1,0-1,1 0,-1 1,0-1,1 1,-1-1,0 1,0-1,1 1,-1-1,0 1,0 0,0-1,0 1,1 0,-1 0,0 0,0 0,0 0,0 0,0 0,0 0,0 0,1 0,-1 0,0 0,0 1,0-1,0 0,0 1,1-1,-1 1,0-1,0 1,1-1,-1 1,0-1,1 1,-1 0,1-1,-1 1,0 0,1 0,0-1,-1 1,1 0,-1 0,-6 13,0 1,0-1,1 1,1 0,1 0,0 0,1 1,1 0,0-1,1 15,0-23,-6 58,3 1,3 0,3 0,2 0,4-1,2 1,3-2,3 0,3 0,13 26,-29-83,-1-1,0 1,1-1,0 0,1 0,-1 0,1-1,0 1,0-1,1 0,0 0,1 1,6-2,-4-7</inkml:trace>
  <inkml:trace contextRef="#ctx0" brushRef="#br1" timeOffset="-168275.525">20015 6471,'16'4,"21"5,22-1,22 2,18 1,12 1,3 3,-18-2</inkml:trace>
  <inkml:trace contextRef="#ctx0" brushRef="#br1" timeOffset="-167366.304">20804 6952,'-48'-22,"33"14,0 0,0 2,-1 0,0 0,-1 2,1 0,-8-1,17 6,1 0,0 0,0 0,0 1,1 0,-1 0,0 0,1 1,-1 0,1 0,0 0,0 1,0 0,1 0,-1 0,1 0,0 1,0 0,0 0,1 0,0 0,0 0,0 1,0-1,1 1,0 0,0 0,1 0,-1 0,1 0,1 0,-1 0,1 0,0 0,0 0,1 0,0 0,0 0,-1-3,1 0,-1 0,1-1,0 1,-1 0,1-1,0 1,1-1,-1 1,0-1,1 0,-1 1,1-1,0 0,0 0,0 0,0 0,0 0,0-1,0 1,1-1,-1 1,0-1,1 0,-1 0,1 0,0 0,-1 0,1-1,0 1,-1-1,1 0,0 0,1 0,3 0,0 0,0-1,1 0,-1-1,0 0,0 0,0 0,-1-1,1 0,0 0,-1 0,4-3,3-5,0 0,-1 0,0-1,0-1,-1 0,-1 0,0-1,-1 0,-1-1,0 0,-1 0,-1-1,1-1,-42 107,32-84,1 1,0 0,1-1,0 1,0 0,0 0,1 0,0 0,0 0,0 0,1 0,1 0,-1 0,1 0,0 0,0-1,1 1,0-1,0 0,0 0,1 0,0 0,0 0,1-1,0 0,0 0,0 0,5 4,-7-7,0 1,1-1,-1 0,1 0,-1 0,1 0,0 0,0-1,0 0,-1 1,1-2,0 1,1 0,-1-1,0 0,0 0,0 0,0 0,0 0,0-1,0 0,0 0,0 0,0-1,0 1,-1-1,1 0,-1 0,1 0,-1 0,1-1,-1 1,0-1,0 0,0 0,-1 0,1 0,1-3,2-11,0-1,-1 0,0 0,-2-1,0 1,-1-1,-1 0,0 0,-2 0,0 1,-1-1,-2-7,3 25,0-1,1 1,-1-1,1 1,0 0,0-1,-1 1,1-1,0 1,0-1,0 1,0-1,1 1,-1-1,0 1,1-1,-1 1,1-1,-1 1,1 0,0-1,-1 1,1 0,0 0,0-1,0 1,0 0,0 0,0 0,0 0,1 0,-1 0,0 1,0-1,1 0,-1 0,1 1,-1-1,0 1,1 0,-1-1,1 1,-1 0,1 0,-1 0,1 0,0 0,18 3,0 2,-1 0,1 1,-1 1,0 0,13 9,-24-12,-4-3,1 0,-1 0,0 1,0 0,0 0,0 0,0 0,0 1,0-1,-1 1,0 0,1 0,-1 0,0 1,0-1,-1 1,1 0,-1-1,0 1,0 0,0 0,0 1,-1-1,1 0,-1 0,0 1,-1-1,1 1,-1-1,0 5,-16 48,12-50,1 0,1 0,0 1,0-1,0 1,1-1,0 1,0 0,1 0,0-1,1 8,0-12,0 0,0 0,1 0,-1-1,1 1,-1 0,1-1,0 1,0-1,0 0,0 1,1-1,-1 0,0 0,1 0,0-1,-1 1,1-1,0 1,0-1,0 0,0 0,0 0,0-1,0 1,0-1,2 1,87-7,-76 2,-2-2,1 0,0-1,-1 0,0-1,-1-1,0 0,0-1,-1 0,0-1,-1 0,0-1,-1 0,0-1,-1 0,-1 0,0-1,-1 0,0-1,-1 1,0-1,-2-1,1 1,-2-1,2-15,-4 29,0 0,-1 0,1 0,0 0,-1-1,1 1,-1 0,0 0,0 0,0-1,0 1,0 0,0 0,-1-1,1 1,-1 0,1 0,-1 0,0 0,0 0,0 0,0 0,0 0,0 0,-1 0,1 0,-1 1,1-1,-1 1,1-1,-1 1,0 0,0-1,0 1,0 0,0 0,0 0,0 0,0 1,0-1,0 1,-1-1,1 1,0 0,-1 0,-5 3,1 1,0 0,0 0,0 1,0 0,1 0,0 0,0 1,0 0,1 0,0 1,0-1,1 1,0 0,0 1,0-1,1 0,0 1,1 0,-1 0,2 0,-1 0,1 0,0 0,1 3,-1-2,2 0,-1 0,1-1,1 1,-1 0,1-1,1 1,0-1,0 0,1 0,-1 0,2 0,-1-1,1 0,0 0,1 0,0 0,0-1,0 0,1 0,0-1,0 1,3 0,9 6,1-1,0 0,1-2,0 0,1-2,-1 0,1-1,11 0,66 2,-68-13</inkml:trace>
  <inkml:trace contextRef="#ctx0" brushRef="#br1" timeOffset="-160562.943">17982 8917,'-9'-4,"0"-1,0 2,0-1,-1 1,0 0,0 1,0 0,0 1,0 0,0 1,0 0,0 0,0 1,0 0,0 1,0 0,0 1,1 0,-1 0,1 1,0 1,0-1,0 1,1 1,-1-1,1 2,1-1,-2 1,7-5,0 0,0 0,1 1,-1-1,0 0,1 1,-1-1,1 1,0-1,0 1,0 0,0-1,0 1,1 0,-1 0,1-1,-1 1,1 0,0 0,0 0,1 0,-1-1,1 1,-1 0,1 0,0-1,0 1,0 0,0-1,0 1,1-1,-1 1,1-1,0 0,0 1,-1-1,1 0,1 0,-1 0,13 8,-1-1,1 0,0-1,1-1,0 0,0-1,12 2,21 9,-44-14,93 43,-94-43,0-1,0 1,0 0,0 0,-1 0,0 1,1-1,-1 1,0 0,-1 0,1 0,-1 0,1 1,-1-1,-1 1,1-1,-1 1,1-1,-1 1,0 3,-1-6,0 1,0-1,-1 1,1-1,-1 1,1-1,-1 1,0-1,0 0,0 1,0-1,0 0,0 0,-1 0,1 0,-1 0,1 0,-1 0,0 0,0 0,0-1,0 1,0-1,0 0,0 1,0-1,-1 0,1 0,0-1,-1 1,1 0,-1-1,-1 1,-90 5,86-6,-70-7,78 6,-1 1,1 0,-1 0,1 0,-1 0,1 0,0 0,-1 0,1 0,-1 1,1-1,-1 0,1 0,0 0,-1 0,1 0,-1 1,1-1,0 0,-1 0,1 1,0-1,-1 0,1 1,0-1,0 0,-1 1,1-1,0 0,0 1,0-1,-1 1,1-1,0 0,0 1,0-1,0 1,0-1,0 1,0-1,0 0,0 1,0-1,0 1,0-1,0 1,0-1,0 0,0 1,1-1,-1 1,0-1,0 0,1 1,3 5</inkml:trace>
  <inkml:trace contextRef="#ctx0" brushRef="#br1" timeOffset="-159693.6">18304 8837,'0'2,"0"5,0 9,0 8,0 9,0 9,0 7,0 5,0 3,0-2,0-3,2-7,1-5,0-8,1-7,1-10,-1-7</inkml:trace>
  <inkml:trace contextRef="#ctx0" brushRef="#br1" timeOffset="-158581.846">18103 9104,'64'-5,"0"2,1 3,-1 3,0 2,0 4,0 2,29 10,-34-2,-68-21,-1 1,1 1,0 0,-1 0,1 1,-1 0,1 1,0 0,0 0,0 1,0 0,0 1,1-1,-1 2,1-1,0 1,0 1,1-1,-1 1,1 1,1-1,-1 1,1 0,-2 4,7-9,-1 0,0 0,1 1,0-1,0 1,-1-1,2 1,-1-1,0 1,0 0,1-1,-1 1,1 0,0-1,0 1,0 0,0 0,0-1,1 1,-1 0,1-1,0 1,0 0,0-1,0 1,0-1,0 0,1 1,-1-1,1 0,0 0,-1 0,1 0,0 0,0 0,0 0,1-1,-1 1,0-1,1 1,-1-1,1 0,-1 0,1 0,2 0,2 0,0 0,0 0,0-1,0 0,1 0,-1-1,0 0,0 0,0 0,0-1,0 0,-1-1,1 0,0 0,-1 0,0-1,0 1,0-2,0 1,-1-1,1 1,-1-1,0-1,-1 1,1-1,-1 0,0 0,-1 0,1 0,-1-1,-1 0,1 1,-1-1,0 0,0 0,-1-1,7-9,-3 31,0 3,31 54,-34-69,0 1,0-1,0 0,0 1,0-1,0 0,1 0,-1-1,1 1,-1 0,1-1,0 0,-1 1,1-1,0 0,0 0,0-1,0 1,0-1,0 1,0-1,0 0,0 0,0 0,1-1,0-1,0-1,0 0,0 0,0-1,0 1,-1-1,1 0,-1 0,0 0,0 0,0 0,-1-1,0 1,0-1,0 0,0 1,-1-1,1 0,-1 0,-1 0,1 0,-1 0,1-1,-2 1,1 0,5-100,-5 104,0 0,1-1,-1 1,1 0,0 0,-1-1,1 1,0 0,-1 0,1 0,0 0,0 0,0 0,0 0,0 0,0 1,0-1,1 0,-1 1,0-1,0 0,1 1,-1 0,0-1,0 1,1 0,-1-1,1 1,-1 0,0 0,1 0,-1 0,0 1,1-1,-1 0,0 0,1 1,-1-1,56 19,-51-16,1-1,0 0,0 0,-1 1,1 0,-1 1,0-1,0 1,0 1,0-1,-1 1,1 0,-1 0,-1 0,1 1,-1 0,0 0,0 0,0 0,-1 0,0 1,0 0,-1-1,0 1,0 3,-12 103,10-111,0-1,0 1,0-1,-1 1,2-1,-1 1,0-1,0 1,0 0,1-1,-1 1,0-1,1 1,0-1,-1 0,1 1,0-1,0 0,0 1,0-1,0 0,0 0,0 0,0 0,0 0,0 0,1 0,-1 0,0 0,1-1,-1 1,0 0,1-1,-1 1,1-1,-1 0,1 1,0-1,-1 0,1 0,-1 0,1 0,-1 0,69-14,-60 11,0-1,-1 0,1 0,-1-1,0 0,0-1,0 0,-1 0,0-1,0 0,-1 0,0-1,0 0,-1 0,0-1,0 0,-1 0,0 0,0 0,-1-1,-1 0,0 0,0 0,-1 0,1-5,-3 12,1 0,-1 1,0-1,0 0,-1 0,1 0,0 0,-1 0,0 0,0 0,0 0,0 1,0-1,0 0,-1 1,1-1,-1 1,0-1,1 1,-1 0,0 0,-1 0,1 0,0 0,-1 0,1 0,-1 1,1 0,-1-1,0 1,1 0,-1 0,0 0,0 1,0-1,0 1,0-1,0 1,0 0,0 0,0 0,1 1,-1-1,0 1,0 0,-2 0,2 2,0 0,0 0,0 1,0-1,1 0,0 1,0 0,0 0,0 0,0 0,1 0,0 0,-1 0,2 0,-1 0,0 0,1 1,0-1,0 0,0 1,0-1,1 0,0 0,0 0,0 1,0-1,1 0,-1 0,1-1,0 1,0 0,1 0,-1-1,1 1,4 3,0 0,1-1,-1 0,1-1,0 1,1-1,0-1,-1 0,1 0,0-1,1 0,-1 0,1-1,-1 0,8 0,23 3</inkml:trace>
  <inkml:trace contextRef="#ctx0" brushRef="#br1" timeOffset="-158306.548">19988 9091,'3'14,"0"11,-1 6,1 2,1 0,2-1,0-4,2-6,1-7,2-7,-1-3</inkml:trace>
  <inkml:trace contextRef="#ctx0" brushRef="#br1" timeOffset="-158030.282">19988 8796,'-7'5,"1"3,4 6,9 4,7 4,1-2</inkml:trace>
  <inkml:trace contextRef="#ctx0" brushRef="#br1" timeOffset="-157748.279">20216 9225,'10'-3,"-1"0,1 0,-1-1,0-1,0 1,0-1,0-1,-1 0,0 0,0 0,-1-1,1 0,-2-1,1 1,-1-1,0-1,-1 1,1-1,-2 0,3-7,-6 15,-1 0,0 0,1 0,-1-1,0 1,0 0,0 0,0 0,0-1,0 1,0 0,-1 0,1 0,0 0,-1-1,1 1,0 0,-1 0,0 0,1 0,-1 0,0 0,1 0,-1 0,0 0,0 0,0 1,0-1,0 0,0 1,0-1,0 0,0 1,0-1,0 1,0-1,0 1,0 0,-1 0,1-1,0 1,0 0,0 0,-1 0,1 0,0 0,0 1,-58 12,52-9,-1 1,1 0,0 1,1 0,-1 0,1 0,0 1,1 0,-1 0,1 0,1 1,0 0,-2 4,4-9,0 0,1 1,-1 0,1-1,0 1,0 0,0-1,1 1,-1 0,1 0,0 0,0 0,0-1,1 1,-1 0,1 0,0 0,0-1,0 1,1-1,-1 1,1-1,0 1,0-1,0 0,0 0,1 0,-1 0,1 0,0 0,2 1,4 1,0 0,0 0,1-1,-1-1,1 1,0-2,0 1,1-1,-1-1,9 1,22 1</inkml:trace>
  <inkml:trace contextRef="#ctx0" brushRef="#br1" timeOffset="-157301.398">20669 9010,'-67'-19,"65"19,0 0,0 0,0 0,0 0,0 0,1 0,-1 0,0 1,0-1,0 1,0 0,1-1,-1 1,0 0,1 0,-1 0,0 0,1 0,-1 0,1 1,0-1,-1 0,1 1,0-1,0 1,0-1,0 1,0 0,0 0,0-1,1 1,-1 0,1 0,-1 0,1 0,0 6,0 0,1 0,1 0,-1 0,1 0,0-1,1 1,0-1,0 1,0-1,1 0,0 0,1-1,1 2,40 54,-35-50,-1 1,0 0,-1 0,-1 1,0 0,-1 1,0 1,-6-15,0 1,-1-1,1 1,0-1,-1 1,0 0,1-1,-1 1,0 0,0 0,0-1,0 1,0 0,0-1,0 1,0 0,-1-1,1 1,-1 0,1-1,-1 1,0-1,0 1,0-1,0 1,0-1,0 1,0-1,0 0,0 0,0 0,-1 1,1-1,-1 0,1-1,0 1,-1 0,0 0,1-1,-1 1,1-1,-1 1,0-1,1 0,-1 1,0-1,0 0,0 1,0-1,1 1,-1-1,0 1,0-1,0 1,0-1,0 0,0 0,0 0,0 0,0 0,0-1,0 1,0-1,0 1,0-1,0 0,0 1,1-1,-1 0,0 0,1-1,-1 1,0 0,1 0,0-1,-1 1,1-1,0 1,-1-1,1 0,0 1,0-1,1 0,-1 0,0 1,0-1,1 0,-1 0,1-2,2-4,1-1,0 1,1 0,-1 0,2 0,-1 1,1-1,0 1,1 0,0 1,0-1,0 1,1 0,4-3,-4 3,19-18,1 2,1 0,1 2,1 1,15-6,-44 24,0 0,-1 0,1 0,0 0,0 1,0-1,-1 0,1 0,0 1,0-1,0 0,0 1,0-1,1 1,-1-1,0 1,0 0,0-1,0 1,0 0,1 0,-1 0,0 0,0 0,0 0,1 0,-1 0,0 0,0 1,0-1,0 0,1 1,-1-1,0 1,0 0,0-1,0 1,0 0,0-1,-1 1,1 0,0 0,0 0,0 0,-1 0,1 0,0 0,-1 0,1 0,-1 0,1 0,-1 0,0 0,1 1,-12 71,8-67,1 0,0 1,0-1,1 1,0-1,0 1,0-1,1 1,0 0,0 0,1-1,0 1,0-1,1 1,-1-1,1 1,1-1,-1 0,1 0,0 0,1 0,-1 0,1-1,4 5,32 14,-20-18</inkml:trace>
  <inkml:trace contextRef="#ctx0" brushRef="#br1" timeOffset="-157052.026">21004 8716,'-9'9,"-1"10,6 7,8 4,4-1</inkml:trace>
  <inkml:trace contextRef="#ctx0" brushRef="#br1" timeOffset="-156486.065">21231 9318,'0'-70,"-4"1,-3 0,-6-17,2 14,11 71,0 0,1 0,0-1,-1 1,1 0,-1 0,1 0,0 0,0 0,0 1,-1-1,1 0,0 0,0 0,0 1,0-1,0 0,0 1,1-1,-1 1,0-1,0 1,0 0,0 0,1-1,-1 1,0 0,0 0,1 0,-1 0,0 0,0 0,0 1,1-1,-1 0,0 1,0-1,0 1,0-1,1 1,-1-1,0 1,0 0,0-1,0 1,-1 0,1 0,0 0,0 0,0 0,7 3,50 15,-38-14,-1 2,1 0,-1 1,0 1,-1 1,5 3,-19-9,0 0,0 1,-1-1,1 0,-1 1,0 0,0 0,-1 0,1 0,-1 0,0 1,-1-1,1 1,-1-1,0 1,0 0,-1-1,0 1,0 0,0-1,-1 1,1 0,-1-1,-1 3,3 64,-1-69,1-1,0 1,0-1,0 1,0-1,1 1,-1-1,1 0,-1 1,1-1,0 0,0 0,0 0,0 0,0-1,0 1,1-1,-1 1,0-1,1 0,-1 0,1 0,-1 0,1 0,0 0,-1-1,1 1,0-1,1 0,81-11,-77 8,-1 0,0 0,0-1,-1 0,1 0,-1-1,0 1,0-1,0-1,0 1,-1-1,0 0,-1-1,1 1,-1-1,0 1,-1-1,0 0,0-1,0 1,-1-1,0 1,0-1,-1 1,0-1,0-5,-1 14,-1-1,1 0,0 0,0 0,0 0,0 0,0 0,-1 0,1 0,0 0,0 0,0 0,-1 0,1 0,0 0,0 0,0 0,0 0,-1 0,1 0,0 0,0 0,0 0,0 0,-1 0,1 0,0 0,0 0,0-1,0 1,0 0,-1 0,1 0,0 0,0 0,0 0,0-1,0 1,0 0,0 0,0 0,0 0,-1-1,1 1,0 0,0 0,0 0,0 0,0-1,0 1,-7 16,3-3,1 0,0 0,1 0,0 0,1 1,0-1,1 0,1 1,0-1,1 0,1 0,-1 1,2-2,0 1,1 0,0-1,-3-8,-1-1,1 0,0 1,0-1,0 0,0-1,1 1,-1 0,1-1,0 1,0-1,0 0,0 1,0-2,0 1,0 0,1-1,-1 1,1-1,-1 0,1 0,-1 0,1-1,0 1,-1-1,1 0,0 0,0 0,-1-1,1 1,-1-1,1 0,0 0,2-1,13-12</inkml:trace>
  <inkml:trace contextRef="#ctx0" brushRef="#br1" timeOffset="-156218.119">21819 8690,'-6'2,"-6"1,0 0</inkml:trace>
  <inkml:trace contextRef="#ctx0" brushRef="#br1" timeOffset="-138096.884">19907 5241,'29'-54,"25"-18,4 3,29-25,-67 72,584-578,-282 302,13 14,301-192,-293 258,9 16,9 14,7 17,8 16,6 16,290-60,-496 154,141-28,-289 73,-28 4</inkml:trace>
  <inkml:trace contextRef="#ctx0" brushRef="#br1" timeOffset="-136948.075">22074 2887,'1'0,"-1"-1,1 0,-1 0,1 0,-1 0,1 0,0 1,0-1,-1 0,1 1,0-1,0 0,0 1,0-1,0 1,-1-1,1 1,0 0,0-1,0 1,0 0,0 0,1 0,-1 0,0 0,0 0,0 0,0 0,0 0,0 0,0 0,0 1,0-1,0 0,2 0,379-55,-193 23,286-28,-407 61,-67 0,-1-1,0 1,1-1,-1 1,0 0,0-1,1 1,-1 0,0-1,0 1,0 0,0-1,0 1,0 0,0-1,0 1,0 0,0-1,-1 1,1 0,0-1,0 1,0-1,-1 1,1 0,0-1,-1 1,1-1,-1 1,1-1,-1 1,1-1,-1 1,1-1,-1 1,1-1,-1 0,1 1,-1-1,0 0,1 0,-2 2,-155 138,-236 228,363-342,13-13,2 1,-1 0,2 1,0 1,1 0,-3 6,16-22,1 0,0-1,-1 1,1 0,0 0,0 0,-1 0,1 0,0-1,0 1,-1 0,1 1,0-1,0 0,-1 0,1 0,0 0,-1 1,1-1,0 0,0 0,-1 1,1-1,-1 1,1-1,0 1,-1-1,1 1,-1-1,1 1,-1-1,1 1,-1 0,0-1,1 1,-1 0,0-1,1 1,-1 0,0-1,0 1,0 0,1 0,-1-1,0 1,0 0,0 0,0-1,0 1,-1 0,1 0,0-1,0 1,0 0,-1-1,1 1,0 0,-1-1,1 1,-1 0,1-1,0 1,-1-1,1 1,-1 0,0-1,1 0,-1 1,1-1,-2 1,16-8</inkml:trace>
  <inkml:trace contextRef="#ctx0" brushRef="#br1" timeOffset="-132416.025">25362 1965,'1'-2,"-1"0,0 0,0 0,1 0,0 0,-1 0,1 0,0 0,0 1,0-1,0 0,0 0,0 1,0-1,1 1,-1-1,1 1,-1 0,1-1,-1 1,1 0,0 0,0 0,-1 0,1 1,0-1,0 0,0 1,0-1,63-10,-58 11,635-54,-483 34,0 7,90 7,-243 6,-5 0</inkml:trace>
  <inkml:trace contextRef="#ctx0" brushRef="#br2" timeOffset="-108629.034">28865 855,'2'3,"-1"0,-1 0</inkml:trace>
  <inkml:trace contextRef="#ctx0" brushRef="#br2" timeOffset="-112333.703">24841 428,'2'9,"1"10,0 11,-1 9,-2 9,-5 7,-4 1,-7 4,-2-2,0-4,0-7,1-6,4-11</inkml:trace>
  <inkml:trace contextRef="#ctx0" brushRef="#br2" timeOffset="-112086.319">24440 334,'13'-2,"19"-1,19-2,18-3,14-4,10-3,0 0,-7-1,-11 3,-16 4,-18 3</inkml:trace>
  <inkml:trace contextRef="#ctx0" brushRef="#br2" timeOffset="-111621.845">24867 949,'15'-10,"-1"-1,-1 0,0-1,-1-1,0 0,-1-1,0 0,-1 0,-1-1,0-1,-1 1,0-1,-2-1,0 1,-1-1,0 0,-2-1,0 1,-1-1,0 1,-1-1,-2-4,1 21,0 0,-1 0,1 0,0-1,0 1,0 0,0 0,0 0,0 0,0 0,0 0,1 0,-1-1,0 1,1 0,-1 0,0 0,1 0,0 0,-1 0,1 0,-1 0,1 1,0-1,0 0,0 0,-1 0,1 1,0-1,0 0,0 1,0-1,0 1,0-1,0 1,0 0,0-1,1 1,-1 0,0 0,0 0,1 0,141 22,-139-21,80 25,-82-25,1 0,-1 1,0 0,1-1,-1 1,0 0,0 0,0 0,-1 0,1 0,0 1,-1-1,1 0,-1 1,0-1,0 1,0 0,0-1,0 1,-1 0,1-1,-1 1,0 0,0 0,0 0,0-1,0 1,0 0,-1 1,-59 170,60-172,-1-1,1 1,0 0,0-1,0 1,0 0,0-1,1 1,-1 0,0-1,1 1,-1 0,1-1,0 1,-1-1,1 1,0-1,0 1,0-1,0 0,0 1,0-1,1 0,-1 0,0 0,0 0,1 0,-1 0,1 0,-1 0,1-1,-1 1,1 0,0-1,0 1,62 1,-20-11,-2-3</inkml:trace>
  <inkml:trace contextRef="#ctx0" brushRef="#br2" timeOffset="-111208.057">25817 655,'-26'0,"0"1,0 1,0 2,1 0,-3 3,19-5,1 0,0 1,0 0,0 0,1 1,-1 0,1 0,0 1,0 0,0 0,1 1,-1 0,1 0,1 0,-1 1,1 0,-1 2,5-7,0 0,-1 0,1 0,0 0,0 1,1-1,-1 0,0 1,1-1,-1 0,1 1,0-1,0 0,0 1,0-1,0 1,1-1,-1 0,0 1,1-1,0 0,0 1,0-1,0 0,0 0,0 0,0 0,1 0,-1 0,1 0,-1 0,1-1,0 1,0-1,0 1,2 0,3 3,0-1,0-1,0 1,1-1,0-1,0 1,0-2,0 1,0-1,4 1,-4-1,-1 0,1-1,0 0,0 0,0 0,0-1,0 0,0-1,0 0,-1 0,1-1,-1 0,0 0,1 0,-1-1,-1 0,1-1,-1 1,1-1,-1-1,-1 1,1-1,-1 0,0 0,0 0,-1-1,0 0,0 0,0 0,-1 0,0-1,-1 1,2-7,-8-32,4 45,-1 1,1 0,0 0,-1 0,1 0,-1-1,1 1,0 0,-1 0,1 0,-1 0,1 0,0 0,-1 0,1 0,-1 0,1 0,0 1,-1-1,1 0,-1 0,1 0,0 0,-1 1,1-1,0 0,-1 0,1 1,0-1,-1 0,1 0,0 1,0-1,-1 0,1 1,0-1,0 1,0-1,-1 0,1 1,0-1,0 0,0 1,0-1,0 1,0-1,0 1,0-1,0 0,0 1,0-1,0 1,0-1,0 0,0 1,1-1,-4 6,1 0,0 1,1-1,-1 0,1 0,0 1,1-1,0 1,0-1,0 0,1 1,0-1,0 0,0 1,1-1,0 0,0 0,1 0,0 0,0-1,0 1,0-1,1 0,0 0,0 0,1 0,-1-1,1 1,0-1,4 3,11 1</inkml:trace>
  <inkml:trace contextRef="#ctx0" brushRef="#br2" timeOffset="-110810.526">26124 561,'1'263,"-2"-262,1 0,-1 1,1-1,-1 0,1 1,0-1,0 0,0 1,0-1,0 1,0-1,0 1,0-1,1 0,-1 1,0-1,1 0,-1 1,1-1,0 0,-1 0,1 1,0-1,0 0,0 0,0 0,0 0,0 0,0 0,0 0,0 0,0-1,0 1,1 0,-1-1,0 1,1 0,-1-1,0 0,1 1,-1-1,0 0,1 0,-1 0,1 0,-1 0,0 0,1 0,-1 0,1-1,-1 1,0 0,1-1,-1 1,0-1,1 0,-1 1,13-11,-1-1,0 0,0-1,-2 0,1-1,-2-1,0 1,0-2,-2 1,0-1,4-13,21-62,-33 91,0 0,-1 0,1 0,0 0,0 0,0 0,0 0,0 0,0 0,-1 0,1 0,0 0,0 0,0 0,0 0,0 0,-7 18,4-6,0 1,1-1,0 1,1 0,0 0,1 0,1 0,1 5,-2-13,1-1,0 1,1 0,-1 0,1-1,0 1,0-1,0 1,0-1,1 0,0 0,0 0,0 0,0 0,1-1,0 0,-1 1,1-1,0 0,0-1,1 1,-1-1,2 1,16 4</inkml:trace>
  <inkml:trace contextRef="#ctx0" brushRef="#br2" timeOffset="-110193.172">26618 522,'11'4,"0"1,-1 0,0 1,0 0,0 1,-1 0,0 0,0 1,-1 0,0 0,-1 1,0 0,0 1,0-1,-2 1,1 1,-1-1,-1 1,1 0,-2 0,0 0,0 0,-1 1,0-1,-1 1,-1-1,1 1,-2 2,-3 23,-2-1,-1 0,-2 0,-1-1,-25 125,34-155,0-1,0 0,1 1,-1-1,1 1,0-1,1 1,-1-1,1 1,0-1,0 0,0 1,0-1,1 0,0 0,0 0,0 0,0 0,1 0,-1 0,1-1,0 1,0-1,0 0,1 0,-1 0,1-1,0 1,-1-1,1 0,0 0,1 0,-1 0,0-1,0 1,1-1,-1 0,0-1,1 1,-1-1,2 0,-2 0,0-1,-1 1,1-1,0 0,0 0,-1 0,1-1,-1 1,1-1,-1 0,0 0,1 0,-1-1,0 1,-1-1,1 1,0-1,-1 0,1 0,-1 0,0-1,0 1,0 0,-1-1,1 1,-1-1,0 0,0 1,1-2,0-6,0 0,0 0,-1 1,0-1,-1 0,0 0,-1 0,0 0,-3-10,-3 1,-1-1,-1 1,0 1,-1-1,-2 2,0-1,0 2,-2 0,0 0,-1 1,-1 1,0 1,-1 0,-1 1,0 1,0 0,-2 2,1 0,-18-6,9 3,23 6,20 5,-14 2,327-3,-325 3,57-3,0-2,-1-3,1-3,7-4,-56 10,-11 6,0-1,0 0,0 0,0 0,0 0,0 0,0 1,0-1,0 0,1 0,-1 0,0 0,0 0,0 0,0 0,0 0,0 1,1-1,-1 0,0 0,0 0,0 0,0 0,1 0,-1 0,0 0,0 0,0 0,0 0,1 0,-1 0,0 0,-4 5,0-1,1 1,0 1,0-1,0 0,1 1,-1 0,1-1,1 1,-1 0,1 0,0 0,0 0,1 0,-1 0,1 0,1 0,-1 0,1 0,0 0,1 0,-1 0,1 0,1 0,-1-1,1 1,-1-1,2 0,-1 0,0 0,1 0,0 0,0-1,2 1,9 5</inkml:trace>
  <inkml:trace contextRef="#ctx0" brushRef="#br2" timeOffset="-110035.558">27274 361,'0'0</inkml:trace>
  <inkml:trace contextRef="#ctx0" brushRef="#br2" timeOffset="-109563.31">27622 0,'-4'10,"0"1,1-1,0 0,1 1,0 0,1-1,0 1,1 0,0 1,-1 14,-22 368,15-325,-8 135,16-201,0-1,-1 1,1-1,0 0,0 1,0-1,1 0,-1 1,1-1,-1 0,1 1,0-1,0 0,0 0,0 1,0-1,0 0,1 0,-1 0,1-1,-1 1,1 0,0-1,-1 1,1-1,0 1,0-1,0 0,0 0,1 0,-1 0,0 0,0 0,1 0,-1-1,0 1,1-1,-1 0,0 0,1 0,-1 0,1 0,-1 0,0-1,1 1,-1-1,1 0,10-5,0 0,-1 0,0-2,0 0,-1 0,0-1,-1 0,0 0,0-2,-1 1,0-1,-1 0,0-1,-1 0,0 0,-1-1,3-6,-6 5,-11 36,-6 85,14-102,0 0,1-1,-1 1,1-1,0 1,0-1,1 1,-1-1,1 0,0 1,0-1,0 0,1 0,-1-1,1 1,0 0,0-1,0 0,1 0,-1 0,1 0,1 1,11 4</inkml:trace>
  <inkml:trace contextRef="#ctx0" brushRef="#br2" timeOffset="-109302.899">27889 387,'-19'-2,"-9"-1,-6 0,-1 1,1 0,6 1</inkml:trace>
  <inkml:trace contextRef="#ctx0" brushRef="#br2" timeOffset="-109056.567">27448 214,'16'-3,"16"-2,19-1,19 1,14 4,5 3,0 7,-15 2</inkml:trace>
  <inkml:trace contextRef="#ctx0" brushRef="#br2" timeOffset="-108811.593">27955 762,'30'-5,"-1"-2,0-1,0-2,-1 0,0-2,-1-1,0-2,-2 0,1-2,-2 0,17-16,1-28,-41 59,0 0,-1 0,1 0,0 0,-1 0,0 0,1 0,-1 0,0 0,0 0,0 0,0 0,-1 0,1 0,0 0,-1 0,0 0,1 0,-1 0,0 0,0 0,0 0,0 1,0-1,-1 0,1 1,0-1,-1 1,1-1,-1 1,1 0,-1 0,0 0,0-1,-6-1,0 0,0 1,-1 0,1 0,-1 1,0 0,1 0,-1 1,0 0,1 0,-1 1,1 0,-1 1,1 0,-1 0,1 1,0 0,0 1,0-1,0 2,1-1,0 1,0 0,0 0,0 1,1 0,0 0,-1 1,1 1,0 0,0 0,1 0,0 1,1 0,-1-1,2 2,-1-1,1 0,1 1,0-1,0 1,1 0,0 0,1-1,0 1,0 0,1 0,0 0,1-1,0 1,1 0,0-1,0 0,1 0,0 0,1 0,0-1,0 1,1-1,0 0,0-1,1 0,0 0,4 3,1 0,0-1,1-1,0 0,0-1,0 0,1-1,1 0,-1-2,1 1,-1-2,1 0,0 0,0-2,1 0,-1-1,0 0,0-1,0-1,0 0,2-1,13-6</inkml:trace>
  <inkml:trace contextRef="#ctx0" brushRef="#br2" timeOffset="-106703.208">25469 1377,'-11'-3,"-1"0,0 1,0 1,0 0,0 1,0 0,-1 1,1 0,0 1,1 0,-1 1,0 0,1 1,-1 1,1-1,0 2,1 0,-1 0,1 0,0 2,1-1,0 1,0 0,1 1,-5 6,8-11,1 1,0 0,0 0,0 0,0 0,1 0,0 1,0 0,0 0,1 0,0 0,0 0,-1 5,4-9,-1-1,1 1,0-1,-1 1,1-1,0 0,0 1,0-1,0 0,0 1,0-1,0 0,0 0,0 0,1 0,-1 0,0 0,1-1,-1 1,1 0,-1-1,1 1,-1-1,1 1,-1-1,1 1,-1-1,1 0,0 0,-1 0,1 0,-1 0,1-1,0 1,-1 0,1-1,-1 1,1-1,-1 1,1-1,18-5,-1-1,0 0,0-1,-1-1,0-1,0-1,-1 0,-1-2,0 1,7-9,1 2,0-1,-2 0,0-2,-1-1,-1-1,-2 0,0-2,-2 0,0-1,-2 0,-1-1,-2-1,0 0,-2 0,0-8,-10-7,1 44,0-1,0 0,0 0,0 0,-1 1,1-1,0 0,-1 1,1-1,-1 0,1 0,0 1,-1-1,1 1,-1-1,0 1,1-1,-1 1,1-1,-1 1,0-1,1 1,-1 0,0-1,0 1,1 0,-1-1,0 1,0 0,0 0,1 0,-1 0,0 0,0 0,1 0,-1 0,0 0,0 0,0 1,1-1,-1 0,0 0,0 1,1-1,-1 0,0 1,1-1,-1 1,0-1,0 1,-9 8,0 0,1 1,-1 0,2 0,0 1,0 0,1 1,0 0,1 0,0 0,1 1,-3 11,0-3,0 0,2 0,1 0,0 1,2-1,0 1,1 0,2 0,0 0,1 0,1 0,5 16,-6-33,0 0,1 0,0 0,0 0,0 0,1 0,0 0,0-1,0 0,0 1,1-1,0 0,0-1,0 1,0-1,0 1,1-1,-1-1,1 1,0-1,0 1,0-1,0-1,0 1,0-1,1 0,-1 0,0 0,1-1,-1 0,0 0,1 0,0-1,10-2,0 0,-1-1,1-1,-1 0,0-1,0-1,-1 0,0-1,0-1,-1 0,0-1,0 0,-1-1,-1 0,0-1,0 0,-1-1,-1 0,0-1,4-8,0-23,-12 44,-1 0,0 1,0-1,1 0,-1 0,0 1,0-1,0 0,0 0,0 1,0-1,0 0,0 0,0 1,0-1,0 0,-1 0,1 1,0-1,0 0,-1 1,1-1,0 0,-1 1,1-1,-1 0,1 1,-1-1,1 1,-1-1,0 1,1-1,-1 1,1-1,-1 1,0 0,1-1,-1 1,0 0,0 0,1-1,-1 1,0 0,0 0,1 0,-1 0,0 0,0 0,1 0,-1 0,0 0,0 1,1-1,-2 0,-4 4,1-1,-1 1,1 0,0 1,0-1,0 1,1 0,0 0,0 1,0-1,0 1,1 0,0 0,0 0,1 0,0 1,0-1,0 1,1 0,-1-2,1 0,0 0,0 1,0-1,1 0,0 1,0-1,1 1,-1-1,1 0,0 1,0-1,1 0,0 0,0 0,0 0,0 0,1-1,0 1,0 0,0-1,0 0,1 0,0 0,0 0,0-1,0 1,0-1,1 0,-1-1,6 3,46 18,2-8</inkml:trace>
  <inkml:trace contextRef="#ctx0" brushRef="#br2" timeOffset="-106239.958">27167 1377,'-9'13,"-5"12,-1 6,3 5,3 0,3-3,5-8,3-7</inkml:trace>
  <inkml:trace contextRef="#ctx0" brushRef="#br2" timeOffset="-106055.452">27247 1110,'-7'-5,"-2"1,1 8,1 10,4 10,8 9,4 9,2-3</inkml:trace>
  <inkml:trace contextRef="#ctx0" brushRef="#br2" timeOffset="-105750.235">27421 1578,'20'-11,"-1"-1,0-1,0 0,-1-2,-1 0,-1-1,0 0,-1-1,-1-1,0-1,-2 0,8-15,-18 33,-1 0,0-1,-1 1,1 0,0-1,0 1,0 0,-1-1,1 1,-1-1,1 1,-1-1,0 0,1 1,-1-1,0 1,0-1,0 1,0-1,-1 0,1 1,0-1,0 1,-1-1,1 1,-1-1,0 1,1-1,-1 1,0 0,0-1,0 1,0 0,0 0,0 0,0-1,0 1,-1 0,1 1,0-1,-1 0,1 0,0 0,-1 1,1-1,-1 1,1-1,-1 1,0 0,1-1,-1 1,1 0,-1 0,-9 2,1 0,-1 0,1 1,0 0,0 1,0 0,0 0,1 1,0 1,0 0,0 0,0 0,1 1,0 0,1 1,-1 0,2 0,-3 3,5-6,0-1,0 1,1 0,-1 0,1 0,0 1,1-1,-1 1,1-1,0 1,0 0,1 0,0 0,0 0,0 0,1 0,-1 0,2 0,-1 0,1 1,0-1,0 0,0-1,1 1,0 0,0 0,1-1,-1 1,1-1,0 0,3 3,3-1,1 0,-1-1,1-1,1 0,-1 0,1-1,-1 0,1-1,0 0,1-1,-1 0,0-1,1 0,-1-1,7 0,31 2</inkml:trace>
  <inkml:trace contextRef="#ctx0" brushRef="#br2" timeOffset="-105250.697">28076 1270,'-28'-1,"17"0,0 0,0 1,-1 0,1 0,0 1,0 1,0 0,1 0,-1 1,0 0,1 1,0 1,0-1,0 2,0 0,7-4,0 0,1 1,0 0,-1-1,1 1,0 0,1 0,-1 0,0 1,1-1,0 0,0 1,0-1,0 0,0 1,1-1,-1 1,1 0,0-1,0 1,0-1,1 1,-1-1,1 1,0-1,0 1,0-1,1 1,53 86,-6-37,30 44,-79-96,1-1,0 1,-1 0,0 0,1-1,-1 1,1 0,-1 0,0 0,0 0,1 0,-1 0,0 0,0 0,0-1,0 1,0 0,0 0,0 0,-1 0,1 0,0 0,0 0,-1 0,1-1,0 1,-1 0,1 0,-1 0,1-1,-1 1,0 0,1-1,-1 1,0 0,1-1,-1 1,0-1,0 1,1-1,-1 1,0-1,0 0,0 1,0-1,0 0,0 0,1 1,-1-1,0 0,0 0,0 0,-49-9,47 5,0 0,0 0,1 0,0 0,-1-1,2 1,-1-1,0 1,1-1,0 0,0 1,1-1,-1 0,1 0,0 0,0 1,0-1,1 0,0 0,0 1,0-1,0 0,1 1,0-1,0 1,0 0,0 0,1-1,0 1,1-1,6-12,2 0,0 0,1 1,1 1,0 0,1 1,1 0,0 2,0 0,2 0,-1 2,1 0,1 1,3-1,-20 9,-1-1,1 1,0 0,1-1,-1 1,0 0,0 0,0 0,1 0,-1 1,0-1,1 1,-1-1,1 1,-1 0,1 0,-1 0,0 0,1 0,-1 1,1-1,-1 1,0-1,1 1,-1 0,0 0,1 0,-1 0,0 1,0-1,0 0,0 1,-1 0,1-1,0 1,0 0,-1 0,1 0,-1 0,0 0,0 0,1 1,0 14,-1-1,0 1,-1 0,-1-1,0 1,-1 0,-1-1,-1 0,-3 10,2-4,-2 5,4-20,1 1,0 0,0 0,1 0,0 0,0 0,1 0,0 0,0 0,1 1,18 5,-5-17</inkml:trace>
  <inkml:trace contextRef="#ctx0" brushRef="#br2" timeOffset="-104965.733">28370 1029,'-9'14,"-1"13,6 9,9 10,2-3</inkml:trace>
  <inkml:trace contextRef="#ctx0" brushRef="#br2" timeOffset="-104509.972">28464 1658,'0'-39,"2"0,1 0,2 1,2 0,1 0,2 0,6-11,-15 46,-1 0,0 1,1-1,0 0,-1 1,1-1,0 1,1-1,-1 1,0-1,1 1,-1 0,1-1,0 1,-1 0,1 0,0 0,0 1,1-1,-1 0,0 1,1-1,-1 1,1 0,-1 0,1 0,-1 0,1 0,0 1,-1-1,1 1,0-1,0 1,-1 0,1 0,0 1,0-1,-1 0,1 1,0 0,0-1,99 87,-98-83,0 0,0 0,-1 1,1 0,-1-1,0 1,0 1,-1-1,1 0,-1 1,0-1,-1 1,1-1,-1 1,0 0,-1 0,1 0,-1-1,0 1,-1 0,1 0,-1 0,-1-1,1 1,-2 4,-10 22,9-25,1 0,0 0,0 0,0 0,1 1,1-1,-1 1,1-1,0 1,1 0,0 3,0-8,1-1,0 1,0-1,0 0,1 1,-1-1,0 0,1 0,-1 0,1 0,0 0,0 0,0-1,0 1,0-1,0 1,0-1,0 0,1 1,-1-1,0 0,1-1,-1 1,1 0,-1-1,3 1,69 3,-61-4,0-1,-1-1,1 0,-1-1,1-1,-1 1,0-2,0 0,-1 0,1-1,-1 0,0-1,-1-1,0 0,0 0,0 0,-1-1,-1-1,0 0,0 0,0 0,-2-1,1 0,-1-1,-1 1,0-1,3-11,0-51,-8 72,0-1,-1 1,1 0,0 0,-1 0,0 0,1 0,-1 0,0 0,0 0,0 0,0 1,0-1,0 0,-1 0,1 1,-1-1,1 1,-1-1,0 1,1 0,-1 0,0 0,0 0,0 0,0 0,0 0,0 0,0 1,0-1,0 1,0 0,-1-1,-2 2,0 0,0 0,0 0,-1 0,2 1,-1 0,0 0,0 0,1 1,-1-1,1 1,-1 0,1 0,0 1,1-1,-1 1,0 0,1 0,0 0,0 1,0-1,1 1,-1-1,1 1,0 0,1 0,-1 0,1 0,0 0,0 0,0 0,1 1,0-1,0 0,0 0,1 0,-1 1,1-1,1 0,0 6,1-1,1 0,-1 0,2 0,0 0,0-1,0 0,1 0,1 0,-1-1,1 0,1 0,-1-1,1 0,1 0,-1-1,5 2,15 10,2-1,0-1,0-2,28 9,0-3</inkml:trace>
  <inkml:trace contextRef="#ctx0" brushRef="#br0" timeOffset="-49318.915">19373 1631,'-11'1,"-1"0,1 0,0 1,0 0,0 1,0 1,0-1,1 2,0-1,0 2,0-1,0 1,1 1,0-1,0 2,1-1,0 1,0 1,1-1,0 1,0 0,-3 8,9-14,0 0,0 0,0 0,0 1,1-1,-1 0,1 1,0-1,0 0,0 1,1-1,-1 0,1 0,0 1,0-1,0 0,0 0,0 0,1 0,-1 0,1 0,0-1,0 1,0 0,0-1,0 1,1-1,-1 0,1 0,-1 0,1 0,0 0,0-1,0 1,1 0,23 10,2 0,-1-2,1-1,0-1,1-2,2 0,54 13,-62-13,-10-4,0 2,0-1,0 2,-1 0,1 0,-1 1,0 1,-1 0,0 1,1 1,-11-8,-1 0,1 1,-1-1,0 0,1 1,-1-1,0 1,0-1,0 1,0 0,0-1,0 1,-1 0,1 0,-1 0,1-1,-1 1,0 0,1 0,-1 0,0 0,0 0,0 0,-1-1,1 1,0 0,-1 0,1 0,-1 0,0-1,1 1,-1 0,0 0,0-1,0 1,0-1,-1 2,-60 37,60-39,0 1,0-1,0 0,-1 0,1 1,0-2,0 1,-1 0,1 0,-1-1,1 1,-1-1,1 0,0 0,-1 0,1 0,-1 0,1 0,-1-1,1 1,-1-1,1 0,0 0,-1 0,1 0,0 0,0 0,0 0,0-1,0 1,0-1,0 0,0 1,0-1,1 0,-1 0,1 0,0 0,-1 0,1-1,0 1,0 0,0-1,1 1,-1-2,1-13,1 1,1 0,1-1,0 1,1 0,0 0,2 1,0-1,1 1,4-8,-5 11,34-75,58-156,-65 119,-29 122,-3 16,-1 9,1 54,3 0,10 42,-7-73,3-1,2-1,2 0,1 0,17 29,-31-72,1 4,0 1,1-1,0 0,0 0,1 0,-1 0,1-1,0 1,0-1,1 0,-1 0,2 0,-4-4,-1 0,0 0,0 0,1 0,-1 0,0-1,1 1,-1 0,0-1,0 1,0-1,1 0,-1 1,0-1,0 0,0 0,0 0,0 0,0 1,-1-1,1 0,0-1,0 1,-1 0,1 0,0 0,-1 0,1-1,-1 1,0 0,1 0,-1-1,0 1,0 0,0 0,0-1,0 1,0 0,0-1,0 1,-1 0,1-1,0 1,-1 0,1 0,-1 0,1-2,0-14,-1 0,0 0,-2 0,0 0,-1 0,0 1,-1 0,-1 0,-1 0,-1 0,0 1,0 1,-2-1,1 1,-2 1,0 0,-1 0,0 2,-1-1,0 1,-8-4,-35-8,108 25,-1-2,1-2,-1-3,18-5,-38 6,200-28,-216 40,-33 8,-23 11,27-19,0 1,1 0,0 1,0 0,1 1,0 0,1 1,1 0,0 1,-4 6,13-17,0-1,0 1,1 0,-1 0,0-1,1 1,-1 0,1 0,-1 0,1 0,0 0,0 0,0 0,0-1,0 1,1 0,-1 0,0 0,1 0,0 0,-1-1,1 1,0 0,0 0,0-1,0 1,0-1,0 1,0-1,1 1,-1-1,0 0,1 0,-1 1,1-1,0 0,-1 0,1-1,0 1,-1 0,1 0,0-1,0 1,0-1,0 0,0 1,0-1,8 2,1 0,0-1,0 0,0 0,0-1,0-1,0 0,0 0,0-1,0-1,0 0,-1 0,1-1,-1 0,0-1,-1 0,1-1,-1 0,0 0,0-1,0 0,-1 0,-1-1,1 0,-1-1,0 0,-1 0,0 0,1-3,0-28,-16 60,9-15,0 1,1-1,0 1,0-1,1 0,-1 1,1-1,0 0,1 0,-1 0,1 0,0-1,0 1,0-1,1 0,0 0,-1 0,1 0,1 0,-1-1,0 0,1 0,0 0,0-1,0 1,0-1,0 0,0-1,1 1,-1-1,0 0,1 0,-1-1,1 1,-1-1,1-1,-1 1,1-1,-1 0,1 0,-1 0,0-1,0 0,0 0,0 0,0-1,0 1,0-1,-1-1,1 1,-1 0,0-1,0 0,0 0,-1 0,0-1,2-1,0-9,-1 0,-1 0,0 0,-1 0,0-1,-1 1,-1-1,-1 1,0-1,-1 1,0 0,-2-1,3 8,2 6,-1-1,1 1,0 0,0 0,0 0,1 0,-1 0,0 0,1 0,-1 0,1 1,0-1,-1 1,1-1,0 1,0-1,0 1,0 0,0 0,1 0,-1 0,0 0,0 1,1-1,-1 1,0-1,0 1,1 0,-1 0,1 0,-1 0,0 0,1 1,-1-1,0 1,0 0,1-1,-1 1,0 0,11 0,4-2,1 1,-1 1,0 0,0 2,-1 0,1 1,0 0,-1 1,10 5,-23-9,-1 0,0 0,0 1,0-1,0 0,-1 1,1-1,0 1,0-1,-1 1,1 0,-1 0,1 0,-1 0,0 0,0 0,0 0,0 0,0 0,-1 0,1 1,0-1,-1 0,0 1,0-1,1 0,-1 1,-1 0,-24 65,22-62,0 0,-1 0,2 0,-1 1,1-1,0 1,0-1,1 1,0 0,0 5,3-8,0-1,1 0,-1 0,1 0,-1 0,1-1,0 1,0-1,1 1,-1-1,0 0,1 0,-1-1,1 1,-1-1,1 0,0 0,0 0,0 0,-1-1,1 1,0-1,0 0,0 0,0-1,0 1,0-1,2 0,18-2,-1 0,0-1,0-2,-1 0,1-1,-1-2,-1 0,0-1,0-1,14-11,-4-2,-23 15</inkml:trace>
  <inkml:trace contextRef="#ctx0" brushRef="#br0" timeOffset="-48828.114">21178 1737,'29'-18,"-1"-1,0-1,-2-2,11-12,-28 26,-1-1,-1 0,0 0,0 0,0-1,-2 0,1 0,-1-1,0 1,-1-1,-1 0,0-1,0 1,1-10,-4 19,1 0,-1 0,0 0,0 1,1-1,-1 0,0 0,-1 0,1 0,0 1,0-1,-1 0,1 0,-1 1,0-1,1 0,-1 0,0 1,0-1,0 1,0-1,0 1,0-1,-1 1,1 0,0 0,-1-1,1 1,-1 0,1 0,-1 0,0 1,1-1,-1 0,0 1,0-1,1 1,-1-1,0 1,0 0,0 0,1 0,-2 0,-6 2,0 2,1-1,0 1,-1 1,2-1,-1 2,0-1,1 1,0 0,0 0,1 1,0-1,0 1,1 1,-1-1,2 1,-1 0,1 1,-2 3,3-6,1 0,-1 0,1 0,0 1,0-1,0 0,1 1,0-1,1 1,-1-1,1 1,1 0,-1-1,1 1,0-1,0 1,1-1,0 0,0 0,1 1,-1-1,1-1,1 1,-1 0,1-1,0 1,9 5,1-1,0-1,0 0,1-1,0 0,0-1,1-1,0-1,0 0,0-1,1 0,0-2,-1 0,1 0,0-2,0 0,8-2,33-5,-11-4</inkml:trace>
  <inkml:trace contextRef="#ctx0" brushRef="#br0" timeOffset="-47801.582">19186 2941,'22'-26,"-2"0,0-1,-2-2,-1 0,-2 0,0-2,-2 0,-2 0,0-1,-2 0,-2-1,-1 0,-1 0,-1-31,-26-21,21 83,0 0,0 0,0 0,-1 0,1 0,-1 0,1 0,-1 1,1-1,-1 0,0 1,0-1,0 1,0 0,0 0,0 0,0 0,-1 0,1 0,0 0,0 1,-1-1,1 1,0 0,-1-1,1 1,-1 0,1 1,0-1,-1 0,1 1,0-1,-1 1,1-1,0 1,-4 4,-1 0,1-1,1 2,-1-1,1 1,0 0,0 0,1 0,0 1,0 0,0-1,1 1,0 1,1-1,-1 0,1 1,1-1,-1 1,1 0,1-1,-1 3,-1 11,0 0,1 0,1 0,1 0,1 0,1 0,1 0,1 0,0-1,7 15,-8-25,0 0,0-1,1 0,0 1,1-2,0 1,0-1,1 0,0 0,0 0,1-1,0-1,1 1,-1-1,1 0,0-1,0 0,1-1,0 0,-1 0,1-1,6 1,-7-4,0 1,0-1,1-1,-1 0,0 0,0-1,1 0,-1-1,-1 0,1 0,0-1,-1 0,0 0,0-1,0 0,0 0,-1-1,0 0,0-1,-1 1,1-1,-1-1,-1 1,0-1,0 0,0 0,-1 0,2-7,-4 12,-2 3,-1 0,1-1,0 1,0 0,0-1,0 1,0-1,0 1,0 0,0-1,0 1,-1 0,2-1,-1 1,0-1,0 1,0 0,0-1,0 1,0 0,0-1,0 1,1-1,-1 1,0 0,0-1,0 1,1 0,-1 0,0-1,0 1,1 0,-1 0,0-1,1 1,-1 0,0 0,1 0,-1-1,0 1,1 0,-1 0,0 0,1 0,-1 0,1 0,-1 0,0 0,1 0,-1 0,1 0,-1 0,0 0,1 0,-1 0,0 0,1 0,-1 1,0-1,1 0,-1 0,0 0,1 1,-1-1,0 0,2 28,-3-24,1 0,-1-1,1 1,0 0,0 0,0 0,0 0,1 0,-1 0,1-1,0 1,0 0,1 0,-1-1,1 1,0-1,0 1,0-1,0 0,0 0,1 0,-1 0,1 0,0-1,0 1,0-1,0 1,1-1,-1 0,1-1,-1 1,1 0,-1-1,1 0,1 0,0-1,0 0,1 0,-1-1,0 1,0-1,0 0,-1 0,1-1,0 0,0 1,-1-2,1 1,-1 0,1-1,-1 0,0 0,0 0,0-1,-1 1,1-1,-1 0,0 0,0 0,0 0,-1-1,2 0,0-1,-1 0,0-1,0 1,0-1,-1 1,0-1,0 0,-1 1,0-1,0 0,-1 0,0 0,0 0,0 0,-1 0,0 0,-2-6,1 9,0-1,0 1,0 0,-1 0,1 0,-1 0,0 1,0-1,-1 1,1-1,-1 1,0 0,1 1,-1-1,-1 1,1-1,0 1,0 0,-1 1,1-1,-1 1,0 0,1 0,-1 0,0 1,0 0,1 0,-1 0,0 0,0 1,1 0,-1 0,0 0,1 0,-1 1,1 0,0 0,-1 0,1 0,0 1,0-1,0 1,1 0,-1 0,1 1,0-1,-1 1,2 0,-1 0,-1 0,0 0,1 0,-1 1,1 0,1-1,-1 1,1 0,-1 0,1 0,1 1,-1-1,1 0,0 1,0-1,1 1,-1-1,1 1,0-1,1 1,0-1,-1 1,2-1,-1 1,1-1,-1 0,1 0,1 0,-1 0,1 0,0 0,0-1,0 1,1-1,1 1,2 0,0-1,1 0,0 0,-1-1,2 0,-1 0,0-1,0 0,1-1,4 1,40 3</inkml:trace>
  <inkml:trace contextRef="#ctx0" brushRef="#br0" timeOffset="-47132.075">20175 2567,'-8'-2,"0"0,-1 0,1 1,0 0,-1 1,1 0,-1 0,1 0,-1 1,1 1,0 0,-1 0,1 0,0 1,0 0,1 0,-1 1,1 0,-1 1,1 0,0 0,1 0,0 1,-1 0,2 0,-1 0,1 1,0 0,0 0,1 0,0 1,0-1,1 1,0 1,2-8,0 0,1 1,0-1,-1 0,1 1,0-1,0 1,0-1,0 0,0 1,0-1,0 1,0-1,1 1,-1-1,1 0,-1 1,1-1,-1 0,1 0,0 1,-1-1,1 0,0 0,0 0,0 0,0 0,0 0,0 0,0 0,0 0,1 0,-1-1,0 1,0 0,1-1,-1 1,0-1,1 0,-1 1,1-1,-1 0,0 0,1 0,-1 0,1 0,-1 0,1 0,-1 0,0-1,1 1,-1 0,12-5,0 0,0 0,-1-1,1-1,-1 0,-1-1,0 0,0-1,0 0,-1-1,-1 0,1 0,-2-1,1 0,-2 0,6-11,-13 21,0 1,0 0,0-1,0 1,0-1,0 1,0 0,0-1,0 1,0 0,0-1,0 1,0-1,0 1,0 0,1-1,-1 1,0 0,0-1,0 1,1 0,-1-1,0 1,1 0,-1-1,0 1,0 0,1 0,-1-1,0 1,1 0,-1 0,0 0,1 0,-1 0,1-1,-1 1,0 0,1 0,-1 0,1 0,-1 0,0 0,1 0,-1 0,1 0,-1 0,0 0,1 1,-1-1,0 0,1 0,-1 0,1 0,-1 1,0-1,1 0,-1 0,0 1,0-1,1 0,-1 0,0 1,0-1,1 0,-1 1,0-1,2 32,-2-28,2 55,2 1,3-1,2-1,11 32,-7-39,-5-24,-1 1,-1 1,-2-1,0 1,-2 0,-1 5,-1-32,0 0,0 1,0-1,0 0,0 1,0-1,-1 0,1 0,-1 1,0-1,1 0,-1 0,0 0,0 0,-1 0,1 0,0 0,-1 0,1 0,-1-1,1 1,-1-1,0 1,0-1,1 1,-1-1,0 0,0 0,0 0,-1 0,1 0,0-1,0 1,0-1,-1 1,1-1,0 0,-1 0,1 0,0 0,0 0,-1 0,1-1,0 1,0-1,-1 0,-1 0,-1-4,0 1,1-1,-1 0,1-1,0 1,0-1,0 0,1 0,0 0,0 0,1 0,0-1,0 1,0-1,1 0,0 0,0 1,1-1,0 0,0-2,2-23,2 1,1 0,1 0,2 1,1 0,1 0,2 1,0 1,2 0,2 0,0 2,7-8,107-173,-114 184,-16 24,-1-1,1 0,0 0,0 0,0 1,0-1,0 0,0 0,0 1,0-1,0 0,0 0,0 1,0-1,0 0,0 0,0 1,0-1,0 0,0 0,0 1,0-1,1 0,-1 0,0 0,0 1,0-1,0 0,0 0,1 0,-1 1,0-1,0 0,0 0,1 0,-1 0,0 0,0 0,1 1,-1-1,0 0,0 0,0 0,1 0,-1 0,0 0,0 0,1 0,-1 0,0 0,0 0,1 0,-1 0,0 0,0 0,1 0,-1-1,0 1,0 0,1 0,-4 32,2-27,1 1,-2 102,2-105,0 1,1 0,0-1,0 1,0 0,0-1,0 1,1-1,-1 1,1-1,0 0,0 0,1 0,-1 0,0 0,1-1,0 1,0 0,-1-1,2 0,-1 0,0 0,0 0,1-1,-1 1,3 0,11 1</inkml:trace>
  <inkml:trace contextRef="#ctx0" brushRef="#br0" timeOffset="-46885.732">20549 2219,'5'14,"10"6,3 1</inkml:trace>
  <inkml:trace contextRef="#ctx0" brushRef="#br0" timeOffset="-46355.045">20911 2379,'-18'0,"0"1,-1 0,1 2,0 0,1 1,-15 5,26-7,0 0,1 0,-1 1,1 0,-1 0,1 0,0 1,0-1,0 1,1 1,0-1,-1 0,1 1,1 0,-1 0,1 0,0 1,0-1,0 1,1 0,-1 3,2-6,0-1,1 0,-1 1,1-1,0 1,0-1,0 1,0 0,0-1,0 1,1-1,-1 0,1 1,0-1,0 1,0-1,0 0,0 0,0 1,1-1,-1 0,1 0,-1 0,1 0,0-1,0 1,0 0,0-1,0 1,0-1,0 0,0 0,1 0,-1 0,0 0,1 0,-1 0,2-1,7 3,0 0,0-1,0-1,1 0,-1 0,1-1,-1-1,1 0,13-3,-2-1,1-1,0-2,-1 0,-1-1,1-1,-1-1,-1-2,0 0,14-12,-26 19,-1 0,0-1,0 0,0 0,-1 0,0-1,-1 0,0 0,0-1,-1 0,0 0,3-7,-8 16,0 1,-1 0,1-1,0 1,0-1,-1 1,1-1,0 1,-1-1,1 0,-1 1,1-1,-1 1,1-1,-1 0,1 1,-1-1,1 0,-1 0,1 1,-1-1,1 0,-1 0,0 0,1 0,-1 0,1 0,-1 0,0 0,1 0,-1 0,1 0,-1 0,1 0,-1 0,0 0,1-1,-1 1,1 0,-1 0,1-1,-1 1,1 0,-1-1,1 1,-1-1,1 1,0 0,-1-1,1 1,0-1,-1 1,1-1,0 1,-1-1,1 0,0 1,0-1,0 1,0-1,0 1,-1-1,1 0,0 1,0-1,0 1,1-1,-1 0,-3 3,1 0,0 0,1 0,-1 1,0-1,0 0,1 1,0-1,-1 1,1-1,0 1,0 0,0-1,1 1,-1 0,1 0,-1 0,1-1,0 1,0 0,0 0,1 0,-1 0,1-1,-1 1,1 0,0 0,0-1,0 1,0-1,1 1,-1-1,1 1,-1-1,1 0,0 0,0 0,0 0,0 0,0 0,1 0,-1-1,0 1,1-1,-1 1,1-1,5 1,-1 1,1-1,0-1,-1 0,1 0,0 0,0-1,0 0,0 0,-1-1,1 0,0-1,0 0,-1 0,1 0,-1-1,0 0,0-1,0 1,0-1,-1-1,1 1,-1-1,0 0,0-1,-1 1,0-1,3-4,-7 7,0 1,0-1,0 1,0-1,-1 1,0-1,1 1,-1-1,0 0,0 1,0-1,0 0,-1 1,1-1,-1 1,0-1,0 1,0-1,0 1,0-1,0 1,0 0,-1 0,1 0,-1-1,0 2,0-1,0 0,1 0,-2 0,1 1,0-1,-5-3,1 1,-1 0,1 0,-1 1,-1 0,1 0,0 0,-1 1,1 0,-5 0,7 1,0 0,-1 1,1-1,0 1,0 0,-1 1,1-1,0 1,0 0,0 0,0 1,0 0,0 0,0 0,0 0,1 1,-1 0,1-1,0 2,-1-1,2 0,-1 1,0 0,1 0,-1 0,1 0,0 1,1-1,-1 1,1 0,0-1,0 1,0 0,1 0,0 1,-1 3,3-5,0 0,1 0,0-1,-1 1,1-1,0 1,1-1,-1 0,0 0,1 0,0 0,0-1,0 1,0-1,0 1,0-1,1 0,-1 0,1 0,-1-1,1 0,0 1,0-1,0 0,-1-1,1 1,0-1,4 1,27 4</inkml:trace>
  <inkml:trace contextRef="#ctx0" brushRef="#br0" timeOffset="-46098.421">21472 1979,'-18'-5,"-11"-1,-2 3,-1 3,5 7,7 7,7 8,11 4,5-2</inkml:trace>
  <inkml:trace contextRef="#ctx0" brushRef="#br0" timeOffset="-45852.872">21525 2460,'16'7,"12"2,11 0,4-7,3-5,-6-3</inkml:trace>
  <inkml:trace contextRef="#ctx0" brushRef="#br0" timeOffset="-45684.801">20697 2995,'-3'4,"1"9,-4 9,-1 7,-1 6,2 1,1-1,2-4,2-7</inkml:trace>
  <inkml:trace contextRef="#ctx0" brushRef="#br0" timeOffset="-45023.754">20563 2741,'38'-16,"-22"14,1 1,-1 1,0 0,1 1,-1 1,1 0,-1 1,0 1,0 1,-1 0,1 1,-1 1,-1 0,1 1,0 1,-7-1,-1 0,1 0,-1 1,-1 1,0-1,0 1,-1 0,0 0,0 0,-1 1,-1-1,0 1,0 0,-1 0,-1 0,1 1,-2-1,0 0,0 0,-1 1,0-1,-2 6,2 4,1-20,-1 0,1 0,-1 1,1-1,0 0,-1 1,1-1,0 0,0 0,0 1,0-1,0 0,0 1,0-1,1 0,-1 1,0-1,1 0,-1 0,1 1,-1-1,1 0,0 0,0 0,-1 0,1 0,0 0,0 0,0 0,0 0,0 0,0-1,0 1,0 0,0-1,1 1,-1-1,0 1,0-1,1 1,-1-1,0 0,0 0,1 1,-1-1,0 0,2 0,5-5,0 0,0-1,0 0,-1 0,0 0,0-1,0 0,-1-1,0 1,-1-1,2-3,-1 3,49-77,-55 85,0-1,0 1,0-1,0 1,-1-1,2 1,-1-1,0 1,0-1,0 1,0-1,0 1,0-1,0 1,1-1,-1 1,0 0,0-1,1 1,-1-1,0 1,1 0,-1-1,0 1,1-1,-1 1,0 0,1 0,-1-1,1 1,-1 0,1 0,-1-1,1 1,-1 0,1 0,-1 0,0 0,1 0,-1 0,1 0,0 0,-1 0,1 0,-1 0,0 0,1 0,-1 0,1 0,-1 1,1-1,-1 0,1 0,-1 1,1-1,-1 0,0 0,1 1,-1-1,1 1,-1-1,0 0,0 1,1-1,-1 1,0-1,1 1,3 42,-5-38,0 0,1 0,0 0,0-1,0 1,1 0,0 0,0 0,0 0,0-1,1 1,0 0,0-1,0 1,0-1,1 0,0 0,-1 0,2 0,-1 0,0-1,1 1,0-1,-1 0,1 0,4 2,-3-4,-1 1,1-1,-1 0,1 0,0-1,-1 0,1 0,0 0,-1 0,1 0,0-1,-1 0,1 0,-1-1,1 1,-1-1,1 0,-1 0,0 0,0 0,0-1,0 0,-1 0,1 0,-1 0,2-2,5-5,-1-1,-1 1,0-2,0 1,-1-1,0 0,-1 0,2-8,6-26,-3 1,-2-2,-1 1,-3-1,-2 0,-2-1,-3-15,-1-14,3 77,-1 1,1-1,0 0,0 0,-1 0,1 0,0 0,0 0,-1 0,1 0,0 0,0 0,-1 0,1 0,0 0,-1 0,1 0,0 0,0 0,0 0,-1-1,1 1,0 0,0 0,-1 0,1 0,0 0,0-1,0 1,-1 0,1 0,0 0,0-1,0 1,0 0,0 0,-1-1,1 1,0 0,0 0,0-1,0 1,0 0,0 0,-7 27,2 10,1 0,1 0,2 0,2 0,2 1,1-1,1-1,3 1,0-1,8 17,23 22,-22-53</inkml:trace>
  <inkml:trace contextRef="#ctx0" brushRef="#br0" timeOffset="-44031.225">21205 2780,'94'-35,"1"5,14 0,-108 30,22-6,2-2,1 1,1 1,-1 2,1 1,19 0,-44 3,0 0,0 0,0 1,1-1,-1 1,0 0,0-1,0 1,0 0,0 0,0 1,0-1,0 0,-1 1,1-1,0 1,-1-1,1 1,-1 0,1 0,-1-1,0 1,0 0,0 0,0 0,0 1,0-1,-1 0,1 0,-1 0,0 0,1 2,-1-3,1-49,-15-153,15 199,0 0,0-1,0 1,0 0,1 0,-1 0,1 0,-1 0,1 0,-1 0,1 1,0-1,0 1,0-1,0 1,0 0,0-1,1 1,-1 0,0 1,1-1,-1 0,0 1,1-1,-1 1,1 0,-1 0,1-1,-1 2,1-1,-1 0,0 0,1 1,-1 0,1-1,-1 1,0 0,2 1,7-1,-6-2,-1 1,1 0,0 0,-1 0,1 0,0 1,-1 0,1 0,0 0,-1 0,0 1,1 0,-1 0,0 0,0 0,0 1,0 0,0-1,0 1,-1 1,0-1,1 0,-1 1,-1 0,1 0,0 0,-1 0,0 0,0 0,0 0,1 5,4 63,-7-59,0-1,1 1,0-1,2 1,-1-1,1 1,1-1,0 0,5 9,-8-19,1 0,-1 0,1 0,0 1,0-1,-1-1,1 1,1 0,-1 0,0-1,0 1,1-1,-1 0,0 0,1 0,0 0,-1 0,1 0,-1-1,1 1,0-1,-1 0,1 0,0 0,0 0,-1 0,1 0,0-1,-1 1,1-1,-1 0,2 0,5-2,-1-1,0 0,0 0,0 0,0-1,0 0,-1-1,0 0,1-1,0-1,-1-1,0 0,0 0,0-1,-1 0,-1 0,0-1,0 1,-1-1,0 0,0-5,-5 23,0 1,1 0,0 0,0 0,0-1,1 1,1 0,-1 0,1-1,2 5,-3-10,1 0,0 1,-1-1,1 0,0 0,1 0,-1-1,0 1,0 0,1-1,-1 0,1 1,-1-1,1 0,0 0,-1 0,1-1,0 1,0-1,-1 1,1-1,0 0,0 0,0 0,-1-1,1 1,0-1,0 1,-1-1,2 0,3-1,0-1,0 0,-1 0,1 0,-1-1,1 0,-1 0,0 0,-1-1,1 0,0-1,-2 2,0 0,0 0,-1-1,1 0,-1 0,0 0,0 0,-1 0,1 0,-1-1,0 1,-1-1,1 1,-1-1,0 0,-1 0,1 0,-1 1,0-1,-1 0,1 0,-1 0,0 1,-1-1,1 0,-1 1,0-1,-1 1,1 0,-1 0,0 0,0 0,-1 0,0 1,1-1,-1 1,-1 0,1 0,-1 1,1-1,-1 1,-1 0,2 0,0 1,0 1,0-1,0 1,0-1,-1 1,1 0,-1 1,1-1,0 1,-1 0,1 0,-1 0,1 1,-1 0,1-1,0 1,-1 1,1-1,0 1,0 0,0 0,0 0,0 0,1 1,-1-1,1 1,-1 0,0 1,-2 2,1 0,0 0,0 1,0 0,1 0,0 0,0 0,1 1,0-1,0 1,0 0,1 0,1 0,-1 0,1 6,1-11,-1-1,1 1,0 0,1-1,-1 1,0 0,1-1,-1 1,1 0,0-1,0 1,0-1,0 1,1-1,-1 0,0 1,1-1,0 0,-1 0,1 0,0 0,0 0,0-1,1 1,-1 0,0-1,1 0,-1 1,0-1,1 0,0 0,-1-1,1 1,-1 0,1-1,1 0,23 3</inkml:trace>
  <inkml:trace contextRef="#ctx0" brushRef="#br0" timeOffset="-43769.833">22474 2085,'-18'-4,"-10"0,-4 3,3 7,3 7,6 7,6 8,11 6,12 4,12-1,2-5</inkml:trace>
  <inkml:trace contextRef="#ctx0" brushRef="#br0" timeOffset="-43250.705">22595 2540,'5'-4,"0"0,0 0,-1-1,1 1,-1-1,0 0,0 0,-1-1,0 1,1-1,-2 0,1 1,-1-1,0-1,0 1,0 0,-1 0,0-1,0 1,-1 0,0-1,0 0,3-36,-1 0,-2 0,-6-36,6 79,-1-1,1 0,-1 0,1-1,0 1,-1 0,1 0,0 0,0 0,0 0,0 0,0 0,0 0,0 0,0 0,0-1,1 1,-1 0,0 0,1 0,-1 0,1 0,-1 0,1 0,-1 0,1 1,0-1,-1 0,1 0,0 0,0 1,-1-1,1 0,0 1,0-1,0 0,0 1,0 0,0-1,0 1,0-1,0 1,0 0,1 0,-1 0,0 0,0 0,0 0,0 0,0 0,0 0,0 0,0 0,0 1,0-1,1 1,17 2,-1 1,1 1,-1 1,0 0,-1 1,0 1,7 5,-21-11,-1 1,1 0,0 0,-1 0,1 0,-1 1,0-1,0 0,0 1,-1 0,1-1,-1 1,0 0,0 0,0 0,-1 0,1 0,-1 0,0 0,0 0,0 0,-1 0,1 0,-1 0,0 2,0 0,0-1,0 1,1 0,0 0,1 0,-1 0,1 0,0-1,1 1,-1 0,3 4,-3-9,0 1,0-1,0 1,0-1,1 0,-1 0,1 1,-1-1,1 0,-1 0,1 0,0 0,-1-1,1 1,0 0,0-1,0 1,0-1,-1 0,1 1,0-1,0 0,0 0,0 0,0-1,0 1,-1 0,1-1,0 1,0-1,53-22,-44 14,0 0,-1-1,0 0,0-1,-1 0,-1 0,0-1,-1 0,0 0,0-1,-2 0,1 0,-2-1,0 1,0-1,0-7,-4 70,13 58,-12-103,0-1,0 1,1-1,0 0,-1 1,1-1,0 0,0 0,1 0,-1-1,1 1,-1 0,1-1,0 0,0 0,0 1,0-2,1 1,-1 0,0-1,1 1,-1-1,1 0,-1 0,1-1,0 1,3 0,16-3,-4-4</inkml:trace>
  <inkml:trace contextRef="#ctx0" brushRef="#br0" timeOffset="-43003.292">23343 1671,'-13'2,"-5"1</inkml:trace>
  <inkml:trace contextRef="#ctx0" brushRef="#br0" timeOffset="-22188.176">12983 11537,'0'9,"0"14,0 16,-2 13,-6 13,-3 8,-2 5,-2 2,0-5,3-10,3-16</inkml:trace>
  <inkml:trace contextRef="#ctx0" brushRef="#br0" timeOffset="-21940.877">12876 12219,'-11'-2,"0"-1,7-2,14-1,13-1,12-1,10-3,3 2,-1 1,-7 3,-12 2,-11 2</inkml:trace>
  <inkml:trace contextRef="#ctx0" brushRef="#br0" timeOffset="-21727.345">12889 11403,'19'3,"16"0,12 2,10 3,3-1,-7-1</inkml:trace>
  <inkml:trace contextRef="#ctx0" brushRef="#br0" timeOffset="-21032.221">13692 12005,'-3'-8,"-1"0,0 0,0 0,0 1,-1-1,0 1,0 0,-1 1,0 0,0 0,-1 0,1 0,-1 1,0 0,-1 1,1-1,-1 1,0 1,0 0,0 0,-1 0,1 1,-1 0,1 1,-1 0,1 0,-1 1,0 0,1 1,-1 0,0 0,1 0,-1 1,1 1,0 0,0 0,0 0,0 1,-5 3,7-2,1 0,0 0,0 1,0-1,1 1,0 0,0 0,0 0,1 1,0 0,0-1,1 1,0 0,0 0,1 0,0 0,0 1,0-1,1 0,0 0,0 1,1-1,0 0,0 0,1 0,0 0,0 0,1 0,0 0,0-1,0 1,1-1,0 0,0 0,1 0,0-1,4 5,0-4,-1 0,1 0,0-1,1 0,-1-1,1 0,0 0,0-1,1-1,-1 0,0 0,1 0,-1-2,1 1,-1-1,1-1,0 0,-1 0,0-1,1-1,-1 0,0 0,0-1,0 0,-1 0,0-1,0-1,0 1,0-2,-1 1,0-1,0 0,-1-1,0 0,0 0,0-1,9-17,-1-1,-1 0,-2-1,0 0,-2 0,-2-2,0 1,-2-1,-1 0,-1 0,-2 0,-1-17,2-2,-2 1,-3-1,-1 1,-2 0,-11-43,15 88,1-1,-1 1,1 0,-1-1,0 1,-1 0,1 0,0 0,-1 0,0 0,0 0,0 0,0 0,0 1,0-1,-1 1,1 0,-1-1,-2 0,2 3,1 1,0-1,0 1,0 0,0 0,0 0,0 0,0 1,0-1,0 0,0 1,0-1,1 1,-1 0,1 0,-1-1,1 1,0 0,0 0,0 0,0 1,0-1,0 0,0 0,1 0,-1 2,-13 39,2 0,2 1,2 0,2 1,2-1,2 20,1-59,-4 58,2 0,4 0,2 0,9 53,-11-108,0 0,0 0,1 0,-1 0,2-1,-1 1,1 0,1-1,-1 0,1 0,0 0,1 0,-1-1,1 1,1-1,-1-1,1 1,0-1,1 0,-1 0,1 0,0-1,0 0,0-1,0 0,1 0,0 0,-1-1,1 0,0 0,2-1,0-1,0-1,0 0,0-1,-1 0,1-1,0 0,-1 0,0-1,1 0,-1-1,-1 0,1 0,-1-1,0 0,0 0,-1-1,0 0,1-1,4-5,-1-1,0-1,0 0,-2 0,0-1,0 0,-2-1,0 0,2-10,-4 12,-1-1,0 1,-2-1,1 0,-2 0,0 0,-2-11,-9 8,-6 39,11-7,1 0,0 1,0 0,2-1,-1 1,2 0,0 0,1 0,0 1,1 2,0-10,-1 0,2-1,-1 1,1 0,0 0,0-1,0 1,1-1,0 0,1 0,-1 0,1 0,1-1,-1 1,1-1,-1 0,1 0,1-1,-1 0,1 1,4 1,32 11,0-6</inkml:trace>
  <inkml:trace contextRef="#ctx0" brushRef="#br0" timeOffset="-20235.619">14520 11884,'-7'10,"-1"-1,2 1,-1 0,1 1,1 0,0-1,1 2,0-1,0 0,1 1,1 0,-1 7,2-14,1 1,0-1,0 1,0-1,0 0,1 1,0-1,1 0,-1 1,1-1,0 0,0 0,0 0,1-1,-1 1,1 0,1-1,-1 0,1 0,-1 0,1 0,0 0,0-1,1 0,-1 0,1 0,0 0,2 0,-2 0,0-1,1 0,0 0,-1 0,1-1,0 0,0 0,0 0,0-1,0 0,0 0,0-1,0 1,-1-1,1-1,0 1,0-1,-1 0,1 0,-1-1,0 1,1-1,-1 0,0-1,3-3,3-2,-1 0,0-1,-1-1,0 0,0 0,-1-1,-1 0,0 0,-1 0,3-8,-2 0,0 0,-1 0,-2-1,0 0,-1 0,-1-2,-11 75,7-45,0 1,1-1,0 1,0-1,1 1,0 0,1-1,-1 1,2 0,-1-1,1 1,0-1,0 0,1 1,0-1,0 0,1-1,0 1,0-1,1 1,-1-1,1-1,1 1,3 3,-3-6,1 1,-1-1,1-1,0 1,0-1,0 0,0-1,0 1,0-2,1 1,-1-1,0 0,0 0,1-1,-1 0,0 0,0-1,0 0,0 0,0 0,0-1,-1 0,7-4,0-1,1 0,-1-2,-1 1,0-1,0-1,-1 0,-1-1,1 0,-2 0,7-11,-1-10,-2 0,-1-1,-1-1,-2 0,-1 0,-2 0,-2-1,-1 0,-2 0,-3-32,4-15,-5 1,-12-82,13 156,2 5,0 0,0 0,0 0,-1 0,1 0,-1 0,0 0,0 0,0 1,0-1,-1 0,1 0,-1 1,0-1,1 1,-3-2,-7 13,5 6,0 1,1-1,0 1,2 0,0 0,0 0,1 12,-1 0,-10 62,5 1,3 0,4 0,5 0,5 25,-8-102,0 0,1 0,1 0,0-1,1 1,0-1,1 1,0-1,1-1,1 1,0-1,0 0,1-1,1 1,0-2,1 1,1 0,-7-9,-1 0,1 0,-1-1,1 1,-1-1,1 0,0 0,0 0,-1-1,1 1,0-1,0 0,0 0,0 0,0-1,-1 1,1-1,0 0,0 0,-1 0,1-1,0 1,-1-1,0 0,1 0,-1 0,0 0,2-2,76-84,-75 80,80-106,-86 113,0 1,0-1,0 1,0-1,0 1,0 0,0-1,1 1,-1 0,0-1,0 1,1 0,-1-1,0 1,0 0,1-1,-1 1,0 0,1 0,-1-1,0 1,1 0,-1 0,0 0,1 0,-1-1,1 1,-1 0,0 0,1 0,-1 0,1 0,-1 0,0 0,1 0,-1 0,1 0,-1 0,0 0,1 0,-1 1,1-1,-1 0,0 0,1 0,-1 1,0-1,1 0,-1 0,0 1,1-1,-1 0,0 0,0 1,1-1,-1 0,0 1,4 26,-4-21,-1 2,1 0,1 0,-1-1,1 1,0 0,1-1,0 1,0-1,1 0,0 0,0 0,0 0,1 0,0 0,1-1,-1 0,1 0,0 0,1-1,0 1,1-2,0 1,0-1,0 0,1-1,0 0,-1 0,1-1,0 0,0 0,1-1,-1 0,0 0,0-1,1 0,3-1,16-3</inkml:trace>
  <inkml:trace contextRef="#ctx0" brushRef="#br0" timeOffset="-19987.73">15483 11524,'-13'-14,"-15"-9,-1 0</inkml:trace>
  <inkml:trace contextRef="#ctx0" brushRef="#br0" timeOffset="-19628.99">14881 11270,'114'17,"96"3,-198-20,353 17,105-18,-370-2,-1-4,0-4,7-6,-95 15,-1-1,1 0,-1-1,1 0,-1 0,-1-1,1 0,3-3,-10 6,-1 0,1 0,-1 0,0 0,0-1,0 1,0-1,0 1,0-1,0 1,-1-1,1 0,-1 0,0 0,0 0,0 0,0 0,-1 0,1 0,-1 0,0-1,0 1,0 0,0 0,0 0,-1 0,1-1,-1 1,0 0,0-1,-2-3,-1 0,1 0,-1 0,0 0,-1 0,1 1,-1 0,-1 0,1 0,-1 0,0 1,0 0,-1 1,0-1,1 1,-1 0,-1 1,1 0,0 0,-1 0,0 1,1 0,-1 1,0-1,0 2,0-1,0 1,0 0,0 1,0 0,0 0,1 1,-1 0,0 0,1 0,-1 1,1 1,0-1,-4 3,3 2,-1 0,1 1,1 0,-1 0,2 0,-1 1,1 0,1 1,0-1,0 1,1 0,0 0,1 1,-27 154,8 286,15-207,1-108,-6 0,-5-1,-6-1,-7-1,-16 38,37-143,0-1,-2-1,-1 0,-1 0,-1-1,-2-1,-12 16,-2-9</inkml:trace>
  <inkml:trace contextRef="#ctx0" brushRef="#br0" timeOffset="-19287.983">15857 12112,'341'-81,"-99"19,-233 60,3-1,1 0,-1 1,1 0,-1 1,1 1,-1 0,1 0,1 1,-11 1,0 0,0 0,0 0,0 1,0-1,0 1,-1-1,1 1,-1 0,0 0,0 0,0 0,0 1,0-1,-1 0,0 1,0-1,1 1,-2-1,1 1,0 0,-1-1,0 1,0 0,0-1,0 1,0 0,-1-1,0 1,0 0,0-1,0 1,-1 1,0 15,2-14,-2 8,0 0,1 0,1 0,0 0,1 0,1 0,0 0,0-1,2 1,-1-1,2 1,0-1,1 0,0-1,3 5,35 5,-22-22</inkml:trace>
  <inkml:trace contextRef="#ctx0" brushRef="#br0" timeOffset="-19037.654">16686 11524,'-14'-3,"-8"3,-4 4,3 10,6 8,10 10,13 7,14 2,4-4</inkml:trace>
  <inkml:trace contextRef="#ctx0" brushRef="#br0" timeOffset="-18087.579">17341 11912,'-18'-6,"-1"1,1 0,-1 2,1 0,-1 1,0 1,0 1,0 0,0 2,0 0,0 1,1 1,-1 0,1 2,0 0,1 1,-1 1,2 0,-17 11,30-17,-1 0,1 0,0 0,-1 1,1-1,0 1,1 0,-1 0,0 0,1 0,-1 0,1 1,0-1,0 1,1-1,-1 1,1 0,-1 0,1-1,0 1,1 0,-1 0,1 0,0 0,0 0,0 0,0 0,1 0,0 4,5-1,-1 0,2-1,-1 1,1-1,0 0,0-1,1 0,0 0,0-1,0 1,0-2,1 1,-1-1,1-1,0 1,0-2,0 1,6 0,53 9,0-3,0-3,0-2,0-4,1-2,49-11,-86 11,1-3,0 0,-1-2,0-2,-1-1,0-1,-1-1,4-5,4-16,-37 34,-1-1,1 0,-1 0,1 0,-1 1,0-1,1 0,-1 0,0 0,0 0,0 0,0 0,1 0,-1 1,-1-1,1 0,0 0,0 0,0 0,0 0,-1 0,1 0,0 1,-1-1,1 0,0 0,-1 0,1 1,-1-1,0 0,1 0,-1 1,1-1,-1 1,0-1,0 0,1 1,-1-1,0 1,0 0,0-1,0 1,1 0,-1-1,0 1,0 0,0 0,0 0,0 0,-13-3,1 1,0 1,-1 0,0 1,1 0,-1 1,1 0,0 1,-1 1,1 0,0 1,0 1,1 0,-7 3,-52 39,69-45,-1 0,1 0,0 0,0 1,0-1,0 1,0-1,0 1,1 0,-1 0,1-1,0 1,0 0,0 0,0 0,0 0,1 1,-1-1,1 0,0 0,0 0,0 0,0 0,1 1,0 0,3 1,0 0,0 0,1-1,-1 0,1 0,0 0,0-1,1 0,-1 0,1 0,0 0,-1-1,1 0,0 0,0-1,1 1,-1-1,0-1,0 1,1-1,-1 0,5-1,9 1,1 0,0-2,-1 0,1-2,-1 0,0-1,0-1,0-1,-1 0,0-2,-1 0,0-1,0-1,15-13,-30 22,-3 1,0 1,0-1,0 1,0-1,1 1,-1 0,0-1,0 1,0 0,0-1,1 1,-1-1,0 1,1 0,-1 0,0-1,0 1,1 0,-1-1,1 1,-1 0,0 0,1 0,-1-1,0 1,1 0,-1 0,1 0,-1 0,0 0,1 0,-1 0,1 0,-1 0,1 0,-1 0,0 0,1 0,-1 0,1 0,-1 0,1 0,-1 1,0-1,1 0,-1 0,0 0,1 1,-1-1,0 0,1 1,-1-1,0 0,1 1,-1-1,0 0,0 1,0-1,1 0,-1 1,0-1,0 1,0-1,0 1,1 26,-1-21,0 1,0-1,0 0,1 1,0-1,0 1,1-1,-1 0,1 0,1 0,-1 0,1 0,0 0,0-1,2 3,1-2,-1-1,1 1,0-1,1 0,-1-1,1 0,0 0,0 0,0-1,0 0,1 0,-1 0,1-1,0-1,5 1,-8-1,0 0,-1-1,1 0,-1 0,1 0,0 0,-1-1,1 0,-1 0,1 0,-1 0,1-1,-1 0,0 1,0-2,0 1,0 0,0-1,0 0,-1 0,0 0,1 0,-1-1,0 1,0-1,-1 0,2-1,-1-6,1-1,-1 0,-1 0,0 0,-1 0,0 0,-1-1,0 1,-1 0,-1 0,0 0,0 0,-1 0,0 0,-1 1,-1 0,0-1,-2-2,-4-16,10 29,0 0,1 0,-1 0,0 0,0 0,0 0,1 0,-1-1,1 1,-1 0,1-1,-1 1,1 0,0-1,0 1,-1 0,1-1,0 1,0-1,1 1,-1 0,0-1,0 1,1 0,-1-1,0 1,1 0,0-1,-1 1,1 0,0 0,-1 0,1-1,0 1,0 0,0 0,0 0,0 0,0 1,0-1,1 0,-1 0,0 1,0-1,1 1,-1-1,0 1,1-1,-1 1,0 0,1 0,-1-1,1 1,15 3,0 0,0 1,0 1,0 0,-1 1,0 1,0 1,-1 0,14 9,-21-11,0-1,-1 1,1 0,-1 1,0 0,0 0,-1 0,0 1,0 0,-1 0,0 1,-1-1,0 1,0 0,0 0,-1 0,-1 1,0-1,0 1,-1 0,0-1,0 1,-2 9,1-8,-1-8,1-1,-1 1,1 0,-1 0,1 0,0 0,0-1,0 1,0 0,1 0,-1 0,1-1,0 1,0 0,0 0,0-1,0 1,0-1,1 1,-1-1,1 0,0 1,0-1,0 0,0 0,0 0,0-1,0 1,1 0,-1-1,1 1,-1-1,1 0,-1 0,2 0,10 1,-1-2,1 0,0 0,0-1,0-1,-1 0,1-1,-1-1,0 0,0-1,0 0,-1-1,1 0,-1-1,-1 0,1-1,-1 0,-1-1,7-7,-11 10,0-1,0 0,-1 0,0 0,-1 0,0-1,0 0,0 0,-1 0,0 0,-1 0,0-1,0 1,-1-4,0 8,-1 0,1 0,-1-1,-1 1,1 0,-1-1,1 1,-1 0,0 0,-1 0,1 0,-1 0,0 0,0 0,0 0,0 1,-1-1,1 1,-1 0,0 0,0-1,0 2,0-1,-1 0,1 1,-1-1,0 1,1 0,-4 0,3 0,-1 0,0 1,1 0,-1 0,0 0,0 0,0 1,0 0,0 0,0 1,0-1,1 1,-1 0,0 0,0 0,1 1,-1 0,1 0,-1 0,1 0,0 1,0 0,0 0,0 0,0 0,1 0,-1 1,1 0,0-1,0 1,0 1,1-1,-1 0,1 0,0 1,0 0,1-1,-1 1,1 0,0 0,1-1,-1 1,1 0,0 0,0 0,0 0,1 0,-1 0,1 0,1-1,-1 1,1 0,0 0,4 5,0-1,1 1,0-1,0 0,1-1,0 0,1 0,0-1,0 0,1 0,0-1,0-1,1 1,139 56,-52-31</inkml:trace>
  <inkml:trace contextRef="#ctx0" brushRef="#br0" timeOffset="-17576.389">20456 11296,'-5'2,"0"0,0 0,0 1,0-1,1 1,-1 0,1 1,0-1,0 1,0 0,0 0,1 0,-1 0,1 1,0-1,0 1,1 0,-1 0,1 0,0 0,0 2,-18 115,22-55,2 1,4-1,3-1,2 0,3 0,23 56,-38-121,5 23,1-1,1-1,2 1,0-1,1-1,1 0,1-1,10 12,-20-29,-1 0,1-1,0 0,0 0,0 0,1 0,-1 0,0 0,1-1,-1 0,1 1,0-1,-1-1,1 1,0 0,0-1,-1 0,1 0,0 0,0 0,-1-1,1 0,0 1,-1-1,1-1,0 1,-1 0,0-1,1 0,-1 1,0-1,0-1,0 1,1-1,18-13,-1-1,-2-1,1-1,-2 0,-1-1,0-1,-2-1,0 0,7-16,1 3,-14 51,-8 11,2 1,2-1,0 0,8 24,-10-43,1 1,-1-1,1 0,0 0,1 0,0-1,0 0,1 0,0 0,0 0,1-1,-1 0,1 0,0-1,1 0,0 0,2 0,73 15,-45-21</inkml:trace>
  <inkml:trace contextRef="#ctx0" brushRef="#br0" timeOffset="-17299.128">21178 11778,'-16'-2,"-10"-1,-2 0,-2 0,-4 1,3 1</inkml:trace>
  <inkml:trace contextRef="#ctx0" brushRef="#br0" timeOffset="-17034.784">20269 11551,'18'0,"20"0,24 0,23 2,26 3,20 3,12 3,1 1,-8-1,-27-3</inkml:trace>
  <inkml:trace contextRef="#ctx0" brushRef="#br0" timeOffset="-16788.449">21579 12152,'-7'21,"-4"19,-1 18,4 14,6 11,6 8,4 3,3 1,-1-6,-1-8,-3-14,-2-15,-4-15,-2-18,-1-12</inkml:trace>
  <inkml:trace contextRef="#ctx0" brushRef="#br0" timeOffset="-16615.848">21553 12165,'-3'-13,"0"0,1-1,1 1,0-1,1 0,1 1,0-1,0 1,2-1,-1 1,2 0,0 0,0 0,2 0,-1 1,1 0,7-9,-9 17,0 0,1 0,-1 0,1 1,0 0,0 0,0 0,1 1,-1-1,0 1,1 1,0-1,-1 1,1 0,0 0,0 0,0 1,-1 0,1 0,0 1,0 0,0 0,0 0,11 3,0 0,0 2,0 0,-1 0,0 2,0 0,0 2,6 2,-2 1,0 1,0 1,-1 0,-1 2,-1 0,0 1,-1 1,-1 0,-1 1,0 1,-12-17,0-1,0 1,0 0,0 0,-1 0,1 0,-1 0,0 0,0 0,-1 0,1 1,-1-1,0 0,0 0,0 1,-1-1,0 0,1 0,-1 0,-1 0,1 0,-1 0,1 0,-1 0,0 0,0-1,-1 1,1-1,-1 1,0-1,0 0,-2 2,-14 6,1-1,-2-1,1 0,-1-2,0 0,-1-1,0-1,0-1,0-1,0-1,-20 0,31-1,-11 1,0 0,1-1,-1-1,0-1,0-1,-15-3,11-6,11-2</inkml:trace>
  <inkml:trace contextRef="#ctx0" brushRef="#br0" timeOffset="-13590.04">22515 11938,'17'31,"-2"0,-1 1,-1 0,-1 4,17 40,-29-73,1 0,0 0,0 0,0-1,1 1,-1 0,1-1,-1 1,1-1,0 1,0-1,0 0,0 0,0 0,0 0,1 0,-1-1,1 1,-1-1,1 1,0-1,-1 0,1 0,0 0,0 0,0-1,0 1,0-1,0 0,0 0,0 0,0 0,11-4,-1 0,0-1,0-1,0 0,-1 0,0-1,0-1,-1 0,0-1,0 0,-1-1,0 0,-1 0,3-5,2-4,0-1,-2 0,0-1,-1-1,5-16,-7 20,-8 18,0 1,0-1,0 1,0 0,0 0,0 0,0 0,0-1,0 1,-1 0,1 0,0 1,-1-1,1 0,0 0,-1 0,1 0,-1 1,0-1,1 0,-1 0,0 1,0-1,0 0,0 0,0 1,0 0,1 2,1 5,0 0,1 0,1 0,-1 0,1-1,1 0,-1 1,1-1,1-1,0 1,0-1,0 0,1 0,0-1,0 0,1 0,-1-1,1 0,0 0,1-1,-1 0,1 0,0-1,0 0,6 0,0 0,-1-2,1 0,-1-1,1 0,-1-1,1-1,-1 0,1-1,-1-1,0 0,-1-1,1 0,-1-1,0 0,0-1,0-1,7-6,4-5,0 0,-1-1,-2-1,0-2,-1 0,-1-1,-2 0,2-4,5-15,-3 0,-1-1,-2 0,-2-2,-2 0,-2-1,-2 0,-2-1,-2 0,-2 0,-3 0,-4-46,-18-39,19 126,0 1,0 1,0-1,-1 0,0 0,0 1,0 0,-1-1,1 1,-1 0,-1 1,1-1,-1 1,1 0,-1 0,-1 0,1 1,0 0,-6-3,6 5,0 0,0 0,0 0,0 0,0 1,-1 0,1 0,0 0,0 1,-1-1,1 1,0 1,0-1,0 1,0 0,0 0,1 0,-1 1,1-1,-1 1,1 0,0 1,-2 1,-6 6,0 0,1 1,1 0,0 0,0 1,1 1,-1 3,-4 10,1 1,1 0,2 0,1 1,1 0,2 1,0-1,3 1,0 1,2-1,1 0,1 0,2 0,1 0,1 2,-1-10,2 0,0 1,1-2,1 1,1-1,1 0,1-1,1 0,0-1,2 0,0-1,1-1,0 0,2-1,0-1,1 0,0-1,1-1,1-1,1 0,-5-4,-1-1,1-1,1-1,-1 0,1-1,-1 0,1-2,1 0,-11-1,1-1,-1 0,0 0,1-1,-1 0,0 0,0-1,0 0,0 0,0 0,0-1,0 0,-1-1,1 0,-1 1,0-2,0 1,-1-1,4-3,2-6,-1-1,-1 0,0 0,-1-1,0 0,-2 0,0 0,0-1,-2 0,1-3,-3 9,-7 79,4-63,0 0,1-1,0 1,0 0,1-1,-1 1,1 0,0-1,0 1,0 0,1-1,-1 0,1 1,0-1,1 0,-1 0,1 0,0 0,0 0,0-1,0 1,0-1,1 0,0 0,0 0,-1-1,2 1,-1-1,0 0,2 1,8 1,0-1,-1-1,2 0,-1 0,0-2,0 1,0-2,0 0,0-1,0 0,0-1,0-1,-1 0,1 0,-1-2,0 1,-1-2,1 0,-1 0,-1-1,1-1,-1 0,-1 0,0-1,0-1,-1 1,0-2,-1 1,0-1,4-9,11-26,-22 88,-3-30,1-1,0 1,0-1,1 1,0 0,0-1,2 1,-1 0,1-1,1 0,0 1,0-1,1 0,0 0,1-1,0 0,1 1,-1-1,6 5,-5-8,1 0,0-1,0 1,0-1,1-1,-1 1,1-1,0 0,1-1,-1 0,0-1,1 1,0-1,0-1,-1 0,1 0,0-1,0 0,0 0,0-1,-1-1,1 1,0-1,-1 0,1-1,-1 0,0-1,0 0,0 0,0 0,-1-1,1 0,-1-1,-1 1,1-2,-1 1,0 0,0-1,-1 0,2-4,1-4,-1 0,0 0,-1 0,-1 0,-1-1,0 0,-1 0,0 0,-2-1,0 1,-1-10,-4 16,-1 28,3-9,1 1,-1-1,1 0,1 1,0-1,0 0,1 1,0-1,1 0,0 0,0 0,1 0,0 0,0 0,1-1,1 1,-1-1,1 0,0-1,1 1,0-1,0 0,1 0,0-1,0 0,0 0,1-1,0 0,0 0,4 1,15 3</inkml:trace>
  <inkml:trace contextRef="#ctx0" brushRef="#br0" timeOffset="-13313.786">25041 11363,'2'21,"2"6</inkml:trace>
  <inkml:trace contextRef="#ctx0" brushRef="#br0" timeOffset="-12780.544">26485 11899,'-1'-6,"0"1,-1 0,0 0,0 0,0 0,0 0,-1 1,0-1,0 1,0 0,0-1,-1 1,1 1,-1-1,0 1,-1-1,1 1,0 0,-1 0,0 1,1 0,-1 0,0 0,0 0,-1 1,1-1,-14-3,1 2,-1-1,0 2,0 1,0 0,-14 2,22-1,-1 0,1 1,-1 1,1 0,-1 0,1 1,0 1,0-1,1 2,-1 0,1 0,0 1,0 0,0 0,1 1,0 1,-1 1,9-8,0 1,-1-1,1 1,0-1,0 1,0-1,0 1,1 0,-1-1,0 1,1 0,-1 0,1-1,-1 1,1 0,0 0,0 0,0-1,0 1,0 0,0 0,1 0,-1 0,1-1,-1 1,1 0,-1 0,1-1,0 1,0-1,0 1,0 0,0-1,0 1,3 1,-1 0,1 0,0 0,-1 0,2-1,-1 1,0-1,0 0,1 0,-1-1,1 1,-1-1,1 0,16 2,1-2,-1-1,0 0,0-1,0-2,0 0,0-1,-1-1,1-1,-1-1,0-1,-1 0,0-2,0 0,7-6,-8 3,1-1,-2-1,0 0,0-1,-2-1,0-1,-1 0,0-1,-2 0,0-1,-2 0,0-1,-1 0,-1-1,-1 0,-1 0,-1 0,-1-1,-1 0,0 0,-2 1,-2-17,2 33,0-1,-1 0,0 0,0 0,0 1,-1-1,0 0,-1 0,1 1,-1-1,-1 1,1-1,-1 1,0 0,-1 0,1 0,-1 1,0-1,-1 1,1 0,-1 0,0 0,0 1,0 0,-1 0,-4-3,6 7,0-1,0 1,0 0,0 0,0 0,0 0,0 1,0-1,0 1,1 0,-1 0,0 1,1-1,-1 1,0 0,1 0,0 0,0 0,-1 0,1 1,0 0,1-1,-2 2,-52 78,47-61,1 1,0 0,2 0,0 1,2 0,0 0,2 0,1 0,0 0,2 0,1 5,-1-15,0 0,2 0,-1-1,2 1,0-1,0 1,1-1,0 0,1-1,1 1,0-1,0-1,1 1,0-1,1-1,0 0,1 0,0 0,0-1,8 4,-5-5,0-1,1 0,0-1,0 0,0-1,1-1,-1 0,1-1,0-1,-1 0,1-1,0 0,0-2,0 1,10-4,-15 3,-1 0,0-1,0 0,0 0,0-1,0 0,-1-1,0 0,0 0,0-1,-1 0,0 0,0 0,0-1,-1 0,0-1,0 0,-1 1,0-2,0 1,-1 0,0-1,-1 0,3-8,-5 11,0-1,0 1,0-1,0 0,-1 1,-1-1,1 0,-1 0,0 1,0-1,-1-1,1 6,0-1,0 1,0-1,0 1,0 0,0 0,0 0,-1-1,1 1,-1 1,0-1,1 0,-1 0,0 0,0 1,0-1,0 1,0 0,-1 0,1 0,0 0,-1 0,1 0,0 0,-1 1,1-1,-1 1,1 0,-1-1,1 1,-1 0,-3 2,0 0,1 1,-1-1,1 1,-1 0,1 0,0 1,0-1,0 1,1 0,0 1,-1-1,2 1,-1 0,0 0,1 0,0 0,0 0,0 1,1-1,0 1,0 0,0 0,1 0,0 0,0 0,1 0,-1 0,1 0,0 0,1 2,1 2,1 0,0 0,1-1,0 1,1-1,-1 0,2 0,-1-1,1 1,1-1,-1 0,1-1,1 0,-1 0,1 0,0-1,1-1,-1 1,1-1,1-1,-1 1,0-2,1 1,6 0,61 25</inkml:trace>
  <inkml:trace contextRef="#ctx0" brushRef="#br0" timeOffset="-11748.315">28023 11644,'-10'-3,"0"1,-1 1,1 0,-1 0,1 1,-1 1,1-1,-1 2,1-1,-1 1,1 1,0 0,0 1,0-1,1 2,-1 0,1 0,0 0,1 1,-1 0,1 1,0 0,1 1,-1-1,2 1,-1 0,1 1,4-5,0 0,0 1,0-1,1 0,0 0,0 1,0-1,0 1,1-1,0 1,-1-1,2 1,-1-1,1 1,-1-1,1 1,0-1,1 0,-1 1,1-1,0 0,0 0,0 0,0 0,1-1,0 1,0-1,0 1,0-1,0 0,1 0,-1 0,1-1,0 1,-1-1,1 0,1 0,-1 0,0 0,1-1,7 3,0 0,0-1,1 0,0-1,-1-1,1 0,0-1,0 0,-1-1,1 0,0-1,-1 0,1-1,-1-1,0 0,6-3,-10 4,0 0,0-1,0 0,-1 0,0-1,0 0,0-1,-1 1,1-1,-1 0,0-1,-1 1,0-1,0 0,0-1,-1 1,0-1,-1 0,0 0,0 0,0 0,-1 0,0-1,0-6,-1 14,-1 0,1-1,-1 1,0 0,1 0,-1-1,0 1,0 0,0-1,1 1,-2 0,1-1,0 1,0 0,0-1,0 1,-1 0,1-1,-1 1,1 0,-1 0,1 0,-1-1,0 1,0 0,1 0,-1 0,0 0,0 0,0 0,0 1,0-1,0 0,-1 0,1 1,0-1,0 0,0 1,-1 0,1-1,0 1,-1 0,1-1,0 1,-1 0,1 0,0 0,-1 0,1 0,0 0,0 1,-1-1,1 0,0 1,-1-1,1 1,-1 0,-3 2,1 1,0 0,-1 0,1 0,0 0,1 1,-1-1,1 1,0 0,0 0,1 0,-1 0,1 1,0-1,1 1,-1-1,1 1,0 0,0-1,1 1,0 0,0 0,0 0,1-1,0 1,0 0,0-1,1 1,-1-1,1 1,1-1,-1 0,1 0,0 0,0 0,4 4,3-2,-1-1,1 0,0-1,1 0,0-1,-1 0,1-1,0 0,1 0,-1-1,0-1,1 0,-1-1,1 0,-1 0,1-1,-1-1,0 0,1-1,-1 0,0 0,-1-1,1-1,-1 0,0 0,0-1,0 0,-1-1,0 0,5-5,-7 6,-1 0,0-1,0 1,0-2,-1 1,-1 0,1-1,-1 0,0 0,-1 0,0-1,0 1,-1-1,0 1,1-8,-4 17,1 0,-1 0,1-1,-1 1,0 0,1-1,-1 1,0-1,1 1,-1-1,0 1,0-1,0 1,1-1,-1 0,0 0,0 1,0-1,0 0,0 0,0 0,0 0,1 0,-1 0,0 0,0 0,0 0,0 0,0-1,0 1,0 0,1 0,-1-1,0 1,0-1,0 1,1-1,-1 1,0-1,1 0,-1 1,0-1,1 0,-1 1,1-1,-1 0,1 0,-1 1,1-1,0 0,-1 0,1 0,0 0,0 1,-1-1,1 0,0 0,0 0,0 0,0 0,0 0,0 0,1 0,-1 0,0 1,0-1,1 0,-1 0,0 0,1 0,-5 6,1-1,0 1,0 0,0 0,1 0,0 1,0-1,0 1,0-1,1 1,0-1,0 1,1 0,-1-1,1 1,0 0,1-1,0 1,0 0,0-1,0 1,1-1,0 1,0-1,0 0,1 0,0 0,0 0,0 0,0 0,1-1,0 0,0 0,0 0,1 0,2 2,1-2,-1 0,0 0,1-1,0 0,0-1,0 1,0-2,0 1,0-1,1 0,-1-1,0 0,1 0,-1-1,0 0,0 0,0-1,0 0,0 0,0-1,0 0,-1-1,1 1,-1-2,0 1,0-1,0 0,-1 0,0-1,0 1,0-1,-1-1,0 1,2-4,4-5,-1 0,-1-1,0 0,-1 0,-1-1,1-6,-6 13,-8 24,3-9,1 0,0 0,1 0,-1 0,1 0,0 1,0-1,1 1,0-1,0 1,0-1,1 0,-1 1,1-1,0 0,1 1,-1-1,1 0,0 0,1 0,-1 0,1-1,0 1,0-1,0 1,1-1,-1 0,1 0,0-1,0 1,1-1,-1 0,1 0,-1 0,1-1,0 1,5 1,-4-3,-1 0,1-1,-1 1,1-1,0 0,-1-1,1 1,-1-1,1 0,-1-1,1 1,-1-1,0 0,1 0,-1-1,0 1,-1-1,1 0,0-1,-1 1,0-1,0 0,0 0,0-1,8-8,0-2,-1 1,0-2,-2 1,0-1,6-16,10-37,-3 0,-4-2,-2-1,-4 0,-3 0,-3-1,-3 0,-4-22,1 74,1 4,0-1,-2 0,0 0,-1 1,0-1,-2 1,0 0,-1-1,-3-5,8 22,-1-1,0 1,1-1,-1 1,0 0,0 0,0-1,0 1,0 0,0 0,-1 0,1 0,0 0,0 0,-1 1,1-1,-1 0,1 1,-1-1,1 1,-1-1,1 1,-1 0,1-1,-1 1,1 0,-1 0,1 0,-1 1,1-1,-1 0,0 0,1 1,-1-1,1 1,0-1,-1 1,1 0,-1 0,1-1,0 1,0 0,-1 0,1 0,0 0,0 1,0-1,0 0,0 0,0 1,1-1,-1 0,0 1,1-1,-1 1,1-1,-1 1,1-1,0 1,-14 22,2 1,1 0,1 1,1 1,2-1,0 1,2 1,1-1,1 1,1 10,1-4,1 1,2-1,1 0,2 1,1-1,2-1,1 0,1 0,3 0,0-2,2 1,1-2,1 0,5 2,126 157,-115-152</inkml:trace>
  <inkml:trace contextRef="#ctx0" brushRef="#br0" timeOffset="-10466.425">28731 11230,'136'40,"17"6,116 52,-252-92,-1 0,0 2,0 0,-1 1,0 0,0 1,-1 1,-1 0,1 1,5 8,-16-16,-1-1,0 1,0 0,0-1,0 1,0 0,-1 0,1 0,-1 1,0-1,-1 0,1 0,-1 1,0-1,0 0,0 1,0-1,-1 0,1 0,-1 0,-1 1,0 2,-50 83,27-55,25-35,-1 1,1 0,-1-1,0 1,1 0,-1-1,1 1,0 0,-1 0,1-1,-1 1,1 0,0 0,0 0,0 0,-1 0,1-1,0 1,0 0,0 0,0 0,0 0,0 0,1-1,-1 1,0 0,0 0,1 0,-1 0,0-1,1 1,-1 0,1 0,-1-1,1 1,-1 0,1-1,0 1,-1 0,1-1,0 1,-1-1,1 1,0-1,0 0,-1 1,1-1,0 0,0 1,0-1,0 0,-1 0,1 0,0 0,0 0,0 0,0 0,0 0,0 0,-1 0,1 0,0-1,0 1,0 0,0-1,-1 1,1 0,0-1,0 1,-1-1,7-1,-1-1,0 1,-1-1,1-1,-1 1,1-1,-1 0,0 0,0 0,-1-1,1 0,-1 0,0 0,0 0,-1-1,0 0,0 1,0-1,0 0,-1-1,5-13,-1 0,0 0,-2 0,0-1,0-13,-3 17,1 7,0 1,-1-1,-1 0,1 0,-2 1,1-1,-1 0,-1 0,0 1,0-1,-2-2,4 12,-1-1,1 1,0-1,-1 1,1-1,-1 1,1-1,0 1,-1-1,1 1,-1 0,0-1,1 1,-1 0,1 0,-1-1,1 1,-1 0,0 0,1 0,-1 0,1-1,-1 1,0 0,1 0,-1 0,0 1,1-1,-1 0,1 0,-1 0,0 0,1 0,-1 1,1-1,-1 0,1 1,-1-1,1 0,-1 1,1-1,-1 1,1-1,-1 0,1 1,-1-1,1 1,0 0,-1-1,1 1,0-1,0 1,-1-1,1 1,-19 32,15-28,1 0,0 0,1 1,-1-1,1 1,0-1,0 1,1 0,0-1,0 1,0 0,1 0,-1 0,1 0,1 0,-1-1,1 1,0 0,1 0,-1-1,1 1,0 0,1-1,-1 0,1 0,0 1,0-2,1 1,-1 0,1-1,0 1,0-1,1 0,-1-1,1 1,5 2,-3-3,0 0,1-1,-1 0,1-1,-1 0,1 0,0 0,-1-1,1 0,0 0,-1-1,1 0,-1-1,1 0,-1 0,0 0,1-1,-1 0,0 0,-1-1,1 0,-1 0,0-1,0 1,0-2,0 1,-1 0,0-1,0 0,0 0,1-3,-1 0,1 0,-2 0,1 0,-1-1,-1 1,0-1,0 0,-1 0,0 0,-1 0,0-1,0 0,-2 10,1 1,-1-1,1 0,-1 1,1-1,-1 1,1-1,-1 1,0 0,1-1,-1 1,0-1,0 1,1 0,-1 0,0 0,0-1,1 1,-1 0,0 0,0 0,0 0,1 0,-1 0,0 0,0 0,1 1,-1-1,0 0,0 0,1 1,-1-1,0 0,1 1,-1-1,0 1,1-1,-1 1,1-1,-1 1,0-1,1 1,0 0,-1-1,1 1,-1 0,1-1,0 1,-1 0,1 0,0-1,0 1,0 0,-1 0,1 0,-3 3,-1 0,1 0,0 0,0 0,0 1,0 0,1-1,0 1,0 0,0 0,1 0,-1 1,1-1,1 0,-1 0,1 1,0-1,0 0,0 1,1-1,-1 0,1 0,1 1,-1-1,1 0,0 0,0-1,0 1,1 0,0-1,-1 1,2-1,-1 0,0 0,1 0,0 0,0-1,0 1,0-1,1 0,-1 0,4 1,-3-3,0 1,0-1,1 0,-1 0,0 0,1-1,-1 0,0 0,1 0,-1-1,0 0,1 0,-1 0,0-1,0 1,0-1,0 0,0-1,-1 1,1-1,-1 0,1 0,-1-1,3-2,0-1,-1 1,0-1,0-1,-1 1,0-1,0 1,-1-1,0-1,0 1,-1-1,0 1,0-1,-1 0,0-2,-2 11,-1 0,1 0,0 0,0 0,-1 0,1 0,0 1,0-1,-1 0,1 0,0 0,0 0,-1 0,1-1,0 1,0 0,-1 0,1 0,0 0,0 0,-1 0,1 0,0 0,0-1,0 1,-1 0,1 0,0 0,0 0,0-1,-1 1,1 0,0 0,0 0,0-1,0 1,0 0,0 0,0-1,-1 1,1 0,0 0,0-1,0 1,0 0,0-1,-15 24,9-14,1 0,0 0,1 1,0-1,1 1,-1 0,2 0,0 1,0-1,0 0,2 1,-1 1,2-9,-1-1,1 1,0-1,-1 1,1-1,0 0,1 0,-1 1,0-1,1 0,-1 0,1 0,-1 0,1 0,0-1,0 1,0 0,0-1,0 0,0 1,1-1,-1 0,0 0,1 0,-1 0,1-1,-1 1,1-1,-1 1,1-1,-1 0,1 0,0 0,86-12,7-36,-95 48,0 0,0 0,1 0,-1 0,0 1,0-1,0 0,0 0,0 1,0-1,0 1,0-1,0 1,0 0,-1-1,1 1,0 0,0-1,0 1,-1 0,1 0,0 0,-1 0,1 0,-1-1,1 1,-1 0,1 0,-1 0,0 1,0-1,1 0,-1 0,0 0,0 0,0 0,0 0,0 0,0 0,0 0,-1 0,1 0,0 0,-1 0,1 0,0 0,-1 1,1 1,0 7,0 0,1 0,1-1,0 1,0 0,0-1,1 1,1-1,4 8,-7-14,1 0,0 0,0 0,0 0,0-1,0 1,1 0,-1-1,1 0,-1 0,1 1,0-1,0-1,0 1,0 0,1-1,-1 0,0 0,1 0,-1 0,0 0,1-1,-1 1,1-1,-1 0,1 0,-1 0,1-1,1 1,3-4,-1 0,1 0,-1 0,1-1,-1 0,-1 0,1-1,-1 0,0 0,0-1,-1 1,0-1,0 0,0-1,-1 1,0-1,-1 0,0 0,0 0,0 0,-1-1,-1 1,1-4,20-87,-4 0,-4-1,-3-33,0 14,19-152,-34 265,-3 23,-12 29,2 1,3 1,2 0,1 1,3 1,2-1,2 1,3 0,1 0,3 0,2 0,2-1,2 0,9 25,-17-72,7 27,2 0,0-1,2 0,1-1,8 11,-17-34</inkml:trace>
  <inkml:trace contextRef="#ctx0" brushRef="#br0" timeOffset="-10223.137">30148 11056,'-7'-18,"-4"-9,-1-1,7 3,10 7,15 6,16 9,19 8,15 6,10 2,3 2,-4 0,-16-1</inkml:trace>
  <inkml:trace contextRef="#ctx0" brushRef="#br0" timeOffset="-8913.813">13211 12687,'851'-23,"-361"48,-239-8,0-11,12-11,-175-4,-88 9,1-1,-1 1,1 0,-1-1,1 1,0 0,-1 0,1-1,-1 1,1 0,0 0,-1 0,1 0,0 0,-1 0,1 0,0 0,-1 0,1 0,0 0,-1 0,1 1,-1-1,1 0,0 0,-1 1,1-1,-1 0,1 1,-1-1,1 0,-1 1,1-1,-1 1,1-1,-1 1,1-1,-1 1,0-1,1 1,-1 0,0-1,0 1,1 0,-1-1,0 1,0-1,0 1,0 0,0-1,0 1,0 0,0 0,-5 8</inkml:trace>
  <inkml:trace contextRef="#ctx0" brushRef="#br0" timeOffset="-8132.99">17287 12834,'-18'3,"157"6,-92-9,1088 1,-190-49,-720 31,-176 14,33-5,0 4,0 3,1 4,-1 3,29 8,-101-12,40 17,-63-16,-12-10,13 3</inkml:trace>
  <inkml:trace contextRef="#ctx0" brushRef="#br0" timeOffset="-6827.471">22287 12753,'27'-12,"1"2,0 0,0 2,1 1,0 1,0 1,1 2,-1 1,16 1,-5-1,616-14,-213 10,1272-13,-513-8,-14 1,204 27,-1310-15,-84 13,-10 1</inkml:trace>
  <inkml:trace contextRef="#ctx0" brushRef="#br0" timeOffset="-5668.18">12849 14037,'16'0,"16"-2,15-4,13-2,9-2,5 0,1 0,-3 1,-10 3,-10 2,-12 4,-10 2,-13 0,-9 1</inkml:trace>
  <inkml:trace contextRef="#ctx0" brushRef="#br0" timeOffset="-3010.626">14441 13689,'-42'443,"23"-305,14-133,4-20,9-287,-29-55,38 421,-13-48,0-1,1 1,1-1,1 0,0 0,1-1,0 0,1 0,1-1,0 0,1-1,0 0,5 4,-12-14,0 0,0 0,1 0,-1 0,0-1,1 0,0 0,-1 0,1 0,0-1,-1 1,1-1,0-1,-1 1,1-1,0 1,-1-1,1-1,-1 1,1 0,-1-1,1 0,-1 0,0-1,0 1,0-1,1-1,11-8,-1 0,-1 0,0-2,-1 1,-1-2,3-4,-3 4,0-2,-1 0,-1 0,0-1,-1-1,-1 1,-1-1,-1 0,-1-1,0 0,-1 0,-1-8,-5 15,-5 31,-11 57,3 1,4 0,3 0,3 9,5-83,0 153,1-143,0-1,1 0,0 0,1 0,0-1,1 1,0-1,1 0,0 0,0 0,1 0,5 5,-8-12,-1 0,1 0,0 0,0 0,0-1,1 1,-1-1,1 0,-1 0,1 0,0-1,-1 1,1-1,0 0,0 0,0 0,0-1,0 1,0-1,0 0,0 0,0 0,0-1,0 1,0-1,0 0,0 0,0-1,0 1,-1-1,1 0,9-4,-1-1,-1-1,0 0,0 0,0-1,-1-1,0 0,4-5,34-48,-48 63,1 0,-1 0,0 0,1 0,-1 0,0 0,1 0,-1 0,0 0,1 0,-1 0,0 0,1 1,-1-1,0 0,1 0,-1 0,0 0,1 1,-1-1,0 0,0 0,1 1,-1-1,0 0,0 1,1-1,-1 0,0 1,0-1,0 0,0 1,0-1,1 0,-1 1,0-1,0 0,0 1,0-1,0 0,0 1,0-1,0 0,0 1,0-1,-1 1,1-1,0 0,0 1,0-1,0 0,0 1,-1-1,1 0,0 0,0 1,-1-1,1 0,0 1,0-1,-1 0,1 0,0 0,-1 1,1-1,0 0,-1 0,1 4,-2 11,0-11,1 0,0 1,0-1,0 1,0-1,1 1,0-1,0 1,0-1,0 1,1-1,0 1,-1-1,2 1,-1-1,0 0,1 1,0-1,0 0,0 0,1 0,-1-1,1 1,0 0,0-1,0 0,1 0,-1 0,1 0,4-2,0 0,0 0,0-1,0 0,0 0,1-1,-1 0,0-1,-1 0,1 0,0 0,0-1,-1 0,0-1,1 0,-1 0,-1 0,1-1,-1 0,1 0,-2-1,1 0,0 0,-1 0,0-1,-1 1,0-1,0 0,0-1,-1 1,2-4,-3 5,-1 0,1-1,-1 1,0-1,0 1,-1-1,0 1,0-1,-1 1,1-1,-2 1,1-1,0 1,-1 0,-1 0,1 0,-1 0,0 0,0 0,0 1,-1-1,0 1,0 0,0 0,-1 0,0 1,0 0,0 0,0 0,-1 0,1 1,-1 0,0 0,0 1,0-1,0 1,-1 0,1 1,0 0,-1 0,-3 0,3 0,0 0,0 1,0 0,0 0,0 1,0 0,0 0,0 0,0 1,0 0,1 1,-1-1,1 1,0 0,0 1,0 0,0 0,0 0,1 0,0 1,0 0,0 0,1 1,-1-1,1 1,0 0,1 0,0 0,0 0,0 1,1-1,-1 1,0 5,3-8,1 0,-1-1,1 1,-1 0,1 0,0-1,1 1,-1 0,1-1,-1 1,1-1,0 0,0 1,1-1,-1 0,1 0,-1-1,1 1,0 0,0-1,0 0,0 1,1-1,-1-1,1 1,2 1,5 1,0 1,0-2,1 0,0 0,-1-1,1 0,0-1,1 0,13-2,0-1,0-1,-1-1,0-1,0-1,0-1,0-2,-1 0,4-4,-25 11,-2 1,0 0,0 1,0-1,0 0,0 0,0 0,0 0,0 1,0-1,0 0,0 1,0-1,0 1,1-1,-1 1,0 0,0-1,1 1,-1 0,0 0,0 0,1 0,-1 0,0 0,1 0,-1 1,0-1,0 0,1 1,-1-1,0 1,0-1,0 1,0 0,0-1,0 1,0 0,0 0,0 0,0 0,0 0,0 0,0 0,-1 0,1 0,-1 0,1 0,0 0,-1 0,0 1,1-1,-1 1,2 24,-3-21,1 0,0 0,0 0,1 0,-1 0,1 0,0 0,0-1,1 1,-1 0,1 0,0-1,1 1,-1-1,1 0,0 0,0 0,0 0,0 0,4 2,1-1,0 0,0-1,1-1,0 1,0-1,0-1,0 0,0 0,0-1,0 0,1 0,-1-1,0 0,0-1,1 0,-1-1,0 1,0-2,0 1,0-1,-1-1,1 0,-1 0,0 0,0-1,0 0,-1-1,1 0,-1 0,-1-1,5-4,-6 6,0 0,0 0,0 0,-1 0,0-1,0 0,0 0,-1 0,0 0,0-1,0 1,-1-1,0 0,0 0,-1 0,0 0,0 0,0 0,-1 0,0 0,-1 0,0 0,0 0,0 0,-1 0,0 1,0-1,0 0,-1 1,0 0,-1-1,1 1,-1 1,0-1,-1 0,0 1,1 0,-1 0,-1 0,1 1,-4-2,-1 1,1 1,-2 1,1-1,0 2,-1-1,1 1,-1 1,0 0,1 1,-1 0,0 0,0 1,1 0,-1 1,0 1,4-2,0 1,-1 0,1 0,0 1,0 0,0 0,1 1,-1 0,1 0,0 0,0 1,0 0,1 0,-1 1,1-1,1 1,-1 0,1 1,0-1,0 1,-1 4,3-6,1 1,-1-1,1 1,0-1,1 1,-1 0,1 0,0-1,1 1,-1 0,1-1,0 1,1 0,-1-1,1 0,0 1,1-1,-1 0,1 0,0 0,0 0,1-1,-1 1,1-1,0 0,0 0,4 2,7 7,1-1,0 0,1-2,0 0,0-1,1 0,10 2,-3-1,0-2,1 0,0-1,0-1,1-2,0-1,0-1,25-1,-47-2,0 0,0 1,-1-2,1 1,0-1,0 0,-1 0,1 0,-1 0,1-1,-1 0,0 0,0 0,0 0,-1-1,1 1,-1-1,0 0,0 0,0 0,0 0,-1-1,0 1,0-1,0 0,0 1,-1-1,0 0,0 0,0-2,3-8,-2-1,0 1,-1-1,0 1,-1-1,-1 1,-1-1,0 1,-1-1,0 1,-2 0,1 0,-2 1,0-1,-1 1,0 1,-1-1,-3-3,10 17,1 0,0 0,0-1,-1 1,1 0,0 0,0-1,0 1,-1 0,1 0,0-1,0 1,0 0,0-1,-1 1,1 0,0-1,0 1,0 0,0-1,0 1,0 0,0-1,0 1,0 0,0-1,0 1,0 0,0-1,1 1,-1 0,0-1,0 1,0 0,0-1,0 1,1 0,-1 0,0-1,0 1,1 0,-1 0,0 0,0-1,1 1,-1 0,0 0,0 0,1-1,-1 1,0 0,1 0,-1 0,0 0,1 0,-1 0,0 0,1 0,-1 0,0 0,1 0,-1 0,1 0,28 4,-22-3,94 12,80 16,-176-28,0 0,0 0,-1 1,1-1,0 1,-1 0,1 0,-1 1,1 0,-1-1,0 1,0 1,0-1,-1 0,1 1,-1 0,0 0,0 0,0 0,-1 1,1-1,-1 1,2 4,-3 2,1 1,-1 0,-1 0,0-1,-1 1,0 0,0 0,-4 10,-3 71,9-90,-1 0,1 0,-1 0,1 0,0 0,0 0,0-1,1 1,-1 0,1-1,-1 1,1-1,0 1,0-1,0 0,0 0,0 0,1 0,-1 0,0 0,1-1,0 1,-1-1,1 0,0 0,0 0,0 0,0 0,0 0,0-1,0 1,2-1,4 0,0 1,1-1,-1-1,0 0,0-1,1 1,-1-2,0 1,0-1,0-1,8-4,0-1,-1-1,-1 0,1-1,-2 0,0-1,0-1,-1-1,-1 0,0 0,-1-1,0 0,-1-1,-1-1,-1 1,0-1,-1-1,2-11,-2-47,-7 74,0 0,0 0,0 0,-1 0,1 0,-1 1,1-1,-1 0,0 0,0 0,0 0,0 1,0-1,0 0,0 1,0-1,-1 1,1-1,-1 1,1 0,-1 0,1-1,-1 1,0 0,0 1,1-1,-1 0,0 0,0 1,0-1,0 1,0-1,0 1,0 0,0 0,-1 0,-3 2,-1 0,1 0,0 1,0 0,0 0,0 1,1-1,-1 1,1 0,0 1,0-1,0 1,1 0,0 0,0 1,0-1,0 1,1 0,0 0,0 0,1 0,0 1,0-1,0 0,1 1,-1 0,1 1,0-1,0 1,0-1,1 1,0-1,1 1,0-1,0 0,0 1,1-1,0 0,0 0,1 0,0 0,0 0,1 0,0-1,0 0,0 0,1 0,0 0,0-1,2 2,7 5,0-1,0 0,1-1,0-1,1 0,0-1,0-1,1-1,7 2,41 10,1-3,1-4,39 2,-9-4</inkml:trace>
  <inkml:trace contextRef="#ctx0" brushRef="#br0" timeOffset="2013.999">18398 13262,'-18'4,"-14"11,-7 17,-2 18,2 19,7 19,9 11,11 11,14 6,16 0,16-7,14-12,10-16,7-17,1-20,-2-17,-11-13</inkml:trace>
  <inkml:trace contextRef="#ctx0" brushRef="#br0" timeOffset="2597.947">18932 13636,'12'2,"-1"-1,1 0,-1 0,1-1,0-1,-1 0,1 0,-1-1,1-1,-1 0,0 0,0-1,0-1,-1 1,1-2,-1 0,-1 0,1 0,-1-2,0 1,0-1,1-2,0 0,-1-1,-1 0,0 0,0 0,-1-1,0 0,-1-1,-1 1,0-1,0 0,-1-1,-1 1,-1-1,0 1,0-1,-1 0,-1 0,0 0,-1 1,-1-1,-1-3,4 14,-1 0,-1-1,1 1,0 0,-1-1,0 1,1 0,-2-1,1 1,0 0,0 0,-1 0,0 0,1 0,-1 1,0-1,-1 0,1 1,0 0,-1-1,1 1,-1 0,0 0,1 0,-1 1,0-1,0 1,-1-1,1 1,0 0,0 0,0 1,-1-1,1 1,-4-1,1 5,0-1,0 1,0 0,1 1,-1-1,1 1,0 0,1 0,-1 1,1-1,0 1,0 0,1 0,0 1,0-1,-2 5,-6 16,2-1,0 1,2 1,0-1,2 1,1 0,2 1,1-1,0 0,3 1,0-1,1 0,2 0,3 7,-3-19,0 1,2-1,-1 0,2 0,0-1,1 0,1-1,0 0,7 7,-12-15,0 0,1-1,0 1,0-1,0 0,1-1,-1 0,1 0,0 0,1-1,-1 0,0 0,1-1,0 0,-1 0,1-1,0 0,0 0,0-1,0 0,7-1,-7-1,0 0,0 0,0-1,0 0,-1-1,1 1,-1-2,0 1,0-1,0 0,0 0,-1-1,0 0,0 0,-1 0,0-1,0 0,0 0,-1 0,11-19,-1 0,-2 0,-1-1,6-22,-8 25,-9 24,0 0,0 1,0-1,0 0,0 0,0 0,1 0,-1 0,0 0,0 0,0 0,0 0,0 1,1-1,-1 0,0 0,0 0,0 0,0 0,1 0,-1 0,0 0,0 0,0 0,0 0,1 0,-1 0,0 0,0 0,0 0,0 0,1-1,-1 1,0 0,0 0,0 0,0 0,0 0,0 0,1 0,-1 0,0-1,0 1,0 0,0 0,0 0,0 0,2 21,-2-17,-1 5,0 0,1 1,0-1,1 0,0 0,0 0,1 0,0 0,1 0,0-1,0 1,1-1,0 0,1 0,-1 0,2 0,-1-1,1 0,0 0,0 0,1-1,0 0,0 0,0-1,1 0,0 0,15 1</inkml:trace>
  <inkml:trace contextRef="#ctx0" brushRef="#br0" timeOffset="3345.702">19600 13275,'113'85,"-92"-73,-1 1,-1 1,0 1,0 1,-2 0,0 2,-1 0,-1 0,-1 1,0 1,7 16,17 96,-24-64,-13-65,-1-1,0 1,1 0,-1-1,1 1,0 0,0-1,0 1,0-1,0 1,1-1,-1 0,1 1,0-1,0 0,-1 0,1 0,0 0,1-1,-1 1,0 0,0-1,1 0,-1 1,1-1,-1 0,1 0,0 0,-1-1,1 1,0-1,-1 1,1-1,0 0,0 0,-1 0,1-1,0 1,2-1,6-5,-1 0,1-1,-1-1,0 1,-1-2,0 1,0-1,-1-1,0 1,-1-1,0-1,-1 1,0-1,0 0,3-11,11-23,-23 59,1 1,1-1,0 1,1-1,0 1,3 12,-2-23,1 0,-1 0,1 0,0 0,0 0,1 0,-1-1,1 1,0-1,0 0,0 0,0 0,0 0,1 0,-1-1,1 1,0-1,-1 0,1 0,0-1,0 1,1-1,-1 0,4 1,107 6,-107-8,130-10,-123 7</inkml:trace>
  <inkml:trace contextRef="#ctx0" brushRef="#br0" timeOffset="4698.268">20603 13623,'-2'9,"-1"7,0 4,0 1,2-2,0-1,2-2,5-3,2-4,0-6,-3-5,-5-8,-3-1</inkml:trace>
  <inkml:trace contextRef="#ctx0" brushRef="#br0" timeOffset="4896.823">20697 13262,'-3'-5,"1"2,-1 2,0 5,2 5,0 6,0 8,1-1</inkml:trace>
  <inkml:trace contextRef="#ctx0" brushRef="#br0" timeOffset="5254.972">20843 13743,'13'2,"-1"0,1-1,-1 0,1-1,-1 0,1-1,-1 0,1-1,-1-1,0 0,0 0,0-1,0-1,0 0,-1-1,8-5,-17 10,0 0,0-1,0 1,0-1,0 0,0 0,0 0,-1 0,1 0,-1 0,1 0,-1 0,0 0,0-1,0 1,0-1,0 1,-1-1,1 1,-1-1,1 1,-1-1,0 1,0-1,0 1,0-1,-1 0,1 1,-1-1,1 1,-1-1,0 1,0 0,0-1,0 1,-1 0,1 0,-1 0,1 0,-1 0,0 0,1 0,-1 0,0 1,0-1,0 0,-2 0,-1 0,1 0,-1 0,1 0,-1 1,0-1,1 1,-1 0,0 1,0-1,0 1,0 0,1 0,-1 1,0-1,0 1,0 0,1 0,-1 1,0 0,1-1,-1 1,1 1,0-1,0 1,0 0,0-1,0 2,1-1,-1 0,1 1,0 0,0-1,0 1,0 1,1-1,0 0,-1 0,2 1,-1 0,0-1,1 1,0 0,0-1,1 1,-1 0,1 0,0 0,0 0,0 1,1-1,0 0,0 0,0 0,1-1,-1 1,1 0,0 0,1-1,-1 1,1-1,0 0,0 0,0 0,1 0,-1 0,1-1,0 0,0 0,0 0,3 2,8 4,0-1,0-1,0 0,1-1,0-1,16 3,19 2,-1-2,1-3,14-2,5 0</inkml:trace>
  <inkml:trace contextRef="#ctx0" brushRef="#br0" timeOffset="5921.172">22474 13756,'-17'-13,"0"0,-2 2,1 0,-1 1,-1 0,0 2,-7-2,21 8,0 0,0 1,0-1,0 1,0 0,0 1,0 0,0 0,0 0,0 0,0 1,0 0,0 1,0-1,0 1,0 0,1 0,-1 1,1 0,0 0,-1 0,1 1,1-1,-1 1,0 1,1-1,-3 4,4-5,0 0,1 0,0 0,0 0,0 0,0 0,0 0,1 1,-1-1,1 1,0-1,0 1,0 0,1-1,-1 1,1 0,0-1,0 1,0 0,0-1,1 1,0 0,-1-1,1 1,0 0,1-1,-1 0,1 1,0-1,-1 0,1 0,1 0,-1 0,0 0,1 0,0 0,-1-1,1 0,0 1,2 0,7 0,0 0,0-1,0 0,0-1,1 0,-1-1,0-1,0 0,0 0,1-1,-1-1,-1 0,1-1,0 0,-1 0,0-1,0-1,0 0,-1-1,4-2,1 0,0-1,-1 0,0-1,-1 0,0-1,-1-1,0 0,-1 0,-1-1,0 0,-1-1,0-1,-1 1,-1-1,0 0,-2-1,0 1,2-10,-2 1,-1-1,-1 0,-1 0,-1 0,-1 0,-2 0,0 0,-7-24,9 47,0 0,0 0,-1 0,1-1,-1 1,0 0,0 0,0 0,-1 1,1-1,-1 0,1 0,-1 1,0-1,0 1,0-1,0 1,0 0,-1 0,1 0,-1 0,0 0,1 0,-1 1,0 0,0-1,0 1,0 0,0 0,-3 0,1 4,-1 0,1 1,0-1,0 1,1 0,-1 0,1 1,0-1,0 1,0 0,1 0,-1 1,1-1,1 1,-1-1,1 1,0 0,0 0,0 3,-8 16,1 1,2 0,0 1,2 0,1 0,1 0,2 0,0 1,2-1,1 0,2 9,-3-27,1-1,0 1,1 0,0-1,0 0,0 0,1 0,1 0,-1 0,1-1,1 0,-1 0,1 0,0-1,1 1,-1-2,1 1,1-1,-1 0,1 0,-1-1,1 0,1-1,-1 1,0-2,1 1,-1-1,1 0,0-1,0 0,0 0,4-1,-2-2,-1 0,1 0,-1-1,0-1,0 0,0 0,0-1,-1 0,0 0,0-1,0 0,-1-1,0 0,0 0,0-1,-1 0,0 0,-1-1,0 0,0 0,-1 0,0-1,-1 0,0 0,-1 0,0 0,0 0,-1-1,0-2,-1 12,-1 0,1 0,-1 0,1 0,-1 0,0 0,1 0,-1 0,0 0,0 0,0 0,0 0,0 0,0 0,0 0,0 0,0 0,-1 0,1 0,0 0,0 0,-1 0,1 0,-1 0,1 0,-1 1,1-1,-1 0,0 0,1 0,-1 1,0-1,0 0,0 1,1-1,-1 1,0-1,0 1,0-1,0 1,0 0,0-1,0 1,0 0,0 0,0-1,0 1,0 0,0 0,0 0,0 0,0 1,0-1,0 0,0 0,0 1,0-1,0 0,0 1,0-1,0 1,1-1,-1 1,-3 4,0 0,0 0,1 0,0 0,0 0,0 1,1 0,0-1,0 1,0 0,1 0,-1 0,2 0,-1 0,1 1,0-1,0 0,0 0,1 0,0 0,0 0,1 0,0 0,0 0,0-1,0 1,1-1,2 4,2 1,0-1,0 0,0-1,1 0,1 0,-1-1,1 0,8 5,31 19</inkml:trace>
  <inkml:trace contextRef="#ctx0" brushRef="#br0" timeOffset="6415.918">23598 13328,'7'8,"1"-1,0 0,0 0,1-1,0 0,0-1,0 1,1-2,-1 0,1 0,0 0,0-2,1 1,-1-1,1 0,-1-1,1-1,-1 0,6 0,3-1,-1-1,0 0,0-1,0-1,0-1,-1-1,1 0,-1-1,-1-1,14-9,-24 15,0-2,0 1,0-1,-1 0,0 0,1 0,-2-1,1 0,0 0,-1 0,0 0,0-1,-1 0,1 1,-1-1,-1-1,1 1,-1 0,0-1,0 1,-1-1,0 1,0-1,0 0,-1 0,0 1,-1-6,0 10,0-1,0 1,-1-1,1 1,0 0,-1 0,0-1,0 1,1 0,-1 1,0-1,-1 0,1 0,0 1,0-1,-1 1,1 0,-1 0,1 0,-1 0,1 0,-1 0,0 1,1 0,-1-1,0 1,0 0,1 0,-1 0,-2 1,-2 0,-1 0,1 0,0 1,0 0,0 1,0 0,0 0,1 0,-1 1,-5 4,-3 6,0 1,2 1,-1 0,2 0,0 2,1-1,1 2,1-1,1 1,0 1,1-1,1 1,1 0,1 1,1-1,-1 16,0 34,4 0,2 0,3 0,3-1,4 0,2 0,18 47,12 74,-42-179,3 6,-2-1,1 1,-2 0,0-1,-1 1,-1 0,-1 0,0 0,-1 0,-1 0,0 0,-8 6</inkml:trace>
  <inkml:trace contextRef="#ctx0" brushRef="#br0" timeOffset="7296.281">23652 13903,'230'21,"-211"-21,0 0,-1-1,1-1,-1-1,1-1,-1 0,5-3,-17 6,0-2,0 1,-1-1,1 0,-1 0,1-1,-1 1,0-1,0 0,-1-1,1 1,-1-1,0 0,0 0,-1 0,1 0,-1-1,0 0,-1 1,1-1,-1 0,-1 0,1-1,0-4,0 0,-1 0,-1 0,0 0,0 0,-1 1,0-1,-1 0,0 0,-3-7,4 13,-1 0,0 0,0 0,0 0,-1 0,0 0,0 0,0 1,0 0,-1 0,0-1,1 2,-2-1,1 0,0 1,-1 0,1 0,-1 0,0 1,0 0,0 0,0 0,5 2,0 0,0 1,0-1,0 0,0 0,0 1,0-1,0 0,0 1,0-1,0 0,0 1,0-1,0 0,0 1,0-1,0 0,0 0,0 1,-1-1,1 0,0 1,0-1,0 0,0 0,-1 1,1-1,0 0,0 0,-1 0,1 1,0-1,20 7,1-1,-1-1,2 0,-1-2,20 1,94 22,-133-24,0 0,1-1,-1 1,0 0,0 0,0 0,0 1,0-1,-1 0,1 1,-1-1,1 1,-1-1,0 1,0 0,0 0,-1-1,1 1,0 0,-1 0,0 0,0 0,0 0,0 0,0-1,-1 1,1 0,-1 0,0 0,1-1,-1 1,-1 0,1-1,0 1,-1 0,1-1,-2 2,-5 21,7-20,-1 0,0 1,1-1,0 0,0 1,1-1,-1 1,1-1,0 0,1 1,-1-1,1 1,0-1,0 0,1 1,0-1,0 0,0 0,0 0,1 0,0-1,0 1,0-1,1 1,2 1,8 2,0 0,1-1,0 0,1-1,-1-1,1-1,0 0,0-1,0-1,1 0,-1-1,1-1,-1-1,1 0,-1-1,9-2,3 2,1 0,-1-2,0-1,0-1,0-2,-1-1,0 0,-1-3,21-10,-45 21,-1 0,1 0,0 0,-1 0,1 0,0 0,-1 0,0-1,1 1,-1 0,0-1,1 1,-1-1,0 0,0 1,0-1,-1 0,1 1,0-1,0 0,-1 0,0 0,1 0,-1 0,0 0,0 0,0 1,0-1,0 0,0 0,0 0,-1 0,1 0,-1 0,0 0,1 1,-1-1,0 0,0 0,0 1,0-1,0 1,0-1,-1 1,1-1,0 1,-2-1,-3-3,0 1,0 0,-1 0,1 0,-1 1,0 0,0 0,0 1,-1 0,1 0,0 0,-1 1,1 0,-1 1,-7 0,12 0,-1 0,0 0,0 1,1-1,-1 1,1 0,-1 0,0 1,1-1,0 1,-1-1,1 1,0 0,0 0,0 1,0-1,0 0,1 1,-1 0,1 0,-1 0,1 0,0 0,0 0,1 0,-1 1,1-1,-1 1,1-1,0 1,1-1,-2 4,2-1,1 0,-1 0,1 0,0-1,1 1,-1 0,1-1,0 1,1-1,-1 0,1 0,0 0,0 0,1 0,-1 0,1-1,0 0,0 0,1 0,-1 0,1 0,0-1,0 0,0 0,0-1,0 1,1-1,-1 0,1-1,0 1,-1-1,1 0,0 0,0-1,0 0,0 0,-1 0,1-1,0 0,0 0,1-1,1 0,0-1,-1 0,1 0,-1-1,0 0,0 0,0 0,0-1,-1 0,0-1,0 1,-1-1,1-1,-1 1,0-1,-1 1,0-1,0 0,0-1,-1 1,0-1,0 0,-1 0,0 1,-1-1,1-1,-2 1,1 0,-1-8,0 16,1 0,-1-1,0 1,0-1,1 1,-1-1,0 1,0-1,0 1,1-1,-1 1,0-1,0 1,0-1,0 1,0-1,0 1,0-1,0 1,0-1,0 1,0-1,-1 1,1-1,0 1,0 0,0-1,-1 1,1-1,0 1,-1-1,1 1,0 0,-1-1,1 1,0 0,-1-1,1 1,-1 0,1-1,0 1,-1 0,1 0,-1 0,1-1,-1 1,1 0,-1 0,1 0,-1 0,0 0,1 6,-1-1,1 1,0 0,1 0,-1 0,1-1,0 1,1 0,-1-1,1 1,0-1,1 1,-1-1,1 0,0 0,0 0,1 0,-1-1,1 0,0 1,0-1,1 0,-1-1,1 1,0-1,0 0,0 0,0-1,1 1,4 0,30 15</inkml:trace>
  <inkml:trace contextRef="#ctx0" brushRef="#br0" timeOffset="8035.989">25577 13770,'-15'-6,"-1"2,1-1,-1 2,0 0,0 1,0 0,0 2,-2 0,12 0,0 0,0 1,0-1,0 1,0 1,0-1,0 1,0 0,0 1,1-1,0 1,-1 0,1 1,0-1,0 1,1 0,-1 0,1 1,0-1,0 1,0 0,-1 2,3-4,1 0,-1 0,1 0,0 0,0 0,0 0,0 0,0 0,1 0,0 0,-1 0,1 0,0 1,0-1,1 0,-1 0,1 0,0 0,-1 0,1 0,1 0,-1 0,0 0,1 0,-1 0,1-1,0 1,0 0,0-1,0 0,0 0,1 1,-1-1,1-1,2 3,5 3,1-1,0 1,0-2,0 0,1 0,0-1,0 0,8 1,-4-2,1 0,-1 0,0-2,1 0,-1-1,1-1,-1 0,1-1,-1-1,0 0,0-1,0-1,0-1,-1 0,0-1,0 0,-1-1,0-1,0-1,-1 0,-1 0,1-1,-2-1,1 0,-2 0,1-2,-2 1,2-3,4-21,-2-1,-1 0,-2-1,-1 0,-2 0,-2-1,-2 0,-1 0,-3-9,3 15,-2 0,-2 0,-1 0,-1 0,-2 0,-2 0,8 30,-1 0,1 0,-1 0,0 0,0 1,-1-1,1 0,-1 1,1-1,-1 1,0-1,-1 1,1 0,0 0,-1 0,0 0,0 0,0 1,0-1,0 1,0 0,-1 0,1 0,-1 0,1 1,-1-1,0 1,0 0,-3 0,1 3,0 0,0 1,0 0,0 0,1 0,-1 1,1 0,0 0,0 0,0 1,0 0,1 0,0 0,0 0,0 1,1-1,0 1,0 0,-1 3,-6 11,1 1,0 0,2 1,0 0,2 0,0 0,2 1,0-1,1 1,2 0,0 0,2 0,0-1,1 1,2-1,0 0,2 2,5 13,1-1,2 0,2-1,1-1,1-1,3 0,0-1,2-2,19 19,-41-46,0 1,0-1,0 0,1 0,0-1,-1 1,1 0,0-1,0 0,1 0,-1 0,0 0,1 0,-1 0,1-1,0 0,-1 0,1 0,0 0,0-1,-1 1,1-1,0 0,0 0,0 0,0-1,2 0,5-6,0-2,0 0,-1 0,0-1,0 0,-1 0,-1-1,0 0,0-1,-1 0,3-7,-10 19,55-101,-85 200,29-96,1 0,0 1,0-1,0 0,0 0,0 1,1-1,0 0,-1 0,1 1,0-1,0 0,1 0,-1 0,1-1,0 1,-1 0,1 0,0-1,1 1,-1-1,0 0,1 0,-1 0,1 0,0 0,-1 0,1-1,0 1,1 0,65 9,-35-12</inkml:trace>
  <inkml:trace contextRef="#ctx0" brushRef="#br0" timeOffset="8319.307">26405 13515,'-18'-15,"-8"-9,-5-1,1 0,3 6,2 2,1 3,4 4</inkml:trace>
  <inkml:trace contextRef="#ctx0" brushRef="#br0" timeOffset="8551.654">25723 13208,'18'0,"18"0,18 0,19 2,14 4,13 4,8 6,6 4,-16 0</inkml:trace>
  <inkml:trace contextRef="#ctx0" brushRef="#br0" timeOffset="8815.481">26779 14024,'67'-68,"-53"57,-1-1,0-1,-1 1,0-2,-1 0,-1 0,0-1,-1 0,-1-1,0 0,1-5,-8 18,0 0,-1-1,1 1,-1-1,1 1,-1 0,0-1,0 1,-1-1,1 1,-1 0,0-1,0 1,0 0,0-1,0 1,-1 0,1 0,-1 0,0 0,0 1,0-1,0 0,0 1,-1-1,1 1,-1 0,0 0,0 0,1 0,-1 0,-1 1,1-1,0 1,0 0,0 0,-1 0,1 0,-3 0,1 1,-1-1,1 1,-1 0,1 1,-1-1,1 1,0 0,0 0,-1 1,1-1,0 1,0 0,0 1,0-1,1 1,-1 0,1 0,0 1,-1-1,1 1,1 0,-1 0,1 0,-1 0,1 1,0-1,1 1,-1 0,1 0,0 0,0 0,1 0,-1 1,1-1,1 0,-1 1,0-1,1 1,0-1,1 0,-1 1,1-1,0 1,0-1,1 0,-1 0,1 0,1 0,-1 0,0 0,1 0,2 1,7 6,0-1,1 0,1-1,0 0,0-2,0 1,1-2,1 0,-1 0,1-2,0 0,1-1,-1 0,1-1,-1-1,1-1,7 0,58 5,-5-2</inkml:trace>
  <inkml:trace contextRef="#ctx0" brushRef="#br0" timeOffset="9050.849">27768 13663,'7'20,"7"14,3 6,3 2,1 0,-1-7,-2-5,-4-9</inkml:trace>
  <inkml:trace contextRef="#ctx0" brushRef="#br0" timeOffset="9468.739">27689 13315,'161'59,"-116"-45,1 2,-2 2,-1 2,30 18,-65-33,-1-1,1 2,-1-1,-1 1,1 0,-1 0,0 1,0 0,0 0,-1 0,-1 1,1-1,-1 1,0 0,-1 1,0-1,0 0,-1 1,0 0,0 0,-1-1,0 5,-7 104,6-115,0 0,0 1,0-1,1 0,-1 1,1-1,-1 0,1 1,0-1,0 0,0 0,0 0,0 0,0 0,1 0,-1 0,1 0,-1-1,1 1,0-1,0 1,-1-1,1 1,0-1,0 0,1 0,-1 0,0 0,0 0,0-1,1 1,-1-1,0 1,1-1,-1 0,0 0,1 0,-1 0,0 0,1-1,-1 1,0-1,0 1,1-1,0 0,7-2,0 0,0 0,0-1,-1 0,0-1,0 0,0 0,0-1,-1 0,0 0,0-1,-1 0,0-1,0 1,4-8,7-10,-2-1,-1-1,-1 0,6-19,-20 46,1 0,-1 0,0 1,0-1,0 0,0 0,0 0,0 0,0 0,0 1,1-1,-1 0,0 0,0 0,0 0,0 0,1 0,-1 0,0 0,0 0,0 0,0 1,1-1,-1 0,0 0,0 0,0 0,0 0,1 0,-1 0,0 0,0-1,0 1,0 0,1 0,-1 0,0 0,0 0,0 0,0 0,1 0,-1 0,0 0,0-1,0 1,0 0,0 0,0 0,1 0,-1 0,0-1,0 1,0 0,0 0,4 27,-2-11,1-3,0-1,1 0,1 0,0 0,0-1,1 0,1 0,0 0,0-1,1 0,0 0,1-1,0 0,1-1,0 1,0-2,0 0,1 0,0-1,1 0,-1-1,1 0,0-1,0 0,1-1,3 0,34 6,-8-5</inkml:trace>
  <inkml:trace contextRef="#ctx0" brushRef="#br0" timeOffset="10328.164">19280 14773,'11'15,"4"16,2 8,-2 7,-4 2,-4 0,-3-1,-4-7,-4-10,-2-10</inkml:trace>
  <inkml:trace contextRef="#ctx0" brushRef="#br0" timeOffset="11381.005">19106 14519,'27'-2,"0"2,0 0,-1 2,1 1,0 2,-1 0,0 1,0 2,-1 1,0 1,0 1,-1 1,-1 1,16 11,-30-14,0 0,0 1,-1 0,-1 0,0 1,0-1,-1 2,-1-1,0 1,0 0,-1 0,-1 0,-1 0,1 1,-2-1,0 1,-1-1,0 1,-1-1,0 1,-2-1,1 0,-1 1,-2 2,4-11,-6 74,7-77,0 0,0 0,0-1,1 1,-1 0,1 0,-1-1,1 1,0 0,0-1,0 1,0-1,0 1,0-1,0 0,0 1,0-1,1 0,-1 0,1 1,-1-1,1-1,-1 1,1 0,-1 0,1 0,0-1,0 1,-1-1,1 1,0-1,0 0,-1 0,1 0,0 0,0 0,0 0,-1 0,1 0,0-1,0 1,12-5,-1 0,0 0,0-2,0 1,0-1,-1-1,0-1,-1 1,0-2,0 0,-1 0,-1 0,7-10,55-80,-66 124,-6-15,1 0,0 1,1-1,-1 0,2 0,-1-1,1 1,1 0,-1 0,2-1,-1 1,1-1,0 0,1 0,0-1,0 1,0-1,1 0,0-1,1 1,0-1,0 0,0-1,0 0,1 0,0 0,0-1,0-1,1 1,-1-1,1 0,-1-1,6 1,-9-3,-1 0,1 0,0 0,-1 0,1-1,-1 1,1-1,-1-1,1 1,-1 0,0-1,0 0,0 0,1 0,-2-1,1 0,0 1,-1-1,1 0,-1-1,0 1,0 0,0-1,0 0,-1 0,1 0,-1 0,0 0,-1 0,1 0,0-1,-1 1,0-1,0-1,21-126,3-110,-18 7,-8 215,-10 46,-13 254,23-253,1-15,-4 18,2-1,2 1,1 0,1 0,1 0,1-1,2 1,1-1,2-1,5 12,-11-34,0 1,1-1,0 0,0-1,0 1,1-1,0 0,0 0,0 0,1-1,0 0,-1 0,1 0,1-1,-1 0,0 0,1 0,0-1,0 0,-1 0,1-1,0 0,0 0,0-1,0 1,0-2,1 1,-1-1,0 0,-1 0,1-1,0 0,0 0,-1-1,6-2,-1-2,0 0,-1-1,0-1,-1 1,0-2,0 1,-1-1,0 0,-1-1,0 0,0 0,-1 0,-1-1,0 0,-1 0,0 0,0-1,-2 1,1-1,-2 0,0 0,0 0,-1-7,-8-29,8 49,-1-1,1 1,0 0,-1 0,1-1,0 1,-1 0,1 0,0-1,-1 1,1 0,-1 0,1 0,0 0,-1 0,1 0,-1 0,1 0,0 0,-1 0,1 0,-1 0,1 0,-1 0,1 0,0 0,-1 0,1 0,-1 1,1-1,0 0,-1 0,1 0,0 1,-1-1,1 0,0 0,-1 1,1-1,0 0,0 1,-1-1,1 1,0-1,0 0,0 1,-1-1,1 0,0 1,0-1,0 1,0-1,0 1,0-1,0 0,0 1,-10 25,8-18,0 1,0-1,1 1,0 0,0 0,1 0,1-1,-1 1,1 0,1 0,-1-1,1 1,1-1,0 1,0-1,1 0,-1 0,2-1,-1 1,1-1,0 0,1 0,0 0,0-1,0 0,1 0,0 0,0-1,0 0,7 3,61 10,-44-17</inkml:trace>
  <inkml:trace contextRef="#ctx0" brushRef="#br0" timeOffset="11628.708">20042 14519,'27'-3,"27"3,25 0,22 3,17 5,5 8,-17 2</inkml:trace>
  <inkml:trace contextRef="#ctx0" brushRef="#br0" timeOffset="12176.389">20924 15174,'15'-42,"-3"0,-1 0,-2-1,-2 0,-2-1,-1-23,2-99,-9 160,-1 16,-1 16,5-22,-1 0,1-1,0 1,0 0,1-1,-1 1,1 0,0-1,0 1,0-1,1 1,-1-1,1 1,-1-1,1 0,0 0,1 0,-1 0,0 0,1 0,0-1,-1 1,1-1,0 0,0 1,0-2,1 1,-1 0,0-1,1 1,-1-1,4 1,14 4,0-2,1 0,-1-1,1-1,-1-1,15-2,43 4,-74-3,-1 0,0 0,0 1,0 0,1-1,-1 2,0-1,0 0,0 1,0 0,-1 0,1 0,0 0,-1 0,0 1,1 0,-1-1,0 1,0 1,0-1,-1 0,1 1,-1-1,0 1,0 0,0-1,-1 1,1 0,-1 0,1 4,4 25,-6-29,0 0,1 1,-1-1,1 0,0 1,0-1,0 0,0 0,1 0,-1 1,1-2,0 1,1 0,-1 0,1-1,-1 1,1-1,0 0,0 0,1 0,-1 0,1-1,-1 1,1-1,2 1,0-1,-1-1,1 0,0 0,0-1,0 0,0 0,0 0,-1-1,1 0,0 0,0 0,-1-1,1 0,0 0,-1 0,0-1,0 0,0 0,0 0,0 0,3-4,2-1,0-1,-1 0,0-1,0 0,-1-1,0 1,-1-1,0-1,0-3,15-29,-22 44,1 0,-1 0,1 0,-1 0,1 0,0 0,-1 0,1 0,-1 0,1 0,-1 1,1-1,-1 0,1 0,-1 1,1-1,-1 0,1 1,-1-1,0 0,1 1,-1-1,0 1,1-1,-1 0,0 1,1-1,-1 1,0-1,0 1,1-1,-1 1,0 0,0-1,0 1,0-1,0 1,0-1,0 1,0-1,0 1,0-1,0 1,0 0,0-1,-1 1,1-1,0 1,0-1,0 1,-1-1,1 1,0-1,-1 0,2 5,-1 5,1 0,0 0,1-1,0 1,0 0,1-1,0 1,1-1,0 0,1 0,-1-1,2 1,-1-1,1 0,0 0,1-1,0 0,0 0,1-1,-1 0,1 0,5 2,10 0</inkml:trace>
  <inkml:trace contextRef="#ctx0" brushRef="#br0" timeOffset="12426.712">21766 14412,'0'0</inkml:trace>
  <inkml:trace contextRef="#ctx0" brushRef="#br0" timeOffset="12613.214">22074 14880,'-2'6,"-1"1,2-1,-1 1,1 0,0 0,0 0,1-1,0 1,0 0,0 0,1 0,0 0,1 0,-1-1,1 1,1-1,-1 1,1-1,0 0,0 0,1 0,0 0,0-1,0 1,1-1,0 0,0 0,0-1,1 0,2 2,-4-3,-1-1,1 0,0 0,0 0,0 0,0-1,0 1,0-1,0 0,0 0,1-1,-1 1,0-1,1 0,-1 0,0-1,0 1,1-1,-1 0,0 0,0 0,0-1,0 1,0-1,0 0,0 0,-1-1,1 1,-1-1,1 1,-1-1,0 0,0-1,0 1,-1 0,1-1,-1 1,0-1,0 0,0 0,1-3,1-2,-1-1,-1 1,1 0,-2-1,1 0,-1 1,-1-1,0 0,0 1,-1-1,0 0,0 1,-1-1,-1 1,0-1,0 1,0 0,-1 0,-1 1,0-1,-5-6,10 13,-2 1,1-1,0 0,0 1,0 0,-1-1,1 1,-1 0,1-1,-1 1,0 0,1 0,-1 0,0 1,0-1,1 0,-1 1,0-1,0 1,0-1,0 1,0 0,0 0,0 0,0 0,0 0,0 0,0 1,1-1,-1 1,0-1,0 1,0 0,0 0,1-1,-1 1,0 0,1 1,-1-1,1 0,-1 0,1 1,0-1,-1 1,-10 15</inkml:trace>
  <inkml:trace contextRef="#ctx0" brushRef="#br0" timeOffset="13579.529">22488 15080,'15'-22,"-2"0,0 0,-2-1,0-1,-2 0,0 0,-2-1,0 0,-2 0,-1 0,-1-1,-1 0,-2-21,1 43,-1 0,1 0,-1 0,0 0,0 0,0 0,-1 0,0 0,1 0,-1 0,-1 0,1 0,-1 0,1 1,-1-1,0 0,0 1,0 0,-1-1,0 1,1 0,-1 0,0 1,0-1,0 0,-1 1,1 2,0 1,0 0,1 0,-1 1,0-1,1 0,-1 1,1 0,-1-1,1 1,0 0,0 0,0 1,0-1,0 0,0 1,1-1,-1 1,1-1,-1 1,1 0,0-1,0 1,0 0,1 0,-1 0,1 0,-1 0,1 0,0 0,0 0,1 0,-1 0,0 0,1 0,3 4,0 0,0 0,1-1,0 0,0 0,0 0,1 0,0-1,0 0,0 0,1-1,-1 1,1-1,0-1,1 0,-1 0,0 0,1-1,0 0,-1 0,1-1,6 1,132 30,-142-30,-1 1,0 0,0 0,1 0,-2 0,1 0,0 0,-1 1,1-1,-1 1,0 0,0 0,-1 0,1 0,-1 0,0 0,0 0,0 0,0 1,-1-1,0 0,0 0,0 1,0-1,-1 0,1 1,-1-1,-1 3,1 0,0 0,0 0,1 0,1 0,-1 0,1 0,0 0,1 0,-1 0,1 0,1 0,-1-5,-1 1,1-1,0 1,0-1,0 0,0 0,0 0,0 0,1 0,-1-1,1 1,-1-1,1 1,0-1,-1 0,1 0,0 0,0-1,0 1,0-1,0 1,0-1,-1 0,1 0,0 0,0-1,1 1,3-1,1 0,-1-1,1 0,-1 0,0-1,0 0,0 0,0 0,-1-1,1-1,4-3,-1-1,0-1,-1 0,0-1,-1 1,0-2,0 1,-1-1,-1 0,2-6,-4 12,-4 6,0 0,0 1,0-1,1 0,-1 0,0 0,0 0,0 0,0 1,1-1,-1 0,0 0,0 0,0 0,1 0,-1 0,0 0,0 0,1 0,-1 0,0 0,0 0,0 0,1 0,-1 0,0 0,0 0,1 0,-1 0,0 0,0 0,0 0,1 0,-1-1,0 1,0 0,0 0,0 0,1 0,-1 0,0-1,0 1,0 0,0 0,0 0,1-1,-1 1,0 0,0 0,0 0,0-1,0 1,0 0,0 0,1 24,-2-17,1-3,0 0,0 1,0-1,0 0,0 0,1 1,0-1,0 0,0 0,0 0,1 0,0 0,-1 0,2 0,-1-1,0 1,1-1,-1 1,1-1,0 0,0 0,0 0,1-1,-1 1,1-1,-1 1,1-1,3 1,7 0,-1 0,1-1,0-1,1 0,-1-1,0 0,0-1,0-1,0 0,-1-1,1-1,7-2,10-2,30-6,-48 32,-10-8,1-5,1 0,0-1,0 1,1-1,-1-1,1 1,0-1,0 0,0 0,0-1,0 1,1-1,-1-1,1 1,0-1,-1 0,1-1,0 0,-1 0,1 0,4-1,15 1,-1 0,0-2,0 0,0-2,-1-1,1-1,14-5,-29 7,1 0,-1-1,0 0,0-1,0 0,-1 0,0-1,0 0,0 0,-1-1,-1-1,1 1,-1-1,0 0,-1-1,0 0,-1 0,0 0,7-28,-1 0,-2-1,-1 0,-3 0,-1 0,-1-27,-3 59,1-1,4-75,-3 1,-6-37,4 118,1-1,-1 0,1 0,-1 1,0-1,1 0,-1 1,0-1,0 0,-1 0,1 1,0-1,0 0,-1 0,1 1,-1-1,0 0,1 1,-1-1,0 1,0-1,0 1,0-1,0 1,0 0,0 0,-1-1,1 1,0 0,-1 0,1 0,-1 0,1 0,-1 1,0-1,1 0,-1 1,0-1,1 1,-1 0,0-1,-1 1,-3 5,-1 0,0 1,1-1,0 1,0 1,1-1,-1 1,2 0,-1 0,1 0,0 1,0 0,-1 6,2-10,-5 10,0 0,1 0,1 1,0 0,1 0,1 1,0-1,1 1,0 0,2 0,0 0,0 0,2 0,0 0,1 0,0 0,1 0,1-1,1 0,0 1,1-1,0-1,1 1,1-1,7 9,-2-9,1 0,0-2,0 0,1 0,1-2,0 0,15 7,42 17</inkml:trace>
  <inkml:trace contextRef="#ctx0" brushRef="#br0" timeOffset="14211.923">25068 15120,'-4'-16,"1"0,1 0,0-1,1 1,1-1,0 1,1 0,1-1,1 1,0 0,1 0,1 0,2-5,-6 18,0 0,0 0,0 0,1 0,0 0,-1 0,1 0,0 1,0-1,0 1,1-1,-1 1,1 0,-1 0,1 0,0 0,-1 1,1-1,0 1,0-1,0 1,0 0,1 0,-1 0,0 1,0-1,1 1,-1 0,0 0,1 0,-1 0,0 0,1 1,11 5,-1 1,-1 1,1 0,-1 0,-1 1,0 1,0 0,-1 1,0 0,0 1,-2 0,1 0,-2 1,2 2,3 3,-3-5,1 1,-2 0,0 1,-1-1,0 2,3 9,-11-25,1 1,-1-1,0 0,0 1,1-1,-1 0,0 0,0 1,1-1,-1 0,0 1,0-1,0 0,0 1,1-1,-1 1,0-1,0 0,0 1,0-1,0 0,0 1,0-1,0 1,0-1,0 0,0 1,0-1,-1 1,1-1,0 0,0 1,0-1,0 0,-1 1,1-1,0 0,0 1,-1-1,1 0,0 0,0 1,-1-1,1 0,0 0,-1 0,1 1,0-1,-1 0,1 0,-1 0,1 0,0 0,-1 0,1 0,0 0,-1 0,1 0,-1 0,1 0,-20-15,17 11,0 0,1 0,0 0,0-1,0 1,0 0,1-1,-1 0,1 1,0-1,1 0,-1 0,1 0,0 1,0-1,0 0,1 0,0 0,0 1,0-1,0 0,1 1,0-1,1-2,70-102,-63 97,20-25,-1-2,-2 0,-2-2,-2-1,-1-1,-3-1,-1 0,9-38,-21 60,0-1,-2 1,0-1,-2 0,0 0,-2-12,1 34,-1-1,0 0,0 1,0-1,0 0,0 1,0-1,0 0,-1 1,1-1,-1 0,1 1,-1-1,1 1,-1-1,0 1,0-1,0 1,0 0,0-1,0 1,0 0,0 0,0-1,-1 1,1 0,-1 0,1 1,0-1,-1 0,1 0,-1 1,0-1,1 1,-1-1,1 1,-1 0,0-1,1 1,-1 0,0 0,0 0,-6 5,0 0,1 0,0 0,0 1,0 0,1 1,0-1,0 1,0 0,1 1,0-1,1 1,-1 0,1 0,1 0,0 1,0-1,0 5,-4 12,1 0,1 1,1 0,1 0,2 0,0 0,2 0,1 0,1 0,1 0,2-1,0 1,1-1,2-1,1 1,0-2,2 1,1-1,0-1,2-1,1 0,0 0,1-2,2 0,0-1,0-1,12 6,-25-18,0 0,1 0,0-1,0 0,0 0,1-1,-1 0,1 0,-1-1,1 0,0 0,0-1,0 0,0 0,1-1,16-4</inkml:trace>
  <inkml:trace contextRef="#ctx0" brushRef="#br0" timeOffset="14706.178">25362 14545,'251'49,"-95"-21,-1 7,19 13,-158-43,-5-2,0 0,0 1,-1 0,1 0,-1 1,0 1,0 0,0 0,-1 1,0 0,6 6,-13-8,0 0,0 0,-1 0,0 0,0 1,0-1,0 0,-1 1,0-1,0 0,0 1,-1-1,0 0,0 0,0 0,0 1,-1-1,0 0,0 0,-1-1,1 1,-1 0,0-1,0 0,0 0,-1 0,0 0,-10 20,14-23,-2 1,1-1,0 1,-1-1,1 1,0 0,0-1,0 1,0 0,0 0,1 0,-1-1,0 1,1 0,0 0,-1 0,1 0,0 0,0 0,0 0,0 0,0 0,1 0,-1 0,0 0,1 0,0 0,-1 0,1 0,0-1,0 1,0 0,0 0,0-1,1 1,0 1,5-2,0 1,1-1,-1 0,0-1,0 1,0-1,1-1,-1 1,0-1,0-1,0 1,0-1,0-1,0 1,-1-1,1 0,-1-1,1 1,3-5,-3 4,-1-1,0-1,-1 1,1-1,-1 0,0 0,-1-1,1 0,-1 1,-1-1,1-1,-1 1,0 0,-1-1,0 0,0 1,-1-1,1-4,-1 6,-1 1,1 0,-1-1,-1 1,1 0,-1-1,1 1,-2 0,1 0,0-1,-1 1,0 0,0 1,-1-1,1 0,-1 1,0-1,-1 1,1 0,0 0,-1 0,0 0,0 1,0 0,-1-1,1 2,-5-3,2 2,-1 0,0 1,0 0,0 0,0 1,0 0,-1 1,1-1,0 2,0-1,0 1,-1 0,1 1,0 0,0 0,1 1,-1 0,0 0,1 1,0 0,0 0,0 0,0 1,1 0,0 1,0 0,0 0,1 0,-1 0,2 1,-1 0,1 0,0 0,-2 6,5-9,0 0,1 0,-1 1,1-1,0 0,1 0,-1 0,1 1,-1-1,1 0,1 0,-1 0,1 0,-1 0,1 0,0 0,0-1,1 1,-1-1,1 0,0 1,-1-1,2 0,-1 0,0-1,0 1,1-1,0 0,-1 0,1 0,0 0,0 0,0-1,0 0,0 0,0 0,1 0,-1-1,4 1,32 6</inkml:trace>
  <inkml:trace contextRef="#ctx0" brushRef="#br0" timeOffset="14986.43">26472 14384,'-14'-2,"-8"1,-6 9,0 8,4 9,7 10,6 7,5-3</inkml:trace>
  <inkml:trace contextRef="#ctx0" brushRef="#br0" timeOffset="15414.882">26579 15013,'4'0,"0"-1,0 1,0-1,-1 0,1 0,0 0,0-1,-1 0,1 1,-1-1,0 0,1 0,-1-1,0 1,0-1,0 0,-1 0,1 1,-1-2,1 1,-1 0,0 0,0-1,-1 1,1-1,0-1,27-102,-7-60,-23 166,1 0,0 0,0 0,0 0,0 0,0 0,0 0,0 0,0 0,1 0,-1 0,0 0,1 0,-1 0,0 0,1 0,-1 0,1 0,0 1,-1-1,1 0,0 0,-1 0,1 1,0-1,0 1,0-1,-1 0,1 1,0-1,0 1,0 0,0-1,0 1,0 0,0-1,0 1,0 0,0 0,0 0,0 0,0 0,0 0,0 0,0 1,0-1,1 0,30 10,0 1,-1 2,-1 1,7 5,-30-16,1 0,-1 0,0 1,0 0,-1 0,1 0,-1 1,0 0,0 0,-1 1,1 0,-1 0,0 0,-1 0,1 1,-1-1,-1 1,1 1,-1-1,-1 0,1 1,-1-1,0 1,0 5,-2 10,-1-21,0 1,1-1,-1 0,1 1,0-1,0 1,0-1,0 0,0 1,0-1,0 0,1 1,-1-1,1 0,0 1,0-1,0 0,0 0,0 0,0 0,1 0,-1 0,1 0,-1 0,1-1,0 1,-1 0,1-1,0 1,0-1,0 0,0 0,0 0,1 0,-1 0,1 0,10 0,0-1,0 0,0-1,0-1,0 0,-1-1,1 0,-1-1,0 0,0-1,0 0,0-1,-1 0,0-1,0 0,-1-1,0 0,0-1,-1 0,0 0,-1-1,0 0,0-1,-1 0,0 0,-1 0,-1-1,0 0,1-2,-23 53,3 67,14-102,0 0,0 0,1-1,0 1,0 0,0-1,0 1,0-1,1 1,-1-1,1 0,0 0,0 1,0-1,1-1,-1 1,1 0,-1 0,1-1,0 0,0 1,0-1,0 0,1-1,-1 1,0 0,1-1,18 5</inkml:trace>
  <inkml:trace contextRef="#ctx0" brushRef="#br0" timeOffset="15582.435">27367 14492,'5'13,"6"8,0-1</inkml:trace>
  <inkml:trace contextRef="#ctx0" brushRef="#br0" timeOffset="15804.873">27675 14639,'-2'14,"-1"11,-2 8,-3 3,0 0,2-2,2-1,3-5,5-5,3-6,4-8,-1-6</inkml:trace>
  <inkml:trace contextRef="#ctx0" brushRef="#br0" timeOffset="16031.375">27608 14358,'-7'16,"3"5,8-1,4-4</inkml:trace>
  <inkml:trace contextRef="#ctx0" brushRef="#br0" timeOffset="16280.096">28076 14157,'11'23,"9"21,7 19,4 17,2 15,-4 12,-6 11,-16 6,-25 1,-32-1,-42-7,-6-22</inkml:trace>
  <inkml:trace contextRef="#ctx0" brushRef="#br0" timeOffset="21730.949">12930 15936,'22'0,"20"0,18 0,12-3,11-2,3-1,0 1,-8 1,-14 1,-17 6,-16 7,-16 6,-18 5,-12 4,-8-3,-1-5</inkml:trace>
  <inkml:trace contextRef="#ctx0" brushRef="#br0" timeOffset="22451.6">14441 15908,'-1'1,"-9"119,10-115,0-1,1 1,-1-1,1 1,0 0,1-1,-1 0,1 1,0-1,0 0,0 0,0 0,1 0,-1 0,1 0,0-1,1 1,-1-1,0 0,1 0,0 0,-1-1,1 1,1-1,3 1,-1-1,1 0,0 0,0-1,-1 0,1 0,0-1,0 0,0 0,0-1,0 0,0 0,0-1,-1 0,1 0,-1-1,1 0,-1-1,0 1,0-1,-1-1,1 1,-1-1,0 0,0-1,0 1,-1-1,0 0,0-1,3-4,-4 6,0-1,0 1,0-1,-1 0,1 0,-2 0,1 0,-1-1,1 1,-2-1,1 0,-1 1,0-1,0 0,-1 0,0 1,0-1,-1 0,0 0,0 0,0 1,-1-1,0 1,0-1,-1 1,0 0,0 0,0 0,-1 0,0 0,0 1,0 0,-1 0,0 0,-4-3,6 4,-1 1,0 1,1-1,-1 1,0-1,-1 1,1 0,0 1,-1-1,1 1,-1 0,1 0,-1 0,1 0,-1 1,0 0,1 0,-1 0,0 1,1-1,-1 1,1 0,-1 0,1 1,-1 0,1-1,0 1,0 1,0-1,0 1,0-1,0 1,1 0,-1 0,1 1,0-1,0 1,0 0,-1 3,-1 1,1 0,0 1,0 0,1-1,0 1,1 1,0-1,0 0,1 0,0 1,1-1,0 1,0-1,1 0,1 1,-1-1,1 0,1 0,0 0,0 0,4 7,16 32</inkml:trace>
  <inkml:trace contextRef="#ctx0" brushRef="#br0" timeOffset="22716.907">15483 15855,'5'14,"3"13,3 9,-1 6,-1 1,-3-1,-3-5,-3-10,-2-9</inkml:trace>
  <inkml:trace contextRef="#ctx0" brushRef="#br0" timeOffset="23411.746">15362 15628,'27'-1,"1"1,-1 2,1 0,-1 2,0 0,0 2,-1 1,0 2,0 0,-1 2,0 0,-1 2,0 1,-1 0,0 2,-2 1,0 0,8 11,-18-12,0 0,-2 1,0 0,-1 1,0 0,-2 0,0 1,-1-1,-1 1,1 13,0-7,-5-22,0 0,1 0,-1 0,1 0,0 0,0 0,0 0,0 0,0 0,1 0,-1-1,1 1,0 0,0-1,0 0,0 1,0-1,1 0,-1 0,1 0,-1 0,1-1,0 1,-1-1,1 1,0-1,0 0,0 0,0 0,0-1,0 1,0-1,0 0,1 0,-1 0,0 0,0 0,0 0,3-2,7-3,0 0,0-1,-1-1,1 0,-2-1,1 0,-1-1,0 0,-1-1,0 0,0-1,-1 0,-1 0,0-1,0 0,-2 0,1-2,33-74,-39 88,0-1,-1 1,1-1,-1 1,1-1,0 1,0 0,-1-1,1 1,0 0,-1 0,1 0,0 0,0-1,-1 1,1 0,0 0,0 0,0 0,-1 1,1-1,0 0,0 0,-1 0,1 1,0-1,-1 0,1 1,0-1,-1 0,1 1,0-1,-1 1,1-1,-1 1,1-1,-1 1,1 0,-1-1,1 1,-1 0,0-1,1 1,-1 0,0-1,0 1,1 0,-1 0,0-1,0 1,0 0,0 0,0 0,0-1,2 4,12 21,-8-11,1 0,0 0,0-1,1 0,1-1,0 0,1 0,0 0,1-2,0 1,1-1,0-1,0 0,1-1,0 0,1-1,0-1,0 0,5 1,-13-6,0-1,0 1,-1-1,1-1,0 1,0-1,0 0,0 0,0-1,0 0,-1 0,1 0,-1-1,0 1,1-1,-1-1,-1 1,1-1,0 0,-1 0,0 0,0 0,0-1,0 0,-1 0,0 0,3-5,6-11,-2-1,0 0,-1-1,-2 1,0-2,1-8,9-73,-4-1,-5 0,-5 0,-5-19,2 112,1-24,-12-103,12 140,-1-1,0 1,0-1,0 1,0-1,0 1,1-1,-1 1,0-1,0 1,0 0,0-1,0 1,0-1,-1 1,1-1,0 1,0-1,0 1,0-1,0 1,-1 0,1-1,0 1,0-1,-1 1,1 0,0-1,-1 1,1 0,0-1,-1 1,1 0,-1 0,1-1,0 1,-1 0,1 0,-1 0,1-1,-1 1,1 0,0 0,-1 0,1 0,-1 0,1 0,-1 0,1 0,-1 0,1 0,-1 0,1 0,-1 0,1 1,0-1,-1 0,1 0,-1 0,1 1,-1-1,1 0,-13 30,2 30,3-1,2 1,2 50,4-87,-4 26,3 1,2 0,2 0,2-1,3 0,1 0,3-1,10 25,-17-61,0 0,0-1,1 1,1-2,0 1,0-1,1 0,1 0,-1-1,1 0,1-1,0 1,0-2,1 0,-1 0,2-1,-1 0,1-1,-1 0,9 1,10-1</inkml:trace>
  <inkml:trace contextRef="#ctx0" brushRef="#br0" timeOffset="23659.186">16419 15508,'14'-2,"22"-1,26 0,22 0,21 1,9 4,0 5,-20 2</inkml:trace>
  <inkml:trace contextRef="#ctx0" brushRef="#br0" timeOffset="24915.135">17114 16109,'8'-33,"-2"-1,-1 1,-1-2,-3 1,0 0,-3-4,2 22,-1 0,-1 0,-1 0,0 0,-1 1,-1-1,-3-5,58 47,-19-15,0-1,0-2,1-2,0 0,26 0,77 14,-132-20,0 1,0-1,0 1,0 0,0-1,0 1,0 1,0-1,-1 0,1 1,0-1,-1 1,1 0,-1 0,0 0,0 0,1 0,-1 1,-1-1,1 1,0-1,-1 1,1 0,-1-1,0 1,0 0,0 0,0 0,0 2,0 59,-2-58,0 1,0 0,1 0,0 0,0 0,1 0,-1-1,2 1,-1 0,1 0,0-1,0 1,1-1,0 0,0 0,0 0,1 0,0 0,0-1,2 3,6-1,0-1,0 0,0 0,1-1,0-1,0 0,0 0,0-2,1 1,-1-2,1 0,0-1,-1 0,1-1,-1 0,1-1,-1-1,0 0,1-1,6-3,-3 4,0-1,0-1,0-1,-1-1,1 0,-2-1,1 0,-1-2,0 0,-1 0,0-1,-1-1,0 0,-1-1,-1-1,11-14,-21 26,1 0,0-1,-1 1,0-1,1 1,-1-1,0 0,0 1,0-1,-1 0,1 0,-1 0,1 1,-1-1,0 0,0 0,0 0,-1 0,1 0,-1 0,0 1,1-1,-1 0,0 0,-1 1,1-1,0 1,-1-1,1 1,-1-1,0 1,0 0,0 0,-1-1,-6-1,0 1,0 1,0 0,0 0,0 0,0 1,0 1,0-1,-1 2,1-1,0 1,0 1,0-1,0 2,0-1,0 1,1 0,-1 1,1 0,0 1,0-1,-5 5,6-3,0-1,0 1,1 0,0 0,0 1,1 0,0 0,0 0,1 1,-1-1,2 1,-2 4,3-9,1 0,0 0,0 0,0 0,1 0,-1 0,1 0,0 0,0 0,0 0,0 0,0 0,1 0,-1 0,1 0,0 0,0 0,0 0,0 0,0 0,1-1,-1 1,1 0,0-1,0 1,0-1,0 0,0 0,1 0,-1 0,0 0,1 0,0-1,-1 1,1-1,1 1,6 2,1-1,-1 0,1-1,0 0,-1-1,1 0,0-1,0 0,0-1,0 0,0 0,-1-1,1-1,0 0,-1 0,0-1,0 0,0-1,0 0,-1 0,0-1,0-1,0 1,-1-2,0 1,0-1,-1 0,0 0,2-5,0-1,-4 35,-6-17,0 1,1-1,-1 0,1 1,-1-1,1 1,1-1,-1 1,1-1,-1 1,1-1,1 0,-1 1,1-1,-1 0,1 0,0 0,1 0,-1 0,1-1,-1 1,1-1,0 0,0 1,1-1,-1-1,1 1,-1 0,1-1,0 0,0 0,0 0,1 0,1-2,1 0,-1 0,1 0,-1-1,1 0,-1-1,0 1,0-1,1 0,-1-1,-1 1,1-1,0-1,-1 1,1-1,-1 0,0 0,0 0,-1-1,1 0,-1 0,0 0,0 0,-1 0,1-1,-1 0,-1 0,1 0,-1 0,0 0,0 0,-1-1,1 1,-2 0,1-6,2-4,-2 0,0 0,-1 0,-1 0,0 0,-1 0,0 0,-2 0,-1-3,5 19,0-1,0 1,-1 0,1 0,0 0,0-1,0 1,0 0,0 0,0-1,0 1,0 0,0 0,0-1,0 1,0 0,0 0,0-1,0 1,0 0,0 0,0-1,0 1,1 0,-1 0,0 0,0-1,0 1,0 0,0 0,1 0,-1-1,0 1,0 0,0 0,1 0,-1 0,0 0,0-1,0 1,1 0,-1 0,0 0,0 0,1 0,-1 0,0 0,0 0,1 0,-1 0,0 0,0 0,1 0,-1 0,0 0,0 0,0 0,1 0,-1 0,0 1,0-1,1 0,-1 0,0 0,0 0,0 0,1 1,-1-1,26 12,-9-4,54 9,-58-15,-1 0,0 1,1 1,-1-1,-1 2,1 0,-1 0,10 7,-18-9,1 1,-1 0,0 0,0 1,0-1,-1 1,1-1,-1 1,0 0,-1 0,1 0,-1 0,0 0,0 0,-1 0,1 0,-1 0,0 1,-1-1,1 0,-1 2,5 52,-3-55,0 0,0 1,1-1,-1 0,1-1,0 1,1 0,-1 0,1-1,-1 1,1-1,0 0,0 0,1 0,-1 0,1-1,-1 1,1-1,0 0,0 0,0 0,0-1,0 1,0-1,0 0,3 0,2 1,0-2,0 1,0-1,0 0,0-1,0 0,0-1,0 1,0-2,-1 1,1-1,4-3,0 0,1 0,-1-1,0-1,-1 0,0-1,0 0,-1-1,0 0,-1 0,0-2,0 1,-1-1,-1 0,0-1,-1 0,0 0,-1-1,0 0,-2 0,1 0,-2 0,0-1,0 0,0-11,-3 23,0 0,0 0,0 1,0-1,0 0,0 0,-1 1,1-1,-1 0,0 1,0-1,0 0,0 1,0-1,-1 1,1 0,-1-1,1 1,-1 0,0 0,0 0,0 0,0 0,0 1,0-1,-1 1,1-1,0 1,-1 0,1 0,-1 0,0 0,1 0,-1 0,0 1,0-1,1 1,-1 0,0 0,-4 3,0 0,1 1,-1 0,1 0,0 1,0-1,1 1,-1 1,1-1,1 1,-1 0,1 0,-1 0,2 0,-1 1,1 0,0 0,0 0,1 0,0 0,0 0,1 1,0-1,0 5,0-5,0 0,1 0,0 1,1-1,-1 0,1 0,1 0,-1 0,1 0,1 0,-1-1,1 1,0-1,0 1,1-1,0 0,0 0,1-1,-1 1,1-1,0 0,1 0,-1-1,1 1,0-1,0 0,0-1,1 0,-1 0,1 0,0-1,-1 0,13 4,-1-1,0-1,1-1,0-1,0 0,0-1,0-1,-1-1,1-1,0-1,11-2,16-7</inkml:trace>
  <inkml:trace contextRef="#ctx0" brushRef="#br0" timeOffset="26147.04">12930 16964,'18'5,"18"1,13 0,13-1,11-2,7-1,4-1,1 2,-14 0</inkml:trace>
  <inkml:trace contextRef="#ctx0" brushRef="#br0" timeOffset="26642.145">14561 16858,'-7'9,"2"1,-1-1,1 1,0 0,1 1,0-1,1 1,0 0,1-1,0 1,1 0,0 0,0 1,1-1,1 3,0-7,0 0,0-1,1 1,0 0,0-1,0 0,1 1,0-1,0 0,1 0,-1-1,1 1,0-1,1 0,0 0,0 0,0 0,0-1,0 0,1 0,0-1,0 1,0-1,0 0,2 0,4 0,-1 0,1 0,0-1,0 0,0-2,0 1,0-1,0-1,1 0,-1 0,-1-2,1 1,0-1,-1-1,1 0,-1-1,0 0,0-1,-1 0,0 0,0-1,0-1,-1 0,0 0,-1-1,0 1,0-2,0 1,-2-1,5-8,-8 13,0 0,-1 0,0-1,0 0,0 1,-1-1,0 0,0 0,0 1,0-1,-1 0,0 0,-1 0,1 0,-1 0,0 0,-1 1,1-1,-1 0,0 1,0-1,-1 1,0 0,0 0,0 0,-1 0,1 0,-1 1,0-1,0 1,-1 0,1 1,-1-1,0 1,0 0,0 0,-5-2,0 1,0 0,0 0,0 1,-1 1,1 0,-1 0,0 1,1 0,-1 1,0 1,1-1,-1 1,0 1,1 0,-1 1,1 0,0 0,0 1,0 1,0-1,1 2,0-1,0 1,0 1,1-1,0 2,0-1,-4 6,10-10,0 0,-1 1,1 0,0-1,1 1,-1 0,1 0,0 0,0 0,0 1,0-1,1 0,-1 0,1 0,0 1,1-1,-1 0,1 0,-1 0,1 0,1 0,-1 0,0 0,1 0,0 0,0 0,0-1,1 1,-1-1,25 31</inkml:trace>
  <inkml:trace contextRef="#ctx0" brushRef="#br0" timeOffset="26966.328">15964 16751,'0'16,"3"14,0 9,2 7,2 3,3-1,-1-1,1-7,-2-5,1-9,-2-9</inkml:trace>
  <inkml:trace contextRef="#ctx0" brushRef="#br0" timeOffset="27214.673">15911 16470,'2'5,"6"5,7 4,7 4,-1-1</inkml:trace>
  <inkml:trace contextRef="#ctx0" brushRef="#br0" timeOffset="27464.045">16312 17005,'13'-3,"1"-1,-1-1,0 0,-1 0,1-1,-1-1,-1 0,1-1,-1 0,0 0,-1-2,0 1,0-1,-1 0,0-1,-1 0,-1-1,4-5,-11 16,1-1,0 1,-1-1,1 0,-1 1,1-1,-1 1,0-1,0 0,0 0,0 1,0-1,0 0,0 1,0-1,-1 0,1 1,-1-1,1 1,-1-1,0 1,0-1,1 1,-1-1,0 1,0-1,0 1,-1 0,1 0,0 0,0 0,-1 0,1 0,0 0,-1 0,1 0,-1 0,1 1,-1-1,0 1,1-1,-1 1,0 0,1-1,-1 1,-1 0,-5 0,0 1,0 0,1 1,-1-1,0 1,1 1,-1-1,1 2,0-1,-1 1,2 0,-1 0,0 0,1 1,0 0,0 1,1-1,-1 1,1 0,0 1,1-1,-1 1,1 0,1 0,-1 0,1 0,1 1,-1-1,1 1,1 0,-1-1,1 1,0 0,1 0,0 0,1 0,2 0,0-1,1 1,0-1,0 0,1 0,0-1,0 1,1-1,0 0,0-1,0 0,0 1,1-2,0 1,0-1,1 0,-1-1,1 1,-1-2,1 1,0-1,0 0,0-1,1 1,-1-2,4 1,40 6</inkml:trace>
  <inkml:trace contextRef="#ctx0" brushRef="#br0" timeOffset="27941.452">17007 16792,'-4'0,"-10"-2,0 2,0-1,0 2,1 0,-1 1,0 0,1 1,-1 0,1 1,0 1,0 0,0 1,1 0,-2 2,12-6,1-1,-1 0,1 0,0 1,-1-1,1 1,0-1,0 1,0 0,0-1,0 1,1 0,-1 0,0 0,1-1,0 1,-1 0,1 0,0 0,0 0,0 0,0 0,0 0,0-1,1 1,-1 0,1 0,-1 0,1 0,0-1,-1 1,1 0,0-1,0 1,0 0,1-1,50 52,-49-51,56 41,-43-33,-1 0,0 1,-1 1,0 0,-1 1,0 0,-1 1,8 14,-19-27,-1 0,1 1,-1-1,1 1,-1-1,0 1,1-1,-1 1,0-1,0 1,0 0,0-1,-1 1,1-1,0 1,-1-1,1 1,-1-1,1 1,-1-1,0 0,0 1,1-1,-1 0,0 0,0 1,0-1,0 0,-1 0,1 0,0 0,0 0,-1-1,1 1,0 0,-1-1,1 1,-1 0,1-1,-1 0,1 1,-1-1,1 0,-1 0,1 0,-1 0,1 0,-1 0,1 0,-1 0,1-1,-1 1,1-1,-1 1,1-1,-1 1,1-1,0 0,-1 0,1 0,0 0,0 0,-1 1,0-1,0 0,0 0,0 0,0 0,0 0,1 0,-1-1,0 1,1-1,-1 1,1-1,0 1,-1-1,1 0,0 0,0 1,0-1,0 0,0 0,1 0,-1 0,0 0,1 0,0 0,-1-1,1 1,0 0,0 0,0 0,0 0,1 0,-1 0,1 0,-1 0,1 0,0 0,-1 0,1 0,48-71,-23 50,0 1,2 2,0 0,1 2,1 1,1 2,23-8,22 3,-73 21,-1 1,1-1,-1 1,1 0,-1 0,0 0,0 0,0 0,0 1,0-1,0 1,0-1,-1 1,0-1,1 1,-1 0,0 0,0 0,0 0,-1 0,1 0,-1 0,0 0,0 0,0 0,0 0,0 3,1 6,3 16,-3-14,1 0,0 0,0-1,2 1,0-1,0 0,1 0,1 0,0 0,5 5,-11-17,1 1,-1-1,1 0,0 0,0-1,-1 1,1 0,0 0,0 0,0 0,0-1,0 1,0 0,0-1,0 1,0-1,0 1,0-1,0 0,0 1,1-1,-1 0,0 0,0 0,0 0,1 0,-1 0,0 0,0 0,0 0,0 0,1-1,-1 1,0-1,0 1,0-1,0 1,1-1,9-10</inkml:trace>
  <inkml:trace contextRef="#ctx0" brushRef="#br0" timeOffset="28205.508">17422 16404,'-14'6,"-4"10,3 7,8 5,13 8,12 4,2-5</inkml:trace>
  <inkml:trace contextRef="#ctx0" brushRef="#br0" timeOffset="28722.148">17716 17018,'-36'-353,"37"298,0 54,0 0,1 0,-1 0,0 0,0 1,1-1,-1 0,0 1,1-1,-1 1,0 0,1-1,-1 1,1 0,-1 0,1 0,-1 0,0 0,1 0,-1 0,1 1,-1-1,1 0,-1 1,0-1,1 1,-1 0,0-1,0 1,1 0,-1 0,0 0,0 0,1 1,3 0,188 97,-187-96,0 0,-1 0,1 0,-1 1,0 0,0 0,0 0,-1 0,1 1,-1 0,0 0,0 0,-1 0,0 1,0-1,0 1,0 0,-1 0,0 0,0 0,-1 0,0 0,0 1,0-1,-1 0,0 1,0-1,0 3,-27 122,29-128,-1 0,1-1,-1 1,1-1,0 1,-1-1,1 0,0 0,1 0,-1 0,0 0,1 0,-1 0,1-1,-1 0,1 1,0-1,0 0,-1 0,1 0,0-1,0 1,0-1,0 1,0-1,0 0,0 0,0 0,0-1,0 1,1-1,14 0,0-1,0-1,-1-1,1 0,-1-1,0-1,-1 0,1-1,-1-1,0-1,-1 0,0-1,-1-1,0 0,0-1,3-4,-9 8,-1 0,0-1,0 1,0-1,-1-1,-1 1,0-1,0 0,-1 0,0-1,0 1,-2-1,1 0,-1 0,-1 0,0 0,0 0,-1 0,-1-5,1 14,0 0,0 0,-1 0,1 0,-1 0,1 1,-1-1,0 0,1 0,-1 0,0 0,0 1,-1-1,1 1,0-1,0 0,-1 1,1 0,-1-1,1 1,-1 0,0 0,0 0,1 0,-1 0,0 0,0 1,0-1,0 1,0-1,0 1,0 0,0-1,0 1,0 0,0 0,0 0,0 1,0-1,-1 1,-2 0,1 1,-1 0,0 0,0 0,1 0,0 1,-1 0,1 0,0 0,0 0,1 1,-1 0,1-1,0 1,-3 4,2-2,0 1,1-1,0 1,0 0,0 0,1 0,0 1,0-1,1 0,0 1,0-1,1 1,0 0,0-1,1 1,-1-1,2 0,-1 1,1-1,0 0,1 0,0 0,0 0,0 0,1 0,0-1,0 0,1 0,0 0,0 0,0-1,1 0,5 4,8 1,0-1,0 0,1-2,1 0,-1-1,1-1,0-1,0-1,1-1,-1-1,0-1,1-1,-1 0,0-2,1 0,51-8,-10-2</inkml:trace>
  <inkml:trace contextRef="#ctx0" brushRef="#br0" timeOffset="30881.39">96 14171,'1'47,"-3"0,-1-1,-3 1,-1-1,-3 0,-10 29,-12 22,32-96,1 1,-1-1,1 0,0 0,-1 0,1 0,0 0,-1 0,1 0,0 0,0-1,0 1,0 0,0 0,0-1,0 1,0-1,0 1,0-1,1 1,-1-1,0 0,0 1,0-1,0 0,1 0,-1 0,0 0,0 0,1 0,-1 0,0 0,0-1,0 1,1 0,-1-1,0 1,0-1,0 1,0-1,0 1,0-1,0 0,1 0,-1 0,196-82,-76 27,-109 50,-4 2</inkml:trace>
  <inkml:trace contextRef="#ctx0" brushRef="#br0" timeOffset="31064.898">336 14345,'-6'16,"-4"14,2 13,1 14,4 10,5 5,7 2,6 0,8-2,2-6,-4-14</inkml:trace>
  <inkml:trace contextRef="#ctx0" brushRef="#br0" timeOffset="35734.657">4481 14478,'-18'-6,"12"2,-1 0,1 1,0-1,-1 2,0-1,0 1,0 0,0 0,0 1,0 0,0 0,0 1,-1 0,1 0,0 1,0-1,0 2,0-1,0 1,0 0,0 0,0 1,1 0,-1 0,1 1,0 0,-2 1,2 1,1 0,0 0,0 1,1 0,-1 0,2 0,-1 0,1 0,0 1,0-1,1 1,0 0,1 0,-1 0,2 0,-1 0,1 0,0 0,1 0,0 0,0 0,0 0,1 0,1-1,-1 1,1-1,0 1,1-1,1 1,-2-4,0-1,0-1,1 1,-1 0,1-1,0 0,0 0,0 0,0 0,0 0,0-1,1 0,-1 0,0 0,1-1,-1 1,0-1,1 0,-1 0,1 0,-1-1,0 0,1 0,-1 0,0 0,0-1,0 1,0-1,0 0,1-1,8-4,1-1,-1 0,0-1,-1-1,0 0,-1 0,0-1,0-1,2-5,-1 0,0 0,-1-1,-1 0,-1-1,-1 0,0-1,-1 0,-2 0,0 0,2-17,-2-3,-2 1,-1-1,-2 1,-2-1,-6-29,-8-7,16 75,0 1,0-1,0 1,0 0,0-1,0 1,0 0,0-1,0 1,0 0,0-1,0 1,0-1,0 1,0 0,0-1,-1 1,1 0,0-1,0 1,0 0,0-1,-1 1,1 0,0 0,0-1,-1 1,1 0,0 0,-1-1,1 1,0 0,-1 0,1 0,0 0,-1 0,1-1,0 1,-1 0,1 0,-1 0,1 0,0 0,-1 0,1 0,0 0,-1 0,1 0,0 1,-1-1,1 0,0 0,-1 0,1 0,0 0,-1 1,1-1,0 0,-1 0,1 0,0 1,0-1,-1 0,1 1,0-1,0 0,-1 1,1-1,-9 27,1 12,2 1,2 1,1-1,2 1,2-1,2 0,1 1,3-1,1-1,3 7,-6-29,1-1,1 0,0 0,1-1,0 0,2 0,0-1,5 6,-11-16,-1 0,1 0,-1 0,1 0,1-1,-1 0,0 0,1 0,-1 0,1-1,0 1,0-1,0 0,0-1,0 1,0-1,1 0,-1-1,0 1,1-1,-1 0,0 0,1-1,-1 1,0-1,1 0,-1-1,4-1,-1-1,0 0,0 0,-1-1,0 0,0-1,0 0,0 0,-1 0,0-1,-1 1,1-2,-1 1,0 0,-1-1,0 0,0 0,-1 0,0-1,3-9,0 0,-2 0,0 0,-1-1,-1 1,0-1,-2 0,0 0,15 115,-12-85,1 0,0-1,1 1,0-1,0 0,1 0,1-1,0 0,0 0,0 0,1-1,1 0,3 2,14 7</inkml:trace>
  <inkml:trace contextRef="#ctx0" brushRef="#br0" timeOffset="35978.003">4895 14118</inkml:trace>
  <inkml:trace contextRef="#ctx0" brushRef="#br0" timeOffset="36646.219">5296 14371,'-12'2,"0"-1,0 2,0-1,1 2,-1 0,1 0,-1 1,2 0,-1 1,0 0,1 1,0 0,1 0,-6 6,14-12,0 0,0 0,0 0,0 1,0-1,0 0,1 0,-1 1,0-1,0 1,1-1,-1 0,1 1,0-1,-1 1,1-1,0 1,0-1,0 1,0 0,0-1,0 1,0-1,1 1,-1-1,0 1,1-1,-1 0,1 1,0-1,0 1,-1-1,1 0,0 0,0 1,1 0,48 32,64 5,-90-33,-1 1,0 1,-1 1,1 1,15 10,-36-20,-1 1,0-1,1 1,-1-1,0 1,0-1,1 1,-1 0,0 0,0-1,0 1,0 0,0 0,0 0,0 0,0 0,0 0,-1 1,1-1,0 0,-1 0,1 0,-1 1,1-1,-1 0,1 1,-1-1,0 1,0-1,0 0,0 1,0-1,0 0,0 1,0-1,-1 1,1-1,0 0,-1 0,1 1,-1-1,1 0,-1 0,0 1,0-1,1 0,-1 0,0 0,0 0,0 0,0 0,0 0,0 0,-1-1,1 1,0 0,0-1,-1 1,-5 3,0-1,-1 0,1 0,-1-1,0 0,0 0,0-1,0 0,0 0,0-1,0 0,0 0,0-1,-4-1,10 2,0-1,0 1,0-1,0 0,0 0,0 1,0-1,0 0,0-1,1 1,-1 0,1-1,-1 1,1 0,-1-1,1 0,0 1,-1-1,1 0,0 0,0 0,0 1,1-1,-1 0,0 0,1 0,-1 0,1 0,0-1,0 1,0 0,0 0,0 0,0 0,0 0,1 0,-1 0,1-1,30-76,133-197,-141 229,-1 0,-3-2,-2 0,-1-1,-4-1,-1 0,-3 0,-1-1,-4 0,-1-51,-13 24,11 78,-1 0,1 0,0 1,0-1,0 0,-1 0,1 1,0-1,-1 0,1 1,-1-1,1 0,-1 1,1-1,-1 1,1-1,-1 1,0-1,1 1,-1-1,0 1,1 0,-1-1,0 1,1 0,-1 0,0-1,0 1,1 0,-1 0,0 0,0 0,0 0,1 0,-1 0,0 0,0 0,1 0,-1 1,0-1,0 0,1 0,-1 1,0-1,1 1,-1-1,0 0,1 1,-1-1,1 1,-1 0,0-1,1 1,0-1,-1 1,1 0,-1-1,1 1,0 0,-1-1,1 1,0 0,0 0,-1-1,1 1,0 0,0 0,0 0,0-1,0 2,-9 20,0 1,2 0,1 1,0 0,2 0,1 0,1 0,0 21,2-35,-6 75,5 0,3 1,5 17,-4-73,1-1,2-1,1 1,1-1,1 0,2-1,1 0,1-1,1 0,1-1,6 6,-14-22,0 0,1 0,1 0,-1-1,1 0,1-1,-1 0,1 0,1-1,-1-1,1 1,0-2,0 1,11 1,5-1</inkml:trace>
  <inkml:trace contextRef="#ctx0" brushRef="#br0" timeOffset="36892.085">5283 13997,'27'0,"25"0,22 0,14 0,8 0,-12 0</inkml:trace>
  <inkml:trace contextRef="#ctx0" brushRef="#br0" timeOffset="37165.037">5964 14384,'0'14,"0"14,0 10,3 6,0 3,2-5,3-7,1-7,3-11,-1-13,-3-7</inkml:trace>
  <inkml:trace contextRef="#ctx0" brushRef="#br0" timeOffset="37506.586">5911 14104,'22'3,"0"2,0 0,0 2,-1 0,1 1,-2 2,1 0,-2 1,1 1,-1 1,-1 0,-1 1,0 1,0 1,-2 1,0 0,6 10,-6 1,-1 0,-2 1,0 0,-2 1,-2 0,0 0,2 29,-9-55,16 57,-17-60,1 1,-1 0,1-1,0 1,0-1,-1 0,1 1,0-1,1 0,-1 1,0-1,0 0,0 0,1 0,-1 0,0 0,1 0,-1-1,1 1,-1 0,1-1,0 1,-1-1,1 1,-1-1,1 0,0 0,-1 0,1 0,0 0,-1 0,1 0,1-1,6-3,-1-2,0 1,-1-1,1 0,-1-1,0 1,-1-1,0-1,0 1,0-1,-1 0,0-1,-1 1,0-1,0 0,-1 0,3-9,2-6,-1-1,-1 1,0-1,-3 0,1-9,-5 45,1-1,1 1,-1 0,2-1,-1 1,1-1,1 1,0-1,1 0,-1 0,2 0,0-1,0 1,0-1,1 0,1-1,0 1,0-1,0-1,1 1,0-1,0-1,1 1,0-2,0 1,0-1,1 0,5 1,35 8,-2-5</inkml:trace>
  <inkml:trace contextRef="#ctx0" brushRef="#br0" timeOffset="38164.943">7127 14425,'-5'-1,"-1"1,1-1,0 1,-1 0,1 1,-1 0,1-1,0 2,0-1,-1 0,1 1,0 0,0 1,0-1,1 1,-1 0,1 0,-1 0,1 0,0 1,0 0,0 0,1 0,0 0,-1 0,2 1,-1 0,0 0,1-1,0 1,0 1,1-2,0-1,0 1,0 0,1 0,0 0,0-1,0 1,0 0,0 0,1-1,0 1,0 0,0 0,0-1,0 1,1-1,0 1,-1-1,1 0,1 0,-1 0,0 0,1 0,-1 0,1 0,0-1,0 0,0 1,0-1,4 2,0-1,1 1,-1-1,1 0,0 0,1-1,-1 0,0 0,1-1,-1 0,1-1,-1 0,0 0,6-1,3-3,0 0,-1-1,0 0,0-2,0 0,0 0,-1-2,-1 0,1 0,-2-1,1-1,-1-1,-1 0,0 0,-1-1,0-1,-1 1,0-2,-1 0,-1 0,-1 0,0-1,-1 0,4-14,-1-16,-1 0,-3-1,-1 0,-3 0,-2 0,-2 1,-1-1,-3 0,-4-8,-15-39,26 94,0 1,0-1,0 1,-1-1,1 1,0-1,0 1,0-1,0 1,-1-1,1 1,0-1,0 0,-1 1,1-1,0 1,-1-1,1 0,-1 1,1-1,0 0,-1 1,1-1,-1 0,1 0,-1 0,1 1,-1-1,1 0,-1 0,1 0,-1 0,1 0,-1 0,1 0,-1 0,1 0,-1 0,1 0,-1 0,1 0,-1 0,1-1,-1 1,1 0,0 0,-1 0,1-1,-1 1,1 0,-1-1,1 1,0 0,-1-1,1 1,0 0,-1-1,1 1,0-1,0 1,-1-1,1 1,0-1,0 1,-5 19,0 1,2 0,0 0,1 0,2 0,0 4,-1 5,0-14,-3 48,3 0,3 0,2 0,3-1,8 28,-13-78,1 0,0 0,1 0,0 0,1-1,0 0,1 0,0 0,1-1,0 0,1 0,0-1,0 0,1 0,0-1,0 0,1-1,0 0,1 0,-1-1,1 0,0-1,1 0,5 1,-11-5,-1-1,0 0,0 1,0-2,0 1,0-1,1 1,-1-1,0-1,0 1,0-1,-1 0,1 0,0 0,-1-1,1 1,-1-1,0 0,0 0,0-1,0 1,-1-1,1 0,-1 0,0 0,1-3,4-5,-2 0,0 0,0 0,-1-1,0 0,-1 0,-1 0,0-1,0-7,-1-85,-2 106,0 0,0 0,0 0,0 1,-1-1,1 0,0 0,0 0,0 0,0 1,-1-1,1 0,0 0,0 0,0 0,-1 0,1 0,0 1,0-1,-1 0,1 0,0 0,0 0,0 0,-1 0,1 0,0 0,0 0,-1 0,1 0,0 0,0 0,-1 0,1 0,0-1,0 1,0 0,-1 0,1 0,0 0,0 0,0 0,-3 11,0 1,1 0,1-1,0 1,1 0,0 0,1 0,0 0,1 0,0 0,1-1,0 1,1-1,0 0,1 0,0 0,1-1,0 1,0-2,1 1,1 0,-1-1,2-1,-1 1,1-2,0 1,3 1,-2-4,0 1,0-2,1 1,-1-1,1-1,0 0,0-1,0 0,0 0,0-1,0-1,0 0,1 0,-1-1,0 0,0-1,0-1,0 0,0 0,-1-1,1 0,-1-1,0 0,-1-1,7-4,10-15</inkml:trace>
  <inkml:trace contextRef="#ctx0" brushRef="#br0" timeOffset="38348.452">7234 13944,'28'-7,"26"-4,28-6,22-5,16-7,11-5,-18 3</inkml:trace>
  <inkml:trace contextRef="#ctx0" brushRef="#br0" timeOffset="32082.557">1125 14398,'0'0</inkml:trace>
  <inkml:trace contextRef="#ctx0" brushRef="#br0" timeOffset="33541.163">1139 14679,'0'-35,"12"-7,1 0,3 2,1 0,2 0,12-17,-26 48,-3 4,0 0,0 0,1 1,-1-1,1 0,0 1,0 0,1 0,-1 0,1 0,0 0,0 1,0-1,1 1,-1 0,1 0,3-1,-4 5,0 1,0-1,0 1,0-1,-1 1,1 0,0 0,-1 1,0-1,1 1,-1 0,0 0,0 0,-1 0,1 0,-1 1,1-1,-1 1,0-1,-1 1,2 3,2 2,7 8,-1 1,-1 0,0 1,-2 0,0 0,-1 1,-1 0,-1 0,2 20,-7-40,1 1,0 0,-1 0,1 0,-1-1,0 1,1 0,-1 0,0 0,0 0,1 0,-1 0,0 0,0 0,0-1,0 1,0 0,0 0,0 0,0 0,-1 0,1 0,0 0,0 0,-1 0,1-1,-1 1,1 0,-1 0,1 0,-1-1,1 1,-1 0,0-1,1 1,-1 0,0-1,0 1,1-1,-1 1,0-1,0 0,0 1,0-1,0 0,0 1,1-1,-1 0,0 0,0 0,0 0,0 0,0 0,0 0,0 0,0 0,0 0,0-1,0 1,0-1,-7-8,1 0,1-1,-1 0,2-1,-1 1,2-1,-1 0,2-1,-1 1,1-1,0-8,0 14,2 0,-1-1,1 1,0-1,0 1,1-1,-1 1,2-1,-1 1,1-1,0 1,0-1,0 1,1 0,0-1,1 1,-1 0,1 0,3-4,116-98,-85 73,-2-1,-1-1,-2-2,-2-1,-1-2,17-33,-39 64,-1-1,0 1,-1-1,0 0,-1 0,0-1,0 0,-2 1,0-1,0 0,-1 0,-1 0,0 0,0 0,-2 0,1 0,-2-2,2 13,1 0,-1 0,1 0,-1 0,0 0,0 0,0 0,0 0,0 0,0 1,0-1,-1 0,1 1,0-1,-1 1,0-1,1 1,-1 0,0 0,0 0,1 0,-1 0,0 0,0 0,0 1,0-1,0 0,0 1,-1 0,1 0,0 0,0 0,0 0,0 0,0 0,0 0,0 1,0-1,0 1,0 0,0-1,-2 2,-2 6,0 0,0 0,1 0,-1 1,2 0,0 0,0 0,0 1,1-1,1 1,-1 0,2 0,-1 0,1 0,1 6,-3 43,2 0,3 0,2 0,3 0,14 54,-15-75,1-1,2 0,2 0,1-1,2 0,1-1,2-1,14 22,-28-52,0 1,0-1,0-1,1 1,0 0,-1-1,1 1,1-1,-1-1,0 1,1 0,-1-1,1 0,0 0,0 0,-1-1,1 1,1-1,15-1</inkml:trace>
  <inkml:trace contextRef="#ctx0" brushRef="#br0" timeOffset="33740.073">1313 14024,'18'4,"19"3,25-2,19-2,17-5,7-2,2 0,-6 2,-20 2</inkml:trace>
  <inkml:trace contextRef="#ctx0" brushRef="#br0" timeOffset="34063.866">2248 14478,'1'4,"0"-1,0 0,1 0,-1 0,0 0,1 0,0-1,0 1,0 0,0-1,0 1,0-1,1 0,-1 1,1-1,-1-1,1 1,0 0,0-1,0 1,0-1,0 0,0 0,0 0,0 0,1 0,-1-1,0 0,0 1,1-1,-1-1,0 1,0 0,1-1,-1 1,0-1,0 0,0 0,0-1,0 1,0 0,0-1,0 0,0 0,-1 0,2-1,0-3,1 0,-1-1,-1 1,1-1,-1 0,0 0,-1 0,0-1,0 1,0 0,-1-1,0 1,0-1,-1 0,0 1,-1-1,0 1,0-1,0 1,-1-1,0 1,0 0,-1-1,0 1,0 1,-1-1,0 0,0 1,-5-6,7 10,-1-1,1 0,-1 1,0-1,0 1,0 0,0 0,-1 0,1 0,0 1,-1-1,1 1,-1 0,0 0,1 0,-1 1,0-1,1 1,-1 0,0 0,0 0,1 0,-1 1,0-1,1 1,-1 0,0 0,1 1,-1-1,1 1,0-1,-1 1,1 0,0 0,0 1,0-1,1 1,-1-1,-1 2,-4 6,0-1,1 1,0 0,0 1,1 0,1 0,-1 0,2 1,0-1,0 1,1 0,0 0,1 1,1-1,0 0,0 10,2-18,-1 0,1 0,-1 0,1 0,0-1,1 1,-1 0,1-1,-1 1,1-1,0 1,0-1,1 0,-1 0,0 0,1 0,0-1,0 1,0 0,0-1,0 0,1 0,-1 0,0 0,1-1,0 1,-1-1,1 0,0 0,0 0,-1 0,4-1,25 2</inkml:trace>
  <inkml:trace contextRef="#ctx0" brushRef="#br0" timeOffset="34844.518">2382 13890,'-8'0,"1"1,0 0,0 0,-1 0,1 1,0 0,0 0,0 1,0 0,1 0,-1 1,1-1,0 1,3-2,1 0,-1 0,1 1,-1-1,1 1,0-1,0 1,0-1,0 1,0 0,1 0,-1 0,1 0,0 0,0 1,0-1,0 0,1 0,-1 1,1-1,0 0,0 1,0-1,0 0,1 1,-1-1,1 0,0 0,0 2,6 11,1-1,0 0,1-1,1 0,0 0,1-1,0 0,2 1,-1-1,15 18,8 7,-1 1,-3 2,-1 1,-2 1,3 10,17 55,-47-108,-1 1,0 0,0 0,1-1,-1 1,1 0,-1 0,1-1,-1 1,1 0,-1-1,1 1,-1-1,1 1,0-1,-1 1,1-1,0 1,0-1,-1 0,1 1,0-1,0 0,-1 0,1 0,0 1,0-1,0 0,0 0,-1 0,1 0,0 0,0-1,0 1,-1 0,1 0,0 0,0-1,0 1,-1 0,1-1,0 1,-1-1,1 1,0-1,-1 1,1-1,0 1,-1-1,1 0,-1 1,1-1,-1 0,1 0,21-42,-14 13,-1 1,-2-1,0 0,-2-1,-2 1,-1 0,-1-4,2-29,-1 60,-1 3,1-1,0 0,-1 0,1 0,0 0,-1 0,1 0,0 0,0 1,0-1,0 0,0 0,0 0,0 0,0 0,0 0,1 0,-1 0,0 0,1 0,-1 1,0-1,1 0,-1 0,1 0,-1 1,1-1,-1 0,1 1,0-1,0 0,-1 1,1-1,0 1,0-1,-1 1,1-1,0 1,0 0,0-1,0 1,0 0,0 0,-1-1,1 1,0 0,0 0,0 0,0 0,0 0,1 1,163 90,-151-83,-5-4,-1-1,1 1,-1 0,0 1,-1 0,1 0,-1 1,0 0,0 0,-1 1,0-1,0 1,-1 1,1-1,-2 1,1 0,-1 0,0 0,-1 1,0-1,2 10,-7 130,3-146,-1-1,0 0,0 0,1 0,-1 1,1-1,-1 0,1 0,0 0,-1 0,1 0,0 0,0 0,0 0,0 0,0 0,0-1,0 1,0 0,0-1,0 1,0 0,0-1,0 1,1-1,-1 0,0 1,0-1,1 0,-1 0,0 0,0 0,1 0,-1 0,0 0,0 0,1-1,-1 1,0 0,0-1,51-18,-31 7,-1-1,0 0,-1-2,0 0,-1-1,-1-1,0 0,-1-2,-2 0,8-11,-20 27,12-16,-13 19,-1-1,0 1,1 0,-1 0,0 0,1 0,-1 0,0 0,1 0,-1 0,1 0,-1 0,0 0,1 0,-1 0,0 0,1 0,-1 1,0-1,1 0,-1 0,0 0,1 0,-1 1,0-1,0 0,1 0,-1 1,0-1,0 0,1 0,-1 1,0-1,0 0,0 1,0-1,0 0,1 1,-1-1,0 0,0 1,0-1,0 0,0 1,0-1,0 0,0 1,0-1,0 1,0-1,0 0,0 1,-1-1,1 0,0 1,0-1,0 0,0 1,-1-1,1 0,2 23,0 0,2-1,0 0,1 1,5 9,-8-26,0-1,1 1,0 0,0-1,0 0,0 1,1-1,0 0,0-1,1 1,-1-1,1 0,0 0,0 0,0-1,0 0,1 0,-1 0,1 0,0-1,0 0,3 0,47-4,-33-7</inkml:trace>
  <inkml:trace contextRef="#ctx0" brushRef="#br0" timeOffset="35090.638">3505 13957,'-5'14,"10"8,16 2,4-5</inkml:trace>
  <inkml:trace contextRef="#ctx0" brushRef="#br0" timeOffset="49762.148">163 15895,'-2'2,"1"0,0-1,-1 1,1-1,0 1,-1-1,0 0,1 1,-1-1,0 0,0 0,0 0,0 0,0-1,0 1,0 0,0-1,0 0,0 1,0-1,0 0,0 0,0 0,0 0,0 0,0-1,-1 1,1-1,0 1,0-1,1 0,-1 0,0 0,0 0,0 0,0 0,1 0,-1 0,1-1,-1 1,1-1,-1 1,1-1,0 0,0 0,-1 1,1-1,1 0,-2-1,1 0,0 1,0-1,1 0,-1 1,0-1,1 0,0 0,-1 1,1-1,0 0,1 0,-1 1,0-1,1 0,-1 0,1 1,0-1,0 0,0 1,1-1,-1 1,0-1,1 1,0 0,-1 0,1 0,0 0,0 0,0 0,0 0,1 0,-1 1,0-1,1 1,93-33,-90 32,1 1,-1-1,0 1,1 1,-1-1,1 1,-1 0,1 1,-1 0,0 0,1 0,-1 0,0 1,0 0,0 1,0-1,0 1,0 0,-1 1,1-1,-1 1,0 0,4 5,-4-3,0 2,-1-1,0 0,-1 1,1 0,-1 0,-1 0,1 0,-2 0,1 0,-1 1,0-1,-1 1,0-1,0 1,-1 5,-2 7,-1 0,0 0,-2-1,0 0,-1 0,-2 3,-6 9,-1-1,-1 0,-1-1,-2-1,-1-1,-1-1,-2-1,0 0,-2-2,-7 4,28-24,1 0,-1 0,0 0,0 0,0-1,0 1,-1-1,1-1,-1 1,0-1,1 0,-1 0,0-1,0 1,-1-1,-1 0,7-2,-1 0,1 0,0 1,0-1,0 0,0 0,0 0,0 0,0 0,0-1,1 1,-1 0,0 0,1 0,-1-1,1 1,-1 0,1-1,-1 1,1 0,0-1,0 1,0-1,0 1,0 0,0-1,0 1,0-1,0 1,1 0,-1-1,1 1,-1 0,1-1,-1 1,1 0,0 0,0 0,-1-1,1 1,0 0,0 0,0 0,0 0,0 0,1 1,-1-1,0 0,0 1,0-1,1 0,4-4,1 1,0 0,0 0,0 1,0-1,1 1,-1 1,1 0,-1 0,1 0,0 1,0 0,0 0,0 1,0 0,0 1,0 0,3 1,140 40,-120-30,-12-3,1-1,0 0,0-1,0-1,1-2,0 0,0-1,0 0,1-2,-1-1,17-2,-9-5,-1-1,0-2,0 0,-1-2,6-5,19-8,-22 12</inkml:trace>
  <inkml:trace contextRef="#ctx0" brushRef="#br0" timeOffset="56597.71">3425 17312,'0'0</inkml:trace>
  <inkml:trace contextRef="#ctx0" brushRef="#br0" timeOffset="57237.706">4120 17099,'-14'-5,"-1"2,1 0,-1 0,1 1,-1 1,0 1,-11 0,21 1,0-1,0 1,0 0,1 1,-1-1,0 1,1 0,-1 0,1 0,-1 1,1-1,0 1,0 0,0 0,1 1,-1-1,1 1,-1 0,1 0,0 0,1 0,-1 0,1 1,-1 1,1-3,0 1,0 1,0-1,0 0,1 0,0 1,-1-1,2 0,-1 1,0-1,1 1,0-1,0 1,0-1,1 1,0-1,0 1,0-1,0 1,0-1,1 0,0 0,0 0,0 0,0 0,1 0,0 0,-1-1,1 1,1-1,-1 0,0 0,1 0,-1-1,2 2,3-2,0 1,-1-1,1-1,0 0,0 0,0 0,0-1,-1 0,1 0,0-1,0 0,0-1,0 0,-1 0,1 0,-1-1,1-1,117-68,-103 55,0-2,-1 0,-1-2,-1 0,-1-1,-1-1,-1-1,-1 0,1-3,-8 10,0 0,0 0,-2-1,0 0,-1 0,-1 0,-1-1,0 1,-2-1,0 0,-1 1,0-1,-2 0,-1-5,-21-40,24 62,-1 1,0 0,0-1,0 1,1 0,-1 0,0-1,0 1,-1 0,1 0,0 0,0 0,0 0,-1 1,1-1,0 0,-1 0,1 1,-1-1,1 1,-1-1,1 1,-1 0,1 0,-1 0,1 0,-1 0,1 0,-1 0,0 0,1 0,-1 1,1-1,-1 0,1 1,0 0,-1-1,1 1,0 0,-2 0,-4 6,0 1,0-1,1 1,0 1,0-1,1 1,0 0,1 0,0 1,0-1,1 1,0 0,1 0,-1 2,-8 33,2 0,2 1,1 0,3 0,3 46,0-74,2 1,0 0,1-1,1 0,1 0,5 13,-8-24,0-1,1 0,0 0,0-1,1 1,0-1,0 1,0-1,1 0,-1-1,1 1,0-1,1 0,-1 0,1-1,-1 1,1-1,0 0,0-1,4 2,-1-2,0-1,1 0,-1 0,1-1,-1 0,1 0,-1-1,1 0,-1-1,1 0,-1-1,0 0,0 0,-1-1,1 0,7-5,0 0,-1-1,0 0,-1-1,0-1,-1 0,0-1,-1-1,5-7,-11 15,-1-1,0 0,0 0,-1 0,0-1,0 1,-1-1,1 0,-2 0,1 0,-1 0,-1-1,1 1,-1-1,-1 1,0-1,0-3,0 11,-1 0,1-1,-1 1,1-1,-1 1,1 0,-1-1,0 1,0 0,1 0,-1 0,0 0,0-1,0 1,0 0,-1 1,1-1,0 0,0 0,-1 0,1 1,0-1,-1 1,1-1,0 1,-1-1,1 1,-1 0,1 0,-1 0,1 0,0 0,-1 0,1 0,-1 0,1 0,-1 1,1-1,-1 1,1-1,0 1,-1-1,1 1,0 0,0 0,0-1,-1 1,1 0,0 0,0 0,0 1,0-1,0 0,1 0,-1 0,0 1,-3 4,0-1,1 1,-1 0,1 0,1 0,-1 0,1 0,0 1,0-1,1 1,0-1,0 1,1 0,0-1,0 1,0 0,1-1,0 1,0-1,0 1,1-1,0 1,1-1,-1 0,1 0,1 0,-1 0,1-1,0 1,0-1,0 0,1 0,-1 0,1-1,1 0,-1 0,6 3,42 21,2-8</inkml:trace>
  <inkml:trace contextRef="#ctx0" brushRef="#br0" timeOffset="55879.706">1513 16764,'-1'83,"-3"0,-4-1,-4 0,-3 0,-10 24,17-81,2-20,4-17,19-200,5-77,-22 282,1 0,0 0,0 1,1-1,-1 0,2 0,-1 1,1-1,0 1,0 0,1 0,-1 0,2 1,-1-1,0 1,1 0,0 0,0 0,1 1,-1-1,1 2,0-1,0 0,0 1,2 0,5 1,0 1,0 0,0 1,0 1,-1 0,1 0,0 1,0 1,-1 0,0 1,1 1,-2-1,1 2,0 0,-1 0,0 1,-1 0,3 3,-8-8,0 1,-1 1,1-1,0 1,-1-1,0 1,0 1,0-1,0 1,-1-1,0 1,0 0,0 0,0 0,-1 0,0 1,0-1,-1 1,1 0,-1-1,0 1,-1 0,1-1,-1 1,0 0,-1 0,0 4,-2-2,-1 0,1 0,-2 0,1 0,-1-1,0 0,-1 0,0 0,0-1,0 0,-1 0,0 0,0-1,0 0,0-1,-7 4,-2 0,-1 0,0-2,-1 1,0-2,0 0,0-2,-9 2,15-4,1 0,-1 0,1-1,-1 0,1-1,-1 0,1-1,-7-2,6-3,25 8,4 8,1 1,-2 1,1 0,-1 1,-1 1,-1 1,1 0,-2 0,11 16,13 11,-20-23,0-1,2 0,0-2,0 0,2-1,-1-1,14 5,-23-13,-1 0,1-1,0-1,-1 0,1 0,1-1,-1 0,0-1,1-1,-1 1,0-2,1 0,-1 0,0-1,0 0,0-1,6-2,-6 0,1 0,-1-1,1 0,-1 0,-1-2,0 1,0-1,0-1,-1 0,0 0,-1 0,0-1,-4 5,-1 0,1 0,-1-1,0 1,-1 0,1-1,-1 0,0 1,0-1,-1 0,0 0,0 0,0 0,-1 0,0-1,0 1,0 0,-1 0,0 0,0 0,-1 0,0 0,0 1,0-1,-2-4,2 6,0 0,0 0,-1 0,1 0,-1 0,0 0,0 1,0-1,-1 1,1 0,-1 0,0 0,0 1,0-1,0 1,0 0,0 0,-1 0,1 1,-1-1,1 1,-1 0,1 0,-1 1,0 0,1-1,-1 2,0-1,1 0,-1 1,0 0,1 0,-1 0,1 1,-1 0,1-1,0 1,-2 2,1 1,1 0,-1 0,1 1,0 0,0 0,1 0,0 0,0 1,0-1,1 1,0 0,1 0,-1-1,1 1,0 0,1 0,0 0,0 0,0 0,1 0,0 0,0 0,1 0,0 0,0-1,1 1,0-1,0 1,0-1,1 0,0 0,0-1,0 1,4 2,2 2,1-1,0 0,0-1,1 0,0-1,0 0,1-1,0-1,0 0,0 0,10 1,35 8</inkml:trace>
  <inkml:trace contextRef="#ctx0" brushRef="#br0" timeOffset="56428.522">2809 17112,'-8'-4,"-1"-1,0 2,1 0,-2 0,1 0,0 1,0 0,-1 1,1 0,-1 1,1 0,-1 0,1 1,-1 0,1 1,0 0,-1 0,1 1,0 0,1 1,-1 0,1 0,-1 1,1 1,-2 1,1 0,0 1,0 0,1 1,0 0,1 0,0 1,0 0,1 0,0 0,1 1,-3 9,7-18,0 0,1 0,-1 0,1 0,0 0,0 0,0 0,0 0,0 0,0 0,0 0,1 0,-1 0,1 0,-1-1,1 1,0 0,-1 0,1 0,0-1,1 1,-1 0,0-1,0 1,1-1,-1 1,0-1,1 0,0 1,-1-1,1 0,0 0,-1 0,1-1,0 1,0 0,0-1,0 1,0-1,0 1,0-1,0 0,0 0,0 0,0 0,0 0,0 0,0-1,0 1,1-1,19-4,0 0,0-2,-1 0,0-2,-1 0,1-1,-2-1,0-1,0 0,15-15,59-52,-91 79,-1 0,0 0,0 0,1 1,-1-1,0 0,1 0,-1 1,0-1,0 1,0-1,1 1,-1-1,0 1,0 0,0-1,0 1,0 0,0 0,0 0,0 0,-1 0,1 0,0 0,-1 0,1 0,0 0,-1 1,1-1,-1 0,0 0,1 0,-1 1,0-1,0 0,0 1,0-1,0 0,0 0,0 1,0-1,0 0,-1 0,1 1,1 3,72 408,-71-402,2 12,-1 0,-1 0,0 1,-2-1,-3 19,3-40,1 0,-2 0,1 0,0 1,0-1,-1 0,1 0,-1 0,1 0,-1 0,0 0,0 0,0 0,0 0,0-1,0 1,-1 0,1-1,-1 1,1-1,-1 1,1-1,-1 0,0 1,0-1,0 0,0 0,1 0,-1-1,0 1,-1 0,1-1,0 1,0-1,-1 0,-4-2,0 0,0-1,0 0,1-1,-1 1,1-1,0 0,0-1,0 0,0 0,1 0,0 0,-4-6,5 7,-41-47,2-2,2-2,-29-54,66 104,3 4,0 0,0 0,0 0,0 0,0 0,0 0,0 0,0-1,0 1,0 0,1 0,-1-1,1 1,-1-1,1 1,-1 0,1-1,0 1,0-1,-1 1,1-1,0 1,0-1,1 1,-1-1,0 1,0-1,1 1,-1 0,1-1,-1 1,1-1,0 1,-1 0,1 0,0-1,0 1,0 0,9-2,0 1,0 0,0 0,0 1,0 0,0 1,0 0,9 2,6-1,29 0</inkml:trace>
  <inkml:trace contextRef="#ctx0" brushRef="#br0" timeOffset="54077.292">6285 15842,'0'16,"0"12,3 10,2 6,3 0,3-4,-1-3,-5-8,-2-9</inkml:trace>
  <inkml:trace contextRef="#ctx0" brushRef="#br0" timeOffset="54519.261">6099 15575,'28'-5,"1"1,1 1,-1 2,0 1,0 1,0 2,0 1,0 1,0 1,-1 2,0 0,-1 2,0 2,0 0,-1 1,-1 2,15 11,-30-16,0 1,0 0,-2 0,1 1,-1 0,-1 0,0 1,-1 0,0 0,-1 1,-1-1,0 1,-1 0,0 0,-1 1,0-1,-2 0,1 1,-2-1,0 0,-1 1,-2 8,-8 72,13-93,0-1,0 1,1-1,-1 1,0-1,0 1,1-1,-1 0,1 0,-1 0,1 0,-1 0,1 0,0 0,0 0,-1-1,1 1,0 0,0-1,0 0,0 1,-1-1,1 0,0 0,0 0,0 0,0 0,0-1,0 1,-1-1,1 1,0-1,0 0,0 1,-1-1,1 0,0 0,-1 0,1 0,-1 0,1-1,-1 1,1-2,15-8,-1-2,-1 0,0-1,-1-1,-1 0,0 0,-1-2,-1 1,0-1,-1-1,-1 0,-1-1,0 1,1-9,-3 26,-2 19,-3-13,2 7,-1 1,2-1,-1 1,2-1,-1 0,2-1,0 1,0-1,1 0,0-1,1 1,0-1,1-1,0 0,0 0,1-1,0 0,1 0,-1-1,1-1,1 0,3 1,13 2,0-1,0-1,1-2,-1-1,1-1,0-2,0-1,0-1,0-1,0-1,4-3,9-3</inkml:trace>
  <inkml:trace contextRef="#ctx0" brushRef="#br0" timeOffset="50940.789">1714 15401,'-27'479,"14"-242,14-231,3-14,4-27,-4 20,-2 5,0 0,0 0,1 0,0 1,0-1,1 1,1 0,-1 0,1 0,1 1,-1 0,2-1,-5 8,1 0,0 0,-1 0,1 0,0 1,0-1,0 1,0 0,0 0,0 0,-1 0,1 0,0 0,0 1,0 0,0-1,0 1,-1 0,1 0,0 0,-1 1,1-1,-1 1,1 0,-1-1,0 1,0 0,0 0,0 0,0 1,0-1,0 0,-1 1,1-1,-1 1,1 0,7 9,1 0,-1 1,-1-1,-1 2,1-1,-2 1,0 0,-1 0,0 1,-1 0,-1 0,0 0,-1 0,-1 0,0 0,-1 1,0-13,0 0,-1-1,1 1,-1 0,0 0,1-1,-1 1,0 0,-1-1,1 1,0-1,-1 0,0 1,1-1,-1 0,0 0,0 0,0 0,0 0,-1 0,1-1,0 1,-1-1,1 0,-1 1,1-1,-1 0,0-1,0 1,1 0,-1-1,0 1,0-1,0 0,1 0,-1 0,0-1,0 1,0 0,1-1,-1 0,0 0,1 0,-1 0,0 0,-2-2,0 0,0 0,1 0,-1 0,1-1,0 0,0 1,0-2,1 1,0 0,-1-1,1 1,1-1,-1 0,1 0,0 0,0 0,0-1,1 1,0 0,0-1,0 1,0-1,1 1,0-1,0 1,1-1,0 1,0-1,0 1,0 0,1-1,0 1,0 0,0 0,1 0,0 0,0 1,0-1,0 1,1-1,-1 1,4-2,10-3,0 0,0 1,0 1,1 0,0 2,1 0,-1 1,1 1,0 1,0 0,4 1,-17 0,1 0,-1 1,1-1,0 1,-1 1,1-1,-1 1,1 0,-1 1,1-1,-1 1,0 0,0 1,0 0,0 0,0 0,-1 0,1 1,-1 0,0 0,0 1,0 0,-1-1,0 1,1 1,2 4,53 207,-36-189,-13-21</inkml:trace>
  <inkml:trace contextRef="#ctx0" brushRef="#br0" timeOffset="51220.046">2075 15668,'6'18,"10"9,2-1</inkml:trace>
  <inkml:trace contextRef="#ctx0" brushRef="#br0" timeOffset="51716.817">2635 15908,'-20'6,"1"1,-1 1,1 1,0 0,1 1,0 1,1 1,0 1,1 0,0 1,1 0,-3 6,17-19,-1 1,0-1,1 1,-1 0,1 0,0 0,0 0,0 0,0 0,0 0,0 0,0 0,1 0,-1 1,1-1,-1 0,1 0,0 1,0-1,0 0,0 0,0 1,1-1,-1 0,1 0,0 1,-1-1,1 0,0 0,0 0,0 0,0 0,1 0,-1 0,1-1,-1 1,1 0,-1-1,1 1,1 0,15 10,-1-2,2 0,-1-1,1-1,18 5,-20-8,-1 1,1 1,-1 0,0 2,0 0,-1 0,-1 1,3 4,-15-14,-1 1,0-1,0 1,0-1,0 1,1 0,-1 0,0 0,0-1,0 1,0 0,-1 0,1 0,0 1,0-1,-1 0,1 0,0 0,-1 1,0-1,1 0,-1 0,1 1,-1-1,0 0,0 1,0-1,0 0,0 1,0-1,0 0,-1 1,1-1,0 0,-1 1,1-1,-1 0,1 0,-1 0,1 1,-1-1,0 0,0 0,0 0,1 0,-1 0,0 0,0 0,0-1,-1 1,1 0,0 0,0-1,0 1,-1-1,1 1,0-1,0 0,-1 1,-1-1,0 0,0 0,0-1,0 1,0-1,0 1,0-1,0 0,0 0,0 0,1-1,-1 1,0-1,1 1,-1-1,1 0,0 0,-1 0,1 0,0 0,0-1,1 1,-1-1,0 1,1-1,-1 1,1-1,0 0,0 0,0 0,0 0,1 0,-1 0,1 0,0 0,0 0,0 0,0 0,0 0,1 0,-1 0,1 0,0 0,0 1,0-1,0 0,0 0,1-1,9-26,1 1,2 0,1 0,1 1,10-12,2-6,7-8,-4-2,-2-2,-2 0,-3-2,-2-1,-4 0,12-63,-23 68,-1 1,-3-1,-4-47,-8 59,3 51,2 7,0 0,1 0,1 0,1 1,0-1,1 15,-1 1,-5 60,4 0,4 1,4-1,4 0,4-1,13 40,-22-109,1 0,1 0,1-1,0 0,2 0,0-1,1-1,1 1,4 4,3-5</inkml:trace>
  <inkml:trace contextRef="#ctx0" brushRef="#br0" timeOffset="51965.931">2596 15575,'14'2,"17"1,23 2,19 0,16 2,14 2,4 6,-15 0</inkml:trace>
  <inkml:trace contextRef="#ctx0" brushRef="#br0" timeOffset="52861.414">3545 15949,'-95'-17,"72"11,-1 1,0 2,1 0,-1 1,-15 2,35 1,-1 1,0-1,0 1,1 0,-1 1,1-1,-1 1,1 0,0 0,0 0,0 0,1 1,-1-1,1 1,0 0,0 0,0 1,0-1,1 0,0 1,0 0,0-1,0 1,1 0,0 0,0 0,0 0,1 0,-1 0,1 0,0 0,1 0,-1 0,1 0,0 0,0 0,1 0,0 0,0 1,0-2,1 0,-1-1,1 1,0-1,0 0,0 1,1-1,-1-1,1 1,-1 0,1-1,0 0,0 0,0 0,0 0,0-1,0 0,1 0,-1 0,0 0,1 0,-1-1,1 0,-1 0,0 0,1-1,-1 1,1-1,-1 0,0 0,0-1,1 1,-1-1,0 0,0 0,-1 0,1-1,0 1,0-2,7-3,-1-1,0-1,-1 0,0 0,0-1,0 0,-2-1,1 1,-1-2,-1 1,0-1,-1 0,0 0,0 0,-2-1,1 1,-2-1,0 0,0-7,12 87,-13-60,1 8,1 0,0 0,1 0,1-1,0 1,1-1,1 0,0-1,0 0,2 0,4 5,-12-16,1 0,0 0,0 0,0 0,1-1,-1 1,0-1,0 0,1 0,-1 1,1-2,-1 1,1 0,-1 0,1-1,0 1,-1-1,1 0,0 0,-1 0,1 0,0 0,-1-1,1 1,-1-1,1 0,0 0,-1 0,0 0,1 0,-1 0,0-1,1 1,-1-1,0 1,0-1,0 0,0-1,6-5,0 0,-1-1,0 0,-1 0,0-1,0 0,-1 0,2-7,12-42,-2-1,-4 0,-2-1,-2 0,0-56,-1 21,25-159,-22 212,-3 33,-3 29,-3 45,-1 0,-4-1,-7 36,8-79,-36 384,43-349,-5-55,1 0,-1 1,1-1,-1 0,1 0,-1 1,1-1,-1 0,1 0,0 0,-1 0,1 0,-1 0,1 0,-1 0,1 0,0 0,-1 0,1 0,-1 0,1 0,-1-1,1 1,-1 0,1 0,-1-1,1 1,-1 0,1 0,-1-1,1 1,-1-1,0 1,1 0,-1-1,0 1,1-1,-1 1,0-1,1 1,-1-1,1-1,27-29,-25 25,1 0,1 0,-1 1,1-1,0 1,0 0,0 0,1 1,0-1,0 1,0 1,0-1,1 1,-1 0,1 0,0 1,0 0,0 0,3 1,-7 1,1 1,-1 0,1 0,-1 0,1 1,-1-1,0 1,0 0,0 0,0 0,0 0,0 1,-1-1,1 1,-1-1,1 1,-1 0,0 0,0 0,0 0,-1 0,1 1,0 1,22 83,-23-81,0 0,0 0,-1 0,0 0,0 0,0 0,-1 0,-1 0,1 0,-1 0,0 0,0-1,-1 1,0-1,0 1,-1-1,0 0,0 0,0-1,0 1,-1-1,0 0,0 0,-1-1,1 1,-1-1,0 0,0-1,-1 0,1 0,-1 0,1 0,-1-1,0 0,0-1,0 1,0-2,0 1,-4-1,6 0,0-1,1-1,-1 1,0-1,1 1,-1-2,1 1,0 0,-1-1,1 0,0 0,1 0,-1 0,0 0,1-1,0 0,0 0,0 0,0 0,1 0,0 0,-1-1,1 1,1-1,-1 0,1 1,0-1,0 0,0 0,1 0,0 0,-1 0,2 0,-1 1,1-1,-1 0,1 0,1 0,-1 1,1-1,0 0,0 1,2-5,4-3,1 1,0-1,0 1,1 1,0-1,1 2,1 0,-1 0,1 1,1 0,-1 1,1 1,0 0,1 0,0 1,0 1,0 1,0 0,0 0,1 2,-1 0,1 0,9 2,-17-1,0 1,0-1,0 2,0-1,0 1,0 0,0 0,-1 1,1-1,-1 2,0-1,0 1,0 0,0 0,-1 0,0 1,0 0,0 0,0 0,-1 1,0-1,0 1,0 0,-1 1,0-1,0 0,0 1,-1 0,0-1,0 2,15 111,-17-118,0 0,0 0,0 0,0 0,0 0,0 0,0 0,1 0,-1 0,0 0,1 0,-1 0,1 0,-1 0,1 0,-1 0,1 0,-1-1,1 1,0 0,-1 0,1-1,0 1,0 0,0-1,0 1,0-1,-1 1,1-1,0 1,0-1,0 0,0 0,0 1,0-1,0 0,1 0,-1 0,0 0,0 0,0 0,11-5</inkml:trace>
  <inkml:trace contextRef="#ctx0" brushRef="#br0" timeOffset="53122.744">4307 15387,'-5'18,"4"13,6 6,9 3,9 0,0-8</inkml:trace>
  <inkml:trace contextRef="#ctx0" brushRef="#br0" timeOffset="53531.659">4748 15695,'31'-21,"-1"-1,-1-2,-1 0,9-13,-27 26,0 0,-1 0,-1 0,0-1,-1-1,0 1,-1-1,0 0,-1-1,0 1,-1-1,2-13,-6 17,1 1,-1-1,-1 1,0-1,0 1,-1-1,0 1,0 0,-1 0,0 0,-1 0,-2-3,4 8,0 0,0 1,0-1,0 0,-1 1,0-1,0 1,0 0,0 0,0 0,0 0,-1 1,0-1,1 1,-1 0,0 0,0 0,0 1,0-1,-1 1,1 0,0 0,0 1,-1-1,1 1,0 0,-4 0,2 1,0 1,1 0,-1 0,1 0,-1 0,1 1,0 0,0 0,0 0,0 1,1 0,-1 0,1 0,0 0,0 1,1-1,-1 1,0 2,-50 99,36-46,2 2,2 0,4 0,2 1,3 0,2 45,2-71,2 0,1 0,2-1,4 15,-6-40,0-1,1 0,0-1,1 1,0 0,0-1,1 0,0 0,1 0,0-1,0 0,1 0,0 0,0-1,1 0,0 0,8 4,-10-8,0 0,0 0,1-1,-1 0,1-1,-1 1,1-1,0 0,-1-1,1 0,0 0,-1 0,1-1,0 0,-1 0,1-1,0 0,-1 0,0 0,0-1,0 0,0 0,0 0,0-1,-1 0,1 0,-1-1,0 1,-1-1,1 0,-1 0,0-1,0 1,2-6,11-15,-2-1,-1-1,-1 0,-1-1,-2 0,0-3,-1 6,-9 25,0 0,0 1,0-1,-1 1,1-1,0 1,0-1,0 1,0 0,0-1,-1 1,1-1,0 1,0-1,0 1,1-1,-1 1,0-1,0 1,0-1,0 1,0-1,0 1,1-1,-1 1,0-1,0 1,1 0,-1-1,0 1,1-1,-1 1,0 0,1-1,-1 1,1 0,-1 0,0-1,1 1,-1 0,1 0,-1 0,1-1,-1 1,1 0,-1 0,1 0,-1 0,1 0,-1 0,1 0,-1 0,1 0,-1 0,1 0,-1 0,1 1,-1-1,1 0,-1 0,1 0,-1 1,0-1,1 0,26 173,3-62,-28-107,-1 0,1 0,0 0,1 0,-1-1,1 1,-1-1,1 0,0 0,0 0,0 0,1 0,-1-1,1 1,0-1,-1 0,1 0,0 0,0-1,0 1,0-1,1 0,-1 0,0-1,1 1,15-2</inkml:trace>
  <inkml:trace contextRef="#ctx0" brushRef="#br0" timeOffset="53818.415">5256 15575,'-5'4,"-1"7,5 3,7 4,7-1,2-4</inkml:trace>
  <inkml:trace contextRef="#ctx0" brushRef="#br0" timeOffset="59761.942">8986 16470,'0'9,"4"8,7 5,1-1</inkml:trace>
  <inkml:trace contextRef="#ctx0" brushRef="#br0" timeOffset="61029.486">8571 14225,'-2'0,"-1"2,0 5,1 2</inkml:trace>
  <inkml:trace contextRef="#ctx0" brushRef="#br0" timeOffset="61302.276">8584 14693,'5'13,"3"12,1 6,1 2,1 0,-1 2,-3 1,-11 3,-21 5,-6-5</inkml:trace>
  <inkml:trace contextRef="#ctx0" brushRef="#br0" timeOffset="58617.918">5644 16938,'-22'161,"18"-121,-1 1,-1 0,-13 38,9-56,10-24,0 1,0 0,0 0,0-1,0 1,0 0,0 0,0-1,0 1,0 0,0 0,0-1,0 1,0 0,0 0,0-1,-1 1,1 0,0 0,0-1,0 1,0 0,-1 0,1 0,0 0,0-1,0 1,-1 0,1 0,0 0,0 0,-1 0,1 0,0-1,0 1,-1 0,1 0,0 0,0 0,-1 0,1 0,0 0,-1 0,1 0,0 0,0 1,-1-1,1 0,0 0,0 0,-1 0,1 0,0 0,0 0,0 1,-1-1,1 0,0 0,0 0,0 1,-1-1,1 0,-4-168,32-298,-28 647,1-165,0 0,1 0,1 0,0-1,1 1,4 9,-7-21,0-1,1 1,-1-1,1 0,0 1,-1-1,2 0,-1 0,0 0,0-1,1 1,0 0,0-1,-1 0,1 0,0 0,1 0,-1 0,0 0,1-1,-1 1,0-1,1 0,0 0,-1-1,1 1,0-1,-1 0,1 0,0 0,1 0,7-4,0 0,0 0,0-1,-1-1,0 0,0-1,0 0,-1 0,0-1,0-1,-1 1,0-1,-1-1,1-2,4-2,-1-1,-1 0,-1-1,0 0,-1-1,-1 0,-1 0,0-1,-1 0,-1 0,0-1,-2 1,1-5,-21 110,11-52,1 0,1 1,3-1,0 1,3 0,0-1,3 0,1 1,1-2,5 12,-9-39,1 0,-1 0,1 0,0-1,0 1,1-1,0 0,0 0,0-1,1 1,0-1,0-1,0 1,1-1,-1 0,1 0,0-1,0 0,1 0,-1-1,0 0,1 0,0 0,-1-1,2 0,5-1,0-1,0 0,-1 0,1-2,0 1,-1-2,0 0,1 0,-2-2,1 1,-1-2,1 1,-2-2,1 0,2-3,-6 6,0-1,-1-1,0 1,0-1,-1-1,0 1,0-1,-1 0,0 0,0-1,-1 0,0 1,-1-2,0 1,0 0,-1 0,0-1,0 1,-1-1,-1 0,0 1,0-4,-24-48,24 59,-1 1,0-1,0 1,0-1,0 1,-1 0,1 0,0 0,0-1,-1 1,1 0,-1 1,1-1,-1 0,1 0,-1 1,1-1,-1 0,0 1,1 0,-1-1,0 1,0 0,1 0,-1 0,0 0,1 0,-1 0,0 1,1-1,-1 1,0-1,1 1,-1-1,0 1,0 1,-3 3,0 1,0 0,0 1,1-1,0 1,1 0,-1 0,1 0,1 0,-1 1,1-1,1 1,-1-1,1 1,1 0,-1-1,1 1,1 2,-2-2,0-1,1 1,0-1,0 1,1 0,0-1,0 0,1 1,0-1,0 0,0 1,1-1,0-1,1 1,0 0,0-1,0 0,1 0,0 0,0 0,0-1,1 0,-1 0,1 0,1-1,-1 0,1 0,-1-1,5 2,1-2,-1-1,1 0,0-1,0 0,-1-1,1 0,0-1,0 0,0-1,-1 0,1-1,-1 0,0-1,0 0,0-1,0 0,-1-1,0 0,0-1,0 0,-1 0,0-1,0 0,-1-1,0 1,-1-2,0 1,0-1,-1 0,0-1,-1 1,0-1,-1 0,0 0,-1-1,0 1,-1-1,0 0,0-6,-8-22,1 42,-4 74,9-62,0 0,1 0,1 0,0 0,1-1,1 1,0-1,1 1,1 0,-5-10,1 0,0 0,1 0,-1 0,1 0,-1 0,1-1,1 1,-1-1,0 0,1 0,-1 0,1 0,0-1,0 1,0-1,0 0,0 0,1-1,-1 1,0-1,1 0,-1 0,1-1,0 1,-1-1,1 0,-1 0,2-1,4-1,-1-1,1 0,-1-1,0 0,-1-1,1 1,-1-2,0 1,0-1,0-1,-1 1,0-1,0 0,-1-1,0 0,0 0,-1 0,0 0,0-1,-1 0,0 0,-1 0,0-1,0 1,-1-1,1-9,-2 17,-1-2,1 1,0 0,-1-1,0 0,0 1,0-1,0 1,0-1,-1 1,0-1,1 1,-1 0,-1-1,0-2,1 7,0-1,0 1,0-1,0 1,0-1,0 1,0 0,0-1,0 1,0 0,0 0,1 0,-1 0,0 0,1 0,-1 0,1 0,-1 0,1 0,-1 0,1 0,0 0,-1 0,1 1,0-1,0 0,0 0,0 0,0 1,-3 7,1 1,0-1,1 0,0 0,0 1,1-1,0 1,0-1,1 0,1 1,0-1,0 0,0 0,1 0,1 0,0-1,0 1,0-1,1 0,0 0,1-1,0 1,0-1,0 0,1-1,0 0,0 0,1 0,7 3,-10-6,0 0,0 0,1-1,-1 0,1 0,0 0,-1-1,1 0,0 0,0 0,0-1,0 0,0 0,0 0,0-1,0 0,-1 0,1-1,0 1,0-1,-1-1,0 1,1-1,-1 0,0 0,0 0,0-1,-1 1,1-1,-1 0,3-4,1-7,-1 0,-1 0,0 0,-1-1,-1 0,0 1,-1-2,-1 1,0 0,-1 0,-1-1,-1 1,-2-14,3-43,8 113,-6-25,1 10,1-1,2 1,0-2,1 1,2 1,-6-19,0 0,0 0,0 0,0-1,1 1,0-1,0 0,1 0,-1 0,1-1,0 0,1 0,-1 0,0 0,1-1,0 0,0 0,0 0,0-1,0 0,5 1,1-1,1-1,0 0,0-1,0 0,-1-1,1-1,0 0,-1 0,7-3,22-7</inkml:trace>
  <inkml:trace contextRef="#ctx0" brushRef="#br0" timeOffset="58925.953">7769 17086,'-4'8,"1"0,-1 0,2 1,-1 0,1-1,0 1,1 0,0 0,1 0,0 0,0 0,0 0,2 0,-1-1,1 1,0 0,1-1,2 8,-3-14,-1 1,1-1,0 0,0 0,-1 0,1 0,1 0,-1-1,0 1,0 0,1-1,-1 0,1 1,-1-1,1 0,-1-1,1 1,0 0,-1-1,1 1,0-1,0 0,-1 0,1 0,0 0,0 0,-1-1,1 1,0-1,-1 0,1 0,-1 0,1 0,0-1,4-1,0-1,0 0,0 0,-1 0,0-1,0 0,0-1,-1 1,1-1,-2 0,4-4,-4 5,-1-1,1 1,-1 0,0-1,-1 0,1 0,-1 0,-1 0,1 0,-1 0,0 0,0 0,-1-1,1 1,-1 0,-1-1,1 1,-1 0,0 0,-1 0,0-1,0 2,0-1,0 0,-1 0,0 1,0-1,-1 1,1 0,-1 0,0 0,-1 0,1 1,-1 0,0 0,0 0,-2-1,3 4,1-1,0 1,-1 0,1 0,-1 0,1 1,-1-1,1 1,-1 0,1 0,-1 0,0 0,1 1,-1-1,1 1,-1 0,1 0,0 0,-1 1,1-1,0 1,0 0,0 0,0 0,0 0,0 0,1 1,-1-1,1 1,0 0,-1-1,1 1,0 0,1 0,-1 1,0-1,1 0,0 1,0-1,0 0,0 1,1-1,-1 1,1 0,0-1,0 1,0-1,0 1,1 2,26 64,-6-41</inkml:trace>
  <inkml:trace contextRef="#ctx0" brushRef="#br0" timeOffset="59519.981">8183 17259,'6'-21,"0"-1,-2 0,-1 0,-1 0,0 0,-2-1,-1 1,0-1,-2 1,0 0,-2 0,-3-9,7 30,1 0,-1 0,0 1,1-1,-1 0,1 0,0 0,-1 0,1-1,0 1,0 0,-1 0,1 0,0 0,0 0,0 0,0 0,1 0,-1 0,0 0,0 0,1 0,-1 0,0 0,1 0,-1 0,1 0,-1 0,1 0,0 0,-1 0,1 0,0 1,0-1,-1 0,1 1,0-1,0 0,0 1,0-1,0 1,0-1,0 1,0 0,0-1,0 1,0 0,0 0,0 0,0 0,0 0,1 0,-1 0,0 0,0 0,0 0,0 1,0-1,0 0,0 1,0-1,194 46,-164-40,-8-2,0 1,-1 1,0 1,0 0,15 9,-32-13,-1 2,1-1,-1 0,1 1,-1 0,-1 0,1 0,-1 0,0 1,0-1,0 1,-1 0,0 0,0 0,0 0,-1 0,0 0,0 0,-1 0,1 1,-1-1,-1 0,1 1,-1-1,0 0,-1 0,1 0,-1 0,-2 3,-2 34,6-42,0 1,-1-1,1 0,0 1,0-1,0 0,0 1,0-1,0 0,1 1,-1-1,0 0,1 1,-1-1,1 0,-1 0,1 1,0-1,-1 0,1 0,0 0,0 0,0 0,0 0,0 0,0 0,0 0,0-1,0 1,0 0,0 0,1-1,-1 1,0-1,0 0,1 1,-1-1,0 0,1 1,-1-1,0 0,1 0,-1 0,0 0,1-1,-1 1,0 0,2-1,10-2,0-1,0-1,0 0,-1-1,1 0,-1-1,-1 0,1-1,-1 0,-1-1,0 0,0-1,7-9,-6 7,-1-1,0 0,-1-1,0 0,-1 0,-1-1,0 0,-1 0,-1 0,0-1,-1 0,-1 0,1-14,-7 60,0 0,3-1,0 1,2 0,1-1,1 1,6 19,27 20,-35-67,-1 0,1 0,0 0,0-1,-1 1,1-1,0 1,1-1,-1 0,0 0,0 0,0 0,1 0,-1-1,0 1,1 0,-1-1,1 0,-1 0,1 0,-1 0,0 0,1 0,-1 0,1-1,-1 1,0-1,1 0,-1 0,2 0,22-18,-4-4</inkml:trace>
  <inkml:trace contextRef="#ctx0" brushRef="#br0" timeOffset="60010.06">9133 17045,'5'0,"0"0,1-1,-1 0,0 0,0 0,0 0,0-1,-1 0,1 0,0 0,-1-1,1 1,-1-1,0 0,0 0,0-1,0 1,-1-1,1 0,-1 0,0 0,0 0,0-1,0-1,4-6,0 0,0 0,-2 0,1-1,-2 0,1 0,-2 0,0-1,0 1,-2-1,1 0,-2-6,1 18,-1-1,0 0,0 0,0 1,0-1,-1 0,1 1,-1-1,1 0,-1 1,0-1,0 0,0 1,-1 0,1-1,0 1,-1 0,0-1,1 1,-1 0,0 0,0 0,0 1,0-1,-1 0,1 1,0 0,-1-1,1 1,-1 0,1 0,-1 0,1 1,-1-1,0 0,0 1,1 0,-1 0,0 0,1 0,-1 0,0 0,-2 1,-3 3,0 0,0 1,0 0,1 0,-1 0,1 1,1 0,-1 1,1-1,0 1,0 0,1 1,0-1,1 1,-1 0,2 1,-1-1,1 0,0 1,1 0,0 0,0 0,1 0,0 0,0 2,1-2,0 1,0 0,1 0,1 0,-1 0,1-1,1 1,0-1,0 0,1 0,0 0,1 0,0 0,0-1,0 0,1 0,1 0,-1-1,1 0,1 0,-1-1,1 0,0 0,0-1,1 0,1 0,15 6,1-1,0-1,0-1,1-2,0 0,0-2,1-1,-1-1,1-2,-1 0,1-2,-1-1,17-4,51-11</inkml:trace>
  <inkml:trace contextRef="#ctx0" brushRef="#br0" timeOffset="62303.549">9988 16698,'-2'-5,"1"1,4 4,3 3,3 4,-1 1</inkml:trace>
  <inkml:trace contextRef="#ctx0" brushRef="#br0" timeOffset="62536.924">10162 16979,'2'18,"4"10,0 8,1 2,0 2,-1-3,-2-4,-2-3,-8-3,-18 1,-29 1,-4-5</inkml:trace>
  <inkml:trace contextRef="#ctx0" brushRef="#br0" timeOffset="78070.45">6219 1270,'17'-12,"0"1,1 1,0 1,1 1,0 0,1 2,-1 0,21-3,-38 8,1 0,-1 1,1-1,-1 1,0 0,1 0,-1 0,1 0,-1 0,0 1,1-1,-1 1,0 0,1-1,-1 1,0 0,0 0,1 0,-1 1,0-1,0 0,-1 1,1 0,0-1,0 1,-1 0,1 0,-1 0,1 0,-1 0,0 0,0 0,0 0,0 1,0-1,-1 0,1 1,-1 12,-1 0,0 1,-1-1,0 0,-2-1,0 1,0-1,-1 1,-1-1,0 0,-1-1,-1 0,0 0,-1 1,-127 191,133-201,2-3,0 0,0 0,-1 0,1 0,0 0,0 0,0 0,0 0,0 0,1 1,-1-1,0 0,1 1,-1-1,0 0,1 1,0-1,-1 1,1-1,0 1,0-1,0 1,0-1,0 1,0-1,0 1,0-1,1 0,-1 1,0-1,1 1,-1-1,1 0,0 1,-1-1,1 0,0 1,0-1,0 0,0 0,0 0,1 1,73-6,6-17,-1-3,45-23,-77 29,42-16</inkml:trace>
  <inkml:trace contextRef="#ctx0" brushRef="#br0" timeOffset="78807.693">7288 735,'-13'439,"4"-292,9-146,-1-1,1 0,0 1,0-1,0 1,-1 0,1-1,0 1,0-1,0 1,0-1,0 1,0-1,0 1,0-1,0 1,0-1,0 1,0-1,1 1,-1-1,0 1,0-1,0 1,1-1,-1 1,0-1,1 1,-1-1,0 1,1-1,-1 0,1 1,-1-1,0 0,1 1,-1-1,1 0,-1 0,1 0,-1 1,1-1,-1 0,1 0,-1 0,1 0,0 0,-1 0,1 0,-1 0,1 0,-1 0,1 0,-1 0,1 0,-1 0,1-1,-1 1,1 0,-1 0,1-1,-1 1,1 0,-1 0,0-1,1 1,-1-1,1 1,-1 0,27-32,-27 32,14-21,-10 12,1 1,0 0,0 0,1 0,0 1,0 0,1 0,0 0,0 1,0 0,1 1,0-1,0 1,1 1,-1 0,1 0,8-2,-15 5,1 1,-1 0,1 1,-1-1,1 0,-1 1,0-1,1 1,-1 0,0 0,1 0,-1 0,0 0,0 0,0 1,0-1,0 1,0-1,-1 1,1 0,0 0,-1-1,1 1,-1 0,0 1,0-1,1 0,-1 0,-1 0,2 2,11 74,-12-75,0 1,-1 0,0 0,0 0,0 0,0 0,-1 0,1 0,-1 0,0 0,0-1,-1 1,1 0,-1-1,0 1,0-1,0 1,0-1,0 0,-1 0,0 0,1 0,-1-1,0 1,0-1,-1 1,1-1,0 0,-1 0,1-1,-1 1,0-1,1-2,0 0,0-1,0 1,1-1,-1 1,0-1,1 0,-1 0,1 0,0-1,0 1,0-1,0 1,0-1,0 1,1-1,-1 0,1 0,0 0,0 0,0 0,0 0,0 0,1 0,-1 0,1-1,0 1,0 0,0-2,0-1,0 0,0 0,1 0,0 0,0 0,0 0,1 0,-1 0,2 1,-1-1,0 1,1 0,0-1,0 1,1 1,0-1,-1 0,2 1,-1 0,0 0,1 0,0 0,0 1,0 0,0 0,0 0,1 0,-1 1,1 0,-1 0,1 1,0-1,2 1,-1-2,0 1,0 0,1 0,-1 1,0 0,0 0,1 1,-1 0,1 0,-1 0,0 1,0 0,1 1,-1 0,0 0,0 0,0 1,0 0,-1 0,1 1,-1 0,0 0,0 0,0 1,-1 0,4 3,-4 2,-1 1,0-1,0 1,-1 0,0 0,-1 0,-1 0,1 6,11 51,-7-54,1-4</inkml:trace>
  <inkml:trace contextRef="#ctx0" brushRef="#br0" timeOffset="78976.241">7715 816,'-2'9,"4"5,1 1</inkml:trace>
  <inkml:trace contextRef="#ctx0" brushRef="#br0" timeOffset="79539.804">8117 962,'-9'2,"-6"1,0 1,0 0,0 1,1 0,-1 1,1 1,0 0,1 1,0 0,-6 6,18-12,-1-1,0 1,1 0,0-1,-1 1,1 0,0 0,0 0,0 0,0 0,1 1,-1-1,1 0,-1 0,1 0,0 1,-1-1,1 0,0 1,1-1,-1 0,0 0,1 0,-1 1,1-1,-1 0,1 0,0 0,0 0,0 0,0 0,1 0,-1 0,1 0,-1-1,1 1,-1 0,1-1,0 1,76 56,-73-55,51 28,60 45,-116-76,-1 0,0-1,0 1,1 0,-1 0,0 0,1 0,-1 0,0 0,1 0,-1 0,0 1,1-1,-1 0,0 0,1 0,-1 1,0-1,1 0,-1 1,1-1,-1 1,0-1,1 1,-1-1,1 1,0-1,-1 1,1-1,-1 1,1 0,0-1,-1 1,1-1,0 1,0 0,-1-1,1 1,0 0,0 0,0-1,0 1,0 0,0-1,0 1,0 0,0-1,1 1,-1 0,0-1,0 1,0 0,1-1,-1 1,0 0,1-1,-1 1,1-1,-1 1,1-1,-1 1,1-1,-1 1,1-1,-1 1,1-1,-1 0,1 1,-3-1,-1 1,0-1,0 1,0-1,0 0,0 0,0 0,0-1,0 1,0-1,0 0,0 1,0-1,1-1,-1 1,0 0,1-1,-1 1,1-1,-1 0,1 0,0 0,-1 0,1 0,0 0,1 0,-1-1,0 1,1-1,-1 0,1 1,0-1,0 0,0 0,0 0,0 0,1-11,1 0,0 0,0 0,2 1,-1-1,2 0,0 1,1 0,0 0,1 0,7-11,-6 8,43-92,-2 7,-4-2,-4-2,10-52,-44 127,-6 30,0 0,-1 0,1 0,0 0,0 0,-1 0,1 0,0 1,0-1,-1 0,1 0,0 0,0 0,-1 0,1 0,0 0,0 0,-1 0,1 0,0 0,0-1,-1 1,1 0,0 0,0 0,-1 0,1 0,0 0,0-1,-1 1,1 0,0 0,0 0,0 0,-1-1,-9 29,1 0,1 1,1-1,2 2,1-1,0 19,-1-21,2 0,1 1,1 0,1-1,2 1,1 0,0-1,3 0,0 0,1 0,2-1,1 0,1-1,1 0,1 0,1-1,1-1,6 5,85 67,-83-81</inkml:trace>
  <inkml:trace contextRef="#ctx0" brushRef="#br0" timeOffset="79730.294">8183 869,'23'-4,"23"-2,23-3,16 2,11 1,3 3,-5 8,-18 3</inkml:trace>
  <inkml:trace contextRef="#ctx0" brushRef="#br0" timeOffset="80723.162">8865 962,'-10'2,"1"-1,-1 2,0-1,1 1,-1 1,1 0,0 0,0 0,1 1,-1 1,1 0,0 0,1 0,-1 1,1 0,1 0,-1 1,1 0,0 0,1 0,0 1,1 0,-1 0,2 0,-1 1,0 2,4-9,-1-1,0 0,1 1,-1-1,1 1,0-1,0 1,0-1,0 1,1-1,-1 1,1-1,-1 1,1-1,0 0,0 1,0-1,0 0,0 0,0 0,1 0,-1 0,1 0,-1 0,1 0,0 0,0-1,0 1,0-1,0 1,0-1,0 0,1 0,-1 0,0 0,1 0,-1-1,0 1,1-1,-1 1,1-1,-1 0,1 0,1 0,6-1,0 0,-1-1,1 0,0-1,-1 0,0-1,0 1,0-2,0 1,-1-1,1-1,-1 1,-1-2,1 1,-1-1,0 0,0 0,-1-1,0 0,-1 0,1 0,-2-1,3-4,12-51,-21 85,0-6,1 0,0 0,1 0,1 0,0 0,1-1,1 1,0 0,1-1,2 4,-4-14,1-1,0 1,0-1,0 0,0 0,0 0,0 0,1 0,0-1,-1 1,1-1,0 0,0-1,0 1,0 0,1-1,-1 0,0 0,1 0,-1-1,0 0,1 1,-1-2,1 1,-1 0,0-1,1 0,-1 0,0 0,0 0,1-1,-1 0,0 1,-1-2,1 1,0 0,0-1,-1 0,0 1,1-1,-1-1,8-6,0-1,-1 0,0 0,-1-1,0 0,0-1,-2 0,0 0,0-1,-1 0,-1 0,0 0,-1-1,-1 0,1-5,4-36,-2 0,-3-1,-2-24,-1 68,-4-231,1 234,-2 36,-10 149,8 173,16-266,-8-81,0 0,0-1,0 1,0 0,0 0,0-1,0 1,0-1,1 1,-1-1,0 1,0-1,1 0,-1 0,0 0,0 1,1-1,-1 0,0-1,0 1,1 0,-1 0,0 0,1-1,-1 1,0-1,0 1,0-1,0 1,1-1,-1 0,0 1,0-1,0 0,0 0,-1 0,1 0,0 0,0 0,0 0,-1 0,1 0,-1 0,1-1,-1 1,1 0,2-2,14-15,-10 11,0-1,0 1,1 0,0 0,0 1,1 0,-1 0,1 1,1 0,7-3,-15 8,0 0,0-1,-1 1,1 0,0 0,0 0,-1 0,1 1,0-1,0 0,-1 1,1-1,0 1,-1-1,1 1,-1 0,1 0,-1 0,1 0,-1 0,1 0,-1 0,0 0,0 0,1 1,-1-1,0 1,0-1,0 1,-1-1,1 1,0-1,-1 1,1 0,0-1,-1 1,0 0,0-1,1 1,-1 0,5 74,-5-69,0 0,-1-1,0 1,0 0,0-1,-1 1,0-1,0 0,-1 1,0-1,0 0,0-1,-1 1,1 0,-1-1,-1 0,1 0,-1 0,0-1,0 1,0-1,-1 0,4-4,0 0,0 0,0-1,0 1,1 0,-1-1,0 0,0 1,0-1,1 0,-1 0,0 0,1 0,-1 0,1 0,-1 0,1-1,-1 1,1 0,0-1,0 1,0-1,0 0,0 1,0-1,0 0,0 0,1 1,-1-1,1 0,-1 0,1 0,0 0,-1 0,1 0,0 0,1 1,-1-1,0 0,0 0,1 0,-1 0,1 0,0-1,1-9,1 1,0-1,0 1,2 0,-1 0,1 0,1 1,-1-1,2 1,0 1,0-1,1 1,0 0,0 1,1 0,0 0,0 1,1 0,0 1,9-5,-17 10,0 0,0 0,0 0,0 0,0 0,0 0,0 1,0-1,1 1,-1 0,0-1,0 1,0 0,0 0,1 0,-1 0,0 1,0-1,0 1,0-1,0 1,1 0,-1 0,-1 0,1 0,0 0,0 0,0 0,0 1,-1-1,1 1,-1-1,1 1,-1 0,1-1,0 2,3 10,0-1,-1 1,0 0,-1 0,-1 0,0 0,0 12,3 11,-2-20,-3-9,0-1,1 1,-1-1,2 0,-1 1,1-1,0 0,0 0,1 0,-1 0,1 0,1-1,-1 1,1-1,0 0,3 3,27-6,-17-9</inkml:trace>
  <inkml:trace contextRef="#ctx0" brushRef="#br0" timeOffset="81384.252">9574 722,'-2'1,"-1"1,1 0,0-1,0 1,1 0,-1 0,0 0,1 0,-1 0,1 1,0-1,-1 0,1 1,0-1,1 1,-1-1,0 1,1-1,-1 1,1 0,0-1,0 1,0 0,0-1,0 1,1-1,-1 1,1 0,0-1,-1 1,1-1,1 2,6 3,0-1,0 0,1 0,0-1,0 0,0-1,0 0,1-1,0 0,-1 0,1-1,0 0,0 0,1-1,1-1,-7 1,25 4,0-1,0-2,1 0,-1-2,1-2,-1-1,5-2,-25 2,1-2,-1 0,-1 0,1-1,-1 0,0 0,0-1,-1 0,0-1,0 0,0 0,-1-1,-1 0,0 0,0 0,0-1,-1 0,-1 0,0 0,0-1,-1 0,0 1,-1-1,0 0,-1 0,0 0,-1 0,0 0,0 0,-2-1,1 2,-1-1,-2-6,3 13,0 0,0 0,0 0,0 0,0 0,-1 0,0 0,0 0,0 0,0 1,-1-1,1 1,-1-1,0 1,0 0,0 0,-1 1,1-1,0 1,-1-1,0 1,0 0,0 0,1 1,-1-1,-1 1,1 0,0 0,0 0,0 1,-1-1,-1 1,-3 3,-1 0,1 1,0 0,0 1,1-1,-1 2,1-1,0 1,0 1,1-1,0 1,0 0,0 1,1 0,0 0,1 0,0 1,0-1,-2 9,-2 1,2 1,0 0,1 0,1 1,0 0,2 0,1 0,0 0,1 1,1-1,1 0,1 0,1 0,1 0,0 0,2 0,3 7,-4-12,1 1,0-1,1 0,1 0,1-1,0 0,1-1,0 0,1 0,0-1,1-1,0 0,1 0,0-2,1 1,0-2,1 1,0-2,0 0,0-1,9 2,-17-6,0 0,0 0,0-1,1 0,-1 0,0-1,1 0,-1 0,1-1,-1 0,0 0,0 0,1-1,-1-1,0 1,-1-1,1 0,0 0,-1-1,0 0,1 0,-2 0,1-1,0 0,-1 0,0-1,90-139,-94 145,0 0,-1 0,1 0,0 1,-1-1,1 0,0 0,-1 1,1-1,0 0,-1 1,1-1,0 0,-1 1,1-1,-1 1,1-1,-1 1,1-1,-1 1,0 0,1-1,-1 1,0-1,1 1,-1 0,0-1,0 1,1 0,-1-1,0 1,0 0,0 0,0-1,0 1,0 0,0-1,0 1,0 0,0 0,-1-1,1 1,0 0,0-1,-1 1,1 0,0-1,-1 1,1-1,-1 1,1-1,-1 1,1 4,1 6,0 0,0 1,1-1,1 0,0 0,0-1,1 1,1 0,-1-1,6 7,-7-13,-1 1,2-1,-1 0,0 0,1 0,0-1,0 1,0-1,0 0,0 0,1-1,0 1,-1-1,1 0,0 0,0 0,0-1,0 0,0 0,0 0,0 0,1-1,-1 0,1 0,20-3</inkml:trace>
  <inkml:trace contextRef="#ctx0" brushRef="#br0" timeOffset="81635.623">10617 696,'0'-3,"0"0</inkml:trace>
  <inkml:trace contextRef="#ctx0" brushRef="#br0" timeOffset="77315.911">4922 1524,'16'0,"16"0,15 0,12 0,11-2,3-1,0 0,-6-1,-13-1,-15 1</inkml:trace>
  <inkml:trace contextRef="#ctx0" brushRef="#br0" timeOffset="77612.642">5243 1256,'10'7,"0"-1,1 0,0-1,1-1,-1 1,1-2,-1 0,1 0,7 0,-6 0,42 7,-27-5,0 0,-1 2,1 1,-1 1,3 3,-26-10,1 0,-1 0,0 1,0-1,0 1,0 0,0 0,-1 1,1-1,-1 1,0-1,0 1,0 0,-1 0,1 0,-1 1,0-1,0 0,0 1,-1-1,0 1,0 0,0 0,0-1,-1 1,0 0,0 0,0 0,0 0,-1-1,0 1,0 0,-5 12,-1 0,-1 0,0 0,-1-1,-1-1,-1 1,0-2,-1 0,0 0,-1-1,-8 6,-69 85,80-84,8-6</inkml:trace>
  <inkml:trace contextRef="#ctx0" brushRef="#br0" timeOffset="75088.911">1687 1911,'-1'2,"1"0,0-1,0 1,-1 0,1-1,-1 1,0-1,1 1,-1-1,0 1,0-1,0 0,0 1,0-1,0 0,0 1,0-1,-1 0,1 0,0 0,-1 0,1-1,-1 1,1 0,-1 0,1-1,-1 1,1-1,-1 0,0 1,1-1,-1 0,0 0,1 0,-1 0,0 0,1 0,-1 0,0-1,1 1,-1-1,0 1,1-1,-1 0,1 1,-1-1,1 0,0 0,-1 0,1 0,0 0,0-1,0 1,-1 0,1 0,0-2,-1-1,0-1,0 0,0 1,1-1,0 0,0 0,0 0,1 0,0 0,0 0,0 0,0 0,1 0,0 0,0-2,1 5,-1 1,1 0,0 0,-1 0,1-1,0 2,0-1,0 0,0 0,-1 1,1-1,0 1,0-1,0 1,0 0,0 0,0 0,0 0,0 0,0 0,0 0,0 1,0-1,0 1,0 0,0-1,0 1,0 0,0 0,-1 0,1 0,0 1,0 0,6 4,0 0,0 1,0 0,-1 0,0 1,-1-1,1 2,-2-1,1 1,-1 0,-1 0,1 0,-1 1,-1-1,0 1,0 0,-1 0,-1 0,1 0,-2 1,1-1,-1 0,-1 0,0 1,0-1,-1 0,0 0,-1 0,0-1,-1 1,-3 6,3-6,-1 0,0 0,-1-1,0 1,0-1,-1 0,0-1,-1 0,0 0,0-1,-1 1,0-2,0 1,0-2,-1 1,0-1,-2 0,10-4,0 0,0-1,-1 1,1-1,0 1,0-1,-1 0,1 0,0 0,-1 0,1-1,0 1,0-1,-1 1,1-1,0 0,0 0,0 0,0 0,0 0,0 0,0 0,0-1,0 1,1-1,-1 0,0 1,1-1,0 0,-1 0,1 0,0 0,0 0,0 0,0 0,0 0,0 0,1-1,-1 1,1 0,0 0,0-1,-1 1,1 0,1-1,-1 0,2 1,0 1,0-1,0 0,0 1,0-1,0 1,1 0,-1 0,1-1,-1 2,1-1,-1 0,1 0,0 1,-1 0,1-1,0 1,-1 0,1 0,-1 0,1 1,0-1,-1 1,1-1,0 1,-1 0,0 0,1 0,1 1,2-1,-6 0,41 9,1-1,0-2,0-2,0-1,0-3,1-1,-1-2,20-5,-61 7,0 0,0 1,0-1,0 0,0 0,0 0,1 0,-1 0,0 0,0 0,0 0,0-1,0 1,0 0,0-1,0 1,1 0,-1-1,0 1,-1-1,1 0,0 1,0-1,0 0,0 0,0 1,-1-1,1 0,0 0,-1 0,1 0,-1 0,1 0,-1 0,1 0,-1 0,0 0,1 0,-1-1,0 1,0 0,0 0,0 0,0-1,-8-6,0 1</inkml:trace>
  <inkml:trace contextRef="#ctx0" brushRef="#br0" timeOffset="75764.021">2489 1845,'0'-1,"0"0,0 1,1-1,-1 1,0-1,0 0,0 1,0-1,0 0,0 1,0-1,-1 1,1-1,0 0,0 1,0-1,-1 1,1-1,0 1,-1-1,1 0,0 1,-1 0,1-1,0 1,-1-1,1 1,-1-1,1 1,-1 0,1-1,-1 1,0 0,1 0,-1-1,1 1,-1 0,0 0,1 0,-1 0,1-1,-1 1,0 0,1 0,-1 1,1-1,-1 0,0 0,1 0,-1 0,1 0,-1 1,0-1,1 0,-1 0,1 1,-1-1,1 0,-1 1,1-1,-1 1,1-1,-1 1,1-1,-1 1,-6 4,0 1,0 0,1 0,-1 0,1 1,0 0,1 0,0 1,0-1,1 1,0 0,0 0,1 1,0-1,0 1,1-1,0 1,0 0,1 7,0-13,1 1,0 0,0 0,0-1,1 1,0 0,-1-1,1 1,0 0,1-1,-1 1,0-1,1 0,0 1,0-1,0 0,0 0,1 0,-1 0,1-1,-1 1,1-1,0 1,0-1,0 0,1 0,-1 0,0-1,1 1,-1-1,1 0,-1 0,1 0,0 0,-1-1,4 1,6-2,0 0,-1-1,1 0,0-1,-1-1,0 0,0 0,0-2,0 1,-1-1,0-1,0 0,0 0,-1-1,-1-1,1 0,-1 0,-1-1,2-1,-1 1,-1-1,1 0,-2 0,1-1,-2 0,1 0,-2 0,1-1,-2 0,0 0,0 0,-2-1,1-2,-4 25,1-1,0 1,0-1,0 1,1-1,1 0,0 1,0-1,0 0,1 0,0 0,1 0,-1-1,2 1,-1-1,1 0,0 0,0-1,1 1,0-1,0 0,1-1,-1 0,1 0,0 0,1-1,-1 0,1 0,2 0,10-1</inkml:trace>
  <inkml:trace contextRef="#ctx0" brushRef="#br0" timeOffset="76023.415">2783 1350,'11'5,"4"1</inkml:trace>
  <inkml:trace contextRef="#ctx0" brushRef="#br0" timeOffset="76342.045">3023 1537,'40'-44,"-7"10,0-1,-3-1,-1-2,-1-1,-3-2,-1 0,-2-1,-2-2,10-32,-28 68,0 5,-1-1,1 0,-1 0,0 0,0 0,-1-1,1 1,-1 0,0 0,0 0,0 0,-1-1,1 1,-1 0,0 0,0 0,-1 0,0-1,1 4,-1 0,0 1,1-1,-1 0,0 1,0-1,0 1,1 0,-1 0,0-1,0 1,0 0,0 1,0-1,1 0,-1 0,0 1,0-1,0 1,1 0,-1-1,0 1,1 0,-1 0,1 0,-1 0,1 0,-1 1,1-1,0 0,-1 1,1-1,0 0,-1 2,-10 13,0 1,1 0,1 1,0 0,1 1,1 0,1 0,1 1,1 0,0 0,2 0,0 1,1-1,1 5,-3 74,5 1,4 0,4-1,4-1,17 58,26 215,-56-365,3 16,-1 1,-1-1,-1 0,-1 1,-1-1,-1 1,0-1,-3 4,-3-5</inkml:trace>
  <inkml:trace contextRef="#ctx0" brushRef="#br0" timeOffset="77034.559">3037 2005,'12'-5,"43"-14,-2-4,0-1,-1-3,-2-2,0-2,29-26,-71 50,0-1,0 0,-1-1,0 0,-1 0,0 0,0-1,1-5,-5 12,0 0,-1-1,1 1,-1-1,0 0,0 1,-1-1,1 0,-1 1,0-1,0 0,0 0,0 1,-1-1,1 0,-1 0,0 1,0-1,0 1,-1-1,1 1,-1-1,0 1,0 0,0 0,-1-1,0 1,0 1,1 0,-1 0,0 0,0 0,-1 0,1 1,0-1,0 1,-1 0,1 0,-1 0,1 1,-1-1,1 1,-1 0,1 0,-4 0,89-5,-32-4,-30 5,-1 0,1 1,0 1,0 1,0 0,0 2,2 0,-19 0,0-1,0 1,0 0,0 0,0 0,0 0,0 1,-1-1,1 1,-1 0,1-1,-1 1,1 0,-1 0,0 1,0-1,0 0,0 1,-1-1,1 1,0 0,-1 0,0-1,0 1,0 0,0 0,0 0,-1 0,1 0,-1 0,0 0,-8 98,-1-66,5-20,1-1,0 1,1 1,0-1,1 0,1 0,1 2,-1-14,0 0,1 0,-1 0,1 0,0 0,0 0,0 0,0 0,1-1,-1 1,1 0,-1-1,1 1,0-1,0 0,0 0,0 0,1 0,-1 0,1 0,-1 0,1-1,-1 1,1-1,0 0,0 0,0 0,0 0,0 0,0-1,0 1,0-1,0 0,0 0,0 0,1 0,6-1,1 0,-1-1,0 0,1-1,-1 0,0 0,-1-1,1 0,-1-1,1-1,3-1,0 0,-1-1,-1-1,1 0,-1-1,-1 0,0-1,0 0,-1 0,-1-1,0 0,0 0,-1-1,-1 0,0-1,-1 1,0-2,-4 13,0-1,0 1,-1-1,1 1,0-1,-1 0,0 1,0-1,0 0,0 1,0-1,0 0,-1 1,1-1,-1 1,1-1,-1 0,0 1,0-1,-1 1,1 0,0-1,-1 1,1 0,-1 0,0 0,0 0,0 0,0 0,0 1,0-1,0 1,-1-1,1 1,0 0,-1 0,1 0,-1 0,1 0,-1 1,0-1,1 1,-1-1,0 1,1 0,-1 0,0 1,1-1,-2 0,1 3,-1-1,1 0,0 1,-1 0,1 0,1 0,-1 0,0 0,1 1,-1-1,1 1,0-1,1 1,-1 0,0 0,1 0,0 0,0 0,0 0,1 0,-1 0,1 0,0 1,0-1,0 0,1 0,-1 0,1 0,0 0,0 0,1 0,-1 0,1 0,0 0,0-1,0 1,0-1,3 4,6 1,0 0,0 0,0-1,1-1,0 0,1 0,-1-1,1-1,0 0,0-1,0 0,1-1,-1-1,1 0,-1 0,3-2,58 5</inkml:trace>
  <inkml:trace contextRef="#ctx0" brushRef="#br0" timeOffset="69968.866">4695 5147,'-5'-2,"0"-1,0 1,0 0,0 1,0-1,0 1,-1 0,1 0,0 1,-1 0,1-1,0 2,-1-1,-1 1,-7-1,-174 1,176 1,-1-1,2 2,-1-1,0 2,0-1,1 2,0 0,0 0,0 1,1 0,0 0,0 2,0-1,1 1,0 0,0 1,1 0,1 1,-1-1,-3 8,1-1,3-7,1 0,0 0,0 1,1 0,0 1,1-1,0 1,1 0,0 0,-1 6,2-7,1 0,-1 0,2 0,0 0,0 1,0-1,1 0,1 0,0 0,0-1,1 1,0 0,1-1,0 0,0 1,1-2,1 1,-1 0,1-1,0 0,1-1,5 6,256 210,-245-211,0-1,1 0,1-2,-1-1,1-1,0-1,1-1,7 0,137 1,-104-8,-45 0,0-2,0 0,0-1,-1-1,1-1,-1 0,-1-2,0-1,0 0,-1-1,0-1,-1-1,8-7,-16 12,0-1,0 0,-1 0,0-1,-1 0,0-1,-1 1,0-1,0 0,-1-1,-1 1,0-1,0 0,-1 0,3-16,-2-1,0 1,-2-1,-1 1,-1-16,-2 24,-1 0,0 0,-2 1,0-1,-1 1,-1 0,-1 1,0 0,-2 0,0 1,-1 0,0 1,-1 0,-1 0,-1 2,0 0,-2-1,-5-2,0 2,-1 0,-1 1,0 1,-1 2,0 0,-1 1,0 2,0 1,-1 0,-22-1,26 4,-1 1,0 1,0 1,0 1,0 2,0 0,0 1,0 1,1 1,-21 8,24-8,-1 2,1 0,1 1,-1 1,2 1,-1 1,1 0,1 1,0 1,0 0,2 1,0 1,0 0,1 1,1 0,-9 17,12-13,0 1,1 0,1 0,2 0,0 1,1 0,1 0,0 0,2 0,1 0,1 0,3 15,-2-25,2 0,0 1,0-2,2 1,-1 0,1-1,1 0,0 0,0-1,1 0,0 0,1-1,0 0,1-1,0 0,0 0,6 3,2-2</inkml:trace>
  <inkml:trace contextRef="#ctx0" brushRef="#br0" timeOffset="70684.121">4801 5134,'-30'-24,"1"0,1-2,2-1,0-2,-19-28,28 36,-379-444,257 319,-6 5,-6 8,-161-110,279 220,-1 1,-1 1,0 3,-33-13,57 29,8 4</inkml:trace>
  <inkml:trace contextRef="#ctx0" brushRef="#br0" timeOffset="72628.634">4387 4813,'33'24,"139"132,-125-109,1-2,38 26,-83-69,2 2,0 1,1-1,-1 0,1-1,-1 1,1-1,0 0,1-1,-1 1,0-1,1 0,-1-1,1 0,0 0,-1 0,5-1,-9-1,0 1,-1-1,1 0,-1 0,1 0,-1 0,1 0,-1-1,0 1,0 0,1-1,-1 1,0-1,0 1,-1-1,1 0,0 1,0-1,-1 0,1 1,-1-1,1 0,-1 0,0 1,0-1,0 0,0 0,0 0,0 0,0 1,-1-1,1-1,-17-57,-4 12,-2 2,-3 1,-15-20,-1-2,-56-102,97 169,1-1,-1 0,1 0,-1 0,1 0,-1 0,0 0,0 1,1-1,-1 0,0 0,0 1,0-1,1 1,-1-1,0 1,0-1,0 1,0-1,0 1,0 0,0 0,0-1,0 1,-1 0,1 0,0 0,0 0,0 0,0 1,0-1,0 0,0 0,0 1,0-1,0 0,0 1,0-1,0 1,0-1,1 1,-1 0,0-1,0 1,0 0,1 0,-1-1,0 2,-7 3,-20 16,-1-1,-1-2,-1-1,-24 10,39-21,8-2,0 0,0-1,-1 0,1-1,-1 0,1 0,-1-1,0 0,-2 0,22-15,238-126,-80 52,-118 74,-50 15,-1 0,0-1,1 1,-1 0,0 0,1 0,-1 0,0 0,0-1,0 1,0 0,0 0,0 0,0 0,0 0,0 0,-1-1,1 1,0 0,0 0,-1 0,1 0,-1-1,1 1,0 0,-1 0,0-1,1 1,-1 0,1-1,-1 1,0-1,0 1,0 1,-58 72,47-64,2 1,-1 1,2 0,-1 1,2-1,0 2,0-1,1 1,1 0,0 1,1-1,1 1,-2 12,6-20,0 0,1 0,0 0,1-1,-1 1,1-1,0 1,1-1,0 0,0 1,0-2,1 1,0 0,0-1,0 1,0-1,1 0,0-1,0 1,1-1,2 2,-8-5,1-1,-1 0,1 1,-1-1,0 1,1-1,-1 0,1 1,-1-1,0 0,1 0,-1 1,1-1,-1 0,1 0,-1 0,1 1,-1-1,1 0,0 0,-1 0,1 0,-1 0,1 0,-1 0,1 0,-1 0,1-1,-1 1,1 0,-1 0,1 0,-1-1,1 1,-1 0,1 0,-1-1,1 1,-1 0,0-1,1 1,-1-1,0 1,1-1,-1 1,0 0,1-1,-1 1,0-1,0 1,0-1,1 1,-1-1,0 1,0-1,0 0,0 1,0-1,0 1,0-1,0 1,0-1,-1-36,-3 19,1 0,-2 1,0-1,-1 1,-1 0,-1 0,0 1,-1 0,-2-1,11 17,0 1,0-1,0 1,0 0,0-1,-1 1,1-1,0 1,0-1,0 1,-1-1,1 1,0-1,-1 0,1 1,0-1,-1 1,1-1,0 0,-1 1,1-1,-1 0,1 1,-1-1,1 0,-1 1,1-1,-1 0,1 0,-1 0,1 0,-1 0,1 0,-1 1,1-1,-1 0,0 0,1-1,-1 1,1 0,-1 0,1 0,-1 0,1 0,-1-1,1 1,-1 0,1 0,-1-1,1 1,-1 0,1-1,0 1,-1 0,1-1,0 1,-1-1,1 1,0-1,-1 1,1 0,0-1,0 0,-1 1,1-1,0 1,0-1,0 1,0-1,0 1,-4 44,4-27,1 1,0-1,2 0,0 1,1-1,0-1,2 1,0-1,1 0,0 0,1 0,4 3,10 6,-21-25,-1 1,0-1,1 0,-1 0,1 1,-1-1,1 0,-1 0,1 1,-1-1,1 0,-1 0,1 0,-1 0,1 0,-1 0,1 0,0 0,-1 0,1 0,-1 0,1 0,-1 0,1 0,-1 0,1-1,-1 1,1 0,-1 0,1-1,-1 1,0 0,1-1,-1 1,1 0,-1-1,0 1,1 0,-1-1,0 1,1-1,-1 1,0-1,0 1,1-1,-1 1,0-1,0 1,0-1,0 1,0-1,0 1,0-1,0 0,0 1,2-13,-1 0,-1 0,0 1,-1-1,0 0,-1 1,-1-1,0 1,-4-11,1-2,-41-132,60 196,146 294,-140-282</inkml:trace>
  <inkml:trace contextRef="#ctx0" brushRef="#br0" timeOffset="73882.571">2556 2981,'2'14,"8"13,11 12,15 7,19 8,14 4,15 3,8 3,3-1,-2 1,-4 1,-9 0,-9-1,-12-3,-16-12</inkml:trace>
  <inkml:trace contextRef="#ctx0" brushRef="#br0" timeOffset="83351.356">8063 3168,'-24'-9,"-1"0,0 2,0 0,-1 2,0 1,0 1,0 1,0 1,0 2,0 0,-4 2,9 1,0 1,1 1,0 1,0 0,1 2,0 0,1 1,-1 1,2 1,0 0,0 1,1 1,1 1,0 0,1 0,1 2,-3 5,-9 15,2 0,1 2,3 0,1 1,1 1,3 1,-8 36,4-1,4 0,3 1,3 0,4 0,3 1,5 29,-4-92,0-1,2 0,-1 1,2-1,0 0,1 0,0-1,1 1,1-1,0 0,1 0,0-1,1 0,1 0,0-1,1 0,0 0,0-1,2-1,-1 0,1 0,1-1,-1-1,6 3,-1-5,0-1,1 0,-1-1,1-1,0-1,0-1,0 0,0-1,0-1,0-1,0 0,0-1,-1-1,9-4,5-1,-1-3,0 0,-1-2,-1-1,0-1,-1-2,18-14,-23 14,-1 0,-1-2,-1 0,-1-1,0-1,-2 0,0-2,-2 1,0-2,-2 0,-1-1,0 0,-2 0,-2-1,0 0,0-8,2-27,-2-1,-3 1,-2-1,-4 0,-2 0,-3 0,-2 1,-4 1,-12-37,17 71,-1-1,-1 2,-1-1,-2 1,0 1,-2 1,-1 0,0 0,-2 2,-1 0,-1 1,-21-18,34 34,0 0,0 0,0 1,0 0,0 0,-1 0,0 1,0 0,0 1,0 0,0 0,0 1,-1 0,1 0,0 1,-1 0,1 0,-1 1,1 0,0 1,0 0,0 0,0 0,-7 4,-5 8,2 0,-1 2,2 0,0 1,0 0,2 1,0 1,2 1,0 0,1 1,1 0,1 0,0 1,-5 22,-18 43</inkml:trace>
  <inkml:trace contextRef="#ctx0" brushRef="#br0" timeOffset="84251.838">8277 3436,'23'-4,"25"-7,26-10,20-11,17-8,10-8,3-4,-5 0,-10 4,-17 9,-22 7,-27 15,-26 14,-23 13,-16 6,-12 3,-5 1,5-3</inkml:trace>
  <inkml:trace contextRef="#ctx0" brushRef="#br0" timeOffset="84847.314">8599 3048,'0'0,"0"1,0-1,0 0,0 0,0 1,0-1,0 0,1 0,-1 0,0 1,0-1,0 0,1 0,-1 0,0 0,0 1,0-1,1 0,-1 0,0 0,0 0,1 0,-290 329,288-328,-1 0,1 0,0 0,-1 0,1 0,0 0,0 0,-1 1,1-1,0 0,0 1,1-1,-1 1,0-1,0 1,1-1,-1 1,1 0,-1-1,1 1,0 0,-1-1,1 1,0 0,0 0,0-1,1 1,-1 0,0-1,1 1,-1 0,1-1,-1 1,1 0,0-1,0 1,0-1,0 0,0 1,0-1,0 0,0 1,0-1,1 0,0 1,11 0,-1 0,1-1,0-1,-1 0,1 0,0-1,-1-1,11-2,-5 1,231-20,-245 22,-1 0,0-1,0 1,0-1,0 0,0 0,0 0,0 0,-1-1,1 1,-1-1,1 0,-1 0,0 1,0-1,-1 0,1-1,0 1,-1 0,0 0,0-1,0 1,0-1,-1 1,1-1,-1 1,0-1,0 1,0-1,0 1,-1-1,1-1,0-5,1-1,0-1,-1 1,-1 0,0-1,0 1,-1 0,-1 0,0 0,0 0,-1 0,-1 1,0-1,0 1,-1 0,0 1,0 0,-1 0,-1 0,1 0,-1 1,-1 1,-8-7,16 13,0 0,0 0,1 0,-1 0,0 1,0-1,0 0,-1 1,1-1,0 0,0 1,0-1,0 1,-1 0,1-1,0 1,0 0,0 0,-1 0,1 0,0 0,0 0,-1 0,1 0,0 0,0 1,-1-1,1 1,-1-1,4 8</inkml:trace>
  <inkml:trace contextRef="#ctx0" brushRef="#br0" timeOffset="85905.241">10029 2593,'-3'19,"0"-7,0 1,2 0,-1-1,2 1,-1 0,2 0,0-1,0 1,1 0,1-1,0 1,3 7,-3-16,0-1,-1 0,1 0,0-1,0 1,1-1,-1 1,1-1,-1 0,1 0,0 0,-1-1,1 0,0 1,0-1,0 0,0-1,0 1,0-1,0 0,0 0,0 0,1 0,-1-1,0 0,0 0,0 0,-1 0,1 0,0-1,0 0,-1 0,1 0,-1 0,1 0,-1-1,0 1,0-1,0 0,0 0,-1 0,1 0,-1-1,0 1,0-1,1-1,4-5,-1-1,0 0,-1 1,0-2,-1 1,0 0,-1-1,0 0,-1 0,0 0,-1-7,0 14,-1 0,0-1,0 1,0 0,-1 0,1 0,-1 0,-1-1,1 1,-1 1,0-1,0 0,0 0,-1 1,1-1,-1 1,0 0,-1-1,1 2,-1-1,1 0,-1 1,0-1,0 1,-1 0,1 1,-5-3,3 3,-1 1,1-1,-1 1,0 1,1-1,-1 1,0 0,0 1,1-1,-1 1,0 1,1-1,-1 1,1 0,0 1,0-1,0 1,0 1,0-1,0 1,1 0,0 0,0 0,0 1,0 0,1 0,0 0,0 1,0-1,0 1,1 0,0 0,0 0,1 0,0 1,-1 4,-5 20</inkml:trace>
  <inkml:trace contextRef="#ctx0" brushRef="#br0" timeOffset="86573.704">10938 2406,'-14'1,"-1"0,1 0,0 1,0 1,0 1,0 0,1 0,-1 1,-11 7,20-9,0-1,0 1,1 0,0 0,-1 0,1 1,0-1,0 1,1 0,-1 0,1 1,0-1,0 1,0-1,1 1,0 0,0 0,0 0,0 0,1 0,0 1,0-1,0 0,1 1,-1-1,1 0,1 3,-1-4,1 0,0 0,0 0,1 0,-1 0,1 0,-1 0,1-1,0 1,1-1,-1 1,1-1,-1 0,1 0,0 0,0 0,0-1,1 1,-1-1,1 0,-1 0,1 0,0 0,-1-1,1 1,0-1,1 0,5 2,0-1,0-1,0 1,1-1,-1-1,0 0,1-1,-1 0,0 0,6-2,2-2,0 0,-1-2,0 0,0-1,0 0,-1-2,0 0,-1 0,0-2,0 0,-2 0,1-1,-2-1,0-1,0 1,-1-2,-1 1,-1-2,0 1,-1-1,-1 0,-1-1,0 0,2-14,-8 31,1-2,0 0,-1-1,1 1,-1 0,0 0,0-1,0 1,0 0,0-1,-1 1,1 0,-1 0,0 0,0-1,-1 1,1 0,-1-1,1 4,-1 0,1 1,0-1,0 0,0 1,0-1,0 1,-1-1,1 1,0 0,0-1,0 1,0 0,1 0,-1 0,0 0,0 0,0 0,1 0,-1 0,0 0,1 0,-1 0,1 0,0 0,-1 1,1-1,0 0,0 0,-1 0,1 1,0-1,0 1,-3 10,-1 0,2 0,-1 0,2 0,0 0,0 0,1 1,0-1,2 0,-1 1,1-1,1 0,0 0,1-1,0 1,0-1,5 8,-6-16,0 1,0-1,0-1,0 1,0 0,1-1,-1 1,1-1,-1 0,1 0,0-1,0 1,0-1,0 0,0 0,0 0,0 0,0-1,0 0,3 0,20-2</inkml:trace>
  <inkml:trace contextRef="#ctx0" brushRef="#br0" timeOffset="86840.083">11299 1845,'-7'11,"5"9,2 0</inkml:trace>
  <inkml:trace contextRef="#ctx0" brushRef="#br0" timeOffset="87116.343">11580 2153,'56'-63,"-29"38,-2-1,0-2,-2 0,-1-1,-2-2,0 0,-3-1,0-1,-2 0,-2-1,10-35,-21 62,-1 0,0 0,0 0,0 0,-1-1,0 1,0 0,-1 0,1 0,-2 0,1 0,-1 0,0 0,-1 0,-2-5,5 11,-1-1,0 1,0 0,0 0,0 0,1 0,-1 0,0 0,-1 0,1 0,0 0,0 1,0-1,0 0,-1 1,1-1,0 1,-1-1,1 1,0 0,-1-1,1 1,-1 0,1 0,0 0,-1 0,1 0,-1 0,1 1,0-1,-1 0,1 1,0-1,-1 1,1-1,0 1,0 0,-1 0,-40 41,30-17,1 1,1 1,2-1,0 1,2 1,1-1,1 1,1 0,1 24,-5 221,23 208,0-27,-15-418</inkml:trace>
  <inkml:trace contextRef="#ctx0" brushRef="#br0" timeOffset="87973.095">11606 2593,'150'-66,"-132"59,20-6,0-3,-2 0,0-3,-1-1,0-1,20-19,-50 37,-1-1,1 0,-1 0,0 0,0 0,0-1,0 0,-1 0,0 0,0 0,0 0,0-1,-1 1,0-1,0 0,-1 1,0-1,0 0,0 0,0 0,-1 0,0 0,-1 0,1 0,-1 0,0 0,0 0,-1 1,0-1,0 0,0 1,-1-1,0 1,0 0,-2-3,2 6,1 0,-1 0,1 0,-1 0,0 0,0 1,0-1,0 1,0 0,0 0,-1 0,1 0,0 1,0-1,-1 1,1 0,-1 0,59-4,-13 0,1 2,0 2,25 4,-65-4,0 1,0-1,0 1,0 0,0-1,0 1,0 1,0-1,0 0,-1 1,1-1,0 1,-1 0,1 0,-1 0,0 0,0 0,0 1,0-1,0 1,0-1,0 1,-1 0,1-1,-1 1,0 0,0 0,0 0,0 0,-1 0,1 0,-1 0,0 1,0 0,1 28,-2-28,0-1,1 1,-1 0,1 0,0-1,0 1,0 0,0 0,0 0,1 0,0-1,0 1,0 0,0-1,1 1,-1-1,1 1,0-1,0 0,0 1,1-1,-1 0,1-1,-1 1,1 0,0-1,0 1,0-1,0 0,1 0,2 1,4-3,0-1,0 1,0-2,0 1,0-2,0 1,0-1,-1-1,0 0,1 0,-1-1,-1 0,1 0,-1-1,0 0,0 0,0-1,-1 0,0-1,-1 0,4-4,22-50,-41 84,9-20,-1 1,0-1,1 0,0 1,-1-1,1 0,0 1,0-1,1 0,-1 1,0-1,1 0,-1 1,1-1,0 0,0 0,0 1,0-1,0 0,0 0,0 0,1 0,-1-1,1 1,0 0,-1 0,1-1,0 1,0-1,0 0,0 0,0 1,0-1,0-1,1 1,-1 0,0 0,0-1,1 1,-1-1,0 0,1 0,3 1,1-1,-1-1,1 1,-1-1,0-1,1 1,-1-1,0 0,0 0,0-1,0 1,-1-1,1-1,-1 1,1-1,-1 0,4-4,-6 5,1 0,-1 0,-1 0,1-1,0 1,-1-1,1 1,-1-1,0 0,0 0,-1 0,1 0,-1 0,0 0,0 0,0 0,-1-1,1 1,-1 0,0-1,0 1,-1 0,1 0,-1-1,0 1,0 0,-1-1,1 1,-1 1,0-1,0 1,0 0,0 0,0 0,-1 0,1 0,-1 0,0 1,0-1,0 1,0 0,0 0,0 0,-1 0,1 0,-1 1,1 0,-1 0,0 0,1 0,-1 0,0 1,0-1,1 1,-1 0,-3 1,1-1,-1 1,1 0,-1 0,1 1,0-1,0 2,-1-1,2 1,-1 0,0 0,0 0,1 1,0 0,0 0,0 0,-2 3,2-2,1 1,-1-1,1 1,0 0,1 0,0 0,0 1,0-1,1 1,-1 0,2-1,-1 1,1 0,0 0,0 0,1 0,0 0,0 0,1 0,0 0,0 0,1 3,0-7,0 0,1 0,-1-1,0 1,1-1,-1 0,1 0,0 0,0 0,-1 0,1 0,1-1,-1 0,0 1,0-1,0 0,1 0,-1-1,0 1,1-1,-1 0,1 0,1 0,25 0</inkml:trace>
  <inkml:trace contextRef="#ctx0" brushRef="#br0" timeOffset="88214.024">12782 1685,'-18'-5,"-13"1,-3 6,-1 7,6 6,8 6,9 3,12 3,15 0,11 1,2-4</inkml:trace>
  <inkml:trace contextRef="#ctx0" brushRef="#br0" timeOffset="88460.461">12902 2099,'21'9,"13"3,12-2,10-11,10-9,-8-3</inkml:trace>
  <inkml:trace contextRef="#ctx0" brushRef="#br0" timeOffset="88630.068">13825 1831,'23'-4,"21"-4,19-3,14-5,9 0,-3-2,-7 2,-17 2</inkml:trace>
  <inkml:trace contextRef="#ctx0" brushRef="#br0" timeOffset="88877.095">14106 1537,'143'0,"-138"1,56 1,0 3,0 3,6 4,-64-12,0 0,0 0,0 0,0 0,0 1,0-1,0 1,0 0,0 0,-1 0,1 0,0 0,-1 0,1 1,-1 0,1-1,-1 1,0 0,1 0,-1 0,0 0,0 1,-1-1,1 0,0 1,-1-1,0 1,1 0,-1 0,0-1,0 1,-1 0,1 0,0 0,-1 0,0 0,0 0,0 0,0 0,0 0,-1 0,1-1,-1 2,-8 14,-1 0,-1 0,-1-1,0 0,-2-1,1-1,-14 11,-4 8,14-16,1-1,0 0,1 0,1 2,1-1,1 2,0 0,-6 16,17-33,0 0,0-1,0 1,1 0,-1-1,1 1,0 0,0 0,0-1,0 1,0 0,0 0,1-1,0 1,-1 0,1-1,0 1,0 0,1 0,10 13</inkml:trace>
  <inkml:trace contextRef="#ctx0" brushRef="#br0" timeOffset="89646.811">15175 1497,'-1'45,"-1"-31,1 0,1 0,0 0,1 0,0 0,1 0,1 0,0-1,1 1,0-1,1 0,3 7,-4-15,0-1,-1 1,2-1,-1 0,0 0,1 0,0 0,0-1,0 0,0 0,0 0,1 0,-1-1,1 0,0 0,-1-1,1 0,0 0,0 0,0-1,0 1,0-1,0-1,0 1,0-1,0 0,4-2,2 0,0 0,-1-1,1 0,-1-1,0 0,0-1,-1-1,0 1,0-1,0-1,-1 0,0 0,2-4,-6 5,0 1,-1 0,1-1,-1 0,-1 0,1 0,-1 0,-1-1,1 0,-1 1,-1-1,1 0,-1 0,0 0,-1 1,0-1,-1 0,1 0,-1 0,-1 0,1 0,-1 1,-1-1,0 1,0-1,0 1,-1 0,0 0,0 1,-1-1,1 1,-1 0,-1 0,1 0,-1 1,0 0,-1 0,1 0,-1 1,0 0,0 1,-5-3,6 4,0 0,0 1,0-1,0 1,0 0,0 1,0 0,0 0,-1 0,1 0,0 1,0 0,0 1,0-1,0 1,0 0,0 1,1-1,-1 1,1 0,0 1,0-1,0 1,0 0,0 0,1 1,0-1,0 1,0 0,1 0,-3 2,2 0,-1 1,1-1,0 1,1 0,-1 0,2 0,-1 1,1-1,1 1,-1-1,1 1,1 0,0-1,0 1,0 0,1-1,1 1,-1-1,1 1,2 2,19 32,5-8</inkml:trace>
  <inkml:trace contextRef="#ctx0" brushRef="#br0" timeOffset="90032.811">16258 1284,'0'18,"0"15,0 11,0 5,0 1,0-6,0-8,0-10</inkml:trace>
  <inkml:trace contextRef="#ctx0" brushRef="#br0" timeOffset="90769.01">16072 962,'115'18,"-83"-15,-1 1,0 2,-1 1,0 1,0 1,0 2,2 3,-26-12,-2 1,1 0,0 0,-1 1,1-1,-1 1,0 0,0 0,0 1,-1-1,0 1,1-1,-2 1,1 0,0 0,-1 0,0 1,0-1,-1 1,0-1,0 1,0-1,0 1,-1 0,0-1,0 1,-29 200,28-203,1 0,0 0,-1 1,1-1,0 0,1 0,-1 0,0 0,1 0,0 0,0 0,0 0,0 0,0 0,0-1,1 1,-1 0,1-1,0 1,0-1,0 1,0-1,0 0,1 0,-1 0,1 0,-1 0,1-1,0 1,-1-1,1 0,0 0,0 0,3 1,3-3,0 1,0-2,-1 1,1-1,0 0,-1-1,1 0,-1-1,0 0,0 0,0 0,-1-1,0 0,0-1,0 0,0 0,-1 0,0-1,0 1,-1-2,0 1,0-1,7-9,-2-1,0 0,-1-1,-1 1,-1-2,0 1,-2-1,0 0,-1 0,0-12,-6 53,1-1,1 1,1 0,1 0,0 0,2 1,-3-15,0 0,1 0,0 0,0 0,0-1,1 1,0-1,0 0,1 1,0-1,0-1,0 1,1-1,0 0,0 0,0 0,0 0,1-1,0 0,0 0,0-1,4 2,-7-3,1-1,0-1,-1 1,1 0,-1-1,1 0,0 0,-1 0,1 0,0-1,-1 1,1-1,0 0,-1 0,1 0,-1-1,0 1,1-1,-1 0,0 0,0 0,0 0,0 0,-1-1,1 1,0-1,0-1,5-5,-1-1,0 0,0-1,-1 0,-1 0,0 0,3-8,9-40,-3 0,-2 0,-3-1,-3-1,-1-53,-3 89,4-175,-8 165,2 35,-1 0,1 0,0 0,0 0,-1 1,1-1,0 0,0 0,-1 0,1 0,0 0,-1 0,1 0,0 0,-1 0,1 0,0 0,0-1,-1 1,1 0,0 0,0 0,-1 0,1 0,0 0,0-1,-1 1,1 0,0 0,0 0,-1-1,1 1,0 0,0 0,0-1,0 1,-1 0,1 0,0-1,0 1,0 0,0 0,0-1,0 1,0 0,0-1,0 1,0 0,0-1,-9 29,0 7,2 0,2 0,0 0,3 0,1 1,1 0,2-1,2 0,1 1,2-2,1 1,2-1,1 0,2-1,1 0,1-1,13 18,-3-17,-5-12</inkml:trace>
  <inkml:trace contextRef="#ctx0" brushRef="#br0" timeOffset="91024">16913 896,'23'-9,"25"-4,24 2,14 2,5 2,-14 3</inkml:trace>
  <inkml:trace contextRef="#ctx0" brushRef="#br0" timeOffset="92205.789">17394 1284,'1'-325,"-1"324,-1 0,1-1,0 1,0-1,1 1,-1-1,0 1,0-1,1 1,-1 0,1-1,-1 1,1 0,0-1,-1 1,1 0,0 0,0 0,0 0,0 0,0 0,0 0,0 0,0 0,1 0,-1 0,0 0,0 1,1-1,-1 1,0-1,1 1,-1-1,1 1,-1 0,0 0,1 0,-1 0,1 0,-1 0,1 0,-1 0,1 0,-1 1,0-1,2 1,135 19,-135-20,1-1,-1 1,1 0,-1 1,1-1,-1 0,1 1,-1 0,0 0,1 0,-1 0,0 1,0-1,1 1,-1 0,0 0,-1 0,1 0,0 0,-1 1,1-1,-1 1,0 0,1-1,-2 1,1 0,0 1,0-1,-1 0,0 0,1 1,-1 1,-16 91,1-29,14-66,0 0,-1 1,1-1,0 1,0-1,0 0,0 1,1-1,-1 1,0-1,0 0,1 1,-1-1,1 0,-1 1,1-1,0 0,0 0,-1 0,1 1,0-1,0 0,0 0,0 0,0 0,0-1,0 1,1 0,-1 0,0-1,0 1,1-1,-1 1,0-1,1 1,-1-1,0 0,1 0,-1 1,1-1,-1 0,0 0,1-1,-1 1,2 0,14-2,1 0,-1 0,0-2,0 0,0-1,-1-1,1 0,-1-2,-1 1,1-2,-2 0,1-1,-1 0,6-7,-10 10,-1-1,0 0,0 0,0-1,-1 0,-1 0,0-1,0 0,-1 0,0 0,0-1,-1 0,-1 0,0-1,0 1,-1-2,-3 11,0 0,0 0,0 0,-1 0,1 0,0 0,-1 0,0 0,1 0,-1 0,0 0,0 0,0 0,0 1,0-1,0 0,-1 1,1-1,-1 0,1 1,-1 0,1-1,-1 1,0 0,0 0,1 0,-1 0,0 0,0 0,0 1,0-1,0 1,0-1,0 1,0 0,-1 0,-75 6,72-4,0 0,-1 0,1 1,0 0,0 0,0 0,1 1,-1 0,1 0,0 0,0 1,1 0,-1 0,1 0,0 0,0 1,0-1,1 1,0 0,0 0,1 0,0 0,0 1,0-1,1 1,-1 3,2-7,1 0,-1 0,1-1,-1 1,1 0,0 0,0-1,0 1,1-1,-1 1,1-1,-1 1,1-1,0 0,0 0,0 0,0 0,0 0,0 0,1 0,-1-1,1 1,-1-1,1 0,-1 0,1 0,0 0,0 0,0 0,86 5,-82-7,1 0,-1-1,0 0,1 0,-1-1,0 0,-1 0,1-1,0 0,-1 0,0-1,0 1,0-1,-1 0,0-1,0 1,0-1,0 0,-1-1,0 1,0-1,-1 1,1-4,-6 14,0 1,0-1,1 1,-1 0,1-1,0 1,1 0,-1 0,1 0,0 0,0-1,0 1,1 0,-1 0,1 0,1-1,-1 1,1 0,-1-1,1 1,0-1,1 0,-1 0,1 1,0-2,0 1,0 0,1-1,2 4,0-5,0 0,0 0,0 0,0-1,0 0,0 0,0-1,1 1,-1-1,0-1,0 1,0-1,0 0,0 0,0-1,0 0,0 0,0 0,0-1,-1 0,1 0,-1 0,0-1,0 0,0 0,-1 0,0 0,1-1,-1 0,-1 1,1-2,-1 1,0 0,0-1,0 1,-1-1,0 0,0 0,0 0,0-2,3-14,-2 0,0 1,-1-1,-1 0,-1-1,-1 1,0 0,-2 1,-4-13,7 33,-1 0,1-1,0 1,-1 0,1 0,0-1,0 1,0 0,0-1,0 1,0 0,0-1,0 1,1 0,-1-1,0 1,1 0,-1 0,1 0,0-1,-1 1,1 0,0 0,-1 0,1 0,0 0,0 0,0 0,0 0,0 1,0-1,0 0,0 0,1 1,-1-1,0 1,0-1,1 1,-1-1,0 1,0 0,1 0,-1 0,0 0,2 0,1-1,0 1,0 0,0 1,0-1,0 1,0-1,0 1,0 0,0 1,0-1,-1 1,1-1,0 1,-1 0,0 1,1-1,-1 1,0-1,0 1,0 0,-1 0,1 0,-1 0,1 1,-1-1,0 1,0-1,-1 1,1 0,-1 0,0 0,0-1,0 1,0 0,-1 0,1 2,4 27,17 61,-21-91,1 1,0-1,0 0,0 0,0 1,0-1,1-1,-1 1,1 0,0-1,0 1,0-1,0 0,0 0,0 0,1 0,-1 0,1-1,-1 0,1 1,0-1,-1-1,3 1,3-1,1-1,-1 0,0-1,0 0,0 0,0-1,0 0,0-1,-1 0,1 0,-1-1,0 0,0 0,-1-1,0 0,0 0,0-1,-1 0,0 0,0 0,0-1,-1 0,-1 0,1 0,1-5,-2 4,1 1,-1-1,-1-1,1 1,-1 0,-1-1,0 1,0-1,-1 0,-1 0,1 0,-1 1,-1-1,0 0,0 0,-1 0,1 9,1 0,0 0,-1 0,1 0,-1 0,1 0,-1 0,1 0,-1 0,0 0,1 0,-1 0,0 0,0 0,0 1,0-1,0 0,0 1,0-1,0 1,0-1,0 1,0-1,0 1,0 0,0-1,0 1,0 0,0 0,-1 0,1 0,0 0,0 0,0 0,0 0,0 1,-1-1,1 0,0 1,0-1,0 1,0-1,0 1,0-1,0 1,0 0,-37 40,33-35,1 0,0 0,1 1,0-1,0 1,0 0,1 0,0 0,0 0,1 0,-1 0,2 1,-1-1,1 0,0 1,1-1,-1 0,2 0,-1 0,1 1,0-1,0-1,1 1,0 0,0 0,1-1,3 6,1-5,0 0,0 0,1-1,-1 0,2 0,-1-1,0 0,1-1,0 0,0-1,0 0,1 0,5 0,138 11,-65-14</inkml:trace>
  <inkml:trace contextRef="#ctx0" brushRef="#br0" timeOffset="97615.294">10095 6351,'1'-9,"0"1,-1 0,0 0,0 0,-1-1,0 1,0 0,-1 0,0 0,-1 0,0 1,0-1,0 1,-1-1,0 1,-1 0,1 1,-1-1,-1 1,1 0,-1 0,0 0,0 1,-1 0,0 1,0-1,-1 0,-18-9,-1 2,0 0,-1 2,0 1,-1 1,0 1,0 2,0 1,-19 0,28 3,0 1,0 2,0 0,0 1,1 0,-1 2,1 1,0 0,0 1,1 1,0 1,0 0,1 2,0 0,1 0,-14 14,11-10,1 1,1 0,1 2,1 0,0 0,1 2,1-1,-7 16,14-23,1 0,0-1,1 2,0-1,1 0,0 1,1 0,1-1,0 1,0 0,2 0,-1 0,2 0,0-1,0 1,4 9,0-3,2-1,0 0,1 0,1-1,1 0,0-1,1 0,1-1,0 0,1-1,1 0,0-2,1 1,0-2,1 0,0-1,1-1,10 4,3 0,0-2,1 0,0-2,0-2,1-1,0-1,0-2,1-1,-1-2,25-3,-39 1,-1-1,0-1,0 0,0-2,-1 0,1 0,-1-2,-1 0,0-1,0-1,0 0,-1-2,-1 1,0-2,-1 1,0-2,-1 0,0-1,-1 0,-1 0,-1-1,0 0,4-11,68-213,-76 221,0-1,-1 0,-1 0,0 0,-2 0,0 0,-2-10,1 24,-1 0,0 0,0 0,0 0,-1 0,0 0,0 0,0 1,-1-1,0 1,0 0,0-1,-1 1,1 1,-1-1,0 1,-1-1,1 1,-1 0,0 1,0-1,0 1,0 0,-1 0,1 1,-4-2,-6 0,1 0,-1 1,0 1,0 0,0 1,0 1,0 0,0 1,1 0,-1 2,0-1,-13 6,28-9,-1 1,0 0,0 0,0 0,0 0,0 0,1 0,-1 0,0 1,0-1,0 0,0 0,0 1,1-1,-1 0,0 1,0-1,1 1,-1-1,0 1,1-1,-1 1,0 0,1-1,-1 1,1 0,-1-1,1 1,-1 0,1 0,0 0,-1-1,1 1,0 0,0 0,-1 0,1 0,0-1,0 1,0 0,0 0,0 0,0 0,0 0,1 0,-1-1,0 1,0 0,1 0,-1 0,0-1,1 1,-1 0,1 0,-1-1,1 1,-1 0,1-1,0 1,-1 0,1-1,0 1,0-1,12 6</inkml:trace>
  <inkml:trace contextRef="#ctx0" brushRef="#br0" timeOffset="98355.36">10402 6403,'55'-4,"0"-2,-1-2,40-13,-65 15,1064-251,-1007 236,405-114,-464 125,-53 4,-17 9,25-2</inkml:trace>
  <inkml:trace contextRef="#ctx0" brushRef="#br0" timeOffset="99187.834">10711 6229,'4'-2,"-21"13,-371 174,370-174,18-10,0-1,0 1,0-1,0 0,0 1,0-1,0 1,0-1,0 0,0 1,0-1,0 1,0-1,0 1,0-1,0 0,0 1,1-1,-1 0,0 1,0-1,0 1,1-1,-1 0,0 1,0-1,1 0,-1 0,0 1,1-1,-1 0,0 0,1 1,-1-1,1 0,-1 0,0 0,1 0,-1 0,1 1,-1-1,0 0,1 0,-1 0,1 0,-1 0,1 0,-1 0,0-1,1 1,-1 0,1 0,-1 0,0 0,1 0,-1-1,0 1,1 0,0 0,298 9,-268-4,-1 1,0 2,0 0,0 2,22 12,-50-21,1 1,-1-1,1 0,-1 0,1 0,0 0,0 0,-1-1,1 1,0-1,0 0,0 0,-1 0,1 0,0 0,0 0,0-1,0 0,-1 1,1-1,0 0,-1 0,1-1,-1 1,1-1,-1 1,0-1,1 1,-1-1,0 0,0 0,0 0,0-1,-1 1,1 0,-1-1,1 1,-1-1,0 1,0-1,0 0,1-2,1-10,1 0,-2-1,0 0,-1 1,-1-1,0 0,-1 0,-1 1,0-1,-1 1,-1-1,0 1,-1 0,-1 1,0-1,-1 1,0 0,-1 1,-1 0,0 0,-1 1,0 0,-2 0,6-1,22 19,-3 0,13 3</inkml:trace>
  <inkml:trace contextRef="#ctx0" brushRef="#br0" timeOffset="99965.661">12662 5401,'-6'6,"0"1,1-1,0 1,0 1,0-1,1 1,0 0,1 0,0 0,0 0,0 0,1 1,1 0,-1-1,2 1,-1 0,1-1,0 1,1 0,0-1,0 1,1 0,0-1,0 0,1 1,1 0,-2-6,0-1,0 1,0-1,0 0,1 1,-1-1,1 0,0 0,-1-1,1 1,0 0,0-1,0 0,0 0,1 0,-1 0,0 0,0-1,0 1,1-1,-1 0,0 0,1 0,-1 0,0-1,0 1,1-1,-1 0,0 0,0 0,0 0,0-1,0 1,1-1,7-4,-1 0,0-1,0 0,-1-1,0 0,0 0,-1-1,7-8,-8 8,0-1,0 1,-1-2,0 1,-1 0,0-1,-1 0,0 0,-1-1,0 1,0-1,-2 1,1-1,-1 0,-1-8,0 18,-1-1,1 0,-1 0,1 1,-1-1,0 0,0 1,0-1,0 1,0-1,-1 1,1 0,-1 0,0-1,1 1,-1 0,0 0,0 1,-1-1,1 0,0 1,0-1,-1 1,1 0,-1 0,1 0,-1 0,0 0,1 0,-1 1,-1-1,-2 0,-1 1,1 0,-1 0,1 0,0 1,-1 0,1 0,-1 1,1-1,0 1,0 1,-6 2,4-1,1 0,-1 1,1 0,0 1,0-1,0 1,1 0,0 1,0 0,0 0,1 0,0 0,1 1,0 0,0 0,0 0,1 1,1-1,-1 1,1-1,1 1,-1 0,1 0,1 0,0-1,0 3,8 19</inkml:trace>
  <inkml:trace contextRef="#ctx0" brushRef="#br0" timeOffset="100649.199">13892 5080,'-9'0,"0"1,1-1,-1 2,0-1,1 1,0 0,-1 1,1 0,0 0,0 1,0 0,1 0,-1 1,1 0,0 0,1 1,-1 0,1 0,0 0,1 1,-1 0,1 0,1 0,-1 1,1-1,0 1,1 0,0 1,0-1,1 0,-1 8,3-13,0 0,0 0,0 0,0 0,0 0,1 0,-1 0,1 0,0 0,0 0,0 0,1-1,-1 1,0 0,1-1,0 1,0-1,0 1,0-1,0 0,0 0,0 0,1 0,-1 0,1-1,-1 1,1-1,0 1,0-1,0 0,0 0,5 2,1-1,0 0,0 0,0-1,0 0,0 0,0-1,0 0,0-1,2 0,5-3,0-1,-1 0,1 0,-1-2,0 0,-1-1,0 0,0-1,-1-1,0 0,0-1,-1 0,-1-1,0 0,0-1,-1 0,-1 0,0-1,-1-1,-1 1,0-1,-1-1,0 1,-2-1,0 0,0 0,-2 0,0-1,0 1,-2-1,-5-22,5 38,0 0,0 1,0-1,0 1,0-1,0 0,-1 1,1-1,0 1,0-1,0 0,-1 1,1-1,0 1,-1-1,1 1,0-1,-1 1,1-1,-1 1,1 0,-1-1,1 1,-1-1,1 1,-1 0,1 0,-1-1,0 1,1 0,-1 0,1 0,-1 0,0-1,1 1,-1 0,0 0,1 0,-1 0,1 0,-1 1,0-1,1 0,-1 0,1 0,-1 0,0 1,1-1,-1 0,1 1,-1-1,1 0,-1 1,1-1,-1 1,1-1,-5 6,1 0,0 0,1 0,-1 1,1 0,0-1,1 1,0 0,0 0,0 0,1 0,0 1,0-1,1 0,0 6,-1-5,1-1,0 0,1 0,-1 0,1 0,1 0,-1 0,1 0,0 0,1-1,-1 1,2-1,-1 1,1-1,-1 0,2-1,-1 1,1-1,-1 1,1-1,1-1,-1 1,1-1,0 0,0 0,0 0,0-1,1 0,-1-1,1 1,4 0,23 3</inkml:trace>
  <inkml:trace contextRef="#ctx0" brushRef="#br0" timeOffset="100896.615">14306 4585,'-9'12,"-3"3</inkml:trace>
  <inkml:trace contextRef="#ctx0" brushRef="#br0" timeOffset="101204.867">14533 4799,'200'-231,"-182"208,-1-1,-1 0,-1-1,-2-1,0 0,-2 0,0-2,-2 1,-1-1,-2-1,0 1,1-29,-17-6,10 62,-1-1,1 1,-1 0,1-1,-1 1,0 0,0 0,1-1,-1 1,0 0,0 0,0 0,0 0,0 0,-1 0,1 0,0 1,0-1,-1 0,1 1,0-1,-1 0,1 1,0 0,-1-1,1 1,-1 0,1 0,-1 0,1 0,-1 0,1 0,0 0,-1 0,1 1,-1-1,1 0,-1 1,0 0,-5 3,0 1,1 0,0 0,0 1,0 0,1 0,-1 0,1 0,1 1,-1 0,1 0,1 0,-1 1,1-1,0 1,-1 5,-11 37,3 1,2 0,1 1,4 0,1 0,3 0,1-47,-27 725,21-402,6-283</inkml:trace>
  <inkml:trace contextRef="#ctx0" brushRef="#br0" timeOffset="102051.637">14480 5173,'189'-90,"-153"76,0-1,0-2,-2-1,0-2,27-22,-54 37,0 0,0-1,-1 0,0 0,0-1,0 0,-1 0,0 0,0 0,0-1,-1 0,-1 0,1 0,-1-1,-1 1,0-1,0 1,0-1,-1 0,0 0,-1 1,0-1,0 0,-1 0,0 0,-1 1,0-1,0 0,-1 1,0-1,-34-26,67 28,213-23,-241 29,0 1,0-1,-1 0,1 1,0 0,0-1,0 1,0 0,0 0,0 0,0 0,0 1,0-1,0 0,0 1,-1-1,1 1,0 0,0 0,0-1,-1 1,1 0,-1 0,1 1,0-1,-1 0,0 1,1-1,-1 0,0 1,0 0,0-1,0 1,0 0,0-1,0 1,0 0,-1 0,1 0,-1 0,0-1,1 1,-1 0,0 2,-51 149,50-151,0 0,1 0,-1 0,1 0,0 0,0 0,0 0,0 0,0 0,0 1,0-1,1 0,-1 0,1 0,-1 0,1 0,0 0,0 0,0 0,0-1,0 1,0 0,0 0,1-1,-1 1,1-1,-1 1,1-1,0 0,-1 0,1 0,0 1,0-2,0 1,0 0,0 0,0-1,0 1,0-1,0 1,0-1,0 0,0 0,2 0,14-1,0-1,0-1,-1-1,1 0,-1-1,0-1,0-1,-1 0,0-1,0-1,0 0,5-6,-9 8,1-1,-2 0,1-1,-1 0,0-1,-1 0,0-1,-1 0,0 0,-1-1,0-1,4-8,-12 21,0 0,-1 0,1 0,0 0,-1 1,1-1,0 0,-1 0,1 0,0 0,0 0,-1 0,1 0,0 0,-1 0,1 0,0 0,-1 0,1 0,0 0,-1-1,1 1,0 0,0 0,-1 0,1 0,0 0,-1-1,1 1,0 0,0 0,0 0,-1-1,1 1,0 0,0 0,0-1,-1 1,1 0,0-1,0 1,0 0,0-1,0 1,-2 3,0-1,0 1,0 0,0 0,1 0,-1 0,1 0,0 0,0 0,0 1,0-1,1 0,-1 1,1-1,0 0,0 1,0-1,0 0,1 1,-1-1,1 0,0 1,0-1,0 0,0 0,1 0,-1 0,1 0,0 0,0 0,0-1,0 1,0-1,1 1,-1-1,1 0,7 2,1-1,-1-1,1 0,-1 0,1-1,0-1,-1 0,1 0,0-1,0 0,-1-1,1 0,-1-1,0 0,0 0,0-1,0-1,0 0,-1 0,0-1,0 0,3-3,-6 5,0-1,0 1,-1-1,1-1,-1 1,0-1,-1 0,0 0,0 0,0-1,0 0,-1 1,0-1,-1 0,0 0,0-1,0 1,-1 0,0-1,0 1,-1-1,0 1,0-1,-1 1,0-1,-1-4,0 9,1 0,-1 0,0 1,0-1,0 0,0 1,0 0,0-1,-1 1,1 0,-1 0,0 1,0-1,1 0,-1 1,0 0,0 0,0 0,0 0,-1 0,1 0,0 1,0-1,0 1,-1 0,0 0,-84 20,79-16,-1 0,1 1,1 0,-1 1,1-1,0 2,0-1,1 1,-1 0,2 1,-1-1,1 1,0 1,1-1,0 1,0 0,1 0,0 1,0-1,1 1,1-1,0 1,0 0,0 0,2 0,-1 2,3-7,0 0,0 0,0 0,1 0,0-1,0 1,0-1,1 0,-1 0,1 0,0 0,0 0,0-1,0 0,1 0,0 0,-1-1,1 1,0-1,0 0,0-1,0 1,1-1,-1 0,0 0,1 0,-1-1,0 0,1 0,-1-1,0 1,1-1,-1 0,4-1,32-6</inkml:trace>
  <inkml:trace contextRef="#ctx0" brushRef="#br0" timeOffset="102315.984">16085 4091,'-19'-9,"-14"-3,-9 2,-2 9,3 8,5 10,9 6,9 7,10 4,13 4,15 2,11 1,0-6</inkml:trace>
  <inkml:trace contextRef="#ctx0" brushRef="#br0" timeOffset="102564.961">16098 4478,'11'16,"6"10,3 3,0-2,1-3,4-5,4-6,7-8,8-6,7-9,0-8,-8-2</inkml:trace>
  <inkml:trace contextRef="#ctx0" brushRef="#br0" timeOffset="103864.524">12756 6430,'-5'7,"1"1,-1-1,2 0,-1 1,1 0,0 0,1 0,-1 0,2 0,-1 1,1-1,1 0,-1 1,1-1,1 1,0-1,0 0,0 1,1 0,0-6,-1 0,0-1,0 1,1 0,0-1,-1 0,1 1,0-1,0 0,1 0,-1 0,0 0,1 0,-1-1,1 1,-1-1,1 1,0-1,-1 0,1 0,0 0,0-1,0 1,0-1,0 1,0-1,0 0,0 0,0 0,3-1,1 0,1-1,0 0,-1 0,1-1,-1 0,0 0,0 0,0-1,0 0,-1-1,3-1,0-3,1 0,-1 0,0-1,-1 0,0 0,-1-1,0 0,-1-1,0 1,-1-1,0 0,0-3,-3 10,0-1,0 0,-1 0,0 0,0 0,-1 0,1 0,-1 0,0 0,-1 0,0 0,0 0,0 0,-1 0,1 1,-1-1,-1 0,1 1,-1 0,0-1,0 1,-1 0,1 0,-1 1,0-1,-5-3,5 5,-1 0,1 0,-1 1,0 0,0 0,0 0,0 0,0 1,0 0,-1 0,1 0,0 1,0-1,-1 1,1 1,0-1,-1 1,1 0,0 0,0 0,0 1,0 0,0 0,0 0,0 0,1 1,-1 0,1 0,0 0,0 1,0-1,0 1,0 0,1 0,0 0,0 1,0-1,0 1,1-1,-2 5,0-2,0 1,0 1,1-1,1 0,-1 1,1 0,0-1,1 1,0 0,1 0,0 0,0 0,1-1,0 1,0 0,1 0,0-1,1 1,3 7,10 18</inkml:trace>
  <inkml:trace contextRef="#ctx0" brushRef="#br0" timeOffset="104627.77">13651 6163,'-2'13,"-1"10,0 5,1 5,0 1,4-1,0-1,1-4,-1-2,0-6</inkml:trace>
  <inkml:trace contextRef="#ctx0" brushRef="#br0" timeOffset="104875.425">13692 5869,'-14'-5,"-4"1,0 6,7 7,8 7,13 4,11 4,2-2</inkml:trace>
  <inkml:trace contextRef="#ctx0" brushRef="#br0" timeOffset="105150.198">13932 6283,'12'-12,"9"-6,-2 0,0-2,-1 0,-1-1,-1-1,-1 0,-1-1,-1-1,-1 0,2-8,-13 30,0 0,0 1,0-1,0 0,0 0,-1-1,1 1,-1 0,0 0,1 0,-1 0,0 0,0 0,-1-1,1 1,0 0,-1 0,1 0,-1 0,1 0,-1 0,0 0,0 0,0 0,0 1,-1-1,1 0,0 0,-1 1,1-1,-1 1,1-1,-1 1,0 0,0 0,1 0,-1 0,0 0,0 0,0 0,0 0,0 1,0-1,0 1,-1 0,0-1,-5 4,-1-1,1 1,0 0,0 0,0 1,1 1,-1-1,1 1,0 0,1 0,-1 1,1 0,0 0,0 1,1 0,0 0,0 0,1 0,-1 1,2 0,-1 0,1 0,0 0,1 0,0 1,0-1,1 4,0-6,1 0,0 0,0 0,0 0,1-1,0 1,0 0,0 0,1-1,0 1,0 0,1-1,-1 0,1 0,0 0,1 0,-1 0,1 0,0-1,0 0,0 0,1 0,-1 0,1-1,0 1,0-1,0-1,1 1,-1-1,1 0,-1 0,1 0,0-1,-1 0,7 1,103 1,-59-10</inkml:trace>
  <inkml:trace contextRef="#ctx0" brushRef="#br0" timeOffset="105636.894">14548 5829,'-10'4,"1"1,0 0,0 0,0 1,1 0,0 0,0 1,1 0,0 0,0 1,-3 4,8-9,-1 1,1 0,0-1,0 1,0 0,0 0,1 0,0 0,0 1,0-1,0 0,1 0,-1 1,1-1,0 0,1 1,-1-1,1 0,0 1,0-1,0 0,0 0,1 0,-1 0,1 0,0 0,1 0,-1 0,8 8,0-1,0 0,1 0,0-1,1 0,0-1,13 7,47 40,-70-55,-1 0,0 0,0 0,0 0,1 0,-1 0,0 0,0 1,-1-1,1 0,0 1,0-1,-1 1,1-1,-1 1,1-1,-1 1,1-1,-1 1,0-1,0 1,0 0,0-1,0 1,0-1,0 1,-1-1,1 1,-1 0,1-1,-1 0,1 1,-1-1,0 1,1-1,-1 0,0 1,0-1,0 0,0 0,-1 0,1 0,0 0,0 0,-1 0,1 0,0 0,-2 0,-6 4,-1 0,0 0,0-1,0-1,-1 1,0-2,1 1,-1-2,0 1,0-2,0 1,0-1,-5-1,14 0,0 1,0 0,0 0,1-1,-1 1,0-1,0 0,1 1,-1-1,0 0,1 0,-1 0,0 0,1 0,-1 0,1-1,0 1,-1 0,1-1,0 1,0-1,0 0,0 1,0-1,0 0,1 1,-1-1,1 0,-1 0,1 0,-1 1,1-1,0 0,0 0,0 0,0 0,0 0,1-1,25-71,0 38,1 1,3 1,0 2,2 1,1 1,2 2,1 1,0 2,19-8,-52 31,-2 1,-1 0,1 0,0 0,0 0,-1 0,1 1,0-1,0 0,0 0,0 1,0-1,0 1,0-1,0 1,0-1,0 1,0-1,0 1,0 0,1 0,-1 0,0-1,0 1,0 0,0 0,0 1,1-1,-1 0,0 0,0 1,0-1,0 0,0 1,0-1,0 1,0-1,0 1,0 0,0-1,0 1,0 0,0 0,0 0,-6 95,4-89,-1 2,0 0,0 1,1-1,0 1,1-1,0 1,1-1,0 1,0-1,1 1,0-1,0 0,1 0,1 0,0 0,0 0,0-1,1 0,0 0,2 2,34 4,-22-17</inkml:trace>
  <inkml:trace contextRef="#ctx0" brushRef="#br0" timeOffset="105902.485">14894 5441,'-2'21,"6"13,7 10,8 7,1-6</inkml:trace>
  <inkml:trace contextRef="#ctx0" brushRef="#br0" timeOffset="106405.746">15149 6083,'-13'-354,"13"351,-1 1,1 0,0-1,0 1,0 0,0-1,0 1,0-1,1 1,-1 0,1 0,0-1,-1 1,1 0,0 0,0 0,1-1,-1 1,0 1,1-1,-1 0,1 0,0 0,-1 1,1-1,0 1,0-1,0 1,0 0,0 0,0 0,0 0,1 0,-1 0,0 1,2-1,166 5,-166-4,0-1,0 1,0 0,0 0,0 1,0-1,0 1,0 0,0 0,0 0,0 1,0-1,-1 1,1 0,-1 0,1 0,-1 0,0 1,1 0,-1-1,-1 1,1 0,0 0,-1 1,1-1,-1 0,0 1,0 0,-1-1,1 1,-1 0,2 4,-4 5,1 0,-1 0,-1 0,-1-1,0 1,0 0,-1-1,-3 6,2-5,1-1,0 2,1-1,0 0,1 1,1-1,-1 12,2-23,1 0,-1 1,0-1,1 1,-1-1,1 0,0 0,0 1,0-1,0 0,0 0,0 0,1 0,-1 0,1 0,-1 0,1-1,0 1,0 0,-1-1,1 1,0-1,0 0,1 0,-1 0,0 0,0 0,0 0,1-1,-1 1,1-1,-1 1,0-1,3 0,83-12,-73 6,-1-1,1-1,-1 0,0 0,-1-2,0 1,0-2,-1 0,-1 0,1-1,-2 0,0-1,0 0,-2-1,1 0,-2 0,0-1,0 0,-2 0,0-1,0 1,-2-1,0 0,-1 0,0-1,-1-10,-1 24,1 1,-1-1,0 1,0-1,0 1,0-1,0 1,-1-1,1 1,-1 0,1-1,-1 1,0-1,0 1,0 0,0 0,-1-1,1 1,-1 0,1 0,-1 0,0 1,1-1,-1 0,0 1,0-1,0 1,0-1,-1 1,1 0,0 0,-1 0,1 0,0 1,-1-1,1 1,-1-1,1 1,-1 0,1 0,-1 0,1 0,-2 0,-2 4,-1 0,0 0,1 1,0 0,0 0,0 0,1 0,-1 1,1 0,1 1,-1-1,1 1,0-1,1 1,-1 1,1-1,1 0,-1 1,2-1,-1 1,1 0,0-1,0 1,1 0,0 0,0 3,1-4,1-1,-1 1,1-1,0 1,1-1,-1 0,1 1,1-1,-1-1,1 1,0 0,0-1,1 0,-1 0,1 0,0-1,1 0,-1 0,1 0,-1 0,1-1,4 2,9 4,1-1,-1-1,1-1,1-1,-1 0,17 0,0-1,-1-2,1-1,0-2,0-2,30-6,-6-2</inkml:trace>
  <inkml:trace contextRef="#ctx0" brushRef="#br0" timeOffset="107211.42">12421 6229,'-9'-2,"-5"-1,-5 7,-4 14,-2 21,-2 20,4 25,6 17,6 12,13 3,19-2,21-7,23-15,29-19,28-19,25-19,-13-15</inkml:trace>
  <inkml:trace contextRef="#ctx0" brushRef="#br0" timeOffset="108013.534">16245 5160,'18'7,"15"11,12 14,8 13,5 15,0 15,-9 16,-12 12,-19 10,-26 5,-35 4,-37-1,-39-3,1-22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19:12.96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566 228,'-21'-5,"0"1,-1 1,0 0,1 2,-1 1,0 0,1 2,-1 1,1 0,-1 2,1 0,0 1,1 1,0 1,0 1,-2 3,4 1,2 1,-1 1,2 0,0 1,1 1,1 0,0 1,1 1,1 0,1 0,1 1,0 0,2 0,0 1,-2 14,7-31,1 0,-1 1,1-1,0 0,0 1,0-1,1 1,-1-1,1 0,0 1,0-1,1 1,-1-1,1 1,0-1,1 0,-1 1,0-1,1 0,0 0,0 0,1 0,-1 0,1-1,-1 1,1-1,0 1,1-1,-1 0,0 0,1-1,0 1,0-1,2 1,11 1,0-1,1-1,-1 0,1-2,0 0,-1-1,1 0,0-2,16-4,29-14,-40 10</inkml:trace>
  <inkml:trace contextRef="#ctx0" brushRef="#br0" timeOffset="307.259">165 522,'-19'0,"12"0,21-1,210-21,-222 21,1 1,-1-1,1 1,-1-1,1 1,-1 0,1 0,-1 0,1 0,-1 1,1-1,-1 1,1-1,-1 1,1 0,-1 0,0 0,1 0,-1 0,0 1,0-1,0 1,0-1,0 1,0 0,0 0,-1 0,1 0,-1 0,1 0,-1 0,0 0,0 1,1 10,-1-1,0 0,-1 1,-1-1,0 0,-1 1,-2 9,-2 20,4-28,1-6,0 0,0 0,0 0,1 0,1 0,-1 0,1-1,1 1,-1 0,3 5,4 3</inkml:trace>
  <inkml:trace contextRef="#ctx0" brushRef="#br0" timeOffset="751.24">673 736,'-1'-26,"1"-1,2 1,0 0,2 0,0 0,2 0,1 0,1 1,1 1,10-19,-18 41,0 0,-1 0,1 0,0 0,0 0,1 0,-1 1,0-1,0 0,1 1,-1-1,1 1,0-1,-1 1,1 0,0 0,0-1,0 1,0 1,0-1,0 0,0 0,0 1,0-1,0 1,0 0,1-1,-1 1,0 0,0 0,0 1,0-1,1 0,-1 1,0-1,0 1,1 0,99 54,-98-53,-1 0,1 0,-1 0,1 1,-1-1,0 1,0 0,0 0,0 0,-1 0,1 0,-1 1,0-1,0 1,0 0,0-1,0 1,-1 0,0 0,0 0,0 0,0 0,-1 0,1 0,-1 1,0-1,-1 0,1 0,-1 0,0 1,-10 44,-2 41,15-86,0-1,0 0,0 0,0 0,1 0,-1-1,1 1,-1-1,1 1,0-1,0 0,1 0,-1 0,0-1,0 1,1-1,-1 0,1 1,-1-2,1 1,0 0,-1-1,1 0,0 1,-1-2,1 1,0 0,-1-1,1 1,0-1,-1 0,1 0,2-2,85-26,-48 9</inkml:trace>
  <inkml:trace contextRef="#ctx0" brushRef="#br0" timeOffset="1164.258">1422 509,'-13'-5,"-1"2,1 0,-1 1,1 0,-1 1,0 0,0 1,1 1,-1 0,0 1,1 0,-1 1,1 1,0 0,0 1,0 0,1 1,-1 0,1 1,-6 5,15-10,1 0,0 0,0 0,0 0,0 0,0 0,1 0,-1 1,1-1,-1 0,1 1,0 0,0-1,0 1,0 0,0-1,1 1,-1 0,1 0,0 0,0-1,0 1,0 0,0 0,1 0,-1-1,1 1,0 0,0-1,0 1,0 0,0-1,0 1,1-1,-1 0,1 1,0-1,0 0,0 0,0 0,0 0,0 0,0-1,1 1,-1-1,2 2,3-2,0 1,-1-1,1 0,0 0,0-1,0 1,0-2,0 1,0-1,0 0,0-1,-1 1,1-1,0-1,-1 1,0-1,1 0,0-2,7-2,0-2,-1 0,0-1,-1 0,0-1,-1 0,5-7,-12 14,-1 1,0-1,0 0,0 0,-1-1,1 1,-1-1,0 1,0-1,-1 0,1 0,-1 1,0-2,-10 28,7-17,0 1,1-1,0 1,0-1,0 1,0 0,1-1,0 1,0 0,1 0,-1-1,1 1,1 0,-1-1,1 1,0-1,0 0,0 0,1 1,0-2,0 1,0 0,1 0,-1-1,1 0,0 0,0 0,1 0,-1-1,1 1,0-1,0 0,3 1,2-1,1-1,0 0,-1 0,1-1,0 0,0-1,0 0,0-1,-1 0,1-1,0 0,6-2,15-6</inkml:trace>
  <inkml:trace contextRef="#ctx0" brushRef="#br0" timeOffset="1556.139">1809 428,'6'-11,"1"1,0-1,1 2,0-1,0 1,1 0,0 1,0 0,1 0,0 1,5-2,-1-1,58-39,-40 29,-2-1,0-2,-1-1,-2-1,4-6,0-31,-31 60,0 0,0 0,0 0,0 0,0 0,0 0,0 0,-1 0,1 0,-1 0,0 0,1 1,-1-1,0 0,0 0,0 1,0-1,0 1,-1-1,1 1,0-1,-1 1,1 0,-1-1,0 1,1 0,-1 0,0 0,1 0,-1 1,0-1,0 0,-1 0,0 1,1-1,-1 1,0-1,1 1,-1 0,0 0,1 0,-1 0,0 1,1-1,-1 1,1-1,-1 1,0 0,1 0,0 0,-1 1,1-1,0 0,-1 1,1-1,0 1,0 0,0 0,1 0,-1 0,0 0,1 0,-1 0,1 1,-37 75,18-11,3 1,3 1,3 0,4 1,1 26,-4 597,10-662</inkml:trace>
  <inkml:trace contextRef="#ctx0" brushRef="#br0" timeOffset="1811.365">1716 883,'-5'-5,"11"-3,21-8,27-9,32-13,28-11,20-6,10-2,-19 7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19:18.02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283 424,'-7'-5,"0"0,0 1,-1 1,0-1,0 1,0 1,0-1,0 1,0 1,-1-1,1 1,-1 1,1 0,0 0,-1 0,1 1,-1 1,1-1,0 1,0 1,0 0,0 0,0 0,0 1,1 0,-1 1,3-2,0 1,0 0,0 1,0 0,1-1,0 1,0 0,0 1,1-1,-1 1,1 0,1 0,-1 0,1 0,0 0,0 0,1 1,0-1,0 1,0-1,1 1,0-1,1 7,0-11,0 0,0 0,0 1,1-1,-1 0,1 0,0-1,-1 1,1 0,0 0,0-1,0 1,0-1,0 0,0 0,1 1,-1-1,0-1,1 1,-1 0,1 0,-1-1,1 0,-1 1,1-1,-1 0,1 0,-1 0,1-1,-1 1,0-1,1 1,78-26,-60 14,-2-1,1-1,-1-1,-1-1,-1-1,-1 0,0-1,-1 0,0-1,-2-1,-1-1,0 0,-1 0,-2-1,0 0,-1-1,-1 0,-2 0,0 0,-1-1,-1 0,-2 0,0 0,-2-16,-4 3,5 37,0-1,0 0,0 1,0-1,0 1,0-1,-1 0,1 1,0-1,0 0,0 1,-1-1,1 1,0-1,-1 1,1-1,-1 1,1-1,0 1,-1-1,1 1,-1-1,1 1,-1 0,1-1,-1 1,0 0,1 0,-1-1,1 1,-1 0,0 0,1 0,-1 0,0 0,1-1,-1 1,0 0,1 1,-1-1,1 0,-1 0,0 0,1 0,-1 0,1 1,-1-1,0 0,1 1,-1-1,0 0,-37 58,26-27,1 0,2 1,1 0,1 1,2 0,1 0,1 0,3 0,0 0,3 10,-3-36,0 0,1 0,-1 0,2 0,-1 0,1 0,0 0,0-1,1 1,0-1,0 1,0-1,1 0,0-1,0 1,1 0,-1-1,1 0,0 0,1-1,-1 1,1-1,0-1,0 1,0-1,1 0,3 2,-1-4,-1 0,1 0,0-1,0 0,0-1,-1 0,1 0,0-1,-1 0,1 0,-1-1,0 0,1 0,-1-1,-1 0,1-1,-1 0,0 0,4-4,3-2,-2-1,1 0,-1-1,-1 0,0-1,-1 0,-1-1,0 0,3-8,-12 22,3-4,0 0,-1 0,1 0,-1 0,-1 0,1-1,-1 1,0 0,0-1,0 1,-1-1,0 1,0-1,0 1,-1-2,1 7,-1-1,1 1,-1-1,0 1,1 0,-1-1,1 1,-1 0,0-1,1 1,-1 0,1 0,-1 0,0 0,1 0,-1-1,0 1,1 0,-1 0,0 1,1-1,-1 0,0 0,1 0,-1 0,0 1,1-1,-1 0,0 0,1 1,-1-1,1 0,-1 1,1-1,-1 1,1-1,-1 1,1-1,-1 1,1-1,0 1,-1 0,1-1,0 1,-6 6,0 1,1-1,0 1,0 0,1 0,0 0,0 1,1-1,0 1,1 0,0 0,0 0,1 0,0 0,1 0,0 0,0 1,1-1,0 0,1 0,0 0,1 5,1-7,-1 1,1 0,1-1,0 0,0 0,0 0,1-1,-1 1,2-1,-1-1,1 1,2 0,39 26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19:18.36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269 202,'-4'50,"-2"-1,-3 0,-1-1,-3 1,-1-2,-3 0,-6 10,-23 71,41-113,0 0,1 0,1 1,0 0,1 0,0 13,2-25,0 0,1-1,-1 1,1 0,-1-1,1 1,0-1,1 1,-1-1,0 1,1-1,0 0,0 0,0 0,0 0,1 0,-1 0,1-1,-1 1,1-1,0 1,0-1,0 0,0 0,0-1,1 1,-1-1,1 1,-1-1,1 0,-1 0,1-1,6 2,0-1,0 0,0-1,0 0,0-1,-1 0,1 0,0-1,0 0,-1-1,1 0,5-3,26-12</inkml:trace>
  <inkml:trace contextRef="#ctx0" brushRef="#br0" timeOffset="274.275">1 429,'13'3,"26"0,28-1,26 1,17 1,-9-1</inkml:trace>
  <inkml:trace contextRef="#ctx0" brushRef="#br0" timeOffset="1362.523">509 937,'19'-20,"-9"6,-1-2,-1 1,-1-1,0 0,0-1,-2 0,0 0,-1 0,-1 0,-1-1,1-10,-3 24,0 0,1 1,-1-1,-1 0,1 1,-1-1,1 0,-1 1,0-1,0 1,-1-1,1 1,-1 0,1-1,-1 1,0 0,0 0,-1 0,1 0,-1 1,-2-3,99 29,-72-21,14 1,-14-1,0 0,0 1,0 1,0 1,-1 1,1 1,-19-6,0-1,0 1,1 0,-1 0,0 0,-1 0,1 0,0 1,-1-1,1 1,-1 0,0 0,0 0,0 0,0 0,0 0,-1 0,0 1,1-1,-1 0,0 1,-1 0,1-1,-1 1,1-1,-1 1,0-1,0 1,-1 2,-34 103,24-84,10-24,0 0,0 1,0-1,0 1,0-1,0 1,1-1,-1 1,1-1,-1 1,1 0,-1-1,1 1,0 0,0-1,0 1,0 0,0 0,0-1,1 1,-1 0,0-1,1 1,-1 0,1-1,0 1,-1-1,1 1,0-1,0 1,0-1,0 0,0 0,1 1,-1-1,0 0,0 0,1 0,-1 0,1 0,-1 0,1-1,-1 1,1 0,1 0,10-1,1 1,0-2,-1 0,1 0,-1-1,0-1,1 0,-1-1,-1-1,1 0,0 0,0-2,4 1,-1-2,0 0,0-1,0 0,-1-1,-1-1,0 0,0-1,-1-1,-1 0,0 0,-1-1,0-1,-1 0,5-11,-14 24,0 1,-1-1,1 1,-1-1,1 1,-1-1,0 1,1-1,-1 1,0-1,0 0,0 1,0-1,0 1,-1-1,1 1,0-1,-1 0,1 1,-1 0,0-1,1 1,-1-1,0 1,0 0,0-1,0 1,0 0,0 0,0 0,0 0,-1 0,1 0,0 0,-1 0,1 0,0 1,-1-1,1 0,-1 1,1 0,-1-1,1 1,-1 0,0-1,1 1,-1 0,1 0,-1 1,1-1,-1 0,-1 1,-4-2,-1 1,0 0,1 1,-1 0,0 0,1 1,0 0,-1 0,1 1,0 0,0 0,0 0,0 1,1 0,-1 1,1-1,0 1,1 0,-1 1,1-1,0 1,0 0,1 1,0-1,0 1,0 0,1 0,0 0,-1 3,4-7,-1 1,1-1,0 0,0 1,0-1,1 1,-1-1,1 0,-1 1,1-1,0 0,0 0,1 0,-1 0,1 0,0 0,-1 0,1 0,0-1,1 1,-1-1,0 1,1-1,-1 0,1 0,0 0,0 0,0 0,0-1,0 1,8 3,-1-1,1 0,0-1,0 0,1 0,-1-1,1-1,3 0,-7 1,1-1,-1 0,1 0,-1-1,1 0,0-1,-1 0,1 0,-1-1,0 0,1 0,-1-1,0 0,0-1,-1 1,1-1,-1-1,1 0,-2 0,1 0,0-1,-1 0,0 0,0-1,-1 1,0-1,0 0,-1-1,0 1,0-2,-1 2,-1 0,0 0,-1 0,0 0,0 0,-1-1,1 1,-2 0,1-1,-1 1,0 0,-1-4,2 11,-1 0,1-1,0 1,0-1,0 1,-1 0,1-1,0 1,-1-1,1 1,0 0,-1 0,1-1,0 1,-1 0,1 0,0-1,-1 1,1 0,-1 0,1 0,-1 0,1-1,-1 1,1 0,0 0,-1 0,1 0,-1 0,1 0,-1 0,1 1,-1-1,1 0,0 0,-1 0,1 0,-1 0,1 1,-1-1,1 0,0 0,-1 1,1-1,0 0,-1 1,1-1,0 0,-1 1,1-1,0 0,0 1,0-1,-1 1,1-1,0 0,0 1,0 0,-16 25,13-18,0 0,1 0,0 1,0-1,1 0,0 1,0-1,1 1,0 0,0-1,1 2,0-7,-1 1,1-1,0 1,0-1,0 1,0-1,1 1,-1-1,1 0,0 0,0 0,0 0,0 0,1 0,-1-1,1 1,0-1,-1 0,1 1,0-1,0-1,1 1,-1 0,0-1,1 1,-1-1,1 0,8 0,0 0,0-1,-1 0,1-1,0-1,-1 0,1 0,-1-1,0 0,1-1,-2-1,1 1,0-2,-1 1,0-2,0 1,-1-1,0-1,0 1,-1-2,0 1,0-1,-1 0,0-1,-1 0,0 0,3-6,-8 16,-1-1,1 0,0 0,-1 1,1-1,0 0,-1 0,1 0,-1 0,1 1,-1-1,0 0,1 0,-1 0,0 0,1 0,-1 0,0 0,0 0,0 0,0 0,0 0,0 0,0 0,-1 0,1 0,0 0,0 0,-1 0,1 0,-1 0,1 0,-1 0,1 0,-1 1,0-1,1 0,-1 0,0 1,0-2,-3 6,0 0,0 0,0 0,0 0,1 1,0 0,0-1,0 1,0 0,1 0,0 1,0-1,0 0,1 1,-1-1,2 1,-1 0,0-1,1 5,0-6,0-1,0 1,0-1,0 0,1 1,-1-1,1 0,0 0,0 1,0-1,0 0,1 0,-1 0,1 0,0 0,0-1,0 1,0 0,0-1,1 0,-1 1,1-1,-1 0,1 0,0 0,0-1,0 1,0-1,0 0,0 1,1-1,-1 0,4 0,1 1,-1-1,0 0,1 0,-1-1,0 0,1-1,-1 1,0-1,1-1,-1 1,0-1,0-1,3-1,-2 0,1 0,-1-1,0 0,-1-1,1 0,-1 0,-1 0,1-1,-1 0,0-1,0 1,-1-1,0 0,-1 0,1-1,-2 1,1-1,-1 0,0 0,-1 0,0 0,-1-1,0-1,-1 11,0 0,0 0,0 0,0 0,-1 0,1 0,0 0,0 0,0 0,0 0,-1 0,1 0,0 0,0 0,0-1,0 1,0 0,0 0,-1 0,1 0,0 0,0 0,0-1,0 1,0 0,0 0,0 0,0 0,0-1,0 1,0 0,0 0,0 0,0 0,-7 16,5-9,0 1,0-1,1 1,0-1,0 1,1-1,0 1,0-1,1 1,0-1,0 1,1-1,0 1,0-1,1 0,0 0,0 0,0-1,1 1,0-1,1 1,-1-1,1-1,0 1,1-1,3 4,26 12,-1-7</inkml:trace>
  <inkml:trace contextRef="#ctx0" brushRef="#br0" timeOffset="2014.146">2287 656,'22'-5,"1"2,-1 1,1 0,0 2,-1 1,19 2,-34-2,0 0,0 0,0 1,0 0,0 0,0 1,-1 0,1 0,-1 0,0 1,0 0,0 0,0 0,-1 1,0 0,0 0,0 0,0 1,-1 0,0 0,0 0,-1 0,1 2,-2-2,0 1,0 0,-1 0,1 0,-2-1,1 1,-1 0,0 0,-1 0,1 0,-1 0,-1 0,1-1,-1 1,-1 0,1-1,-2 4,-64 103,54-93,0 0,3-6,0 0,1 1,1 0,0 0,1 1,1 0,0 1,1 0,1 0,0 0,2 0,-2 12,5-26,1 0,-1 0,0 0,1 0,0 0,0 0,0 0,0 0,0 0,1 0,-1-1,1 1,-1 0,1-1,0 1,0-1,0 0,1 0,-1 1,1-1,-1-1,1 1,-1 0,1-1,0 1,0-1,0 0,0 0,0 0,2 0,4 1,0-1,0 0,0 0,0-1,0 0,0 0,-1-1,1 0,0-1,3-1,-4 1,0-1,-1 0,1-1,-1 1,0-1,0 0,0-1,0 0,-1 0,0-1,0 1,0-1,-1 0,0-1,0 0,0 1,-1-1,0-1,-1 1,0-1,0 1,0-1,-1 0,0 0,0 0,-1 0,0 0,-1 0,0-1,0 1,-1 0,0 0,0-3,-2-2,0 1,0-1,-1 1,-1 0,0 0,0 0,-1 1,-1 0,0 0,-1 0,0 1,0 0,-1 1,0 0,-1 0,-1 0,-22-16,-2 1,0 2,-1 2,-12-4,48 24,1-1,-1 1,1 0,-1 0,0-1,1 1,-1 0,1 0,-1-1,0 1,1 0,-1-1,0 1,0-1,1 1,-1 0,0-1,0 1,1-1,-1 1,0-1,0 1,0-1,0 1,0-1,0 1,0-1,0 1,0-1,0 1,0 0,0-1,0 1,0-1,0 1,-1-1,1 1,0-1,0 1,0-1,-1 1,1-1,376-8,-293 15,-81-4,1 1,0 0,-1-1,0 1,0 0,1 0,-2 0,1 0,0 1,-1-1,1 0,-1 1,0-1,0 1,-1-1,1 1,-1-1,1 1,-1 0,0-1,0 1,-1 0,1-1,-2 3,-10 102,18-94,-1-16</inkml:trace>
  <inkml:trace contextRef="#ctx0" brushRef="#br0" timeOffset="2273.524">2969 469,'-2'-5,"3"-3,2-1</inkml:trace>
  <inkml:trace contextRef="#ctx0" brushRef="#br0" timeOffset="2600.292">3316 1,'5'11,"-4"13,-2 1,0-1,-2 0,0 0,-5 11,0 13,-12 71,-2 4,5 1,0 105,30-125,-12-101,0 0,0 0,0 0,0-1,0 1,1 0,-1-1,1 1,0-1,0 0,0 1,0-1,0 0,0 0,0 0,1 0,-1-1,1 1,-1-1,1 1,0-1,-1 0,1 0,0 0,0-1,0 1,0 0,0-1,0 0,0 0,0 0,0 0,0 0,10-4,0-1,0 1,0-2,-1 0,1-1,-2 0,1 0,-1-1,0-1,-1 0,0-1,0 0,-1 0,0-1,1-3,2 0,0-1,-1 0,-1-1,-1 0,0-1,-1-1,-24 36,11-7,0-1,0 1,1 0,0 0,1 1,0-1,1 1,0-1,1 3,1-10,-1 0,1 0,0 1,1-1,-1 0,1 0,0 1,0-1,0 0,0 0,1 0,-1 0,1 0,0 0,1-1,-1 1,1-1,-1 1,1-1,0 0,0 0,0 0,1 0,-1-1,1 0,2 2,27 8,0-5</inkml:trace>
  <inkml:trace contextRef="#ctx0" brushRef="#br0" timeOffset="2851.194">3664 469,'-14'-12,"-11"-7,-8-4,-3-2,0 1,1 2,5 3,5 2,5 2,5 3</inkml:trace>
  <inkml:trace contextRef="#ctx0" brushRef="#br0" timeOffset="3128.5">3503 282,'0'0</inkml:trace>
  <inkml:trace contextRef="#ctx0" brushRef="#br0" timeOffset="3542.948">3664 816,'7'-2,"140"-49,-139 47,1-1,-1 0,0 0,0 0,0-1,-1 0,1-1,-2 0,1 0,-1 0,0-1,0 0,-1 0,3-7,-7 14,0 0,0 0,-1 0,1 0,0 0,-1-1,1 1,-1 0,1-1,-1 1,1 0,-1-1,0 1,0 0,0-1,1 1,-1-1,-1 1,1 0,0-1,0 1,0-1,-1 1,1 0,-1-1,1 1,-1 0,0 0,1-1,-1 1,0 0,0 0,0 0,0 0,0 0,0 0,0 0,0 0,0 1,0-1,-1 0,1 0,0 1,0-1,-1 1,1 0,0-1,-1 1,1 0,-1-1,0 1,-7 2,1 1,-1-1,1 1,0 1,0-1,0 1,1 1,-1-1,1 1,0 1,0-1,1 1,0 1,0-1,0 1,1 0,0 0,0 0,1 1,-4 7,4-9,0 0,0 0,1 0,-1 0,1 0,1 1,-1 0,1-1,1 1,-1 0,1 0,0 0,1 0,-1 0,1 0,1 0,-1 0,1 0,1 0,-1 0,1 0,0 0,1-1,0 1,0-1,0 0,1 0,3 5,1-5,1 0,0 0,0-1,1-1,0 0,-1 0,1-1,1 0,-1 0,0-1,1-1,-1 0,1 0,-1-1,1 0,-1-1,1 0,-1-1,0 0,1-1,5-2,23-10</inkml:trace>
  <inkml:trace contextRef="#ctx0" brushRef="#br0" timeOffset="3797.432">3115 269,'14'0,"23"2,27 3,33 1,27 1,19 0,11-1,-4-5,-29-1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19:15.66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375 150,'-7'14,"-4"14,-3 10,-1 11,-1 6,1 3,0 0,1-4,0-8,3-9,0-9,1-8,1-9</inkml:trace>
  <inkml:trace contextRef="#ctx0" brushRef="#br0" timeOffset="254.427">1 84,'30'-9,"29"-6,31-4,22 1,11 4,-1 8,-11 12,-24 6</inkml:trace>
  <inkml:trace contextRef="#ctx0" brushRef="#br0" timeOffset="1596.811">776 485,'-3'-4,"0"-1,-1 1,0 0,0 1,0-1,0 1,0-1,-1 1,1 1,-1-1,0 1,0-1,0 1,0 1,0-1,0 1,0 0,-1 0,1 0,0 1,-1 0,1 0,0 0,-1 1,1 0,0 0,-1 0,1 0,0 1,0 0,0 0,-3 2,0 2,1 0,-1 1,1 0,0 0,0 1,1 0,0 0,1 0,0 1,0 0,1 0,0 0,0 0,1 1,0-1,1 1,-1 4,3-11,-1-1,1 0,0 1,0-1,0 1,0-1,0 1,0-1,1 0,-1 1,1-1,-1 0,1 1,0-1,0 0,0 0,0 1,1-1,-1 0,1 0,-1 0,1-1,-1 1,1 0,0-1,0 1,0-1,0 1,0-1,0 0,1 0,-1 0,0 0,0 0,1-1,-1 1,1-1,-1 1,0-1,1 0,-1 0,1 0,-1 0,1-1,0 1,6-2,-1 0,1 0,0-1,-1 0,1 0,-1-1,0 0,0-1,-1 0,1 0,-1-1,0 1,-1-2,1 1,-1-1,5-7,2-3,0-1,-1-1,-1 0,-1-1,-1 0,2-9,6-20,-19 88,-7 125,9-161,0 0,1-1,-1 1,0 0,1 0,0 0,0 0,-1 0,2-1,-1 1,0 0,1-1,-1 1,1-1,-1 0,1 1,0-1,0 0,0 0,1 0,-1 0,0-1,1 1,-1 0,1-1,-1 0,1 0,0 0,0 0,-1 0,1 0,0-1,0 1,0-1,0 0,0 0,0 0,0 0,0 0,10-4,0 0,1-1,-2 0,1-1,-1 0,0-1,0 0,-1-1,0-1,0 1,-1-2,0 0,-1 0,0 0,0-1,-1-1,5-9,7-16,-3-1,0-1,-3 0,-1-1,-2-1,-2 0,-2 0,-1-1,0-40,-28 241,-35 130,46-225,11-63,0-1,0 0,0 1,0-1,0 1,-1-1,1 1,0-1,0 1,0-1,1 1,-1-1,0 1,0-1,0 1,0-1,0 1,0-1,1 1,-1-1,0 1,0-1,1 0,-1 1,0-1,1 1,-1-1,1 0,-1 1,0-1,1 0,-1 0,1 1,-1-1,0 0,1 0,-1 0,1 1,-1-1,1 0,-1 0,1 0,-1 0,1 0,-1 0,1 0,-1 0,1 0,-1 0,1 0,-1-1,1 1,-1 0,1 0,-1 0,1-1,-1 1,0 0,1 0,-1-1,1 1,-1 0,0-1,1 1,-1-1,27-24,-3-5,-19 23,0-1,0 1,1 0,0 1,1-1,0 1,0 0,0 1,0-1,1 2,0-1,7-2,-13 6,-1 1,1 0,0-1,0 1,0 0,-1 0,1 0,0 0,0 1,-1-1,1 0,0 1,0-1,-1 1,1 0,0 0,-1-1,1 1,-1 0,1 0,-1 0,0 1,1-1,-1 0,0 0,0 1,0-1,0 1,0-1,0 1,0-1,0 1,-1 0,19 59,-18-56,0 1,0-1,0 1,-1 0,0-1,0 1,-1 0,1-1,-1 1,0-1,-1 1,1-1,-1 0,0 1,-1-1,1 0,-1 0,0 0,0-1,0 1,-1-1,0 0,0 1,0-2,0 1,-1 0,1-1,-1 0,0 0,0 0,0-1,0 0,0 0,-1 0,1 0,-1-1,1 0,-2 0,3-1,1 0,0 0,0-1,0 1,-1-1,1 0,0 0,0 0,0 0,0-1,0 1,1-1,-1 0,0 0,1 0,-1 0,1 0,0 0,-1 0,1-1,0 0,0 1,1-1,-1 0,1 0,-1 0,1 0,0 0,0 0,0 0,1 0,-1 0,1 0,-1-1,1 1,0 0,0 0,1 0,-1-1,1 1,-1 0,1 0,0 0,0 0,1 0,0-2,3 0,0 1,0 0,1 0,0 1,0 0,0 0,0 0,0 0,0 1,1 0,-1 1,1-1,-1 1,1 1,0-1,-1 1,1 0,0 0,-1 1,1 0,-1 0,1 1,6 2,15-1,-2-1,-1-1,0-1,1-1,-1-1,19-5,-34 5,0 0,-1-1,1 0,-1-1,1 0,-1 0,-1-1,1 0,0-1,-1 0,0 0,-1-1,0 0,0 0,6-8,-11 14,-1-1,1 0,0 0,-1 0,0 0,1 0,-1 0,0 0,0 0,0 0,0-1,-1 1,1 0,-1-1,1 1,-1 0,0-1,0 1,0-1,0 1,0 0,-1-1,1 1,-1 0,1-1,-1 1,0 0,0-1,0 1,0 0,0 0,-1 0,1 0,0 0,-1 0,0 1,1-1,-1 0,0 1,0-1,0 1,0 0,-1-1,-1 0,-1 1,-1-1,1 1,0 0,0 0,0 1,-1-1,1 1,0 0,0 1,-1-1,1 1,0 0,0 0,0 1,0-1,0 1,0 0,0 1,0-1,1 1,0 0,-1 0,1 0,0 1,0-1,1 1,-1 0,1 0,0 1,0-1,0 1,1-1,-1 1,1 0,0 0,0 0,1 0,0 0,0 0,0 0,0 1,1-1,0 0,0 0,0 1,1-1,0 0,0 0,1 4,4 2,1 0,1 0,-1-1,2 0,-1 0,1-1,1 0,0-1,0 0,1 0,-1-1,2 0,-1-1,1-1,0 0,0 0,0-1,1-1,-1 0,1 0,0-2,1 2,-1-1,1 0,-1-1,1-1,0 0,-1-1,1 0,-1-1,1-1,-1 0,0-1,0 0,0-1,-1 0,1-1,-1-1,-1 0,1 0,-1-1,-1-1,1 1,-1-2,-1 0,0 0,4-6,5-17,-1-2,-2 0,-1-1,-2 0,-1-1,-2 0,-2 0,-1-1,-2 0,-2 0,-1-30,-7-17,6 84,-1 0,1 0,-1 0,0 0,0 0,1 0,-1 0,0 0,0 0,0 1,0-1,0 0,0 0,0 1,0-1,-1 1,1-1,0 1,0 0,0-1,0 1,-1 0,1 0,0 0,0 0,-1 0,1 0,0 0,0 0,0 0,-1 1,1-1,0 0,0 1,0-1,0 1,0-1,-1 1,1 0,0-1,0 1,1 0,-1 0,0 0,0 0,0 0,0 0,1 0,-1 0,1 0,-1 0,1 0,-1 0,1 0,-1 1,1 0,-17 20,1 1,1 1,1 0,1 1,2 1,0-1,2 2,1 0,0 0,3 0,-1 5,4-22,0 0,0 0,1 1,0-1,1 0,0 1,1-1,0 0,0 1,1-1,1 0,-1 0,2 0,-1-1,2 1,-1-1,1 0,0 0,1 0,0-1,1 0,-1 0,8 6,0-5,1-1,0 0,0-1,1-1,0 0,0-1,1-1,-1-1,1 0,0-1,0 0,4-2,57 4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19:23.63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265 397,'-14'-1,"0"0,0 1,0 0,0 2,0-1,0 2,0 0,0 0,1 2,-1-1,1 2,1 0,-1 0,1 1,0 1,0 0,1 0,-1 2,11-9,0 0,0 0,0 0,0 0,0 0,0 0,0 1,0-1,0 0,1 1,-1-1,0 0,1 1,-1-1,1 1,0-1,-1 1,1-1,0 1,0-1,0 1,0-1,0 1,0-1,1 1,-1-1,0 1,1-1,-1 1,1-1,-1 1,1-1,0 0,0 1,0-1,0 0,0 0,0 0,0 1,0-1,0 0,0-1,0 1,1 0,-1 0,0 0,1-1,-1 1,4 1,0-1,0 0,0 0,0-1,0 1,0-1,0 0,0 0,0-1,0 1,0-1,0 0,0-1,0 1,0-1,-1 0,1 0,-1 0,1-1,-1 1,2-3,80-71,-71 58,-1 0,-1-1,0 0,-2-1,0-1,-1 0,-1 0,-1-1,-1 0,-1 0,-1-1,-1 1,-1-1,0 0,-2 0,-1 0,-2-12,-12-5,14 39,-1 1,1-1,-1 1,0-1,1 1,-1-1,0 1,1-1,-1 1,0 0,0 0,1-1,-1 1,0 0,0 0,1 0,-1 0,0 0,0 0,0 0,1 0,-1 0,0 0,0 0,0 0,1 0,-1 1,0-1,0 0,1 1,-1-1,0 1,1-1,-1 1,0-1,1 1,-1-1,1 1,-1-1,1 1,-1 0,1-1,-1 1,1 0,0-1,-1 1,1 0,0 0,0 0,-12 17,2 2,1-1,0 1,2 1,0 0,1 0,1 0,1 0,1 2,-3 3,1 0,1 0,2 1,0 0,2 0,1-1,1 1,4 20,-4-41,1-1,-1 1,1-1,0 1,0-1,1 0,-1 0,1-1,0 1,0-1,1 0,-1 0,1 0,0 0,0-1,0 0,1 0,-1 0,1-1,0 0,-1 0,1 0,0-1,0 0,0 0,0 0,0-1,0 0,0 0,0-1,0 1,0-1,0-1,0 1,0-1,3-1,6-2,-1 0,1-1,-1 0,0-1,-1-1,0 0,0-1,0 0,-1-1,-1 0,0-1,0-1,-1 1,-1-2,1 1,-2-1,0-1,-1 1,0-1,-1-1,-1 1,3-11,-7 23,0 1,0-1,0 0,-1 0,1 0,0 0,-1 1,1-1,-1 0,0 0,0 0,0 0,0 0,0 0,0 0,-1 0,1 0,0 0,-1 0,0 0,1 0,-1 0,0 0,0 1,0-1,0 0,0 1,-1-1,1 1,0-1,-1 1,1 0,-1-1,1 1,-1 0,0 0,0 0,1 0,-1 0,0 1,0-1,0 0,0 1,0 0,0-1,-1 1,-2 3,-1 1,1-1,0 1,1 0,-1 0,1 1,0-1,0 1,0 0,0 0,1 1,0-1,0 1,0-1,1 1,0 0,0 0,1 0,-1 0,1 0,0 6,0-6,1 0,-1 1,1-1,0 0,1 1,0-1,0 0,0 0,0 0,1 1,0-2,1 1,-1 0,1 0,0-1,0 1,1-1,0 0,0 0,0-1,0 1,1-1,0 0,0 0,0 0,0 0,1-1,-1 0,1-1,0 1,5 1,62 21,3-8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19:24.06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228 789,'68'-223,"-25"96,-24 62,-3-1,-3 0,-3-1,-2-6,-7 45,-4 22,-2 20,-41 211,28-118,11-68,-34 245,39-279,1 1,0 0,0-1,1 1,0 0,0-1,0 1,1 0,-1-1,1 1,1-1,-1 1,1-1,0 0,0 1,0-1,1 0,0 0,0-1,0 1,1 0,-1-1,1 0,0 0,1 0,-1-1,1 1,2 1,-1-4,0 0,1-1,-1 1,0-1,0-1,0 1,0-1,0 0,0-1,0 1,0-1,0 0,0-1,-1 1,1-1,-1 0,0-1,4-2,25-18</inkml:trace>
  <inkml:trace contextRef="#ctx0" brushRef="#br0" timeOffset="278.876">67 402,'-13'0,"-8"0,1 2,8 1,17 0,24-1,27-2,27-5,23 0,13 0,0 3,-20 3</inkml:trace>
  <inkml:trace contextRef="#ctx0" brushRef="#br0" timeOffset="1348.245">656 870,'13'-343,"-17"303,6 44,1 0,0 0,0 0,1 0,-1-1,1 1,0-1,0 0,0 0,0 0,1 0,-1-1,1 0,-1 0,1 0,4 1,215 54,-221-57,0 1,0 0,0 0,-1-1,1 2,0-1,-1 0,1 0,-1 1,1 0,-1-1,1 1,-1 0,0 0,0 0,0 0,0 1,-1-1,1 1,-1-1,1 1,-1-1,0 1,0 0,0-1,0 1,0 0,-1 0,1 0,-1 0,0 0,0 0,0 0,0-1,-1 3,-43 132,45-135,-1 1,1 0,1-1,-1 1,0-1,1 1,-1-1,1 1,-1-1,1 0,0 0,0 0,0 0,1 0,-1 0,0-1,1 1,-1-1,1 1,-1-1,1 0,0 0,-1 0,1-1,0 1,0-1,0 1,-1-1,1 0,0 0,0 0,0 0,0-1,0 1,1-1,18 0,0-1,-1-1,1-1,0-1,-1-1,0 0,0-2,-1 0,0-2,-1 0,0-1,0-1,-1-1,3-3,-13 9,1 0,-1 0,0-1,0 0,-1 0,0-1,-1 0,0 0,0-1,-1 1,0-1,-1 0,2-8,-6 17,1-1,-1 1,0 0,0-1,0 1,0-1,0 1,0 0,0-1,-1 1,1 0,0-1,-1 1,1 0,-1-1,0 1,1 0,-1 0,0 0,0-1,0 1,0 0,0 0,0 0,0 1,0-1,0 0,0 0,0 0,0 1,-1-1,1 1,0-1,-1 1,1-1,0 1,-1 0,1 0,-2-1,-54 7,47-2,1 1,0 0,0 0,0 1,1 0,0 1,0 0,0 0,1 0,0 1,0 0,1 1,0-1,1 1,0 1,0-1,1 0,0 1,1 0,0 0,1 0,0 1,0-1,1 0,0 2,1-8,0 0,1 0,-1 0,1 0,0 1,0-1,0 0,1 0,-1-1,1 1,0 0,0 0,0-1,1 1,-1-1,1 0,0 0,0 0,0 0,0 0,0-1,1 1,-1-1,1 0,0 0,-1 0,1 0,0-1,4 1,2 1,-1-1,1 0,0-1,0 0,0 0,-1-1,1-1,0 0,0 0,0-1,-1 0,5-1,-6 0,0 0,0 0,-1-1,1 0,-1 0,0-1,0 0,0 0,-1 0,0-1,0 0,0-1,-1 1,0-1,0 0,0 0,-1 0,0-1,-1 0,0 0,0 0,-1 0,1 0,-2 0,1 0,-1-1,-1 1,1-1,-1 1,-1-1,0 1,0 0,-1-3,-10-17,12 28,-1 0,1-1,-1 1,1 0,0-1,-1 1,1 0,-1 0,1-1,-1 1,1 0,0 0,-1 0,1 0,-1 0,1 0,-1 0,1 0,-1 0,1 0,-1 0,1 0,-1 0,1 0,-1 0,1 0,-1 1,1-1,0 0,-1 0,1 0,-1 1,1-1,0 0,-1 1,1-1,-1 0,1 1,0-1,0 0,-1 1,1-1,0 1,0-1,-1 1,1-1,0 1,0-1,0 0,0 1,0-1,0 1,0-1,0 1,0-1,0 1,0 0,-4 11,1 0,0 0,1 0,0 0,1 1,0-1,1 0,1 1,0-1,0 1,2 0,-3-9,1 0,0 0,0 0,1 0,-1-1,1 1,-1-1,1 1,0-1,1 1,-1-1,0 0,1 0,0 0,0 0,0-1,0 1,0-1,0 0,1 0,-1 0,1 0,-1 0,1-1,0 0,0 0,-1 0,1 0,0 0,0-1,0 0,0 0,0 0,0 0,0 0,0-1,0 0,0 0,1 0,5-3,-1 1,1-1,-1 0,-1-1,1 0,-1-1,1 0,-2 0,1-1,-1 1,0-2,0 1,-1-1,0 0,0 0,-1-1,0 0,0 0,-1 0,-1 0,1-1,-1 1,-1-1,0 0,0 0,-1 0,0-2,-1 12,0-1,1 1,-1 0,0-1,1 1,-1-1,0 1,0 0,1-1,-1 1,0-1,0 1,0-1,1 1,-1-1,0 1,0-1,0 1,0-1,0 1,0-1,0 1,0-1,0 1,0-1,0 1,-1-1,1 1,0 0,0-1,0 1,-1-1,1 1,0-1,-1 1,1 0,0-1,-1 1,1 0,0-1,-1 1,1 0,0-1,-1 1,1 0,-1 0,1-1,-1 1,1 0,-1 0,1 0,-1 0,1 0,-1 0,1 0,-1 0,1 0,-1 0,1 0,-1 0,1 0,-1 0,1 0,0 0,-1 1,1-1,-1 0,1 0,-1 0,1 1,-4 6,0 0,0 0,1 1,0-1,1 1,0 0,0 0,0 0,1 0,0 0,1 0,0 0,0 0,1 0,0 0,0 0,1 0,0 0,-1-4,1-1,0 1,0-1,0 1,0-1,1 0,-1 0,1 0,0-1,0 1,0-1,0 1,0-1,0 0,1 0,-1 0,1-1,0 1,-1-1,1 0,0 0,0 0,-1 0,1-1,0 0,0 1,0-1,0-1,0 1,1-1,4 0,0 0,0-1,0-1,0 1,-1-1,1-1,-1 0,0 0,0 0,0-1,0 0,2-3,-3 2,0-1,-1 1,0-1,0 0,-1-1,0 1,0-1,-1 0,0-1,0 1,-1-1,0 1,0-1,-1 0,-1 0,1 0,-1 0,-1 0,0-8,0 16,1 1,-1-1,0 1,0-1,0 1,0-1,0 1,0-1,0 0,0 1,0-1,0 1,0-1,0 1,0-1,-1 1,1-1,0 1,0-1,-1 1,1-1,0 1,0-1,-1 1,1 0,-1-1,1 1,0 0,-1-1,1 1,-1 0,1-1,-1 1,1 0,-1 0,1-1,-1 1,1 0,-1 0,1 0,-1 0,1 0,-1 0,1 0,-1 0,1 0,-1 0,-15 23,13-16,1 1,0-1,1 1,0-1,0 1,0 0,1 0,0-1,1 1,0 0,0 0,0-1,1 1,0-1,1 1,0-1,0 0,0 0,1 0,0-1,0 1,1-1,0 0,0 0,4 4,23 13,0-6</inkml:trace>
  <inkml:trace contextRef="#ctx0" brushRef="#br0" timeOffset="1933.836">2434 508,'8'1,"1"1,-1-1,1 1,-1 1,0-1,0 2,0-1,-1 1,1 0,-1 0,0 1,0 0,0 1,-1-1,0 1,0 1,0-1,-1 1,0 0,0 0,0 0,-1 1,-1-1,1 1,-1 0,0 0,-1 0,0 1,0-1,-1 1,1 25,-1 1,-2-1,-1 1,-2-1,-1 0,-2 0,-8 24,-6 36,20-89,-18 154,19-150,0 0,0 0,1 1,0-1,1 0,0 0,0 0,1-1,0 1,1 0,0-1,0 0,0 0,1 0,6 7,-7-11,1 0,-1-1,1 1,0-1,0 0,0 0,0 0,0-1,1 0,-1 0,1 0,-1 0,1-1,0 0,0-1,-1 1,1-1,0 0,0 0,0-1,0 0,-1 0,1 0,0 0,-1-1,1 0,-1-1,0 1,0-1,0 0,0 0,0 0,0-1,-1 0,0 0,1 0,-2 0,1-1,0 1,-1-1,0 0,1-3,2-3,-1 0,-1-1,0 1,0-1,-1 0,-1 0,0 0,-1-1,0 1,-1 0,0-1,-1 1,0 0,-1 0,-1-1,0 1,-4-16,-2 0,-1 0,-1 1,-1 1,-2 0,-4-6,3 8,-2 0,0 2,-1-1,-1 2,-2 1,0 0,-1 2,0 0,-17-9,22 16,17 10,0 1,0 0,0-1,0 1,0 0,0-1,0 1,0 0,0-1,0 1,0-1,0 1,0 0,1-1,-1 1,0 0,0-1,0 1,0 0,1-1,-1 1,0 0,0 0,1-1,-1 1,0 0,1 0,-1-1,0 1,0 0,1 0,-1 0,0 0,1-1,-1 1,1 0,-1 0,0 0,1 0,-1 0,0 0,1 0,-1 0,1 0,-1 0,0 0,1 0,-1 0,0 1,1-1,-1 0,0 0,1 0,-1 1,2-2,329-50,-297 45,-15 2,1 1,0 1,0 0,0 2,0 0,0 1,-18-1,0 1,0-1,0 1,0 0,0-1,0 1,-1 0,1 0,0 0,-1 0,1 1,-1-1,1 0,-1 1,0-1,1 0,-1 1,0 0,0-1,0 1,0 0,0 0,0-1,-1 1,1 0,-1 0,1 0,-1 0,0 0,1 0,-1 1,-5 66,2-55,-1 13,1-17,1-1,1 1,0 0,0 0,1 0,0 0,0 0,1 0,1 0,1 6,-2-14,0-1,0 0,0 0,0 1,0-1,0 0,0 0,0 0,0 0,1 0,-1 0,0-1,1 1,-1 0,0-1,1 1,-1-1,1 1,-1-1,1 0,-1 0,1 1,-1-1,1 0,-1-1,1 1,-1 0,1 0,-1 0,1-1,-1 1,1-1,-1 1,1-1,-1 0,0 0,1 1,-1-1,0 0,0 0,0 0,1 0,-1 0,0-1,-1 1,2-1,17-15</inkml:trace>
  <inkml:trace contextRef="#ctx0" brushRef="#br0" timeOffset="2210.147">2996 402</inkml:trace>
  <inkml:trace contextRef="#ctx0" brushRef="#br0" timeOffset="2503.42">3449 1,'-11'163,"8"105,4-162,-2-47,0-18,1 1,2-1,6 31,-7-69,-1 1,0-1,1 0,0 0,-1 0,1 0,1 0,-1 0,0 0,1 0,-1-1,1 1,0 0,0-1,0 1,0-1,0 0,1 0,-1 0,0 0,1 0,0 0,0-1,-1 1,1-1,0 0,0 0,0 0,0 0,0 0,0-1,1 1,-1-1,0 0,0 0,1 0,10-4,-1 0,1-1,-1 0,0-1,0 0,-1-1,0-1,0 0,-1 0,0-1,0-1,-1 0,0 0,5-9,66-82,-84 118,2-14,-6 15,1 0,0 1,2-1,0 1,1 1,1-1,0 16,3-31,0 0,0 0,0 0,0 0,1 0,-1 0,1-1,0 1,0 0,1-1,-1 1,1-1,0 0,-1 0,2 0,-1 0,0 0,0-1,1 0,-1 1,1-1,0-1,0 1,0 0,0-1,0 0,0 0,0 0,0 0,0-1,0 1,3-1,33 1</inkml:trace>
  <inkml:trace contextRef="#ctx0" brushRef="#br0" timeOffset="2760.736">3904 508</inkml:trace>
  <inkml:trace contextRef="#ctx0" brushRef="#br0" timeOffset="3003.243">3423 255,'25'-5,"27"-3,22-3,17-2,6 1,-13 3</inkml:trace>
  <inkml:trace contextRef="#ctx0" brushRef="#br0" timeOffset="3207.276">3971 830,'12'-2,"1"0,-1-1,1 0,-1-1,0 0,0-1,-1-1,1 1,-1-2,-1 0,1 0,-1-1,0 0,-1 0,0-1,0-1,-1 0,0 0,-1 0,0-1,-1 0,0 0,0-1,-1 1,3-14,-7 23,0 0,-1-1,1 1,-1-1,1 1,-1-1,0 1,0-1,0 1,0-1,0 1,-1-1,1 1,-1-1,1 1,-1-1,0 1,0 0,0-1,0 1,-1 0,1 0,-1 0,1 0,-1 0,0 0,1 0,-1 1,0-1,0 0,0 1,-1 0,1 0,0-1,0 1,-1 0,1 1,-1-1,1 0,0 1,-1-1,1 1,-1 0,-2 0,-5 1,0 1,1 0,-1 1,0 0,1 1,-1 0,1 0,0 1,1 0,-1 1,1 0,0 0,0 0,1 1,0 1,0-1,0 1,1 0,1 0,-1 1,1 0,1 0,0 0,0 1,-2 8,4-12,0 1,1 1,0-1,1 0,-1 0,1 0,1 0,-1 1,1-1,1 0,-1 0,1 0,0 0,1-1,0 1,0-1,0 1,1-1,-1 0,2 0,-1 0,1-1,0 0,0 0,0 0,0 0,1-1,0 0,0 0,0 0,1-1,-1 0,6 2,7 2,0 0,0-1,1-1,-1-1,1-1,0 0,0-2,1 0,-1-1,0-1,0-1,0-1,12-3,29-11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19:33.35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200 398,'-69'145,"-25"87,64-138,29-94,1 1,-1 0,0 0,1 0,-1 0,1 0,-1 0,1 0,0 0,-1 0,1 0,0 0,0 0,-1 0,1 0,0 0,0 0,0 0,1 0,-1 0,0 0,0 1,0-1,1 0,-1 0,1 0,-1 0,1-1,-1 1,1 0,-1 0,1 0,0 0,-1 0,1-1,0 1,0 0,0-1,0 1,0 0,-1-1,1 1,0-1,0 0,0 1,0-1,1 0,-1 1,0-1,0 0,0 0,0 0,0 0,0 0,0 0,0 0,0-1,0 1,0 0,0 0,1-1,18-9,1 0,-2-2,0 0,0-1,10-11,2 0,114-85,-143 107,-1 0,1 0,-1 0,0-1,0 1,0 0,0-1,0 1,0-1,-1 1,1-1,-1 1,1-1,-1 0,0 1,0-1,0 1,-1-1,1 1,-1-1,1 0,-1 1,0 0,0-1,0 1,0-1,0 1,-1 0,1 0,-1 0,-1-2,2 4,0 0,0 0,0 0,0 0,0 0,0 0,0 0,0 1,1-1,-1 0,0 1,0-1,0 1,0-1,1 1,-1-1,0 1,0-1,1 1,-1 0,0-1,1 1,-1 0,1 0,-1-1,1 1,-1 0,1 0,-1 0,1 0,0 0,0 0,-1 0,1 0,0 0,0-1,0 1,0 0,0 0,0 1,0-1,-16 56,2 1,3 0,3 1,2 0,2 17,2-25</inkml:trace>
  <inkml:trace contextRef="#ctx0" brushRef="#br0" timeOffset="743.265">761 1053,'-1'-59,"2"-1,2 1,3 0,3 0,3 1,5-13,-15 65,-1 0,0 1,1-1,0 1,0-1,0 1,1 0,0 0,-1 0,2 0,-1 1,1-1,-1 1,1 0,1 0,-1 0,0 0,-2 4,0-1,-1 1,1-1,0 1,0 0,0 0,-1 0,1 0,0 0,0 0,0 0,-1 0,1 1,0-1,0 1,-1 0,1-1,-1 1,1 0,0 0,-1 0,1 0,-1 0,0 0,1 0,-1 1,0-1,0 0,0 1,0-1,1 2,29 51,-23-39,-1 1,-1 0,0 1,-1-1,-1 1,-1 0,0 0,-1 1,-1-1,-1 0,0 1,-1-1,-1 0,-1 1,0 0,-22 25,24-43,1 1,-1 0,0 0,1-1,-1 1,0-1,0 1,0 0,1-1,-1 0,0 1,0-1,0 1,0-1,0 0,0 0,0 1,0-1,0 0,0 0,0 0,0 0,0 0,0-1,0 1,0 0,0 0,0 0,0-1,0 1,1-1,-1 1,0-1,0 1,0-1,0 1,1-1,-1 0,0 1,1-1,-1 0,0 0,1 1,-1-1,0-1,-4-9,0 0,1 0,0-1,1 0,0 1,1-1,1 0,-1 0,2-1,0 1,0 0,1 0,2-12,5-23,2 1,2 0,2 1,2 0,2 1,12-20,55-154,-43 27,-41 224,-5 68,4 0,5 0,4 0,4-1,5-1,9 22,-24-110,0 0,0 0,1-1,0 1,1-1,0 0,1 0,0-1,1 1,0-1,0-1,1 1,2 1,-8-8,0-1,1 0,-1 1,0-1,1 0,-1 0,1 0,0 0,-1-1,1 1,-1-1,1 0,0 1,-1-1,1 0,0-1,-1 1,1 0,0-1,-1 0,1 1,-1-1,1 0,-1 0,1 0,-1-1,0 1,1-1,-1 1,0-1,0 0,0 1,0-1,-1 0,2-2,19-23</inkml:trace>
  <inkml:trace contextRef="#ctx0" brushRef="#br0" timeOffset="1004.572">722 198,'-16'9,"-5"6,0 4,9 1,18 0,22-3,25-6,26-6,19-8,11-7,3-3,-18 0</inkml:trace>
  <inkml:trace contextRef="#ctx0" brushRef="#br0" timeOffset="1259.668">1443 585,'-11'186,"29"-105,-17-79,0 1,0-1,0 0,0 0,1 0,-1-1,1 1,-1 0,1 0,0-1,0 1,0-1,0 0,0 1,0-1,0 0,0 0,0 0,0 0,1-1,-1 1,0-1,1 1,-1-1,0 0,1 0,-1 0,0 0,1 0,-1-1,0 1,1 0,0-1,6-4,-1 0,1 0,-1 0,-1-1,1 0,-1 0,0-1,0 0,-1-1,0 1,0-1,0 0,-1 0,-1-1,0 0,0 0,0 0,-1 0,0 0,-1-1,0 1,-1-1,0 0,0 1,-1-7,0 6,0 1,-1-1,0 0,0 1,-1-1,0 0,-1 1,0 0,0 0,-3-4,5 10,0 1,-1-1,1 0,0 1,-1 0,0-1,0 1,0 0,0 0,0 0,0 0,0 0,-1 0,1 1,-1-1,1 1,-1 0,0-1,1 1,-1 0,0 1,0-1,0 0,0 1,1 0,-1 0,0 0,0 0,0 0,0 0,0 1,0-1,0 1,1 0,-4 1,-5 4,1 1,0 1,0-1,0 2,1-1,0 1,1 1,0-1,0 2,1-1,0 1,1 0,0 0,1 0,1 1,-1 0,2 0,0 1,1-11,0 1,1 0,-1 0,1 0,0 0,0 0,0 1,0-1,1 0,-1 0,1 1,0-1,0 0,0 0,0 1,0-1,1 0,0 0,-1 1,1-1,1 0,-1 0,0 0,1 0,-1 0,1 0,0-1,0 1,0-1,0 1,1-1,-1 0,0 1,1-1,0-1,0 1,-1 0,1-1,0 1,0-1,0 0,3 1,33-5,2-8</inkml:trace>
  <inkml:trace contextRef="#ctx0" brushRef="#br0" timeOffset="2062.02">1697 51,'-9'-2,"0"0,0 1,0 0,0 1,0 0,0 0,0 1,0 0,0 1,0-1,0 2,1-1,-1 2,1-1,0 1,0 0,0 0,0 1,1 1,-1-1,-2 4,4-3,0-1,1 1,0 1,0-1,1 1,0-1,0 1,0 1,1-1,0 0,0 1,1-1,0 1,1 0,-1 0,1 0,1 0,0 0,0 0,0 0,1 0,0-1,1 1,0 0,0 0,1 0,6 6,1 1,1-1,1-1,0 0,0 0,1-1,1-1,0 0,0-1,1-1,3 1,70 53,-70-45,-1 1,0 0,-2 1,0 1,-1 0,-1 1,-1 0,-1 1,-2 0,1 3,-3-6,-5-14,-1-1,1 1,0-1,0 0,1 0,0 0,-1 0,2 0,-1 0,1-1,2 3,-5-7,1 0,-1 0,1 0,-1 0,1-1,-1 1,0-1,1 1,-1-1,0 1,1-1,-1 0,0 0,0 1,0-1,0 0,0 0,0 0,0 0,0 0,0-1,0 1,0 0,-1 0,1-1,0 1,-1 0,0-1,1 1,-1 0,1-1,-1 0,0 1,13-34,-2 0,-2 0,-1-1,-1 0,-3 0,-1-1,-1 0,-2 1,-2-5,-4-5,2 74,4-23,1 0,0-1,0 1,1 0,0-1,-1 0,1 1,1-1,-1 0,1 0,-1 0,1 0,0-1,1 1,-1-1,1 0,-1 0,1 0,0 0,0-1,0 1,0-1,1 0,3 1,116 20,-97-20,-22-3,0 0,0 1,0 0,0 0,0 0,0 0,0 1,0 0,0 0,-1 0,1 1,-1-1,0 1,0 0,0 0,0 1,0-1,0 1,-1 0,0 0,0 0,0 0,0 0,-1 1,0 0,0-1,0 1,0 0,0 2,0 10,0-1,-1 1,-1-1,-1 1,0-1,-1 1,-1-1,-1 3,-7 92,10-110,1 1,0-1,0 1,0-1,0 1,0-1,1 1,-1-1,0 0,1 1,-1-1,1 0,-1 1,1-1,-1 0,1 1,0-1,0 0,0 0,0 0,0 0,0 0,0 0,0 0,0 0,0 0,1 0,-1-1,0 1,0-1,1 1,-1-1,1 1,-1-1,0 0,1 1,-1-1,1 0,-1 0,1 0,-1 0,1 0,-1 0,0-1,1 1,-1-1,1 1,-1-1,0 1,1-1,-1 1,0-1,0 0,2-1,17-11,0 0,0-2,-2-1,0 0,0-1,-2-1,0 0,-1-1,-1-1,-1-1,-1 0,9-21,-20 42,-1-1,-1 1,1-1,0 0,0 1,0-1,0 0,0 1,0-1,0 0,0 1,1-1,-1 1,0-1,0 0,0 1,1-1,-1 1,0-1,1 0,-1 1,0-1,1 1,-1-1,1 1,-1 0,1-1,-1 1,1-1,-1 1,1 0,-1-1,1 1,-1 0,1 0,0-1,-1 1,1 0,0 0,-1 0,1 0,0 0,-1 0,1 0,-1 0,1 0,0 0,-1 0,1 0,0 1,-1-1,1 0,-1 0,1 1,-1-1,1 0,0 1,-1-1,1 0,-1 1,1-1,-1 1,1 0,36 129,-31-116,0 1,1-1,0-1,2 1,-1-1,1 0,1-1,1 0,-1-1,2 0,-1-1,2 0,0 0,-10-8,1 0,-1-1,1 1,-1-1,1 1,0-1,-1-1,1 1,0 0,0-1,0 0,-1 0,1 0,0 0,0 0,0-1,0 0,-1 0,1 0,0 0,-1 0,1-1,-1 0,0 0,1 0,22-16</inkml:trace>
  <inkml:trace contextRef="#ctx0" brushRef="#br0" timeOffset="2338.787">2740 65,'-16'-7,"-5"0,1 6,4 10,4 12,5 10,3 8,3-2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19:57.97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54 175,'-52'8,"52"-8,-1 1,1-1,0 1,0 0,0-1,0 1,-1-1,1 1,0 0,0-1,0 1,0-1,0 1,1 0,-1-1,0 1,0 0,0-1,1 1,-1-1,0 1,0-1,1 1,-1-1,0 1,1-1,-1 1,1-1,-1 1,1-1,-1 1,1-1,-1 0,1 1,-1-1,1 0,-1 0,1 1,0-1,-1 0,1 0,-1 0,1 0,0 0,-1 0,1 0,-1 0,1 0,0 0,34 11,-1-2,2-1,-1-2,9-1,-7 0,105 16,2-7,0-5,1-7,115-14,86-21,31 14,514 10,318 3,-748 7,358-15,-228 7,663 1,-430-21,96 1,369-15,-308 16,33-12,-616 19,141 4,172 15,-530 8,148 26,-68-8,100-8,-149-10,491 36,-11 21,-114 0,-120-3,-366-51,-88-6,-19-4,-6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0:00.94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0 136,'0'-2,"0"1,1-1,-1 0,0 0,1 0,-1 1,1-1,-1 0,1 1,0-1,-1 0,1 1,0-1,0 1,0-1,1 1,-1 0,0-1,0 1,1 0,-1 0,1 0,-1 0,1 0,-1 0,1 0,0 1,-1-1,1 0,0 1,0 0,-1-1,1 1,0 0,0 0,0 0,-1 0,1 0,0 0,0 0,0 1,-1-1,7-1,307-25,-231 22,1016-15,-724 3,299 29,-41 15,-392-29,484 14,65 11,263-13,-25-4,-625-9,367-11,325-18,-69 8,151-4,-458 18,716-10,-988 21,405 28,-469-7,290 28,-436-30,-121-13,0 5,-2 6,7 5,-118-23,37 11,1-3,0-1,40 1,285 4,-120-13,-144 13,-87-22,-13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19:55.10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93,'68'0,"0"3,0 3,37 10,132 22,457-32,-181 53,-199-53,75 6,-81 9,68-14,-262-7,589 12,263 3,-666-16,2327 1,-1554-27,-175-3,-389 9,1119-53,-598 9,-493 35,246-16,-549 49,94 18,-197-11,465 40,-488-41,183 25,138 37,-263-55,-104-16,0 4,0 2,0 3,56 16,-103-20,-23-2,-8-2</inkml:trace>
  <inkml:trace contextRef="#ctx0" brushRef="#br0" timeOffset="6937.576">16832 280,'9'0,"8"0,5 0,6 0,7 0,7 0,10 2,12 3,11 3,11 5,11 4,7 3,3 1,-7 2,-12-3,-23-4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0:19.86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0 944,'23'-240,"-21"225,1 1,0 0,1 0,1 0,0 0,1 1,0-1,1 1,-5 9,1 1,-1-1,1 0,0 1,0 0,0-1,1 1,-1 0,1 1,-1-1,1 1,0 0,0-1,0 2,0-1,1 0,-1 1,0 0,1 0,-1 0,1 1,-1-1,1 1,-1 0,1 0,-1 1,4 0,4 3,0 1,-1 0,0 1,0 0,0 0,-1 1,0 1,-1 0,1 0,-2 1,1 0,-1 1,0-1,-1 1,0 1,-1 0,0 0,-1 0,0 0,-1 1,3 9,-6-16,1 0,-1-1,0 1,-1-1,1 1,-1 0,0 0,0-1,-1 1,1 0,-1-1,0 1,-1 2,2-6,-1 1,0 0,0-1,0 1,0-1,0 1,0-1,0 1,0-1,0 0,-1 1,1-1,-1 0,1 0,-1 0,1 0,-1 0,1-1,-1 1,0 0,0-1,1 1,-1-1,0 0,0 1,0-1,1 0,-1 0,0 0,0-1,0 1,1 0,-1 0,0-1,-1 0,-2-1,0 0,0-1,1 0,-1 0,1 0,0 0,0-1,0 1,0-1,0 0,1 0,0 0,0-1,0 1,0-1,1 0,-1 0,1 0,1 0,-1 0,1 0,0 0,0-1,0 1,1 0,0-1,0 1,0 0,0-1,1 1,0 0,0-1,1 1,-1 0,1 0,0 0,1 0,-1 1,1-1,0 1,0-1,0 1,11-7,0 1,1 0,0 1,0 1,1 1,0 0,0 1,1 0,-1 1,1 1,9 0,168-28,-189 31,-1 1,0-1,1 1,-1 0,0 1,0-1,0 1,1 0,-1 0,0 0,0 0,0 1,0 0,0 0,-1 0,1 0,0 0,-1 1,0 0,0 0,1 0,-2 0,1 0,0 0,-1 1,1-1,-1 1,0 0,0 0,-1-1,1 1,-1 1,1-1,-1 1,6 161,-7-164,0 1,0-1,0 0,1 1,-1-1,1 1,-1-1,1 0,0 1,0-1,0 0,0 0,1 0,-1 1,0-2,1 1,0 0,-1 0,1 0,0-1,0 1,0-1,0 1,0-1,0 0,0 0,1 0,-1 0,0 0,1 0,-1-1,1 1,-1-1,0 0,1 0,-1 1,1-2,-1 1,1 0,-1 0,1-1,1 0,7-4,1-1,-1-1,0 0,-1 0,0-1,0 0,-1-1,0 0,0-1,-1 1,0-2,-1 1,0-1,0-1,8-17,-1 1,-1-2,-2 0,-1 0,1-8,-7 87,-4-28,0-1,1 1,1-1,0 1,2-1,4 11,-6-24,0-1,0 0,1 0,0 0,1 0,-1 0,1-1,0 1,0-1,1 0,-1-1,1 1,0-1,0 0,1 0,-1 0,1-1,0 0,0 0,0 0,0-1,3 1,36 6,-1-7</inkml:trace>
  <inkml:trace contextRef="#ctx0" brushRef="#br0" timeOffset="1062.475">1471 450,'8'46,"2"-1,2 0,8 17,8 28,-13-46,-14-44,0 1,0-1,0 1,0-1,0 0,0 1,0-1,0 0,0 0,0 0,0 0,0 0,0 0,0 0,0 0,0 0,0-1,0 1,0 0,0 0,0-1,-1 1,1-1,0 1,0-1,0 1,0-1,0 0,-1 1,1-1,0 0,-1 0,1 0,0 1,-1-1,1 0,-1 0,0 0,1 0,-1 0,1 0,-1 0,0-1,2 0,45-65,59-69,-105 135,-1 0,0 0,1 0,-1 0,1 1,0-1,-1 0,1 0,0 1,-1-1,1 0,0 1,0-1,-1 1,1-1,0 1,0-1,0 1,0 0,0-1,0 1,0 0,0 0,0-1,0 1,0 0,0 0,0 0,0 0,0 1,0-1,0 0,-1 0,1 0,0 1,0-1,0 1,0-1,0 0,0 1,0 0,-1-1,1 1,0-1,0 1,-1 0,1 0,-1-1,1 1,0 0,-1 0,1 0,-1 0,0 0,1-1,-1 2,37 184,-35-181,0 1,0 0,1-1,-1 1,1-1,1 0,-1 0,1 0,-1 0,1-1,1 1,-1-1,1 0,-1 0,1-1,0 0,1 1,-1-2,0 1,1 0,0-1,-1 0,1-1,0 1,0-1,0 0,0-1,0 1,0-1,0 0,0-1,0 0,0 1,0-2,4 0,1-2,-1-1,0 1,1-2,-2 0,1 0,-1 0,0-1,0-1,-1 0,1 0,-2 0,1-1,-2 0,6-8,2-7,0 0,-1-2,-2 0,0 0,2-13,6-32,-3-1,-3 0,-3-1,-3 0,-4-1,-4-49,0 114,0 20,1-7,-5 58,-12 334,17-368,2 0,1 0,1-1,1 1,4 6,-7-25,1 0,1 0,-1-1,1 1,1-1,0 0,0 0,0 0,1-1,0 0,1 0,-1 0,1-1,1 0,-1 0,1-1,4 2,35 12,-1-9</inkml:trace>
  <inkml:trace contextRef="#ctx0" brushRef="#br0" timeOffset="1304.858">1912 330,'21'-3,"24"-2,30-3,29-5,27-3,25 0,16 3,-22 2</inkml:trace>
  <inkml:trace contextRef="#ctx0" brushRef="#br0" timeOffset="1941.012">3556 369,'15'14,"-1"1,-1 0,-1 1,0 0,-1 1,0 0,-2 1,0 0,-1 0,-1 1,-1 0,0 0,-1 1,-2 0,0 0,-1 0,0 0,-2 0,-1 0,-2 16,-1-21,6-26,11-26,1-1,2 2,2 0,1 1,2 1,6-5,24-19,-51 57,1 1,0-1,0 0,-1 1,1-1,0 1,0-1,0 1,0 0,-1-1,1 1,0 0,0-1,0 1,0 0,0 0,0 0,0 0,0 0,0 0,0 0,0 0,-1 0,1 1,0-1,0 0,0 1,0-1,0 0,0 1,-1-1,1 1,0-1,0 1,-1 0,1-1,0 1,-1 0,1-1,0 1,-1 0,1 0,-1 0,0-1,1 1,-1 0,13 46,-13-42,4 21,27 106,-28-125,0-1,0 0,0 0,1 1,0-2,0 1,0 0,1-1,0 0,0 0,0-1,0 1,1-1,0 0,0 0,0-1,0 0,2 1,-1-2,1 1,-1-1,1-1,0 1,-1-1,1-1,0 0,0 0,0 0,-1-1,1 0,0 0,-1-1,1 0,-1 0,1-1,-1 0,0 0,0-1,0 0,-1 0,1-1,-1 1,0-1,2-3,2-2,0 0,-1-1,0 0,-1 0,0-1,-1 0,0 0,-1-1,-1 0,0 0,0 0,-1-1,1-11,-3 18,-1 0,1 0,-1 0,-1 0,0 0,0 0,0-1,-1 1,0 0,0 0,-1 1,0-1,0 0,0 0,-1 1,0-1,-4-5,6 12,1-1,-1 0,0 0,0 1,0-1,0 1,0-1,0 1,0-1,0 1,0-1,0 1,0 0,0 0,0-1,0 1,0 0,0 0,0 0,-1 0,1 0,0 0,0 1,0-1,0 0,0 1,0-1,0 0,0 1,0-1,0 1,0 0,0-1,0 1,1 0,-1-1,0 1,0 0,1 0,-1 0,0 0,-23 43,18-28,2 1,0 0,1 0,1 0,0 0,2 0,0 0,0 0,3 6,-3-15,2 1,-1-1,1 0,1 0,-1 0,1 0,1 0,-1 0,2-1,-1 0,1 0,0 0,0 0,0-1,1 0,0 0,1 0,-1-1,7 4,-2-3,1-1,0 0,0-1,0 0,0-1,1-1,0 0,-1 0,1-1,0-1,0 0,8-1,36-5</inkml:trace>
  <inkml:trace contextRef="#ctx0" brushRef="#br0" timeOffset="2367.006">4866 530,'-7'-1,"-1"0,1 1,-1 0,1 1,0-1,-1 1,1 1,0 0,0 0,0 0,0 1,0-1,0 2,1-1,-1 1,1 0,0 0,0 1,1 0,-1 0,1 0,0 1,-4 5,5-8,1 1,-1-1,1 1,0 0,0 0,0 0,0 0,0 1,1-1,0 1,0 0,0-1,1 1,0 0,0 0,0 0,0 0,1 0,0 0,0 0,0 0,0 0,1 0,0 0,0 0,0 0,1 0,0 0,0-1,0 1,0-1,1 1,0-1,-1 0,2 0,0 1,12 6,1-2,0 0,1 0,-1-2,1 0,1-1,-1-1,1-1,0-1,0 0,1-1,-1-1,0-1,12-2,-8 2,1-1,-1-1,1-1,-1-1,0-1,0-1,-1-2,15-6,-26 9,-1 0,1 0,-1-2,0 1,-1-1,0 0,0-1,-1 0,0-1,0 0,-1 0,0 0,0-1,-1 0,0-1,-1 1,-1-1,1-2,-2 6,0 0,-1 0,0 0,0 0,-1-1,0 1,-1 0,1-1,-1 1,-1 0,1-1,-1 1,0 0,-1 0,0 0,0 0,-1 0,0-2,2 7,0 1,1 0,-1 0,0 0,0 0,0 0,0 0,0 0,0 0,0 0,0 1,0-1,0 0,0 1,0-1,-1 1,1-1,0 1,-1-1,1 1,0 0,0 0,-1 0,1 0,0 0,-1 0,1 0,0 0,-1 0,1 0,0 1,-1-1,1 1,0-1,0 1,0-1,-1 1,1 0,0-1,0 1,0 0,0 0,0 0,0 0,0 0,1 0,-1 0,-34 55,31-48,1 0,0 0,1 0,0 0,0 0,1 0,0 0,0 1,1-1,0 1,1-1,-1 0,2 1,-1-1,1 0,0 0,1 0,0 0,0-1,1 1,0-1,0 1,1-1,0-1,0 1,0-1,1 0,0 0,0 0,1-1,4 3,5 1,1-2,0 0,0 0,1-2,-1 0,1-1,0-1,1-1,8 1,36 0</inkml:trace>
  <inkml:trace contextRef="#ctx0" brushRef="#br0" timeOffset="2691.795">5989 410,'-8'1,"1"0,0 0,-1 1,1 1,0-1,0 1,1 0,-1 1,1-1,-1 1,1 1,0-1,1 1,-1 0,1 0,0 1,0-1,0 1,1 0,0 1,0-1,1 1,0-1,0 1,0 0,1 0,0 1,0-1,1 0,0 1,0-1,1 1,0-1,0 1,1-1,0 2,6 8,1 0,1 0,1-1,0 0,1-1,0 0,1 0,1-1,1-1,8 7,29 33,-43-45,0 0,0 1,-1 0,-1 0,0 1,0 0,-1 0,0 0,0 1,-1 2,-3-12,-1 0,0 1,0-1,1 0,-1 1,0-1,0 0,0 1,-1-1,1 0,0 1,0-1,-1 0,1 0,-1 1,1-1,-1 0,1 0,-1 0,0 1,0-1,1 0,-1 0,0 0,0 0,0 0,0-1,0 1,-1 0,1 0,0-1,0 1,0-1,-1 1,1-1,0 1,0-1,-2 0,-51 2,44-4,1 0,-1-1,1 0,0 0,0-1,0 0,0 0,-7-6,14 9,-1-1,1 0,0 1,-1-1,1 0,0 0,0 0,0-1,0 1,1 0,-1-1,1 1,-1-1,1 0,0 1,0-1,0 0,0 0,1 0,-1 1,1-1,0 0,-1 0,1 0,1 0,-1 0,0 0,1 0,-1 0,2-2,9-19</inkml:trace>
  <inkml:trace contextRef="#ctx0" brushRef="#br0" timeOffset="3573.736">6564 637,'-7'-4,"0"1,0 0,0 0,0 0,0 1,0 0,-1 1,1 0,-1 0,1 0,-1 1,1 0,-1 1,1-1,-1 1,1 1,0-1,-1 2,1-1,0 1,0 0,0 0,1 0,-1 1,1 0,0 1,0-1,0 1,1 1,-1-1,1 1,1-1,-1 2,1-1,0 0,0 1,1 0,-2 4,3-7,0 1,1-1,-1 1,1-1,0 1,1 0,-1 0,1 0,0-1,0 1,0 0,1 0,-1 0,1-1,1 1,-1 0,1-1,-1 1,1-1,0 0,1 1,-1-1,1 0,0 0,0-1,0 1,0-1,1 1,0-1,-1 0,1 0,0-1,0 1,1-1,-1 0,0 0,1 0,-1 0,1-1,0 0,2 0,2-2,0 0,1-1,-1-1,0 0,0 0,0-1,0 1,-1-2,0 0,1 0,-2 0,1-1,-1 0,0 0,0-1,0 0,-1 0,0-1,-1 0,0 0,3-4,49-92,-57 104,0 0,1 0,-1 0,1 0,-1 0,0 0,1-1,-1 1,1 0,-1 0,0 1,1-1,-1 0,0 0,1 0,-1 0,1 0,-1 0,0 0,1 1,-1-1,0 0,1 0,-1 0,0 1,1-1,-1 0,0 1,0-1,1 0,-1 0,0 1,0-1,0 0,1 1,-1-1,0 1,0-1,0 0,0 1,0-1,0 0,0 1,0-1,0 1,0-1,0 0,0 1,0-1,0 1,0-1,0 0,0 1,0-1,-1 0,1 1,0-1,0 0,0 1,-1-1,1 0,0 1,0-1,-1 0,1 0,0 1,-1-1,1 0,0 0,-1 1,1 1,0 13,0 0,2 1,-1-1,2 0,0 0,1 0,1 2,-3-11,0-1,1 0,-1 0,1 0,0 0,0-1,0 1,1-1,0 0,0 0,0 0,0 0,1-1,-1 0,1 0,0 0,0 0,0-1,0 0,0 0,3 1,-3-2,0 0,1 0,-1-1,0 1,1-1,-1 0,0-1,1 1,-1-1,0 0,0-1,0 1,0-1,0 0,0 0,0-1,0 1,-1-1,1 0,-1 0,0 0,0-1,0 0,0 0,-1 0,3-4,4-5,-1 0,0-1,-1 0,-1-1,0 1,-1-1,-1-1,1-5,28-144,-35 164,1 0,0 0,0 0,-1 0,1-1,0 1,0 0,0 0,0 0,0 0,1-1,-1 1,0 0,0 0,1 0,-1 0,1 0,-1 0,1-1,-1 1,1 0,0 0,-1 1,1-1,0 0,0 0,0 0,0 0,0 1,0-1,0 0,0 1,0-1,0 1,0-1,0 1,0 0,0-1,1 1,-1 0,0 0,0 0,0 0,0 0,1 0,-1 0,0 0,0 0,0 1,1-1,9 11,0 1,-2-1,1 2,-2-1,0 1,0 0,-1 1,0 0,-2 0,0 0,1 6,5 48,-11-61,0-1,0 1,0 0,1 0,0-1,0 1,1 0,0-1,0 1,0-1,1 0,0 0,0 0,1 0,-1 0,1-1,1 0,-1 1,1-2,0 1,0 0,0-1,0 0,1 0,8 0,0-1,1-1,-1 0,0-1,1 0,-1-1,1-1,-1 0,0-1,1-1,-1 0,0-1,0 0,-1-1,1 0,-1-2,11-6,-2 3,1-2,-1-1,-1 0,0-2,-1 0,8-10,-20 18,0 0,-1-1,0 0,0 0,-1-1,-1 0,1 0,-1-1,-1 1,1-1,-2 0,1 0,-1 0,-1-1,0 1,0-7,-2 14,1 0,-1-1,0 1,-1 0,1 0,0 0,-1 0,0-1,0 1,0 0,0 0,0 1,0-1,-1 0,0 0,1 0,-1 1,0-1,0 1,0 0,-1 0,1-1,-1 1,1 1,-1-1,0 0,1 1,-1-1,0 1,0 0,0 0,0 0,0 0,0 0,0 1,-1 0,1-1,0 1,0 0,0 1,-1-1,1 0,0 1,0 0,0 0,0 0,-3 3,0 0,0 1,1 0,0 0,0 0,0 1,1 0,0 0,0 0,0 0,1 0,0 1,0 0,1-1,-1 1,2 0,-1 0,1 1,0-1,0 0,1 0,0 1,0-1,1 0,0 0,0 0,0 0,3 4,-1-1,0 0,1 0,0-1,1 0,0 0,1 0,0-1,0 1,1-1,-1-1,2 1,-1-1,1-1,0 1,1-1,0-1,0 0,0 0,0 0,1-1,1 0,18 6,2-1,-1-1,1-1,0-2,0-1,10-1,46 0</inkml:trace>
  <inkml:trace contextRef="#ctx0" brushRef="#br0" timeOffset="4740.634">1818 1639,'-2'3,"-1"-1,1 1,-1-1,1 0,-1 0,0 0,0 0,0 0,0-1,-1 0,1 1,0-1,0 0,-1-1,1 1,-1 0,1-1,-1 0,1 0,-1 0,1 0,0-1,-1 1,1-1,-1 0,1 0,0 0,0 0,-1-1,1 1,0-1,0 0,0 0,-1-1,4 0,-1-1,1 1,0 0,0-1,0 1,1 0,-1 0,1-1,-1 1,1 0,0 0,1 0,-1 0,0 0,1 0,0 0,-1 0,1 1,1-1,-1 0,0 1,0 0,1 0,-1-1,1 2,0-1,0 0,-1 0,2 0,11-8,0 0,0 1,0 1,1 0,1 1,-1 1,1 0,0 1,1 1,-1 1,1 0,-1 2,1 0,0 0,-1 2,13 1,-25-1,0 0,0 0,-1 0,1 1,0-1,-1 1,1 0,-1 0,0 1,0-1,1 1,-2 0,1 0,0 1,-1-1,1 1,-1 0,0-1,0 1,-1 1,1-1,-1 0,0 1,0-1,0 1,-1-1,1 1,-1 0,0 0,-1 0,1 0,-1 0,0-1,0 4,-5 12,-1-1,0 0,-1 0,-1-1,-1 1,-1-2,0 0,-1 0,-1-1,-1 0,0-1,-1 0,-14 10,-1 6,-3-1,0-2,-2-1,0-1,-2-2,-1-2,-1-2,-30 13,-12-19,78-14,0 0,1 0,-1 0,0 0,0 0,0-1,0 1,1-1,-1 1,0-1,1 0,-1 0,0 1,1-1,-1 0,1-1,-1 1,1 0,0 0,-1-1,1 1,0 0,0-1,0 1,0-1,0 0,0 1,1-1,-1 0,0 1,1-1,-1 0,1 0,0 0,0 1,-1-1,1 0,0 0,1 0,-1 0,0 0,1-1,-1-1,1 1,0-1,0 1,0-1,1 1,-1 0,1-1,0 1,0 0,0 0,0 0,0 1,1-1,-1 0,1 1,0 0,0-1,0 1,0 0,0 1,0-1,0 0,1 1,-1 0,1 0,-1 0,3 0,3-2,0 2,1-1,-1 1,0 1,1 0,-1 0,1 0,-1 2,1-1,5 3,11 5,-2 2,1 0,-2 2,0 1,0 0,-1 2,0 1,34 23,-38-27,0 0,0-1,2-1,-1 0,1-2,1 0,0-2,0 0,0-1,1-1,0-2,0 0,0-1,19-1,-35-1,0-1,1 0,-1-1,0 0,0 0,-1 0,1-1,0 1,-1-1,1-1,-1 1,0-1,0 0,-1 0,1 0,-1-1,0 1,0-1,0 0,0-1,-1 1,0 0,0-1,-1 0,0 0,0 0,0 0,0 0,-1 0,0-1,2-16,-1-1,0 0,-2 0,-1 1,-3-21,-1 11</inkml:trace>
  <inkml:trace contextRef="#ctx0" brushRef="#br0" timeOffset="5182.839">2687 1171,'-2'21,"-3"15,-6 11,-2 7,-2 1,1-5,2-8,2-14,3-11</inkml:trace>
  <inkml:trace contextRef="#ctx0" brushRef="#br0" timeOffset="5451.139">2674 1185,'2'16,"6"9,5 8,6 5,6 1,5-2,3-3,0-7,-1-8,-4-8,-6-5</inkml:trace>
  <inkml:trace contextRef="#ctx0" brushRef="#br0" timeOffset="5708.514">2981 1051,'0'5,"0"5,0 9,0 10,0 11,0 8,-2 7,-1 1,-2-2,-1-3,2-9,0-10</inkml:trace>
  <inkml:trace contextRef="#ctx0" brushRef="#br0" timeOffset="6110.691">3128 1506,'13'-54,"-2"-1,-3 0,-2 0,-2-1,-3 0,-3-8,21 83,-11-16,1 0,0 0,0-1,0 0,0-1,1 0,-1 0,0-1,3 0,11 1,-6-1,67 11,-82-11,1 1,0 0,0 0,-1 0,1 1,0-1,-1 0,1 1,-1 0,0 0,1 0,-1 0,0 0,0 0,0 0,-1 0,1 1,0-1,-1 1,0-1,1 1,-1 0,0 0,0-1,-1 1,1 0,-1 9,-1 0,0-1,0 1,-1 0,-1-1,0 0,0 1,-1-1,-1-1,0 1,0-1,-1 1,-7 17,8-17,0-3,1 1,0 0,1 0,0 0,0 1,1-1,1 1,-1-1,1 11,2-17,1 0,0 1,0-1,0 0,1 0,-1 0,1 0,-1-1,1 1,0-1,0 0,0 1,0-1,1-1,-1 1,0 0,1-1,0 0,-1 1,1-1,0-1,-1 1,1-1,0 1,0-1,-1 0,1 0,0-1,0 1,0-1,8 1,1-1,-1 0,0-1,1 0,-1-1,0-1,0 0,1-1,22-10</inkml:trace>
  <inkml:trace contextRef="#ctx0" brushRef="#br0" timeOffset="6517.125">3864 1532,'9'0,"7"0,9 0,6 0,7 0,6 0,3-2,-8-1</inkml:trace>
  <inkml:trace contextRef="#ctx0" brushRef="#br0" timeOffset="6776.5">4411 1279,'0'18,"0"11,0 4,0 4,0-2,0-2,0-5,0-8</inkml:trace>
  <inkml:trace contextRef="#ctx0" brushRef="#br0" timeOffset="7456.581">4278 1118,'38'0,"1"-1,-1 1,1 3,-1 1,18 4,-46-6,0 1,0 0,0 0,-1 1,0 0,0 1,0 0,0 0,0 1,-1 0,0 0,-1 1,1 0,-1 1,-1-1,1 1,-1 1,-1-1,1 2,1 5,-2 0,1 0,-2 0,0 1,-1 0,-1 0,1 16,-1-15,0 1,1-1,0 0,2 0,0 0,2 5,-5-20,-1 0,0 1,1-1,-1 0,1 0,0 0,0 0,0 0,0 0,0 0,0-1,0 1,0-1,1 0,-1 0,0 1,1-1,-1-1,1 1,0 0,-1-1,1 1,0-1,-1 0,1 0,0 0,-1 0,1 0,0-1,-1 1,1-1,-1 1,1-1,-1 0,1 0,-1 0,1-1,-1 1,0-1,0 1,0-1,0 0,0 1,0-1,0 0,0-1,8-8,1 0,-2-1,1-1,-2 0,0 0,0 0,-1-1,-1 0,2-7,10-19,-18 39,0 0,1 0,-1 0,0 1,0-1,1 0,-1 1,1-1,-1 0,1 1,-1-1,1 0,-1 1,1-1,0 1,-1-1,1 1,0-1,-1 1,1 0,0-1,0 1,-1 0,1-1,0 1,0 0,-1 0,1 0,0 0,0 0,0 0,0 0,-1 0,1 0,0 0,0 0,0 1,-1-1,1 0,0 0,0 1,-1-1,1 1,0-1,-1 0,1 1,0 0,-1-1,1 1,-1-1,1 1,-1 0,1-1,-1 1,1 0,-1-1,0 1,1 0,-1 0,0-1,0 1,0 0,1 0,-1 0,0-1,0 1,0 0,0 0,0 0,5 7,0 5,1-2,0 1,1 0,0-1,1-1,0 1,0-1,1-1,1 1,0-2,0 1,1-1,0-1,0 0,0 0,1-1,0-1,1 0,-1-1,8 2,-15-5,1-1,-1 0,1 0,-1 0,0-1,1 1,-1-1,0 0,0-1,1 0,-1 1,0-2,-1 1,1 0,0-1,-1 0,1 0,-1 0,0-1,0 0,0 1,0-1,-1-1,0 1,0 0,0-1,0 0,-1 1,0-1,2-4,4-12,-2 0,0 0,-1 0,-1-1,-1 1,-1-1,-1-1,1-47,-3 0,-3 1,-5-22,-2 41,8 54,-1 166,4-169,-1 37,2 0,2-1,1 1,8 31,-10-60,0 0,1-1,0 1,0-1,1 1,0-1,1 0,0-1,0 1,0-1,1 0,0 0,0-1,1 0,0 0,0 0,0-1,1 0,0 0,0-1,0 0,0 0,1-1,22 5</inkml:trace>
  <inkml:trace contextRef="#ctx0" brushRef="#br0" timeOffset="7705.921">5147 1118,'20'9,"21"3,17 0,14-3,7 0,-11-2</inkml:trace>
  <inkml:trace contextRef="#ctx0" brushRef="#br0" timeOffset="8088.269">5668 1493,'0'-36,"-1"-13,2 0,3 0,8-45,-12 92,0 0,1 0,-1-1,0 1,1 0,0 0,-1 0,1-1,0 1,0 0,0 0,0 0,0 0,1 1,-1-1,1 0,-1 0,1 1,0-1,-1 1,1-1,0 1,0 0,0 0,0 0,0 0,0 0,1 0,-1 1,0-1,0 1,0-1,1 1,-1 0,0 0,1 0,1 0,11 3,1 0,-1 1,0 1,0 0,0 2,11 5,-13-6,-8-4,0 0,0 0,0 0,0 1,0 0,0 0,-1 0,1 1,-1-1,0 1,0 0,0 0,-1 0,1 1,-1 0,0-1,0 1,-1 0,0 0,1 0,-2 1,1-1,0 0,-1 1,0-1,-1 1,1-1,-1 4,-2 2,1-1,-2 0,0 0,0 0,-1 0,0 0,0-1,-6 9,-17 42,26-59,1 0,-1 0,1 0,0 0,0 0,-1 0,1 1,0-1,0 0,0 0,0 0,0 0,1 0,-1 0,0 0,0 0,1 0,-1 1,1-1,-1 0,1 0,-1-1,1 1,0 0,-1 0,1 0,0 0,0 0,-1-1,1 1,0 0,0-1,0 1,0-1,0 1,0-1,0 1,0-1,0 0,1 1,46 3,-8-9,-2-2,1-1,-1-2,0-2,4-3,6-1,-4 2</inkml:trace>
  <inkml:trace contextRef="#ctx0" brushRef="#br0" timeOffset="9389.718">7059 2054,'30'-23,"-1"0,-1-2,-1-1,-2-2,0 0,-2-1,-1-2,-2 0,0-1,-3-1,0-1,-3 0,7-25,-15 43,-2-1,0-1,-1 1,-1 0,0-1,-1 0,-1 1,-1-1,-1 1,0-1,-1 1,-1 0,0 0,-2 0,0 0,0 1,-4-5,8 19,1-1,-1 1,0 0,0 0,0-1,0 1,0 1,0-1,0 0,-1 0,1 1,-1-1,0 1,1 0,-1 0,0 0,1 0,-1 0,0 1,0-1,0 1,0 0,0 0,0 0,0 0,1 0,-1 1,0-1,0 1,0 0,0 0,1 0,-1 0,0 0,1 1,-1-1,1 1,0-1,-1 1,1 0,0 0,0 0,0 0,0 1,1-1,-2 2,-6 12,2 1,0 0,0 0,2 1,0 0,1 0,1 0,0 0,2 0,0 1,1-1,1 5,-3 25,3 1,2 0,2 0,2-1,2 0,2-1,2 0,5 6,-17-47,0-1,1 1,0-1,0 1,1-1,0 0,0 0,0 0,0 0,1 0,-1-1,1 1,1-1,-1 0,0 0,1-1,0 1,0-1,0 0,0-1,1 1,-1-1,0 0,1 0,0-1,-1 1,1-1,0-1,0 1,4-1,4-5,0-1,0-1,-1 0,0 0,-1-2,1 1,-1-2,-1 1,0-2,0 0,-1 0,-1 0,0-2,4-6,62-116,-67 123,-6 28,-2-10,11 121,-10-120,0 0,1 0,0 0,1 0,-1 0,1-1,1 0,-1 1,1-1,0 0,0-1,1 1,0-1,0 0,0 0,5 3,15 4,-2-7</inkml:trace>
  <inkml:trace contextRef="#ctx0" brushRef="#br0" timeOffset="9666.244">7647 1399,'-2'16,"5"7,13 5,13-1,15-2,10-3,-4-6</inkml:trace>
  <inkml:trace contextRef="#ctx0" brushRef="#br0" timeOffset="10084.978">8128 1706,'55'250,"-55"-247,0 1,0-1,1 1,-1-1,1 1,0-1,0 0,1 1,-1-1,1 0,-1 0,1 0,0 0,0 0,0 0,0-1,1 1,-1 0,1-1,0 0,0 0,0 0,0 0,0 0,0-1,0 1,0-1,1 0,-1 0,0 0,1 0,-1 0,1-1,-1 0,1 0,0 0,-1 0,1 0,1-1,4-5,-1 0,0 0,0-1,-1 0,0 0,0-1,-1 0,0 0,0 0,-1-1,0 0,-1 0,4-8,2-3,52-90,-62 109,0 0,1 0,-1 0,0 1,1-1,-1 0,1 0,-1 1,1-1,-1 0,1 1,-1-1,1 1,0-1,-1 1,1-1,0 1,-1-1,1 1,0-1,0 1,0 0,-1 0,1-1,0 1,0 0,0 0,0 0,-1 0,1 0,0 0,0 0,0 0,0 0,0 0,-1 1,1-1,0 0,0 1,0-1,-1 0,1 1,0-1,-1 1,1-1,0 1,-1-1,1 1,0 0,-1-1,1 1,-1 0,1-1,-1 1,0 0,1 0,-1-1,0 1,1 0,-1 0,0 0,32 95,-30-85,0-1,0 0,1 1,0-1,1 0,0-1,1 1,0-1,0 0,1 0,0 0,1-1,0 0,2 2,-5-8,-1 1,0-1,1-1,-1 1,1 0,0-1,-1 0,1 0,0 0,0 0,0 0,0-1,0 0,0 0,0 0,0 0,0-1,0 1,0-1,-1 0,1 0,0-1,0 1,-1-1,3-1,5-2,0-2,-1 1,1-2,-1 1,-1-1,1-1,4-5,2-7,-1 0,-1-1,-1 0,-1-1,-1-1,-1 1,-1-2,5-22,-10 36,4-9,-7 20,-1 1,1-1,0 1,0-1,-1 1,1 0,0-1,-1 1,1 0,-1 0,1-1,-1 1,1 0,-1 0,1 0,-1 0,0-1,0 1,1 0,-1 0,0 0,0 0,0 0,0 0,0 0,0 0,0 0,0 0,-1 0,1-1,0 1,0 0,-1 0,1 0,0 1,1 19,1 0,1 0,1 0,0-1,8 19,-11-34,1 0,0-1,0 1,0 0,1-1,-1 0,1 0,0 0,0 0,1 0,-1 0,1-1,0 0,0 0,0 0,0 0,0 0,1-1,-1 0,1 0,0 0,-1-1,1 1,0-1,0 0,0-1,2 1,21-2</inkml:trace>
  <inkml:trace contextRef="#ctx0" brushRef="#br0" timeOffset="10482.918">9358 1800,'0'14,"0"11,0 8,0 1,2-1,3-6,4-8,1-13,0-9</inkml:trace>
  <inkml:trace contextRef="#ctx0" brushRef="#br0" timeOffset="10267.496">8957 1373,'0'0</inkml:trace>
  <inkml:trace contextRef="#ctx0" brushRef="#br0" timeOffset="10742.229">9345 1332,'-19'-11,"-7"-4,-2 0,3 8,7 10,10 8,14 5,6-1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0:17.47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1182,'4'-13,"0"0,0 0,1 1,1 0,0 0,1 1,0-1,1 1,0 1,0 0,1 0,1 0,-1 1,2 1,-1 0,1 0,0 1,1 0,0 1,0 0,-5 2,1 0,-1 1,0 0,1 0,0 1,0 0,0 0,0 1,0 0,0 0,0 1,0 0,0 1,0 0,0 0,0 0,0 1,0 0,-1 1,1 0,0 0,-1 0,0 1,0 0,0 1,-1-1,1 1,-1 1,0-1,-1 1,2 2,-2-2,0 0,0 0,-1 1,0-1,0 1,-1 0,0 0,0 0,-1 1,0-1,0 1,-1-1,1 1,-2 0,1-1,-1 1,0 0,-1 0,0-1,0 1,-2 4,3-10,-1-1,1 1,-1 0,0 0,0-1,0 1,0 0,0-1,0 1,0-1,-1 1,1-1,0 0,-1 0,1 1,-1-1,0 0,1 0,-1 0,0-1,0 1,1 0,-1-1,0 1,0-1,0 1,0-1,0 0,1 0,-1 0,0 0,0 0,0 0,0-1,0 1,0-1,0 1,1-1,-1 0,0 1,0-1,1 0,-1 0,1 0,-1-1,1 1,-1 0,1 0,0-1,-1 1,1-1,0 1,0-1,0 0,0 1,0-1,1 0,-1 0,1-7,1-1,0 1,1 0,0 0,0 0,1 0,0 1,0-1,1 1,0-1,1 1,0 0,0 1,1-1,3-3,-1 0,24-36,13-16,-3-2,-3-2,27-63,-48 84,-2-1,-2-1,-2-1,-3 0,-1 0,-3-1,-1 0,-3 1,-2-1,-3-6,-18-42,23 97,-1 1,0-1,-1 0,1 1,0-1,0 0,0 1,0-1,0 1,-1-1,1 0,0 1,0-1,-1 1,1-1,0 1,-1-1,1 1,-1-1,1 1,-1-1,1 1,-1 0,1-1,-1 1,1 0,-1-1,1 1,-1 0,1 0,-1 0,0-1,1 1,-1 0,0 0,1 0,-1 0,1 0,-1 0,0 0,1 0,-1 0,0 0,1 1,-1-1,1 0,-1 0,0 1,1-1,-1 0,1 1,-1-1,1 0,-1 1,1-1,-16 36,6 23,4 1,2 0,2 1,5 35,-3-86,0 57,3 1,3-1,3 0,3 0,2-1,4-1,2-1,13 24,-29-75,2 0,-1-1,2 0,0-1,0 1,1-1,0-1,1 1,0-2,1 1,0-1,0 0,1-1,0-1,1 1,0-2,2 2,6-5</inkml:trace>
  <inkml:trace contextRef="#ctx0" brushRef="#br0" timeOffset="1022.434">374 647,'317'67,"3"-14,155-1,-462-52,-18-3,-19-3,12 2,0 1,0 0,0 1,0 1,0 0,0 0,-1 2,1-1,0 1,0 1,0 0,0 1,0 0,1 1,-1 0,1 1,0 0,0 1,1 0,-1 1,2 0,-1 1,1 0,-5 5,7-4,2 1,-1 0,1 0,1 0,0 0,0 1,1-1,1 1,-1 0,2 0,0 0,0 0,1 1,0-1,1 4,-1-9,1 0,0 1,0-1,1 0,-1 0,1 1,1-1,-1-1,1 1,0 0,0-1,1 1,-1-1,1 0,1 0,-1 0,0-1,1 0,0 0,0 0,1 0,-1-1,1 0,-1 0,1 0,6 1,-5-2,0-1,0 0,0 0,0-1,0 0,0 0,-1-1,1 0,0 0,0 0,0-1,0 0,-1 0,1-1,-1 0,0 0,0-1,0 1,0-1,0-1,10-7,-1-1,0-1,0 0,-2-1,0 0,4-7,66-117,-83 139,0 0,0 0,0 1,1-1,-1 0,0 1,0-1,1 0,-1 0,0 1,0-1,1 0,-1 0,0 0,0 1,1-1,-1 0,0 0,1 0,-1 0,0 0,1 0,-1 0,0 0,1 0,-1 0,1 0,-1 0,0 0,1 0,-1 0,0 0,1 0,-1 0,0 0,1 0,-1 0,0-1,0 1,1 0,-1 0,0 0,1-1,-1 1,0 0,0 0,0-1,1 1,-1 0,0-1,0 1,0 0,0 0,1-1,-1 1,0 0,0-1,0 1,0 0,0-1,0 1,0 0,0-1,3 34,-3-26,-1 8,1 0,1-1,0 1,1 0,1-1,0 1,1-1,0 0,1 0,1 0,0-1,1 0,7 10,-12-21,0 1,1-1,-1 0,0-1,1 1,-1 0,1-1,-1 1,1-1,0 0,0 0,0 0,0 0,-1 0,1-1,0 1,0-1,0 0,0 0,0 0,0 0,0 0,0-1,0 0,0 1,0-1,0 0,0 0,0-1,-1 1,1 0,0-1,-1 0,0 1,1-1,-1 0,0-1,0 1,0 0,0 0,0-1,0 0,11-19,-1 1,-2-1,0-1,-1 0,-1-1,-1 1,-1-1,-2 0,0-1,-1 1,-2-1,0 0,-3-19,4-38,-1 83,-1-1,0 0,1 1,-1-1,0 1,1-1,-1 0,1 1,-1-1,1 0,-1 0,1 1,-1-1,1 0,-1 0,1 0,-1 0,1 1,-1-1,1 0,-1 0,1 0,0 0,-1 0,1 0,-1-1,1 1,-1 0,1 0,-1 0,1 0,-1-1,1 1,-1 0,1-1,-1 1,1 0,-1-1,0 1,1 0,-1-1,1 1,-1-1,0 1,1 0,-1-1,0 1,0-1,1 1,-1-1,0 0,0 1,0-1,0 1,0-1,0 1,0-1,0 1,0-1,0 1,0-1,0 0,0 1,0-1,0 1,223 132,-217-125,0 0,0 0,0 0,-1 1,0 0,0 0,-1 0,0 1,0-1,-1 1,0 0,-1 0,0 0,-1 0,1 1,-2-1,1 0,-1 1,-1-1,-1 10,1-9,0 0,1 1,1-1,-1 0,1 1,1-1,0 0,1 0,-1 0,2 0,0 0,0-1,0 0,1 0,1 0,5 7,-6-11,0-1,0 0,0 0,0 0,1-1,0 0,0 0,0 0,0-1,0 1,0-2,1 1,-1-1,1 0,-1 0,1 0,-1-1,1 0,-1-1,1 1,0-1,-1-1,2 0,9-2,-1-1,0-1,0 0,0-1,-1-1,0-1,0 0,4-5,-2 2,-1 0,-1-2,-1 0,1-1,-2 0,0-1,-2-1,1 0,-2 0,0-1,-1 0,-1-1,-1 0,0 0,-2-1,1-2,-5 17,0 1,0-1,0 0,0 1,-1-1,0 0,0 1,0-1,-1 0,1 0,-1 1,0-1,-1 1,1-1,-1 1,1-1,-2 1,1 0,-2-2,2 5,0 1,0-1,0 1,0-1,0 1,0 0,-1 0,1 0,0 0,0 1,0-1,0 1,0-1,0 1,0 0,0-1,0 1,0 0,0 0,0 1,0-1,1 0,-1 0,0 1,1-1,-1 1,1 0,0-1,0 1,-1 0,1 0,0 0,0 0,1 0,-8 10,1 0,1 0,0 0,1 1,0 0,1 0,1 0,0 1,0-1,2 1,-1 0,2-1,0 1,1 0,0 0,1-1,0 1,3 8,-1-12,0 0,0 0,1-1,0 0,1 0,0 0,1 0,0-1,0 0,0-1,1 1,0-1,1-1,-1 0,1 0,1 0,-1-1,1-1,-1 0,5 1,15 5,0-2,1-1,0-1,0-1,1-2,13-1,37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0:14.96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5 386,'-2'10,"1"0,0 0,0 0,1 1,1-1,-1 0,2 0,0 0,2 9,-3-15,1-1,-1 1,1-1,0 0,-1 1,1-1,1 0,-1 0,0 0,1-1,0 1,0 0,-1-1,2 0,-1 0,0 0,0 0,0 0,1-1,-1 1,1-1,0 0,-1 0,1 0,0-1,-1 1,1-1,1 0,10-1,-1 0,0-2,0 0,0 0,0-1,0-1,-1 0,0-1,0-1,0 0,-1 0,0-2,3-1,11-6,-1-1,-1 0,0-2,-1-1,-1 0,-1-2,-1-1,-1 0,-1-1,-1-1,-1-1,-1 0,-2-1,0-1,3-13,-11-30,-5 69,0 0,0 1,0-1,-1 0,1 1,0-1,-1 1,1-1,-1 1,1-1,-1 1,0-1,0 1,0-1,0 1,0 0,0-1,0 1,0 0,0 0,0 0,-1 0,1 0,0 0,-1 0,1 1,-1-1,1 0,-1 1,1-1,-1 1,0 0,1-1,-1 1,1 0,-1 0,0 0,1 0,-1 0,0 0,-4 3,0 0,0 0,0 0,1 0,-1 1,1 0,-1 0,1 1,1 0,-1-1,1 1,0 1,0-1,0 1,1-1,-1 1,2 0,-1 0,1 1,-1 2,-12 37,3 0,2 1,2 0,2 1,2 0,2 0,3 0,1-1,8 44,53 547,-60-600,-2 168,-7-165</inkml:trace>
  <inkml:trace contextRef="#ctx0" brushRef="#br0" timeOffset="307.69">193 893,'71'-40,"2"2,2 4,67-20,-114 43,1 2,0 0,0 2,0 1,1 2,0 0,0 2,18 2,-43 0,1 1,-1 0,0 0,0 0,0 1,0 0,0 0,0 0,0 1,-1-1,1 1,-1 0,0 0,0 1,0-1,0 1,-1 0,1 0,-1 0,0 1,0-1,0 1,-1 0,0-1,0 1,0 0,0 0,-1 0,0 1,0-1,0 0,-1 0,0 3,4 98,-3-106,-1 1,0-1,1 1,-1-1,0 1,1-1,-1 1,1-1,-1 1,0-1,1 0,-1 1,1-1,-1 0,1 0,-1 1,1-1,0 0,-1 0,1 0,-1 1,1-1,0 0,-1 0,1 0,-1 0,1 0,-1 0,1 0,0 0,-1-1,1 1,-1 0,1 0,-1 0,1-1,0 1,-1 0,1-1,-1 1,1 0,-1-1,0 1,1 0,-1-1,1 1,-1-1,0 1,1-1,-1 1,0-1,0 1,1-1,-1 0,0 1,0-1,0 1,0-1,0 1,1-1,-1 0,10-15</inkml:trace>
  <inkml:trace contextRef="#ctx0" brushRef="#br0" timeOffset="558.089">848 265,'-10'18,"3"13,8 8,11 7,4-5</inkml:trace>
  <inkml:trace contextRef="#ctx0" brushRef="#br0" timeOffset="817.485">1195 880,'13'-9,"-1"0,-1 0,0-1,0-1,-1 0,0 0,0-1,-2 0,1-1,-2 0,0 0,0-1,-1 1,-1-1,0-1,-1 1,-1-1,0 0,-1 0,0-8,-1 20,-1 1,1-1,-1 0,0 0,0 0,0 1,0-1,0 0,0 0,-1 1,0-1,1 0,-1 1,0-1,0 0,0 1,-1-1,1 1,-1 0,1-1,-1 1,0 0,0 0,0 0,0 0,0 0,0 1,-1-1,1 1,0-1,-1 1,1 0,-1 0,0 0,1 0,-1 0,0 1,0-1,-1 1,-2 3,-1 0,1 0,0 1,0 0,0 0,1 1,-1-1,1 1,0 0,1 1,-1-1,1 1,0 0,1 0,-1 0,1 1,0-1,1 1,-2 6,0-6,1 1,0 0,0 0,1 0,0 0,0 0,1 1,0-1,1 0,0 1,0-1,1 1,0-1,0 0,1 1,0-1,1 0,-1 0,1-1,1 1,0 0,0-1,0 0,1 0,0 0,0-1,4 3,3 0,2-2,-1 1,1-1,0-1,0-1,1 0,0-1,-1 0,2-1,-1-1,0 0,0-1,1-1,-1 0,0-1,6-2,53-3</inkml:trace>
  <inkml:trace contextRef="#ctx0" brushRef="#br0" timeOffset="1832.458">2277 613,'-27'-2,"-1"2,1 0,-1 2,1 1,-1 1,1 1,0 2,1 0,-1 2,2 1,-1 1,1 1,1 2,-16 11,36-23,1 1,0-1,-1 1,1 0,0 0,1 0,-1 0,1 1,-1-1,1 1,0-1,0 1,0 0,1 0,0 0,-1 0,1 0,1 0,-1 0,0 0,1 0,0 1,0-1,0 0,1 0,-1 0,1 0,0 0,0 1,1-2,0 3,4 1,-1-1,2 1,-1-1,1-1,0 1,0-1,1 0,-1-1,1 0,0 0,0-1,0 0,1 0,-1-1,1 0,-1 0,5-1,44 8,-1-4,1-1,0-3,0-3,0-2,-1-2,0-3,0-3,12-5,-58 14,18-2,0-2,-1-1,0-1,0-2,-1 0,0-2,-2-1,7-5,-29 18,0 0,0 0,0-1,-1 1,1-1,0 1,-1-1,1 0,-1 0,1 1,-1-1,0 0,0 0,0-1,0 1,0 0,0 0,-1 0,1-1,-1 1,1 0,-1-1,0 1,0 0,0-1,0 1,0 0,-1 0,1-1,-1 1,0 0,1 0,-1-1,0 1,0 0,0 0,-1 0,1 0,0 0,-1 1,1-1,-1 0,0 1,1-1,-1 1,0-1,0 1,-2-1,-4-2,-1 1,0 0,0 1,0-1,0 2,0-1,0 1,0 1,-1 0,1 0,0 1,0 0,-1 0,1 1,0 0,0 1,1 0,-1 0,1 1,-1 0,1 1,0 0,1 0,-1 0,1 1,0 0,0 1,1-1,0 1,0 1,1-1,0 1,0 0,1 0,0 0,0 1,1 0,0-1,0 1,1 0,-1 7,2-12,1 1,0 0,0-1,0 1,0-1,1 1,-1 0,1-1,0 1,1-1,-1 0,1 1,0-1,0 0,0 0,1 0,-1 0,1-1,0 1,0-1,0 1,0-1,1 0,-1 0,1 0,0-1,0 0,0 1,0-1,4 1,2 1,-1-1,1-1,0 1,0-2,0 1,0-1,0-1,0 0,0 0,0-1,0 0,0-1,9-2,-7 0,1-1,-1 0,0 0,0-1,-1-1,0 0,0 0,0-1,-1 0,0-1,-1-1,0 1,-1-1,0-1,0 1,-1-2,0 1,-1-1,0 1,-1-2,3-11,-2 12,-7 31,0-3,1-8,-1 0,1 0,1 0,0 1,0-1,0 0,1 0,0 0,1 0,0-1,0 1,1-1,0 0,0 0,0 0,1 0,0-1,0 1,1-1,0-1,0 1,0-1,1 0,0 0,0-1,0 0,0 0,1-1,-1 0,1 0,2 0,-2-2,0 0,0 0,1-1,-1 0,0 0,1-1,-1 0,0 0,0-1,0 0,0-1,0 1,0-2,-1 1,1-1,-1 0,0-1,0 1,-1-1,1-1,-1 1,0-1,0 0,1-4,7-8,0 0,-2-1,0 0,-1-1,-1-1,-1 0,-1 0,2-10,28-105,-38 135,1 0,-1 0,1 0,0 0,-1 0,1 0,0 0,0 0,-1 1,1-1,0 0,0 1,0-1,0 1,0-1,0 1,0-1,0 1,0-1,0 1,1 0,-1 0,0 0,0-1,0 1,0 0,0 0,0 1,1-1,-1 0,0 0,0 0,0 1,0-1,0 1,0-1,0 1,0-1,0 1,0-1,0 1,0 0,0 0,-1-1,1 2,41 39,-39-38,7 11,0 2,-1-1,-1 1,-1 0,0 0,-1 1,-1 0,-1 0,0 1,-1-1,-1 1,0 0,-2-1,0 1,-1 0,-2 11,2-25,1-1,-1 1,1-1,0 1,0-1,0 1,0 0,1-1,-1 1,1-1,0 1,0-1,0 1,1-1,-1 0,1 0,0 0,0 0,0 0,0 0,0 0,1 0,-1-1,1 0,0 1,0-1,-1 0,2 0,-1 0,0-1,0 1,0-1,3 1,10-1,0-1,-1 0,1-1,0-1,-1 0,1-1,-1-1,0-1,0 0,-1-1,1 0,-1-1,-1-1,1 0,-1-1,0 0,-1-1,3-3,-7 7,1 0,-1-1,-1 0,1 0,-1-1,0 1,-1-2,0 1,0-1,-1 0,0 0,-1 0,0-1,0 0,-1 1,0-1,0-1,-2 1,1 0,-1 0,0-1,-1 1,-1-1,1 1,-2 0,1 0,-2-1,-1-3,4 12,0 1,0 0,-1-1,1 1,-1 0,1 0,-1 0,0-1,1 1,-1 0,0 0,0 0,0 0,0 0,0 0,0 1,0-1,0 0,0 0,0 1,-1-1,1 0,0 1,0 0,-1-1,1 1,0 0,0-1,-1 1,1 0,0 0,-1 0,1 0,0 0,-1 0,1 1,0-1,-1 0,1 1,0-1,0 1,-1-1,1 1,0 0,0-1,0 1,0 0,0 0,0 0,0 0,0 0,0 0,0 0,1 0,-1 0,0 0,1 0,-1 1,0-1,-1 5,-1-1,1 1,0 0,0 0,0 0,1 0,0 0,0 0,1 1,0-1,0 0,0 0,1 1,0-1,0 0,0 0,1 0,0 0,0 0,0-1,1 1,0-1,1 1,2 5,1 0,1-1,-1 0,2 0,0-1,0 0,0 0,1-1,0 0,12 5,2 0,0-2,1-1,1 0,0-2,14 2,47 8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0:12.92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1 763,'9'3,"10"0,8 0,9-1,7 0,4-1,0 0,-1-1,-4 2,-4 1,-7 0,-6-1,-5-1,-6 0</inkml:trace>
  <inkml:trace contextRef="#ctx0" brushRef="#br0" timeOffset="300.255">829 589,'7'23,"7"19,3 18,1 15,-1 12,0 8,-3 6,-4 2,-7-4,-7-6,-4-20</inkml:trace>
  <inkml:trace contextRef="#ctx0" brushRef="#br0" timeOffset="837.444">776 844,'-4'-5,"1"0,1 0,-1 0,0 0,1-1,0 1,1-1,-1 1,1-1,0 0,0 0,1 1,0-1,0 0,0 0,1 0,-1 1,1-1,1 0,-1 1,1-1,0 1,0-1,1 1,0 0,0 0,0 0,2-3,4 3,1 0,-1 0,1 1,0 0,0 0,0 1,1 1,-1-1,1 2,-1 0,1 0,-1 1,1 0,0 0,-1 2,1-1,-1 1,1 1,-1 0,0 0,0 1,0 0,-1 0,-1 0,0 0,-1 1,1 0,-1 0,0 0,0 1,0 0,-1 1,0 0,0 0,-1 0,0 0,3 6,-6-8,1-1,-1 1,-1-1,1 1,-1 0,0 0,0 0,0 0,-1-1,1 1,-1 0,0 0,-1 0,1 0,-1 0,0 0,-1 0,1 0,-1-1,0 1,0-1,0 1,0-1,-1 0,0 0,-3 4,-51 28,55-35,1 0,-1-1,0 1,1-1,-1 0,0 1,1-1,-1 0,0 0,1 0,-1 0,0 0,1 0,-1-1,0 1,1 0,-1-1,0 0,1 1,-1-1,1 0,-1 0,1 0,-1 0,1 0,0 0,0 0,-1 0,1 0,0-1,0 1,0 0,0-1,0 1,1-1,-1 1,0-1,1 0,-1-5,1 0,1 0,0 0,0 1,0-1,0 0,1 0,0 1,1-1,0 1,0 0,0-1,0 1,1 1,0-1,1 1,-1-1,3-1,-1-1,46-63,-8 14,-2-2,-4-2,18-38,-47 81,-1 0,-1-1,0 0,-2 0,0 0,-1-1,-1 0,0 0,-2 1,0-1,-2 0,0 0,-1 0,-1 0,-1-2,2 13,0 0,-1 0,0 0,0 0,-1 0,0 1,0 0,-1 0,0 0,-1 0,1 1,-2 0,6 6,0 0,-1 1,1 0,0-1,-1 1,1 0,0-1,-1 1,1 0,0 0,-1 0,1 0,0 1,-1-1,1 0,0 0,0 1,-1-1,1 1,0-1,0 1,-1 0,1-1,0 1,0 0,0 0,0 0,0-1,0 1,0 0,1 1,-1-1,0 0,0 0,1 0,-1 0,1 1,-1-1,1 0,-1 0,1 1,0-1,0 0,0 1,-1-1,1 0,0 1,1-1,-1 0,0 1,0-1,1 0,-1 1,-6 51,2 0,2 0,3 0,2 0,3 9,0 11,3-1,3 1,3-2,8 15,-21-77,1-1,0 1,0-1,1 0,0 0,0 0,1-1,0 1,0-1,1 0,0-1,0 1,1-1,0-1,0 1,16 6</inkml:trace>
  <inkml:trace contextRef="#ctx0" brushRef="#br0" timeOffset="1100.738">936 242,'-16'0,"-5"2,1 4,4 2,13 2,17 3,24-2,26-3,25-7,22-6,11-2,-2 3,-22 1</inkml:trace>
  <inkml:trace contextRef="#ctx0" brushRef="#br0" timeOffset="1481.006">1671 804,'53'-362,"-48"323,27 54,33 16,-58-29,0 0,0 1,0 0,-1 0,1 0,-1 1,1 0,-1 0,0 0,-1 1,1 0,-1 0,0 1,0-1,0 1,-1 0,0 0,0 1,-1-1,0 1,2 3,-2 9,-1-1,0 1,-1-1,-1 1,-1 0,0-1,-2 1,-2 10,-6 78,11-103,-1-1,1 1,0-1,0 1,1-1,-1 1,1 0,-1-1,1 1,0-1,0 0,1 1,-1-1,1 0,0 0,0 0,0 0,0 0,0 0,0 0,1-1,0 1,-1-1,1 0,0 0,0 0,0 0,0 0,0-1,1 1,0-1,10 0,0-1,0 0,0-1,0 0,0-2,0 1,-1-2,1 0,-1 0,0-2,0 1,3-3,-7 4,48-21,-6 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1:26.17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1272 138,'-17'-13,"-1"0,0 1,-1 0,0 2,-1 0,0 2,0 0,-12-2,17 4,-18-3,0 1,0 1,0 2,-1 2,1 0,-1 3,0 1,0 1,1 2,-24 5,20 1,1 0,-1 3,2 1,-17 9,21-9,6-2,-1 0,2 2,-1 1,2 1,0 1,1 1,1 1,1 1,1 1,-11 14,8-9,0 1,2 2,1 0,2 1,0 0,3 2,0 0,2 0,1 1,2 1,1-1,2 1,1 5,5-1,2 0,2 0,1 0,2-1,2 0,1 0,2-1,1 0,2-1,3 1,-11-21,0 0,2-1,-1 0,2 0,0-1,1 0,0-1,1 0,0 0,1-2,0 0,10 6,242 130,-249-139,0 0,1-1,0 0,1-2,-1 0,1-1,-1 0,1-1,0-2,0 0,0 0,0-2,6-1,13-4,1-2,-2-2,1-1,-1-2,23-13,-27 15,0-3,0 0,-2-2,0-2,-1 0,-1-2,-1-1,0-1,-2-1,-1-2,-1 0,17-27,-31 34,-1 0,-1-1,-1-1,-1 1,0-1,-1 0,-2 0,0 0,-1-8,5-37,3-7,-1 28,-3-1,-2 0,-2 0,-4-41,-1 64,-2 1,-1-1,-1 2,0-1,-2 1,0 0,-11-14,9 13,7 13,-1 0,0 1,0 0,-1 0,0 0,-1 1,0 0,0 1,0 0,-1 0,1 0,-1 1,-1 1,1 0,-1 0,0 0,-46-21,-59-17,-30 25,134 16,-4-1,1 0,-1 1,0 1,1 0,-1 1,1 0,-1 2,-2 0,-110 51,13 0,-7 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1:35.73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0 630,'2'-5,"-1"0,1 0,0 1,0-1,0 0,1 1,-1 0,1 0,0-1,1 2,-1-1,1 0,-1 1,1-1,0 1,1 0,-1 1,0-1,1 1,1-1,11-9,9-8,2 2,0 0,1 2,1 1,11-3,107-38,40-4,80-39,-98 63,85-10,162-24,-268 45,-71 10,0 3,0 4,26 2,376 8,-253 37,-96-18,-1 6,9 8,183 46,-274-63,-2 3,0 2,-2 1,0 3,-2 1,-1 2,2 5,-6-7,168 134,-167-130,-38-32,1-1,-1 1,0-1,1 1,-1-1,0 1,0-1,1 0,-1 1,0-1,0 1,0-1,0 0,0 1,0-1,0 0,0 1,0-1,0 0,0 1,0-1,0 0,-1 1,1-1,0 1,0-1,-1 0,1 1,0-1,-1 1,1-1,-1 1,1-1,0 1,-1-1,1 1,-1 0,1-1,-1 1,0 0,1-1,-1 1,1 0,-16-19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1:38.22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522 0,'3'11,"0"-1,0 0,1-1,0 1,1-1,0 0,0 0,1 0,0-1,1 1,0-2,0 1,1-1,0 0,17 21,34 40,3-3,30 22,-28-21,-64-65,0 1,0 0,0 0,0-1,-1 1,1 0,-1 0,1-1,-1 1,0 0,1-1,-1 1,0-1,0 1,0-1,0 1,-1-1,1 0,0 1,0-1,-1 0,1 0,-1 0,1 0,-1 0,0 0,1-1,-1 1,0 0,1-1,-1 0,0 1,0-1,1 0,-1 0,0 0,-1 0,-9 5,-486 226,361-165,-54 40,168-94,25-17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1:43.78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109 82,'-26'26,"15"-6,0-1,1 2,1-1,1 1,1 0,0 1,2 0,1 0,0 5,-3 167,9-130,-2-55,0-1,1 0,0 1,0-1,1 0,0 0,0 1,1-2,0 1,1 0,0-1,0 1,0-1,5 5,76 114,-80-118,1-2,1 1,0-1,-1 0,2 0,-1 0,1-1,0-1,0 1,0-1,1 0,-1-1,1 0,0-1,0 1,0-2,0 1,33 10,-33-8,0-2,1 1,-1-1,0 0,1-1,-1 0,1-1,-1 0,1 0,0-1,-1 0,0-1,1 0,-1-1,0 0,0 0,0 0,-1-1,1-1,-1 0,0 0,0 0,0-1,-1 0,0-1,0 1,-1-1,0-1,0 1,0-1,2-6,9-22,-2-2,-2 0,-1-1,-2 0,-1 0,2-32,-6 9,-2 0,-3 0,-3-2,-15-70,16 126,0 1,0 0,-1 1,0-1,0 0,-1 1,0-1,0 1,0 0,-1 1,0-1,0 1,0 0,-1 0,0 0,1 1,-2-1,-2 1,1 1,-1-1,0 1,0 1,0 0,0 0,0 0,-1 1,1 1,-2 0,-117-13,120 13,0 0,1 0,-1 1,1 0,-1 0,1 1,-1 0,1 0,0 1,0 0,0 0,0 1,1 0,-5 3,-6 3,0 1,1 1,1 0,0 1,0 1,1 0,1 1,1 1,0 0,1 0,0 1,2 1,0 0,1 0,0 0,-2 14,4 14,2 0,1 0,4 30,-1-48,1 19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1:47.30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441 152,'0'-4,"-1"1,1-1,-1 0,0 1,1-1,-2 1,1-1,0 1,-1 0,1 0,-1-1,0 1,0 0,0 0,-1 1,1-1,-1 0,1 1,-1 0,0-1,0 1,0 0,0 0,0 1,-1-1,1 1,0-1,-1 1,-1 0,-105-13,102 13,0 1,1 0,-1 0,0 1,0 0,1 0,-1 1,1 0,-1 0,1 1,0 0,0 0,0 1,0 0,1 0,-1 0,-2 4,1-2,1 0,0 1,0 0,0 0,1 1,0 0,1 0,0 0,0 1,1 0,0 0,0 0,0 3,-35 165,38-167,-1-1,2 1,-1 0,1 0,0 0,1-1,1 1,-1 0,1-1,1 1,0-1,0 0,1 0,0 0,0 0,1-1,1 0,-1 0,1 0,1 0,-1 0,0-1,0 0,1-1,0 0,0 0,0 0,1-1,0 0,0 0,0-1,1 0,-1-1,1 0,0 0,1 0,3-1,-1 1,0-2,0 0,1 0,-1-1,1-1,-1 0,0-1,0 0,1-1,-1 0,-1-1,1 0,-1-1,11-6,-6 0,-1 0,0-1,-1-1,0-1,-1 0,-1-1,0 0,-1 0,0-2,-1 1,-1-1,-1 0,4-12,-6 5,0 1,-1-1,-2 0,0 0,-1 0,-2-1,-2-22,1 10,1 31,-1-1,1 0,-2 1,1-1,-1 1,0 0,0-1,-1 1,0 0,0 0,0 1,-1-1,0 1,0-1,0 1,-1 0,1 1,-1-1,0 1,-1 0,1 0,-1 1,0-1,0 1,0 0,0 1,0 0,-1 0,1 0,0 1,-1-1,0 2,1-1,-1 1,-1 0,-139 3,137-1,-1 1,2 0,-1 1,0 0,1 0,-1 1,1 0,1 1,-1 0,1 0,0 1,0 0,1 0,0 1,-5 6,-7 13,1 0,1 1,1 1,-4 11,14-29,-1 0,2 1,-1 0,2 0,-1 0,2 0,0 1,0-1,1 1,0 0,2 0,-1 0,1 0,1-1,1 1,-1 0,2 0,0-1,0 1,1-1,1 0,0 0,1-1,0 1,1-1,4 5,5 2,0-1,1 0,1-1,1-1,13 7,-24-19,1 0,0-1,0-1,0 1,0-1,0-1,0 0,1 0,-1-1,0 0,0 0,0-1,0 0,-1-1,1 0,0 0,-1-1,0 0,0-1,0 1,-1-1,1-1,-1 0,0 0,-1 0,13-13,-2-1,-1 0,0-2,-1 0,-2 0,0-1,-1-1,-2 0,0 0,-2-1,0 0,-2-1,-1 0,-1 0,-1-3,0 16,-1 0,0 0,-1 0,-1-1,0 1,-1 0,0 0,-2-7,-2 11,0 0,-1 0,0 1,0 0,-1 0,0 1,-1-1,1 2,-1-1,-1 1,1 0,-1 1,0 0,0 0,-10-3,3 2,0 0,-1 0,0 1,0 1,0 1,0 1,0 0,-1 1,1 1,0 1,-1 0,-12 3,17 0,0 0,0 1,1 1,0 0,0 0,0 1,1 1,0 0,-4 4,0 0,-30 21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1:50.18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0,'722'28,"-373"-28,-260 13,-101-13,-6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1:50.71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1,'34'24,"-32"-24,28 9,0-3,0 0,1-2,-1-1,1-1,18-3,-13 2,637-29,-639 31,-55 5,1-6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1:51.20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7 135,'-1'0,"1"0,-1 0,1-1,0 1,-1 0,1 0,0-1,-1 1,1 0,0-1,-1 1,1 0,0-1,0 1,-1 0,1-1,0 1,0-1,0 1,0-1,0 1,-1 0,1-1,0 1,0-1,0 1,0-1,0 1,0 0,0-1,0 1,1-1,-1 1,0-1,0 1,0 0,0-1,1 1,-1-1,0 1,0 0,1-1,-1 1,0 0,0-1,1 1,-1 0,0-1,1 1,-1 0,1 0,-1 0,0-1,1 1,-1 0,29-5,186-7,429-61,-563 63,-71 7,-15 0,-17-2,-41 2,27 2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1:51.63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18 41,'-3'0,"-12"0,19-2,106-13,111 0,-188 13,562-5,-588 8,-12 1,-7 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1:52.07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53,'36'10,"282"-27,222 9,-529 9,34-9,-45 7,0 0,0 0,0 0,0 0,0 0,0 0,0 0,0 0,0 0,-1 0,1 0,0 0,-1 0,1 1,0-1,-1 0,0 0,1 0,-1 0,1 1,-1-1,0 0,1 1,-1-1,0 0,0 1,0-1,0 1,1-1,-1 1,0 0,0-1,0 1,0 0,0-1,0 1,0 0,0 0,0 0,0 0,0 0,-14-3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1:52.54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42,'23'0,"23"0,22 0,20-2,14-4,9 0,2-1,-5 0,-9 1,-14 3,-21 0,-17 2,-20 0,-17 1,-14 1,-7-1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1:54.99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219 133,'-5'-1,"1"-1,0 0,0 1,-1 0,1 0,-1 1,1-1,-1 1,1 0,-1 0,1 0,-1 0,1 1,-1 0,1 0,0 0,-1 1,1-1,0 1,0 0,0 0,0 1,0-1,1 1,-1 0,1 0,-2 1,-5 6,-1 1,1 0,1 0,0 1,0 1,2-1,-6 11,11-17,0-1,0 1,0 0,1 0,0 0,0 0,0 0,1 0,0 0,0 0,0 0,1 0,0 0,0 0,1 0,0 0,0 0,0-1,0 1,1-1,2 4,3 4,0-1,1 0,0 0,1-1,0 0,0-1,1 0,7 4,-11-9,-1 0,1-1,0 1,0-1,1-1,-1 1,1-2,0 1,0-1,-1 0,2 0,-1-1,0 0,0-1,0 1,0-2,1 1,-1-1,0 0,0-1,0 0,0 0,-1-1,1 0,-1 0,1-1,-1 0,0 0,0-1,-1 1,1-2,-1 1,0-1,-1 0,1 0,1-4,4-9,-2-1,0-1,-1 0,-1 0,-1 0,-1-1,-1 0,-1 0,-1 0,-1 0,-1-1,-2-10,0 22,0 0,-2 1,1-1,-1 1,-1 0,0 1,0-1,-1 1,0 0,0 0,-1 0,0 1,-1 0,-3-1,7 5,0 1,-1 0,1 0,-1 1,0-1,0 1,0 0,0 1,0-1,0 1,0 0,-1 0,1 0,0 1,-1 0,1 0,0 1,-1-1,1 1,0 0,0 0,0 1,0 0,0-1,-3 3,-9 4,0 1,0 0,1 2,1-1,0 2,-9 9,3-3,1 2,1 1,0 0,2 2,0 1,6-8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1:56.49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0 303,'135'-176,"-48"56,-87 120,0-1,0 1,1 0,-1-1,0 1,0-1,1 1,-1 0,0-1,1 1,-1 0,0-1,1 1,-1 0,0 0,1-1,-1 1,1 0,-1 0,0 0,1 0,-1-1,1 1,-1 0,1 0,-1 0,1 0,-1 0,1 0,-1 0,1 0,-1 0,0 1,1-1,-1 0,1 0,-1 0,1 0,-1 1,0-1,1 0,-1 0,1 1,-1-1,0 0,1 1,-1-1,0 0,0 1,1-1,-1 0,0 1,0-1,1 1,-1-1,0 1,0-1,0 0,0 1,0-1,0 1,0 0,2 33,-2-29,-40 274,23-83,17-192,1 0,-1 1,0-1,0 0,0 0,0 1,-1-1,0 0,0 0,0 0,0 0,-1 0,1 0,-1 0,0 0,0 0,-1-1,1 1,-1-1,1 0,-1 0,0 0,0 0,-1 0,1-1,-1 1,1-1,-1 0,0 0,0 0,0-1,0 1,0-1,0 0,-1 0,-73-5,78 4,0 0,0 0,0 0,0 0,0 0,1 0,-1-1,0 1,0 0,0 0,0 0,0 0,0 0,0-1,0 1,1 0,-1 0,0 0,0 0,0-1,0 1,0 0,0 0,0 0,0-1,0 1,0 0,0 0,0 0,0 0,0-1,-1 1,1 0,0 0,0 0,0 0,0-1,0 1,0 0,0 0,0 0,-1 0,1 0,0-1,0 1,0 0,0 0,0 0,-1 0,1 0,0 0,0 0,0 0,0 0,17-3,408-20,-234 17,-189 6,0 0,0 0,0 0,0-1,0 1,-1-1,1 1,0-1,0 0,0 0,-1 1,1-1,0 0,-1-1,1 1,-1 0,1 0,-1-1,0 1,0 0,1-1,-1 0,4-8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2:23.75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2:29.37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192 146,'1'-2,"1"0,0 1,0-1,1 1,-1-1,0 1,0 0,1 0,-1 0,0 0,1 0,-1 1,1-1,-1 1,1 0,0-1,-1 1,1 0,-1 0,1 1,-1-1,1 1,-1-1,2 1,1 0,392 13,-684-28,250 9,10 3,1-1,0-1,-1-1,2-2,-1 0,1-2,-9-5,34 14,0 0,0 0,0 0,1-1,-1 1,0 0,0 0,0 0,0-1,1 1,-1 0,0 0,0 0,0-1,0 1,0 0,0 0,0 0,0-1,0 1,1 0,-1 0,0-1,0 1,0 0,0 0,0-1,-1 1,1 0,0 0,0-1,0 1,0 0,0 0,0 0,0-1,0 1,0 0,-1 0,1 0,0-1,0 1,0 0,0 0,-1 0,1 0,0-1,0 1,0 0,-1 0,1 0,0 0,0 0,-1 0,1 0,0 0,0 0,0 0,-1 0,1 0,0 0,0 0,-1 0,23-2,-21 2,322-4,-72-4,-232 7,-45-6,-247 2,233 5,0 2,0 2,1 2,-1 1,1 3,-9 4,26-5,22-9,1 0,-1 0,0 0,0 0,1 0,-1 0,0 0,0 0,1 0,-1 1,0-1,1 0,-1 0,0 0,0 0,0 0,1 0,-1 0,0 1,0-1,1 0,-1 0,0 0,0 0,0 1,0-1,1 0,-1 0,0 1,0-1,0 0,0 0,0 1,0-1,0 0,0 0,0 1,0-1,0 0,0 0,0 1,0-1,0 0,0 0,0 1,0-1,0 0,0 0,0 1,0-1,0 0,0 0,0 1,-1-1,1 0,0 0,0 0,0 1,0-1,-1 0,1 0,0 0,0 1,23 1,1-1,0 0,0-2,0-1,19-4,-23 4,383-52,-347 54,-56 5,-97 25,22-18,1-2,-58-2,-67 8,196-16,-3 0,0 1,0-1,0 1,0 0,0 0,0 1,0 0,0 0,0 0,1 1,-1-1,1 1,0 1,0-1,0 1,0 0,0 0,1 0,-1 2,5-5,0 1,0-1,0 1,0 0,1-1,-1 1,0-1,1 1,-1-1,1 1,0-1,-1 1,1-1,0 1,0-1,0 0,0 1,0-1,0 0,0 0,0 0,1 0,-1 0,0 0,1 0,-1-1,0 1,1 0,-1-1,1 1,0-1,-1 1,1-1,-1 0,1 0,-1 1,1-1,0 0,-1-1,1 1,-1 0,1 0,0-1,-1 1,48 2,0-1,0-3,-1-2,1-2,12-5,20-1,-39 5,102-3,-144 9,0 1,1 0,-1 0,0 0,0 0,1 0,-1-1,0 1,1 0,-1 0,0 0,0 0,1 0,-1 0,0 0,1 0,-1 0,0 0,1 0,-1 0,0 0,0 0,1 1,-1-1,0 0,1 0,-1 0,0 0,0 0,1 1,-1-1,0 0,0 0,0 1,1-1,-1 0,0 0,0 0,0 1,0-1,0 0,1 1,-1-1,0 0,0 0,0 1,0-1,0 0,0 1,0-1,0 0,0 1,0-1,0 0,0 0,0 1,0-1,0 0,-1 1,1-1,0 0,0 0,0 1,0-1,0 0,-1 0,1 1,0-1,0 0,-1 0,-19 13,-27 4,0-2,-1-3,-32 5,47-10,-203 36,204-31,31-11,1-1,-1 0,1 1,-1-1,1 0,-1 1,1-1,-1 0,1 1,0-1,-1 1,1-1,0 1,-1-1,1 1,0-1,-1 1,1-1,0 1,0 0,0-1,0 1,0-1,0 1,0-1,0 1,0 0,0-1,0 1,0-1,0 1,0 0,0-1,0 1,1-1,-1 1,0-1,0 1,1-1,-1 1,0-1,1 1,-1-1,1 1,-1-1,1 0,-1 1,1-1,-1 0,1 1,-1-1,1 0,-1 0,7 4,0 0,1-1,-1-1,1 1,-1-1,1 0,0-1,-1 0,1 0,0-1,8 0,36-1,0-3,0-2,0-3,-1-1,13-7,96-17,-133 30,-27 5,-1-1,1 0,0 0,0 0,0 1,-1-1,1 0,0 0,0 1,0-1,0 0,0 0,0 1,-1-1,1 0,0 1,0-1,0 0,0 0,0 1,0-1,0 0,0 1,0-1,0 0,0 0,1 1,-1-1,0 0,0 0,0 1,0-1,0 0,0 0,1 1,-1-1,0 0,0 0,0 0,1 1,-1-1,0 0,0 0,0 0,1 0,-1 1,0-1,1 0,-23 11,0-1,-1-1,0 0,0-2,0-1,-3 0,17-4,-68 14,-2-2,1-5,-16-1,10 0,70 4,35 3,3-10,0-2,0 0,0-1,1-2,-1 0,0-2,1 0,-1-2,0-1,6-3,-5 4,190-35,-415 82,-177 39,352-69,42 0,8-11,1 0,-1-2,1-1,-1 0,1-2,-1-1,0-2,13-4,-35 10,251-66,-233 60,-21 6,0-1,-1 1,1 0,0 0,0 0,0 0,0 0,0 0,-1 0,1 0,0 0,0-1,0 1,0 0,0 0,0 0,0 0,0 0,-1-1,1 1,0 0,0 0,0 0,0 0,0-1,0 1,0 0,0 0,0 0,0 0,0-1,0 1,0 0,0 0,0 0,0 0,0-1,0 1,1 0,-1 0,0 0,0 0,0-1,-23 0,22 1,-358-5,243 0,98 0,22-2,30-8,8 0,18-6,0-2,-2-2,32-21,-52 15,-37 30,-1 0,0 0,0 0,0 0,0 0,0 0,0 0,0 1,0-1,0 0,-1 0,1 0,0 0,-1 0,1 0,0 1,-1-1,1 0,-1 0,1 0,-1 1,0-1,1 0,-1 1,0-1,1 1,-1-1,0 1,0-1,1 1,-1-1,0 1,0 0,0-1,0 1,0 0,1 0,-1 0,0-1,0 1,0 0,0 0,0 0,0 1,0-1,0 0,0 0,1 0,-2 1,-49-5,0 3,0 2,-47 7,68-5,-148 23,167-21,24-4,18-4,-1-2,1-1,-1-1,-1-1,15-7,-14 5,173-64,-157 49,-46 24,0 0,0 1,0-1,0 0,-1 1,1-1,0 0,0 1,0-1,0 1,-1-1,1 0,0 1,-1-1,1 1,-1-1,1 1,0-1,-1 1,1-1,-1 1,1-1,-1 1,0 0,1-1,-1 1,1 0,-1-1,0 1,1 0,-1 0,1-1,-1 1,0 0,1 0,-1 0,0 0,1 0,-1 0,0 0,1 0,-2 1,-28-5,-1 3,1 0,-1 2,1 1,0 1,-1 2,-3-1,-174 30,200-29,26-4,46-6,-1-2,0-4,21-7,-33 7,148-28,-164 28,-50 1,-11 7,0 0,0 2,0 1,-1 1,1 1,1 2,-1 0,24-3,-50 7,-1 3,1 2,1 2,-21 11,47-12,44-6,24-11,-1-2,0-1,0-2,36-13,-41 12,77-23,-106 25,-28 10,-41 7,0 3,1 3,1 2,0 3,2 3,-19 11,75-35,-1 0,1 1,-1-1,1 0,-1 1,1-1,-1 1,1-1,0 1,-1 0,1-1,0 1,0 0,0 0,-1 0,1 0,0 0,0 0,0 0,1 1,-1-1,0 0,0 1,1-1,-1 0,0 1,1-1,-1 0,1 1,0-1,0 1,-1-1,1 1,0-1,0 1,0-1,1 1,-1-1,0 1,0-1,1 1,-1-1,1 0,0 1,-1-1,1 0,0 1,0-1,0 1,9 1,0 0,1 0,0-1,-1-1,1 0,0 0,0-1,0 0,0-1,-1 0,1-1,0 0,-1-1,6-2,212-72,-348 137,-77 32,177-73,38-6,2-12,0 0,1-2,-1 0,-1-1,17-4,3 0,147-19,-202 41,-141 39,75-32,82-22,0-1,0 0,1 0,-1 1,0-1,0 0,0 0,0 1,0-1,0 0,0 0,1 1,-1-1,0 0,0 1,0-1,0 0,0 0,0 1,0-1,0 0,-1 1,1-1,0 0,0 0,0 1,0-1,0 0,0 0,0 1,-1-1,1 0,0 0,0 0,0 1,-1-1,1 0,0 0,0 0,-1 1,33 0,190-26,-155 15,97-9,-221 30,-65-5,122-6,0 0,0 0,0 1,0-1,1 0,-1 0,0 1,0-1,0 0,0 0,0 0,0 1,0-1,0 0,0 0,1 1,-1-1,0 0,0 0,0 1,0-1,-1 0,1 0,0 1,0-1,0 0,0 0,0 1,0-1,0 0,0 0,0 1,-1-1,1 0,0 0,0 0,0 1,-1-1,1 0,0 0,0 0,0 0,-1 0,1 1,0-1,0 0,0 0,-1 0,1 0,0 0,-1 0,26 7,-4-3,0-1,0-2,0 0,0-1,0-1,1-1,-1-1,-1-1,1-1,-1-1,20-8,-40 14,0 0,-1 0,1-1,0 1,-1 0,1-1,0 1,-1 0,1-1,0 1,0 0,0-1,-1 1,1-1,0 1,0-1,0 1,0 0,0-1,0 1,0-1,0 1,0-1,0 1,0 0,0-1,0 1,0-1,0 1,0-1,1 1,-1 0,0-1,0 1,0-1,1 1,-1 0,0-1,0 1,1 0,-1-1,0 1,1 0,-1 0,1-1,-1 1,0 0,1 0,-1 0,0-1,1 1,-1 0,1 0,-1 0,1 0,-1 0,1 0,-42-4,40 4,-267 15,284-25,14 3,38-19,-67 25,-1 1,1 0,-1-1,1 1,-1-1,0 1,1-1,-1 0,0 1,1-1,-1 1,0-1,1 0,-1 1,0-1,0 1,0-1,0 0,0 1,0-1,0 0,0 1,0-1,0 0,0 1,0-1,0 0,0 1,-1-1,1 1,0-1,0 0,-1 1,1-1,-1 1,1-1,0 1,-1-1,1 1,-1-1,1 1,-1-1,1 1,-1 0,1-1,-1 1,0 0,1-1,-1 1,0 0,1 0,-1 0,1 0,-1 0,0-1,1 1,-1 0,0 0,0 1,-42-11,-54 8,79 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2:31.32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55 111,'-5'5,"0"0,0 1,0 0,1 0,0 0,0 1,0-1,1 1,0 0,0 0,1 0,0 0,0 0,1 0,0 1,0-1,0 1,1-1,1 0,-1 1,1-1,0 1,1-1,-1 0,2 0,-1 0,4 7,2 1,1-1,1 0,0 0,1-1,1 0,0-1,0 0,1-1,1-1,0 0,0-1,1 0,11 5,-17-11,-1 0,1 0,0-1,0 0,0-1,0 1,0-2,0 1,0-2,0 1,0-1,0 0,0-1,0 0,0 0,-1-1,1 0,-1-1,1 0,-1 0,-1-1,1 0,0 0,-1-1,0 0,-1 0,1 0,-1-1,-1 0,1 0,4-8,0 1,-1 0,0-1,-1 0,0 0,-2-1,1 0,-2 0,0 0,-1-1,-1 0,0 0,-2 0,0 0,0 0,-2-6,0 17,0 0,0 0,-1 1,0-1,0 0,0 1,-1-1,0 1,0 0,0 0,0 0,-1 0,0 0,0 1,0 0,-1 0,1 0,-1 0,0 1,0 0,-1 0,1 0,0 0,-1 1,0 0,1 0,-1 1,0-1,0 1,-3 0,-18-3,-1 1,1 1,0 1,-1 2,-11 2,34-3,-1 0,1 1,0-1,0 1,0 1,0-1,0 1,0-1,0 1,1 1,-1-1,1 1,-1 0,1 0,0 0,0 0,0 1,1 0,-1-1,1 2,0-1,0 0,0 0,1 1,-1 0,1-1,0 2,-19 60,12-34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2:32.24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86 115,'-4'1,"1"1,-1-1,0 1,1 0,0 0,0 0,-1 1,1-1,0 1,1 0,-1-1,0 1,1 0,0 1,0-1,0 0,0 1,0-1,0 1,1 0,0-1,-1 4,-4 13,0 1,2 0,0 0,1 1,1-1,1 1,1-1,1 1,4 18,-3-27,1 0,1 0,0 0,1-1,0 0,1 0,0 0,1 0,1-1,-1-1,2 1,-1-1,1 0,1-1,0 0,0-1,1 0,0 0,0-1,1-1,0 0,0 0,0-1,1-1,0 0,0-1,0 0,0-1,0-1,0 0,1 0,-1-1,0-1,1-1,-1 0,0 0,0-1,0-1,11-4,-15 2,1 1,-1-1,0-1,0 0,-1 0,0-1,0 0,-1 0,0 0,-1-1,1-1,-2 1,1-1,-1 0,1-4,5-14,-1 0,-1-1,-2 0,-1-1,0-2,-3 13,2-5,-1 1,-2-1,0 0,-1 0,-2 0,0 0,-3-13,1 30,1 0,-1 1,-1-1,1 1,-1 0,0 0,-1 0,1 1,-1-1,0 1,-1 0,1 1,-1-1,0 1,0 0,0 0,-1 1,1 0,-1 0,0 1,0-1,1 2,-2-1,1 1,0 0,0 0,0 1,-1 0,1 0,0 1,0-1,0 2,0-1,-4 2,0 2,0 0,0 1,0 1,1 0,0 0,0 1,1 0,0 0,0 1,1 0,0 1,1 0,0 0,1 1,0 0,0 0,1 0,0 0,1 1,-1 7,-40 131,33-107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2:56.16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2:59.50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60 1,'53'85,"-43"-61,-2 0,-1 1,-1 0,-1 0,-1 1,0 19,-1-16,34 329,-23-231,-5 0,-8 127,-15-64,6-68,-5 0,-8 16,-3 137,-38 87,25-217,34-133,3-10,0-1,0 0,0 0,0 0,0 0,0 1,-1-1,1 0,0 0,-1 0,1 0,-1 0,1 1,-1-1,1 0,-1 0,0 0,0-1,1 1,-1 0,0 0,0 0,0-1,0 1,0 0,0-1,0 1,0-1,0 1,0-1,-1 1,1-1,0 0,0 0,0 1,0-1,-1 0,-9-3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3:01.40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12 109,'0'1,"-1"-1,1 0,0 0,0 1,0-1,-1 0,1 0,0 0,0 0,0 1,-1-1,1 0,0 0,0 0,-1 0,1 0,0 0,-1 0,1 0,0 1,0-1,-1 0,1 0,0 0,-1 0,1-1,0 1,0 0,-1 0,1 0,0 0,-1 0,1 0,0 0,0 0,-1-1,1 1,0 0,0 0,0 0,-1-1,1 1,0 0,0 0,0 0,-1-1,12 29,-10-27,28 65,92 183,-58-146,-63-103,1 0,0 0,0 0,0 0,0 0,0 0,0 0,-1-1,1 1,0 0,0-1,0 1,-1-1,1 1,0-1,0 1,-1-1,1 1,0-1,-1 0,1 1,-1-1,1 0,-1 1,1-1,-1 0,1 0,-1 0,0 0,1 1,-1-1,0 0,0 0,0 0,0 0,0 0,0 0,0 1,0-1,0 0,0 0,0 0,0 0,-1 0,2-3,24-143,-19 101,2 1,1 0,3 0,1 1,9-15,-19 50,1 1,0 0,1 1,0-1,0 1,0 0,1 0,0 0,1 1,-1 0,5-2,-9 3,-15 6,-18 6,3 1,-56 19,0-4,-58 7,502-126,-474 139,106-39,1 0,0 0,0 1,0 0,1 0,-1 0,1 1,1 0,-1 0,1 1,0-1,0 1,1 0,0 1,0-1,1 1,0-1,0 1,1 0,0 0,0 1,-4 25,7-34,0 0,1 0,-1 0,1 0,-1-1,0 1,1 0,-1-1,0 1,1-1,-1 1,0-1,0 0,0 0,0 0,1 1,-1-1,0 0,0 0,-1 0,1 0,0-1,0 1,0 0,0-1,154-176,-139 164,-16 14,0 0,0 0,0 1,0-1,0 0,0 0,0 0,0 1,0-1,0 0,0 0,0 0,0 1,0-1,0 0,0 0,1 0,-1 1,0-1,0 0,0 0,0 0,0 1,1-1,-1 0,0 0,0 0,0 0,0 0,1 0,-1 0,0 1,0-1,0 0,1 0,-1 0,0 0,0 0,1 0,-1 0,0 0,0 0,0 0,1 0,-1 0,0 0,0 0,1 0,-1-1,0 1,0 0,0 0,1 0,-1 0,0 0,0 0,0 0,0-1,1 1,-1 0,0 0,0 0,0-1,-61 125,-34 84,88-189,20-29,10-26,-3-2,-1-1,-1-1,7-26,-3 8,-12 41,-59 163,-10 70,65-263,1 28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3:03.08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630 65,'-19'-6,"0"2,-1-1,1 2,0 1,-1 0,0 2,1 0,-1 1,0 1,1 0,0 2,-1 0,1 2,1 0,-1 1,1 0,0 2,-13 8,13-6,0 1,1 1,0 0,1 1,0 1,2 1,-1 0,2 0,0 2,1-1,1 2,1-1,1 2,0-1,1 1,-1 9,0 8,2 0,1 0,2 0,2 1,1 0,3 13,-1-38,1 0,0 0,0 0,1-1,1 1,0 0,1-1,0 0,1 0,0-1,1 0,0 0,1 0,0-1,1 0,0 0,1-1,-1 0,2-1,7 5,15 3,0-1,1-1,1-2,0-1,0-2,1-2,0-1,1-2,-1-1,1-2,33-3,-51 2,0 1,0-2,0-1,0 0,0-2,-1 0,1-1,-1-1,0 0,-1-1,1-1,-1-1,-1-1,0 0,0-1,-1-1,7-7,-5 2,-1-2,0 0,-2 0,0-2,-2 0,0 0,-1-1,-1 0,-1-1,-2 0,0-1,-1 1,-1-1,-1-1,-2 1,0 0,-2-1,0 1,-2 0,0-1,-2 1,-1 0,-1 0,0 1,-2 0,-1 0,-1 1,-2-3,3 9,0 0,-1 1,-1 0,0 0,-1 1,0 1,-1 0,-1 1,0 0,-1 1,0 0,0 2,-1 0,0 0,-1 2,0 0,0 1,-1 0,1 2,-1 0,0 1,-1 0,1 2,0 0,0 1,-16 3,-29 12,1 4,1 1,1 4,-50 28,102-49,-1 1,1 0,0 0,0 1,1 0,-1 1,1 0,0 0,1 0,-1 1,1 0,0 0,1 0,0 1,0 0,1 0,0 0,0 1,-2 7,-14 29,12-36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3:05.20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1 207,'11'-2,"0"0,-1 0,1-1,-1-1,0 0,1 0,-2-1,1 0,0-1,-1 0,5-4,4-2,184-121,-201 132,0 1,-1-1,1 0,0 0,0 1,-1-1,1 1,0-1,0 1,0-1,0 1,0-1,0 1,0 0,0 0,0-1,0 1,0 0,0 0,0 0,0 0,0 0,0 0,0 1,0-1,0 0,0 0,0 1,0-1,0 1,0-1,0 0,0 1,0 0,0-1,-1 1,1 0,0-1,0 1,-1 0,1 0,-1 0,1-1,0 1,-1 0,0 0,1 0,-1 0,1 0,-1 1,2 145,-38 130,34-256,1 0,0 1,2-1,0 0,2 0,0 0,6 19,-3 18,-8-58,1 1,0 0,-1 0,1-1,-1 1,1-1,-1 1,1-1,-1 0,1 1,-1-1,1 0,-1 0,1 0,-1 0,0 0,1-1,-1 1,1 0,-1-1,1 1,-1-1,1 0,0 1,-1-1,1 0,0 0,-1 0,1 0,0 0,-1 0,-7-4,-4-1,0 1,0 0,-1 1,0 1,0 0,0 1,0 0,-7 1,21 1,1 0,-1 1,0-1,0 0,0 1,0-1,0 0,0 1,0-1,0 0,1 1,-1-1,0 1,-1-1,1 0,0 1,0-1,0 0,0 1,0-1,0 0,0 1,0-1,-1 0,1 1,0-1,0 0,0 1,-1-1,1 0,0 0,0 1,-1-1,1 0,0 0,-1 1,1-1,0 0,-1 0,1 0,0 0,-1 0,1 0,0 1,-1-1,1 0,0 0,-1 0,1 0,0 0,-1 0,1 0,-1 0,1-1,0 1,12 3,0 0,0-1,1 0,-1-2,1 1,-1-1,1-1,9-1,-7 0,123-9,261-10,-393 21,-4 0,0 1,0-1,0 0,0 0,0 0,0 0,0-1,0 1,0 0,-1-1,1 1,0-1,0 0,0 0,-1 1,1-1,0 0,-1-1,1 1,0 0,0-1,2-7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3:07.21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27,'422'-13,"-174"2,-241 9,-14 2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3:07.75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1,'35'17,"-1"-12,1-1,0-2,-1-1,7-2,5 0,30 1,300 9,-327-8,-69-8,0 5,-2 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3:08.29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15,'439'-9,"-202"3,-202 15,-62-3,10-6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3:08.81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0,'0'1,"0"0,0 0,0 0,1-1,-1 1,0 0,0 0,1-1,-1 1,1 0,-1-1,1 1,-1-1,1 1,-1 0,1-1,-1 1,1-1,0 1,-1-1,1 0,0 1,0-1,-1 0,1 1,0-1,0 0,-1 0,1 0,0 1,0-1,0 0,0 0,22 4,1 0,-1-1,1-2,0 0,7-2,1 1,107-1,-7 0,100 12,-160 3,-89-11,2-3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3:09.34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1,'431'8,"-144"-3,-260-8,-36-2,-8 2,-3 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3:09.86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18 1,'-18'4,"31"3,259-4,-26-3,-218-6,-46-1,5 6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3:10.38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1,'31'12,"94"-1,0-5,51-8,-65 1,-58-1,-50-3,-17 2,-8 1,-1 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3:11.019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0,'97'11,"408"-8,-425-11,-79 5,-5 2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3:11.65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1,'17'9,"147"-2,-108-8,279-14,-339 14,-7 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3:12.21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1,'10'5,"1"-1,-1 0,1-1,0 0,1-1,-1 0,0 0,1-1,-1-1,0 0,1-1,9 2,495-27,-476 30,-51-6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3:12.68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38,'56'5,"1"-3,-1-2,1-2,-1-3,4-3,222-13,-266 14,-24 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3:13.67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5,'7'0,"8"0,10 0,9 0,8 0,8 0,4 0,6 0,-2 0,-4 0,-4 0,-6 0,-8 0,-8 0,-9-2,-7-1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3:14.09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0,'15'6,"-1"0,1 0,0-2,0 0,1-1,-1 0,1-1,-1-1,14-1,-9 1,440 3,-491-12,10 4,-1-1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3:14.47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42,'59'9,"77"-2,-1-7,72-10,-86-6,-121 15,1 1,-1-1,0 1,0 0,0-1,0 1,1-1,-1 1,0-1,0 1,0-1,0 1,0-1,0 1,0 0,0-1,0 1,0-1,0 1,0-1,-1 1,1-1,0 1,0-1,0 1,-1 0,1-1,0 1,0 0,-1-1,1 1,0 0,-1-1,1 1,0 0,-1-1,1 1,-1 0,1 0,-1-1,1 1,0 0,-1 0,1 0,-1 0,1 0,-1 0,1 0,-1 0,1 0,-1 0,1 0,0 0,-1 0,-19-7,-1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3:14.86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5 38,'0'0,"0"0,-1 0,1 0,0 1,0-1,-1 0,1 0,0 0,0 0,-1 1,1-1,0 0,0 0,0 0,0 1,-1-1,1 0,0 0,0 1,0-1,0 0,0 1,0-1,0 0,0 0,0 1,0-1,0 0,0 0,0 1,0-1,0 0,0 1,0-1,0 0,0 0,0 1,0-1,1 0,-1 0,0 1,0-1,0 0,0 0,1 0,-1 1,0-1,0 0,0 0,1 0,-1 1,0-1,0 0,1 0,-1 0,0 0,0 0,1 0,-1 0,0 0,0 0,1 0,-1 0,0 0,1 0,-1 0,0 0,0 0,1 0,-1 0,24 7,13-4,0-2,1-1,-1-2,0-2,14-3,-3 1,277-26,-308 30,-20-4,-9 4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3:15.23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2,'16'4,"15"5,13 0,12-2,11-1,5-5,4-4,-1-2,-5-2,-10-1,-10 3,-12 0,-10 2,-11 2,-12 0,-11 1,-11 1,-3-1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3:15.70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0,'19'9,"14"3,16 0,13-5,9-6,7-5,1-2,-6 0,-8 1,-14 1,-12 2,-11 1,-13 0,-11 1,-6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3:20.34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1 348,'0'-2,"0"0,0 0,0 0,0 0,0 0,0-1,1 1,-1 0,1 1,0-1,-1 0,1 0,0 0,0 0,0 0,0 1,1-1,-1 0,0 1,1-1,-1 1,1 0,-1-1,2 1,-1-1,83-84,50-58,-83 74,-52 70,1-1,0 1,-1 0,1 0,0 0,-1 0,1 0,0 0,-1 0,1 1,0-1,-1 0,1 0,-1 0,1 1,0-1,-1 0,1 1,-1-1,1 0,-1 1,1-1,-1 1,1-1,-1 1,1-1,-1 1,0-1,1 1,-1-1,0 1,1 0,-1-1,0 1,0-1,0 1,0 0,1-1,-1 1,0 0,0-1,0 1,0 0,0-1,-1 1,1 0,0-1,0 1,0 0,-1-1,1 1,0-1,0 1,-1 0,1 0,14 204,3-109,-6-40,-2 1,-2 0,-3 0,-3 27,-1-80,1 0,-1-1,0 1,0 0,0 0,0 0,-1-1,1 1,-1 0,0 0,0-1,-1 1,1-1,-1 1,0-1,0 1,0-1,0 0,0 0,-1 0,1 0,-1-1,0 1,0-1,0 1,0-1,0 0,0 0,-1 0,1-1,-1 1,1-1,-1 0,-188-4,189 3,13 0,352 0,-295 13,-46-14,-14-4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3:22.38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5 342,'0'-1,"0"1,0 0,0 0,0 0,0-1,0 1,0 0,0 0,0 0,0 0,0-1,0 1,0 0,0 0,0 0,0-1,0 1,0 0,0 0,0 0,0 0,-1 0,1-1,0 1,0 0,0 0,0 0,0 0,0 0,-1-1,1 1,0 0,0 0,0 0,0 0,-1 0,1 0,0 0,0 0,0 0,0 0,-1 0,1 0,0 0,0 0,0 0,0 0,14-18,-13 17,70-84,-3-3,2-11,-42 55,-28 44,0 0,-1 1,1-1,0 0,0 0,0 1,0-1,0 0,0 1,0-1,0 0,0 0,0 1,0-1,0 0,0 1,0-1,0 0,0 0,0 1,0-1,0 0,0 0,0 1,0-1,0 0,1 0,-1 1,0-1,0 0,0 0,1 1,-1-1,0 0,0 0,0 0,1 0,-1 1,0-1,0 0,1 0,-1 0,0 0,0 0,1 0,-1 0,0 0,1 0,-1 0,0 0,0 0,1 0,-1 0,0 0,1 0,-1 0,0 0,0 0,1 0,-1 0,0 0,0 0,1-1,-1 1,0 0,0 0,1-1,-1 32,0-29,-5 508,-7-391,11-118,0 1,0-1,0 0,0 0,0 0,0 0,-1 0,1-1,0 1,0 0,-1 0,1-1,0 1,-1-1,1 1,-1-1,1 0,0 1,-1-1,1 0,-1 0,1 0,-1 0,1 0,-1 0,1-1,-1 1,1 0,0-1,-1 1,1-1,-1 0,1 1,0-1,0 0,-1 0,1 0,0 0,0 0,0 0,0 0,0 0,0 0,0 0,1-1,-1 1,0 0,0-1,-14-9,8 7,1 0,0 0,-1 1,0 0,0 1,0-1,0 1,0 1,-1-1,1 1,0 1,-6-1,35 9,114 4,1-6,45-6,-133-1,-9-7,-38 3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3:54.30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14091 565,'-6'0,"0"0,0 1,0-1,0 1,0 0,0 1,0-1,0 1,1 0,-1 1,0-1,1 1,0 0,0 0,0 1,0 0,0 0,1 0,-1 0,1 1,0-1,-2 6,6-7,0 0,1 0,0 0,-1-1,1 1,0 0,1 0,-1 0,0-1,1 1,-1-1,1 1,0-1,0 0,0 0,0 0,0 0,1 0,-1 0,1 0,-1-1,1 1,-1-1,1 0,0 0,0 0,-1 0,1 0,0 0,0-1,0 0,3 1,5 1,0 0,0-1,0 0,1 0,-1-1,0-1,1 0,-1 0,0-1,0-1,0 0,-1 0,1-1,-1 0,1-1,-1 0,-1-1,1 0,-1-1,0 0,0 0,-1-1,0 0,0 0,-1-1,0 0,-1 0,0 0,0-1,-1 0,4-11,-3-1,0 0,-1 0,-1-1,-2 0,0 1,-1-1,-2 0,0 0,-1 0,-1 0,-2 1,0 0,-4-10,-16-12,24 43,0 0,0 1,1-1,-1 0,0 0,0 1,-1-1,1 1,0-1,0 1,0 0,0-1,0 1,0 0,-1 0,1-1,0 1,0 0,0 0,-1 1,1-1,0 0,0 0,0 0,0 1,-1-1,1 1,0-1,0 1,0-1,0 1,0 0,0-1,0 1,0 0,1 0,-1 0,0 0,0 0,-7 9,1 1,0 0,1 0,0 1,1 0,0 0,0 0,2 1,-1-1,2 1,0 0,-1 12,1-13,0 0,1 0,0 0,1 0,0 0,1 0,1 0,-1 0,2 0,0 0,0-1,1 0,1 1,0-1,0-1,1 1,0-1,1 0,0 0,1-1,0 0,0 0,1-1,0 0,0 0,1-1,0-1,0 1,1-2,2 1,-5-1,1-2,0 1,0-1,0-1,0 1,0-2,1 1,-1-1,1-1,-1 1,1-2,-1 1,0-1,1-1,-1 0,0 0,0-1,0 0,0 0,0-1,-1 0,1-1,-1 0,0 0,-1-1,1 0,-1 0,-1-1,1 0,-1 0,0 0,0-1,-1 0,0 0,-1 0,-1 3,-1 0,0 1,0-1,-1 0,0 0,0 0,0 0,0 0,-1 0,1 0,-2-1,1 1,0 0,-1 0,0 0,0 0,-2-4,3 9,0-1,-1 1,1-1,0 1,-1 0,1 0,-1-1,1 1,-1 0,1 0,-1-1,1 1,0 0,-1 0,1 0,-1 0,1 0,-1-1,1 1,-1 0,1 0,-1 0,0 1,1-1,-1 0,1 0,0 0,-1 0,1 0,-1 0,1 1,-1-1,1 0,-1 1,1-1,0 0,-1 0,1 1,-1-1,1 1,0-1,-1 0,1 1,0-1,0 1,-1-1,1 1,0-1,0 1,0-1,0 1,0-1,-1 1,1-1,0 1,-10 29,10-22,-1-1,2 0,-1 1,1-1,0 0,0 0,1 0,0 0,1 0,-1 0,1 0,1-1,-1 0,1 1,0-1,0 0,1-1,0 1,0-1,0 0,1 0,-1-1,2 1,23 17</inkml:trace>
  <inkml:trace contextRef="#ctx0" brushRef="#br0" timeOffset="419.71">15549 499,'-3'7,"0"0,1 0,0 0,0 1,1-1,0 1,1-1,-1 1,1-1,1 1,-1-1,1 1,1-1,-1 0,1 1,1-1,-1 0,1 0,0 0,1-1,0 1,0-1,0 0,1 0,0 0,0-1,0 1,2-2,-1 0,1 0,0-1,0 0,1 0,-1-1,1 0,-1 0,1 0,-1-1,1-1,0 1,0-1,-1 0,1-1,0 0,0 0,-1-1,1 0,-1 0,0-1,1 0,-1 0,0 0,-1-1,1 0,-1-1,1 1,-1-1,-1 0,1-1,-1 0,0 1,0-2,0 1,-1 0,0-1,-1 0,3-6,-3 8,0 0,-1-1,0 1,0-1,0 1,-1-1,0 0,0 0,-1 1,1-1,-1 0,0 0,-1 0,1 0,-1 0,-1-3,1 10,0-1,0 0,0 1,0-1,0 1,0-1,0 1,0-1,1 1,-1 0,0-1,0 1,1 0,-1 0,0 0,1-1,-1 1,1 0,-1 0,1 0,-1 0,1 0,0 0,0 0,-1 0,1 0,0 0,0 0,0 0,0 0,0 0,0 0,0 1,-1 4,1 1,-1-1,1 1,0-1,1 1,-1-1,1 0,0 1,1-1,0 0,0 0,0 0,1 0,0 0,0 0,0-1,1 1,-1-1,1 0,1 0,-1-1,1 1,0-1,4 4,19 12</inkml:trace>
  <inkml:trace contextRef="#ctx0" brushRef="#br0" timeOffset="809.01">16217 499,'-3'6,"1"-1,0 1,1 0,0 0,0 1,0-1,1 0,-1 0,2 0,-1 1,1-1,-1 0,2 0,-1 0,1 0,0 0,0 0,0-1,1 1,0-1,0 1,1-1,-1 0,1 0,0-1,1 1,-1-1,1 0,3 3,-3-2,0-1,1 0,0 0,-1 0,1 0,1-1,-1 0,0 0,1-1,-1 0,1 0,0-1,0 1,-1-1,1-1,0 1,0-1,0-1,0 1,0-1,0 0,0-1,-1 1,1-1,-1-1,5-2,-2 0,-1-2,1 1,-2-1,1-1,-1 1,0-1,-1 0,0-1,0 0,-1 0,0 0,0 0,-1-1,0 0,0-4,-2-12,-3 26,1 0,0-1,0 1,0 0,0-1,0 1,-1 0,1 0,0-1,0 1,-1 0,1 0,0-1,0 1,-1 0,1 0,0-1,-1 1,1 0,0 0,-1 0,1 0,0 0,-1-1,1 1,0 0,-1 0,1 0,0 0,-1 0,1 0,0 0,-1 0,1 0,0 0,-1 1,1-1,0 0,-1 0,1 0,0 0,-1 0,1 1,0-1,-1 0,1 0,0 1,0-1,-1 0,1 0,0 1,0-1,-1 0,1 1,0-1,0 0,0 0,0 1,0-1,0 1,-1-1,1 0,-2 4,0-1,1 0,-1 0,1 1,-1-1,1 1,0-1,0 1,1-1,-1 1,1 0,-1-1,1 1,0 0,1-1,-1 1,1 0,-1-1,1 1,0-1,1 1,-1-1,0 0,1 1,0-1,0 0,0 0,0 0,0 0,1 0,-1-1,1 1,0-1,0 1,0-1,0 0,0 0,0-1,0 1,1 0,-1-1,1 0,-1 0,1 0,0 0,103 25,-52-20</inkml:trace>
  <inkml:trace contextRef="#ctx0" brushRef="#br0" timeOffset="1425.587">17045 579,'-15'-5,"1"1,-1 1,-1 1,1 0,0 1,-1 0,1 2,0-1,-1 2,1 0,0 1,-8 3,21-6,-1 1,1 0,0 0,-1 0,1 0,0 1,0-1,0 1,0-1,0 1,0 0,0-1,1 1,-1 0,1 0,-1 0,1 0,0 1,0-1,0 0,0 1,0-1,0 0,0 1,1-1,0 1,-1-1,1 1,0-1,0 1,0-1,0 1,1-1,-1 1,1-1,0 1,-1-1,1 1,0-1,0 0,1 0,-1 1,0-1,1 0,-1 0,1 0,0-1,0 1,-1 0,1-1,0 1,2 0,6 5,1-1,1 0,-1-1,1 0,0-1,0 0,0-1,0 0,1-1,-1-1,1 0,0 0,-1-1,1-1,0 0,11-3,-16 2,0 0,0-1,-1 0,1 0,-1 0,1-1,-1 0,0-1,-1 0,1 0,-1 0,0-1,0 0,-1 0,1 0,-1-1,-1 0,1 0,-1 0,-1 0,1-1,-1 1,-1-1,1 0,-1 0,0 0,-1-1,9-47,-3 1,-2-1,-3-7,2-12,13-133,-15 170,-2 39,0-1,-1 0,1 0,0 1,0-1,-1 0,1 0,0 0,-1 1,1-1,-1 0,1 0,0 0,-1 0,1 0,0 0,-1 0,1 1,-1-1,1 0,0-1,-1 1,1 0,-1 0,1 0,0 0,-1 0,1 0,-1 0,1-1,0 1,-1 0,1 0,0 0,-1-1,1 1,0 0,0 0,-1-1,1 1,0 0,0-1,-1 1,1 0,0-1,0 1,0 0,0-1,0 1,-1-1,1 1,0 0,0-1,0 1,0-1,0 1,0 0,0-1,0 1,0-1,1 1,-1 0,0-1,0 1,0 0,0-1,0 1,1 0,-1-1,0 1,-19 25,7-4,0 1,2 0,1 1,1 0,0 1,2 0,1 0,1 0,0 0,2 1,1-1,2 10,-1-19,1 1,1-1,1 1,0-1,1 0,0 0,1 0,1-1,1 0,0 0,0 0,1-1,1 0,0-1,1 0,1 0,-1-1,2 0,0-1,1 0,-8-5,1-1,0 0,0 0,0-1,0 0,1 0,0 0,-1-1,1 0,0 0,0-1,0 1,0-2,0 1,0-1,0 0,0 0,0-1,0 0,0 0,0-1,0 0,0 0,0-1,-1 1,0-2,1 1,-1-1,0 1,-1-2,1 1,4-5,1-4,-1-1,0 0,-1-1,0 0,-2-1,1 0,-2 0,0 0,-1-1,-1 0,0 0,-2 0,1 0,-2-10,-6-17,5 44,-1-1,1 1,-1 0,0 0,1-1,-1 1,0 0,1 0,-1 0,1 0,-1 0,0 0,1 0,-1 0,0 0,1 0,-1 0,0 1,1-1,-1 0,1 0,-1 1,1-1,-1 0,0 1,1-1,-1 0,1 1,-1-1,1 1,0-1,-1 1,1-1,-1 1,1-1,0 1,0-1,-1 1,1 0,0-1,0 1,-1 0,-3 7,-1 0,1 0,0 1,1-1,0 1,1 0,-1 0,2 0,-1 0,1 0,1 1,-1-1,2 0,-1 1,1-1,1 0,0 0,0 0,0 0,1 0,3 4,4 1,0 0,1-1,1 0,0-1,1 0,0-1,0 0,1-1,1-1,0 0,0-1,1-1,0 0,0-1,12 3,44 15</inkml:trace>
  <inkml:trace contextRef="#ctx0" brushRef="#br0" timeOffset="5100.182">14412 1582,'164'-262,"-104"194,-58 66,0 1,0-1,0 0,0 1,0 0,0-1,0 1,1 0,-1 0,0 0,1 0,-1 1,1-1,-1 1,1-1,-1 1,1 0,-1 0,1 0,-1 0,1 1,0-1,-1 1,0-1,1 1,-1 0,1 0,-1 0,0 0,0 1,1-1,-1 0,1 2,6 8,0 0,0 1,-2 0,1 0,-2 1,1 0,-2 0,0 1,0 0,-2-1,1 1,-1 8,-2-21,0 1,-1-1,1 1,-1 0,0 0,1-1,-1 1,0 0,0 0,0 0,0-1,0 1,-1 0,1 0,0-1,-1 1,1 0,-1-1,0 1,0 0,1-1,-1 1,0-1,0 1,0-1,-1 0,1 1,0-1,0 0,-1 0,1 0,-1 0,1 0,-1 0,1 0,-1-1,0 1,1 0,-1-1,0 1,0-1,1 0,-1 0,0 1,0-1,1 0,-3-1,2 2,0-1,0 0,0 0,0 0,0 0,0 0,0-1,0 1,0-1,0 1,0-1,0 0,0 1,0-1,0 0,0 0,1-1,-1 1,0 0,1 0,-1-1,1 1,-1-1,1 0,0 1,0-1,0 0,0 0,0 1,0-1,0 0,0 0,1 0,-1 0,1 0,0 0,-1 0,1-1,0 1,0 0,0 0,1 0,-1 0,0 0,1 0,-1 0,1 0,0 0,0 0,0 0,0 0,0 1,0-1,0 0,7-5,-1 0,1 1,1 0,-1 1,1 0,0 0,0 1,0 0,1 0,-1 1,1 1,0-1,0 2,0-1,0 1,0 1,0 0,3 0,-10 0,0 0,1-1,-1 1,0 0,0 1,0-1,0 1,-1-1,1 1,0 0,0 0,0 0,0 0,-1 1,1-1,0 1,-1-1,0 1,1 0,-1 0,0 0,0 1,0-1,0 0,0 1,-1-1,1 1,-1 0,2 2,2 15,-5-17,1 0,-1 1,1-1,0 0,0 0,0 1,0-1,1 0,-1 0,1 0,0 0,-1-1,1 1,1 0,-1-1,0 0,1 1,-1-1,1 0,0 0,-1 0,1-1,0 1,4 0,-1 0,1 0,0-1,0 0,0 0,-1 0,1-1,0 0,0-1,0 1,0-1,-1-1,1 1,0-1,-1 0,4-2,-6 2,0 0,0 1,-1-1,1-1,-1 1,0 0,0-1,0 0,0 0,0 0,0 0,-1 0,0 0,1-1,-1 1,0-1,-1 1,1-1,-1 0,1 0,-1 0,0 0,-1 0,1 0,-1 0,1 0,-1 0,-1-2,1 2,-1-1,-1 0,1 1,-1-1,1 1,-1-1,-1 1,1 0,0 0,-1 0,0 0,0 0,0 1,0-1,-1 1,0 0,1 0,-1 0,0 1,0-1,-1 1,1 0,0 0,-1 0,1 1,-1 0,0 0,1 0,-1 0,-1 0,0 0,0 0,0 1,0-1,0 1,-1 0,1 0,0 1,0 0,0 0,1 0,-1 1,0 0,0 0,1 1,-1-1,1 1,0 0,0 1,0-1,0 1,0 0,1 0,0 0,0 1,2-3,1 0,-1 1,1-1,0 0,0 1,0-1,0 0,0 1,0-1,1 1,-1 0,1-1,0 1,0-1,0 1,0 0,0-1,0 1,1 0,-1-1,1 1,0-1,0 1,0-1,0 0,0 1,0-1,1 0,-1 0,1 0,0 0,1 2,2 1,1 1,0-2,1 1,-1 0,1-1,0 0,0-1,0 0,1 0,1 0,29 8</inkml:trace>
  <inkml:trace contextRef="#ctx0" brushRef="#br0" timeOffset="5379.864">15174 954,'-19'0,"-9"4,-3 7,3 5,8 7,6 7,8 4,12 4,5-4</inkml:trace>
  <inkml:trace contextRef="#ctx0" brushRef="#br0" timeOffset="5639.246">15240 1408,'12'16,"7"7,6 3,4-2,2-4,4-6,2-5,4-9,-4-4</inkml:trace>
  <inkml:trace contextRef="#ctx0" brushRef="#br0" timeOffset="6121.618">15989 1274,'-145'-6,"138"6,0 1,0 0,0 0,0 1,0 0,1 0,-1 1,1 0,-1 0,1 1,0-1,0 1,1 0,-1 1,1-1,0 1,0 0,0 1,0 1,4-6,-1 1,1-1,0 0,0 1,0-1,1 1,-1 0,0-1,1 1,-1 0,1-1,-1 1,1 0,0-1,-1 1,1 0,0 0,0-1,0 1,1 0,-1 0,0-1,1 1,-1 0,1-1,-1 1,1 0,0-1,0 1,0-1,0 1,0-1,0 1,0-1,0 0,1 0,-1 0,0 1,1-1,-1 0,1-1,-1 1,1 0,0 0,0 0,9 2,1-1,0 1,0-2,-1 0,1 0,0-1,0 0,0-1,0-1,0 0,0 0,-1-1,1-1,-1 0,0 0,5-4,57-56,-71 90,-7 32,3 1,2 0,3-1,3 0,6 25,-10-66,0 64,-3-79,1-1,0 0,-1 0,1 0,-1 0,1 1,-1-1,0 0,1 0,-1 0,0 0,0 0,0-1,0 1,0 0,0 0,0 0,0-1,0 1,0-1,0 1,0-1,-1 1,1-1,0 0,0 1,-1-1,1 0,0 0,0 0,-1 0,1 0,0 0,0 0,-1 0,1-1,0 1,0 0,0-1,-1 1,1-1,0 0,-1 0,-44-33,40 28,0 0,1-1,0 0,0 0,1 0,0-1,0 1,0-1,1 0,1 0,-1 0,1 0,1-1,-1 1,1-1,1 1,0-1,0 1,0 0,1-1,1 1,-1-1,1 1,1 0,0 0,0 0,0 0,1 1,0-1,2-2,6-1,0 1,1 0,1 1,-1 1,1 0,0 1,1 0,0 1,8-2,30-14,-39 17,0-1,0-1,0 0,-1 0,-1-1,1-1,-1 0,-1-1,1 0,-2-1,1 0,-2-1,0 0,0 0,-1-1,0 0,-1-1,-1 1,0-1,-1-1,0-2,-4 16,-1 0,1 0,-1 0,1-1,-1 1,0 0,0-1,1 1,-1 0,0 0,0-1,-1 1,1 0,0-1,0 1,0 0,-1-1,1 1,-1 0,1 0,-1 0,0-1,1 1,-1 0,0 0,0 0,1 0,-1 0,0 0,0 0,0 1,0-1,-1 0,1 0,0 1,0-1,0 1,0-1,-1 1,1 0,0-1,-1 1,1 0,0 0,0 0,-1 0,1 0,0 0,-1 0,1 0,0 0,-1 1,1-1,0 0,-2 1,-5 4,0 0,1 0,-1 1,1 0,0 0,0 0,0 1,1 0,0 1,1-1,0 1,0 0,0 0,1 1,1-1,-1 1,1 0,-1 8,2-12,1 0,-1 1,1-1,1 1,-1-1,1 1,0-1,0 1,0-1,1 1,0-1,0 1,1-1,-1 1,1-1,0 0,1 0,-1 0,1 0,0-1,0 1,0-1,1 1,0-1,-1 0,2 0,-1-1,0 1,1-1,-1 0,1 0,0-1,5 3,7 1,0-1,0 0,1-1,0 0,0-2,0 0,3-1,24 1</inkml:trace>
  <inkml:trace contextRef="#ctx0" brushRef="#br0" timeOffset="7231.133">16725 1314,'-25'-4,"0"1,1 1,-1 1,0 1,0 1,-15 3,38-4,0 0,0 1,-1-1,1 0,0 1,0-1,0 1,0 0,0 0,0 0,0 0,0 0,0 0,0 0,0 1,0-1,1 1,-1-1,1 1,-1 0,1-1,-1 1,1 0,0 0,0 0,0 0,0 0,1 0,-1 0,0 1,1-1,-1 0,1 0,0 0,0 1,0-1,0 0,0 0,0 1,1-1,-1 0,1 0,0 0,-1 1,1-1,0 0,0 0,0 0,0-1,1 1,-1 0,1 0,-1 0,1-1,-1 1,2 0,7 4,0-1,0-1,1 0,-1 0,1-1,0 0,0 0,0-2,0 1,0-1,0-1,0 0,0-1,0 0,0 0,11-4,57-36,-66 76,-9-29,0-1,0 0,1 0,0-1,0 1,0-1,0 0,1-1,-1 1,1-1,0 0,0 0,0-1,1 0,-1 0,1 0,-1-1,1 0,-1 0,1-1,0 0,-1 0,1 0,0-1,-1 0,1 0,-1-1,7-2,-2 1,0-1,0-1,0 1,-1-2,0 0,0 0,0 0,-1-1,0-1,0 0,-1 0,0 0,0-1,-1-1,0 1,-1-1,0 0,-1 0,1-1,10-26,-2 1,-1-2,-2 0,6-38,16-137,-33 209,1 1,0-1,-1 1,0 0,0 0,0-1,0 1,0 0,0 0,-1 0,0-1,1 1,-1 0,0 0,-1 0,1 0,-1 0,1 0,-1 1,0 2,0 0,0 0,0 0,0 1,0-1,0 1,0 0,1 0,-1-1,0 1,0 0,1 0,-1 1,0-1,1 0,-1 0,1 1,0-1,-1 1,1-1,0 1,0 0,0 0,0-1,0 1,0 0,1-1,-15 23,2 1,0 1,2 0,1 0,1 1,1 0,1 1,2 0,1 0,1 0,1 1,2-1,0 0,3 8,-2-20,0 1,2 0,0-1,1 0,0 0,1 0,1 0,1-1,0 0,1 0,1 0,0-1,1-1,0 0,6 6,-15-17,0-1,-1 0,1 0,0 0,0 0,0 1,0-1,0 0,0-1,0 1,0 0,0 0,1 0,-1-1,0 1,0 0,1-1,-1 1,0-1,1 0,-1 1,1-1,-1 0,0 0,1 0,-1 0,1 0,-1 0,1 0,-1-1,0 1,1 0,-1-1,0 1,1-1,-1 0,0 1,0-1,1 0,-1 0,0 0,0 0,0 0,0 0,0 0,0 0,0 0,-1 0,1 0,0-1,-1 1,1 0,-1 0,1-1,-1 1,1-1,-1-11,1 0,-2 0,0 1,-1-1,0 0,-1 1,0-1,-1 1,0 0,-1 0,0 1,-1-1,0 1,-1 0,0 1,-1 0,0 0,-4-3,-101-84,102 89,11 8,0 0,0 0,0-1,0 1,1 0,-1 0,0 0,0 0,0 0,0-1,0 1,0 0,1 0,-1 0,0-1,0 1,0 0,0 0,0 0,0-1,0 1,0 0,0 0,0-1,0 1,0 0,0 0,0 0,0-1,0 1,0 0,0 0,0 0,-1-1,1 1,0 0,0 0,0 0,0 0,0-1,0 1,-1 0,1 0,0 0,0 0,0 0,0-1,-1 1,1 0,0 0,24 4,-20-3,461 60,-440-58,-25-2,0-1,1 1,-1-1,0 0,1 1,-1-1,0 1,0-1,0 0,1 1,-1-1,0 1,0-1,0 1,0-1,0 1,0-1,0 1,0-1,0 1,0-1,0 0,0 1,0-1,0 1,0-1,-1 1,1-1,0 1,0-1,-1 0,1 1,0-1,0 1,-1-1,1 0,0 1,-1-1,1 0,-1 1,1-1,0 0,-1 0,1 1,-1-1,1 0,-1 0,1 0,0 0,-1 0,1 0,-1 0,1 1,-1-1,1-1,-1 1,1 0,-1 0,1 0,-1 0,1 0,-1 0,1 0,0-1,-1 1,0 0,-2 1,-6 3,1 0,-1 0,1 1,0-1,1 2,-1-1,1 1,0 0,0 1,1 0,0 0,0 0,0 1,1-1,1 1,-1 1,1-1,0 1,1-1,0 1,0 2,4-8,-1 0,1 0,0 0,0 0,1 0,-1 0,0 0,1 0,0 0,-1-1,1 1,0-1,1 1,-1-1,0 0,1 0,-1 0,1 0,-1 0,1-1,0 1,0-1,0 0,0 0,0 0,0 0,0 0,0 0,0-1,1 0,-1 1,0-1,0-1,0 1,1 0,-1-1,0 1,0-1,0 0,0 0,0 0,0-1,0 1,7-4,0 1,-1-1,1-1,-1 0,0 0,0-1,-1 0,0 0,0-1,-1 0,0 0,0-1,-1 0,0 0,-1-1,0 1,0-1,-1 0,0-1,-1 1,1-6,-2-4,-2 20,0 1,0-1,0 0,0 0,-1 0,1 0,0 0,0 0,0 0,-1 0,1 0,0 0,0 0,0 0,-1 0,1 0,0 0,0 0,0 0,-1 0,1 0,0 0,0 0,0 0,-1 0,1 0,0 0,0 0,0 0,-1 0,1-1,0 1,0 0,0 0,0 0,0 0,-1-1,1 1,0 0,0 0,0 0,0 0,0-1,0 1,0 0,0 0,0 0,0-1,0 1,0 0,0 0,0 0,0-1,0 1,0 0,0 0,0 0,0-1,0 1,-4 6,0 0,1 1,0-1,0 1,1-1,0 1,0 0,0 0,1 0,0 0,0 0,1 0,0 1,0-1,1 0,-1 0,2 0,-1 0,1 1,1-1,0 0,0 0,1 0,-1-1,2 1,-1-1,1 0,-1 0,2 0,-1-1,1 0,0 0,0 0,0-1,0 0,1 0,0 0,0-1,4 1,7 3,-1-1,1-1,1-1,-1-1,1 0,-1-2,11 0,38-3,-6-6</inkml:trace>
  <inkml:trace contextRef="#ctx0" brushRef="#br0" timeOffset="-9703.592">241 846,'-12'45,"6"-27,1-1,1 1,1 0,1 0,0 0,1 15,1-29,1 0,0 0,0 0,0 0,1 0,-1 0,1 0,0 0,0-1,0 1,1-1,-1 1,1-1,0 0,0 0,0 0,0-1,0 1,1-1,-1 1,1-1,0 0,0-1,-1 1,1-1,0 1,0-1,1 0,-1-1,0 1,0-1,0 1,0-1,1-1,-1 1,0 0,0-1,0 0,0 0,0 0,0-1,0 1,0-1,2-2,0 1,0 0,0-1,0 0,-1 0,1 0,-1-1,0 0,0 0,-1 0,0 0,0-1,0 0,0 1,-1-2,0 1,-1 0,1 0,-1-1,0 0,-1 1,1-1,-1 0,-1 0,1 0,-1 0,0 1,-1-1,0 0,-1-6,0 3,0 0,0 0,-1 0,0 0,-1 1,0-1,-1 1,0 0,0 0,-1 1,0-1,0 1,-1 1,0-1,-1 1,1 0,-1 1,-1 0,-7-5,13 9,-1 1,0-1,1 0,-1 1,0 0,0 0,0 0,0 0,0 1,0 0,0-1,0 1,0 1,0-1,0 1,0-1,1 1,-1 0,0 0,0 1,0-1,1 1,-1 0,1 0,-1 0,1 1,0-1,0 1,0-1,0 1,0 0,1 0,-1 0,1 1,0-1,0 1,0-1,0 2,-2 3,1 0,0 0,0 0,0 1,1-1,1 0,-1 1,2 0,-1-1,1 1,0 0,1-1,0 1,0 0,1-1,0 0,0 1,1-1,0 0,1 0,0 0,0-1,0 1,1-1,0 0,1 0,1 1,19 14</inkml:trace>
  <inkml:trace contextRef="#ctx0" brushRef="#br0" timeOffset="-9229.269">629 646,'0'-1,"0"0,-1-1,1 1,-1 0,1 0,-1-1,1 1,-1 0,0 0,1 0,-1 0,0 0,0 0,0 0,0 0,0 0,0 0,0 0,0 1,0-1,-1 0,1 1,0-1,0 1,-1-1,1 1,0 0,-1-1,1 1,0 0,-1 0,1 0,0 0,-1 0,1 0,0 1,-1-1,1 0,0 1,0-1,-1 1,1-1,0 1,0-1,0 1,-2 1,-1 8,1 1,0 0,0 0,1 1,1-1,-1 0,2 1,0-1,0 1,1-1,1 4,-1 8,20 206,-12-200,-9-28,1-1,-1 0,1 0,-1 1,1-1,-1 0,1 0,-1 1,1-1,0 0,-1 0,1 0,-1 0,1 0,0 0,-1 0,1 0,-1 0,1 0,-1 0,1-1,0 1,-1 0,1 0,-1 0,1-1,-1 1,1 0,-1-1,1 1,-1 0,1-1,-1 1,0-1,1 1,-1-1,0 1,1-1,-1 1,0-1,1 1,-1-1,0 1,0-1,0 0,12-14,48-50,-57 64,-1-1,1 0,0 1,-1-1,1 1,0 0,0 0,0 0,0 0,0 0,0 1,0-1,1 1,-1 0,0 0,0 0,0 0,0 1,0-1,0 1,0 0,0 0,0 0,0 0,0 0,2 2,0 1,1 0,0 0,-1 1,0-1,0 1,-1 1,1-1,-1 1,0-1,-1 1,1 0,-1 1,-1-1,1 0,-1 1,0 0,0-1,-1 1,0 0,0 0,0 0,-1 0,0 0,-1 0,0 0,0 0,0-1,-1 1,1 0,-3 4,0-6,-1-1,1 1,-1-1,0 0,0 0,-1-1,1 0,-1 1,1-2,-1 1,0-1,0 0,0 0,0 0,0-1,-1 0,1 0,0-1,-1 0,1 0,0 0,-2-1,8 1,-1 1,1-1,-1 0,0 0,1 1,-1-1,1 0,-1 0,0 0,1 0,-1 0,1 0,-1 0,0 0,1 0,-1 0,1 0,-1 0,0 0,1-1,-1 1,1 0,-1 0,0-1,1 1,-1 0,1-1,-1 1,1-1,0 1,-1 0,1-1,-1 1,1-1,0 1,-1-1,1 1,0-1,-1 0,1 1,0-1,0 1,0-1,0 0,-1 1,1-1,0 1,0-1,0 0,0 1,0-1,1 0,-1 1,0-1,0 1,0-1,0 0,1 1,-1-1,0 1,1-1,-1 1,0-1,1 1,-1-1,12-11</inkml:trace>
  <inkml:trace contextRef="#ctx0" brushRef="#br0" timeOffset="-8858.136">1204 780,'-11'0,"0"1,0 1,0 0,0 0,0 1,0 1,1-1,-1 2,1 0,0 0,1 0,-1 1,1 1,0 0,0 0,-2 4,10-10,0 0,0 0,0 0,0 0,1 0,-1 0,0 0,0 0,1 1,-1-1,1 0,-1 0,1 1,0-1,-1 0,1 1,0-1,0 1,0-1,0 0,0 1,0-1,0 1,0-1,1 0,-1 1,1-1,-1 0,1 0,-1 1,1-1,0 0,-1 0,1 0,0 0,0 0,0 0,0 0,0 0,0 0,0 0,0 0,1 0,0 0,63 26,-55-23,43 12,-30-10,-1 0,0 2,0 1,-1 0,0 2,0 0,4 5,-23-15,0 0,0 0,0 1,0-1,0 0,0 1,0-1,-1 1,1 0,-1 0,1-1,-1 1,0 0,1 0,-1 0,0 1,0-1,0 0,-1 0,1 0,-1 1,1-1,-1 0,0 1,1-1,-1 0,0 1,-1-1,1 0,0 1,-1-1,1 0,-1 1,0-1,0 0,0 1,-8 5,0-1,0 0,-1 0,0-1,0 0,0-1,-1-1,1 1,-1-2,0 1,-1-1,1-1,-12 1,13-1,-93 17,54-13</inkml:trace>
  <inkml:trace contextRef="#ctx0" brushRef="#br0" timeOffset="-8533.997">1 1514,'596'-28,"161"3,-700 25</inkml:trace>
  <inkml:trace contextRef="#ctx0" brushRef="#br0" timeOffset="-8120.104">2207 940,'-1'0,"0"-1,1 0,-1 1,1-1,-1 0,0 1,1-1,-1 1,0-1,0 1,1 0,-1-1,0 1,0 0,0-1,1 1,-1 0,0 0,0 0,0-1,0 1,0 0,0 0,1 1,-1-1,0 0,0 0,0 0,0 0,1 1,-1-1,0 0,0 1,0-1,1 1,-1-1,0 1,1-1,-1 1,0 0,1-1,-1 1,1 0,-1-1,1 1,-1 0,1 0,-1-1,1 1,0 0,-1 0,1 0,0 0,0-1,0 1,0 0,0 0,0 0,1 1,0 0,0-1,0 1,1 0,-1-1,0 1,1-1,0 1,-1-1,1 0,0 0,-1 0,1 0,0 0,0 0,0 0,0-1,0 1,0 0,0-1,0 0,0 0,0 1,1-1,-1 0,0-1,0 1,0 0,0-1,0 1,0-1,0 1,0-1,0 0,0 0,0 0,-1 0,1 0,0-1,0 1,-1 0,1-1,-1 1,0-1,1 0,0-1,-1 3,1-1,-1 0,0 0,0 0,1 0,-1-1,0 1,0 0,0 0,0-1,-1 1,1 0,0-1,0 1,-1-1,1 1,-1-1,1 1,-1-1,0 0,0 1,0-1,0 1,0-1,0 0,0 1,0-1,0 1,-1-1,1 1,-1-1,1 1,-1-1,0 1,1-1,-1 1,0 0,0-1,0 1,0 0,0 0,0-1,-1 1,1 0,0 0,0 1,-1-1,1 0,-1 0,1 1,-1-1,1 0,-1 1,1 0,-1-1,0 1,-2 0,0 1,-1 0,1 0,0 0,0 0,0 1,0 0,0-1,0 1,1 1,-1-1,0 1,1-1,0 1,0 0,0 0,0 0,0 1,0-1,-11 16</inkml:trace>
  <inkml:trace contextRef="#ctx0" brushRef="#br0" timeOffset="-7852.693">2247 1301,'14'-11,"4"-7,-1-4,-3-1,-7 2,-8 1,-7 5,-4 4,-5 5,1 7,0 7,4 5,3 6,10 4,12 0,13-3,2-6</inkml:trace>
  <inkml:trace contextRef="#ctx0" brushRef="#br0" timeOffset="-7032.28">3597 632,'-11'-2,"0"0,0 0,0 1,0 1,-1 0,1 0,0 1,0 0,0 1,0 1,0 0,1 0,-1 1,1 0,0 1,0 0,0 0,0 1,1 1,0 0,-6 5,14-10,0 0,-1 0,1 0,0-1,0 1,0 0,0 1,0-1,1 0,-1 0,1 0,-1 0,1 1,0-1,0 0,0 0,0 0,0 1,0-1,1 0,-1 0,1 0,-1 1,1-1,0 0,0 0,0 0,0 0,0 0,0-1,1 1,-1 0,1 0,-1-1,1 1,0-1,-1 0,1 1,0-1,0 0,0 0,0 0,0 0,0 0,1-1,126 55,-105-47,-1 0,1 2,-2 1,1 0,-1 2,14 11,-33-22,0 0,0 0,0 0,0 1,-1-1,1 1,-1-1,0 1,1 0,-1 0,-1 0,1 0,0 0,-1 1,1-1,-1 0,0 1,0-1,-1 1,1-1,-1 1,1-1,-1 1,0 0,0-1,-1 1,1-1,-1 1,0-1,0 1,0-1,0 1,-1-1,1 0,-1 0,0 0,0 0,0 0,0 0,0 0,-1-1,1 1,-2 0,0 1,0-1,0 0,-1 0,1 0,-1 0,1 0,-1-1,0 0,0 0,0-1,0 1,-1-1,1 0,0 0,-5-1,8-1,0 0,0-1,1 1,-1-1,1 0,-1 1,1-1,-1 0,1 0,0 0,0 0,0 0,0 0,0 0,1 0,-1 0,0-1,1 1,0 0,0 0,-1-1,1 1,1 0,-1 0,0-1,0 1,1 0,-1 0,1-1,0 1,0 0,0 0,0 0,1-2,11-31,2 1,1 0,2 1,17-24,-15 26,-2 0,-1-2,-1-1,-2 0,0-2,-11 29,-1 0,1-1,-1 0,-1 1,0-1,0 0,0 0,-1 0,0 0,0 0,-1 0,0 0,0 1,-2-4,3 11,-1-1,1 1,-1-1,1 1,-1 0,0-1,1 1,-1-1,1 1,-1 0,0 0,1-1,-1 1,0 0,1 0,-1 0,0 0,1 0,-1 0,0 0,0 0,1 0,-1 0,0 0,1 0,-1 0,0 1,1-1,-1 0,0 1,1-1,-1 0,1 1,-1-1,0 0,1 1,-1-1,1 1,0-1,-1 1,1 0,-1-1,1 1,0-1,-1 1,1 0,0-1,0 1,-1 0,1-1,0 1,0 0,0-1,0 1,0 0,0-1,0 2,-6 17,1 0,1 1,0-1,2 1,0 0,1 0,2 11,-1-31,-2 23,2 0,0 0,1 0,2-1,0 1,1 0,2-1,0 0,1-1,1 1,1-1,1-1,1 0,1 0,1-1,4 4,-13-18,1 0,0 0,1-1,-1 0,1 0,0 0,0-1,0 0,0 0,0-1,1 1,-1-1,1-1,1 1,-6-2,0-1,-1 1,1-1,-1 0,1 0,-1 1,1-1,-1 0,0 0,1 0,-1-1,0 1,0 0,0 0,0-1,0 1,0 0,0-1,0 1,0-1,-1 1,1-1,-1 0,1 1,-1-1,0 0,1 1,-1-1,0 0,0 1,0-1,0 0,-1 1,1-1,0 0,-1 1,1-1,-1 1,1-1,-1 1,0-1,0 1,0-1,0 0,-8-16,0 0,-2 1,0 0,-1 0,0 1,-2 1,0 0,0 1,-2 0,1 1,-2 1,0 1,-9-5,-76-44,88 50,14 10,0-1,0 1,0-1,0 1,0-1,0 1,1-1,-1 1,0-1,0 1,1-1,-1 1,0-1,1 1,-1 0,0-1,1 1,-1 0,1-1,-1 1,1 0,-1-1,1 1,-1 0,1 0,-1 0,1-1,-1 1,1 0,-1 0,1 0,-1 0,1 0,-1 0,1 0,-1 0,1 0,-1 0,1 0,-1 1,1-1,-1 0,1 0,0 1,0-2,381-17,-280 16,-13 0</inkml:trace>
  <inkml:trace contextRef="#ctx0" brushRef="#br0" timeOffset="-6469.923">5001 739,'-3'21,"0"20,0 16,1 13,0 11,1 4,0 2,1-3,0-8,-2-11,-1-16</inkml:trace>
  <inkml:trace contextRef="#ctx0" brushRef="#br0" timeOffset="-6167.31">4894 846,'-2'-6,"0"4,0-1,1 1,0 0,-1-1,1 1,0-1,0 1,0-1,1 0,-1 1,1-1,-1 0,1 1,0-1,0 0,0 1,0-1,1 0,-1 1,1-1,0 0,0 1,-1-1,2 1,-1-1,0 1,0-1,1 1,-1 0,1 0,0 0,0 0,0 0,0 0,0 0,0 1,0-1,0 1,1-1,-1 1,1 0,-1 0,15 0,0 0,-1 2,1 0,0 0,-1 2,1 0,-1 1,0 1,0 0,-1 1,1 1,11 7,43 31,-68-44,0 0,-1 1,1-1,-1 0,1 1,-1-1,0 1,1 0,-1-1,0 1,0 0,0 0,0-1,-1 1,1 0,0 0,-1 0,1 0,-1 0,0 0,0 0,0 0,0 0,0 0,0 0,0 0,-1 0,1 0,-1 0,1 0,-1 0,0 0,0 0,0 0,0-1,0 1,0 0,-1 0,-5 3,0 1,0-1,-1-1,0 1,0-1,0 0,0-1,0 0,-1-1,0 1,1-2,-1 1,0-1,0 0,0-1,0 0,-4-1,-23-12,27 4</inkml:trace>
  <inkml:trace contextRef="#ctx0" brushRef="#br0" timeOffset="-5558.796">5348 913,'14'-297,"-13"297,-1-1,1 1,-1-1,1 1,0 0,0-1,-1 1,1 0,0 0,0-1,-1 1,1 0,0 0,0 0,0 0,-1 0,1 0,0 0,0 0,-1 0,1 1,0-1,0 0,-1 0,1 1,0-1,0 0,-1 1,1-1,0 1,-1-1,1 1,-1-1,1 1,-1-1,1 1,-1 0,1-1,-1 1,1 0,-1-1,0 1,0 0,1 0,15 10,66 18,-68-26,-1 1,1 1,-1 0,0 0,0 2,-1-1,1 2,9 7,-18-10,-1 0,1-1,-1 2,0-1,0 0,-1 1,1-1,-1 1,-1 0,1 0,-1 0,0 0,0 0,-1 0,1 0,-1 0,-1 0,1 0,-1 0,0 0,0 20,1-24,0-1,0 1,0 0,0 0,1 0,-1 0,1 0,-1 0,1-1,0 1,-1 0,1 0,0-1,0 1,0 0,1-1,-1 1,0-1,0 0,1 1,-1-1,1 0,-1 0,1 0,0 0,-1 0,1 0,0 0,0-1,0 1,-1-1,1 1,0-1,0 0,0 0,0 1,0-1,0-1,0 1,0 0,1-1,80-20,-70 16,0 0,0-1,0-1,-1 0,0-1,-1 0,1-1,-2 0,1-1,-1 0,-1-1,0 0,0 0,-1-1,0 0,-1 0,5-14,-12 25,1 0,0 0,-1 0,0 0,1 0,-1 0,0-1,1 1,-1 0,0 0,0 0,0-1,0 1,0 0,0 0,-1 0,1 0,0-1,-1 1,1 0,-1 0,1 0,-1 0,1 0,-1 0,0 0,1 0,-1 0,0 0,0 0,0 0,0 1,1-1,-1 0,0 1,-1-1,1 0,0 1,0-1,0 1,0 0,0-1,0 1,-1 0,1 0,0 0,0 0,0 0,-1 0,1 0,0 0,0 0,-62 20,58-17,1 0,-1 0,1 0,0 1,0 0,0 0,0 0,1 0,0 1,0-1,0 1,0 0,1 0,0 0,0 0,0 0,0 0,1 1,0-1,0 0,0 1,1-1,0 1,0-1,0 1,1-1,0 1,0-1,0 0,1 1,-1-1,1 0,1 0,-1 0,1 0,0 0,0-1,0 1,0-1,1 0,0 0,1 1,7 3,1-1,0 0,0-1,0-1,1 0,-1 0,1-2,0 1,1-2,-1 0,0-1,1 0,-1-1,1-1,0 0,23-3</inkml:trace>
  <inkml:trace contextRef="#ctx0" brushRef="#br0" timeOffset="-4332.564">6230 673,'3'-1,"-1"1,0 0,1 0,-1 0,1 0,-1 0,0 0,1 1,-1-1,0 1,0-1,1 1,-1 0,0 0,0 0,0 0,0 1,0-1,0 0,0 1,0-1,-1 1,1 0,-1 0,1 0,-1-1,0 1,1 1,-1-1,0 1,8 10,0 1,-1 0,-1 0,0 1,-1 0,-1 0,0 0,-1 1,0-1,-2 1,0 0,0 8,-10 196,4-178,0-8,2-16,0-1,1 1,0-1,2 1,0-1,1 1,2 9,-3-24,0-1,0 1,1 0,-1-1,1 1,-1-1,1 0,0 1,-1-1,1 0,0 0,1 0,-1 0,0-1,0 1,1-1,-1 1,1-1,0 0,-1 0,1 0,0 0,-1 0,1-1,0 1,0-1,0 0,0 1,0-1,-1-1,1 1,0 0,0-1,0 0,-1 1,1-1,0 0,-1 0,1-1,0 1,-1 0,0-1,1 0,-1 1,0-1,0 0,0 0,0 0,0-1,0 1,0-1,4-4,0-1,0-1,-1 1,0-1,0 0,-1 0,0 0,-1-1,0 0,0 1,-1-1,0 0,-1 0,0 0,-1 0,0-7,-1-2,0 0,-2 0,0 0,-1 0,-1 1,0-1,-2 1,-3-5,4 8,-2 1,1 0,-2 0,0 1,-1 0,0 0,-1 1,0 1,-1 0,0 0,-1 1,0 1,-1 0,1 1,-2 1,1 0,-3 0,4-1,33 8,31 3,0-2,0-2,-1-2,1-3,-1-2,0-2,-1-2,38-15,-82 25,0 1,-1-1,1 1,-1-1,0 0,0 0,0 0,0-1,0 0,0 1,-1-1,1-1,-1 1,0 0,0-1,0 0,2-2,-6 4,1 1,-1 0,1-1,-1 1,1 0,-1-1,0 1,0 0,1 0,-1 0,0-1,0 1,0 0,0 0,0 0,-1 1,1-1,0 0,0 0,-1 1,1-1,0 0,-1 1,1 0,0-1,-1 1,1 0,-1 0,1-1,-1 1,1 0,0 0,-1 1,1-1,-1 0,1 0,-1 1,1-1,0 1,-1-1,1 1,0 0,-1 0,-4 1,1 0,-1 0,1 1,0 0,-1 0,1 1,1-1,-1 1,0 0,1 1,0-1,0 1,0-1,1 1,0 0,0 1,0-1,0 0,1 1,0 0,0-1,0 1,1 0,0 0,0 0,0 0,1 0,0 0,0 0,1 0,-1 0,1 0,1 0,-1 0,1 0,0-1,0 1,1-1,-1 1,1-1,3 3,0-1,1-1,0 0,0-1,0 0,1 0,0 0,0-1,0 0,1-1,-1 0,1 0,0-1,0 0,0 0,0-1,0 0,0-1,0 0,0 0,0-1,0 0,0-1,0 0,0 0,-1-1,1 0,-1-1,0 1,0-2,0 1,0-1,-1 0,1-1,-1 0,-1 0,1 0,-1-1,0 0,3-5,15-54,-6 114,-17-44,-1 0,1 0,0 0,0 0,0 0,1-1,-1 1,1 0,0-1,0 1,0-1,1 0,-1 0,1 0,0 0,0 0,0-1,0 1,0-1,0 0,1 0,-1 0,1 0,-1 0,1-1,0 0,0 1,0-2,0 1,0 0,1-1,7-1,-1-1,1-1,-1 0,0 0,0-1,0 0,-1-1,1-1,-1 1,0-2,-1 1,0-1,0-1,0 0,-1 0,0 0,0-1,-1 0,-1-1,1 0,3-8,-10 19,0-1,0 0,0 1,0-1,1 0,-1 1,0-1,0 0,0 1,1-1,-1 0,0 0,0 1,1-1,-1 0,0 0,0 1,1-1,-1 0,0 0,1 0,-1 0,0 0,1 1,-1-1,0 0,1 0,-1 0,1 0,-1 0,0 0,1 0,-1 0,0 0,1 0,-1 0,0-1,1 1,-1 0,0 0,1 0,-1 0,0-1,1 1,-1 0,0 0,0 0,1-1,-1 1,1 6,1 2,1 1,0-1,0-1,1 1,-1 0,2-1,-1 0,1 0,0 0,1 0,-1-1,1 0,0 0,1-1,0 1,0-2,0 1,5 2,-7-4,0 0,0-1,0 0,0 0,1 0,-1-1,1 1,-1-1,1 0,0-1,-1 0,1 0,0 0,-1 0,1-1,0 0,-1 0,1 0,-1-1,0 0,1 0,-1 0,0-1,0 0,0 0,-1 0,1 0,1-3,1-2,0 1,-1-1,0-1,0 1,-1-1,0 0,0-1,-1 1,-1-1,1 1,-2-1,1 0,0-8,7-134,-9 116,-2 0,-1-1,-1 1,-3 1,-8-32,14 67,0 1,0 0,0-1,0 1,-1-1,1 1,0-1,0 1,0-1,-1 1,1-1,0 0,-1 1,1-1,0 1,-1-1,1 0,-1 1,1-1,-1 0,1 1,-1-1,1 0,-1 0,1 1,-1-1,1 0,-1 0,1 0,-1 0,1 0,-1 0,1 0,-1 0,1 0,-1 0,1 0,-1 0,0 0,1 0,-1-1,1 1,-1 0,1 0,-1 0,1-1,0 1,-1 0,1-1,-1 1,1 0,0-1,-1 1,1-1,0 1,-1-1,1 1,0-1,-6 23,1 1,1-1,1 1,1 0,1 0,1 0,1 0,1-1,3 16,-1-18,0 0,1-1,2 0,0 0,0-1,2 1,0-2,1 1,1-1,1-1,0 0,1-1,0 0,2-1,0 0,15 10,-7-12,-7-6</inkml:trace>
  <inkml:trace contextRef="#ctx0" brushRef="#br0" timeOffset="-4056.741">7553 565,'0'-2,"9"-1,13 0,15 1,18 1,17 0,14 0,6 1,-11 0</inkml:trace>
  <inkml:trace contextRef="#ctx0" brushRef="#br0" timeOffset="-3485.6">8128 793,'0'1,"0"0,-1 1,1-1,0 0,0 1,0-1,0 1,0-1,0 0,0 1,1-1,-1 0,0 0,1 1,-1-1,1 0,0 0,-1 1,1-1,0 0,0 0,-1 0,1 0,0 0,0 0,0 0,0-1,0 1,1 0,-1 0,0-1,0 1,0-1,1 1,-1-1,48 13,-43-11,-1-1,1-1,0 1,0-1,0 0,0 0,0 0,0-1,0 0,-1 0,1-1,0 0,-1 0,1 0,-1 0,0-1,1 0,-1 0,-1-1,1 1,0-1,-1 0,0 0,0 0,0-1,0 0,-1 0,0 0,0 0,2-4,-4 6,-1 0,0 0,0 0,0 1,0-1,-1 0,1 0,-1 0,1 1,-1-1,0 0,0 1,0-1,-1 1,1-1,-1 1,1 0,-1-1,0 1,1 0,-1 0,0 0,-1 0,1 1,0-1,0 0,-1 1,-1-1,-3-2,0 1,0-1,-1 2,1-1,-1 1,1 0,-1 1,0 0,-7-1,7 2,0 1,0 0,0 0,0 1,0-1,0 2,0-1,0 1,1 0,0 1,-1 0,-3 3,8-5,0-1,1 1,-1 0,0 1,1-1,-1 0,1 1,0 0,0-1,0 1,0 0,0 0,1 0,-1 0,1 0,0 1,0-1,0 0,0 1,1-1,-1 0,1 1,0-1,0 1,0-1,0 1,1-1,-1 0,1 1,1 2,-1-3,1 0,-1 0,1 0,0-1,0 1,0 0,0-1,0 1,0-1,1 0,-1 0,1 0,0 0,-1 0,1-1,2 2,23 9</inkml:trace>
  <inkml:trace contextRef="#ctx0" brushRef="#br0" timeOffset="-3223.659">8409 379,'-18'0,"-11"2,-4 3,0 5,6 4,8 3,9 2,7-3</inkml:trace>
  <inkml:trace contextRef="#ctx0" brushRef="#br0" timeOffset="-2962.349">8476 780,'9'16,"8"7,10 0,9-4,8-5,5-5,4-8,-7-6</inkml:trace>
  <inkml:trace contextRef="#ctx0" brushRef="#br0" timeOffset="-2712.992">9198 673,'14'0,"13"0,12 0,5 0,5 0,-2 0,-6 0,-11 0</inkml:trace>
  <inkml:trace contextRef="#ctx0" brushRef="#br0" timeOffset="-2711.992">9171 900,'16'2,"14"1,14 0,8-3,7-4,4 0,1-3,-1 0,-12 1</inkml:trace>
  <inkml:trace contextRef="#ctx0" brushRef="#br0" timeOffset="-1859.163">10495 780,'19'-12,"0"0,0-1,-1-1,-1 0,0-2,-1 0,-1-1,-1 0,0-1,-1 0,-1-2,-1 1,0-1,-2-1,0 0,-2 0,0-1,-1 0,-1 0,-1 0,-2 0,0-1,-1 0,-1 1,-1-7,1 25,0 0,0 0,-1 1,1-1,-1 0,0 0,0 0,0 1,0-1,0 1,-1-1,0 1,0-1,0 1,0 0,0 0,-1 0,1 0,-1 0,0 0,0 1,0 0,0-1,0 1,-1 0,1 1,0-1,-1 0,0 1,1 0,-1 0,0 0,-1 0,-3 3,1 1,0 0,-1 1,2-1,-1 1,0 1,1-1,0 1,0 0,0 1,1-1,-1 1,2 0,-1 1,0-1,1 1,1 0,-1 0,1 0,-2 5,-3 7,0 0,2 0,0 0,1 1,1 0,1 0,0 0,2 0,0 0,2 1,2 18,-2-28,1-1,0 1,1-1,0 0,0 1,1-2,0 1,1 0,0-1,1 0,0 0,0 0,1-1,0 0,1 0,-1-1,1 0,1 0,-1-1,1 0,0 0,1-1,1 0,-2 0,0-1,0 0,0-1,1 0,-1-1,1 1,-1-2,1 0,0 0,0 0,-1-1,1-1,0 0,0 0,-1-1,1 0,-1 0,1-1,-1-1,0 0,0 0,0 0,-1-1,0 0,0-1,0 0,0 0,-1-1,0 0,-1 0,1-1,0-2,14-31,-23 72,1-27,0 0,0 0,0 0,0 1,1-1,0 0,0 1,0-1,0 0,1 0,-1 1,1-1,0 0,1 0,-1 0,1 0,-1 0,1 0,0 0,1 0,-1-1,1 1,0-1,-1 0,1 0,1 0,-1 0,0 0,2 0,1-1,-1-1,0 0,0 0,0-1,1 1,-1-1,0 0,0-1,1 1,-1-1,0 0,0 0,0-1,0 1,0-1,0 0,0-1,-1 1,1-1,-1 0,0 0,0 0,0-1,0 0,0 1,-1-1,1 0,-1-1,0 1,-1-1,1 1,-1-1,0 0,0 0,0 0,0 0,-1 0,0 0,0 0,-1-1,0 1,1 0,-2-1,1 3,0 1,-1-1,0 0,1 1,-1-1,0 1,0-1,-1 1,1-1,0 1,-1 0,0 0,1 0,-1 0,0 0,0 0,0 0,0 0,0 1,-1-1,1 1,0 0,-1-1,1 1,-1 0,1 0,-1 1,0-1,-1 0,-4 0,0 0,0 0,1 1,-1 0,0 0,0 0,0 1,1 1,-8 1,8-1,0 0,0 1,1-1,-1 1,1 1,0-1,0 1,0 0,0 1,1-1,0 1,0 0,0 0,0 1,1-1,0 1,-3 6,6-11,0 1,1-1,-1 1,1 0,-1-1,1 1,0-1,0 1,0 0,-1-1,2 1,-1 0,0-1,0 1,0 0,1-1,-1 1,1-1,-1 1,1-1,0 1,0-1,0 1,-1-1,1 0,1 1,13 14</inkml:trace>
  <inkml:trace contextRef="#ctx0" brushRef="#br0" timeOffset="-709.525">11671 593,'-12'-1,"0"1,-1 0,1 1,0 1,0 0,0 0,0 1,0 1,1 0,-1 1,1 0,0 0,0 1,1 1,0 0,0 0,1 1,-3 2,10-8,0-1,0 1,0-1,0 1,0 0,0 0,1 0,-1 0,1 0,-1 0,1 1,0-1,0 0,0 1,0-1,0 1,0-1,1 1,-1-1,1 1,0-1,-1 1,1 0,1-1,-1 1,0-1,1 1,-1 0,1-1,0 1,-1-1,1 0,0 1,1-1,-1 0,0 1,1-1,-1 0,1 0,0 0,0 0,0-1,0 1,1 0,9 4,1 0,0-1,0-1,0 0,0-1,1 0,0-1,-1-1,1 0,5-1,-10 1,26 2,0-1,0-3,0 0,0-2,-1-2,1-1,-1-2,29-10,-57 16,-1 1,0-1,1 0,-1 0,0 0,0-1,-1 1,1-1,0-1,-1 1,0-1,0 1,0-1,0 0,-1-1,1 1,-1 0,0-1,0 0,-1 0,0 0,1 0,-2 0,1 0,-1-1,2-5,-4 10,1 0,0 0,0 0,-1 0,1-1,-1 1,1 0,-1 0,1 0,-1 0,0 0,0 0,1 0,-1 0,0 1,0-1,0 0,0 0,0 1,0-1,0 0,0 1,0-1,0 1,0-1,-1 1,1 0,0 0,0-1,0 1,-1 0,1 0,0 0,0 0,0 0,-1 0,1 1,0-1,0 0,0 1,0-1,-1 1,1-1,0 1,0-1,0 1,0 0,0-1,0 1,0 0,1 0,-1 0,0 0,0 0,1 0,-1 0,0 0,1 0,-1 0,1 0,0 0,-1 0,1 1,-2 1,0 0,0 0,1 1,-1-1,1 1,0-1,0 1,0 0,0-1,1 1,-1 0,1-1,0 1,0 0,1 0,-1-1,1 1,-1 0,1-1,1 1,-1-1,0 1,1-1,-1 1,1-1,0 0,0 0,1 0,1 2,2 2,0-1,1-1,-1 1,1-1,0-1,0 1,1-1,-1 0,1-1,0 1,0-2,7 3,-4-3,1-1,0 0,-1 0,1-1,-1-1,1 0,0 0,-1-1,0-1,1 0,-1-1,0 0,-1 0,1-1,-1 0,0-1,0-1,0 1,-1-1,0-1,-1 0,1 0,-2-1,1 1,-1-2,6-9,-10 13,0 3,-10 25,7-19,0 0,0 0,0 0,1 0,-1 0,1 0,0 1,0-1,0-1,0 1,0 0,0 0,1 0,0-1,-1 1,1 0,0-1,0 0,0 1,1-1,-1 0,1 0,-1 0,1-1,-1 1,1-1,0 1,1 0,86 25,-49-23,-1-1,1-1,0-3,1-2,-36 3,0-1,0-1,0 1,0-1,-1 0,1 0,0-1,-1 0,0 0,0 0,0 0,0-1,0 0,-1 0,1 0,-1-1,0 1,0-2,57-97,-58 97,12-20,-1 0,-1-1,-1-1,-2 0,-1-1,-1 0,-2-1,0 1,-2-1,-2 0,0 0,-4-30,2 56,-1-1,0 0,0 1,-1-1,1 1,-1-1,0 1,0 0,-1 0,1 0,-1 0,0 0,0 0,0 1,0-1,-1 1,1 0,-1 0,0 0,0 1,0-1,0 1,-1 0,1 0,0 0,-1 1,0 0,1 0,-1 0,0 0,1 1,-5-1,-4 0,0 0,0 1,0 0,0 0,1 2,-1 0,0 0,0 1,1 0,-12 6,20-5,1 1,0-1,-1 1,2 0,-1 0,0 0,1 0,0 0,1 1,-1-1,1 1,0-1,0 1,0-1,1 1,0 0,0-1,1 1,-1 0,1-1,0 1,2 2,-3-5,7 30,1 0,1 0,2-1,2 0,1-1,1 0,1-2,2 0,1 0,1-2,1 0,2-2,0 0,22 16,-45-41,11 12,1 0,0-1,0-1,1 0,1 0,-1-1,2-1,-1 0,1-2,0 1,0-2,11 3,-6-7</inkml:trace>
  <inkml:trace contextRef="#ctx0" brushRef="#br0" timeOffset="2303.382">10641 1327,'0'19,"0"14,0 11,-2 10,-3 9,-3 5,-2 2,-2 2,-4-6,-1-9,1-10,1-13</inkml:trace>
  <inkml:trace contextRef="#ctx0" brushRef="#br0" timeOffset="3029.881">10562 1555,'0'-12,"-2"-17,2 0,1 0,2 0,0 0,2 1,1 0,2 0,2-6,-8 29,0 1,0-1,0 1,0 0,1 0,-1 0,1 0,0 0,0 1,1-1,-1 1,1 0,0 0,0 0,0 1,0-1,0 1,0 0,1 0,-1 0,1 1,-1 0,1 0,0 0,-1 0,1 1,0-1,0 1,-1 1,1-1,0 0,0 1,-1 0,1 0,0 1,-1-1,1 1,2 2,0 0,0 0,0 1,0 0,-1 0,1 0,-2 1,1 0,0 0,-1 1,0-1,-1 1,1 0,-1 0,-1 1,1-1,-1 1,-1 0,1 0,-1 0,-1 0,0 0,0 0,0 2,-2-7,0 1,-1-1,1 1,-1-1,0 0,0 0,0 1,0-1,-1-1,1 1,-1 0,0-1,1 1,-1-1,0 0,-1 0,1 0,0 0,-1 0,1-1,-1 0,1 1,-1-1,1-1,-1 1,0 0,0-1,1 0,-1 0,0 0,0 0,1-1,-1 1,0-1,-3-1,7 1,0 1,-1-1,1 1,0-1,0 1,0-1,-1 1,1-1,0 1,0-1,0 0,0 1,0-1,0 1,0-1,0 0,0 1,0-1,0 1,1-1,-1 1,0-1,0 0,0 1,1-1,-1 1,0-1,1 1,-1-1,0 1,1 0,-1-1,1 1,-1-1,1 1,-1 0,1-1,-1 1,1 0,-1 0,1-1,-1 1,1 0,0 0,-1 0,1 0,-1 0,1 0,-1 0,1 0,0 0,-1 0,1 0,-1 0,1 0,0 0,0 0,29-14,5 0,-1-2,0-2,-1-1,-1-1,24-22,-38 26,0 0,-2-1,0-1,-1-1,-1 0,-1-1,0-1,-2 0,0 0,-1-1,-2 0,0-1,-1 0,2-16,-12-22,3 59,-1 1,1-1,-1 1,1 0,-1-1,1 1,-1 0,0 0,0-1,1 1,-1 0,0 0,0 0,0 0,-1 0,1 0,0 0,0 0,0 1,-1-1,1 0,0 1,-1-1,1 1,0-1,-1 1,1 0,-1 0,1-1,-1 1,1 0,0 0,-1 0,1 1,-1-1,1 0,-1 0,1 1,0-1,-10 5,1 1,0 0,0 0,0 1,1 0,0 1,1 0,0 0,0 1,0 0,1 0,1 1,-1 0,2 0,-5 10,-2 3,1 1,2-1,0 2,2-1,0 1,2 0,-1 12,4-24,1-1,0 1,1 0,0 0,2 0,-1 0,1-1,1 1,0-1,1 1,0-1,1 0,0-1,1 1,6 7,-6-11,1 0,0-1,1 0,-1 0,1-1,1 0,-1-1,1 0,0 0,0 0,1-1,-1-1,1 0,0 0,-1-1,1 0,1 0,-1-1,7-1,-4 1,1-1,0-1,-1 0,1-1,-1 0,1-1,-1-1,0 0,0-1,-1 0,1-1,-1 0,0-1,4-4,-9 6,-1 0,1-1,-2 1,1-1,-1-1,1 1,-2-1,1 0,-1 0,0 0,-1-1,1 0,-2 1,1-1,-1 0,0 0,-1 0,1-1,-2 1,1 0,-1 0,-1-7,1 13,-1 0,1-1,-1 1,0 0,0 0,1 0,-1 0,0 0,-1 0,1 1,0-1,0 0,-1 0,1 1,-1-1,0 1,1 0,-1-1,0 1,0 0,0 0,0 0,0 0,0 0,0 1,0-1,0 0,0 1,-1 0,1-1,0 1,0 0,0 0,-1 0,1 1,0-1,0 0,0 1,0 0,0-1,0 1,0 0,0 0,0 0,0 0,0 0,0 1,1-1,-1 1,0 0,-3 1,1 0,0 1,1-1,-1 1,1 0,0 0,0 0,0 1,0-1,1 1,-1 0,1-1,1 1,-1 0,1 0,-1 0,1 0,1 1,-1-1,1 0,0 0,0 0,0 0,1 1,0-1,0 0,0 0,1 0,-1 0,1 0,1-1,-1 1,0-1,1 1,0-1,0 0,3 3,9 3,0-1,1-1,0 0,1-1,0-1,0-1,0 0,0-1,1-1,0-1,-1 0,1-1,4-1,56 3,-9-4</inkml:trace>
  <inkml:trace contextRef="#ctx0" brushRef="#br0" timeOffset="3427.819">12006 1342,'-8'-5,"1"1,-1 0,0 1,0-1,-1 2,1-1,-1 1,1 0,-1 1,1 0,-1 1,0-1,0 2,1-1,-1 1,0 0,1 1,-1 0,1 1,0 0,-1 0,1 0,1 1,-1 0,1 1,-1 0,1 0,-1 1,-34 44,41-48,0-1,0 1,0 0,0 0,0 0,1-1,-1 1,1 0,0 0,-1 0,1 0,0 0,0 0,0 0,0 0,1 0,-1 0,0-1,1 1,-1 0,1 0,0 0,0 0,0-1,0 1,0 0,0-1,0 1,0-1,0 1,1-1,-1 1,7 2,0 1,0-1,0 0,0-1,1 0,-1 0,1-1,0 0,-1-1,1 1,0-2,0 1,0-1,0-1,0 0,0 0,0 0,-1-1,1-1,-1 0,9-3,-11 3,0 0,0-1,0 0,0 0,-1 0,1-1,-1 1,0-1,-1-1,1 1,-1-1,0 1,-1-1,1 0,-1-1,0 1,0 0,-1-1,0 0,0 1,-1-1,0 0,0 0,0 0,-1 0,0 0,-1-1,-5-12,0 33,6-9,1 1,-1 0,1 0,0-1,1 1,-1-1,1 1,0-1,0 1,0-1,1 0,-1 0,1 0,0 0,0-1,1 1,-1-1,1 0,-1 0,1 0,3 2,91 42,-51-33</inkml:trace>
  <inkml:trace contextRef="#ctx0" brushRef="#br0" timeOffset="4013.07">12701 1342,'-10'-4,"0"1,0 0,-1 1,1 0,0 0,-1 1,1 1,-1 0,0 0,1 1,-1 0,1 1,0 0,-1 1,1 0,0 1,1 0,-1 0,1 1,0 0,0 1,0 0,0 0,-1 3,8-7,1 0,0 0,-1 0,1-1,0 1,0 1,0-1,0 0,1 0,-1 0,1 0,-1 1,1-1,0 0,0 0,0 1,0-1,0 0,0 1,0-1,1 0,0 0,-1 0,1 1,0-1,0 0,0 0,0 0,0 0,0 0,1-1,-1 1,1 0,64 42,-38-36,1 0,-1-2,1-2,1 0,-1-2,0-1,1-2,15-2,68-22,-112 24,0 0,1 0,-1 0,0 1,1-1,-1 0,0 1,1-1,-1 0,1 1,-1 0,1-1,-1 1,1 0,-1 0,1 0,-1 0,1 0,-1 0,1 0,-1 0,1 1,-1-1,1 1,-1-1,0 1,1-1,-1 1,0 0,1 0,-1 0,0 0,0-1,0 2,1-1,-1 0,0 1,4 3,-1 0,0 0,1-1,0 1,0-1,1 0,-1 0,1-1,0 0,0 0,0 0,0-1,0 0,1 0,-1 0,0-1,1 0,0 0,-1-1,1 0,-1 0,1 0,3-2,-1 1,0 0,-1-1,1 0,-1 0,0-1,1 0,-1-1,-1 1,1-2,2-1,-7 5,-1-1,1 0,0 0,-1 0,1-1,-1 1,1-1,-1 1,0-1,0 0,-1 0,1 0,0 0,-1 0,0 0,0 0,0 0,0-1,0 1,-1 0,1-1,-1 1,0 0,0-1,0 1,0 0,-1-4,-1 3,1-1,-1 1,0 0,0 0,-1 0,1 0,-1 0,0 0,1 1,-2-1,1 1,0 0,-1 0,1 0,-1 1,0-1,0 1,0 0,0 0,-1 0,1 0,0 1,-1 0,-5-2,0 0,1 1,-1 1,0 0,0 0,0 1,0 0,0 1,0 0,-3 1,7-1,1 0,0 0,0 1,0 0,0 0,0 0,0 0,1 1,-1 0,1 0,0 0,0 0,0 1,0 0,0 0,1 0,0 0,0 0,0 1,0-1,1 1,-1 0,1 0,0 0,0 2,3-4,0 0,0 1,0-1,0 0,1 0,-1 0,1 0,0 0,0-1,0 1,0 0,0-1,0 0,1 1,0-1,-1 0,1 0,0 0,0-1,0 1,0-1,0 1,0-1,0 0,1 0,-1-1,0 1,1-1,-1 1,2-1,29 6</inkml:trace>
  <inkml:trace contextRef="#ctx0" brushRef="#br0" timeOffset="4293.932">13315 1074,'-15'-5,"-11"-1,-5 3,-1 3,1 7,7 7,8 5,5 5,8 4,4-3</inkml:trace>
  <inkml:trace contextRef="#ctx0" brushRef="#br0" timeOffset="4539.365">13302 1501,'14'12,"8"3,6-1,5-2,3-9,7-8,6-6,-6-2</inkml:trace>
  <inkml:trace contextRef="#ctx0" brushRef="#br0" timeOffset="10946.22">2955 1782,'-7'2,"-1"0,1 0,-1 1,1 0,0 1,0-1,0 1,0 0,1 1,0 0,0 0,0 0,0 1,1 0,0 0,0 0,1 0,-1 1,1 0,1 0,0 0,0 0,0 1,1-1,0 1,0 0,1-1,-1 7,2-3,1 0,0 0,1 0,0 0,1 0,0 0,0-1,2 1,-1-1,1 0,0 0,1-1,0 0,1 1,108 118,-93-106,44 54,-67-77,0 1,1-1,-1 0,1 1,-1-1,0 1,0-1,1 1,-1-1,0 1,0 0,1-1,-1 1,0 0,0 0,0-1,0 1,0 0,1 0,-1 0,0 0,0 0,0 0,0 0,0 0,1 1,-1-1,0 0,0 1,0-1,0 0,1 1,-1-1,0 1,1-1,-1 1,0-1,1 1,-1-1,0 1,1 0,-1 0,1-1,-1 1,1 0,0 0,-1-1,1 1,0 0,-1 0,1 0,0-1,0 1,0 0,0 0,0 0,0 0,0 0,0 0,0-1,0 1,0 0,-3-4,0-2,0 1,0 0,0-1,1 1,0-1,0 1,0-1,0 0,1 0,0 0,0 0,0 0,0-1,1 1,0 0,0 0,0 0,1 0,0 0,0-1,1-1,2-9,1 0,1 0,0 1,1 0,1 0,4-6,25-34,3 1,42-42,30-40,-100 121,-15 32,-7 33,2 0,3 0,1 0,3 0,2 1,2-1,2 0,2 0,4 6,2-5,-11-45,-3-11,-3-5</inkml:trace>
  <inkml:trace contextRef="#ctx0" brushRef="#br0" timeOffset="11204.576">3183 2050,'-14'-7,"0"-2,10 2,16 3,18 2,19 1,16-1,10-3,-8 0</inkml:trace>
  <inkml:trace contextRef="#ctx0" brushRef="#br0" timeOffset="11489.206">3891 2076,'34'34,"-2"1,-1 2,-2 1,-1 1,-2 2,17 23,-12-27,-29-37,-1 0,0-1,0 1,0 0,0-1,0 1,0-1,0 1,0-1,0 0,0 1,0-1,0 0,-1 0,1 1,0-1,0 0,-1 0,1 0,-1 0,1 0,-1 0,1 0,-1 0,1 0,-1 0,0 0,0-1,1 1,-1 0,0 0,0 0,0 0,0 0,-1 0,1-1,0 1,0-1,26-225,-24 221,-1 1,1-1,0 1,0 0,1 0,0 0,-1 0,2 0,-1 0,1 1,-1-1,1 1,0 0,4-2,11-7</inkml:trace>
  <inkml:trace contextRef="#ctx0" brushRef="#br0" timeOffset="11696.157">4479 2143,'-2'14,"-1"11,0 6,1 2,0 0,3-3,4-2,3-7,0-5</inkml:trace>
  <inkml:trace contextRef="#ctx0" brushRef="#br0" timeOffset="11917.57">4439 1956,'7'7,"6"2,2 0</inkml:trace>
  <inkml:trace contextRef="#ctx0" brushRef="#br0" timeOffset="12167.898">4720 2197,'0'15,"-3"11,1 3,-1-2,0-3,4-5,1-6</inkml:trace>
  <inkml:trace contextRef="#ctx0" brushRef="#br0" timeOffset="12456.219">4692 1849,'-4'-5,"2"4,3 1</inkml:trace>
  <inkml:trace contextRef="#ctx0" brushRef="#br0" timeOffset="12735.276">5014 1823,'2'2,"1"8,0 11,-1 11,-3 12,0 7,-2 6,1 1,1-1,-1-4,4-5,3-7,3-8,3-10,1-8,-1-10,-3-5</inkml:trace>
  <inkml:trace contextRef="#ctx0" brushRef="#br0" timeOffset="12736.276">4934 2076,'0'-4,"9"-2,12 0,14 2,14 3,13 4,12 2,7 1,-11 1</inkml:trace>
  <inkml:trace contextRef="#ctx0" brushRef="#br0" timeOffset="13066.087">6511 2290,'23'-2,"19"-1,13 0,13 1,10 1,4 0,0 2,-5 4,-9 3,-13 0,-17 2,-14-2</inkml:trace>
  <inkml:trace contextRef="#ctx0" brushRef="#br0" timeOffset="13614.814">7192 2036,'96'56,"-67"-43,-1 1,-7-5,1 1,-1 1,-1 0,0 2,-1 1,0 0,-1 1,4 5,-20-18,-1 0,1-1,0 1,-1 0,1 0,-1 0,0 0,1 0,-1 0,0 1,0-1,-1 0,1 0,0 1,-1-1,1 1,-1-1,0 0,0 1,0-1,0 1,0-1,0 1,-1-1,1 0,-1 1,0-1,0 0,0 1,0-1,0 0,0 0,-1 1,-8 6,0-1,0-1,0 0,-1-1,0 0,-1 0,1-1,-1-1,0 0,0 0,-1-1,-2 0,15-3,-107 22,92-22</inkml:trace>
  <inkml:trace contextRef="#ctx0" brushRef="#br0" timeOffset="14096.881">8329 2130,'-5'2,"-1"0,1 0,0 0,0 1,0 0,0 0,0 1,0-1,1 1,0 0,0 0,0 0,0 1,0 0,1-1,0 1,0 0,0 1,1-1,0 0,0 1,0-1,1 1,0 0,0-1,0 1,0 0,1 0,0 0,1-1,-1 1,1 0,0 0,0-1,1 1,0 0,0-1,0 0,0 1,1-1,0 0,0 0,1-1,-1 1,1 0,0-1,1 1,0-3,-1 1,0-1,1 0,0-1,-1 1,1-1,0 0,0 0,0 0,-1-1,1 1,0-1,0-1,0 1,0-1,0 1,0-2,-1 1,1 0,0-1,-1 0,5-2,4-2,-1-1,1 0,-1-1,0 0,-1-1,0 0,3-5,-5 4,0-2,0 1,-2-1,1 0,-1-1,-1 0,-1 0,0 0,0-2,-7 22,0-1,0 1,1 0,-1 0,2 0,-1 0,1 1,0-1,0 0,1 0,0 0,0 0,1 0,-1 0,2 0,-1-1,1 1,0-1,0 1,1-1,0 0,0 0,0-1,1 1,0-1,0 0,0 0,1-1,-1 0,6 4,17 5</inkml:trace>
  <inkml:trace contextRef="#ctx0" brushRef="#br0" timeOffset="14459.221">8904 2170,'0'7,"0"0,0 0,1 1,0-1,0 0,0 0,1-1,0 1,1 0,-1-1,1 1,0-1,1 0,0 0,0 0,0 0,1-1,-1 0,1 1,0-2,1 1,-1-1,1 0,0 0,0 0,1-1,-1 0,0 0,1-1,0 1,0-2,0 1,0-1,0 0,0 0,0-1,0 0,7 0,3-6,-1 0,0-1,0-1,0 0,-1-1,0-1,-1-1,0 0,0 0,-2-1,1-1,-1 0,-1-1,-1 0,2-3,-11 15,-1 2,1 1,-1-1,0 0,0 0,0 1,0-1,1 0,-1 1,0-1,0 0,1 0,-1 1,0-1,1 0,-1 0,0 0,1 1,-1-1,0 0,1 0,-1 0,0 0,1 0,-1 0,0 0,1 0,-1 0,0 0,1 0,-1 0,1 0,-1 0,0 0,1 0,-1 0,0 0,1-1,-1 1,0 0,1 0,-1 0,0-1,0 1,1 0,-1 0,0 0,0-1,1 1,-1 0,0-1,0 1,0 0,1-1,-1 1,0 0,0-1,0 1,0 0,0-1,0 1,0 0,0-1,0 1,0-1,0 1,0 0,0-1,0 1,0-1,2 28,-3-23,1 0,0 0,0 1,1-1,-1 0,1 0,0 0,0 0,0 0,1 0,-1 0,1 0,0 0,0 0,0-1,1 1,-1-1,1 0,0 1,0-1,1 0,71 33,-34-24</inkml:trace>
  <inkml:trace contextRef="#ctx0" brushRef="#br0" timeOffset="15063.206">9813 2237,'-11'-6,"1"0,-1 1,0 1,0-1,-1 2,1 0,-1 0,-6 0,14 2,0 1,0 0,0 0,0 0,0 0,0 1,1-1,-1 1,0 0,0 0,1 1,-1-1,0 1,1 0,0 0,-1 0,1 0,0 0,0 1,0-1,0 1,1 0,-1 0,1 0,0 0,0 0,-2 3,3-2,-1-1,1 0,0 1,0-1,0 1,0 0,1-1,0 1,-1-1,1 1,0 0,1-1,-1 1,1 0,0-1,-1 1,2-1,-1 1,0-1,1 0,-1 0,1 1,0-1,0 0,0 0,1-1,-1 1,1 0,-1-1,1 1,0-1,0 0,0 0,0 0,0-1,1 1,-1-1,0 1,1-1,-1 0,1 0,-1-1,1 1,0-1,-1 0,2 0,5 0,1 0,-1-1,0-1,0 1,0-2,0 1,0-2,0 1,-1-1,0-1,0 1,0-2,0 1,-1-1,0 0,0-1,0 0,-1 0,0-1,-1 0,1 0,-2-1,1 1,-1-1,0 0,-1-1,0 1,-1-1,0 0,0 0,-1 0,0 0,-1-1,6-42,-2 0,-3 0,-2 0,-6-50,-10 16,16 87,0-1,0 1,0-1,0 1,0-1,0 1,0-1,0 1,0-1,-1 1,1-1,0 1,0-1,0 1,-1-1,1 1,0-1,-1 1,1 0,0-1,-1 1,1 0,0-1,-1 1,1 0,-1-1,1 1,-1 0,1 0,-1-1,1 1,-1 0,1 0,-1 0,1 0,-1 0,1 0,-1 0,1 0,-1 0,1 0,-1 0,1 0,-1 0,1 0,-1 0,1 0,-1 1,1-1,-1 0,-10 25,6 4,2 0,1 1,1-1,2 0,1 1,1-1,2 0,1-1,1 1,6 14,-6-21,1 0,1-1,1 0,1-1,0 0,2-1,12 15,-20-27,1 0,-1-1,2 0,-1 0,0-1,1 1,0-1,0-1,1 0,-1 0,1 0,0-1,0 0,0 0,0-1,1 0,-1-1,1 1,-1-2,1 1,-1-1,4-1,-2-1,-1-1,0 0,0-1,0 0,-1 0,1-1,-1 0,0-1,-1 0,1 0,-1 0,0-1,-1 0,1 0,-2-1,1 0,-1 0,0 0,0-1,-1 1,-1-1,1 0,-1 0,-1-1,0 1,0-1,-1 1,0-1,0 1,-1-1,0 1,-1-1,0 0,-1 1,-2-8,4 16,0 0,0-1,0 1,0 0,0 0,0 0,0 0,0 0,0 0,-1-1,1 1,0 0,-1 0,1 0,-1 0,0 0,1 0,-1 0,0 0,1 1,-1-1,0 0,0 0,0 0,0 1,0-1,0 0,0 1,0-1,0 1,0 0,0-1,0 1,0 0,0-1,0 1,0 0,0 0,-1 0,1 0,0 0,0 0,0 0,0 0,0 1,-1-1,1 0,0 1,0-1,0 1,0-1,0 1,0 0,0-1,0 1,1 0,-1-1,0 1,0 0,-1 3,0 0,0 0,0 0,0 0,1 0,-1 0,1 0,0 1,1-1,-1 0,1 1,0-1,0 1,0-1,0 0,1 1,0-1,0 0,0 1,0-1,1 0,0 0,0 0,0 0,0 0,0-1,2 3,3 3,1 0,-1 0,2-1,-1 0,1 0,0-1,1 0,0-1,10 6,7 0,1-1,0-1,1-1,24 4,35 4</inkml:trace>
  <inkml:trace contextRef="#ctx0" brushRef="#br0" timeOffset="15750.992">11978 2130,'-15'-4,"-1"0,0 2,0-1,0 2,0 0,0 2,0-1,0 2,0 0,0 1,1 0,-1 1,1 1,0 1,-10 5,23-11,1 0,-1 0,0 1,1-1,-1 1,1 0,-1-1,0 1,1 0,-1 0,1 0,0 0,-1 0,1 0,0 1,0-1,0 0,0 1,0-1,0 0,0 1,0-1,0 1,1 0,-1-1,1 1,-1 0,1-1,-1 1,1 0,0-1,0 1,0 0,0-1,0 1,0 0,1 0,-1-1,1 1,-1 0,1-1,-1 1,1-1,0 1,0-1,0 1,0-1,0 1,0-1,0 1,11 2,0 0,1 0,-1-1,0-1,1 0,0-1,-1 0,1-1,0 0,-1-1,1-1,1 0,-1 1,0 0,-1 0,1-2,-1 1,1-2,-1 0,0 0,0-1,-1 0,1-1,-1 0,0-1,-1-1,0 1,0-2,-1 1,0-1,7-8,-6-11,-10 28,1 0,-1-1,0 1,0-1,0 1,1 0,-1-1,0 1,0 0,0-1,0 1,0-1,0 1,0-1,0 1,0 0,0-1,0 1,0-1,0 1,0 0,0-1,0 1,0-1,0 1,-1 0,1-1,0 1,0-1,-1 1,1 0,0-1,0 1,-1 0,1 0,0-1,-1 1,1 0,0 0,-1-1,1 1,0 0,-1 0,1 0,-1 0,1 0,0-1,-1 1,1 0,-1 0,1 0,-1 0,1 0,0 0,-1 0,1 0,-1 1,1-1,0 0,-1 0,1 0,-3 2,1 0,0 0,0 0,0 0,1 1,-1-1,0 1,1-1,0 1,-1-1,1 1,0 0,0 0,1 0,-1-1,0 1,1 0,0 0,0 0,0 0,0 0,0 0,0 0,1 0,0-1,-1 1,1 0,0 0,0-1,1 1,-1 0,1-1,4 5,0 0,1-1,1 0,-1-1,1 0,0 0,0 0,0-1,0 0,1-1,0 0,-1 0,1-1,1 0,-1 0,0-1,0-1,0 1,1-2,-1 1,0-1,9-2,-8 2,1-1,0 0,-1 0,1-2,-1 1,0-1,0 0,-1-1,1 0,-1-1,0 0,0 0,-1-1,0 0,0-1,0 0,-1 0,0-1,-5 7,13-13,-6 27,-12 236,2-16,1-209</inkml:trace>
  <inkml:trace contextRef="#ctx0" brushRef="#br0" timeOffset="16012.295">12500 1931,'-2'-4,"1"-1,6 3,8 1,9 6,1 2</inkml:trace>
  <inkml:trace contextRef="#ctx0" brushRef="#br0" timeOffset="16559.518">12781 2183,'-2'5,"0"0,1 1,0-1,0 0,1 1,-1-1,1 1,0-1,1 1,-1-1,1 1,0-1,0 0,1 1,0-1,0 0,0 0,0 0,1 0,0-1,0 1,0-1,0 1,1-1,0 0,0-1,0 1,0 0,0-1,1 0,0 0,-1-1,1 1,0-1,1 0,-1-1,1 0,-1 0,1-1,-1 1,1-1,-1-1,1 1,-1-1,0 0,1 0,-1 0,0-1,1 0,-1 0,0 0,-1-1,1 0,0 0,-1 0,1 0,-1-1,0 1,0-1,0 0,-1-1,1 1,0-2,9-14,0 0,-2-1,0 0,-1-1,3-14,-11 33,-2 1,0 0,0 1,0-1,1 0,-1 1,0-1,1 0,0 1,-1-1,1 1,0-1,0 1,0-1,0 1,0 0,0-1,0 1,0 0,0 0,1 0,-1 0,0 0,1 0,-1 0,1 0,-1 1,1-1,0 1,-1-1,1 1,-1-1,1 1,0 0,-1 0,1 0,0 0,1 0,55 24,-57-23,1 1,-1-1,1 1,-1 0,0-1,0 1,0 0,0 0,0-1,0 1,0 0,-1 0,1 0,0 0,-1 0,0 0,0 1,1-1,-1 0,0 0,-1 0,1 0,0 0,-1 0,1 0,-1 0,1 0,-1 0,0 1,0-1,0 1,0 0,1 0,-1 0,1 0,0-1,0 1,0 0,0 0,0 0,1 0,0 0,-1 0,1-1,0 1,0 0,1 1,3-1,0 0,0 0,0 0,0 0,1-1,0 0,-1 0,1-1,0 0,-1 1,1-2,0 1,0-1,0 0,0 0,0-1,3 0,0 1,-1-1,0 0,1 0,-1-1,0 0,1 0,-1-1,-1 0,1-1,0 1,5-5,5-5</inkml:trace>
  <inkml:trace contextRef="#ctx0" brushRef="#br0" timeOffset="17664.326">13516 2090,'8'4,"-1"1,0 0,-1 1,1 0,-1 0,0 0,-1 0,0 1,0 0,0 1,-1-1,0 1,0-1,-1 1,0 0,0 0,-1 1,0-1,0 1,-1 3,-1-10,0 0,0 0,0-1,0 1,0 0,0-1,0 1,1 0,-1-1,0 1,1 0,0-1,-1 1,1-1,0 1,0-1,-1 1,1-1,1 0,-1 1,0-1,0 0,0 0,1 0,-1 0,0 0,1 0,-1 0,1 0,-1 0,1-1,-1 1,1-1,0 1,-1-1,1 0,0 0,-1 1,1-1,0 0,0 0,-1-1,1 1,0 0,0-1,16-7,0 0,0-2,-1 0,0-1,-1 0,-1-1,0-1,0-1,-1 0,-1-1,0 0,0-3,21-21,-32 69,-3-26,0 1,1-1,0 1,0-1,0 1,0-1,0 1,1-1,0 1,0-1,0 1,1-1,-1 0,1 0,0 0,0 0,0 0,1 0,0 0,-1-1,1 1,0-1,1 0,-1 0,1 0,-1 0,2 0,15 6,0-2,0 0,1-1,0 0,0-2,0-1,0 0,1-2,1 0,11 1,1 0,0-2,0-2,-1-1,1-1,0-3,-29 5,1 0,-1 0,0-1,1 1,-1-2,-1 1,1-1,0 1,-1-2,0 1,3-3,-7 5,1 1,-1-1,0 1,0-1,0 1,0-1,0 0,0 1,0-1,-1 0,1 0,0 0,-1 0,0 1,1-1,-1 0,0 0,0 0,0 0,0 0,-1 0,1 0,0 0,-1 0,1 1,-1-1,0 0,1 0,-1 1,0-1,0 0,0 1,0-1,-1 1,1-1,0 1,-1 0,1-1,-1 1,1 0,-2-1,-6-3,-1-1,0 2,0-1,0 1,0 1,-1 0,1 0,-1 1,0 1,0 0,1 0,-1 1,0 0,0 1,0 0,1 1,-1 0,-7 3,11-3,1 1,-1 0,0 0,1 0,0 1,0 0,0 0,0 1,1 0,0 0,-3 3,6-6,1 0,-1 0,1 0,-1 0,1 0,0 0,-1 0,1 1,0-1,1 0,-1 1,0-1,1 1,-1-1,1 1,0-1,0 1,0-1,0 1,0-1,1 1,-1-1,1 1,-1-1,1 0,0 1,0-1,0 0,0 1,1-1,-1 0,0 0,1 0,0 0,6 5,1-1,0-1,0 1,0-2,1 1,-1-1,1 0,0-1,1 0,-1-1,0 0,1-1,-1 0,1 0,-1-1,1-1,5-1,3 1,-1-2,1 0,-1-1,0-1,-1-1,16-7,-31 12,-1 0,0 1,0-1,0 0,0 1,1-1,-1 1,0 0,0-1,1 1,-1 0,0 0,0 0,1 0,-1 0,0 0,1 0,-1 0,0 1,1-1,-1 0,0 1,0-1,0 1,1 0,-1-1,0 1,0 0,0-1,0 1,0 0,0 0,0 0,-1 0,1 0,0 0,0 0,-1 0,1 1,0-1,-1 0,0 0,1 0,-1 1,0-1,1 0,-1 1,0-1,0 0,0 0,0 1,0-1,0 0,-1 1,1 0,2 19,-1 1,-1-1,-1 0,-1 1,-1-1,-1 0,-1 0,-4 11,9-30,-1 0,0 0,0 1,1-1,-1 0,-1 0,1 0,0 0,0 0,-1-1,1 1,-1 0,0-1,1 1,-1-1,0 1,0-1,0 0,0 0,0 1,0-2,0 1,0 0,-1 0,1-1,0 1,0-1,-1 0,1 1,0-1,-1 0,1 0,0-1,0 1,-1 0,1-1,0 0,0 1,-1-1,1 0,0 0,0 0,0 0,0-1,-5-3,0-1,0 0,0 0,1 0,0-1,0 0,1 0,0-1,0 1,1-1,0 0,0-1,1 1,0 0,0-4,2 10,1 0,0-1,-1 1,1-1,0 1,1 0,-1-1,0 1,1 0,-1-1,1 1,0 0,0-1,0 1,0 0,0 0,0 0,1 0,-1 0,1 0,-1 0,1 0,0 1,-1-1,1 1,0-1,0 1,0 0,2-1,67-26,-69 27,52-14,-22 9,0-2,0-1,-1-2,0-1,-1-1,-1-2,0-1,-1-1,0-1,-2-2,15-14,-39 33,-1 1,0-1,1 1,-1-1,0 0,0 0,0 0,1 0,-1 0,0 0,0 0,-1 0,1 0,0 0,0 0,0-1,-1 1,1 0,-1-1,1 1,-1 0,1-1,-1 1,0-1,0 1,0 0,0-1,0 1,0-1,0 1,0-1,0 1,-1 0,1-1,0 1,-1-1,1 1,-1 0,0 0,1-1,-1 1,0 0,0 0,0 0,0 0,0 0,0-1,-6 2,1 0,-1 0,1 0,0 1,-1 0,1 0,0 1,0 0,-1 0,1 0,1 1,-1-1,0 2,1-1,-1 1,1-1,0 1,0 1,1-1,-1 1,1-1,0 2,0-1,1 0,0 1,-1-1,2 1,-1 0,1 0,0 0,0 0,0 0,1 1,0-1,0 0,1 1,0-1,0 0,1 1,-1 0,3 0,1 1,0-1,0 0,0 0,1 0,0-1,0 1,0-1,1 0,0-1,1 0,-1 0,1 0,0 0,0-1,0 0,0-1,1 0,0 0,-1 0,1-1,0-1,0 1,1-1,152 22,-80-18</inkml:trace>
  <inkml:trace contextRef="#ctx0" brushRef="#br0" timeOffset="18744.465">16404 2304,'2'-32,"2"0,1 0,1 1,2 0,1 0,2 0,1 2,1-1,6-8,9-5,-28 42,1 1,-1-1,1 0,-1 0,1 0,0 1,-1-1,1 0,0 1,-1-1,1 0,0 1,0-1,0 1,-1-1,1 1,0 0,0-1,0 1,0 0,0 0,0-1,0 1,0 0,0 0,0 0,0 0,0 0,0 0,0 1,-1-1,1 0,0 0,0 1,0-1,0 0,0 1,0-1,-1 1,1-1,0 1,0 0,-1-1,1 1,0 0,-1-1,1 1,0 0,4 10,0 1,-1-1,0 1,-1 0,0 0,-1 0,0 0,-1 0,0 7,-1-17,0 58,0-61,0 1,0 0,0 0,0-1,0 1,0 0,0 0,0-1,0 1,0 0,0 0,0-1,0 1,0 0,0 0,0-1,-1 1,1 0,0 0,0 0,0-1,0 1,0 0,0 0,-1 0,1-1,0 1,0 0,0 0,-1 0,1 0,0 0,0-1,0 1,-1 0,1 0,0 0,0 0,-1 0,1 0,0 0,0 0,-1 0,1 0,0 0,0 0,-1 0,1 0,0 0,0 0,0 0,-1 0,1 0,0 1,1-7,1 1,-1-1,2 1,-1 0,0 0,1 0,0 0,0 0,1 0,-1 1,1 0,0 0,0 0,0 0,1 0,-1 1,1 0,0 0,5-2,-8 3,0 0,1 0,-1 0,1 0,-1 0,1 1,0 0,0-1,0 1,0 0,-1 0,1 1,1-1,-1 0,0 1,0 0,0 0,0 0,0 0,0 0,0 1,0-1,0 1,0 0,0 0,0 0,0 0,0 1,0-1,-1 1,1-1,-1 1,1 0,-1 0,0 0,1 0,-1 1,0-1,0 2,6 38,-8-39,0 1,0-1,0 1,0-1,1 0,-1 1,1-1,0 1,0-1,1 0,-1 0,0 0,1 0,0 0,0 0,0 0,0 0,0-1,1 1,-1-1,1 1,-1-1,1 0,0 0,0 0,0-1,0 1,2 0,2 0,0-1,0 1,0-1,0 0,0-1,1 1,-1-2,0 1,0-1,0 0,0 0,0-1,0 0,0 0,0-1,4-2,-7 4,0-1,0-1,-1 1,1 0,0-1,-1 0,0 0,0 0,0 0,0-1,0 1,0-1,-1 1,0-1,1 0,-2 0,1 0,0 0,-1-1,0 1,0 0,0-1,0 1,-1-1,0 1,1 0,-2-3,1 4,-1 0,1-1,-1 1,0 0,0-1,0 1,-1 0,1 0,-1 0,1 0,-1 0,0 0,0 1,-1-1,1 0,-1 1,1 0,-1 0,1 0,-1 0,0 0,0 0,0 1,0-1,-1 1,1 0,0 0,0 0,-1 0,1 1,-1-1,1 1,-2 0,-1 0,1-1,-1 1,0 1,1-1,-1 1,1 0,-1 0,1 1,0-1,-1 1,1 1,0-1,0 1,0-1,1 2,-1-1,1 0,-1 1,1 0,-1 2,2-4,1 1,0 1,0-1,0 0,0 0,0 1,1-1,-1 1,1-1,0 1,0 0,1 0,-1-1,1 1,0 0,0 0,0-1,0 1,1 0,-1 0,1-1,0 1,0 0,0-1,1 1,-1-1,1 1,0-1,0 0,0 0,1 0,-1 0,0 0,1 0,0-1,0 1,0-1,0 0,0 0,0 0,4 1,21 7,0-5</inkml:trace>
  <inkml:trace contextRef="#ctx0" brushRef="#br0" timeOffset="19001.815">17019 1796,'-18'0,"-9"2,-1 3,1 4,5 3,9 4,7-3</inkml:trace>
  <inkml:trace contextRef="#ctx0" brushRef="#br0" timeOffset="19172.358">17086 2143,'4'16,"4"5,6 0,6-5,10-4,8-5,10-3,-5-3</inkml:trace>
  <inkml:trace contextRef="#ctx0" brushRef="#br0" timeOffset="20829.395">17700 2077,'-46'-7,"0"3,0 2,0 1,-15 4,58-3,0-1,1 1,-1 0,0 0,1 1,-1-1,1 1,-1-1,0 1,1 0,-1 0,1 0,0 0,-1 0,1 0,0 1,0-1,-1 1,1 0,1 0,-1 0,0 0,0 0,1 0,-1 0,1 0,-1 0,1 2,2-2,0 0,0 0,1 0,-1 0,1 0,0 0,-1-1,1 1,0 0,0-1,0 0,0 1,0-1,0 0,1 0,-1 0,0 0,0-1,1 1,-1 0,1-1,-1 0,1 0,15 4,-1-2,1 0,0-1,-1-1,1-1,0 0,-1-2,1 0,-1 0,1-2,-1 0,-1-1,1-1,-1 0,0-1,3-4,17-16,-33 57,-8 241,6-269,-1-1,0 1,1 0,-1 0,0 0,0 0,0 0,0 0,1 0,-1 0,0 0,-1 0,1 0,0 0,0-1,0 1,0 0,-1 0,1 0,0 0,-1 0,1 0,-1-1,1 1,-1 0,0 0,1-1,-1 1,0 0,1-1,-1 1,0 0,0-1,1 1,-1-1,0 0,0 1,0-1,0 0,0 1,0-1,1 0,-1 0,0 0,0 0,0 0,0 0,0 0,0 0,0 0,0 0,0 0,0-1,0 1,0 0,1-1,-1 1,0 0,0-1,0 1,1-1,-1 0,0 1,0-1,1 0,-1 1,1-1,-1 0,0 0,-3-6,0 0,1 0,-1-1,1 1,1-1,0 1,0-1,0 0,1 0,0 0,1 0,-1 0,2 0,-1 0,1 0,0 0,1 0,0 1,0-1,3-6,3 2,0 1,1 1,0 0,1 0,0 1,1 0,0 1,0 0,1 1,0 0,0 0,0 2,1-1,0 2,0 0,9-2,4-3,-7 2,-10 5,0-1,-1 0,0 0,1-1,-1 0,-1 0,1-1,-1 0,1-1,-2 1,1-1,2-3,-9 8,1 1,0-1,-1 0,1 1,-1-1,1 0,-1 0,1 1,-1-1,0 0,1 0,-1 0,0 0,0 1,1-1,-1 0,0 0,0 0,0 0,0 0,0 0,0 0,-1 0,1 1,0-1,0 0,-1 0,1 0,0 0,-1 1,1-1,-1 0,1 0,-1 1,1-1,-1 0,0 1,1-1,-1 1,0-1,1 0,-1 1,0 0,0-1,0 1,1-1,-1 1,0 0,0 0,0-1,0 1,0 0,0 0,0 0,-52-2,47 3,1 1,-1-1,1 1,-1 0,1 1,0-1,0 1,0 0,0 0,1 0,-1 1,1 0,0 0,0 0,0 0,1 1,-1-1,1 1,0 1,1-3,0 0,1 0,-1 0,1 1,0-1,0 0,1 1,-1-1,0 1,1-1,0 1,0-1,0 1,0-1,1 1,-1-1,1 1,0-1,0 0,0 1,1-1,-1 0,1 0,-1 0,1 0,0 0,0 0,1-1,-1 1,1 0,1 1,10 4,-1 0,1 0,1-1,-1-1,1-1,0 0,0-1,1 0,-1-2,1 1,0-2,-1 0,1-1,3-1,100-12,-115 13,1-2,-1 1,0 0,0-1,1 0,-1 0,0 0,-1-1,1 1,0-1,-1 0,1 0,-1 0,0 0,0-1,0 1,-1-1,1 0,-1 0,0 0,0 0,0 0,0 0,0-3,-2 5,1 0,-1 0,0 0,0 0,0-1,0 1,-1 0,1 0,-1 0,1 0,-1 0,1 0,-1 0,0 0,0 0,0 1,0-1,0 0,-1 1,1-1,0 0,-1 1,0-1,1 1,-1 0,0 0,1 0,-1-1,0 1,0 1,0-1,0 0,0 0,0 1,-2-1,-75-9,77 10,-1-1,0 1,1-1,-1 1,0 0,0 0,1 0,-1 1,0-1,1 1,-1-1,0 1,1 0,-1 0,1 0,-1 0,1 0,0 1,-1-1,1 1,0-1,0 1,0 0,0 0,1 0,-1 0,0 0,1 1,-1-1,1 0,0 1,0-1,0 1,0-1,0 1,0 0,1-1,-1 1,1 0,0-1,0 1,0 0,0 2,4 0,1 1,-1 0,1-1,0 0,0 0,1 0,0-1,-1 0,1 0,1 0,-1-1,1 0,-1 0,1-1,0 1,0-2,0 1,0-1,0 0,0 0,0-1,0 0,4 0,33 22,-42-20,0 0,0 0,1 0,-1 0,1 0,-1-1,1 1,0-1,-1 0,1 0,0 0,0 0,0 0,0-1,0 1,0-1,2 0,5-2,-1-1,1 0,-1-1,0 0,0-1,0 1,-1-2,1 1,-1-1,-1-1,1 1,-1-1,0 0,-1-1,1 0,-2 0,1 0,0-2,16-29,-1 0,-2-2,-2 0,-1-1,-3 0,-1-1,-2 0,-2-1,-6 33,10-43,-2-1,-3 0,-1-11,-6 65,1 0,-1-1,1 1,-1 0,0 0,1 0,-1 0,0 0,0-1,0 1,0 0,0 0,0 0,0 0,0-1,-1 1,1 0,0 0,-1 0,1 0,0 0,-1 0,0 0,1 0,-1 0,0 0,1 0,-1 0,0 0,0 0,0 1,0-1,0 0,0 1,0-1,0 0,0 1,0-1,0 1,0 0,0-1,0 1,0 0,-1 0,1 0,0-1,0 1,-8 7,1 0,1 1,-1 0,1 0,1 0,-1 1,1 0,1 0,0 1,0-1,1 1,0 0,0 4,-3 6,1 1,0 0,2 1,1-1,0 1,2-1,0 1,2 0,0 0,1-1,2 1,0-1,4 11,11 30,3-2,2 0,30 52,-25-62,-41-83,-19-18,-2 2,-3 1,-1 1,-3 3,-34-30,73 72,-14-15,15 17,0 1,0-1,1 0,-1 0,0 0,0 0,1 0,-1 0,0 0,0 0,0 0,1 0,-1 0,0 0,0 0,1 0,-1 0,0 0,0 0,1 0,-1 0,0 0,0 0,0 0,1 0,-1 0,0 0,0-1,0 1,1 0,-1 0,0 0,0 0,0-1,0 1,1 0,-1 0,0 0,0-1,0 1,0 0,0 0,0 0,0-1,0 1,0 0,0 0,0-1,0 1,0 0,0 0,0-1,0 1,0 0,0 0,0 0,0-1,0 1,0 0,0 0,0-1,0 1,0 0,-1 0,1 0,171 51,-100-29,1-4,1-2,35 0,-96-15,-19-4,-20-2,19 4,-57-1,63 3,0-1,0 1,0 0,1-1,-1 1,0 0,0 0,1 0,-1 0,0 0,1 1,-1-1,1 0,0 1,-1-1,1 1,0-1,0 1,0 0,0 0,0-1,0 1,1 0,-1 0,1 0,-1 0,1 0,0 0,-1 0,1 0,0 0,-1 1,1 0,-1 0,1 0,-1 0,1 0,0 0,0 0,0 0,1 0,-1 0,1 0,-1 0,1-1,0 1,0 0,1 0,-1-1,0 1,1 0,-1-1,1 0,0 1,0-1,0 0,0 0,1 0,-1 0,0 0,1 0,-1-1,1 0,0 1,-1-1,1 0,0 0,0 0,3 0,175-4,-89-10,-65 5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9:13.31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15 546,'-13'26,"13"-26,0 1,-1-1,1 1,0-1,0 1,0-1,0 1,-1-1,1 0,0 1,0-1,0 1,0-1,0 1,0-1,0 1,0-1,0 1,0-1,1 1,-1-1,0 1,0-1,0 1,0-1,1 0,-1 1,0-1,0 1,1-1,-1 0,0 1,1-1,-1 0,1 1,-1-1,0 0,1 0,-1 1,1-1,-1 0,1 0,-1 0,0 0,1 1,-1-1,1 0,-1 0,1 0,-1 0,1 0,-1 0,1 0,0-1,7-1,0-1,1 0,-1 0,0-1,-1 0,1-1,-1 0,1 0,-1 0,-1-1,1 0,-1-1,2 0,15-12,-2 0,-1-2,0 0,-2-1,0-1,-1-1,-2 0,-1-1,0-1,-2 0,-1-1,-1 0,5-23,-14-47,-2 93,1 0,-1 1,0-1,-1 0,1 1,0-1,-1 1,0-1,0 1,0 0,0-1,-1 1,1 0,-1 1,1-1,-1 0,0 1,0 0,-1-1,1 1,0 0,-1 1,-1-2,0 3,0 0,0 0,0 0,1 0,-1 1,0 0,0 0,1 0,-1 1,1-1,-1 1,1 0,0 0,-1 1,1-1,0 1,1 0,-1 0,0 1,1-1,0 1,0-1,0 1,0 0,1 0,-1 0,1 1,-2 3,-9 18,1 1,2 0,0 0,2 1,1 0,1 1,1-1,2 1,1 0,1 0,1 0,2 2,0-3,1 0,1 1,1-1,2-1,1 1,1-1,7 14,-10-29,-1 0,1-1,1 0,0 0,1 0,0-1,1 0,0 0,0-1,1-1,0 1,0-2,1 1,0-1,1-1,-1 0,8 2,-7-4,0-2,0 1,0-1,1-1,-1 0,0-1,0 0,1-1,-1 0,0-1,0-1,0 0,0 0,0-1,-1-1,0 0,8-4,0-2,-1 0,0-1,-1 0,0-1,-1-1,-1-1,0-1,-1 0,10-14,-19 23,0 0,0 0,0 0,-1 0,-1-1,1 0,-1 1,0-1,-1-1,0 1,1-8,-3 14,-1-1,0 1,0 0,0 0,0 0,0 0,0 0,-1 0,1 0,-1 0,1 1,-1-1,0 1,1-1,-1 1,0-1,0 1,0 0,0 0,0 0,-1 0,1 0,0 1,0-1,0 1,-1-1,1 1,0 0,-1 0,1 0,0 0,-1 0,1 0,0 1,0-1,-1 1,1 0,0-1,0 1,0 0,-1 1,-10 3,0 0,-1 1,2 1,-1 0,1 1,0 1,1-1,0 2,0 0,1 0,0 1,1 0,0 0,1 1,0 0,1 1,0 0,-2 8,7-19,1 1,-1 0,1-1,0 1,0 0,0 0,0 0,0 0,0 0,1 0,0 0,-1 0,1 0,0 0,1 1,-1-1,0 0,1 0,0 0,0 0,0 0,0-1,0 1,0 0,1 0,-1-1,1 1,0-1,0 1,0-1,0 0,0 0,1 0,-1 0,1 0,-1 0,1-1,0 1,7 0,0 0,0 0,0-1,0-1,0 0,1 0,-1-1,0 0,0-1,0 0,0-1,-1 0,1 0,-1-1,1 0,-1-1,0 0,-1 0,1-1,-1 0,0-1,-1 1,1-2,-1 1,-1-1,2-1,-4 3,0-1,0 1,0-1,-1 1,0-1,0 0,0 0,-1 0,0-1,-1 1,0-1,0 1,0 0,-1-4,2 70,0-52,1 0,0 0,0 0,1 0,0-1,0 1,1-1,0 0,0-1,0 1,0-1,1 0,0 0,0-1,0 1,1-1,0-1,-1 1,1-1,1 0,-1-1,0 0,5 1,13 3,0-2,1 0,0-2,0-1,0-1,6-1,54-5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9:18.28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292 575,'-16'-8,"0"2,-1 0,0 0,-1 2,1 0,-1 1,1 1,-1 1,0 0,-6 2,18 0,1 1,0-1,0 2,0-1,0 0,1 1,-1 0,1 0,-1 0,1 1,0-1,0 1,1 0,-1 0,1 0,0 1,0-1,0 1,1 0,-1 0,1 0,0 0,1 0,-1 0,1 0,0 1,1-1,-1 0,1 1,0-1,0 0,0 1,1-1,0 0,0 1,0-1,1 0,0 0,0 0,0 0,1 0,-1 0,1-1,0 1,3 2,0 1,1-1,-1 0,1-1,1 0,-1 0,1 0,0-1,0 0,1-1,-1 1,1-2,0 1,0-1,0-1,0 1,1-2,-1 1,1-1,-1-1,1 0,-1 0,1-1,0 0,-1 0,0-1,1-1,-1 0,0 0,0 0,-1-1,1 0,-1-1,5-3,3-2,-1-1,0 0,0-1,-2-1,1 0,-2-1,0 0,0-1,-1 0,-1-1,-1 0,0-1,-1 0,-1 0,0 0,-2-1,0 0,-1-1,0 1,-2-1,1-11,0-7,-1 0,-2 0,-1-1,-2 1,-2 0,-1 1,-11-35,15 62,-1 0,0 1,0-1,-1 0,0 1,0 0,-1 0,0 0,-1 1,-1-3,4 9,1 0,0 0,0 0,-1 0,1 1,0-1,-1 0,1 1,-1 0,1-1,-1 1,1 0,-1 0,1 1,-1-1,1 0,0 1,-1 0,1-1,0 1,-1 0,1 0,0 0,0 1,0-1,0 0,0 1,0-1,0 1,0 0,0 0,1 0,-1-1,1 2,0-1,-1 0,1 0,0 0,0 0,0 1,1-1,-1 1,0-1,1 0,-16 33,2 0,1 0,2 1,1 0,2 1,1 0,2 1,2 4,-1-7,2-1,1 1,2 0,2-1,1 1,1-1,3 5,-4-25,0-1,1 1,0-1,1 0,0 0,1 0,1-1,0 0,0-1,1 0,1 0,0 0,0-2,1 1,0-1,1-1,0 0,7 3,-9-6,0 0,0-1,0-1,1 0,0 0,0-1,0 0,0-1,0 0,0-1,0 0,0-1,0 0,0-1,0 0,-1-1,1 0,0 0,-1-1,0-1,0 0,0 0,-1-1,0 0,0 0,0-1,-1-1,0 1,0-1,-1-1,0 1,1-3,-1 1,0 1,-1-1,0 0,0 0,-1 0,-1-1,0 0,0 0,-1 0,-1 0,0 0,0-1,-1 1,0-1,-1 1,-1-1,0 1,0-1,-1 1,-1 0,1-1,-2 1,4 9,-1 1,0-1,1 0,-1 0,0 1,0-1,0 0,0 1,0-1,0 1,-1-1,1 1,0 0,-1-1,1 1,-1 0,1 0,-1 0,0 0,1 0,-1 1,0-1,0 1,0-1,1 1,-1-1,0 1,0 0,0 0,0 0,0 0,0 0,1 0,-1 0,0 1,0-1,0 1,0-1,1 1,-1 0,0 0,1 0,-1 0,0 0,1 0,-1 0,1 0,0 1,-1-1,1 1,0-1,0 1,-1 0,0 2,-1 1,1-1,-1 1,1 0,1 0,-1 0,1 0,-1 0,2 0,-1 0,0 1,1-1,0 0,0 0,1 1,-1-1,1 0,0 0,1 0,-1 0,1 0,0 0,0 0,1-1,2 4,0 1,1 0,1-1,0 0,0-1,0 0,1 0,0 0,0-1,1 0,0-1,0 0,8 3,52 16,-1-7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9:21.09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0 257,'16'2,"14"1,18 0,15-1,12 0,7-1,3-1,-3 3,-9 0,-15 2,-18 0</inkml:trace>
  <inkml:trace contextRef="#ctx0" brushRef="#br0" timeOffset="276.263">174 457,'23'2,"20"1,20 0,17-3,11-4,3-5,0-4,-8-4,-17 1</inkml:trace>
  <inkml:trace contextRef="#ctx0" brushRef="#br0" timeOffset="542.596">788 2,'-15'0,"11"-1,-1 1,1 0,0 0,-1 0,1 0,-1 1,1-1,0 1,-1 1,1-1,0 0,0 1,0 0,0 0,3-1,0 0,1-1,-1 1,1 0,-1 0,1 0,-1 0,1 0,0-1,0 1,-1 0,1 0,0 0,0 0,0 0,0 0,0 0,0 0,0 0,0 0,1 0,-1 0,0 0,0 0,1 0,-1 0,1 0,-1-1,1 1,-1 0,1 0,-1 0,1-1,0 1,-1 0,1-1,0 1,0-1,0 1,0 0,12 10,1-1,0 0,0-1,1-1,0 0,0-1,1-1,0 0,15 3,-12-3,200 58,-117-36,-2 4,19 12,-111-43,-1 2,1-1,-1 1,0 0,0 0,-1 1,1 0,-1 0,1 1,-1 0,-1 0,1 0,-1 0,0 1,0 0,0 0,-1 1,0-1,0 1,-1 0,0 0,0 0,-1 0,1 4,-3-4,-1 0,-1 0,1 1,-1-1,-1 0,1 0,-1 0,0-1,-1 1,1-1,-1 0,-1 0,1 0,-1 0,0-1,0 1,-1-1,-34 30,-1-2,-2-2,-1-2,-1-2,-1-2,-40 16,68-33,-65 32,18-9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9:19.92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108 241,'0'19,"-3"16,-2 15,-3 11,-3 8,-1 1,-1-3,-1-8,3-11,2-15</inkml:trace>
  <inkml:trace contextRef="#ctx0" brushRef="#br0" timeOffset="310.16">0 1,'83'115,"5"-3,69 66,-122-141,8 7,-2 1,-1 3,-3 1,-2 1,20 41,-52-87,0 0,0 0,0 0,-1 0,0 1,0-1,0 1,0 0,-1-1,0 1,0 0,0 0,-1 0,1 0,-1 0,0 0,-1 0,1-1,-1 1,0 0,0 0,-1 0,1-1,-1 1,0 0,0-1,0 0,-1 1,0-1,0 0,0 0,0-1,0 1,-1-1,-3 3,-16 3,-1 0,0-1,0-2,-1 0,1-2,-1-1,0-1,-1 0,-18-3,22 1,-218-1,220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9:18.79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175 0,'-10'65,"2"1,4 0,3 0,5 52,0-16,5 1,4-2,6 8,-18-101,-1 0,1 0,1 0,0 0,0 0,0-1,1 1,0-1,1 0,-1 0,1 0,1 0,-1 0,1-1,1 0,-1 0,1-1,0 1,0-1,0 0,1-1,0 0,0 0,0 0,0-1,0 0,6 1,1-3,0-2,1 0,-1 0,0-1,0-1,0-1,0 0,0 0,-1-2,0 0,0 0,-1-1,1 0,-1-1,-1-1,0 0,0 0,0-1,-2-1,1 0,-1 0,-1-1,3-4,16-35,-31 43,-6 23,6-5,0 0,0 0,1 0,1 0,0 1,0-1,1 1,0 0,1-1,0 1,1 0,1 2,-2-8,1-1,0 0,0 1,0-1,1 0,-1 1,1-1,0 0,0 0,1-1,-1 1,1 0,0-1,0 1,0-1,0 0,1 0,-1 0,1-1,-1 1,1-1,0 0,0 0,0 0,1 0,-1-1,0 0,1 0,-1 0,1 0,35-1,-3-5</inkml:trace>
  <inkml:trace contextRef="#ctx0" brushRef="#br0" timeOffset="270.349">843 481,'-20'-2,"-14"-3,-10-1,-9 1,4 1</inkml:trace>
  <inkml:trace contextRef="#ctx0" brushRef="#br0" timeOffset="529.21">1 374,'18'0,"20"0,19 0,21 0,17-2,13-1,6-2,0-1,-10 2,-24 1</inkml:trace>
  <inkml:trace contextRef="#ctx0" brushRef="#br0" timeOffset="847.872">1124 816,'8'100,"-5"1,-4 1,-4-1,-17 81,22-175,-23 218,29-192,-1-39,8-105,-20-470,6 550,2 0,1 1,1-1,1 1,2-1,2-4,-7 31,1 0,-1 0,1 0,-1 0,1 0,0 1,0-1,1 0,-1 1,1 0,0 0,0-1,0 1,0 1,0-1,1 1,-1-1,1 1,0 0,0 0,0 0,-1 1,2-1,-1 1,0 0,0 0,0 1,0-1,1 1,-1 0,0 0,0 0,1 1,-1-1,0 1,1 1,10 4,0 0,-1 1,1 1,-2 1,1 0,-2 0,1 1,-1 1,0 0,-1 1,-1 0,0 1,0 0,-2 0,1 1,-2 0,0 1,0 0,0 5,-5-16,1 0,-1 1,-1-1,1 1,-1 0,0-1,0 1,0 0,-1 0,1 0,-1 0,0 0,-1 0,1-1,-1 1,0 0,0 0,-1 0,1-1,-1 1,0-1,0 1,-1-1,1 0,-1 0,0 0,0 0,0-1,-1 1,0 0,-7 3,0-1,0-1,0 0,-1 0,0-1,0-1,0 0,0 0,0-1,0-1,-1 0,1-1,-1 0,1-1,-9-1,-32-21,39 8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9:14.37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12 223,'-5'48,"2"0,2 0,2 18,1-21,0 72,2 71,-11 56,4-224,2-26,2-33,-1 22,0 0,2 0,0 1,1-1,0 1,1 0,1-1,1 2,0-1,1 1,1 0,1 0,-1 1,2 0,0 1,7-6,-13 15,2 1,-1 0,0 0,0 0,1 1,0 0,-1 0,1 0,0 1,0 0,0 0,0 0,0 1,0 0,0 0,0 1,0-1,0 1,0 0,0 1,0 0,-1 0,1 0,-1 0,1 1,-1 0,4 3,-2-2,0 1,0 0,0 0,-1 1,0 0,0 0,0 0,-1 1,0 0,-1 0,1 0,-1 0,-1 1,1 0,-1 0,0 0,-1 0,0 0,0 7,-1-12,-1 0,0 0,0 0,0 0,-1-1,1 1,-1 0,0 0,0 0,0 0,0 0,0-1,0 1,-1-1,1 1,-1-1,0 1,0-1,0 0,0 0,0 0,0 0,-1 0,1 0,-1-1,1 1,-1-1,1 1,-1-1,0 0,0 0,0-1,0 1,-2 0,0 0,1 0,-1-1,0 0,0 0,1 0,-1 0,0 0,0-1,1 0,-1 0,0-1,1 1,-1-1,1 0,0 0,-1 0,1-1,0 1,1-1,-1 0,-2-3,3 4,1-1,0 0,0 0,0 0,0 0,0-1,0 1,1-1,0 1,0-1,0 1,0-1,0 1,1-1,-1 0,1 0,0 1,0-1,1 0,-1 1,1-1,-1 0,1 1,1-1,-1 1,0-1,1 1,-1 0,1-1,0 1,0 0,1 0,-1 0,2-1,8-9,0 1,0 0,1 1,0 1,1 0,1 0,0 1,7-4,1 0,0 2,0 0,1 2,1 1,-1 0,1 2,21-2,-43 7,0 1,-1 0,1 0,0 0,-1 1,1-1,0 0,-1 1,1 0,-1 0,1 0,-1 0,1 0,-1 0,0 1,0-1,1 1,-1-1,0 1,0 0,0 0,-1 0,1 0,0 0,-1 0,0 0,1 1,-1-1,0 2,17 77,-16-70,-2-8,19 94,-17-93,-1 1,1-1,-1 0,1 0,1 0,-1 0,0 0,1-1,0 1,0-1,0 0,0 1,1-1,-1-1,1 1,0 0,0-1,0 0,0 0,0 0,19 1,-3-8</inkml:trace>
  <inkml:trace contextRef="#ctx0" brushRef="#br0" timeOffset="248.337">614 424,'19'4,"16"5,3-1</inkml:trace>
  <inkml:trace contextRef="#ctx0" brushRef="#br0" timeOffset="824.545">1095 664,'-16'2,"0"0,1 2,-1 0,0 0,1 1,0 1,0 1,1 0,-1 1,12-6,-5 1,1 0,-1 1,1 0,0 0,0 1,0 0,0 0,1 1,0 0,0 0,0 0,1 1,-2 2,6-7,1 0,-1 0,1-1,-1 1,1 0,-1 0,1 0,0 0,0 0,0 0,0-1,0 1,1 0,-1 0,1 0,-1 0,1-1,-1 1,1 0,0 0,0-1,0 1,0-1,0 1,0-1,0 1,1-1,-1 0,0 1,1-1,-1 0,1 0,0 0,59 31,-56-31,50 19,-36-14,0 1,-1 0,1 1,-2 1,1 1,-1 0,5 6,-20-15,1 1,-1 0,0 0,-1 0,1 1,0-1,0 0,-1 1,0-1,1 1,-1-1,0 1,0 0,0 0,-1-1,1 1,-1 0,1 0,-1 0,0 0,0-1,0 1,-1 0,1 0,-1 0,1 0,-1-1,0 1,0 0,0-1,0 1,-1-1,1 1,-1-1,1 0,-1 1,0-1,0 0,0 0,0 0,0 0,-1-1,1 1,-1-1,-1 2,-4 3,-1-1,0 0,0 0,0 0,0-2,-1 1,0-1,1 0,-1-1,0 0,-9 0,18-2,0 1,0-1,0 0,-1 0,1 0,0 0,0-1,0 1,0 0,0 0,0-1,-1 1,1 0,0-1,0 1,0-1,0 0,1 1,-1-1,0 0,0 1,0-1,0 0,1 0,-1 0,0 0,1 0,-1 0,1 0,-1 0,1 0,-1 0,1 0,0 0,-1 0,1 0,0 0,0-1,0 1,0 0,0 0,0 0,0 0,0 0,1 0,-1-1,20-53,116-144,-76 119,-10 10,-3-3,-4-2,17-40,-44 78,-1 0,-1-1,-3 0,-1-1,-1-1,-3 1,-1-1,-1-27,-10 16,-1 51,-14 56,8 12,2 1,3 0,3 1,3-1,4 2,-2-35,1 0,2 0,1-1,2 1,2-1,1 0,2-1,1 0,2 0,12 20,-21-44,1-2,-1 1,2-1,0 1,0-2,0 1,1-1,0 0,0-1,1 0,-1 0,1-1,1 0,-1 0,1-1,0 0,0-1,1 0,-7-2,-1-1,0 0,0 0,0 0,1 0,-1-1,0 1,0-1,0 1,0-1,0 0,0-1,0 1,0 0,0-1,0 0,-1 1,1-1,0 0,17-19</inkml:trace>
  <inkml:trace contextRef="#ctx0" brushRef="#br0" timeOffset="1090.659">1256 397,'14'-2,"24"-1,34 0,36 0,31 4,20 5,5 7,-25 1</inkml:trace>
  <inkml:trace contextRef="#ctx0" brushRef="#br0" timeOffset="1999.702">2325 812,'-94'-63,"90"61,-1 0,1 0,-1 0,0 1,0 0,1 0,-1 0,0 0,0 1,0 0,0 0,0 0,0 1,0 0,0 0,0 0,0 0,1 1,-1 0,0 0,-1 1,-2 2,1 1,0 0,0 0,0 0,1 1,0 0,0 0,1 1,0 0,0 0,1 0,0 0,0 1,1-1,0 1,1 0,0 0,0 0,1 0,-1 7,2-14,0-1,0 1,0-1,1 1,-1 0,0-1,0 1,1-1,-1 1,1-1,0 1,-1-1,1 1,0-1,0 0,0 1,0-1,0 0,0 0,0 0,0 0,0 0,1 0,-1 0,0 0,1 0,-1 0,1-1,-1 1,1 0,-1-1,1 0,-1 1,1-1,-1 0,1 0,0 0,-1 0,1 0,1 0,64-16,-50 9,-1-2,0 0,-1-1,0 0,0-1,-1-1,-1-1,0 0,0 0,-2-1,1-1,-2 0,2-3,-22 109,9-87,0-1,1 1,0 0,0-1,0 1,1 0,-1 0,1-1,-1 1,1-1,1 1,-1-1,0 1,1-1,0 1,0-1,0 0,0 0,0 0,0 0,1-1,-1 1,1 0,0-1,0 0,0 0,0 0,0 0,1 0,-1-1,1 1,-1-1,4 1,1-1,0-1,0 0,0 0,-1-1,1 0,0 0,0-1,-1 0,1-1,-1 1,0-1,1-1,-1 1,-1-1,1-1,1 0,93-88,-80 64,-2-1,-2 0,0-1,-2-2,-2 1,0-1,-3-1,-1 0,-1-1,-2 0,-1 0,-2 0,-1 0,-2-1,-2-1,3 19,-1 1,-1-1,-1 1,0 0,-2 0,0 0,0 0,-4-5,8 22,0-1,0 0,0 0,0 1,0-1,-1 0,1 1,0-1,0 0,-1 1,1-1,-1 0,1 1,0-1,-1 1,1-1,-1 1,0-1,1 1,-1-1,1 1,-1-1,0 1,1 0,-1-1,0 1,1 0,-1 0,0 0,0-1,1 1,-1 0,0 0,1 0,-1 0,0 0,0 0,1 0,-1 0,0 1,0-1,1 0,-1 0,0 1,-19 28,5 16,1 0,3 1,2 0,2 1,2 0,1 45,0-41,2 0,3-1,2 1,2 0,5 18,-9-65,-1-2,0-1,0 1,0 0,0 0,0 0,0 0,0 0,1 0,-1 0,1-1,-1 1,1 0,0 0,-1 0,1-1,0 1,0-1,0 1,1 0,-1-1,0 0,1 1,-1-1,0 0,1 0,0 0,-1 0,1 0,-1 0,1 0,0 0,0-1,0 1,-1-1,1 1,0-1,0 0,0 0,2 1,61-62,-39 33,-20 21,0 0,0 1,1-1,0 1,1 0,-1 1,1 0,0 0,0 1,1 0,-1 0,1 1,0 0,0 1,0-1,0 2,0-1,1 1,-7 2,0 0,0 0,0 0,0 0,0 1,0-1,0 1,0 0,-1 0,1 0,-1 0,1 0,-1 0,0 1,0-1,0 1,0-1,0 1,-1 0,1 0,-1 0,0 0,0 0,1 3,12 77,-13-69,0-1,-1 0,-1 1,0-1,-1 0,0 0,-1 0,-1 0,0 0,0 0,-1-1,-1 0,0 0,-4 3,10-13,-1-1,1 1,-1-1,0 0,1 1,-1-1,0 0,0 0,0 1,0-1,0 0,0 0,-1 0,1 0,0 0,0-1,-1 1,1 0,0-1,-1 1,1-1,-1 1,1-1,-1 1,1-1,-1 0,1 0,-1 0,1 0,-1 0,1 0,-1 0,1-1,-1 1,1 0,-1-1,1 1,0-1,-1 0,1 1,0-1,-1 0,1 0,0 0,0 0,0 0,-1 0,-1-9,0 0,1 1,0-1,0 0,1 0,0 0,1 0,0 0,1 0,0 0,0 0,1 0,1 0,-1 0,2 1,-1-1,1 1,2-3,-1 2,-1 0,1 1,0 0,1 0,0 0,1 1,0 0,0 0,0 0,1 1,0 0,1 1,-1 0,1 0,1 1,-1 0,1 1,-1-1,1 2,1 0,-1 0,8-1,-14 4,-1 0,1 0,0 0,0 0,0 1,0-1,-1 1,1 0,0 0,-1 1,1-1,-1 1,1 0,-1-1,0 2,0-1,1 0,-2 1,1-1,0 1,0 0,-1 0,0 0,1 0,-1 0,0 0,-1 1,1-1,0 3,27 115,-25-90,-4-29,0 1,0-1,0 0,0 1,0-1,1 1,-1-1,1 1,-1-1,1 0,0 0,0 1,0-1,0 0,1 0,-1 0,1 0,-1 0,1 0,-1 0,1-1,0 1,0-1,0 1,0-1,0 0,0 1,0-1,1 0,-1 0,0-1,1 1,-1 0,0-1,1 0,-1 1,1-1,-1 0,1 0,-1 0,1-1,-1 1,3-1,16-8</inkml:trace>
  <inkml:trace contextRef="#ctx0" brushRef="#br0" timeOffset="2251.552">3194 303,'3'18,"9"14,3 0</inkml:trace>
  <inkml:trace contextRef="#ctx0" brushRef="#br0" timeOffset="2682.988">3596 731,'36'-56,"-3"0,-1-3,-4 0,-2-2,-2-1,-4 0,12-60,-26 23,-6 96,0-1,-1 0,1 0,-1 0,0 0,0 1,0-1,0 0,-1 1,1-1,-1 1,0-1,0 1,0 0,-1 0,1 0,-1 0,0 0,0 1,0-1,0 1,0 0,-1-1,0 1,0 1,0 0,0 0,0 1,1-1,-1 1,0 0,0 0,0 0,0 0,0 1,0-1,0 1,0 0,0 1,1-1,-1 0,1 1,-1 0,1 0,-1 0,1 0,0 1,-2 1,-65 74,54-49,2 0,1 1,2 1,1 0,1 1,1 0,2 0,2 0,1 1,1-1,2 1,1 0,1-1,2 1,1-1,2 0,1 2,1 0,2-2,1 1,1-1,2-1,1 0,2-1,0-1,2-1,2-1,0 0,7 4,-26-27,0 0,0 0,1 0,-1 0,1-1,0 1,0-1,0 0,1 0,-1-1,1 1,-1-1,1 0,0 0,0-1,0 1,0-1,0 0,0-1,0 1,0-1,0 0,0 0,1 0,-1-1,0 0,0 0,0 0,0-1,-1 1,1-1,0-1,0 1,0-1,10-13,-1-1,-1 0,-1-1,0-1,-1 0,-1 0,0-3,1 0,51-94,-62 115,0 0,0 1,0-1,0 1,0-1,0 0,1 1,-1-1,0 1,0-1,1 1,-1-1,0 1,0-1,1 1,-1-1,1 1,-1-1,0 1,1 0,-1-1,1 1,-1 0,1-1,-1 1,1 0,-1-1,1 1,-1 0,1 0,0 0,-1 0,1 0,-1 0,1-1,0 1,-1 0,1 1,-1-1,1 0,-1 0,1 0,0 0,-1 0,1 0,-1 1,1-1,-1 0,1 1,-1-1,1 0,-1 1,1-1,0 1,5 34,-5 165,-1-196,0-1,0 0,1 0,-1 0,1 0,-1 1,1-1,0 0,0 0,0 0,1-1,-1 1,1 0,0 0,-1-1,1 1,0-1,1 1,-1-1,0 0,1 0,-1 0,1 0,-1-1,1 1,0-1,0 1,0-1,0 0,0 0,0 0,0-1,0 1,21-2</inkml:trace>
  <inkml:trace contextRef="#ctx0" brushRef="#br0" timeOffset="2969.219">4237 531,'-7'0,"5"0,9 0,4 0</inkml:trace>
  <inkml:trace contextRef="#ctx0" brushRef="#br0" timeOffset="3216.567">4491 745,'2'18,"1"13,2 8,3 4,-1-1,2-2,1-7,1-6,1-7,1-8,0-13,3-12,-2-5</inkml:trace>
  <inkml:trace contextRef="#ctx0" brushRef="#br0" timeOffset="3217.567">4745 331,'-16'-10,"-5"1,1 2,8 8,13 8,16 8,5-1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9:23.44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0,'3'0,"2"0,3 0,0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9:22.89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0 339,'38'-11,"-1"-2,-1-1,0-2,-1-2,-1-1,22-17,-43 29,-1-1,0-1,-1 0,0 0,0-1,-1-1,0 0,-1 0,6-10,-14 19,1 0,-1-1,0 1,0-1,-1 1,1-1,0 0,-1 1,1-1,-1 0,0 1,0-1,0 0,0 1,-1-1,1 0,-1 1,1-1,-1 1,0-1,0 1,0-1,0 1,-1-1,1 1,-1 0,1 0,-1 0,0 0,0 0,0 0,0 0,0 0,0 1,0-1,-1 1,1 0,0 0,-1 0,1 0,-1 0,0 0,1 1,-1-1,0 1,-6-3,-1 0,0 1,0 0,0 1,0 0,1 1,-1 0,0 0,0 1,0 1,0 0,0 0,1 0,-1 1,1 1,0 0,-1 0,2 1,-1 0,1 0,0 1,0 0,0 1,-4 4,9-7,0 1,1-1,0 1,0-1,0 1,0 0,1 0,-1 0,1 0,0 0,1 0,0 0,-1 0,1 0,1 0,-1 0,1 0,0 0,0 0,1 0,-1 0,1-1,0 1,0 0,1-1,-1 0,2 2,4 6,0 0,1-1,1 0,0 0,1-1,0 0,0-1,13 8,-3-5,1 0,0-1,1-2,0 0,0-1,1-1,20 2,20 2</inkml:trace>
  <inkml:trace contextRef="#ctx0" brushRef="#br0" timeOffset="276.792">1056 32,'-11'-4,"-1"0,1 1,-1 0,0 1,0 0,0 1,0 1,-1 0,1 0,0 1,0 1,0 0,-2 1,8-2,-1 2,0-1,1 1,-1 0,1 0,0 1,0-1,0 1,1 1,-1-1,1 1,0 0,0 0,1 1,0-1,-1 1,2 0,-1 0,1 0,0 1,0-1,1 1,0 1,0-1,1 1,0-1,0 1,1-1,0 1,0 0,1-1,0 1,0-1,1 1,-1-1,2 0,-1 0,1 1,1-2,-1 1,1 0,0-1,0 0,1 0,0 0,0 0,0-1,1 0,0 0,0 0,0-1,0 0,1 0,0 0,0-1,0 0,0-1,4 2,12 2,0-1,0-1,1-1,-1-1,1-1,-1-1,1-1,-1-1,1-1,20-6,25-6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9:29.70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1325 787,'-16'-5,"-1"1,1 0,-1 1,0 1,0 0,0 2,0 0,0 0,0 2,0 0,0 1,0 1,1 0,0 1,0 1,0 1,-5 3,-10 9,2 1,-1 2,2 1,1 1,1 1,2 1,0 2,2 0,0 2,2 0,2 1,1 1,1 1,-8 24,19-44,0 1,0-1,2 1,-1-1,2 1,0 0,0 0,1 8,1-19,0-1,0 1,1 0,-1-1,1 1,-1 0,1-1,0 1,0-1,0 1,0-1,1 1,-1-1,0 0,1 0,0 0,0 0,-1 0,1 0,0 0,0 0,1-1,-1 1,0-1,1 1,-1-1,1 0,-1 0,1 0,-1-1,1 1,-1 0,1-1,0 0,0 0,-1 1,1-2,0 1,-1 0,1 0,0-1,-1 0,1 1,-1-1,2-1,20-6,-1-2,0 0,-1-2,0 0,-1-1,0-2,-1 0,-1-1,0-1,23-18,-2-1,-2-2,-1-2,-3-1,-1-2,21-36,-42 60,-1-1,-1 0,0-1,-2 0,0-1,-1 0,-2 0,0 0,-1-1,-1 1,-1-1,-2 0,0 0,-1 1,-1-1,-1 0,-3-5,2 13,0 0,-2 1,0-1,0 1,-2 0,1 0,-3-1,7 10,0 1,-1-1,1 1,-1 0,0 0,0 0,0 1,-1-1,1 1,-1 0,0 0,0 1,0-1,0 1,0 0,0 0,-1 1,1 0,0 0,-1 0,-4 0,5 2,0-1,1 1,-1 1,0-1,0 1,0-1,1 1,-1 0,1 1,-1-1,1 1,0 0,0 0,0 1,0-1,1 1,0-1,-1 1,1 0,1 1,-1-1,-1 2,-39 106,35-60,3-1,1 1,3-1,2 1,2 0,3-1,1 0,3 0,3-1,17 49,1-22,3-1,3-2,3-1,15 16,-49-79,2 0,0 1,-2 1,1-1,-1 1,-1 0,0 0,-1 1,0-1,-1 1,0 0,-1 0,0 7,-2-18,0-1,0 1,0 0,-1-1,1 1,0-1,-1 0,1 1,-1-1,0 1,1-1,-1 0,0 1,0-1,0 0,0 0,0 0,0 0,0 0,0 0,-1 0,1 0,0 0,0 0,-1-1,1 1,-1 0,-15 2</inkml:trace>
  <inkml:trace contextRef="#ctx0" brushRef="#br0" timeOffset="333.227">1539 586,'2'2,"8"1,11 2,16 1,15-4,15-4,11-4,5-3,-1-5,-6 0,-10 1,-15 1,-16 2,-13 2</inkml:trace>
  <inkml:trace contextRef="#ctx0" brushRef="#br0" timeOffset="623.449">1967 225,'-5'3,"-1"9,1 14,0 19,2 17,1 17,1 11,0 3,-1 0,-3-5,-1-17</inkml:trace>
  <inkml:trace contextRef="#ctx0" brushRef="#br0" timeOffset="1494.268">2582 1054,'20'2,"17"1,14 0,14-3,6-4,2-3,-3 0,-11 0,-11 2,-16 2</inkml:trace>
  <inkml:trace contextRef="#ctx0" brushRef="#br0" timeOffset="1746.962">2582 1255,'9'14,"12"4,17-1,16-3,19-9,14-7,9-6,1-3,-4-3,-19 1</inkml:trace>
  <inkml:trace contextRef="#ctx0" brushRef="#br0" timeOffset="2157.942">3945 680,'-2'16,"-1"16,0 15,1 12,0 9,1 5,1 2,0-3,0-6,0-8,0-12,0-11,0-12</inkml:trace>
  <inkml:trace contextRef="#ctx0" brushRef="#br0" timeOffset="2512.027">3905 493,'58'56,"-1"1,-4 4,46 66,-70-90,-2 2,-2 2,-1 0,-2 1,-3 1,-1 1,-1 1,-3 0,5 34,-17-74,-1 1,1-1,-1 0,0 1,-1-1,0 1,0 0,0-1,0 1,-1-1,0 0,0 1,0-1,-1 1,0-1,0 0,0 0,0 0,-1 0,0-1,0 1,-1-1,1 1,-1-1,0 0,0 0,-1 0,-13 4,0-1,0-1,0-1,0 0,-1-1,0-1,0-1,0-1,0-1,-3 0,13 0,-208-3,193-1</inkml:trace>
  <inkml:trace contextRef="#ctx0" brushRef="#br0" timeOffset="4598.104">5095 279,'-5'40,"2"0,2 0,1 0,2 0,2 0,8 33,-10-58,26 176,29 250,-42-116,-17 120,1-427,2 1,-1-1,-1 1,-1 0,-1-1,-1 0,0 1,-1-1,-5 11,7-26,0 0,0 1,0-1,-1 0,0 0,1-1,-1 1,0-1,0 0,0 0,0 0,-1-1,1 1,0-1,-1 0,1 0,-1-1,1 1,-1-1,0 0,1 0,-1-1,1 1,-1-1,1 0,-1 0,1 0,0-1,-1 0,-11 0,-247-28,0 12,-1 11,-217 24,66 3,-239-26,-383-12,504-2,379 13,-1 6,-140 18,12 7,279-23,1-1,-1 0,0 0,1 0,-1 0,0 0,1-1,-1 0,0 1,1-1,-1-1,1 1,0 0,-1-1,1 0,0 0,0 0,0 0,0 0,0-1,0 1,1-1,-1 0,1 0,0 1,0-2,0 1,0 0,1 0,-1-1,1 1,0-1,-1 0,-8-48,1-1,3 1,1-43,2 32,-7-103,-35-410,17 327,10 0,12-58,33 67,-26 238,0-1,1 1,-1-1,1 1,0 0,-1 0,1 0,0 0,0 0,0 0,1 0,-1 1,0-1,1 1,-1-1,1 1,-1 0,1 0,0 0,-1 1,1-1,0 1,0-1,-1 1,1 0,0 0,0 0,0 0,-1 1,1-1,0 1,0-1,-1 1,1 0,1 1,20 0,361 2,219 10,714 25,-873-35,467-11,-703-6,457-13,-287 40,-235-13,-143-1,0 0,0 0,0 0,1 0,-1 1,0-1,0 0,0 1,0-1,0 1,0-1,0 1,0 0,0-1,0 1,0 0,0 0,0 0,0-1,0 1,-1 0,1 0,0 0,-1 0,1 0,-1 1,1-1,-1 0,0 0,1 0,-1 0,0 1,0-1,0 0,0 0,0 1,-7 51,3-38,-24 130,13-63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9:35.41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1 428,'20'-2,"21"-1,19-2,15-1,11-1,4 1,1 1,-6 1,-11 2,-13 3,-15 4,-15 3,-13 3,-10-1</inkml:trace>
  <inkml:trace contextRef="#ctx0" brushRef="#br0" timeOffset="306.257">81 602,'15'4,"18"2,18 0,15-2,13 0,8-2,2-1,-2-1,-5 0,-9 0,-13 0,-12-1,-12 1,-14 0,-13 0,-13-2,-6-1</inkml:trace>
  <inkml:trace contextRef="#ctx0" brushRef="#br0" timeOffset="727.213">883 0,'0'1,"0"-1,0 1,0-1,0 1,0-1,0 1,0-1,0 1,0-1,0 1,0-1,0 1,0-1,0 1,0-1,0 1,-1-1,1 1,0-1,0 1,-1-1,1 0,0 1,-1-1,1 1,0-1,-1 0,1 1,-1-1,1 0,-1 0,1 1,0-1,-1 0,1 0,-1 0,1 1,-1-1,1 0,-1 0,1 0,-1 0,1 0,-1 0,1 0,-1 0,1 0,-1 0,1-1,-1 1,1 0,-1 0,1 0,-1-1,1 1,9 10,0-1,2 0,-1 0,1-1,0 0,1-1,11 6,-9-5,127 67,-77-43,-2 3,-1 2,-1 4,-2 2,-50-38,0 1,0 0,-1 1,0 0,0 0,-1 0,0 1,0 0,-1 0,0 1,0-1,-1 1,0 0,0 0,-1 1,-1-1,1 1,-2-1,1 1,-1 0,-1-1,0 8,-7 0,0-1,-2-1,0 1,0-1,-2-1,1 0,-2 0,0-1,-1-1,0 0,-1-1,0 0,0-1,-1 0,-12 4,-293 154,310-158,24-14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9:45.96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1074,'22'-5,"0"-1,0-1,-1-1,0-1,-1 0,0-2,0 0,-1-1,-1-1,16-14,-23 18,0 0,-1-1,0 0,-1-1,1 0,-2 0,0-1,0 0,-1-1,-1 1,0-1,-1-1,0 1,0-2,-5 12,1 1,-1 0,0 0,0-1,0 1,0 0,0-1,0 1,0 0,-1 0,1-1,-1 1,0 0,0 0,0 0,0 0,0 0,0 0,0 0,0 0,-1 0,1 0,-1 1,0-1,1 1,-1-1,0 1,0 0,0-1,0 1,0 0,0 0,0 1,0-1,0 0,-1 1,1-1,0 1,0 0,-1-1,1 1,0 0,-1 1,1-1,0 0,0 1,-1-1,1 1,-1 0,-5 1,1 1,0 0,0 0,0 0,0 1,0 0,1 0,0 1,0 0,0 0,0 0,1 1,0 0,0 0,0 0,1 1,0-1,0 1,1 0,0 0,0 0,1 1,0-1,0 1,0-1,1 1,0 0,1 0,0-1,0 1,1 0,-1-1,2 1,-1 0,1-1,0 1,1-1,0 0,2 5,3-3,0 0,1 0,0-1,0 0,0 0,1-1,1-1,-1 1,1-2,0 0,0 0,1-1,-1 0,1-1,0 0,0-1,0 0,0-1,0 0,0-1,1-1,-1 0,0 0,5-2,-7 0,0-1,0 0,-1 0,1-1,-1-1,0 1,0-1,-1-1,0 0,0 0,0 0,-1-1,0 0,-1-1,0 1,0-1,0 0,-2-1,1 1,-1-1,0 0,-1 0,0-1,3-4,-6 11,0 1,1-1,0 1,0-1,0 1,0-1,0 1,1 0,-1-1,1 1,0 0,0 0,0 0,1 1,-1-1,1 0,-1 1,1 0,0-1,0 1,0 0,0 0,0 1,0-1,1 1,-1 0,1-1,-1 1,1 1,-1-1,1 1,-1-1,1 1,8 4,-1 1,-1 0,1 1,-1 0,0 0,0 1,-1 0,0 1,0 0,-1 1,0 0,0 0,-1 0,0 1,-1 0,2 4,-3-6,0 1,-1 0,0 0,0 0,-1 0,0 1,-1-1,1 11,-2-18,-1 1,0 0,0 0,0-1,0 1,-1 0,1 0,-1-1,0 1,0 0,0-1,0 1,0-1,0 1,-1-1,1 1,-1-1,0 0,1 0,-1 0,0 0,0 0,-1 0,1 0,0-1,0 1,-1-1,1 0,-1 0,0 0,1 0,-4 1,3-1,0 1,-1-1,1 0,-1 0,0 0,1 0,-1-1,0 1,1-1,-1 0,0 0,1 0,-1-1,0 1,1-1,-1 0,0 0,1 0,-1-1,1 1,0-1,-1 0,1 0,0 0,0 0,0 0,0-1,1 1,-1-1,1 0,-1 0,1 0,0 0,0 0,1 0,-1-1,0 1,1-1,0 1,0-1,0 1,0-1,1 0,-1 1,1-1,0-1,4-6,0 1,0-1,1 1,0 0,1 1,0 0,0 0,1 0,0 0,1 1,7-6,-9 8,66-69,101-119,-150 165,-2-1,-1 0,-2-2,-1 0,-1-1,-2-1,-1 0,-2-1,-1 0,-2 0,-1-1,-2-1,-2 1,-1-17,-23-26,20 77,0 1,0-1,0 1,0-1,0 1,0 0,0-1,0 1,0 0,0 0,-1 0,1 0,-1 0,1 0,0 0,-1 1,1-1,-1 0,0 1,1-1,-1 1,0 0,1-1,-1 1,0 0,1 0,-1 0,0 0,1 0,-1 1,0-1,1 0,-1 1,1-1,-1 1,0 0,1 0,-1-1,1 1,0 0,-1 0,1 0,0 0,-1 1,1-1,0 1,-8 8,0 2,1-1,0 1,1 0,0 1,1 0,1 0,0 0,0 0,2 1,-1 0,2 0,0 0,0 11,-3 22,1-1,3 1,2 0,1 0,3 0,2-1,2 0,2 0,2-1,2-1,1 0,3-1,12 20,-19-43,1 1,1-2,1 0,0 0,1-1,1-1,18 14,-27-25,0 0,0-1,0 0,1 0,0 0,-1-1,2-1,-1 1,0-2,1 1,-1-1,1 0,0-1,0-1,-1 1,1-1,0-1,0 0,-1 0,7-2,-10 1,0 0,0-1,-1 0,1 0,0 0,-1-1,0 1,0-1,0-1,0 1,-1-1,1 1,-1-1,0 0,-1-1,1 1,-1-1,0 0,-1 1,1-1,-1 0,0-1,0-2,1-4,0 0,-2 0,1 0,-1 0,-1 0,-1 0,1-1,-2 1,0 1,-1-1,0-2,-32-40,34 54,-1 0,1 0,0 0,-1 0,1 1,0-1,-1 1,1-1,-1 1,1-1,-1 1,1 0,-1 0,1 0,-1-1,1 2,-1-1,0 0,1 0,-1 0,1 1,0-1,-1 1,1-1,-1 1,1-1,-1 1,1 0,0 0,0 0,-1 0,1 0,0 0,0 0,0 0,0 0,0 1,0-1,1 0,-2 2,-2 4,0 1,0 0,1 0,0 0,1 0,0 1,0-1,1 1,-1-1,2 1,0 0,0-1,0 1,1 0,0-1,1 1,0-1,0 1,1-1,0 0,0 0,1 0,0-1,0 1,1-1,0 0,0 0,1-1,0 1,6 4,0-1,1 0,0-1,1 0,-1-1,2-1,-1 0,1-1,0 0,13 2,19 3</inkml:trace>
  <inkml:trace contextRef="#ctx0" brushRef="#br0" timeOffset="248.344">1043 472,'5'-16,"15"-5,26-1,31 2,32 8,25 8,14 6,0 6,-24 2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9:23.95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0 699,'18'4,"0"0,0-1,0-1,1-1,-1 0,0-1,0-1,1-1,-1-1,0 0,0-1,-1-1,1-1,-1-1,0 0,-1-1,7-4,-8 5,1-1,-2 0,1 0,-1-2,-1 0,1 0,-2-1,1-1,-2 0,0 0,0-2,-1 1,-1-1,0 0,-1-1,0 0,-1-1,-1 0,-5 11,0-1,0 0,-1 0,1 0,-1 1,-1-1,1 0,-1 0,0 0,0 1,-1-1,0 0,0 1,1 2,0 1,1 0,-2 0,1 0,0 0,0 0,-1 0,1 1,-1-1,0 0,1 1,-1-1,0 1,0-1,0 1,0 0,0 0,0 0,0 0,0 0,-1 1,1-1,0 0,0 1,-1 0,1-1,0 1,-1 0,1 1,0-1,-1 0,1 0,-1 1,-4 2,1 0,0 1,0-1,0 1,1 0,-1 0,1 1,0 0,0 0,0 0,1 1,0-1,0 1,1 0,-1 0,1 0,0 1,1-1,-2 7,-13 38,2 1,3 0,2 1,2 1,2-1,3 1,3 0,1 0,4 5,63 620,-66-662,0 1,-2 0,-1 0,0 0,-1 0,0 0,-2-1,-5 18,-5-6</inkml:trace>
  <inkml:trace contextRef="#ctx0" brushRef="#br0" timeOffset="483.789">134 952,'53'-15,"0"1,2 3,0 3,0 2,16 1,-48 3,42-3,0 2,64 7,-124-5,-1 1,0 0,1 1,-1-1,1 1,-1 0,0 0,1 0,-1 1,0-1,0 1,0 0,0 0,0 1,-1-1,1 1,-1 0,1 0,-1 0,0 0,0 0,-1 1,1 0,-1-1,1 1,-1 0,0 2,1 124,-3-129,0 0,0 0,0 1,0-1,0 0,0 0,1 1,-1-1,0 0,0 0,1 0,-1 1,1-1,0 0,-1 0,1 0,0 0,-1 0,1 0,0 0,0 0,0 0,0-1,0 1,0 0,0-1,0 1,0 0,0-1,0 1,0-1,1 0,-1 1,0-1,0 0,1 0,-1 0,0 1,0-1,1-1,-1 1,0 0,0 0,0 0,1-1,-1 1,0 0,1-1,52-35,-39 18,-1-2,-1 1,-1-2,0 0,-2 0,0-1,0-4,1 0,-3 20,-7 25,-1-18,15 145,-13-139,0-1,0 1,1-1,-1 1,1-1,1 0,-1 0,1-1,0 1,0-1,1 0,-1 0,1 0,0 0,1-1,-1 0,1 0,0-1,0 1,3 0,17 5</inkml:trace>
  <inkml:trace contextRef="#ctx0" brushRef="#br0" timeOffset="825.949">1391 873,'-1'36,"-1"-24,1-1,1 1,0-1,0 1,1-1,1 1,0-1,0 0,1 0,1 0,0 0,0 0,1-1,4 6,-7-13,0-1,0 1,1-1,0 1,-1-1,1 0,0 0,0 0,0 0,0-1,0 1,1-1,-1 0,0 0,1 0,-1 0,0-1,1 1,-1-1,1 0,-1 0,1 0,-1-1,1 1,-1-1,1 0,-1 0,0 0,0 0,1 0,-1-1,0 1,0-1,0 0,7-4,0-1,0 0,-1 0,0-1,-1 0,0-1,0 1,0-2,3-5,-5 6,0 0,-1-1,0 1,-1-1,0 0,0 0,-1-1,1-3,-5-2,-7 19,-10 26,15-24,0 0,1 0,0 0,0 1,0-1,1 1,0 0,0-1,0 1,1 0,-1-1,1 1,1 0,-1 0,1-1,0 1,0-1,1 1,0-1,0 1,0-1,1 0,1 4,26 16,5-7</inkml:trace>
  <inkml:trace contextRef="#ctx0" brushRef="#br0" timeOffset="1454.849">2206 845,'-10'1,"-1"0,1 0,0 1,-1 0,1 0,0 1,0 1,1 0,-1 0,-3 3,9-5,-1 1,1-1,0 1,0 0,0 0,1 0,-1 1,1-1,0 1,-1 0,2 0,-1 0,0 1,1-1,0 0,0 1,0 0,1-1,-1 1,1 0,0 0,0 3,3-3,-1 0,1 0,-1 0,1 0,1-1,-1 1,1-1,0 1,0-1,0 0,1 0,-1 0,1 0,0-1,0 1,0-1,0 0,1-1,-1 1,1-1,0 1,0-2,0 1,0 0,0-1,0 0,0 0,0 0,4-1,4 3,1 0,-1-1,0-1,1 0,0-1,-1 0,1-1,-1-1,0 0,1 0,-1-2,0 0,0 0,-1-1,1 0,-1-2,0 1,-1-1,0-1,0 0,0 0,-1-1,0-1,-1 0,0 0,-1 0,0-1,5-9,0-11,0-2,-3 1,0-2,-2 1,-2-1,-1 0,-1 0,-2-1,-2 1,-1-11,2-8,-2 0,-2 0,-2 0,-3 1,-4-9,11 56,0-1,-1 1,0-1,0 1,0 0,0-1,-1 1,0 0,0 1,0-1,0 0,-4-2,6 6,0 1,-1-1,1 1,0 0,0-1,0 1,-1 0,1 0,0 0,0 0,-1 0,1 0,0 1,0-1,0 0,-1 0,1 1,0-1,0 1,0-1,0 1,0 0,0-1,0 1,0 0,0 0,0 0,0-1,0 1,1 0,-1 0,0 0,1 0,-1 1,0-1,1 0,0 0,-1 0,1 0,-1 2,-10 25,1 0,0 1,3 0,0 1,2 0,1 0,1 0,2 10,-2 9,3 0,1-1,3 1,2 0,2-1,2 0,2-1,2 0,2-1,2-1,20 36,-36-76,0 0,0 0,1 0,-1 0,1 0,0-1,0 1,1-1,-1 0,1 0,0 0,0 0,1-1,-1 0,1 0,-1 0,1 0,0-1,0 1,1-1,-1-1,0 1,0-1,1 0,-1 0,1 0,-1-1,1 0,-1 0,1 0,9-7,-1-1,0 0,-1-1,0 0,-1-1,0-1,0 0,-1 0,0-1,-1 0,-1-1,0 0,0-1,-2 0,7-15,15-25,-29 54,0 1,0-1,0 0,0 0,0 0,0 0,0 0,1 0,-1 1,0-1,0 0,0 0,0 0,0 0,1 0,-1 0,0 0,0 0,0 0,1 0,-1 0,0 0,0 0,0 0,0 0,1 0,-1 0,0 0,0 0,0 0,0 0,1 0,-1 0,0 0,0 0,0 0,0 0,1-1,-1 1,0 0,0 0,0 0,0 0,0 0,0-1,-2 21,2-19,-6 26,-4 68,10-92,0 0,0 0,1 1,0-1,0 0,-1 0,2 0,-1 0,0 0,1 0,-1 0,1 0,0 0,0-1,0 1,0-1,1 1,-1-1,1 0,-1 0,1 0,0 0,0-1,-1 1,1-1,3 1,24 6,1-6</inkml:trace>
  <inkml:trace contextRef="#ctx0" brushRef="#br0" timeOffset="1719.218">2941 673,'-21'-7,"-15"-5,-13-2,-12-3,-7-4,8 2</inkml:trace>
  <inkml:trace contextRef="#ctx0" brushRef="#br0" timeOffset="1889.303">2219 364,'21'-4,"22"-2,22 0,21 2,13 3,9 4,1 6,-17 2</inkml:trace>
  <inkml:trace contextRef="#ctx0" brushRef="#br0" timeOffset="2456.534">3035 913,'152'158,"-150"-156,-1 0,1 0,0 0,-1 0,1 0,0 0,0 0,0-1,0 1,1-1,-1 1,0-1,1 0,-1 0,1 0,-1 0,1-1,-1 1,1 0,-1-1,1 0,0 0,-1 0,1 0,0 0,-1 0,1-1,-1 1,1-1,0 0,-1 0,0 0,1 0,-1 0,0 0,1-1,3-5,-2 0,1 0,-1 0,0 0,0-1,-1 1,0-1,0 0,-1 0,0 0,-1-1,0 1,0 0,0 0,-1-1,-1 1,1-1,-1 1,-1 0,-1-7,1 9,0 0,-1 0,0 0,0 1,0-1,0 1,-1 0,0 0,0 0,0 0,-1 1,0-1,1 1,-2 1,1-1,0 1,-1-1,1 1,-1 1,0-1,0 1,0 0,0 1,-1 0,1-1,0 2,-1-1,1 1,0 0,-1 0,1 1,-3 0,10-1,-1 1,0-1,0 0,0 1,1-1,-1 0,0 1,0-1,0 0,0 1,0-1,0 0,0 1,0-1,0 0,0 1,0-1,0 0,0 1,0-1,0 0,0 1,0-1,-1 0,1 1,0-1,0 0,0 0,0 1,-1-1,1 0,263 7,-231-7,-9-1,0 0,0 2,0 1,0 1,-1 1,1 0,10 5,-29-7,0 1,0-1,0 1,-1 0,1 0,-1 0,1 0,-1 1,0-1,-1 1,1 0,0 0,-1 0,0 0,0 0,0 1,-1-1,1 0,-1 1,0-1,0 1,-1 0,0-1,1 1,-1 0,-1-1,1 1,-1-1,0 1,0 0,0-1,-2 4,1 22,2-29,-1 0,1 0,0 0,0 0,1 0,-1 1,0-1,0 0,0 0,1 0,-1 0,1 0,-1 0,1 0,-1 0,1 0,-1 0,1 0,0 0,0-1,-1 1,1 0,0 0,0-1,0 1,0 0,0-1,0 1,0-1,0 1,0-1,0 0,0 0,0 1,0-1,0 0,0 0,1 0,-1 0,0 0,48-8,-34 3,0-1,0 0,-1-1,0-1,0 0,0-1,-1 0,-1-1,0-1,0 0,-1 0,0-1,-1-1,-1 0,0 0,-1-1,2-4,-3 0,-7 18,0 0,-1-1,1 1,0 0,0 0,0-1,0 1,0 0,-1 0,1 0,0-1,0 1,-1 0,1 0,0 0,0 0,-1 0,1-1,0 1,0 0,-1 0,1 0,0 0,0 0,-1 0,1 0,0 0,-1 0,1 0,0 0,0 0,-1 0,1 0,0 0,0 0,-1 0,1 0,0 1,0-1,-1 0,1 0,0 0,0 0,-1 1,1-1,0 0,0 0,0 0,-1 1,1-1,0 0,0 0,0 1,0-1,0 0,0 0,0 1,-1-1,1 0,0 0,0 1,0-1,0 0,0 1,0-1,0 0,0 0,0 1,1-1,-5 5,2-1,-1 1,0-1,1 1,0 0,0 0,1 0,-1 1,1-1,0 0,0 0,1 1,0-1,0 1,0-1,0 0,1 1,0-1,0 0,0 0,1 0,0 0,0 0,0 0,0 0,1 0,0-1,0 1,0-1,4 4,3 0,0-1,0 0,1-1,0 0,0 0,1-1,-1-1,4 1,45 14</inkml:trace>
  <inkml:trace contextRef="#ctx0" brushRef="#br0" timeOffset="2713.172">4679 913,'-18'-11,"-16"-5,-10 2,-5 2,-1 6,2 6,5 8,10 7,9 5,11 2,15 1,16 0,14-2,11-5,6-6,5-3,-7-4</inkml:trace>
  <inkml:trace contextRef="#ctx0" brushRef="#br0" timeOffset="3424.867">4679 913,'-21'134,"21"-132,0 1,0-1,0 0,0 0,1 0,-1 1,1-1,0 0,0 0,-1 0,1 0,1 0,-1 0,0 0,0-1,1 1,-1 0,1-1,-1 1,1-1,0 1,0-1,-1 0,1 0,0 0,0 0,0 0,0 0,0 0,1-1,-1 1,0-1,0 1,2-1,79 1,-65-3,-1 0,0-2,0 0,-1-1,1 0,-1-2,0 0,-1 0,0-2,0 0,-1 0,0-2,0 1,-1-2,-1 0,0 0,0-1,-1-1,-1 0,0 0,-2-1,1 0,3-11,7-23,-2-2,-3 0,-2 0,-1-2,-4 1,-1-1,-3 0,-2-10,0 36,0 1,-2-1,0 1,-2-1,-1 1,-2 0,0 0,-1 1,-2 0,-1 0,0 1,-7-10,15 31,1 1,-1-1,1 0,-1 1,0-1,0 1,0 0,0-1,0 1,-1 0,1 0,-1 1,1-1,-1 0,0 1,1 0,-1-1,0 1,0 0,0 1,0-1,0 0,0 1,0 0,0 0,0 0,0 0,0 0,0 0,-1 1,1-1,0 1,1 0,-1 0,0 0,0 1,0-1,1 1,-1-1,0 1,0 1,-8 8,1 1,0 0,1 0,0 1,1 1,0-1,1 1,1 1,1-1,-1 1,2 0,-3 14,-2 16,2-1,1 1,3 0,1 0,3 0,1 1,3-1,1-1,2 1,2-1,2-1,2 0,2 0,6 8,-12-29,1-1,0 0,2 0,0-1,1-1,8 8,-16-20,1 0,0 0,1-1,-1 0,1-1,0 1,0-2,1 1,-1-1,1 0,0-1,0 0,1-1,-1 1,0-2,1 1,2-1,5-3,-1 0,-1 0,1-2,0 0,-1 0,0-2,0 0,0 0,-1-2,0 0,0 0,-1-1,0-1,0 0,-1-1,-1 0,0-1,0 0,-1-1,8-13,-30 103,13-74,0-1,1 1,-1 0,1 0,0-1,-1 1,1-1,0 1,1-1,-1 0,0 0,1 0,-1 0,1 0,0-1,-1 1,1-1,0 1,0-1,0 0,0 0,0-1,0 1,0 0,77 5,-71-5,-1 0,1-1,-1 0,0-1,1 0,-1 0,0-1,1 0,-1 0,0-1,-1 0,1-1,0 0,-1 0,0 0,0-1,0 0,0 0,-1-1,0 0,0 0,-1 0,0-1,0 0,0 0,-1 0,0 0,0-1,-1 0,0 0,0 0,-1 0,1-5,-2 8,-1 0,0 0,0 0,0-1,-1 1,0 0,0 0,0 0,-1 0,0 0,1 0,-2 1,1-1,0 0,-1 1,0 0,0-1,-1 1,1 1,-1-1,1 0,-1 1,-1 0,1 0,0 0,-1 0,1 1,-1-1,0 1,0 0,1 1,-1-1,-1 1,1 0,-1 0,-6 0,1 0,-1 1,1 0,-1 1,1 0,0 1,-1 0,1 1,0 0,0 1,1 0,-1 0,1 1,0 1,0 0,0 0,1 1,0 0,0 1,1-1,0 2,1-1,-1 1,2 0,-1 1,1 0,-1 3,6-10,0-1,-1 1,1 0,1 0,-1-1,0 1,1 0,-1 0,1 0,0 0,0 0,0 0,1 0,-1 0,1 0,-1 0,1-1,0 1,0 0,0 0,0-1,1 1,-1 0,1-1,0 0,-1 1,1-1,0 0,0 0,1 0,-1 0,0 0,1-1,-1 1,1-1,-1 1,1-1,1 0,24 9</inkml:trace>
  <inkml:trace contextRef="#ctx0" brushRef="#br0" timeOffset="3653.862">5949 445,'-7'-16,"-9"-10,-6-2,-9 3,-6 5,-5 12,-3 13,2 13,4 13,8 12,10 10,8-4</inkml:trace>
  <inkml:trace contextRef="#ctx0" brushRef="#br0" timeOffset="3918.309">5896 1033,'13'16,"10"8,7 1,8-1,6-4,7-6,7-9,0-14,-4-13,-9-3</inkml:trace>
  <inkml:trace contextRef="#ctx0" brushRef="#br0" timeOffset="16973.087">428 2998,'-16'-8,"-1"1,1 1,-1 0,0 2,-1 0,1 0,-1 2,1 0,-1 1,0 1,1 0,-1 2,0 0,-3 2,13-4,1 1,0 1,0-1,0 1,0 1,0-1,0 1,0 1,1-1,-1 1,1 0,0 0,0 1,1 0,-1 0,1 0,0 1,1-1,-1 1,-2 5,6-9,1-1,0 1,-1-1,1 0,0 1,-1-1,1 1,0-1,0 1,0-1,1 1,-1-1,0 1,0-1,1 1,-1-1,1 0,-1 1,1-1,0 0,0 1,-1-1,1 0,0 0,0 0,0 1,0-1,0 0,1 0,-1-1,0 1,0 0,1 0,-1-1,0 1,1 0,55 11,-42-13,0 0,-1 0,1-2,-1 0,1 0,-1-1,0-1,-1 0,1-1,-1-1,0 0,-1-1,1 0,-1-1,-1 0,0-1,0 0,-1 0,0-2,-1 1,-1-1,1 0,-2-1,0 0,0 0,-1-1,-1 1,3-12,-3 1,-1-1,-1 1,-2-1,0 0,-1 1,-2-1,0 0,-2 1,-1 0,0 0,-5-10,10 33,0-1,0 1,0-1,-1 1,1-1,0 1,-1 0,1-1,-1 1,1 0,-1-1,0 1,1 0,-1 0,0-1,0 1,0 0,0 0,0 0,0 0,0 0,0 0,-1 1,1-1,0 0,0 1,-1-1,1 0,-1 1,1 0,0-1,-1 1,1 0,-1 0,1-1,-19 53,12-11,2 0,1 1,3 0,1 0,2 0,3 9,-4-41,0 0,1 0,1 0,0-1,0 1,1 0,0-1,0 0,1 0,1 0,-1 0,1 0,1-1,0 0,0 0,0-1,1 1,0-2,1 1,0-1,-1 0,2 0,-1-1,1 0,0-1,2 1,1-1,0-1,0 0,0-1,0 0,0-1,0-1,0 0,1 0,-1-1,0-1,0 0,0 0,0-2,0 1,-1-1,0-1,1 0,-2-1,1 0,-1 0,0-1,0-1,0 0,-1 0,-1-1,1 0,-1 0,-1-1,0 0,0 0,-1-1,-1 1,1-2,-1 0,-2 3,0 0,-1-1,1 1,-2-1,0 0,0 0,0 1,-1-1,-1 0,0 0,0 1,-1-1,0 0,-1 1,-1-5,3 13,1-1,-1 1,1 0,-1-1,0 1,0 0,0-1,0 1,1 0,-2 0,1 0,0 0,0 0,0 0,0 0,-1 0,1 0,0 1,-1-1,1 0,-1 1,1-1,-1 1,1 0,-1-1,1 1,-1 0,1 0,-1 0,1 0,-1 0,1 0,-1 1,0-1,1 0,0 1,-1-1,1 1,-1 0,1-1,0 1,-1 0,1 0,0 0,0 0,-1 0,1 0,0 0,0 0,0 0,0 1,1-1,-1 1,-3 5,0 1,1 0,0 0,1 0,0 0,0 0,1 0,0 1,0-1,1 0,0 1,0-1,1 0,0 1,1-1,0 0,0 0,1 0,0 0,0 0,0-1,1 1,1-1,-1 0,1 0,0-1,1 1,0-1,0 0,0-1,0 1,1-1,0-1,1 2,8 3,1 0,1 0,-1-2,1 0,0-1,15 2,37 7</inkml:trace>
  <inkml:trace contextRef="#ctx0" brushRef="#br0" timeOffset="17512.838">1965 2905,'56'-13,"-12"6,-1-3,0-1,-1-3,0-1,-1-2,34-20,-33 3,-42 33,1 1,0-1,0 0,-1 0,1 0,-1 1,1-1,-1 0,1 0,-1 0,1 0,-1 0,0 0,1 0,-1 0,0 0,0 0,0 0,0 0,0 0,0 0,0 0,0 0,0-1,-1 1,1 0,0 0,-1 0,1 1,0-1,-1 0,1 0,-1 0,0 0,1 0,-1 0,0 1,1-1,-1 0,0 1,0-1,0 0,0 1,0-1,0 0,-9-2,1-1,-1 1,1 1,-1-1,0 2,0-1,0 2,0-1,0 1,0 1,0 0,0 0,-3 1,7-1,1 0,0 0,0 0,0 0,-1 1,2-1,-1 1,0 1,0-1,1 1,-1 0,1 0,0 0,-1 0,2 1,-1 0,0 0,1 0,0 0,0 0,0 1,0-1,1 1,-1 0,1 0,1 0,-1 0,1 0,-1 0,2 0,-1 1,0-1,1 0,0 4,2-1,0 1,0-1,1 1,0-1,0 0,1 0,0 0,1-1,-1 1,1-1,1 0,0-1,-1 1,2-1,-1 0,1 0,0-1,0 0,2 0,10 7,0-1,1-2,0 0,0-1,1 0,0-2,2 0,34 5</inkml:trace>
  <inkml:trace contextRef="#ctx0" brushRef="#br0" timeOffset="17796.077">2554 2691,'0'16,"6"12,12 10,14 8,13 3,10 0,8-4,1-5,-5-7,-11-9,-13-9</inkml:trace>
  <inkml:trace contextRef="#ctx0" brushRef="#br0" timeOffset="18056.694">2887 2650,'-20'14,"-14"13,-10 12,-4 10,-2 6,5 5,4 1,9-2,11-10,8-13</inkml:trace>
  <inkml:trace contextRef="#ctx0" brushRef="#br0" timeOffset="18743.376">3623 2892,'-2'-5,"0"1,0 0,0 0,-1 0,1 0,-1 0,0 0,0 1,-1-1,1 1,-1 0,0 0,1 0,-1 0,0 1,-1 0,1 0,0 0,-1 0,1 1,-1-1,1 1,-1 0,0 1,0-1,1 1,-1 0,-2 0,-2-1,0-1,0 2,0-1,0 2,0-1,-1 1,1 0,0 1,1 0,-1 0,0 1,0 0,1 1,0 0,0 0,0 1,0 0,1 0,-1 1,2 0,-1 0,0 1,1-1,1 2,-1-1,1 0,0 1,1 0,-1 0,4-4,0-1,1 1,-1-1,0 0,1 1,0-1,0 1,0-1,0 1,1-1,-1 1,1-1,0 0,0 1,0-1,0 0,1 0,-1 0,1 0,0 0,0 0,0 0,0 0,1-1,-1 1,1-1,-1 0,1 1,0-1,0-1,1 2,8 4,-1-2,1 1,0-1,0-1,0 0,1-1,-1 0,2-1,12 2,0-1,1-1,-1-1,1-2,-1 0,0-2,1-1,-1-1,-1-1,1-1,-1-2,0 0,-1-2,0 0,0-2,-16 8,-1 0,0-1,0 0,-1 0,1 0,-1-1,-1 0,1 0,-1-1,0 1,-1-1,0 0,0 0,-1 0,0-1,0 1,-1-1,0 0,-1 0,1 0,-1-6,-10-17,9 32,0-1,-1 1,1-1,0 1,-1 0,1-1,-1 1,1 0,0-1,-1 1,1 0,-1 0,1-1,-1 1,1 0,-1 0,1 0,-1 0,1 0,-1-1,1 1,-1 0,0 0,1 0,-1 1,1-1,-1 0,1 0,-1 0,1 0,-1 0,1 1,-1-1,1 0,-1 0,1 1,0-1,-1 0,1 1,-1-1,1 0,0 1,-1-1,1 1,0-1,-1 1,1-1,0 1,0-1,0 1,-1-1,1 1,0-1,0 1,0-1,0 1,-6 11,1 1,0-1,1 1,1 0,0 0,0 0,1 0,1 1,1-1,-1 1,2-1,0 1,-1-9,1 1,0-1,0 1,0-1,0 0,1 1,0-1,0 0,0 0,1 0,0 0,0-1,0 1,0-1,1 1,2 1,12 8</inkml:trace>
  <inkml:trace contextRef="#ctx0" brushRef="#br0" timeOffset="18941.885">4037 2383,'-13'-9,"-8"-3,1 3,7 3,7 2</inkml:trace>
  <inkml:trace contextRef="#ctx0" brushRef="#br0" timeOffset="19179.248">4372 2023,'-7'25,"0"24,8 22,11 19,8 13,7 7,1 2,-2-3,-4-7,-8-10,-5-10,-6-16,-7-14,-4-14,-6-13,0-11</inkml:trace>
  <inkml:trace contextRef="#ctx0" brushRef="#br0" timeOffset="20121.663">4198 2744,'396'22,"-29"-4,-302-22,-72 1,-10 0,0 1,0 1,-1 0,1 2,0 0,-1 0,1 2,0 0,0 1,1 0,-1 2,1 0,0 1,0 0,1 1,-9 7,22-14,-1 0,0 1,1-1,-1 1,0 0,1 0,0 0,-1 0,1 0,0 1,0-1,1 1,-1-1,0 1,1 0,-1-1,1 1,0 0,0 0,0 0,1 0,-1 0,0 0,1 0,0 0,0 0,0 1,0-1,1 0,-1 0,1 0,-1 0,1 0,0 0,0 0,1-1,-1 1,1 0,-1 0,1-1,0 1,0-1,0 0,0 1,1 0,9 2,-1 0,1-1,0 0,0-1,0-1,1 0,-1 0,0-1,1-1,-1 0,1 0,-1-1,1-1,-1 0,0-1,0 0,2-2,-6 3,0 0,0 0,-1-1,1-1,-1 1,0-1,0 0,0-1,0 1,-1-1,0-1,0 1,0-1,-1 0,0 0,0-1,0 0,-1 0,1-2,-4 1,-6 18,4-7,0 0,0 0,0 1,0-1,1 0,-1 1,1-1,0 0,0 1,0-1,1 1,-1-1,1 0,0 1,0-1,0 0,0 0,0 0,1 0,0 0,-1 0,1 0,0 0,0-1,1 1,-1-1,0 1,1-1,0 0,-1 0,1 0,0 0,0-1,0 1,0-1,0 1,2-1,2 1,1 0,-1 0,1-1,0 0,0 0,-1-1,1 0,0-1,0 1,-1-1,1-1,0 0,-1 0,1 0,-1-1,0 0,0 0,0-1,0 0,-1 0,5-4,0-2,0 0,0 0,-1-1,0-1,-1 0,0 0,-1-1,0 0,-1 0,5-14,8-34,-3-1,-2 0,-3-1,-3 0,-3-1,-2 0,-5-59,1 75,-2 0,-2 1,-2-1,-6-14,-6 8,17 53,1-1,-1 1,0 0,0-1,0 1,1 0,-1 0,0-1,0 1,-1 0,1 0,0 0,0 0,0 0,-1 1,1-1,0 0,-1 0,1 1,-1-1,1 1,-1 0,1-1,-1 1,1 0,-1 0,1 0,-1 0,1 0,-1 0,1 0,-1 0,0 1,-3 1,1 1,0 0,0 0,0 0,0 0,1 0,-1 1,1 0,0 0,0 0,0 0,0 0,1 0,0 1,-2 3,-9 25,2 0,1 1,1 0,2 1,2 0,1 0,2 0,1 0,1 1,6 31,1-3,3 0,3-1,2-1,3 0,3-2,3 0,12 21,27 19,-60-96,0-1,0 0,0 0,0 0,1-1,-1 1,1-1,0 0,0 0,0 0,0 0,0 0,0-1,0 0,0 0,1 0,-1-1,0 1,1-1,-1 0,0 0,1 0,-1-1,0 0,2 0,8-6,-1 0,0-2,0 1,0-1,-1-1,-1 0,0-1,0 0,-1-1,0 0,-1-1,-1 0,0 0,0-1,-2 0,1 0,-2 0,2-8,10-25,-41 189,24-138,-1 0,1 0,0 0,1 0,-1 1,1-1,0 0,0 0,0 0,0 0,1-1,-1 1,1 0,0 0,0-1,1 1,-1-1,1 0,-1 0,1 0,0 0,0 0,1-1,-1 1,0-1,1 0,1 1,17 6</inkml:trace>
  <inkml:trace contextRef="#ctx0" brushRef="#br0" timeOffset="20380.051">6003 2583,'-16'-6,"-10"-6,-5 1,-1-1,-3-1,5 3</inkml:trace>
  <inkml:trace contextRef="#ctx0" brushRef="#br0" timeOffset="20551.153">5294 2250,'16'0,"19"0,21 0,24 0,20 2,10 1,-13 0</inkml:trace>
  <inkml:trace contextRef="#ctx0" brushRef="#br0" timeOffset="20732.493">6042 2798,'-2'16,"-1"9,2 6,4-3,6-6,6-7,5-10,-1-7</inkml:trace>
  <inkml:trace contextRef="#ctx0" brushRef="#br0" timeOffset="20921.552">6109 2223,'-7'9,"3"5,1 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9:37.89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267 610,'6'11,"-3"-18,-4-23,-2 25,0 0,1 0,-2 0,1 1,0-1,-1 1,0 0,0 0,0 0,-1 1,1-1,-1 1,0 0,1 1,-1-1,-1 1,1 0,0 0,-1 0,1 1,-1 0,1 0,-1 0,1 1,-1 0,0 0,1 0,-1 1,1-1,-1 1,1 1,-1-1,1 1,0 0,-1 0,1 1,0-1,0 1,1 0,-1 1,1-1,0 1,-4 3,3-3,0 1,0 0,0 0,0 0,1 1,0-1,0 1,0 0,1 0,0 0,0 1,0-1,1 1,0 0,0 0,1-1,0 1,0 0,1 0,0 0,0 0,0 0,1 0,0 0,0 0,1 0,0-1,0 1,1 0,0-1,0 0,0 0,1 0,0 0,0 0,0-1,1 1,0-1,0-1,0 1,14 4,0-2,1 0,0-1,0-1,1-1,-1-1,1 0,0-2,0 0,0-2,0 0,-1-1,14-4,-13 4,1-1,0-1,-1-1,0-1,0-1,0 0,-1-2,0 0,-1-2,0 0,-1-1,2-2,-15 10,-5 3,0 1,0-1,1 1,-1-1,0 1,0-1,1 1,-1-1,0 1,0-1,1 1,-1-1,1 1,-1 0,0-1,1 1,-1 0,1-1,-1 1,1 0,-1 0,1-1,-1 1,1 0,-1 0,1 0,-1 0,1 0,0 0,-1 0,1 0,-1 0,1 0,-1 0,1 0,-1 0,1 0,-1 0,1 0,-1 1,1-1,-1 0,1 0,-1 1,1-1,-1 0,1 1,-1-1,1 0,-1 1,0-1,1 1,-1-1,0 1,0-1,1 1,-1-1,0 1,0-1,1 1,0 5,1 0,1 0,-1 0,1-1,0 1,1-1,-1 1,1-1,0 0,0-1,1 1,-1-1,1 0,0 0,0 0,1-1,-1 1,1-1,-1-1,1 1,0-1,0 0,0 0,0-1,1 1,-1-1,0-1,1 1,-1-1,0-1,1 1,-1-1,0 0,0 0,0-1,1 1,-1-2,-2 1,-1 1,1-1,-1-1,1 1,-1 0,0-1,0 0,0 0,-1 0,1 0,-1 0,1 0,-1-1,0 1,0-1,-1 1,1-1,-1 0,0 0,0 0,0 1,0-1,0 0,-1 0,0 0,0-1,0 1,-1 0,1 0,-1 0,0 1,-1-5,0 1,0-1,-1 1,0 0,0 0,-1 0,0 0,0 1,0-1,-1 1,0 0,0 1,-1-1,1 1,-1 0,0 0,-6-3,6 5,1 1,-1-1,-1 1,1 0,0 1,0-1,-1 1,1 0,0 1,-1 0,1 0,-1 0,1 1,-1 0,1 0,0 0,0 1,-1 0,1 0,0 1,1-1,-1 1,0 1,1-1,0 1,0 0,0 0,0 0,0 1,1 0,-1 1,3-4,1 1,-1-1,1 0,0 1,0 0,0-1,0 1,0 0,1-1,-1 1,1 0,-1 0,1 0,0-1,0 1,1 0,-1 0,0 0,1-1,0 1,-1 0,1-1,0 1,1 0,-1-1,0 1,1-1,-1 0,2 1,15 19</inkml:trace>
  <inkml:trace contextRef="#ctx0" brushRef="#br0" timeOffset="957.877">1083 636,'15'-4,"0"-1,-1 0,1-1,-1 0,0-1,-1-1,10-7,-18 12,14-8,0 0,-1-2,-1 0,0-1,-1 0,0-2,-1 0,-1 0,-1-1,0-1,-1 0,-1-1,-1-1,-1 1,0-1,-1-1,-2 1,0-2,-1 1,-1 0,-1-1,-1 0,-1 0,0 15,-1 0,0 0,0 0,0 0,-1 0,0 1,-1-1,0 0,0 0,0 1,0-1,-1 1,-1 0,1 0,-1 0,0 0,0 0,0 1,-1 0,0 0,0 0,0 0,-4-2,5 7,0 0,0 0,0 0,-1 0,1 1,0-1,1 1,-1 0,0 0,0 1,0-1,0 1,1 0,-1 0,1 0,0 0,-1 1,1-1,0 1,0 0,1 0,-1 0,0 0,1 0,0 1,0-1,0 1,0-1,1 1,-14 23,2 0,0 1,2 0,2 1,0 0,2 0,1 1,1 0,2 0,1 1,1-1,3 21,-2-32,0 0,2 0,0 0,1 0,1-1,1 1,0-1,1 0,1 0,1-1,1 1,0-2,1 0,1 0,0 0,2-2,-1 1,2-2,0 1,1-1,-10-10,0 0,0 0,1 0,-1-1,1 1,-1-2,1 1,-1 0,1-1,0 0,0-1,0 1,0-1,-1 0,1 0,0-1,0 0,0 0,0 0,-1-1,1 0,-1 0,1 0,-1-1,0 0,0 0,0 0,0 0,-1-1,3-2,6-7,-1-1,-1 0,0 0,-1-1,0-1,-1 0,-1 0,0-1,-2 1,2-6,-10 29,0-1,1 1,0-1,1 1,0-1,0 1,0 0,1-1,-1 1,2-1,-1 1,1-1,0 0,0 0,1 0,-1 0,4 5,1-7,0 0,0-1,0 0,1 0,-1-1,1 0,-1 0,1-1,0 0,0 0,-1-1,1 0,0 0,0-1,0 0,-1 0,1-1,0 0,-1 0,5-3,-5 2,1 0,-1 0,0-1,0 0,-1 0,1 0,-1-1,0 0,0-1,0 1,-1-1,4-5,-7 8,0-1,0 1,0 0,-1 0,1-1,-1 1,0 0,0-1,0 0,0 1,-1-1,0 1,1-1,-1 0,0 1,-1-1,1 0,-1 1,0-1,0 1,0-1,0 1,0 0,-1-1,1 1,-1 0,0 0,-2-2,-2-2,-1 1,0 0,0 1,-1-1,0 2,1-1,-2 1,1 0,0 0,-1 1,0 0,0 1,0 0,0 0,0 1,0 1,0-1,0 1,0 1,-1-1,1 2,0-1,0 1,-2 1,8-3,-1 1,1-1,0 1,-1 0,1-1,0 2,0-1,0 0,0 1,0-1,0 1,0 0,0 0,1 0,-1 0,1 0,-1 1,1-1,0 1,0 0,0-1,0 1,0 0,1 0,-1 0,1 0,0 1,0-1,0 0,1 0,-1 1,1-1,-1 0,1 1,0-1,0 1,1 0,2 1,1 0,0 0,-1-1,2 1,-1-1,1 0,-1 0,1 0,0-1,0 0,1 0,-1 0,2 0,40 20</inkml:trace>
  <inkml:trace contextRef="#ctx0" brushRef="#br0" timeOffset="1353.414">2460 623,'-23'-13,"0"2,0 1,-1 1,0 1,-1 1,0 1,0 1,0 1,-1 2,-13 0,31 2,1 0,-1 1,0 0,0 1,1-1,-1 1,0 1,1 0,0 0,0 0,-6 4,10-5,1-1,-1 1,1 0,0 1,-1-1,1 0,0 1,0-1,0 1,1-1,-1 1,0 0,1 0,0 0,0 0,0 0,0 0,0 0,1 0,-1 0,1 0,0 1,0-1,0 0,0 0,1 0,-1 0,1 0,0 1,0-1,1 3,0-1,1 1,0-1,0 1,0-1,1 0,0 0,0 0,0-1,0 0,1 1,0-1,-1-1,2 1,-1-1,0 0,1 0,-1 0,1-1,4 1,8 3,-1-1,1 0,0-2,1 0,-1-1,9-1,-15 0,0-2,1 0,-1 0,0-1,1 0,-1-1,0-1,-1 0,1 0,2-2,-9 3,1 0,-1 0,-1 0,1 0,0-1,-1 0,0 0,0 0,0 0,0-1,0 0,-1 1,0-1,0 0,-1-1,1 1,-1 0,0-1,-1 0,1 1,-1-1,0-4,0 4,0 1,-1-1,0 0,-1 0,1 0,-1 0,0 1,0-1,-1 0,0 1,0-1,0 1,-1-1,1 1,-1 0,-1 0,0-1,2 5,1 0,0 1,-1-1,1 1,0-1,-1 1,1 0,0 0,-1-1,1 1,-1 0,1 0,-1 0,1 1,0-1,-1 0,1 0,-1 1,1-1,0 1,0-1,-1 1,1 0,0-1,0 1,-1 0,1 0,0 0,0 0,0 0,0 0,0 0,1 0,-1 0,0 1,0-1,1 0,-1 0,1 1,-1-1,1 0,-1 1,1-1,0 1,0-1,0 0,0 1,0-1,0 1,0 0,-1 3,1-1,-1 1,1 0,0 0,1-1,-1 1,1 0,0-1,0 1,0-1,0 1,1-1,0 1,0-1,0 0,1 0,-1 0,1 0,0 0,0-1,0 1,1-1,-1 0,1 0,0 0,0 0,3 1,5 3,0 0,1-1,0 0,0-1,1-1,0 0,-1-1,11 1,15 1</inkml:trace>
  <inkml:trace contextRef="#ctx0" brushRef="#br0" timeOffset="2152.017">2793 596,'0'-23,"0"10,0 25,0-4,0 0,0 0,0-1,1 1,0 0,0-1,1 1,0 0,1-1,-1 0,1 0,1 0,-1 0,1 0,0 0,1-1,0 0,0 0,0 0,1-1,0 0,0 0,0 0,0-1,1 1,0-2,-1 1,2-1,-1 0,0 0,1-1,1 0,-1-1,-1 0,1-1,-1 0,1 0,0-1,-1 0,1 0,-1-1,0 0,1 0,-1-1,0 0,0 0,0-1,-1 0,1 0,-1 0,0-1,0 0,-1 0,1-1,-1 1,-1-1,1 0,-1-1,0 1,0-1,0 1,-1-1,0 0,-1-1,1 1,-2 0,2-8,0-64,-4 79,1 0,0 0,0 0,-1 0,1 1,0-1,0 0,-1 0,1 0,0-1,-1 1,1 0,0 0,0 0,-1 0,1 0,0 0,0 0,-1 0,1 0,0-1,0 1,-1 0,1 0,0 0,0-1,0 1,-1 0,1 0,0 0,0-1,0 1,0 0,0 0,0-1,-1 1,1 0,0 0,0-1,0 1,0 0,0-1,0 1,0 0,0 0,0-1,0 1,0 0,0 0,0-1,1 1,-1 0,0-1,-6 26,6-19,0 1,0-1,1 1,0 0,1-1,-1 1,1-1,0 0,1 0,0 0,0 0,0 0,0 0,1-1,0 0,0 1,1-1,-1-1,1 1,0-1,0 0,1 0,1 1,9 5,1-1,0 0,0-1,0-1,1 0,0-2,14 3,21 2,1-3,1-2,-1-2,1-3,35-5,-74 5,1-1,-1-1,0 0,0-1,-1-1,1-1,-1 0,0-1,12-6,-25 10,1 0,-1 0,0 0,0 0,0-1,0 1,0-1,-1 1,1-1,-1 0,1 0,-1 0,0 0,0 1,0-2,-1 1,1 0,-1 0,0 0,0 0,0 0,0 0,0 0,0 0,-1 0,0 0,0 0,1 0,-2 0,1-4,-2 1,1 0,-1 0,0 0,0 0,0 0,-1 1,0-1,0 1,-1 0,1 0,-1 1,-1-2,-1 3,1-1,0 1,-1 1,0-1,1 1,-1 0,0 1,0-1,0 1,0 1,0-1,-1 1,1 1,0-1,0 1,0 0,0 1,0 0,0 0,1 0,-1 1,1 0,-1 0,1 1,0 0,0 0,1 0,-1 1,1 0,0 0,0 0,0 0,1 1,0 0,0 0,1 0,-3 4,5-7,0 0,0-1,0 1,0 0,0 0,0 0,1-1,-1 1,1 0,0 0,0 0,0 0,0 0,0 0,1 0,0 0,-1 0,1-1,0 1,0 0,1 0,-1-1,0 1,1-1,0 1,-1-1,1 0,0 1,0-1,0 0,1 0,-1-1,0 1,1 0,-1-1,1 1,0-1,1 1,6 2,1 0,0 0,-1-1,1-1,0 0,0 0,0-1,0 0,1-1,-1-1,0 1,0-2,0 0,0 0,0-1,0 0,-1-1,1 0,3-3,-10 5,0 0,-1-1,1 0,-1 0,0 0,0 0,0-1,0 1,0-1,-1 0,0 1,1-1,-1 0,-1 0,1-1,-1 1,0 0,0-1,0 1,0 0,-1-1,1 1,-1-1,0 1,-1-1,1 1,-1-1,0 1,0 0,-1-3,2 8,0-1,0 0,0 1,-1-1,1 0,0 1,0-1,0 0,0 1,0-1,-1 0,1 1,0-1,0 0,-1 1,1-1,0 0,-1 0,1 0,0 1,0-1,-1 0,1 0,0 0,-1 0,1 1,-1-1,1 0,0 0,-1 0,1 0,0 0,-1 0,1 0,-1 0,1 0,0 0,-1 0,1 0,0-1,-1 1,1 0,0 0,-1 0,1 0,0-1,-1 1,1 0,0 0,-1 0,1-1,0 1,3 7,0 0,0 0,1-1,0 1,1-1,-1 0,1 0,0 0,1-1,-1 0,1 0,0 0,0-1,1 0,-1 0,1 0,0-1,0 0,0-1,5 2,34 13,0-3,1-1,1-2,44 3,6-1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9:50.94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238 12,'-7'-3,"0"1,0 0,0 1,0-1,0 1,0 1,0-1,0 1,0 0,0 1,-1 0,1 0,0 1,1-1,-1 2,0-1,0 1,1 0,-1 0,1 0,0 1,0 0,1 1,-1-1,-2 4,2-4,1 0,0 1,1 0,-1 0,1 0,0 1,0-1,1 1,-1 0,1 0,1 0,-1 1,1-1,0 0,1 1,-1 0,1-1,0 1,1 0,0-1,0 1,0 0,1 0,0-1,0 1,1 0,0-1,0 0,0 1,1-1,0 0,3 5,6-1,1 0,0-1,0-1,0 0,1-1,0-1,1 0,0-1,-1 0,2-1,-1-1,0 0,1-1,-1-1,1 0,2-1,13 0,-1 0,1-2,-1-1,1-1,-1-2,0 0,-1-3,0 0,10-6,-31 12,0 0,-1 0,0-1,1 0,-1 0,0-1,-1 0,1 0,-1 0,0-1,-1 0,1 0,-1-1,0 1,-1-1,1 0,-1 0,-1-1,1 1,-1-1,-1 0,0 0,0 0,0 0,-1 0,0 0,0 0,-1-1,0 1,-1 0,-1-5,2 11,0 0,0 1,-1-1,1 1,0-1,-1 1,0-1,1 1,-1-1,0 1,0-1,1 1,-1 0,0 0,0-1,-1 1,1 0,0 0,0 0,-1 0,1 0,0 0,-1 1,1-1,-1 0,1 1,-1-1,1 1,-1-1,1 1,-1 0,1 0,-1 0,0 0,1 0,-1 0,1 0,-1 0,0 1,1-1,-1 0,1 1,-1 0,1-1,-1 1,1 0,0 0,-1-1,1 1,0 0,0 0,-1 1,1-1,0 0,0 0,0 1,0-1,1 0,-1 1,0-1,1 1,-1 0,-2 5,1 1,0 0,1 0,0-1,0 1,0 0,1 0,0 0,1 0,0 0,0 0,1 0,-1-1,2 1,-1 0,1-1,0 0,1 0,0 0,0 0,1 0,-1-1,1 0,1 0,-1 0,1-1,0 1,0-1,1-1,-1 1,1-1,0 0,0-1,0 0,1 0,-1 0,3-1,1 2,0-1,1 0,-1 0,1-2,0 1,0-1,0-1,-1 0,1-1,6-1,-13 1,0 0,0 0,0 0,-1-1,1 0,0 0,-1 0,0 0,1-1,-1 0,0 0,0 0,0 0,-1-1,1 1,-1-1,0 0,0 0,0 0,0 0,-1-1,0 1,0-1,0 0,1-3,0-3,-1 1,0 0,0-1,-1 0,-1 1,1-1,-2 0,0 1,0-1,-1 1,0-1,-3-7,5 19,0-1,0 1,0-1,0 0,0 1,-1-1,1 1,0-1,0 0,0 1,-1-1,1 0,0 1,-1-1,1 0,0 0,-1 1,1-1,0 0,-1 0,1 0,0 1,-1-1,1 0,-1 0,1 0,0 0,-1 0,1 0,-1 0,1 0,0 0,-1 0,1 0,-1 0,1 0,-1 0,1 0,0 0,-1 0,1-1,-1 1,1 0,0 0,-1 0,1-1,0 1,-1 0,1-1,0 1,0 0,-1 0,1-1,0 1,0-1,-1 1,1 0,0-1,0 1,0 0,0-1,0 1,0-1,-1 1,1-1,0 1,0 0,0-1,0 1,-9 32,8-23,1 1,1-1,0 0,0 0,1 1,0-1,1 0,0-1,0 1,1 0,0-1,0 0,1 0,0 0,0 0,1-1,0 0,1 0,-1 0,1-1,0 0,1-1,0 1,0-2,0 1,0-1,1 0,-1 0,1-1,6 1,23 9,1-2,1-1,0-3,0-1,36 1,15-3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9:51.77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1053,'103'-262,"-90"219,34-82,-47 124,0 0,1 1,-1-1,1 0,-1 0,1 1,-1-1,1 0,-1 1,1-1,0 0,-1 1,1-1,0 1,-1-1,1 1,0 0,0-1,-1 1,1 0,0-1,0 1,0 0,0 0,-1 0,1 0,0-1,0 1,0 0,0 1,0-1,-1 0,1 0,0 0,0 0,0 1,0-1,-1 0,1 1,0-1,0 1,-1-1,1 1,0-1,0 1,24 34,-5 4,-2-1,-2 2,12 41,-27-79,-2 38,1-40,-1 0,1 0,-1 0,0 0,1 0,-1 0,1 0,-1 0,1 0,-1 0,0 0,1-1,-1 1,1 0,-1 0,1-1,-1 1,1 0,-1-1,1 1,-1 0,1-1,0 1,-1-1,1 1,0 0,-1-1,1 1,0-1,-1 1,1-1,0 1,0-1,0 0,-1 1,1-1,0 1,0-1,0 1,0-1,0 0,0 1,0-1,0 1,0-1,1 1,-1-1,1-8,0 1,0-1,1 0,1 1,-1 0,1-1,1 1,0 0,0 1,0-1,1 1,0 0,6-7,-3 2,26-37,-3-1,-1-2,-3-1,-3-1,-1-1,-4-1,-1 0,-3-2,2-28,-15 71,4-112,-5 126,-1 0,0 0,0-1,0 1,-1 0,1 0,0 0,0 0,-1 0,1 0,0-1,-1 1,1 0,-1 0,1 0,-1 0,0 0,1 0,-1 1,0-1,0 0,0 0,0 0,1 1,-1-1,0 0,0 1,0-1,-1 1,1-1,0 1,0 0,0-1,0 1,0 0,0 0,-1 0,1 0,0 0,0 0,0 0,0 0,0 0,-1 1,1-1,0 0,0 1,-43 34,32-15,2 1,0 0,1 0,2 1,0 0,1 1,1-1,1 1,1 0,2 0,0 0,1 0,1 1,1-1,2 15,2 0,1 0,2 0,1-1,2 0,2-1,1-1,2 0,1-1,2-1,1 0,2-2,0-1,3 0,0-2,18 14,-15-29,-23-20</inkml:trace>
  <inkml:trace contextRef="#ctx0" brushRef="#br0" timeOffset="289.801">162 372,'18'-5,"22"-1,25 0,24 4,19 1,12 5,-14 0</inkml:trace>
  <inkml:trace contextRef="#ctx0" brushRef="#br0" timeOffset="1503.141">1325 826,'-10'-10,"0"1,-1 1,0 0,0 0,-1 1,0 0,0 1,-1 1,1 0,-1 1,-3-1,9 3,1 1,-1-1,0 2,1-1,-1 1,0 0,0 0,1 0,-1 1,0 1,1-1,-1 1,1 0,-1 0,1 1,0-1,0 1,0 1,1-1,-1 1,1 0,0 1,-2 1,4-3,0-1,0 1,1 0,-1 0,1 1,0-1,0 0,0 1,0-1,0 1,1 0,0 0,-1-1,2 1,-1 0,0 0,1 0,-1 0,1 0,0 0,1 0,-1 0,1 0,0 0,0 0,0 0,0-1,0 1,1 0,0-1,0 1,0-1,0 0,0 1,1-1,0 0,-1 0,1-1,0 1,1 0,5 1,-1 0,1 0,-1-1,1 0,0-1,0 0,0-1,0 0,0 0,1 0,-1-2,0 1,0-1,0 0,0-1,0 0,0 0,0-1,0 0,-1-1,0 0,1 0,-2-1,1 0,0 0,-1-1,0 0,0 0,-1-1,0 0,0 0,0 0,-1-1,0 0,-1 0,1 0,-2 0,1-1,-1 1,0-1,-1 0,0 0,0-6,-8-6,-7 31,10-1,1 1,-1-1,1 1,1-1,0 1,0 0,1-1,1 1,-1 0,1 0,1-1,2 7,-3-10,0-1,1 0,-1 0,1 0,0 0,1 0,-1 0,1 0,0-1,0 0,1 1,-1-1,1 0,0-1,0 1,0-1,1 1,-1-1,1-1,0 1,0-1,0 1,2-1,-3-1,-1 0,0-1,1 1,-1-1,0 0,1 0,-1 0,1-1,-1 1,0-1,1 0,-1 0,0 0,0 0,0-1,0 1,0-1,0 1,0-1,0 0,-1-1,1 1,-1 0,1-1,-1 1,0-1,0 0,0 1,0-1,-1 0,1 0,-1-1,5-8,-1 0,0 0,-1-1,0 1,-1-1,-1 0,1-11,0-176,-3 198,0 0,0 0,1 0,-1 0,1 0,0 0,0 0,-1 0,1 0,0 0,1 0,-1 0,0 1,0-1,1 0,-1 1,1-1,-1 1,1 0,0-1,0 1,-1 0,1 0,0 0,0 0,0 1,0-1,0 0,0 1,0 0,0-1,1 1,-1 0,0 0,0 0,79 8,-61-4,0 2,-1 0,0 2,0 0,0 0,-1 2,0 1,8 6,-19-12,0 1,0-1,0 1,-1 0,0 1,0 0,0 0,-1 0,0 1,-1-1,0 1,0 0,-1 0,1 1,-2-1,1 1,-1-1,-1 1,0 0,1 7,-11 60,9-74,0-1,0 1,1 0,-1-1,0 1,1 0,-1-1,1 1,-1-1,1 1,0-1,-1 1,1-1,0 1,0-1,0 0,0 1,1-1,-1 0,0 0,0 0,1 0,-1 0,0 0,1 0,-1-1,1 1,0 0,-1-1,1 1,-1-1,1 0,0 1,-1-1,2 0,61 1,-51-2,0-1,-1 0,1-1,0 0,-1-1,1 0,-1-1,-1-1,1 0,-1 0,0-1,0-1,-1 0,0 0,0-1,-1 0,0 0,0-1,-1-1,-1 1,0-1,0-1,-1 1,-1-1,0 0,0 0,-1-1,-1 1,0-1,0 0,-2 0,1-2,-2 12,0 0,0 1,0-1,0 0,0 1,0-1,-1 0,0 1,1-1,-1 1,0-1,0 1,0-1,0 1,-1 0,1-1,-1 1,1 0,-1 0,0 0,0 0,0 0,0 1,0-1,0 1,0-1,-1 1,1 0,-1 0,1 0,-1 0,1 0,-1 0,1 1,-1-1,0 1,1 0,-1 0,0 0,1 0,-2 0,-2 2,0 1,0 0,0 0,0 0,1 1,-1 0,1 0,0 0,1 1,-1-1,1 1,-1 0,1 0,1 1,-1-1,1 1,0 0,0 0,1 0,0 0,0 1,0-1,1 0,0 1,0-1,1 1,-1 0,1-1,1 1,-1-1,1 1,1-1,-1 1,1-1,0 0,0 0,1 0,0 0,3 5,0-4,1 0,0 0,0 0,1-1,0 0,0-1,1 0,-1 0,1-1,0 0,0 0,0-1,1 0,5 0,139 13,-125-16,0-2,0 0,0-2,0-2,0 0,-1-2,0-1,-1-1,0-2,-1 0,9-7,-26 13,0-1,-1 1,0-2,0 1,-1-1,1-1,-2 1,1-1,-1 0,1-4,-5 11,-1-1,0 0,1 1,-1-1,0 0,0 0,0 0,-1 0,1 0,-1 0,1 0,-1 0,0 0,-1 0,1-1,0 1,-1 0,1 0,-1 0,0 0,0 1,0-1,-1 0,1 0,-1 1,1-1,-1 0,0 1,0 0,0-1,0 1,-1 0,1 0,0 0,-1 1,0-1,-1-1,-9-2,0 0,-1 0,0 1,1 1,-1 0,0 1,-1 0,1 1,0 1,0 1,-1 0,1 0,-6 3,-81 26,97-29,0 1,1 0,-1 0,0 1,1-1,0 1,0-1,0 1,0 0,0 0,0 0,1 1,-1-1,1 1,0-1,0 1,0 0,1 0,-1 0,1 0,0 0,0 0,0 3,3-2,0 0,0 0,0 0,0 0,1-1,0 1,0-1,0 1,1-1,-1 0,1-1,0 1,0-1,0 1,1-1,-1 0,1-1,0 1,-1-1,1 0,0 0,1 0,-1-1,0 0,0 0,0 0,5-1,9 5,0 0,1-2,0-1,-1 0,1-1,0-1,0-1,0-1,-1-1,1 0,-1-2,2-1,-17 5,1-1,-1 0,0 0,0 0,0 0,0-1,-1 1,1-1,-1 0,0 0,1-1,-1 1,-1-1,1 1,0-1,-1 0,2-3,20 27,-5-6,1-1,0-1,1 0,0-2,1-1,0 0,0-1,1-2,0 0,0-2,13 1,-14 0,63 11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9:49.61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248 550,'-3'-7,"0"0,0 0,-1 1,0-1,0 1,0 0,-1 0,0 1,0-1,-1 1,1 0,-1 0,0 1,0 0,-1 0,1 0,-1 1,-3-1,6 2,0 0,-1 0,1 1,0 0,-1-1,0 2,1-1,-1 0,0 1,1 0,-1 0,0 0,1 1,-1 0,1-1,-1 2,1-1,-1 0,1 1,0 0,-1 0,1 0,0 1,0-1,1 1,-1 0,1 0,-1 0,-1 3,3-4,0 0,0 0,1 1,-1-1,1 1,-1 0,1-1,0 1,0 0,0 0,1 0,-1-1,0 1,1 0,0 0,0 0,0 0,0 0,0 0,1 0,-1 0,1 0,0-1,0 1,0 0,0 0,0-1,0 1,1 0,0-1,-1 0,2 2,4 3,-1 0,1 0,0-1,0 0,1-1,0 1,0-2,0 1,8 3,21 5,0-1,1-2,0-2,1-1,-1-2,1-2,0-1,0-2,0-2,0-1,12-4,-38 6,0-1,0-1,0 0,-1 0,1-2,-1 1,0-1,0-1,-1 0,1-1,0-1,10-13</inkml:trace>
  <inkml:trace contextRef="#ctx0" brushRef="#br0" timeOffset="301.259">716 511,'-6'6,"1"0,0 1,0 0,1 0,0 1,0-1,0 1,1 0,-1 4,3-9,1-1,-1 1,1 0,0 0,-1 0,1 0,1 0,-1 0,0 0,1 0,-1 0,1-1,0 1,0 0,0 0,0-1,1 1,-1 0,1-1,-1 1,1-1,0 0,0 0,0 0,0 0,1 0,-1 0,2 1,7 2,0 1,1-1,0-1,0 0,0-1,1 0,-1-1,1-1,-1 0,1 0,0-1,-1-1,1 0,-1-1,1 0,-1-1,0 0,0-1,0 0,0-1,-8 4,0-1,-1 1,1-1,-1 0,1 0,-1 0,0-1,0 1,0-1,0 1,0-1,-1 0,1 0,-1 0,0-1,0 1,0 0,0-1,-1 0,1 1,-1-1,0 0,0 1,0-1,-1 0,1 0,-1 0,0 0,0 0,0 0,-1 0,1 0,-1 1,0-1,0 0,0 0,-1 1,1-1,-1 0,-4-3,0 0,-1 0,0 0,0 1,-1 0,1 0,-1 1,0 0,-1 0,1 1,-1 0,0 1,0 0,0 0,0 1,-1 0,1 1,0 0,-1 0,1 1,-1 0,1 1,-1 0,1 0,-1 1,-4 2,5-2,-1 0,1 1,0 0,1 1,-1 0,1 0,-1 1,1 0,1 0,-1 1,1 0,0 0,0 1,1 0,0 0,0 1,0-1,1 1,0 0,1 1,-3 7,6-13,0-1,0 1,1 0,-1-1,1 1,0 0,0-1,0 1,0 0,0 0,0-1,1 1,-1 0,1-1,0 1,0-1,0 1,0-1,0 1,1-1,-1 0,1 1,0-1,-1 0,1 0,0 0,0 0,0-1,0 1,1 0,-1-1,1 1,82 23,-37-21</inkml:trace>
  <inkml:trace contextRef="#ctx0" brushRef="#br0" timeOffset="610.128">982 15,'-13'-4,"0"1,-1 0,0 1,0 1,1 0,-1 0,0 2,0-1,0 2,0 0,1 1,-1 0,1 1,0 0,0 1,-12 6,21-8,1 0,-1-1,1 1,0 0,0 1,0-1,0 1,0-1,1 1,-1 0,1 0,0 0,1 0,-1 0,1 1,-1-1,1 0,0 1,1-1,-1 1,1-1,0 1,0-1,0 1,1-1,0 1,0-1,0 0,0 1,0-1,1 0,4 11,1-1,0 0,1 0,0 0,1-1,1-1,0 0,4 3,276 278,-284-284,1-1,0 0,1-1,0 1,0-1,0-1,1 0,0 0,0-1,1 0,-1 0,1-1,0 0,0-1,6 1,18 1,1-2,-1-1,1-2,28-4,15-1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9:47.22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94 689,'0'4,"3"9,0 14,-1 10,3 9,-1 3,3 0,-2-6,0-10</inkml:trace>
  <inkml:trace contextRef="#ctx0" brushRef="#br0" timeOffset="264.032">0 274,'3'19,"11"9,18 8,16 2,1-5</inkml:trace>
  <inkml:trace contextRef="#ctx0" brushRef="#br0" timeOffset="863.175">883 903,'-10'-13,"1"1,-2 1,1 0,-2 0,1 1,-1 0,-1 1,0 0,0 1,-1 1,0 0,0 1,0 0,-1 1,0 1,0 0,0 1,-1 1,1 0,-1 1,-14 1,25 0,1 0,0 1,-1-1,1 1,0 0,-1 0,1 0,0 1,0-1,0 1,0 0,0 0,0 1,1-1,-1 1,1 0,0 0,0 0,0 0,0 0,0 1,1 0,-1-1,1 1,0 0,0 0,0 0,1 0,0 0,-1 1,1-1,1 0,-1 0,1 1,-1-1,1 1,1-1,-1 2,2-2,0 0,0 0,0 0,1 0,-1 0,1 0,0-1,0 1,0-1,0 0,1 0,0 0,-1 0,1-1,0 1,0-1,0 0,1 0,-1-1,0 1,1-1,98 12,-92-14,1 0,-1-1,0 0,0-1,0 0,0-1,0 0,0-1,-1 0,0-1,0 0,-1-1,1 0,-2 0,1-1,-1 0,0 0,0-1,-1 0,0 0,-1-1,0 0,-1 0,0 0,3-8,2-14,0-1,-3 1,0-2,-2 1,-2-1,-1 1,-1-1,-2 0,-1 0,-3-8,-19-39,24 80,-1 0,1 0,-1 0,0 0,1 0,-1 0,0 0,0 0,0 1,1-1,-1 0,0 0,0 1,0-1,-1 0,1 1,0-1,0 1,0 0,0-1,0 1,-1 0,1-1,0 1,0 0,0 0,-1 0,1 0,0 0,0 1,0-1,-1 0,1 1,0-1,0 0,0 1,0-1,0 1,0 0,0-1,0 1,0 0,0 0,0-1,0 1,0 0,1 0,-1 0,0 0,0 1,-34 58,22-23,1 1,2 1,2-1,1 2,3-1,1 0,1 9,1-23,2 0,0 0,2 0,1-1,1 1,0-1,8 16,-10-30,1 0,0 0,1-1,0 0,1 0,0 0,0 0,1-1,0 0,0-1,1 1,0-1,1-1,-1 0,1 0,0 0,1-1,-1-1,2 1,3-1,-1-1,1 0,0-1,0 0,0-1,0-1,0 0,0-1,0 0,0-2,0 1,-1-2,1 1,-1-2,0 0,0-1,0 0,-1 0,0-2,0 1,-1-2,0 1,0-2,-1 1,0-2,-1 1,0-1,-1 0,0-1,0 0,-2 0,1-1,0-3,-2 4,1-1,-2 1,0-1,0 0,-1-1,-1 1,0 0,-1-1,-1 1,0-1,0 1,-1-1,-2-6,3 19,-1-1,1 0,0 1,-1-1,1 0,-1 1,1-1,-1 1,0-1,1 1,-1-1,0 1,0-1,0 1,0 0,-1-1,1 1,0 0,0 0,-1 0,1 0,-1 0,1 0,-1 1,1-1,-1 0,1 1,-1-1,0 1,1-1,-1 1,0 0,1 0,-1 0,0 0,1 0,-1 0,0 0,0 1,1-1,-1 0,1 1,-1 0,0-1,1 1,-1 0,1 0,0 0,-1 0,1 0,-1 0,1 0,0 0,0 0,0 1,-1 0,-4 6,0 1,0-1,1 1,1 0,-1 0,1 0,1 1,0-1,0 1,1 0,0 0,1 0,0 0,0 0,1 0,0 0,1 0,0 1,1-2,0 1,2 3,-1-6,-1 0,2-1,-1 0,1 0,0 0,1 0,-1 0,1-1,0 0,0 0,1 0,0-1,-1 0,1 0,1 0,-1-1,1 0,-1 0,1 0,37 11</inkml:trace>
  <inkml:trace contextRef="#ctx0" brushRef="#br0" timeOffset="1691.855">1672 689,'-4'9,"2"1,-1-1,1 1,0 0,1 0,0 0,1 0,0 0,1 0,0 0,0 0,1 0,0 0,1-1,0 1,1-1,0 0,0 0,1 0,0 0,0-1,1 0,0 0,2 1,-3-4,0 0,1-1,-1 1,1-1,0-1,0 1,0-1,0 0,1-1,-1 1,1-1,-1 0,1-1,0 0,0 0,0 0,0-1,0 0,0 0,0-1,0 0,-1 0,1-1,0 0,0 0,-1 0,0-1,1 0,-1 0,0-1,0 1,-1-1,1-1,-1 1,0-1,0 0,0 0,-1 0,0-1,1-1,1-5,-1 1,-1-1,0-1,0 1,-2-1,1 1,-1-1,-1 0,-1 0,0 1,0-1,-1-4,-7 5,0 28,5-9,1 0,0 1,1-1,0 0,0 1,0-1,1 1,0-1,0 1,1-1,0 1,1-1,-1 0,1 1,1-1,-1 0,1 0,1-1,-1 1,1 0,0-1,0 0,1 0,0 0,0-1,1 0,-1 0,1 0,0-1,0 1,1-1,-1-1,1 1,0-1,6 2,-2-3,-1-1,0 0,1 0,-1-1,0-1,1 1,-1-2,0 1,1-2,-1 1,0-1,-1-1,1 0,-1 0,1-1,-1 0,-1 0,1-1,2-3,3-2,0 0,-1-2,0 1,-1-2,-1 0,0 0,0-1,-2 0,0-1,6-15,-3-5,-2 0,-1 0,-2-1,-2 0,-1-1,-2 1,-2-35,-1 10,-3 1,-2 0,-3 0,-10-35,18 94,0-4,0 0,-1 0,0 0,0 0,0 0,-1 1,1-1,-1 1,-1-1,1 1,-4-4,6 9,0 0,0-1,0 1,0-1,0 1,0 0,0 0,0 0,0 0,0 0,0 0,0 0,0 0,0 0,0 0,0 0,0 1,0-1,0 0,0 1,0-1,0 1,0-1,0 1,0-1,0 1,1 0,-1-1,0 1,0 0,1 0,-1 0,1-1,-1 1,1 0,-1 0,1 0,-1 0,1 0,0 0,-1 0,1 0,0 0,0 0,0 0,-10 23,2 0,1 0,1 0,0 1,0 23,3-28,-9 57,4 0,4 1,3 24,2-68,1 0,2 0,2 0,1-1,2 0,0 0,3-1,12 25,-18-46,0 1,1-1,0 0,1-1,0 0,1 0,0 0,0-2,6 5,-11-10,1 0,-1 0,1 0,0 0,0-1,0 0,0 0,0 0,1-1,-1 0,0 0,1 0,-1 0,1-1,-1 0,1 0,-1-1,0 1,1-1,-1 0,1-1,-1 1,3-2,4-5,0 0,-1-1,0 0,0-1,-1 0,0 0,-1-1,0 0,-1-1,0 0,0 0,-2-1,1 0,-2 0,0-1,3-10,-2 17,-10 33,3-16,-1-4,1 0,0 0,0 0,0 0,1 0,0 0,0 0,0 0,1 0,0 0,0 0,1-1,0 1,0 0,0 0,0-1,1 0,0 1,0-1,1 0,-1 0,1-1,0 1,0-1,1 0,-1 0,1 0,0-1,0 1,2 0,61 5,-35-13</inkml:trace>
  <inkml:trace contextRef="#ctx0" brushRef="#br0" timeOffset="1941.232">2928 515,'-14'-7,"-4"-2</inkml:trace>
  <inkml:trace contextRef="#ctx0" brushRef="#br0" timeOffset="2112.774">2273 302,'27'-3,"28"-2,26-1,23 1,16 1,-12 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9:54.19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1 562,'0'13,"0"1,0-1,1 1,1-1,1 0,0 0,0 0,1 0,1-1,0 1,1-1,0 0,1-1,0 1,0-2,2 1,-1-1,1 0,1 0,0-1,0-1,1 0,0 0,0-1,1 0,-1-1,14 5,-21-9,0 0,0-1,0 1,1-1,-1 1,0-1,1 0,-1-1,1 1,0-1,-1 0,1 0,-1-1,1 1,-1-1,1 0,-1 0,1 0,-1-1,0 0,0 1,0-2,0 1,0 0,0-1,0 0,-1 1,0-2,1 1,-1 0,0-1,0 1,-1-1,1 0,-1 0,1-1,3-13,0-1,-1 0,-1-1,-1 1,-1 0,0-1,-2 0,0 1,-1-1,-1 0,-4-17,-12-28,33 73,-1 2</inkml:trace>
  <inkml:trace contextRef="#ctx0" brushRef="#br0" timeOffset="280.249">630 562,'-5'18,"-1"13,0 8,1 2,4 1,4-3,5-2,4-7,3-7,2-8,-3-9,-4-5</inkml:trace>
  <inkml:trace contextRef="#ctx0" brushRef="#br0" timeOffset="532.102">563 362,'11'4,"11"5,1-1</inkml:trace>
  <inkml:trace contextRef="#ctx0" brushRef="#br0" timeOffset="782.464">857 696,'-5'13,"-1"10,0 3,2 1,3-1,4-3,2-4,2-4,2-5,2-7,-1-3</inkml:trace>
  <inkml:trace contextRef="#ctx0" brushRef="#br0" timeOffset="783.464">830 214,'-16'-6,"-5"1,1 7,6 10,15 9,16 6,5-1</inkml:trace>
  <inkml:trace contextRef="#ctx0" brushRef="#br0" timeOffset="1071.69">1218 0,'-7'18,"-2"20,0 17,2 15,4 14,6 9,3 1,2-1,1-4,-1-10,-1-10,-3-13,-1-14,-4-13,-1-13</inkml:trace>
  <inkml:trace contextRef="#ctx0" brushRef="#br0" timeOffset="1445.439">1070 535,'14'-2,"0"1,0 1,0 0,-1 1,1 0,0 1,10 4,1-2,18 3,-1 2,-1 1,1 3,22 10,-61-22,0 0,1-1,-1 1,0 0,0 1,0-1,0 1,0-1,-1 1,1 0,0 0,-1 0,1 0,-1 1,0-1,0 1,0-1,0 1,0 0,0 0,-1 0,1 0,-1 0,0 0,0 0,0 0,-1 0,1 1,-1-1,1 0,-1 0,0 1,0-1,-89 113,89-115,0 1,-1 0,1-1,0 1,1-1,-1 1,0 0,0-1,1 1,-1-1,1 1,-1-1,1 1,-1-1,1 1,0-1,0 0,0 1,0-1,0 0,0 0,0 1,0-1,1 0,-1 0,0-1,1 1,-1 0,1 0,-1-1,1 1,-1 0,1-1,-1 0,1 1,-1-1,1 0,0 0,-1 0,1 0,-1 0,1 0,0 0,-1 0,1-1,-1 1,1-1,-1 1,1-1,-1 0,2 0,4 0,-1-1,0 0,1 0,-1 0,0-1,0 0,0 0,0 0,0-1,-1 0,0 0,0 0,0-1,0 1,-1-1,1 0,-1-1,0 1,-1-1,0 0,0 0,0 0,0 0,-1 0,0-1,0 1,-1-1,0 1,0-1,0 0,-1 1,0-1,-1 0,1 1,-1-1,0 0,-1 1,-2-7,3 9,-1-1,0 1,0 0,-1 0,1 0,-1 0,0 0,0 0,0 1,-1-1,1 1,-1 0,0 0,0 0,0 1,0-1,0 1,0 0,-1 0,1 1,-1-1,0 1,1 0,-1 0,0 1,1-1,-1 1,0 0,0 0,0 1,1-1,-1 1,0 0,1 0,-1 1,1-1,-1 1,1 0,0 1,-1-1,1 1,0-1,1 1,-1 0,1 0,-2 2,4-2,-1-1,1 1,0 0,0-1,0 1,0 0,0 0,1 0,-1 0,1 0,0 0,-1 0,2-1,-1 1,0 0,1 0,-1 0,1 0,0 0,0 0,0 0,0-1,0 1,1-1,-1 1,1-1,0 1,-1-1,1 0,2 2,20 22</inkml:trace>
  <inkml:trace contextRef="#ctx0" brushRef="#br0" timeOffset="2265.903">1913 723,'-3'-11,"-1"0,-1 0,0 1,0 0,-1 0,0 0,-1 1,0 0,-1 0,0 0,0 1,0 0,-1 1,-1 0,1 1,-1-1,-1 1,10 6,-1-1,0 0,0 1,0 0,0-1,0 1,0 0,0 0,0 0,0 0,0 0,0 1,0-1,0 1,0-1,0 1,1 0,-1-1,0 1,0 0,1 0,-1 0,0 1,1-1,-1 0,1 0,-1 1,1-1,0 1,0 0,0-1,0 1,0 0,0-1,0 1,0 0,1 0,-1 0,-12 78,12-73,1-1,-1 1,1-1,1 1,0-1,-1 1,2 0,-1-1,1 0,0 1,1-1,-1 0,1 0,0 0,1-1,-1 1,1-1,0 0,1 0,-1 0,1 0,0-1,0 0,0 0,1 0,-1-1,1 0,0 0,0 0,0 0,0-1,1 0,-1-1,1 0,-1 1,1-2,1 1,53-26,-36 9,41 19,-59-8,-1-1,0 1,0-1,-1-1,1 1,-2-1,1 0,-1 0,0 0,0 0,-1-1,0 0,0 1,0-1,-1 0,-1 0,1-7,0 9,36-146,-37 151,0-1,-1 1,1 0,0 0,0-1,-1 1,1 0,0 0,0 0,0 0,0 0,1 0,-1 0,0 0,0 1,1-1,-1 0,0 1,1-1,-1 1,0-1,1 1,-1 0,1 0,-1-1,1 1,-1 0,0 0,1 0,-1 1,1-1,-1 0,1 0,-1 1,0-1,1 1,-1 0,0-1,1 1,-1 0,0-1,1 2,42 47,-41-42,0 1,-1 0,0 1,-1-1,0 0,0 0,-1 1,0-1,0 0,-1 1,0-1,0 0,-1 0,0 0,0 0,-1 0,0 0,-1 0,0-1,0 0,0 0,-2 2,-34 94,40-101,0-1,-1 1,1-1,0 1,0-1,0 1,0-1,0 1,1-1,-1 1,0-1,1 1,-1-1,1 1,-1-1,1 0,0 1,0-1,0 0,-1 0,1 1,0-1,1 0,-1 0,0 0,0 0,0 0,0 0,1-1,-1 1,1 0,-1-1,0 1,1-1,-1 1,1-1,-1 1,1-1,-1 0,1 0,-1 0,1 0,-1 0,1 0,-1-1,1 1,0 0,11-2,-1 1,0-1,1-1,-1 0,-1-1,1 0,0-1,-1 0,0-1,0 0,-1-1,1 0,-2-1,1 0,-1 0,0-1,-1 0,0 0,0-1,-1 0,0-1,-1 0,0 0,-1 0,0-1,-1 1,0-1,-1 0,0 0,-1-4,-1 15,-1-1,1 0,-1 0,0 1,0-1,0 0,0 0,0 0,-1 1,1-1,0 0,-1 0,1 1,-1-1,0 1,0-1,1 0,-1 1,0-1,0 1,0-1,-1 1,1 0,0 0,0-1,-1 1,1 0,-1 0,1 0,-1 0,1 1,-1-1,0 0,1 1,-1-1,0 1,0-1,1 1,-1 0,-1 0,-1 0,-1 0,1 0,0 1,-1 0,1 0,0 0,0 0,0 1,0-1,0 1,0 0,0 1,0-1,1 0,-1 1,0 1,-3 3,1 1,1 0,-1 0,1 0,1 0,-1 1,2 0,-1 0,1 0,0 0,1 1,0-1,1 1,0 0,0-1,1 1,0 0,1-1,0 1,0-1,1 1,0-1,1 1,0-1,1 0,0 0,0-1,1 1,0-1,1 1,25 35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0:18.57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86,'1007'-7,"757"7,-1562 4,1482 4,-327-84,-1316 72,-48-3,-2 3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0:13.53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756 705,'0'112,"-1"-135,0 1,-2-1,0 1,-2 0,0 0,-1 0,-2 1,0-1,-1 2,-1-1,-1 2,-1-1,0 2,-2-1,0 2,-1 0,0 0,-11-7,5 7,0 0,-1 1,-1 1,-1 1,0 1,0 1,-12-3,24 11,1 0,-1 0,-1 1,1 1,0 0,0 0,-1 2,1-1,-1 2,1-1,-1 2,1-1,0 2,0 0,0 0,0 1,-3 2,6-1,0 1,0-1,0 2,1-1,0 1,1 0,0 1,0 0,0 0,1 0,0 1,1 0,0 0,0 1,1-1,-3 9,-2 11,1-1,2 1,0 0,2 1,1 10,-1 1,2 0,2 0,1-1,3 1,1 0,1-1,3 0,1 0,2-1,2-1,8 16,-15-42,0 0,1-1,0 0,1 0,0 0,1-1,0-1,0 1,1-2,0 0,1 0,0-1,0 0,0-1,1 0,0-1,0-1,1 0,-1-1,1 0,2 0,18-2,1-2,-1-1,0-1,0-2,0-2,-1-1,0-1,0-2,-1-1,0-2,-2-1,1-1,-2-2,26-20,-50 35,-4 2,0 0,-1 0,1 0,0 1,-1-1,1 0,0 0,0 1,0-1,0 0,0 1,0-1,0 1,0-1,0 1,0 0,0-1,0 1,0 0,0 0,0 0,0 0,1 0,-1 0,0 0,0 0,0 0,0 0,0 1,0-1,0 0,0 1,0-1,0 1,0-1,0 1,0 0,0 0,8 23,-7-17,0 1,1-1,0 0,1 0,-1 0,1 0,1-1,-1 1,5 3,-4-4,1 0,0 0,0-1,0 0,1-1,-1 1,1-1,0 0,0-1,1 0,-1 0,1 0,-1-1,1 0,0-1,0 0,0 0,0 0,0-1,0-1,0 1,0-1,0 0,0-1,-1 0,1 0,0-1,-1 0,0 0,0-1,0 0,0 0,0 0,-1-1,0 0,0-1,0 1,0-1,-1 0,0 0,-1-1,4-4,-5 3,0 0,-1-1,0 1,0-1,-1 1,0-1,0 1,-1-1,0 1,-1-1,1 0,-2 1,1 0,-1-1,-1 1,1 0,-1 0,-1 0,0 0,0 0,0 1,-1 0,0 0,-3-3,4 5,0 0,0 0,0 0,-1 1,1-1,-1 1,-1 0,1 1,0-1,-1 1,0 0,0 1,0-1,0 1,0 0,0 0,0 1,-1 0,1 0,0 1,-1 0,1 0,-1 0,1 1,-1-1,1 2,0-1,0 1,0 0,0 0,0 0,-4 3,2 1,-1 0,1 0,0 1,0 0,1 0,0 1,0 0,1 0,0 1,0 0,1 0,0 0,-3 9,-8 25</inkml:trace>
  <inkml:trace contextRef="#ctx0" brushRef="#br0" timeOffset="976.705">1477 906,'29'60,"-2"2,-4 1,8 34,-28-83,24 46,-25-59,0-1,0 0,0 0,0 0,0 0,0-1,0 1,0-1,0 1,0-1,0 0,0 1,0-1,0 0,0 0,-1 0,1-1,0 1,-1 0,1-1,-1 1,1-1,-1 1,0-1,0 0,0 0,0 1,0-1,0 0,0 0,0 0,-1 0,1-1,2-2,38-63,-3-1,-2-3,-4-2,-31 72,-1 1,0 1,-1-1,1 0,0 1,0-1,0 1,0-1,0 0,0 1,0-1,0 0,0 1,0-1,0 1,0-1,0 0,0 1,1-1,-1 1,0-1,1 0,-1 1,0-1,1 1,-1-1,0 1,1-1,-1 1,1 0,-1-1,1 1,-1-1,1 1,-1 0,1 0,-1-1,1 1,0 0,-1 0,1 0,-1-1,1 1,0 0,-1 0,1 0,0 0,-1 0,1 0,-1 0,1 0,0 1,-1-1,1 0,0 0,-1 1,10 139,-10-132,2 0,-1 0,1 1,0-2,1 1,0 0,0 0,0-1,1 0,1 0,-1 0,1 0,0 0,0-1,1 0,0 0,0-1,0 0,1 0,0 0,0-1,0 1,0-2,1 1,1-1,27 8</inkml:trace>
  <inkml:trace contextRef="#ctx0" brushRef="#br0" timeOffset="1372.714">2293 852,'-20'3,"-1"0,1 1,0 1,1 0,-19 9,35-13,1 0,0 0,0 1,0-1,0 0,0 1,0-1,1 1,-1 0,0 0,1-1,-1 1,1 0,0 0,0 1,0-1,0 0,0 0,0 0,0 1,1-1,-1 0,1 1,0-1,-1 1,1-1,0 0,1 1,-1-1,0 1,1-1,-1 0,1 1,0-1,0 0,-1 0,2 0,-1 1,0-1,0 0,1 0,-1-1,1 1,-1 0,1 0,0-1,18 23,1-2,2-1,0 0,16 10,7 7,-23-20,-12-9,0-1,0 1,-1 1,0 0,-1 0,0 1,-1 0,0 1,0 0,1 4,-9-15,1 0,-1 0,1 0,-1 1,0-1,1 0,-1 1,0-1,0 0,0 0,0 1,0-1,0 0,0 1,-1-1,1 0,0 1,-1-1,1 0,-1 0,1 0,-1 1,1-1,-1 0,0 0,0 0,0 0,1 0,-1 0,0 0,0-1,0 1,0 0,-1 0,1-1,0 1,0-1,0 1,-1-1,1 1,0-1,0 0,-1 1,1-1,0 0,-1 0,1 0,-1 0,-64-6,61 5,0 0,0-1,1 0,-1 0,0 0,1 0,0-1,-1 0,1 1,0-2,1 1,-1 0,0-1,1 0,0 1,0-1,0-1,0 1,1 0,-1-1,1 1,1-1,-2-1,5 2,0 1,-1 0,1 0,0 0,1 0,-1 0,0 1,1-1,0 1,-1 0,1-1,0 1,0 0,0 1,1-1,-1 0,0 1,1 0,-1 0,1 0,-1 0,1 0,-1 1,1 0,0 0,5-3,27-6</inkml:trace>
  <inkml:trace contextRef="#ctx0" brushRef="#br0" timeOffset="1623.111">2681 999,'-5'-14,"-5"-4,-4 1,-4 6,-4 8,1 13,0 11,5 10,4 10,5 7,8 2,10-3,13-7,14-11,11-9,9-10,-5-5</inkml:trace>
  <inkml:trace contextRef="#ctx0" brushRef="#br0" timeOffset="2034.569">3296 945,'-6'-1,"-1"0,0 1,0 0,1 0,-1 0,0 1,0-1,1 2,-1-1,0 1,1 0,0 0,-1 1,1 0,0 0,0 0,1 1,-1 0,1 0,0 0,0 1,0 0,0 0,1 0,0 0,0 1,0 0,1 0,0 0,0 0,0 0,1 0,0 1,0-1,1 1,0 0,0 0,0-1,1 4,0-6,0 0,0 0,0 0,0 0,1 0,0 0,0 0,0-1,0 1,0 0,1-1,0 1,-1-1,1 1,1-1,-1 0,0 0,1 0,0 0,-1 0,1-1,0 1,1-1,-1 0,0 0,1 0,-1 0,1 0,-1-1,1 0,0 0,0 0,-1 0,1 0,1-1,14 2,1-2,0 0,-1-1,1-1,-1-1,1 0,-1-2,0 0,-1-1,1-1,-1-1,0-1,-1 0,0-1,-1-1,5-4,-9 7,0-1,-1 0,0-1,0 0,-1-1,-1 0,1-1,-2 0,0 0,0-1,-1 0,1-3,-11 39,1 1,2 0,0-1,2 1,1 8,-2-26,0 0,0 0,1 0,-1 0,1 0,1 0,-1 0,1-1,0 1,0-1,1 0,0 0,-1 0,2-1,-1 1,0-1,1 0,0 0,0 0,0-1,1 0,4 3,13 1</inkml:trace>
  <inkml:trace contextRef="#ctx0" brushRef="#br0" timeOffset="2767.928">3657 518,'18'19,"1"-2,1 0,0-1,1-1,22 12,77 62,-107-73,0 0,-1 1,-1 1,0 0,-2 0,0 1,-1 0,-1 1,-1-1,0 2,-2-1,0 0,-1 1,-1 0,0-6,-2-6,2 0,-1 0,1 1,0-1,1 0,0-1,0 1,1 0,0-1,0 0,1 0,3 3,-6-9,0-1,0 1,1 0,-1-1,1 1,0-1,-1 0,1 0,0 0,-1 0,1 0,0-1,0 1,0-1,0 0,0 0,0 0,0 0,0 0,0-1,-1 1,1-1,0 0,0 0,0 0,-1 0,1 0,-1-1,1 1,0-1,71-54,11-45,-85 102,-1 0,1-1,0 1,0-1,0 1,0-1,0 1,0 0,0-1,0 1,0-1,0 1,0-1,0 1,0 0,0-1,1 1,-1-1,0 1,0-1,1 1,-1-1,0 1,1-1,-1 1,0-1,1 1,-1-1,1 0,-1 1,1-1,-1 0,1 1,-1-1,1 0,-1 0,1 1,-1-1,1 0,-1 0,1 0,0 0,-1 0,1 0,-1 0,1 0,-1 0,1 0,0 0,-1 0,1 0,-1 0,1-1,-1 1,1 0,-1 0,1-1,-1 1,1 0,-1-1,1 1,-1 0,1-1,-1 1,1-1,-1 6,1 3,0 1,1-1,0 0,0 0,1 0,0 0,0-1,0 1,1-1,1 1,-1-1,1-1,0 1,1-1,-1 0,1 0,1 0,-1-1,1 0,0 0,0-1,0 0,0 0,1-1,0 1,0-2,1 1,1-1,1-1,-1-1,0 1,1-2,-1 1,0-1,1-1,-1 0,0-1,0 0,0 0,-1-1,1 0,-1-1,0 0,0 0,0-1,-1 0,6-6,0 0,-1-1,0-1,-1 0,0 0,-2-2,1 1,-2-1,0 0,-1-1,4-14,5-29,-4-2,-2 1,-3-1,-2 0,-3-1,-5-41,2 81,0 23,1-118,-5-1,-7-15,10 125,1 5,0 1,0-1,-1 0,1 0,-1 1,0-1,0 0,0 1,-1-1,1 1,-1 0,0-1,0 1,-2-2,-10 10,-26 73,20-18,2 0,3 1,2 1,3 0,3 1,2 25,3-63,1 0,2 0,0 0,2 0,1-1,0 1,2-1,1 0,1 0,1-1,1 0,0-1,2 0,1 0,1-1,1-1,0-1,1 0,2-1,-1 0,2-2,0 0,3 0,-5-6,-1 0,1-2,1 0,0-1,18 5,-30-10,1 0,0-1,0 0,0 0,0 0,0-1,-1 0,1-1,0 1,0-1,0 0,0-1,0 0,-1 0,1 0,-1-1,5-2,12-14</inkml:trace>
  <inkml:trace contextRef="#ctx0" brushRef="#br0" timeOffset="3025.203">4486 585,'13'4,"19"2,19 0,20-1,15-2,10 0,1 0,-6 3,-18-1</inkml:trace>
  <inkml:trace contextRef="#ctx0" brushRef="#br0" timeOffset="3300.466">5194 1160,'4'3,"0"1,0-1,0 0,0 0,1 0,-1-1,1 0,0 1,-1-1,1-1,0 1,0-1,0 0,1 0,-1-1,0 1,0-1,0 0,1-1,-1 1,0-1,0 0,0 0,0-1,0 1,0-1,0 0,-1 0,1-1,-1 0,1 0,-1 0,3-2,-1-1,-1 0,1 0,-1-1,-1 1,1-1,-1 0,0 0,-1-1,1 1,-2-1,1 0,-1 1,0-1,0 0,-1 0,0-1,-1 1,0-2,0 5,0 0,0-1,-1 1,1 0,-1 0,-1-1,1 1,-1 0,0 0,0 0,0 0,-1 1,1-1,-1 1,0-1,-1 1,1 0,-1 0,0 0,0 1,0-1,0 1,0 0,-1 0,0 1,1-1,-1 1,-1 0,2 1,-1 0,0 0,-1 0,1 1,0-1,0 1,0 0,0 1,0-1,0 1,0 0,0 1,0-1,0 1,0 0,1 0,-1 0,1 1,-1 0,1-1,0 2,0-1,0 0,1 1,-1 0,-1 2,-2 2,0 1,0-1,2 1,-1 0,1 1,0-1,1 1,0 0,0 0,1 0,1 1,-1 4,2-12,1 0,0 0,0 1,0-1,0 0,0 0,1 0,-1 0,1 1,0-1,0 0,0 0,0 0,1-1,-1 1,1 0,0 0,0-1,-1 1,2-1,-1 0,0 1,0-1,1 0,-1 0,1-1,0 1,0 0,-1-1,1 0,0 1,0-1,0 0,1-1,-1 1,0-1,0 1,1-1,29 3</inkml:trace>
  <inkml:trace contextRef="#ctx0" brushRef="#br0" timeOffset="3561.803">5529 385,'-19'4,"-9"7,-6 7,-1 11,5 6,9 7,6 5,9 4,6-6</inkml:trace>
  <inkml:trace contextRef="#ctx0" brushRef="#br0" timeOffset="3562.803">5649 1173,'18'14,"15"4,12-1,8-3,8-6,2-9,-6-9,-9-8,-13-5,-13 2</inkml:trace>
  <inkml:trace contextRef="#ctx0" brushRef="#br0" timeOffset="4208.732">2708 973,'-2'11,"-8"13,-9 14,-12 12,-13 10,-15 8,4-9</inkml:trace>
  <inkml:trace contextRef="#ctx0" brushRef="#br0" timeOffset="5397.906">6398 879,'-27'21,"27"-20,-1-1,1 1,0-1,0 1,0-1,-1 1,1-1,0 1,0-1,0 1,0-1,0 1,0-1,0 1,0-1,0 1,0-1,0 1,1-1,-1 1,0-1,0 1,0-1,1 1,-1-1,0 1,0-1,1 0,-1 1,0-1,1 1,-1-1,1 0,-1 1,0-1,1 0,-1 0,1 1,-1-1,1 0,-1 0,1 0,-1 0,1 1,-1-1,1 0,-1 0,1 0,-1 0,1 0,-1 0,1 0,-1 0,1-1,-1 1,1 0,-1 0,1 0,-1 0,1-1,-1 1,1 0,4-1,0 1,1-1,-1 0,0 0,0 0,0-1,0 0,0 0,0 0,-1 0,1-1,-1 0,1 0,-1 0,0 0,0-1,0 0,-1 0,0 0,1 0,-1 0,0-1,-1 1,2-5,-3 8,-1 0,0 0,0 0,0 0,0 0,1 0,-2 0,1 0,0 0,0 0,0 0,0 0,-1 0,1 0,0 0,-1 0,1 0,-1 0,1 0,-1 0,0 0,1 0,-1 1,0-1,0 0,1 1,-1-1,0 0,0 1,0-1,0 1,0-1,0 1,0-1,0 1,0 0,0 0,0-1,-1 1,-43-2,40 3,1 0,-1 1,0-1,1 1,-1 0,1 0,-1 0,1 1,0-1,0 1,0 0,1 0,-1 1,1-1,-1 1,1 0,0 0,1 0,-1 0,1 0,-1 0,0 5,-7 18</inkml:trace>
  <inkml:trace contextRef="#ctx0" brushRef="#br0" timeOffset="5661.205">6611 1293,'4'-16,"0"-9,-3-4,-7 2,-4 3,-5 5,-3 9,1 10,2 9,4 11,8 6,12 3,13-1,3-5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0:30.86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0 466,'219'-339,"-207"317,-8 14,1 0,-1 0,1 0,1 1,0-1,0 1,0 1,1-1,0 0,-5 7,-1-1,0 0,0 1,1-1,-1 1,1-1,-1 1,0-1,1 1,-1 0,1 0,-1 0,0 0,1 0,-1 0,1 0,-1 1,1-1,-1 0,0 1,1-1,-1 1,0-1,1 1,-1 0,0 0,0-1,0 1,0 0,0 0,0 0,0 0,1 1,30 42,-29-40,14 25,-1 0,-1 1,-2 1,0 0,6 31,-18-60,1-1,-1 1,0 0,-1 0,1 0,0 1,-1-1,1 0,-1 0,0 0,1 0,-1 0,0 1,0-1,0 0,-1 0,1 0,-1 0,1 0,-1 1,0-1,1 0,-1 0,0 0,0-1,-1 1,1 0,0 0,-1-1,1 1,-1 0,1-1,-1 1,0-1,1 0,-1 0,0 0,0 0,0 0,0 0,0 0,0 0,0-1,-1 1,1-2,-1 0,1 0,-1 0,1 0,-1 0,1 0,0-1,-1 1,1-1,0 0,0 1,0-1,0 0,0 0,1 0,-1-1,1 1,-1 0,1 0,0-1,0 1,0-1,0 1,0-1,1 0,-1 1,1-3,0-74,2 75,0 0,1 0,0 0,0 0,0 0,1 0,-1 1,1-1,0 1,0 0,0 0,0 1,0-1,1 1,-1 0,1 0,0 0,-1 1,1 0,0 0,0 0,0 0,0 1,0 0,0 0,4 0,32-6,-26 2,1-1,0 0,-1-1,0 0,0-1,-1-1,0-1,0 0,-1 0,0-2,0 1,-2-2,1 0,6-8,-18 19,1 1,0-1,-1 0,1 1,0-1,-1 0,1 0,-1 1,1-1,-1 0,1 0,-1 0,1 0,-1 0,0 1,0-1,1 0,-1 0,0 0,0 0,0 0,0 0,0 0,0 0,0 0,-1 0,1 0,0 0,0 0,-1 0,1 1,0-1,-1 0,1 0,-1 0,1 0,-1 1,0-1,1 0,-1 1,0-1,0 0,1 1,-1-1,0 1,0-1,0 1,1-1,-1 1,0 0,0 0,0-1,0 1,0 0,0 0,0 0,0 0,0 0,0 0,0 0,0 0,0 0,-13 2,0 1,1 0,-1 1,1 1,0 0,0 0,1 2,-1-1,1 2,1-1,-1 1,1 1,1 0,-1 2,6-8,1 0,-1 1,1-1,0 1,0 0,0 1,0-1,1 1,-1-1,1 1,1 0,-1 0,1 0,0 1,0-1,0 0,1 1,-1 0,1-1,1 1,-1 0,1-1,0 1,0 0,1-1,0 1,0 0,1 4,3-5,-1 0,1 0,0-1,0 1,1-1,-1-1,1 1,0-1,0 0,0 0,0-1,0 0,1 0,-1 0,7 0,179 20,-92-20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0:31.70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166 335,'-21'0,"13"-1,0 0,-1 1,0 0,1 1,0 0,-1 0,1 0,-1 1,1 1,0-1,0 1,0 1,1 0,-6 3,12-7,0 1,-1 0,1 0,0 0,0 0,0 0,0 0,0 1,0-1,0 0,1 0,-1 1,0-1,1 1,-1-1,1 0,-1 1,1-1,0 1,-1-1,1 1,0-1,0 1,0-1,0 1,1-1,-1 1,0-1,1 1,-1-1,1 1,-1-1,1 0,-1 1,1-1,0 0,0 1,0-1,0 0,0 0,0 0,0 0,0 0,0 0,0 0,1 0,63 37,-23-24,0-3,0-1,1-3,0-1,0-2,1-2,33-3,-69 1,1 1,-1 0,0-1,1-1,-1 1,1-1,-1-1,0 0,1 0,-1 0,0-1,0 0,-1-1,1 0,3-2,-10 5,0 0,-1 1,1-1,0 0,-1 1,1-1,-1 0,1 0,-1 1,1-1,-1 0,1 0,-1 0,0 0,1 0,-1 0,0 0,0 0,0 1,0-1,0 0,0 0,0 0,0 0,0 0,0 0,-1 0,1 0,0 0,-1 0,1 0,11 19,-3-15,-1 1,1-2,0 1,0-1,1 0,-1-1,0 0,0 0,1-1,-1 0,1 0,-1-1,0 0,0-1,1 0,-1 0,5-2,-11 3,1 0,-1 0,1 0,-1 0,1 0,-1-1,0 1,0-1,0 0,0 1,0-1,0 0,0 0,0 0,-1 0,1-1,-1 1,0 0,1-1,-1 1,0-1,0 1,-1-1,1 1,-1-1,1 0,-1 1,0-1,0 0,0 1,0-1,0 0,-1 1,1-1,-1 0,1 1,-1-1,0 1,0-1,-1 1,1 0,0-1,-1 1,1 0,-1 0,0 0,-1-1,-3-3,0 1,-1-1,0 2,0-1,0 1,-1 0,1 0,-1 1,0 0,0 0,0 1,0 0,-1 1,1 0,0 0,-1 0,1 1,-1 1,1-1,0 1,-1 1,1-1,0 2,0-1,0 1,0 0,0 1,1-1,-1 2,1-1,0 1,1 0,-1 0,-1 2,6-4,0-1,0 1,0-1,1 1,-1 0,1 0,-1 0,1 0,0 0,0 0,0 0,1 0,-1 1,1-1,0 0,-1 0,2 4,3 19</inkml:trace>
  <inkml:trace contextRef="#ctx0" brushRef="#br0" timeOffset="276.27">1102 188,'-9'25,"-3"20,0 15,3 14,2 8,6 6,1 1,2-3,1-9,-1-10,-1-16,2-15,1-14</inkml:trace>
  <inkml:trace contextRef="#ctx0" brushRef="#br0" timeOffset="720.646">968 389,'-1'-24,"0"16,0 1,1-1,0 0,0 0,0 1,1-1,1 0,-1 1,1-1,0 1,1-1,0 1,0 0,0 0,4-5,-5 11,-1 0,1-1,-1 1,1 0,0 0,-1 1,1-1,0 0,0 0,-1 1,1-1,0 1,0 0,0-1,0 1,0 0,0 0,0 0,-1 0,1 1,0-1,0 1,0-1,0 1,0-1,-1 1,1 0,0 0,-1 0,1 0,0 0,-1 0,50 44,-35-28,-1 2,-1-1,0 2,-1 0,-2 1,0 0,-1 1,-1 0,-1 0,5 22,-12-42,-1-1,1 1,-1 0,0 0,1-1,-1 1,0 0,0 0,0-1,0 1,-1 0,1-1,0 1,-1 0,1-1,-1 1,0 0,1-1,-1 1,0-1,0 1,0-1,0 1,0-1,0 0,-1 0,1 1,0-1,-1 0,1 0,-1 0,1 0,-1-1,1 1,-1 0,0-1,1 1,-1-1,0 1,1-1,-1 0,0 0,0 0,1 0,-1 0,0 0,1 0,-1 0,0-1,0 1,1-1,-2 0,-3-1,1-1,-1 0,1 0,0 0,0-1,0 0,0 0,1 0,0 0,-1-1,2 1,-1-1,0 0,1 0,0-1,0 1,1-1,-1 0,1 1,1-1,-1 0,1 0,0 0,0 0,1 0,-1 0,1-1,1 1,-1 0,1 0,0-1,3 2,1-1,-1 0,1 1,0 0,0 0,0 1,1-1,0 1,-1 0,2 1,-1-1,0 1,1 0,-1 1,1 0,0 0,0 0,0 1,0 0,0 0,0 1,0-1,0 2,1-1,25-2,1 0,-1 2,0 2,1 1,-1 1,0 2,9 4,-39-9,0-1,0 1,1 0,-1 0,0 0,0 0,0 0,0 1,-1-1,1 1,0 0,-1 0,1 0,-1 0,1 0,-1 1,0-1,0 1,0 0,-1-1,1 1,0 0,-1 0,0 0,0 0,0 0,0 0,0 0,0 4,-4 37,1-37,1-1,1 0,-1 1,1-1,0 0,0 1,1-1,0 0,0 0,0 1,1-1,1 2,19 11,-9-17</inkml:trace>
  <inkml:trace contextRef="#ctx0" brushRef="#br0" timeOffset="986.691">1583 1,'11'13,"16"12,2 2</inkml:trace>
  <inkml:trace contextRef="#ctx0" brushRef="#br0" timeOffset="2028.967">2144 375,'-12'-13,"-1"2,-1 0,1 0,-2 1,1 1,-2 0,1 1,-1 1,0 0,0 1,-1 1,-8-1,22 5,-1 0,1 1,-1 0,0-1,1 1,-1 1,1-1,-1 0,1 1,-1 0,1 0,-1 0,1 0,0 0,-1 1,1 0,0-1,0 1,0 0,0 1,0-1,1 0,-1 1,1 0,0-1,-1 1,1 0,0 0,1 0,-1 0,0 1,1-1,0 0,0 1,0-1,0 1,1-1,-1 1,1-1,0 1,0 0,0-1,0 1,1-1,-1 1,1-1,1 4,4 1,0 0,1-1,0 0,0 0,1 0,-1-1,2 0,-1-1,1 0,-1 0,1-1,1 0,-1 0,0-1,1 0,0-1,0 0,-1-1,7 1,-6 0,0-1,0 1,0-1,1-1,-1 0,0 0,0-1,1-1,-1 0,0 0,0 0,-1-2,1 1,-1-1,5-2,-14 5,0 1,0 0,0-1,0 1,0 0,1-1,-1 1,0 0,0 0,0-1,0 1,1 0,-1 0,0 0,0-1,1 1,-1 0,0 0,1 0,-1-1,0 1,0 0,1 0,-1 0,0 0,1 0,-1 0,0 0,1 0,-1 0,0 0,1 0,-1 0,0 0,1 0,-1 0,0 0,0 0,1 0,-1 1,0-1,1 0,-1 0,0 0,0 0,1 1,-1-1,0 0,0 0,1 1,-1-1,0 0,0 0,0 1,1-1,-1 0,0 0,0 1,0-1,0 0,0 1,0-1,0 0,0 1,0-1,0 0,0 1,0-1,0 0,0 1,3 10,1-6,0 1,0-1,1 1,0-1,0-1,0 1,0-1,1 0,0 0,0 0,0-1,0 0,1 0,-1-1,1 0,0 0,-1 0,1-1,0 0,0 0,2-1,-4 1,0 0,-1-1,1 1,0-1,0-1,-1 1,1-1,0 1,-1-1,1-1,0 1,-1-1,1 1,-1-1,0-1,0 1,0 0,0-1,0 0,0 0,-1 0,1-1,-1 1,0-1,0 1,0-1,-1 0,1 0,-1-1,0 1,0 0,-1-1,2-3,14-69,-16 66,0 0,0 0,2 1,-1-1,1 1,1 0,0 0,0 0,1 0,0 0,1 1,0 0,0 0,1 1,5-6,-9 12,0 0,0 0,0 1,0-1,0 1,1-1,-1 1,0 0,1 0,-1 1,1-1,-1 1,0-1,1 1,-1 0,1 1,-1-1,1 0,-1 1,1 0,-1 0,0 0,1 0,-1 1,0-1,0 1,0 0,0 0,0 0,-1 0,1 0,0 0,-1 1,0 0,0-1,1 1,-2 0,1 0,0 0,0 0,-1 0,11 24,-1 0,-1 0,-1 1,-2 0,-1 1,-1-1,-1 1,-2 0,-1 0,-1 1,-1-1,-4 17,4-27,1-6,-2 25,1 1,3-1,1 0,4 17,-5-45,0 0,0 0,2 0,-1 0,1 0,1-1,-1 0,2 0,-1 0,1 0,1-1,-1 0,1 0,1-1,-1 0,1 0,1-1,5 4,-11-8,0 1,0-1,1 0,-1 0,0-1,1 1,-1-1,1 0,0 0,-1 0,1 0,0 0,0-1,-1 0,1 0,0 0,0 0,-1-1,1 1,0-1,0 0,-1 0,1 0,-1 0,1-1,-1 0,1 0,-1 0,0 0,0 0,0 0,0-1,0 1,-1-1,1 0,0-1,1-4,0 0,-1 0,1 0,-2 0,1-1,-1 0,0 1,-1-1,0 0,-1 0,1 1,-2-1,1 0,-1 0,-1 0,0-2,-3-11,-1 0,-1 0,-1 1,0 0,-11-16,7 16,0 0,-1 1,-1 0,-1 2,-1-1,-1 2,0 0,-1 1,-1 1,0 1,-1 1,-1 0,0 1,-1 2,0 0,-21-6,20 10,23 6,0 1,0-1,0 0,0 0,0 0,-1 1,1-1,0 0,0 0,0 0,0 0,0 1,0-1,0 0,0 0,0 0,0 0,-1 0,1 1,32 5,1-2,-1-1,1-1,0-2,13-2,-32 2,204-8,-217 8,0-1,0 1,0-1,1 0,-1 1,0 0,0-1,1 1,-1 0,0 0,1-1,-1 1,0 0,1 0,-1 1,0-1,1 0,-1 0,0 1,1-1,-1 0,0 1,0 0,1-1,-1 1,0 0,0-1,0 1,0 0,0 0,0 0,0 0,0 0,0 0,0 0,-1 0,1 0,0 1,-1-1,1 0,-1 0,1 1,-1-1,0 0,0 1,1-1,-1 0,0 1,0-1,0 0,0 1,-1-1,-3 14,2-14,1 1,0-1,0 1,1-1,-1 1,0 0,0-1,1 1,-1 0,1 0,0 0,-1-1,1 1,0 0,0 0,0 0,0 0,1-1,-1 1,0 0,1 0,-1 0,1-1,0 1,-1 0,1-1,0 1,0 0,0-1,0 1,1-1,-1 0,0 1,0-1,1 0,-1 0,1 0,1 1,2 0,1 0,-1 0,1 0,-1-1,1 1,0-2,-1 1,1-1,0 1,0-2,0 1,-1-1,1 1,0-2,-1 1,1-1,0 1,-1-2,0 1,0 0,1-1,-2 0,1 0,0-1,-1 0,1 1,-1-1,0-1,0 1,0 0,-1-1,0 0,0 0,0 0,0 0,-1-1,0 1,0 0,-1-1,1 0,-1 1,0-1,0-1,-2 2,0 0,0 0,0 0,0 0,-1 0,0 0,0 1,0-1,-1 1,1 0,-1 0,0-1,0 2,-1-1,1 0,-1 1,1-1,-1 1,0 0,-1 1,1-1,0 1,-1-1,0 1,-1 0,-3-2,0 1,0 1,0-1,0 2,0-1,0 1,0 0,-1 1,1 0,0 1,0 0,0 0,-5 2,5 0,1 0,0 0,0 1,0 0,1 0,-1 1,1 0,0 0,0 1,1 0,-3 2,7-6,0 1,0-1,0 0,0 1,0 0,0-1,1 1,-1 0,1 0,0 0,0 0,0 0,0 0,1 1,-1-1,1 0,0 0,-1 0,2 1,-1-1,0 0,1 0,-1 0,1 0,0 0,0 1,0-1,0-1,1 1,-1 0,1 0,0 0,2 2,0-1,0 0,0 0,1 0,0-1,-1 1,1-1,0 0,1 0,-1-1,4 2,28 9</inkml:trace>
  <inkml:trace contextRef="#ctx0" brushRef="#br0" timeOffset="2289.854">3321 27,'-16'-7,"-9"-2,-6 5,0 8,6 10,7 11,7 11,4 0</inkml:trace>
  <inkml:trace contextRef="#ctx0" brushRef="#br0" timeOffset="2543.707">3388 562,'18'9,"15"3,14-1,9-1,10-6,4-7,-2-6,-13-2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0:22.63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6799 993,'-14'-11,"0"2,-1-1,0 2,-1 0,1 1,-1 1,-13-4,22 8,1 1,-1-1,0 1,1 0,-1 1,0 0,0 0,0 0,0 1,1 0,-1 0,0 1,1 0,-1 0,1 0,0 1,-1 0,1 0,0 1,-3 3,7-6,0 0,0 0,0 0,0 0,0 1,1-1,-1 1,1 0,-1-1,1 1,-1 0,1 0,0 0,0 0,0 0,0 0,0 0,1 0,-1 0,0 0,1 0,0 1,-1-1,1 0,0 0,0 1,1-1,-1 0,0 0,1 0,-1 1,1-1,0 0,-1 0,1 0,0 0,0 0,1 0,-1 0,0-1,1 1,-1 0,1 0,-1-1,1 1,0-1,-1 0,1 0,0 1,0-1,0 0,0 0,0-1,1 1,0 0,10 1,1 0,0-1,0-1,0 0,0-1,0 0,0-2,0 1,0-1,-1-1,0-1,0 0,0 0,0-2,-1 1,0-1,3-3,-3 3,0-1,0 0,-1-1,0 0,0 0,-1-1,0-1,-1 0,0 0,-1-1,0 0,-1 0,0-1,-1 0,-1 0,0 0,0-1,-2 0,2-10,-2 1,-1 0,-1 0,-2 1,0-1,-1 0,-1 0,-2 0,0 1,-1 0,-1 0,-1 1,-1 0,-1 0,-33-31,42 51,0 0,-1 1,0-1,1 0,-1 0,1 1,-1-1,0 1,1-1,-1 1,0-1,1 1,-1 0,0 0,0 0,1 0,-1 0,0 1,0-1,1 0,-1 1,0-1,1 1,-1 0,1 0,-1-1,1 1,-1 0,1 0,-1 0,1 0,0 1,0-1,0 0,-1 1,1-1,-5 9,-1 1,1 0,1 0,0 0,0 1,1 0,1 0,0 0,0 0,1 0,1 0,0 5,-2 7,2 1,0-1,2 0,0 1,2-1,1 0,1 0,0 0,2 0,4 6,-5-15,0-1,1 0,1 0,0 0,1-1,1-1,0 1,0-1,1-1,1 0,0-1,0 0,1-1,0 0,1-1,6 3,-13-7,1 1,0-2,0 1,0-1,0 0,0-1,1 0,-1 0,1-1,0 0,-1 0,1-1,0 0,-1-1,1 0,-1 0,1-1,-1 0,1 0,-1-1,0 0,0-1,0 0,-1 0,1 0,-1-1,0 0,0-1,-1 0,0 0,2-2,-4 2,0 0,0 1,-1-1,0-1,-1 1,1 0,-1-1,0 1,-1-1,0 0,0 1,0-1,-1 0,0 0,0 1,0-1,-1 0,0 0,-1 1,1-1,-1 1,-1-1,1 1,-1 0,0 0,0 0,-1 0,0 0,0 1,0 0,-1 0,0-1,4 5,-1 0,1-1,-1 1,0 0,1 0,-1 0,0 0,0 1,1-1,-1 0,0 1,0-1,0 1,0-1,0 1,0 0,0 0,0 0,0 0,0 0,0 1,0-1,0 1,0-1,1 1,-1 0,0-1,0 1,0 0,1 0,-1 0,1 0,-1 1,1-1,-1 0,1 1,-1-1,1 1,0-1,-1 3,0-1,-1 1,1-1,1 1,-1 0,0 0,1 0,0 0,0 0,0 1,1-1,-1 0,1 0,0 1,0-1,0 0,1 0,-1 0,1 1,1-1,2 4,0 0,1-1,0 0,0 0,1 0,0-1,0 0,1 0,0 0,0-1,0 0,0-1,1 1,0-1,0-1,0 0,0 0,1 0,0-1,35 12,1-3,0-1,26 1,40 2</inkml:trace>
  <inkml:trace contextRef="#ctx0" brushRef="#br0" timeOffset="455.455">8711 952,'253'-180,"-211"140,-42 39,0 0,0 0,0 0,0 0,0 0,0 0,0 0,0 0,0 0,-1 0,1 0,0 0,-1 1,1-1,0 0,-1 0,1 0,-1 0,0 1,1-1,-1 0,1 1,-1-1,0 0,0 1,1-1,-1 1,0-1,0 1,0-1,0 1,0 0,1 0,-1-1,0 1,0 0,0 0,0 0,0 0,0 0,0 0,0 0,0 0,0 0,0 0,0 1,0-1,1 0,-1 1,0-1,0 0,0 1,0-1,1 1,-1 0,0-1,0 1,-5 2,0 1,0-1,0 1,1 0,0 0,-1 0,2 1,-1 0,0 0,1 0,0 0,0 1,1 0,-1 0,1 0,1 0,-1 0,1 0,0 1,0-1,1 1,0 0,0-1,0 1,1 0,0-1,1 1,-1 0,1 0,1-1,-1 1,1-1,0 1,0-1,1 0,0 0,0 0,1 0,-1 0,1-1,0 0,1 1,-1-1,2 0,63 34,-34-28</inkml:trace>
  <inkml:trace contextRef="#ctx0" brushRef="#br0" timeOffset="736.272">9179 671,'0'16,"2"13,8 7,11 4,13 4,17-3,14-3,6-6,1-6,-5-7,-12-7,-12-6,-15-4</inkml:trace>
  <inkml:trace contextRef="#ctx0" brushRef="#br0" timeOffset="981.609">9500 712,'-14'9,"-11"10,-8 11,-8 9,-6 9,-1 6,2 3,7-2,10-5,11-12</inkml:trace>
  <inkml:trace contextRef="#ctx0" brushRef="#br0" timeOffset="1409.045">10208 725,'-10'-1,"0"0,0 1,-1 0,1 1,0 0,0 1,0 0,0 0,0 1,0 1,1-1,-1 2,1-1,0 1,0 0,1 1,0 0,0 1,0 0,1 0,0 0,0 1,-4 6,9-10,0-1,1 0,0 1,-1-1,1 1,1 0,-1-1,0 1,1 0,0-1,0 1,0 0,0-1,1 1,-1 0,1-1,0 1,0 0,0-1,1 0,-1 1,1-1,0 0,0 1,0-1,0 0,0-1,1 1,-1 0,1-1,0 1,0-1,0 0,0 0,0 0,0 0,2 0,12 5,0 0,0-1,1-1,-1-1,1 0,0-1,1-1,-1-1,0-1,1 0,-1-1,0-1,0-1,10-3,-12 3,-1-1,0-1,0 0,0-1,-1-1,0 0,0-1,12-9,-21 13,0 0,0 0,-1 0,0 0,1-1,-1 0,-1 0,1 0,-1 0,0-1,0 1,-1-1,1 0,-1 0,0 0,-1 0,0 0,0 0,0 0,0 0,-1-1,0 1,-1-4,-5 51,6-32,0 0,0 0,1 0,0 0,1-1,0 1,0 0,1-1,0 1,0-1,1 0,0 0,1 0,0-1,0 1,0-1,1 0,0-1,0 1,6 3,10 4</inkml:trace>
  <inkml:trace contextRef="#ctx0" brushRef="#br0" timeOffset="1669.382">10623 418,'0'0</inkml:trace>
  <inkml:trace contextRef="#ctx0" brushRef="#br0" timeOffset="1864.897">10983 70,'-11'18,"-4"18,1 18,2 16,6 14,6 14,6 5,5 4,4-4,4-10,1-10,-1-16,-1-14,-4-18,-4-21,-4-11</inkml:trace>
  <inkml:trace contextRef="#ctx0" brushRef="#br0" timeOffset="2749.374">10983 873,'-101'-143,"101"141,-1 1,1 0,-1-1,1 1,0-1,0 1,0 0,0-1,0 1,0-1,0 1,0-1,0 1,1-1,-1 1,0 0,1-1,-1 1,1 0,0-1,-1 1,1 0,0 0,0 0,0-1,0 1,0 0,0 0,0 0,0 1,0-1,1 0,-1 0,0 1,1-1,-1 0,0 1,1 0,-1-1,1 1,-1 0,0-1,1 1,-1 0,1 0,-1 0,1 0,-1 1,1-1,-1 0,0 1,1-1,0 1,206 12,-123-4,206 8,-242-23,-53 0,-8 3,0 1,0 0,0 1,0 0,-1 1,1 0,0 1,0 0,0 1,0 0,0 1,1 0,-1 1,1 1,-2 0,-62 42,73-45,-1 0,1 0,-1 1,1-1,0 1,0-1,0 1,0 0,0 0,1-1,-1 1,1 0,0 1,0-1,0 0,0 0,1 0,-1 1,1-1,0 0,0 0,0 1,0-1,1 0,-1 2,4-1,-1 1,1-1,0 1,0-1,0 0,1-1,-1 1,1-1,0 0,0 0,0 0,0-1,1 0,-1 0,1 0,-1-1,1 1,0-1,0-1,-1 1,1-1,0 0,3-1,6 2,1-1,-1 0,0-2,0 0,0 0,0-1,-1-1,1-1,-1 0,0-1,0 0,0-1,9-7,-20 13,-1-1,1 1,-1-1,0 0,0 0,0 0,0 0,0 0,0-1,0 1,0-1,-1 1,0-1,1 1,-1-1,0 0,0 0,0 1,-1-2,0 4,-1 0,1 0,-1-1,1 1,-1 0,1 0,-1 0,0 0,1 0,-1 1,1-1,-1 0,1 0,-1 0,1 0,-1 0,1 1,-1-1,1 0,-1 1,1-1,-1 0,1 1,0-1,-1 0,1 1,0-1,-1 1,1-1,0 1,-1-1,1 1,0-1,0 1,-1-1,1 1,0-1,0 1,0-1,0 1,0-1,0 1,0-1,0 1,0 0,0-1,0 1,-2 3,1 1,-1-1,1 0,0 1,0 0,1-1,-1 1,1 0,0-1,0 1,1 0,-1-1,1 1,0-1,0 1,1-1,-1 1,1-1,0 0,0 0,0 0,1 0,0 0,-1 0,1 0,1-1,-1 0,0 0,1 1,0-2,-1 1,1 0,0-1,1 0,-1 0,0 0,1-1,-1 1,1-1,2 1,1-1,-1-1,1 1,-1-1,0-1,1 1,-1-1,1-1,-1 1,0-1,0 0,0-1,0 0,0 0,-1 0,1-1,-1 0,0 0,0-1,1-1,4-4,0 0,0-1,-1-1,0 0,-1 0,0-1,-1 0,0 0,1-7,9-30,-3 0,-2-1,-3-1,-1 0,-3 0,-2-1,-3 0,-3-29,2 30,-2 0,-2-1,-7-26,10 74,1 0,-1 0,0 0,-1 0,1 1,-1-1,0 1,0-1,0 1,-1-1,1 1,-1 0,0 0,0 1,-1-1,3 3,-1 0,1 1,0 0,-1-1,1 1,0 0,-1 0,1-1,-1 1,1 0,0 0,-1 1,1-1,-1 0,1 0,0 1,-1-1,1 1,0-1,0 1,-1-1,1 1,0 0,0 0,0 0,0 0,0-1,0 1,0 0,0 1,0-1,0 0,0 0,1 0,-1 1,0 0,-11 19,2 0,0 0,1 2,1-1,2 1,0 0,1 0,1 0,1 1,2 3,-3 6,3 1,0 0,2 0,2 0,1-1,2 1,1-1,1 0,2-1,1 0,2-1,1 0,1-1,2 0,1-2,1 0,1-1,2 0,15 13,-34-36,0 0,1 0,-1 0,1 0,0 0,0-1,0 0,0 0,1 0,0 0,-1-1,1 1,0-1,0 0,0-1,0 1,0-1,1 0,-1-1,0 1,0-1,1 0,-1 0,0-1,1 1,-1-1,0 0,0-1,0 1,0-1,0 0,0 0,0-1,-1 1,5-4,6-10,-1-1,0 0,-1-1,-1-1,-1 0,0-2,1 2,-2 3,-10 16,1 0,-1 0,0 0,1 0,-1 0,0 0,1 0,-1 0,0 0,1 0,-1 0,0 0,1 0,-1 0,0 0,1 0,-1 0,0 0,1 1,-1-1,0 0,1 0,-1 0,0 1,0-1,1 0,-1 0,0 1,0-1,1 0,-1 0,0 1,0-1,0 0,0 1,0-1,1 0,-1 1,0-1,0 0,0 1,0-1,0 0,0 1,0-1,0 0,0 1,0-1,0 0,0 1,-1-1,1 0,0 1,0-1,0 0,0 1,0-1,-1 0,-3 61,2 34,3-91,0-1,0 1,0 0,0-1,0 1,1-1,-1 0,1 1,0-1,0 0,0 0,1 0,-1 0,1 0,-1-1,1 1,0-1,0 0,0 1,0-1,1-1,2 2,16 5</inkml:trace>
  <inkml:trace contextRef="#ctx0" brushRef="#br0" timeOffset="2951.187">12454 564,'-18'-4,"-9"-2,-3 0,0 2,3-2,7 1</inkml:trace>
  <inkml:trace contextRef="#ctx0" brushRef="#br0" timeOffset="3134.734">11879 377,'25'3,"22"0,21-1,15 3,11 0,4-1,-15-1</inkml:trace>
  <inkml:trace contextRef="#ctx0" brushRef="#br0" timeOffset="3297.301">12748 819,'0'16,"0"7,2 3,3-2,6-4,5-8,4-9,-1-4</inkml:trace>
  <inkml:trace contextRef="#ctx0" brushRef="#br0" timeOffset="3497.329">12788 311,'-13'-5,"-10"1,0 4,3 3,5 5,10-1,6 0</inkml:trace>
  <inkml:trace contextRef="#ctx0" brushRef="#br0" timeOffset="-2575.836">1371 1073,'-1'-5,"0"1,0 0,-1 0,1 0,-1 0,0 0,0 1,0-1,-1 0,0 1,1 0,-1-1,0 1,0 0,-1 1,1-1,-1 0,1 1,-1 0,0 0,0 0,0 0,0 1,0 0,0-1,0 2,-1-1,1 0,0 1,0 0,-1 0,1 0,0 0,-1 1,1-1,0 1,0 0,0 1,0-1,0 1,0 0,0 0,0 0,0 0,1 0,-1 1,1 0,0 0,0 1,-1 1,1 0,1-1,-1 1,1 0,0 0,0 1,0-1,1 0,-1 1,2-1,-1 1,0-1,1 1,0 0,0-1,1 1,0-1,0 1,0-1,0 1,1-1,0 0,0 0,1 0,-1 0,1 0,0 0,0-1,1 1,-1-1,1 0,0 0,0 0,0-1,1 1,-1-1,5 2,6 3,1-1,0 0,0-2,0 1,1-2,-1 0,1-2,0 1,0-2,0 0,0-1,0-1,0-1,0 0,0-1,0-1,-1 0,0-1,0-1,0-1,0 0,-1-1,-1-1,1 0,3-4,47-51,-64 65,0-1,1 0,-1 0,0 1,1-1,-1 0,0 1,1 0,-1-1,0 1,0 0,0-1,1 1,-1 0,0 0,0 0,0 0,0 0,-1 0,1 0,0 1,0-1,-1 0,1 0,-1 1,1-1,-1 0,1 1,-1-1,0 0,1 1,-1-1,0 1,0-1,0 1,3 6,0-1,1 0,1 0,-1 0,1-1,0 0,1 0,-1 0,1 0,0-1,1 0,3 2,-8-5,1-1,0 1,0 0,0-1,0 1,0-1,0 0,0 0,0 0,0-1,1 1,-1-1,0 0,0 1,1-2,-1 1,0 0,1-1,-1 1,0-1,0 0,0 0,0 0,0 0,0-1,0 1,0-1,0 0,1-1,-1-1,1 0,-1-1,0 0,0 1,0-1,-1 0,1 0,-1-1,-1 1,1 0,-1-1,0 1,0-1,0 1,-1-1,0 0,0 1,0-1,-1 1,0-1,0 1,0-1,-1 1,0 0,0-1,0 1,-1 0,1 0,-1 1,0-1,-1 0,1 1,-1 0,0 0,0 0,0 0,-1 1,-3-3,3 3,-1 1,0 0,0 0,1 0,-1 1,-1-1,1 1,0 1,0-1,0 1,0 0,0 1,-1-1,1 1,0 1,0-1,0 1,1 0,-1 0,0 1,1-1,-1 1,1 1,0-1,0 1,0-1,0 2,1-1,-4 4,-1 10,6-2</inkml:trace>
  <inkml:trace contextRef="#ctx0" brushRef="#br0" timeOffset="-1915.427">2160 1019,'27'-23,"-1"-2,-2-1,0 0,-2-2,-1-1,-1 0,-2-2,6-12,-16 26,-1 0,0-1,-1 0,-1 0,0 0,-1 0,-2-1,0 0,0 1,-2-1,-1 0,0 0,-1 1,-1-1,0 1,-5-11,7 22,-1 1,0 0,-1 0,1-1,-1 2,0-1,-1 0,1 0,-1 1,0 0,-1 0,1 0,-1 0,0 1,0 0,0 0,-1 0,1 1,-1-1,0 1,0 1,0-1,0 1,-1 0,1 0,-1 1,1 0,-1 0,1 1,-1-1,0 1,1 1,-1-1,1 1,-3 1,2 1,1 0,0 0,0 0,0 1,0-1,0 1,1 1,0-1,0 1,0 0,0 0,1 1,0-1,0 1,1 0,-1 0,1 0,0 1,1-1,0 1,0 0,-4 12,1 0,2 1,0-1,0 1,2 0,1 17,3 5,2 0,1-1,2 0,2 0,2 0,1-2,2 1,2-2,2 0,1-1,2-2,22 29,-38-55,-1 0,2-1,-1 0,1 0,0-1,1 1,0-2,0 1,0-1,1 0,0-1,0 0,1 0,-1-1,1 0,0-1,0 0,0-1,0 0,-3-3,-1-1,0 0,0 0,0-1,0 1,0-1,-1-1,1 1,-1-1,0 0,0 0,0 0,0-1,-1 0,0 0,0 0,0 0,-1-1,3-5,52-52,-56 63,0-1,0 1,0 0,0 0,0 0,0 0,0 0,0 0,0 0,0 0,0 1,0-1,0 1,0-1,0 1,-1 0,1 0,0 0,0 0,-1 0,1 0,-1 1,1-1,-1 0,1 1,-1-1,0 1,0 0,1-1,-1 1,-1 0,1-1,0 1,0 0,-1 0,1 0,-1 0,1 0,10 16,-5-13,-1-1,1 1,0-1,0-1,1 1,-1-1,1 0,0 0,-1-1,1 0,0 0,0-1,0 0,1 0,-1-1,0 0,0 0,0 0,1-1,-1 0,0-1,0 1,0-1,0-1,-1 1,1-1,-1 0,1-1,-1 0,0 0,0 0,-1 0,1-1,1-2,-4 4,0-1,0 1,-1-1,1 1,-1-1,1 0,-1 0,-1 0,1-1,0 1,-1 0,0-1,0 1,0-1,-1 1,1-1,-1 1,0-1,-1 1,1-1,-1 1,0-1,0 1,0-1,0 1,-1 0,0 0,0 0,0 0,0 0,-1 0,1 0,-1 1,0-1,0 1,0 0,-1 0,1 0,-1 0,0 1,0-1,0 1,-2-1,-2-2,0 0,-1 1,0 0,0 0,0 1,0 0,0 1,-1 0,1 0,-1 1,1 0,-1 1,0 0,1 0,-1 1,1 1,-1-1,1 2,-1-1,1 1,0 1,0-1,1 1,-1 1,1 0,-6 4,13-7,-1-1,1 1,-1 0,1 0,0 0,0 0,0 0,0 0,0 0,0 0,0 0,1 0,-1 1,1-1,0 0,0 0,-1 1,1-1,1 0,-1 0,0 1,1-1,-1 0,1 0,-1 1,1-1,0 0,0 0,0 0,0 0,0 0,1 0,-1-1,1 1,-1 0,1-1,-1 1,1-1,0 1,0-1,0 0,0 0,0 1,24 14</inkml:trace>
  <inkml:trace contextRef="#ctx0" brushRef="#br0" timeOffset="-1405.728">3417 939,'-4'-6,"0"1,0 0,0-1,-1 1,1 0,-1 1,0-1,-1 1,1 0,-1 1,1-1,-1 1,0 0,-1 0,1 1,0 0,-1 0,1 0,-1 1,0 0,1 1,-1-1,0 1,1 0,-1 1,0 0,1 0,-1 0,0 1,1 0,0 0,-1 0,1 1,-1 2,0 0,1 0,0 0,0 1,0-1,1 2,0-1,0 0,1 1,-1 0,1 0,1 1,0-1,0 1,0-1,1 1,0 0,-1 4,2-7,1 0,-1 0,1 0,0 0,0 0,1-1,-1 1,1 0,0 0,0 0,1-1,-1 1,1-1,0 1,1-1,-1 0,1 1,-1-1,1 0,0-1,1 1,-1-1,1 1,-1-1,1 0,0 0,0-1,1 1,-1-1,0 0,1 0,4 1,0 0,0-1,0 0,0 0,1-1,-1 0,0-1,1 0,-1-1,0 0,1 0,-1-1,0 0,0 0,0-1,0-1,0 1,-1-1,0-1,0 0,0 0,0 0,-1-1,0 0,0-1,0 1,-1-1,0-1,0 1,-1-1,0 0,-1 0,1 0,-1-1,-1 0,0 0,0 0,0-3,-3-59,-1 71,1 0,-1 0,0-1,1 1,-1 0,0 0,1 0,-1 0,0 0,1 0,-1 0,0 0,1 1,-1-1,1 0,-1 0,0 0,1 1,-1-1,1 0,-1 1,0-1,1 0,-1 1,1-1,-1 1,1-1,0 1,-1-1,1 1,-1-1,1 1,0 0,-1-1,1 1,0-1,0 1,0 0,-1-1,1 1,0 0,0-1,0 1,0 0,0-1,0 1,0 0,0-1,1 1,-1-1,0 1,-2 5,1-1,-1 0,1 1,1 0,-1-1,1 1,0-1,0 1,0 0,1-1,0 1,0-1,0 1,1-1,0 0,0 0,0 1,1-1,0-1,0 1,0 0,0-1,1 1,-1-1,1 0,1 0,-1-1,0 1,1-1,-1 0,1 0,0 0,4 1,71 9,-43-13</inkml:trace>
  <inkml:trace contextRef="#ctx0" brushRef="#br0" timeOffset="-643.26">3818 858,'-5'17,"2"0,0 0,1 0,0 0,2 0,0 7,0-19,1 0,0 0,-1 0,2 0,-1 0,0 0,1 0,0-1,0 1,1-1,-1 1,1-1,0 0,0 0,0 0,1-1,-1 1,1-1,0 1,0-1,0-1,0 1,5 2,-2-2,-1-1,2 1,-1-1,0 0,0-1,1 0,-1 0,1 0,-1-1,1 0,-1-1,0 0,1 0,-1 0,0-1,1 0,-1-1,0 1,-1-1,1-1,0 1,-1-1,0 0,0-1,0 1,0-1,-1 0,0-1,0 1,0-1,-1 0,1 0,-2-1,1 1,-1-1,0 0,0 0,-1 0,1 0,-2 0,1-1,-1 1,0 0,-1-7,1 10,-1 1,0-1,0 0,-1 0,1 0,-1 1,0-1,0 0,0 0,-1 1,1-1,-1 1,0 0,1-1,-2 1,1 0,0 0,-1 0,1 0,-1 1,-2-3,2 6,1 0,-1 0,1 0,-1 0,1 0,0 1,-1-1,1 1,0 0,0 0,0 0,0 0,1 0,-1 0,0 0,1 0,0 1,-1-1,1 0,0 1,0-1,0 1,1 0,-1-1,0 1,1 1,-2 0,1 1,-1-1,1 1,0-1,1 1,-1-1,1 1,0-1,0 1,0 0,1-1,-1 1,1-1,0 1,1-1,-1 0,1 1,0-1,0 0,0 0,0 0,1 0,0 0,0-1,0 1,0-1,1 1,12 6,1 0,0-1,1-1,0 0,0-1,1-1,0-1,0-1,0 0,0-2,1 0,-1-1,123 10,-1-6,63-9,-189 4,-6 0,0 0,0 0,-1-1,1 0,-1-1,1 0,-1 0,1 0,-1-1,2-2,-9 4,0-1,0 1,0-1,0 1,0-1,-1 1,1-1,-1 0,1 1,-1-1,0 0,1 1,-1-1,0 0,0 0,0 1,0-1,-1 0,1 0,0 1,-1-1,1 0,-1 1,0-1,1 0,-1 1,0-1,0 1,0 0,0-1,0 1,0 0,-1-1,1 1,0 0,-1 0,1 0,-1 0,1 0,-1 0,1 1,-1-1,-1 0,-6-6,-1 0,0 1,-1 1,1 0,-1 0,0 1,0 0,0 1,0 0,-1 1,0 0,8 1,0 0,0 1,0-1,0 1,0 0,0 0,0 1,0-1,0 1,0 0,0 0,0 0,0 1,1-1,-1 1,0 0,1 0,-1 0,1 1,0-1,0 1,0 0,0-1,0 1,1 1,-1-1,1 0,0 1,0-1,0 1,0-1,0 4,1-4,0-1,0 1,0-1,1 1,-1 0,1-1,0 1,-1-1,1 1,1 0,-1-1,0 1,1-1,-1 1,1-1,0 1,-1-1,1 1,0-1,1 0,-1 1,0-1,1 0,-1 0,1 0,0 0,0 0,0 0,0-1,0 1,0 0,0-1,0 0,1 1,-1-1,3 1,2 0,1 1,0-1,-1 0,1-1,0 0,0 0,0-1,0 0,0 0,0-1,6-1,-4 0,0 0,0 0,0-1,-1 0,1-1,-1 0,0-1,0 0,0 0,-1-1,0 0,0-1,0 1,-1-1,0-1,0 0,-1 0,0 0,-1 0,1-1,2-7,-9 16,1 1,-1-1,1 0,-1 0,0 1,1-1,-1 0,0 0,1 1,-1-1,1 0,-1 0,0 0,0 0,1 0,-1 0,0 0,1 0,-1 0,0-1,1 1,-1 0,1 0,-1-1,0 1,1 0,-1-1,1 1,-1 0,0-1,1 1,-1-1,1 1,0-1,-1 1,1-1,-1 1,1-1,0 1,-1-1,1 0,0 1,0-1,-1 0,1 1,0-1,0 0,0 1,0-1,0 0,0 1,0-1,0 0,0 1,0-1,0 0,1 1,-1-1,0 0,1 0,-3 5,1 0,0 0,1 0,-1 0,1 0,0 0,0 0,0 0,0 0,0 0,1 0,0-1,0 1,0 0,0 0,1 0,0-1,-1 1,1-1,1 1,-1-1,0 0,1 0,-1 0,1 0,0 0,0-1,0 1,1-1,-1 0,0 0,1 0,-1 0,1-1,0 1,1-1,31 14,0-2,1-1,1-2,0-2,0-1,0-2,1-1,7-3,73 6,-9-3</inkml:trace>
  <inkml:trace contextRef="#ctx0" brushRef="#br0" timeOffset="5622.265">75 1152,'-3'14,"0"16,3 18,5 20,5 16,4 12,5 8,2 5,-1-3,-4-8,-4-21</inkml:trace>
  <inkml:trace contextRef="#ctx0" brushRef="#br0" timeOffset="6221.722">48 1487,'-13'-296,"20"240,-7 55,0 1,1-1,-1 0,0 1,1-1,-1 1,0-1,1 1,-1-1,1 1,-1-1,1 1,-1-1,1 1,-1 0,1-1,-1 1,1 0,0-1,-1 1,1 0,-1 0,1 0,0-1,-1 1,1 0,0 0,-1 0,1 0,0 0,-1 0,1 0,0 1,-1-1,1 0,0 0,-1 0,1 1,-1-1,1 0,-1 1,1-1,0 0,-1 1,1-1,-1 1,0-1,1 1,-1-1,1 1,-1-1,0 1,1-1,-1 1,0 0,24 32,-15-18,0 1,-1 0,-1 1,-1 0,0 0,-2 0,1 1,-1 7,-5-21,1 0,-1-1,0 1,-1 0,1-1,-1 1,1-1,-1 1,0-1,-1 0,1 0,0 0,-1 0,0 0,1-1,-1 1,0-1,0 0,-1 0,1 0,0 0,-1 0,1-1,-1 1,0-1,1 0,-1 0,0 0,0-1,0 0,1 1,-1-1,0 0,0-1,0 1,1-1,-1 0,0 0,0 0,1 0,-1 0,1-1,-1 0,1 0,0 0,-1 0,0-1,4 3,-1 0,1 0,0 0,-1-1,1 1,-1 0,1 0,0 0,-1-1,1 1,0 0,-1 0,1-1,0 1,-1 0,1 0,0-1,0 1,-1 0,1-1,0 1,0 0,0-1,-1 1,1-1,0 1,0 0,0-1,0 1,0-1,0 1,0-1,0 1,0 0,0-1,0 1,0-1,0 1,0 0,0-1,1 1,-1-1,0 1,0 0,0-1,0 1,1 0,-1-1,0 1,1 0,-1-1,0 1,0 0,1 0,-1-1,1 1,-1 0,0 0,1 0,-1-1,0 1,1 0,-1 0,1 0,-1 0,0 0,1 0,-1 0,1 0,32-1,-31 1,22 1,0 0,-1-2,1 0,-1-2,1-1,-1 0,0-2,0-1,14-6,-18 5,0-1,0-1,-1-1,0 0,-1-2,-1 0,0 0,0-2,2-3,-17 17,0 0,0 1,0-1,1 0,-1 0,0 0,0 1,-1-1,1 0,0 0,0-1,0 1,-1 0,1 0,0 0,-1 0,1-1,-1 1,0 0,1-1,-1 1,0 0,0 0,0-1,1 1,-2 0,1-1,0 1,0 0,0-1,-1 1,1 0,0-1,-1 1,1 0,-1 0,0 0,1-1,-1 1,0 0,0 0,0 0,0 0,1 0,-1 0,-1 1,1-1,0 0,0 0,0 1,-1-1,-7-1,1 0,-1 0,0 1,0 0,0 1,0 0,0 0,0 1,0 0,0 1,0 0,1 0,-1 1,1 0,-1 1,1 0,0 0,0 0,1 1,-1 1,1-1,0 1,1 0,-4 4,8-8,1-1,-1 1,1 0,0-1,-1 1,1 0,0 0,0 0,0 0,1 0,-1 0,0 0,1 0,-1 1,1-1,0 0,-1 0,1 0,0 0,1 1,-1-1,0 0,1 0,-1 0,1 0,-1 0,1 1,0-1,0 0,0-1,0 1,0 0,1 0,-1 0,0-1,1 1,-1-1,1 1,0-1,1 2,6 2,-1 0,1 0,0 0,0-2,0 1,0-1,1 0,7 1,27 3,0-2,0-2,1-2,30-4,5-2</inkml:trace>
  <inkml:trace contextRef="#ctx0" brushRef="#br0" timeOffset="12576.567">342 2436,'-2'20,"-1"15,0 7,0 3,4-1,1-3,3-7,0-9</inkml:trace>
  <inkml:trace contextRef="#ctx0" brushRef="#br0" timeOffset="13010.176">141 2302,'40'-1,"0"1,-1 2,0 2,1 1,-1 2,-1 2,0 1,0 2,4 4,-31-11,0 1,0 1,0 0,-1 0,-1 1,1 0,-1 1,0 0,-1 1,0 0,-1 0,0 0,0 1,-1 0,-1 0,0 1,0-1,-1 1,-1 0,0 1,0-1,-2 0,1 1,-1 3,6 67,-7-82,1 0,-1 0,0 0,1-1,-1 1,1 0,-1 0,1-1,-1 1,1 0,0-1,-1 1,1-1,0 1,-1-1,1 1,0-1,0 1,-1-1,1 0,0 1,0-1,0 0,0 0,0 0,-1 0,1 1,0-1,0 0,0 0,0-1,0 1,0 0,-1 0,1 0,0-1,0 1,0 0,0-1,-1 1,1-1,0 1,33-26,-11 0,0-1,-2-1,-1-1,-2 0,15-31,-28 50,5-6,-6 29,-5-8,-1 3,1-1,0 1,0 0,0 0,1 0,0-1,0 1,1 0,0 0,1-1,-1 1,1 0,1-1,0 0,0 1,0-1,1-1,0 1,0 0,1-1,-1 0,2 0,-1 0,6 4,68 18,-38-23</inkml:trace>
  <inkml:trace contextRef="#ctx0" brushRef="#br0" timeOffset="13399.844">1291 2369,'37'-10,"-1"-3,0 0,-1-3,0-1,-2-1,26-19,-49 31,0 0,0 0,-1-1,0-1,-1 1,0-1,0-1,0 0,-1 0,0 0,-1-1,0 0,-1 0,0 0,0-1,1-7,-6 15,1 0,-1 0,0 0,0 0,0 0,0 0,-1 0,1 0,-1 0,0 0,0 0,0 0,0 1,-1-1,1 0,-1 1,1-1,-1 1,0-1,0 1,0 0,0-1,-1 1,1 0,0 1,-1-1,1 0,-1 1,0-1,0 1,0 0,1 0,-1 0,0 0,0 1,0-1,0 1,0 0,0 0,-1 0,1 0,0 0,0 1,0-1,0 1,0 0,1 0,-1 0,-1 1,-3 0,0 2,0-1,1 1,0 0,0 1,0-1,0 1,1 0,0 1,0-1,0 1,1 0,0 0,0 1,0-1,1 1,-2 4,-32 124,33-62,2-1,4 0,3 1,4-2,2 1,3-1,13 32,-1 14,-14-67,-3 1,-2 0,-2 1,-2 0,-2 5,-18 26,5-62</inkml:trace>
  <inkml:trace contextRef="#ctx0" brushRef="#br0" timeOffset="13663.135">1171 2770,'5'-2,"10"-1,16 0,17 1,14-2,9-4,3-4,-12 0</inkml:trace>
  <inkml:trace contextRef="#ctx0" brushRef="#br0" timeOffset="13912.465">1920 2690,'0'5,"0"3,0 1</inkml:trace>
  <inkml:trace contextRef="#ctx0" brushRef="#br0" timeOffset="14487.994">3725 2383,'-125'14,"120"-13,-1 1,1-1,0 1,0 1,0-1,0 1,0 0,1 0,-1 0,1 1,0-1,0 1,0 0,0 1,1-1,0 0,-1 1,2 0,-1 0,1 0,-1 0,2-2,0 0,1-1,-1 1,0 0,1 0,0 0,-1 0,1 0,0-1,1 1,-1 0,0 0,1 0,0 0,0-1,-1 1,2 0,-1-1,0 1,0 0,1-1,0 0,-1 1,1-1,0 0,0 0,0 0,0 0,1 0,-1 0,1 0,4 2,0 0,0 0,1 0,-1-1,1 0,0-1,0 1,0-2,0 1,5 0,6-2,1-1,-1-1,1-1,-1 0,0-2,0 0,0-1,-1-1,0 0,0-2,-1 0,0-1,-1 0,0-2,0 0,-1 0,-1-2,12-13,-16 16,0 0,0 0,-1-1,-1 0,0-1,-1 0,0 0,-1 0,-1-1,0 0,0 0,-2-1,0 1,0-1,-1 0,-1 1,-1-1,0 0,-1 0,0 1,-1-1,-1 0,0 1,-1 0,-1 0,-4-9,8 20,0 0,-1 0,0 0,1 0,-1 0,-1 1,1-1,0 0,0 1,-1 0,0 0,1 0,-1 0,0 0,0 0,0 0,0 1,0 0,-1 0,1 0,0 0,0 0,-1 0,1 1,-1 0,1 0,0 0,-1 0,1 0,-1 0,1 1,0 0,-1 0,1 0,0 0,0 0,0 1,0-1,0 1,0 0,0 0,0 0,-7 11,0 0,1 0,1 1,0 0,1 0,1 1,0 0,1 0,1 0,0 1,1-1,0 1,1 0,1 9,-2-4,1 1,0 0,2-1,1 1,0 0,2-1,0 0,2 1,0-1,1-1,1 1,1-1,1 0,1-1,3 4,-6-15,0-1,0-1,1 1,0-1,0 0,0-1,1 0,0-1,0 1,0-2,1 1,-1-1,1-1,-1 0,1 0,0-1,0 0,0 0,0-1,0-1,0 0,0 0,0-1,-1 0,1-1,0 0,-1 0,0-1,0 0,0-1,0 0,-1 0,0-1,0 0,0-1,-1 0,0 0,0 0,-1-1,0 0,0 0,-1 0,0-1,0 0,-1 0,0 0,-1 0,0-1,0 0,-1 1,0-3,-16-50,13 61,1 0,-1-1,0 1,0-1,1 1,-1 0,0-1,0 1,0 0,0 0,-1 0,1 0,0 0,0 0,-1 0,1 0,0 1,-1-1,1 0,-1 1,1-1,-1 1,1-1,-1 1,0 0,1 0,-1 0,1 0,-1 0,0 0,1 0,-1 0,1 1,-1-1,1 1,-1-1,-1 1,0 3,-1 0,1-1,-1 1,1 1,1-1,-1 0,0 1,1-1,0 1,0 0,0 0,1 0,0-1,0 2,0-1,0 0,1 0,0 0,0 0,0 0,1 0,-1 0,1 0,1 4,2 2,0-1,0 0,1 1,0-2,1 1,0-1,0 1,1-2,0 1,1-1,0 0,0-1,1 0,0 0,0 0,0-2,1 1,0-1,0 0,2-1,49 22</inkml:trace>
  <inkml:trace contextRef="#ctx0" brushRef="#br0" timeOffset="16677.099">8082 2343,'-5'0,"-141"11,140-10,-1 1,0-1,0 2,1-1,-1 1,1 0,0 0,0 0,0 1,0 0,1 0,-1 1,1 0,0 0,1 0,-1 0,1 1,0-1,-1 4,3-6,0 0,1 0,0 1,-1-1,1 1,1-1,-1 1,0-1,1 1,0-1,0 1,0-1,0 1,0 0,1-1,-1 1,1-1,0 1,0-1,1 0,-1 1,1-1,-1 0,1 0,0 0,0 0,1 0,0 0,3 4,0-1,1-1,0 1,0-1,1 0,-1-1,1 0,0 0,0-1,0 0,2 1,22 3,-1-2,1 0,0-3,0 0,0-2,0-2,0 0,-1-2,1-2,-1-1,0-1,0-2,-1-1,-1-1,0-1,0-2,-18 10,-5 2,1 0,-1 0,0 0,0-1,0 0,0 0,-1 0,1-1,-1 0,0 0,-1 0,3-4,-7 9,0 1,0-1,0 1,0-1,-1 0,1 1,0-1,0 0,0 1,-1-1,1 0,0 1,0-1,-1 0,1 1,0-1,-1 0,1 0,0 1,-1-1,1 0,0 0,-1 0,1 0,-1 1,1-1,0 0,-1 0,1 0,-1 0,1 0,-1 0,1 0,0 0,-1 0,1 0,-1 0,1-1,0 1,-1 0,1 0,0 0,-1 0,1-1,-1 1,1 0,0 0,-1-1,1 1,0 0,0-1,-1 1,1 0,0-1,0 1,0 0,-1-1,1 1,0 0,0-1,0 1,0-1,0 1,0 0,-1-1,1 1,0-1,0 1,0 0,-3 3,1 0,-1 1,0 0,1 0,0 0,0 0,0 0,0 0,0 0,1 1,0-1,0 0,0 1,1-1,-1 1,1-1,0 1,1-1,-1 1,1-1,-1 1,1-1,1 1,-1-1,1 0,-1 0,1 1,1-1,-1-1,0 1,1 0,0 0,0-1,0 0,0 0,0 0,1 0,-1 0,1 0,0-1,3 2,-1-2,1 0,-1 0,1-1,0 1,0-1,-1-1,1 1,0-1,0-1,0 1,5-2,-9 1,0 1,-1-1,1 0,0 0,-1 0,1 0,-1 0,1-1,-1 1,1-1,-1 1,0-1,0 0,0 0,0 0,0 0,0 0,-1-1,1 1,-1-1,1 1,-1-1,0 1,0-1,0 0,0 1,-1-1,1 0,-1-2,-1 0,0-1,0 0,-1 1,0-1,0 1,-1 0,0-1,0 1,0 0,0 1,-1-1,1 1,-1-1,-1 1,1 0,0 0,-1 1,0 0,0-1,0 1,0 1,0-1,-1 1,1 0,-1 0,-1 0,-28-9,-1 1,1 1,-1 2,-1 1,-6 2,21 1,36-8,239-63,-208 58,0-2,-2-3,0-1,-1-2,-2-2,11-9,-35 22,0 0,-1-1,0 0,-1-1,0-1,-2 0,0-1,-1 0,0-1,-1 0,-1 0,-1-1,-1-1,-1 1,4-19,-8 33,-1-1,1 1,-1-1,-1 1,1-1,-1 1,0-1,0 1,0-1,-1 1,0-1,0 1,0-1,-1 1,0 0,0-1,0 1,0 0,-1 0,0 1,0-1,0 1,-1-1,0 1,1 0,-1 0,-1 1,1-1,-1 1,-3-3,1 4,0 1,1-1,-1 1,0 0,0 0,0 1,0 0,0 0,1 1,-1 0,0 0,0 1,1 0,-1 0,0 0,1 1,0 0,0 0,-1 1,-6 3,1 1,0 1,0 0,0 1,1 0,1 1,0 0,-3 5,-2 6,1 1,1 0,2 1,0 1,1-1,2 2,1-1,0 1,2 0,1 0,1 1,2-1,0 1,2-1,1 4,0-13,0 0,2 0,0 0,0-1,2 1,0-1,1 0,1-1,0 0,1 0,0-1,2 0,-1 0,2-1,0-1,0 0,1 0,0-2,1 1,1-2,-1 0,1 0,1-2,14 6,-17-7,-1-1,1 0,0-1,0 0,1-1,-1-1,0 0,1 0,0-2,-1 1,1-2,0 0,-1-1,1 0,10-3,-21 3,0 1,0-1,0 0,-1 0,1 0,0 0,-1 0,1 0,-1-1,0 1,0-1,0 0,0 1,0-1,-1 0,1 0,-1 0,0 0,0 0,0-1,0 1,-1 0,1-1,-1 1,0 0,0-2,0-8</inkml:trace>
  <inkml:trace contextRef="#ctx0" brushRef="#br0" timeOffset="15096.452">5756 2330,'2'22,"2"25,1 23,2 19,1 14,-2 8,-1 1,-5-2,-6-7,-4-12,-1-20</inkml:trace>
  <inkml:trace contextRef="#ctx0" brushRef="#br0" timeOffset="15591.116">5596 2985,'-18'-56,"2"1,3-2,2 0,1-18,8 65,0-1,1 1,0 0,1-1,0 1,1 0,0-1,1 1,0 0,0 0,1 0,1 0,0 0,0 1,0-1,1 1,1 0,0 1,0-1,0 1,1 0,0 1,6 0,-1 0,1 2,-1-1,1 2,1 0,-1 0,1 1,-1 1,1 0,0 1,0 0,0 1,0 1,0 0,-1 1,1 0,0 1,-1 1,0 0,0 1,0 0,0 1,-1 1,11 7,-15-9,0 1,-1 0,0 0,0 0,0 1,-1 0,0 1,-1-1,5 9,-8-14,-1 0,0 0,0 1,0-1,0 0,0 1,0-1,0 1,-1-1,1 1,-1-1,0 1,0-1,0 1,0-1,0 1,-1 0,1-1,-1 1,1-1,-1 0,0 1,0-1,0 1,0-1,-1 0,1 0,-1 0,1 0,-1 0,0 0,1 0,-1 0,0-1,0 1,0-1,-2 1,-5 3,0-2,0 1,0-1,-1 0,1-1,-1 0,0-1,1 0,-1 0,0-1,0-1,1 1,-1-2,-3 0,12 2,1 1,-1-1,0 0,1 1,-1-1,1 0,-1 0,0 0,1 0,-1 0,0 0,1 0,-1 0,0 0,1 0,-1 0,1 0,-1 0,0-1,1 1,-1 0,1 0,-1-1,0 1,1 0,-1-1,1 1,-1 0,1-1,0 1,-1-1,1 1,-1-1,1 1,0-1,-1 1,1-1,0 1,-1-1,1 0,0 1,0-1,0 1,0-1,0 0,0 1,0-1,0 0,0 1,0-1,0 0,0 1,0-1,0 1,0-1,1 0,-1 1,0-1,0 1,1-1,-1 1,0-1,110-28,-60 19,-1-3,-1-1,0-3,-1-2,0-2,30-20,-76 41,0 0,-1 0,1 0,0 0,0 0,-1 0,1 0,0 0,0-1,-1 1,1 0,0 0,0-1,-1 1,1-1,0 1,-1 0,1-1,0 1,-1-1,1 0,-1 1,1-1,-1 1,1-1,-1 0,0 1,1-1,-1 0,0 0,1 1,-1-1,0 0,0 0,0 1,0-1,1 0,-1 0,0 1,0-1,-1 0,1 0,0 0,0 1,0-1,0 0,-1 0,1 1,0-1,-1 0,1 1,-1-1,1 0,-1 1,1-1,-1 0,-9 0,0 1,0 0,0 0,0 1,0 0,0 1,0 0,1 1,-1 0,1 0,-1 1,-2 2,-62 43,72-47,0-1,1 1,-1 0,0-1,1 1,-1 0,1 0,0 0,0 1,0-1,0 0,0 0,0 1,0-1,1 0,-1 1,1-1,0 0,0 1,0-1,0 1,0-1,0 1,0-1,1 0,-1 1,1-1,0 0,0 1,0-1,0 0,0 0,0 0,2 2,5 3,0 0,1-1,0 0,0-1,0 0,0 0,1-1,0 0,0-1,0 0,0 0,1-1,-1 0,1-1,3 0,-14-1,83 10,-4-4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0:43.22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67 168,'11'7,"1"-1,0 0,0 0,1-2,-1 1,1-1,0-1,0 0,0-1,0-1,0 0,1 0,-1-1,0-1,5-1,-15 2,0-1,-1 1,1-1,0 0,0 0,-1 0,1 0,0 0,-1-1,1 1,-1-1,0 0,0 0,1 1,-1-2,0 1,-1 0,1 0,0 0,0-1,-1 1,0-1,1 1,-1-1,0 0,0 0,-1 1,1-1,0 0,-1 0,0 0,0 0,0 1,0-1,0 0,0 0,-1 0,1 0,-1 1,0-2,-1-3,-1 0,0 0,0 0,-1 0,0 0,0 1,0-1,-1 1,0 0,0 1,-1-1,1 1,-1 0,0 1,-1-1,1 1,-1 0,0 1,0-1,0 2,0-1,0 1,-1 0,1 0,-1 1,0 0,1 0,-1 1,0 0,1 0,-1 1,0 0,1 0,-1 1,1 0,0 0,-1 1,1 0,0 0,0 1,1 0,-4 2,5-3,1 0,0 1,-1-1,1 1,1 0,-1 0,0 0,1 0,0 1,0-1,0 1,1 0,0 0,0 0,0 0,0 0,1 0,0 0,0 1,0-1,0 1,1-1,0 0,0 1,1-1,0 1,0-1,0 0,0 1,1-1,0 0,0 0,0 0,1 0,1 1,30 22,4-6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0:44.01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450 73,'-28'-10,"1"1,-1 1,-1 2,1 1,-1 1,0 1,0 2,0 1,0 1,-18 4,39-4,0 1,1 1,-1 0,1 0,0 0,0 1,0 0,0 0,1 1,-1 0,1 0,0 0,0 2,4-5,0 1,0-1,0 1,0-1,1 1,-1 0,1 0,0 0,0 0,0 0,0 0,0 0,0 0,1 0,0 1,0-1,0 0,0 0,0 0,0 1,1-1,0 0,-1 0,1 0,0 0,1 0,-1 0,0 0,1-1,0 1,-1 0,1-1,1 2,6 4,1-1,0 1,0-1,0-1,1 0,0 0,0-1,1-1,-1 0,1 0,0-1,0-1,0 0,0 0,1-1,-1-1,0 0,1-1,-1 0,0-1,0 0,0-1,0-1,-1 1,0 0,0-1,-1 0,0-1,0 0,0-1,0 0,-1 0,0-1,0 0,3-5,-8 8,0 0,-1 0,1-1,-1 1,0-1,0 0,0 0,-1-1,0 1,0 0,0-1,0 1,-1-1,0 0,-1 1,1-1,-1 0,0 1,0-1,-1 0,1 0,-1 1,-1-2,2 7,-1 1,1 0,0-1,-1 1,1-1,-1 1,1-1,-1 1,1-1,-1 1,1-1,-1 1,0-1,1 0,-1 1,1-1,-1 0,0 0,1 0,-1 1,0-1,0 0,1 0,-1 0,0 0,1 0,-1 0,0 0,1 0,-1 0,0-1,1 1,-1 0,0 0,1-1,-1 1,0 0,1-1,-1 1,1 0,-1-1,1 1,-1-1,1 1,-1-1,1 0,-1 1,1-1,0 1,-1-1,1 0,0 1,-1-1,1 1,0-1,0 0,0 0,0 1,0-1,0 0,-1 1,2-1,-1 0,0 1,0-1,0 0,0 0,-2 8,0-1,0 1,1 0,0 0,0 0,0 0,1 0,0 0,1 1,0-1,0 0,0-1,1 1,0 0,0 0,0-1,1 1,0-1,1 1,-1-1,1-1,0 1,1 0,-1-1,1 0,0 0,1 0,-1-1,1 0,0 0,0 0,0 0,0-1,1 0,-1-1,1 0,0 0,0 0,4 0,-3 0,0-1,0 0,0 0,0-1,0 0,0 0,0-1,0 0,0-1,0 1,-1-1,1-1,0 0,-1 0,0 0,0-1,0 0,0 0,-1-1,1 0,-1 0,0-1,-1 1,1-1,-1 0,0-1,-1 1,0-1,0 0,0 0,-1-1,0 1,0-1,-1 0,0 1,0 0,-1-1,0 1,0-1,-1 0,0 1,0-1,0 1,-1-1,-2-6,-8 25,7 1,-1 0,2 0,0 0,0 0,1 1,1 0,-1 8,2-17,0 0,0 0,1 1,-1-1,1 0,0 0,0 0,0 0,0 0,1 0,-1-1,1 1,0 0,1-1,-1 1,0-1,1 0,0 0,0 0,0 0,0 0,0 0,1-1,-1 0,2 1,4 0,0 0,0-1,1 0,-1-1,0 0,1 0,0-1,-1 0,1-1,-1 0,1 0,-1-1,0 0,1-1,-1 0,0 0,-1-1,1 0,-1-1,1 0,-1 0,-1-1,1 0,-1 0,0-1,0 0,-1 0,0 0,0-1,-1 0,0 0,1-5,-2 5,0 0,-1-1,0 0,0 1,-1-1,-1 0,1 0,-1 0,-1-1,0 1,0 0,-1 0,0-5,1 13,0 1,-1 0,1-1,0 1,0-1,0 1,0-1,0 1,0 0,-1-1,1 1,0-1,0 1,-1 0,1-1,0 1,0 0,-1-1,1 1,0 0,-1-1,1 1,-1 0,1 0,0-1,-1 1,1 0,-1 0,1 0,-1 0,1 0,0 0,-1 0,1-1,-1 1,1 0,-1 1,1-1,-1 0,1 0,0 0,-1 0,1 0,-1 0,1 0,-1 1,1-1,0 0,-1 0,1 1,0-1,-1 0,1 0,0 1,-1-1,1 0,0 1,-1-1,1 1,0-1,0 0,0 1,-1-1,-15 28,14-23,0-1,1 0,-1 1,1-1,0 1,0-1,1 1,-1 0,1-1,0 1,0 0,1-1,-1 1,1 0,0-1,0 1,1-1,-1 0,1 1,0-1,0 0,0 0,1 0,0 0,-1 0,4 2,10 4,0-1,1 0,0-2,0 0,1 0,0-2,0 0,1-1,-1-1,1-1,-1-1,1 0,0-1,5-2,-12 3,53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0:44.36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237 133,'-1'-6,"1"0,-1 0,-1 0,1 0,-1 0,0 1,0-1,-1 1,0-1,0 1,0 0,0 0,-1 0,0 0,0 1,0-1,0 1,-1 0,0 1,0-1,0 1,0 0,0 0,-1 0,-1 0,3 1,-1 0,1 1,0 0,0-1,-1 1,1 0,0 1,-1-1,1 1,-1 0,1 0,-1 1,1-1,0 1,-1 0,1 0,0 0,-1 1,1-1,0 1,0 0,0 0,1 1,-1-1,0 1,1 0,0 0,-1 0,1 0,0 1,1-1,-1 1,1-1,-1 2,1-2,1 1,-1-1,1 1,-1-1,1 1,0 0,1-1,-1 1,1 0,-1 0,1-1,0 1,1 0,-1 0,1 0,-1-1,1 1,0 0,1-1,-1 1,0-1,1 1,0-1,0 0,0 0,0 1,1-1,-1-1,1 1,0 0,-1-1,1 1,0-1,1 0,-1 0,0 0,1-1,-1 1,1-1,1 1,3 2,1 0,0-1,0 0,0 0,1-1,-1 0,1-1,-1 0,1 0,-1-1,1-1,0 1,-1-2,1 1,-1-1,0-1,0 1,0-1,0-1,0 0,0 0,-1-1,0 0,0-1,4-3,-10 7,0 0,-1 0,1 0,0 0,-1 0,1 0,-1-1,0 1,0-1,0 1,0-1,0 1,-1-1,1 0,-1 1,0-1,0 0,1 1,-2-1,1 0,0 1,0-1,-1 1,0-1,1 0,-1 1,0-1,0 1,-1-1,1 1,0 0,-1 0,1-1,-1 1,0 0,0 0,0 1,0-1,-2-1,3 3,-1 1,1-1,-1 1,1-1,-1 1,1 0,0-1,-1 1,1 0,0 0,0 0,-1 0,1 0,0 0,0 0,0 1,0-1,0 0,0 0,1 1,-1-1,0 1,1-1,-1 1,1-1,-1 1,1-1,0 1,0-1,0 1,0-1,0 1,0 0,0-1,0 1,0-1,1 1,-1-1,1 1,-1-1,3 6,0 0,0 0,1 0,0-1,0 1,0-1,1 0,0 0,0-1,1 0,-1 1,1-2,0 1,0-1,1 0,-1 0,1-1,0 0,0 0,0 0,1-1,6 1,161 33,-82-26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0:45.20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1020,'140'-263,"-117"204,-23 58,1 1,-1-1,1 1,0-1,-1 1,1 0,-1-1,1 1,0-1,-1 1,1 0,0 0,0-1,-1 1,1 0,0 0,-1 0,1 0,0 0,0 0,-1 0,1 0,0 0,0 0,-1 1,1-1,0 0,0 0,-1 1,1-1,0 0,-1 1,1-1,-1 1,1-1,0 1,-1-1,1 1,-1-1,1 1,-1-1,0 1,1 0,-1-1,0 1,1 0,-1-1,0 1,0 0,1 0,-1-1,0 1,0 0,0 0,0-1,0 1,0 0,0 0,0-1,-1 1,1 0,0-1,25 64,-2 0,9 47,-29-69,-16-65,13 10,0 0,1 0,1 0,0 0,1 1,0-1,1 1,1 0,-1 0,2 0,0 0,0 1,1 0,1 0,-1 1,5-3,7-17,2-3,-1-1,-2-1,-1 0,-2-2,-1 0,-2 0,-2-1,2-19,-4 7,-2-1,-3 1,-2-1,-1 1,-6-27,5 74,2 0,-1 0,0 0,-1 0,1-1,0 1,-1 0,0 1,0-1,0 0,0 0,0 0,0 0,-1 1,1-1,-1 0,0 1,0 0,0-1,0 1,0 0,-1 0,2 2,0 1,0-1,0 1,0 0,0-1,0 1,0 0,0-1,0 1,0 0,1 0,-1 0,0 0,1 0,-1 0,0 0,1 0,-1 0,1 0,0 1,-1-1,1 0,0 0,0 0,0 1,-1-1,1 0,0 0,-4 31,2-1,1 1,1-1,1 1,2-1,1 1,2-1,1-1,3 7,23 74,6-1,18 31,18 48,-51-135,-14-39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0:45.45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1,'25'0,"33"2,34 1,31 4,22 4,8 7,-2 6,-28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0:46.17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319 67,'-35'-1,"-112"9,139-6,0-1,1 1,-1 1,1-1,-1 1,1 0,0 1,0 0,1 0,-1 1,1-1,0 1,0 1,0-1,1 1,-5 6,8-9,0 0,0 0,0 0,0 0,1 0,0 0,-1 1,1-1,1 1,-1-1,0 1,1-1,-1 1,1-1,0 1,0-1,1 1,-1-1,1 1,0-1,0 0,0 1,0-1,0 0,1 1,-1-1,1 0,0 0,0 0,0-1,1 1,-1 0,0-1,1 1,0-1,0 0,0 0,0 0,10 4,0-1,0 0,1-1,-1-1,1 0,0-1,0-1,0 0,0 0,0-2,0 1,0-2,0 0,0-1,0 0,-1-1,1-1,-1 0,0 0,6-5,-11 7,0-1,-1 0,1 0,0-1,-1 0,0 0,0 0,-1-1,0 0,0-1,0 0,-1 1,1-2,-2 1,1-1,-1 1,1-3,-9-1,-7 23,8-8,0 0,1 0,-1 1,1 0,0-1,1 1,-1 0,1 0,-1 0,2 0,-1 0,0 0,1 0,0 0,0 0,1 0,-1 0,1 0,0 0,1 0,-1 0,1 0,0-1,0 1,0 0,1-1,-1 0,1 1,0-1,1 0,-1-1,1 1,-1-1,1 1,0-1,0 0,1-1,2 3,-1-3,-1 0,1 0,0-1,0 0,0 0,1 0,-1-1,0 0,0 0,0 0,0-1,0 0,0 0,0 0,0-1,0 0,0 0,-1-1,1 1,-1-1,0-1,1 1,-1-1,-1 0,4-3,0-1,0 0,0 0,-1-1,0 0,-1-1,0 0,0 0,-1 0,0 0,-1-1,0 0,-1 0,1-5,-1-111,-3 126,0 0,0-1,0 1,0 0,0 0,1 0,-1 0,0 0,1 0,-1 0,1 1,-1-1,1 0,-1 0,1 0,0 0,-1 1,1-1,0 0,0 0,-1 1,1-1,0 1,0-1,0 1,0-1,0 1,0-1,0 1,0 0,0 0,0-1,0 1,0 0,0 0,0 0,0 0,0 0,0 0,0 1,0-1,0 0,0 0,0 1,0-1,47 20,-47-20,10 5,-1 1,-1 0,1 0,-1 1,0 0,-1 0,0 1,0 0,0 1,-1-1,0 2,-1-1,0 1,-1 0,0 0,0 0,1 6,5 23,-9-29,0-1,1 1,1 0,-1-1,1 1,1-1,0 0,0-1,5 7,-7-13,-1 1,1-1,0 0,0 0,1 0,-1 0,0 0,1-1,-1 1,1-1,-1 0,1 0,-1-1,1 1,0-1,-1 1,1-1,0 0,0-1,-1 1,1-1,0 1,-1-1,2-1,80-40,-76 34,-1 1,1-1,-1 0,-1-1,1 0,-1-1,-1 1,0-1,0 0,-1-1,0 1,-1-1,0 0,-1 0,0 0,-1-1,0 1,-1-1,0-3,-1 13,0 0,-1 0,1 0,0 0,-1 0,0 0,1 0,-1 1,0-1,0 0,0 0,0 1,0-1,0 0,-1 1,1-1,0 1,-1 0,1-1,-1 1,0 0,1 0,-1 0,0 0,0 0,0 1,1-1,-1 0,0 1,0-1,0 1,0 0,0 0,0 0,0 0,0 0,0 0,0 0,0 1,0-1,0 1,0-1,0 1,0 0,1 0,-1-1,0 1,1 1,-1-1,0 0,1 0,-1 1,1-1,0 1,-1-1,1 1,0-1,0 1,-3 3,0 1,0 0,0 0,1 0,0 0,0 0,1 0,-1 1,1 0,1-1,-1 1,1 0,1 0,-1-1,1 1,0 0,1 0,-1 0,2 0,-1-1,1 1,-1 0,2-1,-1 1,1-1,0 0,0 0,1 0,0 0,0-1,0 1,1-1,-1 0,1-1,0 1,1-1,-1 0,1 0,4 2,14 7,0-2,1-1,1 0,-1-2,1-1,1-1,-1-1,26 1,41 4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0:52.73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27,'0'-12,"0"-3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0:50.18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1 468,'1'0,"1"0,-1 0,0 0,1 0,-1 1,0-1,1 0,-1 1,0-1,0 1,0-1,1 1,-1 0,0 0,0-1,0 1,0 0,0 0,0 0,0 0,0 0,-1 0,1 0,0 0,0 1,-1-1,1 0,-1 0,1 0,-1 1,0-1,1 0,-1 1,0-1,50 127,-41-100,0-2,1 1,2-1,1-1,9 13,-21-37,-1 1,1 0,0 0,0-1,0 1,0 0,1-1,-1 1,0-1,1 1,-1-1,1 0,-1 0,1 0,0 0,0 0,-1 0,1 0,0 0,0-1,0 1,0-1,0 1,0-1,0 0,0 0,0 0,0 0,0 0,0 0,0 0,-1-1,1 1,0-1,0 1,0-1,0 0,0 0,-1 0,1 0,0 0,-1 0,1 0,1-2,8-11,0-1,-2 0,1-1,-2 1,0-2,0 1,-2-1,0-1,-1 1,-1-2,-1 9,14-53,-10 36,0 0,2 0,1 1,11-19,-20 42,0 0,0 0,1 1,0-1,-1 1,1-1,0 1,0 0,0 0,1 0,-1 0,1 0,-1 0,1 0,-1 1,1 0,0-1,0 1,-1 0,1 0,0 0,0 1,0-1,0 1,0 0,0 0,0 0,1 0,1 0,13 5</inkml:trace>
  <inkml:trace contextRef="#ctx0" brushRef="#br0" timeOffset="181.755">656 522,'0'13,"0"12,0 6,0 5,0 0,0-1,0-2,0-4,0-10,0-7</inkml:trace>
  <inkml:trace contextRef="#ctx0" brushRef="#br0" timeOffset="355.364">629 255,'3'9,"11"5,15 1,3-3</inkml:trace>
  <inkml:trace contextRef="#ctx0" brushRef="#br0" timeOffset="628.596">977 589,'-5'16,"-1"10,0 4,2 3,0 0,2-4,1-9,1-8</inkml:trace>
  <inkml:trace contextRef="#ctx0" brushRef="#br0" timeOffset="879.99">910 242,'-9'-14,"-7"-9,-4 0,-1 1,4 7,7 10,9 10,12 10,4 2</inkml:trace>
  <inkml:trace contextRef="#ctx0" brushRef="#br0" timeOffset="1463.668">1351 0,'-3'2,"1"0,-1-1,1 1,0 1,0-1,0 0,0 0,0 1,0-1,0 1,1 0,0-1,-1 1,1 0,0 0,0 0,0 0,1 0,-1 0,1 0,0 0,-1 0,1 0,1 0,-1 0,0 0,1 0,0 0,-1 0,1 0,1 2,-2-4,30 168,5 56,-33-191,-2 0,-1 1,-2-1,-1 0,-2-1,-1 1,-2-1,-9 23,-4-21,20-63,6 5,-2 1,0-1,-1 0,-1 0,-1 0,-1 0,-1 1,-1-1,-2 1,0 0,-6-15,7 24,-1 1,0 0,-1 1,0-1,-1 1,0 1,0 0,-1 0,-1 0,0 1,0 0,-1 1,-10-6,14 12,14 7,18 5,1-1,0-2,0-1,0 0,1-2,7-1,-8 1,274 36,-298-39,2-1,1 0,-1 0,0 0,1 1,-1 0,1 0,-1 0,0 1,0-1,0 1,0 0,0 0,0 0,0 1,-1-1,1 1,-1 0,0 0,1 0,-2 1,1-1,0 1,-1-1,1 1,-1 0,0 0,0 0,0 2,-20 85,14-81,1-1,0 1,0-1,1 1,1 0,0 0,0-1,1 9,0-15,1 0,-1 0,1 0,0 0,0-1,0 1,1 0,-1-1,1 1,-1-1,1 1,0-1,0 0,0 0,0 0,0 0,1 0,-1 0,0-1,1 1,-1-1,1 1,0-1,0 0,-1 0,1 0,0-1,0 1,1 0,87-4,-84 1,1 0,-1 0,0-1,0 0,0 0,-1-1,1 0,-1 0,0 0,0-1,0 0,-1 0,0-1,0 1,0-1,0 0,-1 0,0-1,-1 0,1 1,-1-1,0 0,-1 0,0-1,0 1,0 0,-1-1,0 1,-1-1,0 1,0-1,0 1,-1-1,0 1,-1-1,1 1,-1 0,-1-2,0 5,1 0,-1 0,1 0,-1 0,0 0,-1 1,1-1,-1 1,1 0,-1 0,0 0,0 1,0-1,-1 1,1 0,-1 0,1 1,-1-1,1 1,-1 0,0 0,-3 0,-5 0,0 0,0 0,0 2,0-1,0 2,0 0,-10 2,-47 30,69-33,-1 0,1 0,0 0,-1 0,1 0,0 0,0 1,0-1,0 0,0 1,0-1,1 1,-1-1,0 0,1 1,-1 0,1-1,-1 1,1-1,0 1,-1 0,1-1,0 1,0 0,1-1,-1 1,0-1,0 1,1 0,-1-1,1 1,-1-1,1 1,0-1,0 1,-1-1,1 1,0-1,0 0,0 0,1 1,-1-1,0 0,2 1,28 19,6-3</inkml:trace>
  <inkml:trace contextRef="#ctx0" brushRef="#br0" timeOffset="2308.274">2555 656,'-6'-14,"0"0,-1 1,0 0,-1 0,-1 0,0 1,0 1,-1 0,-1 0,0 0,0 2,-1-1,0 1,-1 1,1 0,-2 1,1 1,-1 0,0 0,0 2,-1 0,-11-2,22 5,0 0,-1 0,1 1,-1 0,0 0,1 0,-1 0,1 1,-1-1,1 1,0 0,-1 1,1-1,0 1,0 0,-1 0,1 0,1 0,-1 1,0 0,1-1,-1 2,1-1,0 0,0 0,0 1,0 0,1-1,0 1,-1 0,1 0,1 1,-1-1,1 0,-1 1,1-1,0 0,0 5,2-3,-1 0,1 0,0 0,0 0,1 0,0 0,0 0,0-1,1 1,0-1,0 0,0 0,1 0,-1 0,1 0,0-1,1 1,-1-1,1 0,0-1,9 8,0-2,0 1,1-2,0 0,1-1,9 3,-10-4,1 0,0 0,-1-2,2 0,-1-1,0 0,1-2,0 0,-1 0,1-2,-1 0,1-1,-1 0,12-4,-26 4,1 1,0 0,0-1,-1 0,1 1,-1-1,0 0,1-1,-1 1,0 0,0 0,0-1,0 0,-1 1,1-1,-1 0,0 1,0-1,1 0,-2 0,1 0,0 0,-1 0,1 0,-1 0,0-1,0 1,0 0,0 0,-1 0,0-1,1 4,0 0,0 0,0 1,0-1,0 0,0 0,-1 0,1 1,0-1,0 0,0 0,0 0,-1 0,1 1,0-1,0 0,0 0,-1 0,1 0,0 0,0 0,0 0,-1 0,1 0,0 0,0 1,-1-1,1 0,0 0,0 0,-1 0,1-1,0 1,0 0,0 0,-1 0,1 0,0 0,0 0,-1 0,1 0,0 0,0 0,0-1,0 1,-1 0,1 0,0 0,0 0,0-1,0 1,-1 0,1 0,0 0,0-1,0 1,0 0,0 0,0-1,0 1,0 0,-7 20,7-16,-1-1,1 0,0 0,1 1,-1-1,1 0,-1 0,1 0,0 1,0-1,0 0,1 0,-1 0,1-1,-1 1,1 0,0 0,0-1,1 0,-1 1,0-1,1 0,-1 0,1 0,0 0,-1 0,1-1,0 1,0-1,0 0,0 0,1 0,-1 0,0-1,3 2,0-1,0 0,0 0,0-1,0 1,0-1,0-1,0 1,0-1,0 0,0 0,-1-1,1 0,0 0,-1 0,1-1,-1 1,3-3,1-4,-1-1,0 0,0 0,-1 0,0-1,-1 0,-1-1,0 1,0-1,-1 0,0 0,-1 0,-1-1,0 1,0-1,-1 1,-1-3,22-94,-22 107,1 1,-1-1,0 0,1 0,-1 1,1-1,-1 0,1 1,0-1,0 1,0-1,0 1,0-1,0 1,0 0,0-1,1 1,-1 0,0 0,1 0,-1 0,1 0,-1 0,1 0,-1 0,1 1,0-1,-1 1,1-1,0 1,0 0,-1 0,1-1,0 1,0 0,-1 1,1-1,0 0,0 0,-1 1,1-1,0 1,-1 0,1-1,0 1,-1 0,8 8,-1 0,-1 1,1 0,-2 1,1 0,-2 0,1 0,-1 0,-1 1,0 0,-1 0,0 0,-1 0,0 1,-1-1,0 0,-2 12,4-1,-3-21,-1 5,1 0,0 0,0 0,1 0,-1-1,1 1,1 0,0 0,0 0,0-1,0 1,1-1,0 0,1 0,0 0,0 0,0 0,0-1,1 0,0 0,0 0,0 0,0-1,1 0,0 0,0 0,4 1,-1-3,-1-1,1 1,-1-2,1 1,-1-1,1-1,0 1,-1-1,1-1,-1 0,0 0,1 0,-1-1,0-1,-1 1,1-1,3-3,3-1,0-1,0-1,-1 0,0-1,-1 0,-1-1,1-1,5-8,-10 11,0 0,-1 0,0 0,0-1,-1 0,0 0,-1-1,-1 1,1-1,-2 0,0 0,0-5,-1 15,-1 1,0-1,0 1,0-1,0 1,0-1,-1 0,1 1,0-1,-1 1,1-1,-1 1,1-1,-1 1,0 0,0-1,1 1,-1 0,0-1,0 1,0 0,-1 0,1 0,0 0,0 0,-1 0,1 0,0 1,-1-1,1 0,-1 1,1-1,-1 1,1-1,-1 1,1 0,-1 0,0-1,-2 2,0-1,0 0,0 1,0 0,1 0,-1 0,0 1,1-1,-1 1,1 0,-1 0,1 0,0 0,0 0,-1 1,-2 3,1-1,-1 1,1 1,0-1,1 1,-1 0,1 0,1 0,-1 0,1 1,1-1,-1 1,1 0,0 0,1 0,0 0,0 0,1 0,0 0,1 0,-1 1,2-1,-1 0,1-1,0 1,0 0,1 0,0-1,1 0,0 1,0-1,0-1,1 1,0-1,2 3,10 4,1-1,0-1,1 0,0-1,0-1,1-1,0-1,1-1,0 0,0-2,0 0,0-1,0-2,2 0,41 5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0:55.50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4 308,'-4'0,"5"0,9 0,12 0,14 0,12 0,9 0,6 0,2 2,-1 4,-3 2,-4 0,-6-1,-6-2,-12-2</inkml:trace>
  <inkml:trace contextRef="#ctx0" brushRef="#br0" timeOffset="404.442">459 1,'35'31,"-32"-30,154 59,-133-54,-1 1,1 1,-2 0,1 2,-1 1,-1 1,0 0,0 2,-1 0,-1 1,15 16,-31-26,1-1,-1 1,1 0,-1 0,-1 1,1-1,-1 1,0-1,0 1,-1 0,1-1,-1 1,-1 0,1 0,-1 0,0 0,0 0,-1 0,0 0,0-1,0 1,-1 0,1 0,-1-1,-1 1,1-1,-1 0,0 0,0 0,-1 0,-3 4,-6 8,-2-1,1-1,-2 0,0-1,-1-1,0 0,-1-1,0-1,-13 5,-35 15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9:12.18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0 268,'10'9,"13"3,15-1,17-1,17-6,12-3,6-1,-4 0,-12 9,-18 1</inkml:trace>
  <inkml:trace contextRef="#ctx0" brushRef="#br0" timeOffset="104875.598">442 1,'-1'0,"1"0,-1 0,1 0,-1 1,0-1,1 0,-1 0,1 1,-1-1,0 0,1 1,-1-1,1 1,0-1,-1 1,1-1,-1 1,1-1,0 1,-1-1,1 1,0-1,-1 1,1 0,0-1,0 1,0 0,-1-1,1 1,0-1,0 1,0 0,0-1,0 1,0 0,1-1,-1 1,0 0,0-1,0 1,1-1,-1 1,0 0,0-1,1 1,-1-1,1 1,-1-1,0 1,1-1,-1 1,1-1,30 23,7-3,-10-6,-1 1,-1 1,-1 2,0 0,14 15,-27-20,1 1,-2 1,0 0,0 0,-2 1,0 0,0 1,-2 0,3 7,-7-15,0 0,-1 0,0 0,0 1,-1-1,0 0,-1 1,0-1,0 1,-1-1,-1 0,1 1,-1-1,-1 0,0 0,0 0,0-1,-1 1,-3 3,-10 9,0 0,-2-1,0-1,-1 0,-1-2,-1-1,0 0,-1-2,-20 9,-33 18,4-7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0:59.46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0 651,'10'-2,"0"0,-1 0,1-1,-1 0,0-1,0 0,0 0,-1-1,1 0,-1 0,0-1,-1-1,1 1,-1-1,1-1,20-20,0-1,-2-1,-2-1,0-1,-2-1,-2-1,-1-1,12-32,-25 56,-1-1,0 1,-1-1,0 0,-1-1,0 1,-1 0,0-1,-1 1,0-1,-1 0,-1 1,0-1,-1 1,0-1,-1 1,-1-4,3 13,0 1,-1 0,1 0,0 0,-1 0,1 0,-1 0,1 1,-1-1,0 0,0 1,0-1,0 1,0 0,0-1,0 1,0 0,-1 1,1-1,0 0,-1 1,1-1,-1 1,1-1,0 1,-1 0,1 0,-1 0,1 1,-1-1,1 1,0-1,-3 1,-2 2,0 0,0 0,1 1,-1 0,1 0,0 0,0 1,0 0,0 0,-3 5,-10 15,0 1,2 2,1-1,1 2,2 0,1 1,1 0,1 1,2 0,1 0,1 1,2-1,0 15,2-14,1-1,1 1,2 0,1-1,2 0,4 17,-6-37,0 1,1-1,0 1,0-1,1-1,1 1,0-1,0 1,1-2,1 1,-1-1,1 0,1-1,0 0,0 0,0-1,1 0,7 4,-6-6,0-1,0 0,0-1,1 0,0 0,-1-2,1 1,0-1,0-1,0 0,-1-1,1 0,0-1,0 0,-1-1,1 0,-1-1,1 0,10-5,-1-1,0-1,0 0,-2-2,1 0,-1-2,-1 0,10-12,-21 22,-1 0,-1-1,1 0,-1-1,0 1,-1-1,1 0,-1 0,-1 0,1-1,-1 1,0-1,-1 0,1-3,-3 10,-1-1,1 0,0 1,-1-1,1 0,-1 1,1-1,-1 1,0-1,1 1,-1-1,0 1,0-1,0 1,0 0,0-1,-1 1,1 0,0 0,-1 0,1 0,0 0,-1 0,1 1,-1-1,1 0,-1 1,0-1,1 1,-1-1,0 1,-1 0,-56-4,49 6,1 0,0 0,0 1,0 0,0 1,1 0,-1 0,1 1,0 0,0 0,1 1,-1 0,1 0,0 1,1 0,0 0,0 0,1 1,-1 0,2 0,-1 1,1-1,0 1,1 0,0 0,1 0,0 0,0 1,1-1,0 4,0-10,1 0,1 1,-1-1,0 0,1 1,0-1,0 0,0 0,0 0,0 1,0-1,1 0,0-1,-1 1,1 0,0 0,1-1,-1 1,0-1,1 0,-1 0,1 0,0 0,0 0,0 0,0-1,0 1,0-1,0 0,0 0,0 0,1 0,-1-1,0 1,1-1,-1 0,0 0,1 0,-1 0,0-1,1 1,1-2,5 0,0-1,-1 0,1-1,-1 0,0 0,0-1,0 0,-1 0,0-1,0-1,0 1,-1-1,0 0,0-1,-1 0,0 0,0 0,-1-1,0 0,0 0,-1 0,-1 0,1-1,-1 1,-1-1,2-10,-7-12,-4 53,9-15,1 1,0 0,0-1,1 0,-1 0,1 0,1 0,-1-1,1 0,0 0,0 0,1 0,-1-1,1 0,0 0,0 0,0-1,1 0,-1 0,1-1,0 1,-1-2,1 1,0-1,0 0,0 0,4-1,32 6,1-2,-1-3,1-1,39-5,3-3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1:04.26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136 587,'-5'-6,"1"-1,0 1,0-1,0 0,1 0,0 0,0 0,1-1,0 1,0-1,1 0,0 1,0-1,1 0,0 1,0-1,1 0,0 0,1-1,-2-10,2-30,0-13,-2-1,-3 1,-2 0,-4-2,-4 22,13 41,0 0,-1 0,1 1,0-1,0 0,-1 0,1 1,-1-1,1 0,-1 1,1-1,-1 1,1-1,-1 0,1 1,-1-1,1 1,-1 0,0-1,1 1,-1-1,0 1,0 0,1 0,-1-1,0 1,0 0,1 0,-1 0,0 0,0 0,0 0,1 0,-1 0,0 0,0 0,1 0,-1 0,0 1,0-1,1 0,-1 1,0-1,1 0,-1 1,0-1,1 1,-1-1,1 1,-1 0,-4 4,0 1,1 0,0 0,0 0,1 0,-1 1,2 0,-1-1,1 1,-1 0,2 0,-1 0,1 1,0-1,2-4,0 1,-1-1,1 0,1 1,-1-1,0 0,1 0,-1 0,1 0,0 0,0 0,0-1,1 1,-1-1,1 1,-1-1,1 0,0 0,0 0,-1 0,2-1,-1 1,0-1,0 0,0 0,1 0,-1 0,0 0,1-1,-1 1,0-1,1 0,-1 0,1 0,-1-1,3 0,40 0,0-2,0-1,0-3,-1-2,0-2,13-6,-22 7,128-28,-162 37,0 1,0 0,0 0,1 0,-1 0,0 0,0 0,0 0,0 0,0 1,1-1,-1 1,0 0,0 0,0 0,0 0,0 0,-1 0,1 0,0 0,0 1,-1-1,1 1,-1-1,1 1,-1 0,0 0,0-1,0 1,0 0,0 0,0 0,0 0,0 0,-1 0,1 0,-1 1,0 1,6 134,-7-101,1-34,-5 323,17 62,-6-311,2 26,-4 0,-5 31,-1-111,0-1,-1 0,-2 1,0-2,-1 1,-7 14,10-28,0-1,0 0,-1 0,0-1,-1 1,1-1,-1 0,0 0,-1 0,1-1,-1 0,0 0,-1 0,1-1,-1 0,0 0,0-1,0 0,0 0,-7 2,6-4,0 0,0 0,0-1,-1 0,1 0,0-1,0 0,0 0,1-1,-1 0,0-1,1 0,-1 0,1 0,0-1,0 0,0 0,0-1,-4-4,-7-6,0-1,2-1,0 0,1-1,1-1,-3-5,-2-5,1-1,2-1,1 0,1-1,2 0,1-1,1 0,2-1,2 0,1 0,0-32,5 50,1 0,1-1,1 1,0 0,1 0,1 1,0-1,1 1,1 0,0 1,1-1,1 2,0-1,1 1,0 0,1 1,1 0,-1 1,2 0,11-7,17-12,2 2,1 2,1 2,1 2,1 2,44-13,-29 14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1:07.29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1 866,'6'4,"0"0,0-1,0 0,1 0,-1 0,1-1,-1 0,1 0,0-1,0 0,0 0,0 0,0-1,0 0,0-1,0 0,0 0,0 0,4-2,18-1,0-1,-1-1,0-1,0-2,-1-1,0-1,-1-2,0 0,-1-1,-1-2,0-1,-1 0,-1-2,0-1,13-16,-29 30,-1 1,0-2,0 1,-1 0,0-1,0 0,0 0,-1 0,0 0,0-1,-1 1,0-1,0 0,-1 0,0 1,0-1,-1 0,0 0,-1 0,1 0,-1 0,-1 0,0 6,1 0,-1-1,0 1,0 0,0 0,0 1,-1-1,1 0,0 1,-1-1,1 1,-1 0,1 0,-1 0,0 0,0 0,1 1,-1-1,0 1,0 0,0-1,1 1,-1 1,0-1,0 0,0 1,0-1,1 1,-1 0,0 0,1 0,-1 0,1 1,-1-1,1 1,0-1,-1 1,1 0,0 0,0 0,0 0,-9 13,1 0,0 0,2 0,0 1,0 1,2-1,0 1,1 1,0-1,1 0,2 1,0 0,0 0,2 11,-5 100,6 0,6 1,7 18,-1 3,3 103,-15-202</inkml:trace>
  <inkml:trace contextRef="#ctx0" brushRef="#br0" timeOffset="728.695">148 1107,'25'-14,"0"2,0 0,1 2,1 1,-1 1,1 1,6 1,-32 6,65-16,0 4,2 2,-1 3,41 3,7 20,-111-15,-1 0,1 0,0 0,-1 1,0 0,1 0,-1 0,0 0,0 0,0 0,0 1,0 0,0-1,-1 1,0 0,1 0,-1 1,0-1,0 0,-1 1,1-1,-1 1,0-1,0 1,0 0,0 0,0-1,-1 2,-25 111,25-115,0 1,0-1,0 0,0 1,0-1,0 0,0 1,1-1,-1 0,1 1,-1-1,1 0,-1 0,1 1,0-1,-1 0,1 0,0 0,0 0,0 0,0 0,0 0,0 0,0 0,0-1,0 1,1 0,-1-1,0 1,0-1,1 1,-1-1,0 1,1-1,-1 0,0 0,1 0,-1 0,0 0,1 0,-1 0,1 0,-1-1,0 1,0 0,1-1,-1 1,0-1,1 1,-1-1,0 0,0 1,0-1,0 0,0 0,0 0,1-1,13-7,-1-1,0 0,0-1,-1-1,-1 0,0-1,0 0,-2-1,1 0,-2-1,0 0,-1 0,0-1,2-9,-24 96,12-69,1 1,0-1,0 0,0 1,1 0,-1-1,0 1,1-1,0 1,-1 0,1-1,0 1,1 0,-1-1,0 1,1 0,-1-1,1 1,0-1,0 1,0-1,0 1,0-1,1 0,-1 1,1-1,-1 0,1 0,0 0,0 0,0-1,0 1,0 0,0-1,1 1,-1-1,0 0,1 0,-1 0,1 0,2 0,10-1,0-2,-1 0,1-1,0 0,-1-2,0 1,0-2,0 0,0 0,-1-1,0-1,2-2,85-64,-99 73,-1 1,1-1,-1 1,1-1,-1 1,0 0,1-1,-1 1,1 0,0-1,-1 1,1 0,-1 0,1-1,-1 1,1 0,0 0,-1 0,1 0,-1 0,1 0,0 0,-1 0,1 0,0 0,-1 0,1 0,-1 1,1-1,-1 0,1 0,0 1,-1-1,1 0,-1 1,1-1,-1 0,0 1,1-1,-1 1,1-1,-1 1,0-1,1 1,-1-1,0 1,1-1,-1 1,0-1,0 1,0 0,1-1,-1 1,0-1,0 1,0 0,0-1,0 1,0-1,0 1,0 0,-1-1,1 1,0-1,0 1,0 0,-1-1,1 1,0-1,0 2,1 5,0-1,0 1,0-1,1 1,0-1,0 0,1 0,0 0,0 0,0 0,1 0,0-1,0 0,0 0,1 0,0 0,0-1,0 0,0 0,0 0,1 0,0-1,0 0,6 2,5-1,1 0,0-1,0-2,0 1,0-2,0 0,0-2,0 0,0 0,0-2,-1 0,0-1,1-1,-2-1,16-8,-7 1,-7 1</inkml:trace>
  <inkml:trace contextRef="#ctx0" brushRef="#br0" timeOffset="1280.483">2073 920,'-8'0,"-19"-1,0 2,1 0,-1 2,0 1,-2 2,22-4,-1 0,1 1,0 0,0 0,0 0,0 1,1 0,0 1,0-1,0 1,0 0,0 1,1-1,0 1,1 0,-1 0,1 1,0-1,0 1,1 1,0-4,1 0,1 0,-1 0,1 0,-1 0,1 1,0-1,1 0,-1 1,1-1,0 0,0 1,0-1,1 1,-1-1,1 0,0 0,0 1,1-1,-1 0,1 0,0 0,0 0,0 0,1-1,-1 1,1-1,0 0,0 1,0-1,1 0,10 4,0-1,1 0,0-1,0-1,0 0,0-1,1-1,-1 0,1-1,-1-1,1 0,0-1,-1-1,12-2,-1 1,0-1,-1-1,0-1,0-1,-1-1,1-2,-2 0,0-1,0-2,-1 0,0-1,-1-2,-1 0,-1-1,0 0,-1-2,-1 0,6-11,2-16,-2-1,-2-1,-2-1,-2-1,-2 0,-3-1,-2-1,1-27,-9 69,12-71,-3-2,-3 1,-5-4,-7 52,4 33,-1 0,1 1,-1-1,1 1,-1-1,1 1,-1-1,1 1,-1-1,0 1,1 0,-1-1,0 1,1 0,-1 0,0-1,0 1,1 0,-1 0,0 0,0 0,1 0,-1 0,0 0,0 0,1 0,-1 0,0 1,1-1,-1 0,0 0,1 1,-1-1,0 0,1 1,-1-1,0 1,1-1,-1 1,1-1,-1 1,1-1,-1 1,1-1,0 1,-1 0,1-1,-1 1,1 0,0-1,0 1,0 0,-1 0,1-1,0 1,0 0,-13 21,0 0,1 2,2-1,0 1,2 1,0-1,2 1,-2 19,1 1,3 1,2 0,1 0,3-1,2 1,1 0,3-1,1 0,3-1,1 0,3-1,6 12,-15-38,11 32,2-2,1-1,3 0,10 10,-22-40</inkml:trace>
  <inkml:trace contextRef="#ctx0" brushRef="#br0" timeOffset="1528.381">2181 666,'22'9,"29"3,30 2,26-1,18-4,6 0,-20-3</inkml:trace>
  <inkml:trace contextRef="#ctx0" brushRef="#br0" timeOffset="1684.964">3156 853,'-9'16,"-6"10,1 5,-1 1,4 1,2-4,3-4,6-7,6-5,5-6,5-7,2-9,-2-3</inkml:trace>
  <inkml:trace contextRef="#ctx0" brushRef="#br0" timeOffset="1871.466">2996 452,'-16'-4,"-10"-2,-2 0,2 6,9 7,14 7,17 6,17 6,3-1</inkml:trace>
  <inkml:trace contextRef="#ctx0" brushRef="#br0" timeOffset="3277.794">3383 853,'-43'88,"42"-85,0 0,1 0,-1 0,1 0,0 0,0 0,0 0,1 0,-1 0,1 0,-1 0,1 0,0-1,0 1,0 0,1 0,-1-1,1 1,-1-1,1 1,0-1,0 1,0-1,0 0,0 0,1 0,-1-1,0 1,1 0,2 0,0 1,0 0,0 0,1-1,-1 0,1 0,0 0,-1-1,1 0,0 0,0-1,0 1,0-1,0 0,0-1,0 1,-1-1,1-1,0 1,0-1,-1 0,1 0,-1 0,1-1,-1 0,0 0,0 0,-1-1,1 0,-1 0,1 0,-1 0,0-1,-1 1,1-1,-1 0,0 0,0 0,-1-1,1 1,-1-1,0 1,-1-1,1-1,-2 2,-1 0,1-1,-1 1,0 0,0-1,-1 1,0 0,0 0,0 0,0 0,-1 1,0-1,0 1,0-1,0 1,-1 0,0 0,1 0,-2 1,1 0,0-1,-1 1,1 1,-1-1,-9-5,0 1,0 0,-1 1,0 0,0 1,0 1,-9-1,0 3,16 5,19 2,24 4,0-2,1-2,0-1,0-2,9-1,5 1,-4 0,-17-2,0 2,0 0,0 2,25 7,-51-10,-1 0,0-1,1 1,-1 0,0 0,0 0,0 0,0 1,0-1,0 1,0-1,0 1,0-1,-1 1,1 0,-1 0,1 0,-1 0,0 0,0 0,0 0,0 1,0-1,0 0,-1 0,1 1,-1 2,-9 64,1-34,8-33,1-1,-1 1,0-1,1 0,-1 1,1-1,0 1,-1-1,1 0,0 1,0-1,0 0,0 0,0 0,0 0,0 0,0 0,0 0,0 0,1 0,-1 0,0-1,1 1,-1-1,1 1,-1-1,0 1,1-1,-1 0,1 1,-1-1,1 0,-1 0,1 0,-1 0,1-1,-1 1,1 0,-1-1,1 1,-1-1,1 1,-1-1,0 0,1 1,-1-1,0 0,0 0,1 0,-1 0,13-8,0 0,-1-1,0 0,-1-1,0 0,-1-1,0 0,-1-1,0 0,-1-1,0 0,-1 0,-1-1,0 0,-1 0,-1 0,1-6,25 88,-18-56,0 0,0 0,0-1,2-1,-1-1,1 0,0 0,1-2,-1 0,1-1,1 0,-1-1,0-1,1-1,10 0,-2 3,0-2,0-1,1-1,-1-1,0-1,0-1,1-2,19-4,-41 7,0 0,0-1,0 1,-1-1,1 1,0-1,0 0,-1-1,1 1,-1-1,0 1,0-1,0 0,0 0,0 0,-1-1,0 1,1-1,-1 1,0-1,-1 0,1 0,0 1,-1-1,0 0,0-1,-1 1,1 0,-1 0,1 0,-1 0,-1 0,1-1,-1 1,1 0,-1 0,0 0,-1 0,1 0,-1-1,-1-1,-1 1,1 0,-1 0,0 1,0-1,0 1,0 0,-1 0,0 0,0 0,0 1,0 0,-1 0,1 1,-1-1,1 1,-1 0,0 1,0-1,0 1,0 0,0 1,0 0,0 0,0 0,0 0,0 1,0 0,0 0,0 1,0 0,0 0,1 0,-1 1,1-1,-1 1,1 1,0-1,0 1,1 0,-1 0,1 0,0 1,0-1,0 1,0 0,1 0,0 0,0 1,1-1,-1 2,1-4,1 0,-1 1,1-1,0 0,0 1,1-1,-1 1,1 0,-1-1,1 1,0-1,0 1,1 0,-1-1,1 1,0-1,0 1,0-1,0 1,0-1,1 0,0 0,0 0,0 0,0 0,0 0,0 0,1 0,-1-1,1 1,0-1,0 0,0 0,0 0,0 0,0-1,0 1,1-1,-1 0,0 0,4 1,8 1,1-1,0 0,-1-1,1-1,0-1,0 0,-1-1,1 0,-1-1,1-1,-1-1,0 0,6-4,4 1,-24 7,-1 1,1-1,0 0,0 1,0-1,0 0,0 1,0-1,0 1,0 0,0-1,0 1,0 0,1 0,-1-1,0 1,0 0,0 0,0 0,0 0,0 1,0-1,1 0,-1 0,0 1,0-1,0 0,0 1,0-1,0 1,0 0,0-1,0 1,0 0,-1-1,1 1,0 0,0 0,-1 0,1 0,0 0,-1 0,1 0,-1 0,1 0,-1 0,0 0,1 0,-1 0,0 0,0 0,0 0,0 1,0-1,0 0,0 6,-1-5,1 1,-1-1,1 0,-1 0,1 1,0-1,0 0,0 0,0 1,1-1,-1 0,1 0,-1 1,1-1,0 0,-1 0,1 0,0 0,1 0,-1 0,0 0,1 0,-1 0,1-1,-1 1,1-1,0 1,-1-1,1 1,0-1,0 0,0 0,0 0,0 0,1 0,7-1,1 0,-1-1,1 0,-1-1,1 0,-1-1,0 0,0 0,0-1,-1 0,1-1,-1 0,0-1,0 0,-1 0,0 0,3-4,6-5,0-1,-1-1,-1 0,-1-1,0 0,-1-1,-1-1,-1 0,-1 0,7-20,2-15,-2 0,-2-1,5-42,-9 34,-2 1,-4-1,-1-62,-4 116,0 1,-1-1,0 1,0 0,-1 0,0-1,-1 1,0 0,0 1,-1-1,0 1,-3-6,5 12,1 1,-1-1,1 1,-1-1,0 1,1 0,-1 0,0-1,0 1,0 1,0-1,0 0,0 0,0 1,0-1,0 1,0 0,0 0,0-1,0 1,0 1,-1-1,1 0,0 0,0 1,0-1,0 1,0 0,0-1,0 1,0 0,0 0,1 1,-2-1,-56 51,38-26,2 0,0 1,2 1,2 1,0 0,2 1,1 0,1 1,2 0,1 1,2 0,1 0,-1 24,5-40,0 0,1 1,1-1,0 0,1 0,1-1,0 1,2 0,-1-1,2 0,0 0,1 0,0-1,1 0,1-1,0 1,1-2,0 1,1-2,1 1,-1-1,2-1,0 0,0-1,0 0,1-1,0-1,1 0,0-1,3 1,-7-4,1-1,-1 1,1-2,0 0,0 0,0-1,-1-1,1 0,0 0,0-1,-1-1,1 0,-1 0,0-1,0 0,0-1,-1-1,1 0,-1 0,-1-1,1 0,0-1,23-21,-47 58,12-26,0 0,0 0,0 1,0-1,0 0,1 1,0 0,0-1,0 1,0 0,0-1,1 1,0 0,-1 0,2 0,-1-1,0 1,1 0,-1 0,1-1,0 1,0 0,1-1,-1 1,1-1,0 0,0 1,0-1,0 0,5 0,-1 0,1 0,0-1,0 0,0-1,0 1,0-1,0 0,0-1,0 0,0 0,0-1,1 0,-1 0,0 0,0-1,0 0,-1 0,1-1,0 0,-1 0,0-1,0 0,0 0,0 0,0 0,-1-1,-1 1,0-1,-1 1,1 0,-1-1,0 0,0 0,0 0,-1 0,0-1,0 1,0 0,-1-1,1 0,-1 1,-1-1,1 0,-1 1,0-1,0 0,-1 1,1-1,-1 0,-1 1,1-1,-1 1,0-1,0 1,-1 0,1 0,-1 0,0 0,0 0,-1 1,0-1,0 1,0 0,0 0,0 1,-1-1,0 1,1 0,-1 0,0 0,-1 1,1 0,-5-2,-1 2,1-1,0 2,-1-1,0 1,1 1,-1 0,0 0,1 1,-1 1,1-1,-1 2,1-1,0 2,0-1,0 1,0 1,1 0,-1 0,1 1,1 0,-1 0,1 1,0 1,1-1,-2 3,7-8,1 1,-1 0,1 0,-1 0,1 0,0 0,0 0,0 0,1 0,-1 0,1 1,0-1,0 0,0 0,0 1,0-1,1 0,-1 0,1 0,0 0,0 0,0 0,1 0,-1 0,1 0,-1 0,1 0,0-1,0 1,0-1,0 0,1 1,-1-1,1 0,-1 0,1 0,0-1,0 1,0-1,0 1,30 14</inkml:trace>
  <inkml:trace contextRef="#ctx0" brushRef="#br0" timeOffset="3558.605">5789 398,'-9'-18,"-7"-8,-6-3,-6 5,-5 10,-1 13,2 12,8 15,7 10,9 10,12 5,6-6</inkml:trace>
  <inkml:trace contextRef="#ctx0" brushRef="#br0" timeOffset="3831.876">5857 947,'16'11,"12"5,8-2,7-2,5-4,6-3,3-2,-2-5,-5-3,-11-1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1:06.38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17 412,'20'-12,"-1"-1,0 0,-1-1,0-1,-1-1,-1 0,0-2,-1 1,-1-2,-1 0,-1 0,0-2,-2 1,0-1,-1-1,2-11,-10 30,1 0,-1 0,-1 0,1-1,0 1,-1 0,0 0,1-1,-1 1,-1 0,1 0,0-1,-1 1,0 0,1 0,-1 0,0-1,-1 1,1 0,-1 0,1 1,-1-1,0 0,0 1,0-1,0 1,-1-1,1 1,-1 0,1 0,-1 0,0 0,1 1,-1-1,0 1,0-1,0 1,-3 0,-4 2,1 0,-1 1,1 1,0 0,0 0,0 0,0 1,1 1,-1 0,1 0,0 0,0 1,1 0,0 0,0 1,0 0,1 1,0-1,1 1,-1 0,2 0,-1 1,1 0,-1 3,0-4,1 0,0 0,0 0,1 0,0 1,1-1,0 1,0 0,1 0,0 0,1-1,-1 1,2 0,-1 0,1 0,1 0,0-1,0 1,0 0,1-1,1 0,-1 0,1 0,1 0,-1 0,1-1,1 0,-1 0,1 0,4 3,8 0,-1 0,1-1,1-1,0-1,0-1,0 0,1-2,-1 0,1-1,0-1,0-1,0-1,0 0,4-2,56-2</inkml:trace>
  <inkml:trace contextRef="#ctx0" brushRef="#br0" timeOffset="264.762">939 103,'-18'-4,"0"-1,-1 2,0 1,0 0,1 1,-1 1,0 1,0 0,0 2,0 0,1 1,0 1,0 1,0 0,0 1,1 1,0 1,1 0,-13 11,25-18,-1 0,2 1,-1-1,0 1,0 0,1 0,0 0,-1 1,1-1,0 1,1 0,-1 0,1 0,0 0,0 0,0 0,0 1,1-1,-1 1,1-1,0 1,1-1,-1 1,1 0,0-1,0 1,1 0,-1-1,1 1,0 0,0-1,0 1,1-1,0 0,0 1,0-1,0 0,2 2,8 4,-1-1,2-1,-1 0,1 0,1-2,-1 1,1-2,0 0,1 0,-1-2,1 1,-1-2,8 1,34 4,-1-1,2-3,-1-2,27-5,8-4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1:05.48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95 255,'-16'-2,"-8"-4,6 0,11 1,22 1,23 1,27 1,19 4,15 1,5 0,0 2,-12 2,-17 0,-21-1</inkml:trace>
  <inkml:trace contextRef="#ctx0" brushRef="#br0" timeOffset="246.748">1 388,'20'9,"24"3,18 0,19-3,13-4,6-4,0-4,-8-4,-19-1</inkml:trace>
  <inkml:trace contextRef="#ctx0" brushRef="#br0" timeOffset="542.582">602 0,'3'3,"0"0,0 0,0-1,0 1,1-1,-1 0,1 0,-1 0,1 0,0-1,0 1,0-1,0 0,0 0,6 2,148 40,-112-33,0 2,-1 1,-1 3,-1 2,32 17,-70-32,1-1,-1 1,0 1,1-1,-1 1,-1 0,1 0,-1 0,1 1,-1 0,-1 0,1 0,-1 0,1 0,-1 1,-1-1,1 1,-1 0,0 0,-1 0,1 0,-1 0,0 0,-1 0,1 0,-1 1,-5 10,-1 0,-1 0,0-1,-1 0,-1 0,-1-1,0 0,-1 0,0-1,-1-1,-1 0,0 0,0-2,-13 9,13-8,-156 141,163-146,3-5,1 0,0 0,0 0,-1 0,1 0,1 0,-1 1,0-1,1 1,-1 0,1-1,0 1,-1 0,1 0,1 0,-1 2,5 6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1:04.54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42 20,'-9'-11,"-3"3,0 11,5 20,6 19,7 19,5 14,3 9,2 3,-2-2,-4-8,-1-11,-2-11,0-16,1-15,-1-10</inkml:trace>
  <inkml:trace contextRef="#ctx0" brushRef="#br0" timeOffset="303.188">469 114,'1'-15,"-21"23,-22 16,2 2,1 2,1 1,-31 32,63-56,1 1,0 1,0-1,0 1,1-1,0 1,0 0,1 1,0-1,0 1,1-1,0 1,0 0,1 0,0 0,0 0,1 0,0 0,0 0,1 0,0 0,0 0,1 0,0 0,0-1,4 7,3 6,2 0,0-1,1 0,1-1,1-1,0 0,2 0,-1-2,2 0,0-1,1-1,0 0,1-1,0-1,1-1,0-1,1-1,0 0,0-2,1 0,-1-2,9 1,12 0,0-2,0-2,1-1,12-4,6-3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1:00.36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12 337,'-5'23,"2"0,1 0,1 0,1 1,2 18,-1-12,20 464,-17-419,-4-74,1-1,0 1,-1-1,1 1,0-1,-1 1,1-1,0 0,0 1,-1-1,1 0,0 0,0 0,0 1,-1-1,1 0,0 0,0 0,0 0,-1 0,1 0,0-1,0 1,0 0,-1 0,1 0,0-1,0 1,-1 0,1-1,0 1,-1-1,1 1,0-1,-1 1,1-1,-1 1,1-1,-1 0,1 1,-1-1,1 0,-1 0,1 1,-1-1,0 0,0 0,1 1,-1-1,0 0,0 0,0 0,0 1,0-1,0 0,0-1,2 0,12-19,-10 11,1 1,1 0,0 0,0 0,0 1,1 0,1 0,-1 1,1 0,0 0,1 1,0 0,0 1,0 0,1 0,5-2,-12 7,-1 0,1-1,0 1,0 0,-1 1,1-1,0 0,0 1,0-1,-1 1,1 0,-1 0,1 0,0 0,-1 1,0-1,1 1,-1-1,0 1,0 0,0 0,0 0,0 0,0 0,0 0,-1 1,1-1,-1 1,0-1,0 1,0-1,0 1,0 0,2 4,0 1,-1 0,0 1,-1-1,0 0,0 0,-1 1,1-1,-2 0,0 7,0-11,-1 0,1 0,-1 1,1-1,-1 0,0-1,-1 1,1 0,-1-1,0 1,0-1,0 0,0 0,0 0,-1 0,1 0,-1-1,0 0,1 0,-1 0,-1 0,1 0,0-1,0 0,0 0,-1 0,1 0,-2-1,3 1,-1 0,1-1,0 0,-1 0,1 0,-1 0,1-1,-1 1,1-1,0 0,0 0,-1 0,1-1,0 1,0-1,0 1,0-1,0 0,1 0,-1 0,0-1,1 1,0-1,0 1,-1-1,1 0,1 0,-1 0,0 0,1 0,0 0,-1 0,1 0,0-1,1 1,-1-2,1 0,-1 1,1-1,1 0,-1 0,1 0,0 0,0 1,0-1,1 0,-1 1,1-1,0 1,1-1,-1 1,1 0,0 0,0 0,0 0,0 1,1-1,2-1,89-56,-77 53,1 1,0 0,0 1,0 2,0 0,1 1,0 0,0 2,-1 0,1 2,0 0,0 1,11 3,-23-1,0-1,0 2,0-1,0 1,-1 0,0 1,0-1,0 1,-1 1,0-1,0 1,-1 0,1 1,-2-1,1 1,-1 0,0 0,-1 1,0-1,0 1,-1-1,0 1,1 6,7 17,-9-30,-1-1,0 0,0 0,0 0,1 0,-1 0,0 0,0 0,1 0,-1 0,1 0,-1 0,1 0,-1 0,1 0,0 0,-1-1,1 1,0 0,0 0,-1-1,1 1,0 0,0-1,0 1,0-1,0 0,0 1,0-1,0 0,0 1,1-1,4-5</inkml:trace>
  <inkml:trace contextRef="#ctx0" brushRef="#br0" timeOffset="257.861">546 537,'5'16,"10"7,16 1,4-5</inkml:trace>
  <inkml:trace contextRef="#ctx0" brushRef="#br0" timeOffset="742.455">1107 711,'-12'0,"-5"-1,-1 1,0 1,0 0,1 1,-1 1,1 1,-12 4,27-7,1-1,-1 1,0-1,1 1,-1 0,1 0,-1 0,1 0,-1 0,1 0,-1 0,1 0,0 1,0-1,0 0,0 1,0-1,0 1,0-1,0 1,0 0,1-1,-1 1,1 0,-1 0,1-1,0 1,-1 0,1 0,0-1,0 1,0 0,1 0,-1 0,0-1,1 1,-1 0,1-1,0 1,-1 0,1-1,0 1,1 1,6 8,0 0,1-1,0 1,1-2,0 0,0 0,4 2,20 18,-24-22,-1 1,0 1,0 0,-1 0,0 0,-1 1,0 1,0-1,-1 1,0 0,-1 0,-1 1,0 0,0-1,1 12,-9 0,-9-33,10-5,0 0,2 0,0 0,0 0,1 0,1 0,1 0,0 0,2-6,-2 12,16-84,5 1,32-81,-22 74,-4-2,0-21,-26 105,1 0,-1 1,0 0,-2-1,0 1,0-1,-2 0,-1-12,1 28,1 1,0-1,0 0,0 1,-1-1,1 1,0-1,-1 1,1-1,0 1,-1 0,1-1,-1 1,1-1,-1 1,1 0,-1-1,1 1,-1 0,1 0,-1-1,1 1,-1 0,0 0,1 0,-1 0,1 0,-1 0,0 0,1 0,-1 0,1 0,-1 0,0 0,1 0,-1 0,1 0,-1 1,1-1,-1 0,1 0,-1 1,1-1,-1 0,1 1,-1-1,1 1,-1-1,1 0,0 1,-1-1,1 1,0-1,-1 1,1-1,0 1,0 0,-1-1,1 1,0-1,0 1,0-1,0 1,0 0,0-1,0 1,0-1,0 1,0 0,0 0,-6 18,0 1,1 1,1-1,1 1,0 0,2-1,1 1,0 4,-1 7,-3 41,4 0,2 0,4 0,2 0,4-1,21 67,-30-127,0 0,2 1,-1-1,1 0,1-1,0 1,1-1,0-1,1 1,0-1,1 0,0-1,0 0,1-1,0 0,0 0,1-1,0 0,1-1,3 1,-12-6,0 0,0 0,0-1,0 1,0-1,0 0,0 0,0 0,0-1,0 1,0-1,0 1,0-1,0 0,0 0,0 0,0-1,15-11</inkml:trace>
  <inkml:trace contextRef="#ctx0" brushRef="#br0" timeOffset="998.772">1175 444,'-16'-5,"-10"-1,-3 0,9 1,16 4,23 2,28 3,29 1,29 0,26 1,18 2,-16-1</inkml:trace>
  <inkml:trace contextRef="#ctx0" brushRef="#br0" timeOffset="1944.187">2204 818,'-179'-75,"175"73,0 0,-1 0,1 1,-1-1,0 1,1 1,-1-1,0 0,0 1,1 0,-1 0,0 1,0-1,1 1,-1 0,1 1,-1-1,0 1,1-1,0 1,0 1,-1-1,1 1,0-1,1 1,-1 0,1 0,-3 3,-6 8,0 1,1 0,1 0,1 1,0 0,1 1,0 0,2 0,0 1,-1 7,6-23,0 0,0 0,0 0,0 0,1 0,-1 0,1 1,-1-1,1 0,0 0,0 1,0-1,0 0,0 0,0 1,1-1,-1 0,1 0,-1 1,1-1,0 0,0 0,0 0,0 0,1 0,-1 0,0-1,1 1,-1 0,1-1,0 1,-1-1,1 1,0-1,0 0,0 0,0 0,0 0,0 0,0 0,0 0,1-1,-1 1,1-1,9-2,0 0,0-2,0 1,-1-1,1-1,-1 0,0-1,0 0,-1 0,0-1,0 0,-1-1,7-7,3-1,-1-1,0-1,-1 0,-1-2,-1 1,7-15,-9 13,-3 19,-9 23,0-14,-1 6,2-1,0 1,0 0,1-1,0 0,1 0,1 0,0 0,1-1,0 1,-3-7,0 0,1-1,-1 1,1-1,0 0,0 0,0 0,1 0,-1-1,1 0,0 0,0 0,0-1,0 1,1-1,-1 0,1-1,-1 1,1-1,-1 0,1-1,0 1,4-1,4-3,-1 0,1-1,-1-1,0 0,0 0,-1-1,1-1,-1 0,-1-1,1 0,-1-1,-1 0,0-1,0 0,-1 0,0-1,0 0,5-12,3-6,-1-2,-1 0,-2 0,-1-1,-2-1,-1 0,-1-1,-2 1,-1-1,-2-1,-1 1,-2 0,-4-32,3 56,2 0,-1 1,-1-1,0 0,0 1,-1-1,0 1,-1 0,0 0,-1 0,1 0,-4-4,7 12,-1 0,1 1,-1-1,1 1,0-1,-1 1,1-1,-1 1,0-1,1 1,-1-1,1 1,-1 0,0-1,1 1,-1 0,0 0,1-1,-1 1,0 0,1 0,-1 0,0 0,1 0,-1 0,0 0,0 0,1 0,-1 0,0 0,1 0,-1 1,0-1,1 0,-1 1,0-1,1 0,-1 1,1-1,-1 0,1 1,-1-1,1 1,-1-1,1 1,-1 0,1-1,-1 1,-17 33,7 7,1 1,3 0,1 0,0 40,5-63,-18 331,18-333,0-12,0 0,1 0,-1 0,1 0,0 0,1 0,-1 0,1 0,0-1,0 1,1 0,0 2,0-6,-1-1,0 0,1 0,-1 0,1 0,-1 0,0 0,1 0,-1 0,0-1,1 1,-1 0,0-1,0 1,1-1,-1 0,0 1,0-1,0 0,0 0,0 0,0 0,0 0,0 0,0 0,0 0,0 0,-1 0,1 0,0-1,2-2,3-1,5-8,1 1,0 0,1 1,1 0,0 1,0 0,1 1,0 1,1 0,0 1,13-3,-26 9,0 1,0-1,0 1,0 0,0 1,0-1,1 0,-1 1,0 0,0-1,0 1,0 1,-1-1,1 0,0 1,0-1,-1 1,1 0,-1 0,1 0,-1 0,0 0,0 0,0 1,0-1,0 1,-1 0,1-1,-1 1,1 1,22 93,-23-88,-1 0,1 0,-1 0,-1 0,0 0,0 0,-1 0,0 0,0 0,-1-1,0 1,0-1,-1 0,-1 0,1 0,-1 0,-2 1,6-8,0 0,0 0,0 0,0 0,0 0,0 0,0 0,0 0,-1 0,1-1,0 1,-1 0,1-1,-1 1,1-1,0 0,-1 1,1-1,-1 0,1 0,-1 0,1 0,-1 0,1 0,-1-1,1 1,-1 0,1-1,0 1,-1-1,1 1,0-1,-1 0,1 0,0 1,0-1,-1 0,1 0,0 0,0-1,-22-56,23 48,0 1,1 0,1 0,0 0,0 0,1 0,0 0,0 1,1-1,0 1,0 0,1 0,0 0,1 1,0 0,0 0,0 0,1 1,0 0,0 0,1 0,-1 1,1 1,0-1,1 1,-1 0,1 1,0 0,-1 1,1-1,0 2,1-1,-1 1,0 1,2 0,-7 0,1 0,-1 1,1-1,-1 1,1 0,-1 1,1-1,-1 1,0 0,0 0,0 0,0 0,0 1,-1 0,1 0,-1 0,1 0,-1 0,0 1,0-1,-1 1,1 0,-1 0,0 0,0 0,0 0,0 0,-1 1,0-1,0 1,0-1,0 1,-1-1,1 2,3 34,17 54,-20-92,1 1,-1-1,1 0,0 0,0 0,0 0,0-1,0 1,0 0,0-1,0 0,1 1,-1-1,1 0,-1 0,1 0,-1-1,1 1,-1 0,1-1,0 0,-1 0,1 0,0 0,-1 0,1 0,-1 0,1-1,0 0,-1 1,1-1,-1 0,1 0,-1 0,0-1,1 1,-1-1,1 0,19-13</inkml:trace>
  <inkml:trace contextRef="#ctx0" brushRef="#br0" timeOffset="2196.513">2980 444,'6'16,"12"9,12 6,1-3</inkml:trace>
  <inkml:trace contextRef="#ctx0" brushRef="#br0" timeOffset="2595.618">3540 698,'20'-23,"-1"0,-1 0,-1-2,-1 0,-2-1,0-1,-2 0,-1-1,-1 0,-1 0,-2-1,-1 0,-1-1,-1 1,-2-1,-1 0,-1 1,-3-14,3 34,-1 1,1 0,-2 0,1 0,-1 0,-1 0,1 0,-1 1,-1-1,1 1,-1 0,0 0,-1 0,0 0,0 1,0 0,-1 0,0 0,0 1,-1 0,1 0,-1 0,-4-1,7 6,-1 0,1 0,-1 1,1-1,-1 1,1 0,-1 0,1 1,-1-1,1 1,0 0,0 0,0 0,0 1,0 0,1-1,-1 1,1 1,0-1,0 0,0 1,0-1,0 1,1 0,0 0,0 0,0 0,0 1,0 0,-11 31,1 0,1 0,3 1,1 1,1-1,3 1,0 0,4 37,-1-74,-2 68,2 1,4-1,3 0,2-1,4 1,15 45,-21-94,1-1,0 0,1-1,1 0,1 0,0-1,1 0,6 5,-14-17,1-1,-1 1,1 0,0-1,0 0,0 0,1-1,-1 0,1 1,0-2,0 1,0-1,0 0,1 0,-1-1,0 1,1-1,-1-1,1 1,-1-1,1-1,-1 1,1-1,-1 0,1 0,-1-1,6-2,2-4,-1-1,1 0,-2-1,1 0,-2-1,1-1,-1 0,-1 0,0-1,-1 0,0-1,-1 0,-1 0,0-1,-1 0,-1 0,0-1,0-3,3 0,-7 20,0 0,0 0,0 0,0-1,0 1,0 0,0 0,0 0,-1 1,1-1,0 0,-1 0,1 0,-1 0,1 1,-1-1,1 0,-1 1,0-1,0 0,0 0,0 1,0-1,0 0,0 1,0-1,-1 2,1 5,0-1,0 1,0 0,1 0,0 0,1-1,0 1,0 0,0-1,1 0,0 0,1 1,0-2,0 1,0 0,1-1,0 0,0 0,0 0,1-1,0 0,0 0,0 0,1-1,-1 0,1 0,0 0,2 0,17 0</inkml:trace>
  <inkml:trace contextRef="#ctx0" brushRef="#br0" timeOffset="2850.943">4102 551,'-16'0,"-7"4,0 7,3 5,11 5,13 3,13 3,12-2,2-5</inkml:trace>
  <inkml:trace contextRef="#ctx0" brushRef="#br0" timeOffset="3031.452">4410 884,'2'14,"1"11,0 6,1 2,3-2,0-4,1-4,2-7,1-5,1-5,-2-3</inkml:trace>
  <inkml:trace contextRef="#ctx0" brushRef="#br0" timeOffset="3237.778">4489 444,'-11'-18,"-9"-9,-2-1,2 5,4 15,10 17,17 13,20 11,5-1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1:14.89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5582 1,'-24'102,"5"2,4 0,5 1,3 75,-12 880,-20-236,39-740,2-24</inkml:trace>
  <inkml:trace contextRef="#ctx0" brushRef="#br0" timeOffset="-2548.544">2934 655,'-13'3,"1"0,-1 1,1 0,0 1,0 0,1 1,0 0,0 1,0 0,0 1,1 0,1 1,0 0,0 0,-6 9,11-14,-33 34,3 1,1 2,2 2,2 0,2 2,1 1,3 1,2 1,2 1,2 1,-7 38,20-75,2 0,-1 1,2-1,0 1,0-1,1 1,2 9,-2-21,0 0,0 0,1 0,-1 0,1 0,-1 0,1 0,0 0,-1 0,1-1,0 1,0 0,1 0,-1-1,0 1,0-1,1 1,-1-1,1 0,-1 0,1 1,0-1,-1 0,1 0,0-1,0 1,0 0,0-1,-1 1,1-1,0 1,0-1,0 0,0 0,0 0,0 0,0 0,0 0,1-1,75-32,-35 1,-2-2,-2-1,-1-2,-2-2,-2-1,-1-2,-2-1,-2-2,-9 17,-2-1,0-1,-2 0,-2-1,0-1,-2 0,-2-1,-1 0,-1 0,-2-1,-1 0,-2-5,-2 34,0 0,0 0,-1-1,0 1,0 0,-1 0,1 0,-1 0,0 0,-1 0,1 1,-1-1,0 0,0 1,0-1,-1 1,0-1,1 1,-1 0,-1 0,1 1,-1-1,1 1,-1-1,0 1,0 0,-1 1,1-1,-1 1,1-1,-1 2,0-1,1 0,-5 0,-2 4,0 1,0 0,0 1,1 0,-1 1,1 0,0 0,0 1,1 0,0 1,0 0,0 1,1 0,0 0,1 1,0-1,0 2,1-1,0 1,0 0,-2 7,1-5,1 0,0 1,1 0,0 0,1 0,0 0,1 1,0 0,2 0,-1 0,2-1,0 1,0 0,1 0,1 0,2 8,93 252,-70-177,-4 0,-4 2,0 38,-16-111</inkml:trace>
  <inkml:trace contextRef="#ctx0" brushRef="#br0" timeOffset="-2277.224">3082 748,'22'-6,"20"-5,11-3,8-1,2 1,-1 2,-13 3</inkml:trace>
  <inkml:trace contextRef="#ctx0" brushRef="#br0" timeOffset="-2096.636">3469 441,'-12'18,"-5"16,-3 14,3 12,4 9,4 6,5 4,7 0,4-4,2-15</inkml:trace>
  <inkml:trace contextRef="#ctx0" brushRef="#br0" timeOffset="-1901.089">3897 976,'23'2,"18"1,17 0,7 0,-1-1,-6-1,-14-1</inkml:trace>
  <inkml:trace contextRef="#ctx0" brushRef="#br0" timeOffset="-1625.768">3830 1323,'14'0,"18"0,19 0,19-4,17-4,13-3,6-4,-16 0</inkml:trace>
  <inkml:trace contextRef="#ctx0" brushRef="#br0" timeOffset="-818.205">3402 655,'0'-2,"2"-1,3-2,6-1,5 2,7-2,6 1,2 1,4 1,2 1,-1 1,-1 1,-8 0</inkml:trace>
  <inkml:trace contextRef="#ctx0" brushRef="#br0" timeOffset="21153.053">487 3315,'-1'-2,"0"0,0-1,0 1,0-1,0 1,1-1,-1 1,1-1,0 1,-1-1,1 1,0-1,1 0,-1 1,0-1,1 1,-1-1,1 1,0-1,0-1,3-13,-1-11,0 1,-2 0,-1-1,-1 1,-1 0,-2-1,0 1,-2 1,-1-1,-1 1,-1 0,0 5,-1 1,0 0,-1 0,-1 1,-1 1,-12-14,19 25,0 1,-1-1,0 1,0 0,0 0,-1 1,0 0,0 0,0 1,0 0,-1 1,0 0,1 0,-1 1,0 0,0 0,-8 0,10 2,0 1,0-1,0 1,0 0,0 1,1 0,-1 0,0 1,1-1,-1 1,1 1,0-1,0 1,0 0,1 0,-1 1,1 0,0 0,0 0,1 1,0-1,0 1,-3 4,-2 7,0-1,1 2,1-1,1 1,0 0,1 1,1-1,0 8,-2 22,2 0,2 0,3 0,1 0,3 0,1-1,3 0,5 12,-12-49,0 1,1-1,0 1,1-1,0 0,1 0,0-1,1 0,0 1,0-2,1 1,0-1,0 0,1 0,0-1,0 0,1-1,0 0,0 0,1-1,-1 0,1 0,0-1,3 0,16-1,0-1,0-2,1-1,-1-1,0-1,0-2,0-1,-1-1,0-1,0-2,-1 0,16-10,166-74,-205 92,-4 1,1 1,-1-1,1 0,0 0,0 1,-1-1,1 1,0-1,0 1,0-1,-1 1,1 0,0-1,0 1,0 0,0-1,0 1,0 0,0 0,0 0,0 0,0 0,0 0,0 0,0 0,0 1,-1-1,1 0,0 1,0-1,0 0,0 1,0-1,0 1,-1-1,1 1,0 0,0-1,-1 1,1 0,-1-1,1 1,0 0,-1 0,1-1,-1 2,4 51,-5-46,1 0,0 0,0 0,1 0,0 0,0 0,1 0,0 0,0 0,0-1,3 4,-1-4,0-1,0 0,1 0,0-1,0 1,0-1,1 0,-1 0,1-1,0 0,0 0,0 0,0-1,1 0,-1 0,1 0,-1-1,1 0,0 0,-1-1,1 0,0 0,-1 0,1-1,0 0,-1-1,1 1,-1-1,0 0,1-1,-1 0,0 0,0 0,-1 0,5-4,-4 3,0 0,0-1,0 0,-1 0,1 0,-1-1,-1 0,1 0,-1 0,0 0,0-1,-1 0,0 0,0 0,0 0,-1 0,0 0,0-1,-1 1,0 0,-1-1,1 0,-2 1,1-1,-1 1,0-1,0 1,-1 0,0-1,0 1,-1 0,0 0,0 0,0 1,-1-1,-2-2,1 2,0 0,0 1,0 0,-1 0,0 0,0 0,0 1,-1 0,0 1,0-1,0 1,0 0,-1 1,0 0,1 0,-1 1,0 0,0 0,0 1,-1 0,1 0,0 1,0 0,-1 1,1 0,0 0,0 0,0 1,0 0,0 1,1 0,-6 3,9-5,1 0,-1 1,1 0,0 0,0 0,0 0,0 0,0 0,1 1,-1-1,1 1,-1 0,1 0,0 0,0 0,0 0,-1 3,4-5,0 0,0 1,0-1,0 0,1 1,-1-1,0 0,0 0,1 0,-1 0,1 0,-1 0,1 0,-1-1,1 1,-1-1,1 1,0-1,-1 1,1-1,0 0,-1 0,1 0,0 0,-1 0,1 0,0 0,-1-1,1 1,0 0,-1-1,2 0,170-42,-13 1,-158 41,0 0,1 0,-1 0,0 1,1-1,-1 1,0 0,1-1,-1 1,1 0,-1 1,0-1,1 0,-1 1,0-1,1 1,-1 0,0-1,0 1,1 0,-1 0,0 1,0-1,0 0,0 1,0-1,-1 1,1 0,0 0,-1-1,1 1,-1 0,0 0,0 0,1 1,-1-1,-1 0,1 0,0 1,6 327,-5-311,5-39,0-168,-4 178,0 0,1 0,0 0,0 1,1-1,0 1,1 0,0 1,1 0,0 0,0 0,0 1,1-1,0 2,1-1,-1 1,1 1,0 0,1 0,-1 1,1 0,0 0,0 1,0 0,0 1,2 0,-9 1,1 1,-1-1,0 1,1 0,-1-1,1 2,-1-1,0 0,1 1,-1-1,0 1,1 0,-1 0,0 0,0 0,0 1,0 0,0-1,0 1,0 0,0 0,-1 1,1-1,-1 0,1 1,-1 0,0-1,0 1,-1 0,1 0,0 0,-1 0,0 0,0 1,1 1,2 13,-1 0,-1 0,-1 0,0 0,-1 1,-1-1,-1 0,-2 10,-2 22,6-48,0 1,0 0,0 0,1-1,-1 1,1 0,-1-1,1 1,0-1,0 1,0-1,0 1,0-1,1 0,-1 1,1-1,0 0,-1 0,1 0,0 0,2 1,6 7,-6-4,-2 0</inkml:trace>
  <inkml:trace contextRef="#ctx0" brushRef="#br0" timeOffset="21806.578">1972 3315,'-12'4,"3"-2,-1 1,1 0,0 1,-1 0,2 0,-1 1,0 0,1 0,0 1,0 0,1 1,-3 3,8-6,1 1,0 0,0-1,1 1,0 0,-1 0,1 0,1 0,-1-1,1 1,0 0,0 0,0-1,1 1,0 0,-1-1,2 0,-1 1,0-1,1 0,0 0,0 0,0-1,0 1,1-1,-1 0,1 0,0 0,0 0,7 9,122 114,-128-122,-4-4,1 0,-1 1,0-1,1 1,-1-1,0 1,1 0,-1-1,0 1,0 0,1 0,-1 0,0 0,0 0,0 0,0 1,0-1,-1 0,1 0,0 1,-1-1,1 0,0 1,-1-1,0 1,1-1,-1 0,0 1,0-1,0 1,0-1,0 1,0-1,0 1,0-1,0 1,-1-1,1 1,-1-1,1 0,-1 1,0-1,-8 3,0-1,0 0,-1-1,1 0,-1-1,0 1,0-2,1 0,-10 0,2 0,-74-8,90 8,1 0,-1 0,1 0,-1 0,1 0,-1 0,1 0,-1 0,1 0,-1 0,1 0,-1-1,1 1,-1 0,1 0,-1-1,1 1,-1 0,1-1,0 1,-1 0,1-1,-1 1,1 0,0-1,-1 1,1-1,0 1,0-1,-1 1,1-1,0 1,0-1,0 1,0-1,0 1,0-1,0 1,-1-1,1 1,1-1,-1 1,0-1,0 1,0-1,0 1,0-1,0 1,1-1,-1 1,0-1,0 1,1-1,-1 1,0-1,1 1,-1 0,0-1,1 1,-1 0,1-1,-1 1,1-1,33-16,266-68,-270 75,0-2,0-2,-1 0,21-15,-49 29,1-1,-1 1,1-1,-1 0,1 0,-1 1,0-1,1 0,-1 0,0 0,0 0,1 0,-1-1,0 1,0 0,0-1,0 1,-1 0,1-1,0 1,-1-1,1 1,-1-1,1 1,-1-1,0 0,1 1,-1-1,0 1,0-1,0 0,0 1,-1-1,1 0,0 1,-1-1,1 1,-1-1,1 1,-1-1,0 1,0-1,0 1,0-1,-4-1,0 0,0 0,0 0,-1 1,1 0,-1 0,1 0,-1 1,0 0,0 0,0 0,1 1,-1 0,0 0,0 0,0 1,0 0,0 0,1 0,-1 1,0 0,1 0,0 0,-1 1,1 0,0 0,0 0,0 0,1 1,-1 0,0 1,3-3,-1 1,1-1,-1 1,1 0,0 0,0 0,0 0,1 0,-1 0,1 0,0 1,0-1,0 1,0-1,0 1,1-1,-1 1,1-1,0 1,0-1,1 1,-1-1,1 1,-1-1,1 1,0-1,1 1,-1-1,0 0,1 0,0 1,0-1,0-1,0 1,0 0,1 0,-1-1,1 1,-1-1,4 2,83 30,-39-24</inkml:trace>
  <inkml:trace contextRef="#ctx0" brushRef="#br0" timeOffset="22183.545">2841 3435,'-9'1,"0"0,0 0,0 1,0 0,0 0,0 1,1 0,-1 0,1 1,0 1,0-1,0 1,-6 6,11-9,0 0,0 1,0 0,0-1,1 1,-1 0,1 0,0 1,0-1,0 0,0 1,1-1,-1 1,1 0,0-1,0 1,0 0,1 0,-1-1,1 1,0 0,0 0,0 0,1 0,-1-1,1 1,0 0,0 0,0-1,1 1,-1 0,1-1,1 2,4 3,0-1,0 0,1 0,0-1,1 0,-1-1,1 0,0 0,0-1,1 0,-1 0,1-1,0 0,0-1,0 0,0-1,0 0,0-1,0 0,0 0,9-2,-2 2,-1 0,1-1,0-1,0-1,-1-1,0 0,1-1,-2 0,1-1,-1-1,1-1,-2 0,1-1,-2-1,1 0,-1 0,0-2,-1 1,-1-2,0 1,0-2,-2 1,3-4,-5 50,-6-4,0-20,1-1,0 1,0 0,1-1,0 0,0 0,1 0,0 0,0 0,1-1,0 0,0 0,4 4,9 4</inkml:trace>
  <inkml:trace contextRef="#ctx0" brushRef="#br0" timeOffset="22861.55">3295 3128,'8'-3,"1"0,-1 1,1 0,0 0,0 1,0 0,0 0,0 1,0 0,0 1,-1 0,1 0,0 1,0 0,-1 1,1 0,-1 0,1 1,-1 0,-1 0,1 1,0 0,-1 0,0 1,-1 0,1 0,-1 0,3 5,4 10,-2 0,-1 1,0-1,-2 2,0 0,-2 0,0 0,-2 0,0 1,0 23,15 76,-19-119,1 1,-1-1,1 0,0 0,0 0,0 0,0 0,1 0,-1 0,1-1,0 1,0-1,0 1,1-1,0 1,-1-1,1 0,0 0,0-1,0 1,1-1,-1 1,1-1,-1 0,1 0,0-1,0 1,0-1,0 0,0 0,0 0,0 0,0-1,0 1,2-1,3-4,-1 1,0-2,0 1,0-1,0 0,-1 0,0-1,0 0,0-1,-1 1,0-1,-1 0,1-1,-1 1,0-1,-1 0,0 0,-1-1,3-6,3-3,-8 17,-1 1,1-1,-1 1,1-1,-1 1,1-1,-1 1,1-1,0 1,-1 0,1-1,0 1,0 0,-1 0,1 0,0-1,-1 1,1 0,0 0,0 0,-1 0,1 0,0 0,0 0,-1 1,1-1,0 0,-1 0,1 0,0 1,0-1,-1 0,1 1,-1-1,1 1,0-1,-1 1,1-1,-1 1,1-1,-1 1,1-1,-1 1,0 0,1-1,-1 1,0 0,1-1,-1 1,0 0,0-1,1 1,-1 0,0 0,0-1,0 1,0 0,0 0,0-1,0 1,-1 0,1-1,0 1,4 7,4 7,1-1,0-1,1 1,1-2,0 1,0-2,2 1,11 8,-19-16,1 0,0-1,0 1,0-1,0-1,0 1,1-1,-1 0,1 0,0-1,0 0,-1 0,1 0,0-1,0 0,0-1,0 1,-1-1,1-1,0 1,-1-1,6-2,2-5,0 0,0 0,-1-2,-1 1,0-2,0 1,-1-2,-1 0,0 0,-1-1,0 0,-1 0,0-1,-1 0,-1 0,-1-1,0 0,-1 0,-1 0,0-3,8-42,-4-2,-2 1,-2-1,-4 0,-2 1,-3-1,-3 1,-2 0,-5-7,-11-23,28 91,-1 1,0-1,0 1,0-1,0 1,0 0,0-1,0 1,0-1,0 1,0-1,0 1,0 0,0-1,0 1,0-1,-1 1,1 0,0-1,0 1,0-1,-1 1,1 0,0-1,0 1,-1 0,1-1,0 1,-1 0,1 0,0-1,-1 1,1 0,-1 0,1 0,0-1,-1 1,1 0,-1 0,1 0,0 0,-1 0,1 0,-1 0,1 0,-1 0,1 0,0 0,-1 0,1 0,-1 0,1 0,0 1,-1-1,1 0,-1 0,1 0,0 1,-1-1,1 0,0 0,-1 1,1-1,0 0,-1 1,1-1,0 0,0 1,-9 32,-2 85,4 94,7-201,-1 69,3 0,11 56,-9-107,1-1,2 1,1-1,1-1,1 1,1-2,2 1,1-2,3 5,-10-20,0 0,0 0,1 0,1-1,-1 0,1-1,1 0,0 0,0-1,0 0,1-1,0 0,0-1,0 0,4 0,12 0</inkml:trace>
  <inkml:trace contextRef="#ctx0" brushRef="#br0" timeOffset="23140.856">4004 3061,'18'3,"22"2,20 6,16 2,9 7,0 3,-4 6,-16-3</inkml:trace>
  <inkml:trace contextRef="#ctx0" brushRef="#br0" timeOffset="23344.837">4619 3543,'-1'7,"1"1,1 0,0-1,0 1,0-1,1 1,0-1,0 0,1 1,0-1,0 0,1-1,0 1,0-1,0 1,1-1,0 0,0-1,1 1,-1-1,1 0,1-1,-1 0,0 1,1-2,0 1,0-1,0 0,0-1,1 1,-1-1,0-1,1 0,0 0,6 0,-7-1,0 0,0 0,0-1,0 0,0-1,-1 1,1-1,0-1,-1 1,1-1,-1 0,0-1,0 1,0-1,0 0,-1-1,0 1,0-1,0 0,0-1,-1 1,0-1,0 0,0 0,-1 0,0 0,0 0,-1-1,1 0,-2 1,1-1,-1 0,0 0,0 0,0 0,-1 0,0 0,-2-2,0 0,0 1,-1-1,0 1,0 0,-1 0,0 0,0 0,-1 0,0 1,0 0,-1 0,0 1,0-1,-1 1,1 1,-1-1,-1 1,1 0,-1 1,0 0,0 0,0 0,0 1,-1 1,1-1,-1 1,1 1,-1-1,0 2,0-1,-7 1,9 2,1 1,0-1,0 1,0 1,0-1,0 1,1 0,-1 0,1 0,0 1,1 0,-1 0,1 0,0 0,0 1,0-1,1 1,0 0,0 0,0 1,1-1,0 1,1-1,-1 1,1-1,0 1,1 0,-1 0,1-1,1 1,-1 0,1-1,1 1,-1 0,1-1,0 1,0-1,1 0,0 0,0 0,0 0,1 0,0-1,0 1,1-1,-1 0,4 2,30 11,1-7</inkml:trace>
  <inkml:trace contextRef="#ctx0" brushRef="#br0" timeOffset="23525.865">4953 2875,'-18'2,"-13"5,-6 7,-1 7,6 4,8 6,9 4,6 2,5-4</inkml:trace>
  <inkml:trace contextRef="#ctx0" brushRef="#br0" timeOffset="23696.454">4966 3596,'14'11,"15"4,15 0,18-4,14-5,12-6,-8-3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1:47.62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16 382,'-2'0,"1"-1,0 0,0 1,0-1,1 0,-1 0,0 1,0-1,0 0,1 0,-1 0,0 0,1 0,-1 0,1 0,-1 0,1-1,-1 1,1 0,0 0,0 0,-1 0,1-1,0 1,0 0,0 0,0 0,1-1,-1 1,0 0,0 0,1 0,-1 0,1-1,-1 1,7-44,1 0,2 1,3 0,1 1,3-4,-16 46,26-52,-26 51,0 1,0-1,-1 1,2-1,-1 1,0 0,0 0,0-1,0 1,1 0,-1 0,1 0,-1 0,1 1,-1-1,1 0,-1 1,1-1,-1 1,1-1,0 1,-1 0,1 0,0 0,0 0,-1 0,1 0,0 0,-1 0,1 1,1-1,3 4,0 0,-1 0,0 1,1-1,-2 1,1 0,0 1,-1-1,0 1,-1 0,1 0,-1 0,0 1,4 4,8 13,-2 0,0 1,-2 0,0 1,-2 0,-1 0,3 18,-11-41,1-1,0 1,-1 0,1-1,-1 1,0-1,1 1,-1 0,-1-1,1 1,0-1,-1 1,1 0,-1-1,0 1,0-1,0 0,0 1,0-1,0 0,-1 1,1-1,-1 0,1 0,-1 0,0 0,0-1,0 1,0 0,0-1,0 1,-1-1,1 0,0 0,-1 0,1 0,-1 0,1 0,-1-1,0 1,1-1,-1 0,-2 0,2 0,0 0,0-1,0 0,-1 0,1 0,0 0,1 0,-1 0,0-1,0 1,0-1,1 0,-1 0,1 0,-1 0,1 0,0-1,0 1,0-1,0 1,1-1,-1 0,1 0,-1 1,1-1,0 0,0 0,0-1,0 1,1 0,-1 0,1 0,0 0,0-1,0 1,1 0,-1 0,1 0,-1 0,1 0,0 0,0 0,0 0,1 0,-1 0,1 0,0 0,0 0,6-3,1 1,0 0,0 0,0 1,1 0,-1 0,1 1,0 1,0-1,0 2,0-1,0 1,6 1,-5-1,259-27,-268 29,0-1,1 0,0 0,-1 0,1 0,-1 0,1 0,-1-1,1 1,-1-1,0 0,1 1,-1-1,0 0,1-1,-1 1,0 0,0-1,0 1,0-1,0 1,0-1,0 0,-1 0,1 0,-1 0,1 0,-1 0,0 0,0-1,0 1,0 0,0-1,0 1,-1-1,1 1,-1-1,0 1,0-1,0 1,0-1,0-2,-2 1,-1 1,1-1,-1 0,0 1,0 0,0-1,0 1,0 1,-1-1,0 0,1 1,-1 0,0-1,0 2,0-1,0 0,-1 1,1 0,0 0,-1 0,1 0,0 1,-1 0,1 0,-1 0,1 0,-1 1,1-1,0 1,-1 0,1 1,0-1,0 1,0 0,0 0,0 0,0 0,0 1,1-1,-1 2,0 2,1 0,-1 0,2 0,-1 1,0-1,1 1,1-1,-1 1,1 0,0 0,0 0,1 0,0 0,0 0,1 0,0 0,0-1,1 1,-1 0,2 0,-1-1,1 1,0-1,0 0,0 0,1 0,0 0,0-1,1 0,-1 1,1-2,1 1,-1 0,0-1,1 0,2 1,11 5,0 0,1-2,0 0,0-1,1-1,0-1,0-1,0-1,6 0,44 4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1:17.72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1939,'7'-2,"11"-1,16 0,21 1,21-2,21-3,14-4,7 0,-6-1,-17 2,-25 2</inkml:trace>
  <inkml:trace contextRef="#ctx0" brushRef="#br0" timeOffset="681.792">1178 134,'14'5,"15"1,19-1,20 0,18-4,13-6,8-5,-1-3,-13-4,-24 1</inkml:trace>
  <inkml:trace contextRef="#ctx0" brushRef="#br0" timeOffset="-834.931">148 2260,'3'-5,"0"4,-1 8,1 12,-2 12,0 10,0 10,-1 4,0 1,2-4,3-5,4-8,-1-12</inkml:trace>
  <inkml:trace contextRef="#ctx0" brushRef="#br0" timeOffset="-466.83">657 2246,'-286'188,"279"-183,-4 2,-1 0,2 1,-1 0,1 1,0 0,1 1,0 0,1 0,0 1,-2 4,9-14,1 0,-1 1,1-1,-1 0,1 0,0 0,-1 0,1 1,0-1,0 0,0 0,0 0,0 1,0-1,0 0,0 0,1 0,-1 1,0-1,1 0,-1 0,1 0,-1 0,1 0,0 0,-1 0,1 0,0 0,0 0,0 0,-1 0,1-1,0 1,0 0,0-1,0 1,1 0,-1-1,0 1,0-1,0 0,0 1,1-1,58 9,-58-9,567-18,-545 19,1 1,-2 0,1 2,0 1,-1 1,0 1,0 1,10 6,-7 0</inkml:trace>
  <inkml:trace contextRef="#ctx0" brushRef="#br0" timeOffset="-1920.847">282 870,'-8'-54,"2"-300,-26 526,32-171,0 0,0 0,0 1,0-1,0 0,0 0,1 0,-1 0,0 0,1 0,-1 1,1-1,-1 0,1 0,-1 0,1 0,0-1,-1 1,1 0,0 0,0 0,0 0,0-1,-1 1,1 0,0-1,0 1,0-1,1 1,-1-1,0 0,0 1,0-1,0 0,0 0,0 1,0-1,1 0,-1 0,0-1,0 1,49-15,-7-8,-1-2,-1-1,33-30,23-15,-97 71,0-1,1 0,-1 1,1-1,-1 0,1 1,-1-1,1 0,-1 1,1-1,-1 1,1-1,0 1,-1 0,1-1,0 1,0 0,-1-1,1 1,0 0,0 0,0-1,-1 1,1 0,0 0,0 0,0 0,-1 0,1 0,0 0,0 1,0-1,-1 0,1 0,0 1,0-1,-1 0,1 1,0-1,-1 1,1-1,0 1,-1-1,1 1,-1-1,1 1,-1 0,1-1,-1 1,1 0,-1-1,0 1,1 0,-1-1,0 1,1 0,-1 0,0 0,0-1,0 1,31 219,4-35,-14-88,-5 0,-4 1,0 90,-31-44,17-136,0-1,-1 0,1 0,-2 0,1 0,-1 0,0-1,0 0,-1 1,0-2,0 1,0 0,-1-1,1 0,-1-1,-1 1,-4 2,6-5,0 0,0 0,0-1,0 0,0 0,0 0,0 0,0-1,0 0,0 0,0-1,0 1,0-1,-1 0,2 0,-1-1,0 1,0-1,0 0,1-1,-1 1,1-1,0 0,-1 0,1 0,0-1,-10-8,0-1,1-1,0 0,1 0,1-1,-5-10,4 7,1-1,1 1,0-2,2 1,0-1,1-1,1 1,1-1,1 0,1 0,0-13,3 29,1 0,0 0,0 0,0 0,0 0,1 0,0 1,0-1,0 0,0 1,1-1,0 1,0 0,0 0,0 0,1 0,0 1,-1-1,1 1,0 0,1 0,-1 1,1-1,3-1,124-39,-116 39,146-31,-85 19</inkml:trace>
  <inkml:trace contextRef="#ctx0" brushRef="#br0" timeOffset="-1426.68">1592 536,'-15'0,"0"2,1 0,-1 1,0 1,1 0,0 0,0 2,0 0,0 0,1 2,0-1,1 2,-1-1,-7 10,-5 3,2 1,1 2,1 0,1 2,1 0,-5 11,13-20,0 0,2 0,0 2,1-1,0 1,2 0,0 0,1 1,2-1,0 1,-1 19,5-33,0-1,0 1,0-1,1 1,0-1,0 0,0 1,1-1,-1 0,1-1,0 1,1 0,-1-1,1 0,0 0,0 0,0 0,1 0,-1-1,1 0,0 0,0 0,0-1,0 0,1 0,-1 0,0 0,1-1,0 0,-1 0,1 0,0-1,-1 0,1 0,0 0,-1-1,1 0,-1 0,2-1,14-3,-1-1,1 0,-1-2,0-1,-1 0,0-1,-1-1,0-1,0-1,-2 0,1-1,-2-1,0-1,0 0,-2 0,0-2,-1 0,6-12,-7 11,-1-1,-1-1,0 1,-2-1,0 0,-2-1,0 0,-1 0,-2 0,0 0,-1 0,-1 0,-1-1,-2 1,0 0,-1 0,-1 1,-2-7,5 23,0-1,0 1,0 0,0 0,-1 0,0 1,0-1,0 1,0-1,-1 1,0 0,0 0,0 0,0 1,0 0,-1 0,0 0,1 0,-1 0,0 1,-1 0,1 0,0 1,0-1,-1 1,1 0,-1 1,1-1,-1 1,-1 0,0 2,0-1,0 1,0 1,0-1,1 1,-1 0,1 1,-1 0,1 0,0 0,1 1,-1-1,1 1,0 1,0-1,1 1,-1 0,1 0,0 0,1 0,0 1,-1 2,-5 11,1 1,1 0,1 1,1 0,0-1,0 18,4 1,1 0,2 0,1-1,3 1,1-1,2 0,1-1,2 0,2 0,1-1,2-1,2-1,1 0,1-2,2 0,2-2,0 0,26 22,55 64,-68-67</inkml:trace>
  <inkml:trace contextRef="#ctx0" brushRef="#br0" timeOffset="3366.296">2087 2073,'-18'0,"1"1,0 1,-1 0,1 2,0 0,1 0,-1 2,1 0,0 1,1 1,-1 0,1 1,1 0,0 2,-1 1,-1-1,1 0,1 1,0 1,0 0,1 1,1 0,1 1,0 1,1-1,0 2,1-1,1 1,1 1,1 0,0-1,1 2,-2 11,7-27,-1 0,0 1,1-1,0 1,-1-1,1 1,1-1,-1 1,0-1,1 1,0-1,0 0,0 1,0-1,0 0,1 0,-1 0,1 0,0 0,0 0,0 0,0 0,1-1,-1 1,1-1,0 0,-1 0,1 0,0 0,0 0,0-1,0 1,1-1,-1 0,3 1,7-2,0-1,0-1,-1 0,1 0,-1-1,1-1,-1 0,0-1,0 0,-1-1,0 0,0-1,0 0,-1-1,0 0,0-1,-1 0,0 0,0-1,10-9,-1 0,-1-1,-1-1,0 0,-2-1,10-19,-18 29,-1 1,0-1,0 0,-1 0,-1 0,0-1,-1 1,0-1,-1 0,0 1,-1-1,-1 0,0 1,0-1,-1-1,0 8,0 0,1 0,-2 0,1 1,-1-1,0 1,0-1,0 1,-1 0,0 0,0 0,0 0,0 1,-1 0,0 0,0 0,0 1,0-1,-1 1,1 0,-1 1,0-1,0 1,0 0,0 1,0 0,0-1,0 2,0-1,-1 1,1 0,0 0,0 1,-2 0,0 0,0 0,0 0,0 1,1 0,-1 1,0 0,1 0,0 1,-1-1,1 2,1-1,-1 1,1 0,-1 0,2 1,-1-1,1 1,-1 1,2-1,-1 1,1 0,0 0,0 0,1 1,0-1,0 1,1 0,0-1,0 1,1 0,-1 8,6 0,1 0,1 0,0 0,1-1,1 0,0 0,1-1,0 0,1 0,1-1,0-1,6 6,-6-6,363 444,-347-423,-7-9</inkml:trace>
  <inkml:trace contextRef="#ctx0" brushRef="#br0" timeOffset="4152.862">2662 1,'-11'240,"-21"636,12-468,18 1,37 256,10-318,-38-304</inkml:trace>
  <inkml:trace contextRef="#ctx0" brushRef="#br0" timeOffset="5038.62">3490 1231,'21'2,"20"1,16-2,13-4,6-1,-4-1,-9 2,-15 1</inkml:trace>
  <inkml:trace contextRef="#ctx0" brushRef="#br0" timeOffset="5226.64">3571 1431,'14'5,"15"1,17 0,14-4,11-4,4-4,-11-1</inkml:trace>
  <inkml:trace contextRef="#ctx0" brushRef="#br0" timeOffset="6884.543">5308 682,'9'0,"17"0,20 0,22 0,20-2,14-3,5-1,-4 1,-20 1</inkml:trace>
  <inkml:trace contextRef="#ctx0" brushRef="#br0" timeOffset="6057.64">4453 1284,'0'0,"0"0,1-1,-1 1,0 0,0-1,0 1,1 0,-1 0,0-1,0 1,1 0,-1 0,0-1,0 1,1 0,-1 0,0 0,1 0,-1-1,0 1,1 0,-1 0,0 0,1 0,-1 0,0 0,1 0,-1 0,0 0,1 0,-1 0,1 0,-1 0,0 0,1 0,-1 1,0-1,1 0,-1 0,0 0,0 0,1 1,-1-1,0 0,1 0,-1 1,0-1,0 0,1 0,-1 1,0-1,0 0,0 1,0-1,1 0,-3-36,1 34,-33-207,33 205,1 1,0 1,0 0,-1-1,1 1,-1-1,0 1,0 0,0 0,0-1,0 1,0 0,0 0,-1 0,1 0,-1 0,0 0,1 1,-1-1,0 2,1 1,-1 0,1 0,-1 0,1 0,0 0,0 0,-1 0,1 1,0-1,0 0,0 1,0-1,1 1,-1-1,0 1,0-1,1 1,-1-1,1 1,0 0,-1-1,1 1,0 0,0-1,0 1,0 0,0 0,0 0,1 0,-1 0,0 1,1-1,-1 0,1 0,0 0,0 0,0 0,0 0,0 0,0 0,0 0,0-1,1 1,-1 0,1-1,0 1,-1-1,1 1,0-1,0 0,0 0,0 0,0 0,0 0,0 0,0-1,0 1,67 11,-35-14,0-2,0-1,0-1,-1-2,1-1,-2-2,0-1,23-13,-52 24,-3 0,1 0,-1 1,1-1,0 0,-1 1,1-1,0 1,0-1,-1 1,1 0,0-1,0 1,0 0,-1-1,1 1,0 0,0 0,0 0,0 0,0 0,-1 0,1 0,0 0,0 0,0 0,0 0,0 1,-1-1,1 0,0 1,0-1,0 0,-1 1,1-1,0 1,-1-1,1 1,0-1,-1 1,1 0,-1-1,1 1,-1 0,1 0,-1-1,1 1,-1 0,0 0,1-1,-1 2,-10 163,11-81,4-1,4 1,3-1,12 109,-18-132,-3 0,-2 0,-2 0,-3 0,-11 48,13-98,-1 0,0 0,0 0,-1-1,0 0,-1 1,0-2,-5 9,8-15,-1 1,1 0,0-1,0 0,-1 0,0 0,1 0,-1 0,0 0,0-1,0 1,0-1,0 0,0 0,0 0,-1 0,1 0,0-1,0 1,-1-1,1 0,0 0,-1-1,1 1,0-1,-1 1,1-1,-3-1,-6-4,0-1,0-1,0 0,1-1,1 0,-1 0,1-1,1-1,0 1,0-2,1 1,1-1,0 0,0-2,-23-36,3-1,3-1,1-1,-12-48,34 99,-1-2,0 0,0 0,0-1,0 1,1 0,0-1,0 1,0 0,0-1,1 1,0-1,0 1,0-1,0 1,1-1,-1 1,1-1,0 1,1 0,-1-1,1 1,0 0,0 0,0 0,1 0,-1 1,1-1,3-3,6 1,0 0,0 1,1 0,-1 1,1 0,0 1,1 0,0 1,15-4,39-8,-2 2</inkml:trace>
  <inkml:trace contextRef="#ctx0" brushRef="#br0" timeOffset="6639.2">5550 1096,'-13'-2,"0"0,-1 1,1 0,0 1,0 1,0 0,0 0,0 1,0 1,0 0,0 1,1 1,0 0,0 0,0 1,1 1,-1 0,2 0,-1 1,1 0,0 1,1 1,0-1,0 1,1 1,-3 4,5-3,1-1,0 1,1 0,0 0,1 0,0 1,1-1,0 1,1 0,1-1,0 5,0-12,0 0,0 0,1 0,0 0,0 0,0 0,0 0,1 0,0-1,0 1,0-1,1 1,-1-1,1 0,0 0,1 0,-1 0,0-1,1 1,0-1,0 0,0 0,0 0,0-1,1 1,-1-1,1 0,0 0,3 0,1 0,0-1,0 0,1-1,-1 0,0 0,1-1,-1 0,0-1,0 0,0 0,0-1,0 0,-1-1,1 1,3-4,117-80,-110 71,-1 0,-1-1,0-1,-1-1,-1 0,0-2,-9 13,-1 0,0 0,-1-1,0 1,0-1,-1 0,0 0,-1-1,0 1,0 0,-1-1,0 1,-1-1,0 1,0-1,-2-8,0 12,0-1,-1 1,1 0,-1 0,0 0,0 1,-1-1,0 1,0 0,0 0,-1 0,1 0,-1 1,0 0,-1 0,1 0,-1 0,1 1,-1 0,0 0,0 1,-2-1,-2 0,0-1,0 2,0-1,0 2,0-1,0 1,-1 1,1 0,0 0,-1 1,1 0,0 1,-10 2,16-2,0-1,0 1,1 0,-1 0,0 0,1 0,-1 1,1-1,0 1,0 0,0 0,0 0,0 1,1-1,-1 1,1-1,0 1,0 0,1-1,-1 1,1 0,-1 0,1 1,1-1,-1 0,0 0,1 0,0 1,0-1,0 0,1 0,-1 1,2 10,1 1,0-1,1 0,0 0,2 0,-1 0,2-1,1 2,132 195,-45-77,-36-40,-51-88,-4-9</inkml:trace>
  <inkml:trace contextRef="#ctx0" brushRef="#br0" timeOffset="8909.764">7421 870,'16'-2,"19"-2,19 1,19 1,15 0,11 1,2 1,-5-1,-19 1</inkml:trace>
  <inkml:trace contextRef="#ctx0" brushRef="#br0" timeOffset="9713.297">9052 990,'-10'-3,"0"-1,-1 1,1 1,-1 0,1 0,-1 1,0 1,0-1,1 2,-1 0,0 0,0 1,1 0,-1 0,1 2,0-1,0 1,0 1,1-1,-1 2,-5 3,-5 5,1 0,0 2,1 0,0 1,2 0,0 2,1 0,1 0,-2 5,4-6,1 0,1 0,1 1,1 0,0 1,1-1,1 2,1-1,1 1,1-1,1 1,0 19,2-35,0 0,1 0,0 0,0 0,0 0,1 0,-1 0,1 0,1 0,-1-1,0 1,1-1,0 0,0 1,0-1,1-1,0 1,-1 0,1-1,0 0,1 0,-1 0,0 0,1-1,-1 0,1 0,0 0,0 0,0-1,0 0,0 0,0 0,2-1,5 0,-1 0,1-1,-1-1,1 0,-1 0,0-1,0-1,0 0,0 0,-1-1,0 0,1-1,-2 0,3-2,10-9,-1 0,0-1,-1-1,-1-1,8-11,-6 2,0 0,-2-2,-1 0,-2-1,-1 0,-1-1,-2-1,-2 0,-1-1,-1 0,1-26,-7 54,0-1,-1 0,0 0,0 0,-1 0,0 0,0 0,-1 1,0-1,-1 0,1 0,-2 1,1-1,-1 1,0-1,0 1,-1 0,0 0,0 1,-1-1,0 1,0 0,0 0,-1 1,0-1,0 1,-5-3,0 4,1 1,-1 0,1 0,-1 1,0 0,0 1,0 1,0-1,0 2,0-1,0 2,0-1,0 2,0-1,1 1,-1 1,1 0,0 0,0 1,1 1,-1-1,1 2,0-1,0 1,1 0,0 1,1 0,-1 0,2 1,-1 0,1 0,0 1,1-1,0 1,1 0,-4 11,6-8,0 0,0 0,1 0,1 0,0 1,1-1,0 0,1 0,1 0,0 0,0 0,2-1,-1 0,5 8,9 14,0 0,2-2,2 0,12 12,296 348,-323-382,0 0,0 1,-1 0,0 0,-1 1,-1-1,0 1,0 0,0 5,-1 27</inkml:trace>
  <inkml:trace contextRef="#ctx0" brushRef="#br0" timeOffset="8324.99">7581 1204,'0'16,"0"14,0 14,0 10,-5 5,-3 2,-3-2,1-5,1-10,3-11</inkml:trace>
  <inkml:trace contextRef="#ctx0" brushRef="#br0" timeOffset="8680.365">7956 1244,'-7'-3,"1"0,-1 1,0-1,0 2,0-1,0 1,0 0,0 0,0 1,0 0,0 0,0 0,0 1,0 0,0 1,0 0,0 0,0 0,-4 3,-11 4,1 2,0 1,0 0,1 2,-3 3,7-5,0 0,0 1,1 1,1 1,1 0,0 0,1 2,-1 2,11-18,1 0,0 1,0-1,1 1,-1-1,0 1,0-1,1 1,-1 0,1-1,-1 1,1 0,0-1,0 1,0 0,0 0,0-1,0 1,0 0,0-1,1 1,-1 0,1-1,-1 1,1 0,0-1,-1 1,1-1,0 1,0-1,0 1,0-1,0 0,1 0,-1 1,0-1,1 0,-1 0,1 0,-1 0,1 0,14 5,0 0,0-1,0-1,1 0,0-1,0-1,9 0,20 3,245 54,-267-56,-8-1</inkml:trace>
  <inkml:trace contextRef="#ctx0" brushRef="#br0" timeOffset="7635.633">6204 1324,'21'0,"17"0,17 0,12 0,11 0,8-2,2-1,-3 0,-11 3,-14 1,-19 1</inkml:trace>
  <inkml:trace contextRef="#ctx0" brushRef="#br0" timeOffset="7866.637">6539 1111,'-7'13,"-2"17,0 11,2 11,4 7,8 6,7 0,8-1,6-6,0-4,-4-13</inkml:trace>
  <inkml:trace contextRef="#ctx0" brushRef="#br0" timeOffset="21220.37">670 3463,'16'2,"21"1,20 0,19-1,17-2,8-2,1-3,-8 0,-16 1,-18 0,-22 4,-17 2</inkml:trace>
  <inkml:trace contextRef="#ctx0" brushRef="#br0" timeOffset="21685.301">897 3115,'26'17,"1"-1,0-1,1-2,1-1,5 1,-3-1,19 8,3-1,-1 3,-1 3,-1 1,14 12,-3 22,-60-58,0-1,1 1,-1 1,0-1,0 0,0 0,0 0,-1 1,1-1,-1 0,1 1,-1-1,0 0,0 1,0-1,0 1,0-1,0 0,-1 1,1-1,-1 0,0 0,0 1,0-1,0 0,0 0,0 0,0 0,-1 0,1 0,-1 0,1 0,-2 0,-13 10,1-1,-2-1,0 0,0-1,0-1,-1-1,-15 4,13-4,-104 42,67-19,44-27</inkml:trace>
  <inkml:trace contextRef="#ctx0" brushRef="#br0" timeOffset="22008.95">576 3757,'4'-2,"14"-3,16-3,17-5,18-2,12-2,10 1,2 3,-4 3,-7 4,-13 3,-16 1,-15 2,-16 0,-14 1,-11-3,-5 0</inkml:trace>
  <inkml:trace contextRef="#ctx0" brushRef="#br0" timeOffset="22467.398">990 3143,'17'23,"2"-1,0-1,1-1,1 0,1-2,0 0,2-2,0 0,1-2,9 4,-28-15,54 32,-11-9,-2 2,-1 1,-1 3,-1 2,-2 1,-2 2,7 11,1 33,-47-79,0 1,0-1,0 1,-1-1,0 1,1-1,-1 1,0 0,0-1,0 1,0-1,-1 1,1-1,-1 1,0-1,1 1,-1-1,0 1,-1-1,1 0,0 1,-1-1,1 0,-1 0,1 0,-1 0,0-1,0 1,0 0,0-1,0 1,0-1,-1 0,0 1,-13 5,0-1,0-1,0 0,-1-2,1 1,-1-2,-6 0,-8 2,-318 53,329-51,17-2</inkml:trace>
  <inkml:trace contextRef="#ctx0" brushRef="#br0" timeOffset="23517.709">2915 3489,'-1'30,"1"-29,-1-1,1 1,0-1,0 1,0-1,0 0,0 1,0-1,0 1,0-1,0 1,0-1,0 0,0 1,0-1,1 1,-1-1,0 1,0-1,0 0,0 1,1-1,-1 0,0 1,0-1,1 0,-1 1,0-1,1 0,-1 1,0-1,1 0,-1 0,1 1,-1-1,0 0,1 0,-1 0,1 0,-1 0,1 0,-1 1,0-1,1 0,-1 0,1 0,-1 0,1-1,-1 1,1 0,-1 0,0 0,1 0,-1 0,1 0,-1-1,0 1,1 0,-1 0,1-1,0 0,0 0,0 0,0 0,0 0,0 0,0 0,0-1,0 1,0 0,-1-1,1 1,0-1,-1 1,1-1,-1 1,0-1,1 1,-1-1,0 1,0-1,0 1,0-1,0 1,0-1,-1 1,1-1,0 1,-1-1,1 1,-1-1,0 1,1-1,-1 1,0 0,-1-2,-39-38,31 36,-1 1,1 0,0 1,-1 0,0 1,0 0,0 0,0 1,0 1,0 0,0 0,0 1,0 1,0 0,0 0,1 1,-1 0,1 1,0 0,0 1,0 0,0 1,-4 3,11-8,1 1,-1 1,0-1,0 0,1 1,-1-1,1 1,0 0,0-1,0 1,0 0,0 1,1-1,-1 0,1 0,0 1,0-1,0 0,1 1,-1-1,1 1,0-1,0 1,0-1,0 1,0 0,1-1,0 0,-1 1,1-1,1 1,-1-1,0 0,1 0,0 0,0 1,7 3,1 1,0-2,0 1,0-2,1 1,0-1,0-1,1 0,-1-1,1 0,0 0,-1-2,1 1,0-1,0-1,9-1,42 0,0-3,-1-3,1-2,-2-3,1-3,-2-2,3-5,-55 20,-6 1,-1 0,0 0,1 0,-1 0,0 0,1 1,-1-1,1 1,0-1,-1 1,1-1,-1 1,1 0,0 0,-1 0,1 0,-1 0,1 0,0 0,-1 0,1 1,-1-1,1 1,-1-1,1 1,-1 0,1-1,-1 1,1 0,-1 0,0 0,1 0,-1 0,0 0,0 1,0-1,0 0,0 1,0-1,0 0,-1 1,1-1,-1 4,1 0,0 0,0-1,0 1,1-1,0 1,-1-1,2 1,-1-1,0 0,1 0,0 0,0 0,0-1,0 1,0-1,1 0,0 1,0-2,-1 1,2 0,-1-1,0 0,0 0,1 0,1 0,-3-1,1 0,-1-1,0 0,1 1,-1-1,1-1,-1 1,0 0,1-1,-1 1,0-1,1 0,-1 0,0-1,0 1,0-1,0 1,0-1,0 0,-1 0,1 0,-1 0,1-1,-1 1,0-1,0 1,0-1,0 0,0 0,0 0,-1 0,0 0,1 0,-1-1,-1 1,1 0,0 0,-1-1,1 1,-1-1,0 1,0 0,0-1,-1 1,1 0,-1-1,0 1,0 0,0 0,0 0,-2-3,-2-2,1 1,-1 0,-1 1,1-1,-1 1,0 0,0 1,-1-1,0 1,0 0,0 1,-1 0,1 0,-1 1,0 0,0 0,0 0,-1 1,1 1,0-1,-1 1,1 1,-1 0,-4 0,14 0,-1 0,0 0,0 1,0-1,0 0,0 0,0 0,0 1,0-1,0 0,0 0,0 0,0 1,0-1,0 0,0 0,0 0,0 1,0-1,0 0,0 0,0 1,0-1,0 0,24 1,0 0,0-2,0-1,-1-1,1 0,-1-2,0-1,4-2,22-5,-1-2,-1-3,0-1,-1-2,-2-2,22-16,-49 28,0-1,-1 0,0-1,-1-1,-1-1,0 0,-1 0,-1-2,0 1,-1-2,-1 1,0-1,-2-1,0 0,-1 0,-1-1,1-8,-4 22,-2 1,1-1,-1 0,0 0,0 0,0 1,-1-1,0 0,0 0,-1 0,1 0,-1 0,0 0,-1 1,0-1,0 0,0 1,0 0,-1-1,0 1,0 0,0 0,-1 0,0 1,0 0,0-1,0 1,-1 0,1 1,-1-1,0 1,0 0,0 0,-1 1,1-1,-1 1,1 0,-2 1,-2 0,0 1,1 0,-1 1,1 0,-1 0,1 1,-1 0,1 1,0 0,0 0,0 0,0 1,1 1,0-1,0 1,0 0,-6 6,0 1,0 1,0 0,1 1,1 0,1 1,0 0,0 1,1 2,-4 11,1 0,1 1,2 1,1-1,1 2,2-1,1 1,2-1,1 1,1 0,2 0,1-1,1 1,2-1,5 14,-8-33,0 1,1-1,1-1,0 1,0-1,1 0,0 0,1 0,1-1,-1 0,1 0,1-1,0 0,0-1,1 0,0 0,1-1,-1-1,1 1,1-2,-1 0,1 0,0-1,0 0,0-1,0 0,1-1,-1-1,12 1,20-8,-6-3</inkml:trace>
  <inkml:trace contextRef="#ctx0" brushRef="#br0" timeOffset="23768.197">4359 3624,'2'0,"1"0</inkml:trace>
  <inkml:trace contextRef="#ctx0" brushRef="#br0" timeOffset="24404.11">5550 3437,'-8'-3,"-135"-47,136 48,1 1,-1 0,0 1,1-1,-1 1,0 1,1-1,-1 1,1 0,-1 1,1-1,-1 1,1 1,0-1,0 1,0 0,0 0,0 1,1 0,0 0,-2 1,5-3,-1 1,0-1,1 1,0 0,-1 0,1 0,0 0,0 0,1 0,-1 0,1 1,-1-1,1 1,0-1,1 1,-1-1,0 1,1 0,0-1,0 1,0 0,0-1,1 1,0-1,-1 1,1-1,0 1,1-1,-1 1,0-1,1 0,0 0,0 0,0 0,0 0,0 0,1 0,0-1,-1 1,1-1,0 0,0 1,3 0,6 1,0 0,1-1,-1-1,1 0,-1 0,1-1,0-1,0 0,-1-1,1-1,-1 0,1 0,-1-1,1-1,-1 0,-1 0,1-1,0-1,-1 0,0-1,5-4,3-2,1-1,-2-1,0-1,-1 0,-1-1,0-1,-1-1,-1 0,-1-1,-1 0,-1-1,0 0,-2-1,0 0,-2-1,0 1,-1-2,-2 1,0 0,-2-1,0 0,-2 1,0-1,-2 0,-1 1,-3-12,6 26,-2 1,1 0,-1 0,0 0,-1 0,0 1,0-1,-1 1,0-1,0 1,0 1,-1-1,0 0,-1 1,-1-1,5 6,0 0,0 1,-1-1,1 1,0-1,-1 1,1 0,-1 0,1 0,0 0,-1 1,1-1,0 0,-1 1,1 0,0-1,0 1,-1 0,1 0,0 1,0-1,0 0,0 1,0-1,1 1,-1-1,0 1,1 0,-1 0,1 0,0 0,-1 0,1 0,0 0,0 0,0 0,1 0,-1 2,-15 29,1 0,3 0,0 1,2 1,2-1,1 2,-1 24,4-33,1 0,2 0,0 0,2 0,4 26,-3-44,-1 1,2-1,-1 0,1 0,0-1,1 1,0 0,0-1,1 0,0 0,1-1,0 1,0-1,0 0,1-1,0 1,0-1,8 4,-4-3,1-2,0 0,0 0,0-1,1-1,-1 0,1-1,0 0,0-1,-1 0,1-1,0-1,0 0,0 0,0-1,-1-1,1 0,10-5,-13 5,0-1,-1 0,0 0,0-1,0 0,0-1,-1 0,0 0,0-1,0 0,-1 0,0-1,-1 0,1 0,-2-1,1 1,-1-1,0 0,-1-1,0 1,-1-1,0 0,2-9,-4 15,-1-1,1 0,-1 0,0 1,0-1,0 0,0 0,-1 0,0 1,0-1,0 0,-1 1,1-1,-1 1,0 0,-1-1,1 1,-1 0,0 0,2 3,0 0,0 0,1 0,-1 0,0 1,0-1,0 1,0-1,0 0,0 1,0 0,0-1,-1 1,1 0,0-1,0 1,0 0,0 0,0 0,-1 0,1 0,0 0,0 0,0 1,0-1,0 0,-1 0,1 1,0-1,0 1,0-1,0 1,0 0,0-1,0 1,1 0,-1 0,0-1,0 1,0 0,1 0,-1 1,-24 46,23-41,1 0,0 1,1-1,-1 1,2-1,-1 1,1-1,0 0,0 1,1-1,0 0,1 0,-1 0,1 0,1 0,-1-1,1 1,0-1,1 0,-1 0,1-1,1 1,-1-1,1 0,1 1,35 25</inkml:trace>
  <inkml:trace contextRef="#ctx0" brushRef="#br0" timeOffset="24801.098">6993 3410,'37'-13,"1"-1,-2-2,0-2,-1 0,-1-3,-1-1,0-1,0-4,-28 23,-2 2,1-1,0 0,-1 0,0 0,1 0,-1 0,0-1,-1 0,1 1,-1-1,0 0,0 0,0 0,0-1,0 1,-1 0,0-1,1-3,-3 7,0-1,0 1,-1 0,1-1,0 1,0 0,-1 0,1 0,0 0,-1 0,1 0,-1 0,1 1,-1-1,0 0,1 1,-1 0,0-1,1 1,-1 0,0 0,1-1,-1 1,0 1,0-1,1 0,-1 0,0 1,1-1,-1 1,0-1,1 1,-1 0,1-1,-1 2,-7 2,0 1,1 0,0 1,0 0,0 0,1 1,-1-1,2 2,-1-1,1 1,0 0,1 0,0 1,0 0,1 0,0 0,0 0,1 0,0 1,1 0,0-1,1 1,0 0,0 0,1 9,1-11,0-1,1 0,-1 0,1 0,1 0,-1 0,1-1,0 1,1-1,0 1,0-1,0 0,1-1,-1 1,1-1,1 0,-1 0,1-1,0 1,0-1,3 1,6 3,0 0,1-2,0 0,0 0,1-2,0 0,0 0,8-1,28 2</inkml:trace>
  <inkml:trace contextRef="#ctx0" brushRef="#br0" timeOffset="25022.058">7621 3236,'2'18,"6"13,6 10,9 6,10 0,11-2,7-5,2-6,-4-8,-8-7,-11-8</inkml:trace>
  <inkml:trace contextRef="#ctx0" brushRef="#br0" timeOffset="25223.518">7889 3302,'-14'3,"-13"5,-12 10,-7 9,-4 9,0 7,5 4,9-3,11-3,10-9</inkml:trace>
  <inkml:trace contextRef="#ctx0" brushRef="#br0" timeOffset="25406.031">8330 3289,'-14'16,"-4"12,1 8,7 7,13 4,13-3,7-1,8-7,0-3,-5-9</inkml:trace>
  <inkml:trace contextRef="#ctx0" brushRef="#br0" timeOffset="26899.243">8490 3317,'2'-3,"-1"1,0 0,0 0,0 0,0-1,0 1,-1-1,1 1,-1 0,1-1,-1 1,0-1,0 1,0-1,0 1,-1-1,1 1,-1-1,1 1,-1 0,0-1,0 1,0 0,0-1,0 1,0 0,-1 0,1 0,-1 0,0 0,1 1,-1-1,0 0,0 1,0-1,0 1,0 0,-1 0,1 0,0 0,0 0,-1 0,1 0,-1 1,1-1,-3 1,1-1,-1 1,1-1,-1 1,1 0,-1 1,0-1,1 1,-1 0,1 0,0 0,-1 0,1 1,0 0,0 0,0 0,0 0,0 1,1 0,-1 0,1-1,-1 2,1-1,0 0,0 1,1 0,-1-1,1 1,0 0,-1 1,-4 8,1 1,0 0,1 1,1-1,0 1,1 0,0 0,1 3,7 98,-4-110,0-1,0 0,1 0,0 0,0 0,0 0,1 0,0-1,0 1,0-1,0 0,1 1,-1-2,1 1,0 0,0-1,1 0,-1 1,1-2,1 2,9 0,1 0,-1-2,1 0,0 0,-1-1,1-1,0-1,0 0,-1-1,1-1,-1 0,0-1,0-1,0 0,7-4,10-1,1-2,-2-1,0-1,-1-2,0-1,-1-1,-1-2,11-11,-34 27,-1 0,1 0,-1 0,-1-1,1 1,0-1,-1 0,0 0,0-1,-1 1,0-1,0 1,0-1,0 0,-1 1,0-1,0 0,0 0,-1-2,0 8,0 1,0-1,0 1,0-1,1 1,-1-1,0 1,0-1,0 1,-1-1,1 1,0-1,0 1,0-1,0 1,0-1,0 1,-1-1,1 0,0 1,0-1,-1 1,1-1,0 0,-1 1,1-1,0 0,-1 1,1-1,-1 0,1 1,0-1,-1 0,1 0,-1 0,1 1,-1-1,1 0,-1 0,1 0,-1 0,1 0,-1 0,1 0,-1 0,1 0,-1 0,1 0,0 0,-1 0,1-1,-1 1,1 0,-1 0,1 0,-1-1,1 1,0 0,-1-1,1 1,0 0,-1-1,1 1,0 0,-1-1,1 1,0-1,-1 1,1-1,-1 10,-1 0,1 1,1-1,0 0,0 0,1 0,0 0,1 0,0 0,0 0,1 0,0-1,1 1,-1-1,2 0,-1 0,1 0,0-1,1 1,0-1,0 0,0-1,1 0,0 0,0 0,1-1,7 4,20 8,-4-7</inkml:trace>
  <inkml:trace contextRef="#ctx0" brushRef="#br0" timeOffset="27064.808">8999 2982,'9'5,"3"1</inkml:trace>
  <inkml:trace contextRef="#ctx0" brushRef="#br0" timeOffset="28281.101">9546 2661,'-13'252,"11"-146,-20 358,22-450,-1 0,1 0,0 0,1 0,0 0,1 0,1 0,3 12,-6-25,0 0,0-1,0 1,0 0,0-1,0 1,0-1,0 1,0 0,0-1,0 1,0 0,0-1,1 1,-1-1,0 1,1 0,-1-1,0 1,1-1,-1 1,0-1,1 1,-1-1,1 1,-1-1,1 0,-1 1,1-1,-1 1,1-1,-1 0,1 0,0 1,-1-1,1 0,0 0,-1 0,1 0,-1 0,1 0,0 0,-1 0,1 0,0 0,-1 0,1 0,0 0,-1 0,1-1,-1 1,1 0,0 0,-1-1,1 1,-1 0,1-1,-1 1,1-1,-1 1,1-1,-1 1,0-1,1 1,-1-1,0 1,1-1,2-11,0 0,-1 0,-1 0,0 0,-1 0,0 0,0-1,-1 1,-1 0,0 0,-1 0,0 1,-1-1,0 1,-1-1,-7-11,-1 0,-1 1,-1 1,0 0,-2 1,-18-17,15 15,10 0,37 18,344 63,-273-44,0-4,37-3,-155-9,1 1,-1 1,1 1,0 0,0 1,0 1,0 1,0 1,1 0,0 2,0 0,1 1,0 0,1 1,0 1,-13 12,27-21,0 0,0 0,0 0,0 0,0 0,0 0,1 1,-1-1,1 1,-1-1,1 1,0 0,0-1,0 1,1 0,-1 0,1 0,-1 0,1-1,0 1,0 0,0 0,0 0,1 0,-1 0,1-1,0 1,0 0,0 0,0-1,0 1,1-1,-1 1,1-1,-1 1,1-1,0 0,0 0,0 0,0 0,1 0,0 0,10 4,1-1,-1-1,1 0,0-1,0-1,0 0,1-1,-1 0,0-1,1-1,-1 0,0-1,0 0,0-1,11-4,-15 4,0 1,0-2,0 1,0-1,-1-1,1 0,-1 0,-1-1,1 0,-1 0,0-1,0 0,-1 0,3-5,-11 14,0 0,0 0,0 0,0 0,0 0,0 0,1 0,-1 0,1 0,-1 0,1 0,0 0,-1 0,1 1,0-1,1 0,-1 0,0 0,1 0,-1 0,1 0,0 0,-1 0,1 0,0 0,0 0,0 0,1 0,-1-1,0 1,1 0,-1-1,1 1,-1-1,1 0,0 1,0-1,-1 0,2 0,5-1,1-1,-1 0,1 0,-1-1,0 0,1 0,-1-1,0-1,-1 1,1-1,0 0,-1-1,0 1,3-4,5-3,-1 0,0-1,-1-1,0 0,-1-1,0 0,-2-1,1 0,-2 0,0-1,-1-1,5-14,5-17,-2-2,-2 0,6-48,-8 41,-3 0,-3-1,-2 0,-3 0,-2 0,-3 1,-2-1,6 50,-1 1,0-1,-1 1,1 0,-1 0,-1 0,0 0,0 0,0 0,0 0,-1 1,0 0,-1 0,1 0,-1 0,0 1,-4-3,7 7,-1 1,1 0,0 0,-1 0,1 0,0 0,-1 0,1 1,0-1,0 1,-1 0,1 0,0-1,0 1,0 1,0-1,0 0,0 0,0 1,0-1,1 1,-1 0,1-1,-1 1,1 0,-1 0,1 0,0 0,0 0,0 0,0 0,0 0,0 1,1-1,-1 0,1 0,0 1,0-1,-7 28,2 1,1-1,1 1,2-1,1 1,1-1,2 1,1-1,1 1,2-1,2 3,52 198,54 119,-110-338,-2 1,2-1,0 1,0-1,1 0,0-1,1 1,5 4,-10-14,-1 0,1 0,0-1,0 1,0-1,0 1,0-1,1 0,-1 0,0 0,1 0,-1 0,0 0,1-1,-1 1,1-1,-1 0,1 0,-1 0,1 0,-1 0,1 0,-1-1,1 1,-1-1,0 0,1 1,-1-1,0 0,0-1,1 1,-1 0,0-1,0 1,1-2,66-62,-52 41,0 0,-2-2,-1 0,7-19,-14 31,-1 13,-5 20,-1-17,0 20,-2-14,0-1,1 1,1 0,-1-1,1 1,1 0,-1 0,1-1,1 1,-1 0,1-1,0 0,1 1,0-1,0 0,1 0,0 0,0-1,0 0,1 1,0-1,0-1,0 1,1-1,0 0,2 1,19 5</inkml:trace>
  <inkml:trace contextRef="#ctx0" brushRef="#br0" timeOffset="28460.627">11111 3209,'-19'-2,"-9"-3,-6-1,-3-2,-3-1,-3-4,6 0</inkml:trace>
  <inkml:trace contextRef="#ctx0" brushRef="#br0" timeOffset="28617.724">10536 2942,'22'0,"22"0,21 0,16 2,12 3,4 1,-4 2,-17-1</inkml:trace>
  <inkml:trace contextRef="#ctx0" brushRef="#br0" timeOffset="28771.858">11298 3423,'0'16,"0"9,0 6,2 0,5-6,5-7,3-9,3-10,-3-6</inkml:trace>
  <inkml:trace contextRef="#ctx0" brushRef="#br0" timeOffset="28961.992">11351 2862,'-7'7,"3"4,1 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1:55.33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 1,'-2'21,"2"0,0-1,1 1,2 0,0 0,1-1,1 0,0 1,2-2,1 1,5 9,-10-24,0-1,0 0,1 0,-1 0,1 0,0-1,0 1,0-1,1 0,-1-1,1 1,-1-1,1 0,0 0,0 0,0 0,0-1,0 0,0 0,1-1,-1 1,0-1,0 0,1-1,-1 1,0-1,0 0,0 0,1 0,-1-1,-1 0,1 0,0 0,0-1,-1 0,1 0,-1 0,0 0,0 0,0-1,-1 0,1 0,0-1,5-9,-1 0,0 0,-2-1,1 0,-2 0,0 0,-1-1,0 0,-1 0,-1 0,0-16,-7-16,4 47,0 1,0 0,0 0,0 0,0 0,0 1,0-1,0 0,0 0,0 0,0 1,0-1,0 1,0-1,0 1,1-1,-1 1,0-1,0 1,0 0,1-1,-1 1,0 0,1 0,-1-1,1 1,-1 0,1 0,-1 0,1 0,-1 0,1 0,0 0,0 0,-1 0,1 0,0 0,0 0,0 0,0 0,0 0,0 0,-3 6,1 0,-1 1,1-1,0 1,1 0,0-1,0 1,1 0,0 0,0 0,1-1,0 1,0 0,1 0,0-1,0 1,1-1,0 0,0 0,0 0,1 0,0 0,1-1,0 0,0 0,0 0,0 0,1-1,0 0,5 4,-1-6,-1 1,1-1,-1-1,1 0,0 0,0-1,0 0,0-1,0 0,-1 0,1-1,0-1,0 0,0 0,-1 0,1-2,-1 1,0-1,0 0,0-1,0 0,-1 0,0-1,0 0,0-1,-1 0,0 0,0 0,-1-1,0 0,0 0,1-5,1 4,-2-1,1 0,-2 0,1 0,-1-1,-1 1,0-1,0-1,-1 1,-1-1,-12 17,7 0,0 0,0 0,0 1,1-1,-1 1,1 0,1 0,-1-1,1 1,0 0,0 0,1 1,0-1,0 0,0 0,1 0,0 0,0 0,0 0,1 0,0-1,0 1,0 0,1-1,0 1,0-1,1 0,-1 0,1 0,0-1,0 1,3 1,14 3,-1-1,2-1,-1-1,0-1,1 0,0-2,0-1,0-1,0 0,1-2,-1 0,16-5,159-20,-195 26,1 0,0-1,-1 0,1 1,-1-1,1 0,-1-1,1 1,-1 0,0-1,1 1,-1-1,0 0,0 1,0-1,0 0,-1 0,1 0,0-1,-1 1,0 0,1-1,-1 1,0-1,0 1,0-1,-1 1,1-1,-1 0,1 1,-1-1,0 0,0 1,0-1,0 0,0-2,1 0,-1 1,0-1,0 0,0 0,-1 1,1-1,-1 0,-1 1,1-1,0 1,-1-1,0 1,0 0,-1 0,1 0,-1 0,0 0,0 0,0 1,0-1,0 1,-1 0,0 0,0 0,1 1,-2-1,1 1,0 0,0 0,-1 0,1 1,-1-1,1 1,-1 0,0 1,1-1,-1 1,0 0,0 0,-3 1,0 2,1 1,1 0,-1 1,1-1,-1 1,1 1,1-1,-1 1,1 0,0 0,0 1,1-1,0 1,0 0,1 0,-1 1,1-1,1 1,0-1,0 1,0 0,1 0,0 0,1 2,-1-6,1 0,-1 0,1-1,0 1,0 0,1 0,-1 0,1-1,0 1,0 0,0-1,0 1,1-1,0 1,-1-1,1 0,0 1,1-1,-1 0,0 0,1-1,0 1,0 0,0-1,0 0,0 1,0-1,0-1,1 1,-1 0,1-1,-1 0,1 1,0-2,1 2,5-1,-1 0,1-1,0 0,0 0,0-1,0 0,0-1,-1 0,1-1,-1 0,1 0,-1-1,0 0,0 0,-1-1,1-1,-1 1,0-1,-1-1,1 1,-1-1,-1 0,1-1,-1 0,-1 0,1 0,-1-1,-1 0,3-5,-18 41,9-23,1-1,0 1,0 0,0 0,1 0,-1-1,1 1,0 0,0 0,0 0,0 0,1 0,-1 0,1 0,0-1,1 1,-1 0,0-1,1 1,0-1,0 1,0-1,0 0,1 0,-1 0,1 0,0 0,0 0,0-1,0 1,0-1,0 0,1 0,-1 0,1-1,1 1,2 0,-1 0,0-1,1 0,-1-1,0 1,1-1,-1-1,1 1,-1-1,1 0,-1 0,0-1,0 0,0 0,0 0,0-1,0 0,-1 0,1-1,-1 1,0-1,0 0,0 0,0-1,0 0,5-7,0-1,0 1,-2-2,1 1,-2-1,0 0,0-1,-2 0,4-10,-9 23,10-15,-17 90,4-56,1-1,0 1,1-1,1 1,1 0,1-1,0 1,3 8,-5-22,1-1,0 1,0-1,0 1,1 0,-1-1,0 0,1 1,0-1,0 0,-1 0,1 0,0 0,1 0,-1 0,0-1,0 1,1-1,-1 0,1 1,0-1,-1 0,1 0,0-1,-1 1,1-1,0 1,0-1,-1 0,1 0,0 0,0 0,0 0,-1-1,1 0,0 1,0-1,-1 0,1 0,-1 0,1-1,0 1,22-11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1:55.51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121 3,'-16'-3,"-7"5,-3 6,4 8,3 7,5-2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1:56.28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340 128,'-4'-7,"0"0,0 0,0 0,-1 1,0-1,-1 1,1 1,-1-1,0 1,-1 0,1 0,-1 1,0-1,0 2,-1-1,1 1,-1 0,1 1,-1-1,0 2,0-1,0 1,0 0,0 1,0 0,0 0,0 0,0 1,0 1,0-1,0 1,0 1,-5 2,6-2,0 0,0 1,1 0,-1 0,1 1,0-1,0 1,1 1,-1-1,1 1,0 0,1 0,-1 1,1-1,1 1,-1 0,1 0,-1 5,3-10,1 0,0 0,0 0,0 0,0 0,0 1,1-1,-1 0,1 0,-1 0,1 0,0 0,-1 0,1 0,0 0,1 0,-1-1,0 1,0 0,1-1,-1 1,1-1,-1 1,1-1,0 0,0 1,-1-1,1 0,0 0,0 0,0-1,0 1,0 0,0-1,2 1,77 8,-67-9,-1-1,1 0,-1-1,1-1,-1 0,0-1,0 0,0-1,0 0,-1-1,0-1,0 0,-1 0,1-1,-2-1,1 0,3-4,6-30,-25 64,1 0,1 0,0 0,2 0,0 1,2 2,-2 11,1 71,-9 111,8-209,0 0,-1 0,0-1,0 1,-1-1,0 1,0-1,0 0,-1 0,0 0,-3 3,-7 4</inkml:trace>
  <inkml:trace contextRef="#ctx0" brushRef="#br0" timeOffset="978.224">487 289,'51'-176,"-24"97,-25 76,0 0,0 1,1-1,-1 1,0 0,1 0,0 0,-1 0,1 0,0 0,0 1,0 0,0-1,0 1,1 0,-1 0,0 1,0-1,1 1,-1-1,0 1,1 0,-1 1,0-1,1 0,-1 1,0 0,0 0,1 0,-1 0,0 0,0 0,1 2,5-1,9 2,0 1,0 0,-1 1,0 1,0 1,4 3,-15-8,-1 0,0 1,0 0,0 0,0 0,-1 0,1 1,-1 0,-1 0,1 0,0 0,-1 0,0 1,-1 0,1-1,-1 1,0 0,0 0,-1 1,1 1,-10 128,10-132,0 0,1 0,-1 0,1-1,0 1,0-1,0 1,1-1,-1 0,1 0,0 0,0-1,0 1,0-1,0 0,0 0,1-1,-1 1,0-1,1 0,0 0,-1 0,1-1,-1 0,1 0,0 0,-1 0,1-1,0 1,0-1,9 1,1-1,0-1,0 0,-1-1,1 0,-1-1,0 0,0-2,0 0,7-4,-15 7,0 0,0-1,0 0,0 0,0-1,-1 0,0 0,0 0,0 0,-1-1,0 0,0 0,0 0,-1 0,1-1,-2 1,1-1,-1 0,0 0,0 0,-1 0,1-4,-2 7,0 0,0 0,-1 0,1 0,-1 1,0-1,0 0,0 1,0-1,-1 1,1-1,-1 1,0-1,0 1,0 0,-1 0,1 0,-1 0,1 1,-1-1,0 1,0-1,0 1,-1 0,1 0,0 0,-1 1,1-1,-1 1,0 0,1 0,-1 0,0 0,0 1,1 0,-1-1,0 1,0 1,0-1,0 1,1-1,-1 1,0 0,1 0,-1 1,0-1,1 1,0-1,-1 1,1 0,0 1,0-1,0 1,-1 0,1 1,0 0,0 0,0 0,0 0,0 1,1-1,0 1,0-1,0 1,1 0,0 0,-1 0,2 0,-1 0,1 0,-1 0,1 0,1 0,-1 0,1 0,0 0,0 0,0 0,1-1,-1 1,1 0,0-1,1 1,-1-1,1 1,0-1,0 0,0 0,1-1,-1 1,1-1,0 0,0 0,0 1,10 3,0 1,0-2,0 0,1-1,0 0,0-1,0 0,0-2,1 0,-1 0,1-2,0 0,-1 0,1-2,-1 0,1 0,-1-2,10-3,-16 4,-1 0,0 0,1-1,-1 0,-1-1,1 1,-1-2,0 1,0-1,0 0,-1 0,0-1,0 0,0 0,-1 0,0-1,-1 0,0 0,0 0,0 0,-1-1,-1 1,1-1,-1 0,0-2,-4-2,-6 33,6-14,0-1,1 1,-1 0,1 0,0 0,1 0,-1 0,1 0,0 0,1 0,0 0,0 0,0 0,0 0,1 0,0 0,1-1,-1 1,1-1,0 0,0 1,0-1,1-1,0 1,0 0,0-1,1 0,-1 0,1 0,0-1,2-1,0 0,0-1,0 1,0-2,0 1,0-1,0 0,0 0,0-1,0 0,0 0,0-1,-1 0,1 0,0-1,-1 1,0-2,1 1,-1 0,0-1,-1 0,1-1,-1 1,0-1,0 0,0-1,-1 1,1-1,-1 0,-1 0,1 0,-1 0,0 0,-1-1,1 0,-1 1,-1-1,1-4,0-2,-6 37,4-18,0 0,0 0,0 0,1 0,0-1,0 1,1 0,-1-1,1 1,1-1,-1 1,1-1,0 0,0 0,0 0,1-1,-1 1,1-1,0 0,1 0,-1 0,1 0,7 5,1-1,0-1,0 0,0-1,1-1,-1 0,1 0,11 1,96 15,5-8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1:51.58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279 939,'2'-9,"-2"-1,1 0,-1 1,-1-1,0 0,0 1,-1-1,0 1,-1 0,0 0,-3-8,4 14,1-1,-1 1,1 0,-1 0,0 0,0 0,-1 0,1 0,-1 0,1 1,-1-1,0 1,0 0,0-1,0 1,0 1,0-1,-1 0,1 1,-1 0,1 0,-1 0,1 0,-1 0,0 1,1 0,-1 0,0 0,1 0,-1 0,-2 1,-4 3,0 0,0 1,0 0,1 1,0 0,0 0,0 1,1 0,0 0,0 1,1 0,0 1,0 0,1 0,0 0,1 1,0-1,1 1,0 1,0-1,-2 11,5-20,0 1,1-1,-1 1,1 0,-1-1,1 1,-1-1,1 1,0 0,0 0,-1-1,1 1,1 0,-1-1,0 1,0 0,1-1,-1 1,1 0,-1-1,1 1,0-1,-1 1,1-1,0 1,0-1,0 0,0 1,0-1,1 0,-1 0,0 0,1 0,-1 0,0 0,1 0,-1 0,1 0,-1-1,1 1,1 0,6-2,-1 0,1-1,-1 0,1-1,-1 1,0-1,0-1,0 0,-1 0,1 0,-1-1,0 0,0-1,0 1,2-4,-9 8,27-21,-1-2,-1-1,-2-2,0 0,-2-1,-1-1,-1-1,-2 0,0-2,-3 0,0 0,-3-2,0 1,-2-1,-2-1,-1 0,-1 1,-3-2,0 1,-3-10,-18-36,18 80,0 0,0-1,-1 1,1 0,-1 0,1 0,-1 1,1-1,-1 0,1 0,-1 1,1-1,-1 1,0 0,0-1,1 1,-1 0,0 0,1 0,-1 0,0 0,0 0,1 1,-1-1,0 1,1-1,-1 1,1-1,-1 1,1 0,-1 0,1 0,-1 0,1 0,0 0,-1 0,1 0,0 1,0-1,0 0,0 1,0-1,0 1,0-1,1 1,-1-1,0 1,1 0,-21 29,3 2,0 0,2 1,1 1,2 0,2 1,1 0,1 1,0 15,1-15,1 1,2 0,1 1,2-1,2 19,0-51,1 0,0 0,-1 0,2 0,-1 0,1 0,0 0,0 0,1 0,-1-1,1 1,0-1,1 0,0 0,-1 0,2 0,-1-1,0 1,1-1,0 0,0-1,0 1,0-1,6 3,4-2,0 0,0-1,0 0,0-1,1-1,-1-1,1 0,-1-1,0 0,1-2,-1 0,0 0,0-1,-1-1,1-1,-1 0,0 0,0-2,-1 1,0-2,-1 0,0 0,2-3,-7 6,0-1,-1 1,1-1,-2 0,1-1,-1 1,0-1,0 0,-1-1,0 1,-1-1,0 1,0-1,-1 0,0 0,0 0,-1-1,0 1,-1 0,0 0,-1-1,0 1,0 0,-1 0,0 0,-2-6,4 13,-1 0,1 1,-1-1,1 0,-1 1,1-1,-1 1,0-1,0 1,0-1,0 1,0-1,0 1,0 0,0 0,-1-1,1 1,0 0,-1 0,1 0,-1 1,1-1,-1 0,1 0,-1 1,0-1,1 1,-1-1,0 1,1 0,-1 0,0 0,0 0,1 0,-1 0,0 0,1 1,-1-1,0 0,1 1,-1 0,0-1,1 1,-1 0,1 0,-1 0,1 0,0 0,-1 0,1 0,-6 11,1-1,1 2,0-1,0 0,1 1,1 0,0 0,1 0,1 0,0 1,0-1,1 0,1 6,-1-9,1 1,-1-1,2 1,-1 0,2-1,-1 0,1 0,1 0,0 0,0 0,1 0,0-1,1 0,0 0,0-1,1 0,0 0,0 0,1-1,0 0,1 0,-1-1,1 0,0-1,1 0,-1 0,1-1,0 0,0-1,0 0,1-1,-1 0,1 0,-1-1,8 0,-1-5,1 0,-1-1,-1 0,1-1,-1-1,0-1,-1 0,1-1,-2-1,1 0,-1-1,-1-1,0 0,-1-1,0 0,-1 0,0-2,-2 1,1-1,-2-1,0 1,0-3,17-40,-3-2,-3-1,-2 0,-3-1,6-61,18-191,-46 243,8 71,-1-1,0 0,0 1,0-1,1 1,-1-1,0 1,0 0,0-1,0 1,0 0,0 0,0-1,0 1,0 0,0 0,0 0,1 0,-1 0,0 0,0 1,0-1,0 0,0 0,0 1,0-1,0 0,0 1,1-1,-1 1,0-1,0 1,0 0,1-1,-1 1,0 0,1-1,-1 1,1 0,-1 0,1 0,-1 0,-13 15,1 1,1 1,1 0,0 0,1 1,1 0,1 1,1 0,0 0,2 1,-1 4,-2 8,2 0,0 0,3 0,1 1,1 0,2-1,1 1,1-1,3 0,0 0,2 0,2-1,0 0,3 0,0-2,2 1,1-2,2 0,0-1,2-1,19 20,-29-36,1-1,-1-1,1 0,1 0,0-1,0 0,1-1,-1-1,2 0,-1 0,1-1,-1-1,2 0,-11-4,1 0,-1 0,0 0,0 0,1 0,-1-1,0 0,0 0,0 0,0 0,0-1,0 1,0-1,0 0,-1 0,1-1,-1 1,1-1,-1 1,0-1,0 0,0-1,-1 1,1 0,-1-1,1 1,-1-1,0 0,-1 0,2-3,5-12,-2 0,0 0,-1 0,-1-1,1-17,2-82,-7 119,0 0,0-1,0 1,0 0,0-1,1 1,-1 0,0-1,0 1,0 0,0-1,0 1,0 0,0-1,0 1,0 0,0-1,0 1,0 0,0-1,0 1,-1 0,1-1,0 1,0 0,0-1,0 1,-1 0,1 0,0-1,0 1,-1 0,1 0,0-1,0 1,-1 0,1 0,0 0,-1-1,1 1,0 0,-1 0,1 0,0 0,-1 0,1 0,0 0,-1 0,1 0,0 0,-1 0,1 0,0 0,-1 0,1 0,0 0,-1 0,1 0,0 0,-1 1,1-1,0 0,-1 0,1 0,0 1,0-1,-13 21,8-7,1-1,0 1,1 0,1-1,0 1,1 1,0-1,1 0,1 4,-1-12,1 0,0 0,0-1,0 1,1 0,0 0,0-1,0 1,1-1,0 0,0 0,0 0,0 0,1 0,0-1,0 1,0-1,1 0,-1 0,1-1,0 1,0-1,2 0,3 2,1-2,-1 1,1-1,0-1,0 0,0 0,1-1,-1-1,0 0,11-1,18-4</inkml:trace>
  <inkml:trace contextRef="#ctx0" brushRef="#br0" timeOffset="268.024">1148 338,'-16'-3,"-18"0,-12 0,2 1,11 0,25 1,33 3,32 1,29 0,21-3,-8-1</inkml:trace>
  <inkml:trace contextRef="#ctx0" brushRef="#br0" timeOffset="1430.617">1830 1032,'69'-194,"-58"161,-2-1,-2 0,-1 0,-1-8,-4 41,-1 0,1 0,-1 0,1-1,-1 1,1 0,-1 0,0-1,0 1,0 0,1 0,-1-1,0 1,-1 0,1-1,0 1,0 0,0 0,-1-1,1 1,-1 0,1 0,-1-1,1 1,-1 0,0 0,0 0,1 0,-1 0,0 0,0 0,0 0,0 1,0-1,0 0,0 0,0 1,-1-1,1 1,0-1,0 1,-1-1,1 1,0 0,0 0,-1-1,1 1,0 0,-1 0,1 0,0 1,0-1,-1 0,1 0,0 1,0-1,-1 1,0-1,1 1,-1-1,1 1,-1 0,1-1,-1 1,1 0,-1 0,1 0,0 0,0 0,-1 0,1 1,0-1,0 0,0 0,0 1,0-1,1 1,-1-1,0 1,1-1,-1 1,1 0,0-1,-1 1,1-1,0 1,0 0,0-1,0 1,0 0,0-1,0 1,1 0,-1-1,1 1,-1-1,1 1,0-1,-1 1,1-1,1 2,6 1,0-1,0 1,1-1,0-1,-1 0,1 0,0 0,0-1,0-1,0 0,0 0,22 3,-20-4,0 1,0 1,0 0,0 1,0 0,-1 0,1 1,-1 1,1 0,-1 0,0 1,-1 0,1 1,-1 0,0 0,0 1,-1 1,0-1,0 1,-1 0,5 8,15 77,-14-36,-12-55,-1 0,1 0,0 0,0 0,0 0,0 0,0 0,0 0,1 0,-1-1,1 1,-1-1,1 1,-1-1,1 1,0-1,0 0,0 0,0 0,-1 0,1 0,1 0,-1-1,0 1,0-1,0 1,0-1,0 0,0 0,1 0,-1 0,0 0,0 0,0-1,0 1,0-1,1 1,-1-1,0 0,1 0,77-48,-70 38,0 0,-2 0,1-1,-1 0,-1-1,0 1,-1-1,0-1,-1 1,0-1,-1 0,-1 0,0 0,-1 0,-1-1,0-12,-13 110,12-74,0 0,0 0,1-1,0 1,0 0,1-1,0 1,1-1,-1 0,2 0,-1 0,1 0,0 0,1-1,0 0,0 0,1 0,-1 0,2-1,-1 0,1-1,-1 1,1-1,1 0,-1-1,1 0,0 0,3 1,-3-2,1 1,-1-1,1-1,-1 0,1 0,0-1,0 0,0 0,0-1,-1 0,1-1,0 0,0 0,0-1,-1 0,1 0,0-1,-1 0,0-1,0 0,0 0,0-1,-1 0,0 0,0 0,0-1,-1 0,0-1,0 0,0 0,4-7,-4-2,0-1,-1 0,-1 0,-1 0,-1-1,0 1,-1-1,-1 1,0-1,-2-7,1 5,16 138,-14-112,-1 0,1 0,0 0,0 0,1 0,0 0,0-1,0 1,1-1,-1 1,2-1,-1 0,0 0,1 0,0 0,0-1,0 0,1 0,-1 0,1 0,0 0,0-1,1 0,-1 0,0-1,1 1,0-1,-1-1,1 1,0-1,0 0,0 0,0 0,0-1,1 0,5-3,-1-1,0-1,0 1,-1-2,1 0,-1 0,-1 0,1-1,-1-1,0 0,-1 0,1 0,-2-1,1-1,-1 1,-1-1,0 0,0-1,-1 1,0-1,-1 0,0 0,-1-1,0 1,-1-3,2-2,-5 16,-1 5,0-1,0 1,0 0,1 0,0 0,0 0,0 0,0 0,1 0,0 0,0 0,0 0,1 0,-1 1,1-1,1 0,-1-1,1 1,-1 0,2 0,-1-1,0 1,1-1,0 0,0 1,0-1,0-1,1 1,-1 0,1-1,0 0,0 0,1 0,-1 0,1-1,1 0,0 0,0-1,0 0,0 0,0-1,1 0,-1 0,0 0,0-1,0 0,1 0,-1-1,0 1,0-1,-1 0,1-1,0 0,-1 0,1 0,-1 0,0-1,0 0,-1 0,1 0,-1-1,0 1,3-5,2-2,0 0,-2-1,1 0,-1 0,-1 0,-1-1,1 0,-2 0,0-1,0 1,-2-1,1 0,-3 5,-3 33,-5 104,8-121,1 0,0 1,0-1,0 0,1 0,0 0,1 0,0 0,0-1,0 1,1-1,-1 0,2 1,-1-2,1 1,1 1,13 8</inkml:trace>
  <inkml:trace contextRef="#ctx0" brushRef="#br0" timeOffset="2212.694">3541 217,'21'15,"0"-2,-1 1,0 1,-1 1,-1 1,0 0,-1 1,-2 1,1 1,-2 0,4 8,-3 8,-1 0,-2 1,-2 1,-1-1,2 22,28 107,5-79,-42-85,-1 0,1 1,0-1,-1-1,1 1,0 0,0 0,1-1,-1 1,0-1,0 1,1-1,-1 0,1 0,-1 0,1-1,-1 1,1 0,0-1,-1 0,1 0,0 0,-1 0,1 0,0 0,-1 0,1-1,0 0,-1 1,1-1,-1 0,1 0,-1 0,1-1,6-6,0-1,-1 1,-1-1,1-1,-2 1,1-1,-1-1,-1 1,1-1,-2 0,0 0,0 0,-1-1,0 1,-1-1,0 0,-1 1,-1-12,4-35,-4 76,6 90,-5-104,-1 0,2 1,-1-1,0 0,1 0,0 0,0-1,0 1,0 0,1-1,0 1,-1-1,1 0,0 0,0 0,1 0,-1 0,1-1,-1 0,1 0,0 0,0 0,0 0,0-1,4 2,1-3,1 1,0-1,0-1,-1 1,1-2,0 1,-1-1,1-1,-1 0,0 0,0-1,0 0,0-1,-1 0,1 0,-1 0,-1-1,1-1,0 0,-7 6,0 1,0-1,-1 1,1 0,0-1,0 1,0 0,0 0,-1 0,1 0,0-1,0 1,0 0,0 1,0-1,0 0,-1 0,1 0,0 0,0 1,0-1,-1 0,1 1,0-1,0 1,-1-1,1 1,0-1,0 1,-1-1,1 1,-1 0,1-1,-1 1,1 0,-1-1,1 1,-1 0,0 0,1 0,-1-1,0 1,0 0,1 0,-1 0,0 0,8 12,-4-9,1-1,-1 1,1-1,0 0,0 0,0-1,1 1,-1-1,0-1,1 1,-1-1,1 1,0-2,-1 1,1-1,0 0,0 0,-1 0,1-1,0 0,-1 0,1 0,-1-1,1 0,-1 0,0 0,0 0,0-1,0 0,0 0,0-1,-1 1,0-1,1 0,-1 0,-1-1,1 1,-1-1,0 1,0-1,0 0,1-4,-1 0,-1 0,0 1,-1-1,0 0,-1 1,1-1,-2 0,1 0,-1 0,-1 1,1-1,-2 0,1 1,-1 0,-2-5,3 8,0 1,0-1,0 0,-1 1,0-1,0 1,0 0,0 0,-1 0,0 1,1-1,-1 1,0 0,-1 0,1 0,-1 0,1 1,-1 0,0 0,0 0,0 1,0-1,0 1,0 0,0 1,-4-1,2 3,-1-1,1 1,0 1,0 0,0 0,0 0,1 1,-1 0,1 0,0 0,0 1,1 0,-1 0,1 1,0-1,0 1,1 0,0 1,0-1,0 1,1 0,0-1,0 2,1-1,0 0,0 0,1 1,0-1,0 1,0-1,1 1,0-1,1 1,0-1,0-3,0 0,0 0,1 0,-1-1,1 1,0-1,0 1,1-1,-1 0,0 0,1 0,0 0,0 0,0 0,0-1,0 0,1 1,-1-1,1 0,-1-1,1 1,0-1,-1 1,1-1,0 0,0-1,0 1,0-1,2 1,26 3</inkml:trace>
  <inkml:trace contextRef="#ctx0" brushRef="#br0" timeOffset="2488.059">4731 217,'-7'-12,"-1"1,0 0,-1 1,0 0,0 1,-1-1,-1 2,1 0,-1 0,-8-4,13 9,1 0,0 1,-1 0,1 0,-1 0,0 1,0 0,1 0,-1 0,0 1,0-1,0 2,0-1,0 1,0-1,1 2,-1-1,0 0,1 1,-1 0,1 1,-1-1,1 1,0 0,0 1,0-1,0 1,1-1,-1 1,1 0,0 1,1-1,-1 1,1 0,-1 0,1 0,1 0,-1 0,1 0,0 1,0 0,1-1,-1 1,1 0,0-1,1 1,0 0,0 0,0 0,0 0,2 4,1 8,1 0,1 0,1-1,0 0,1 0,1-1,8 13,15 23,1 1,-3 2,-2 0,-2 5,-24-58,1 7,1-1,0 0,0 1,0-1,1-1,0 1,1-1,0 1,0-1,0-1,1 1,0-1,1 0,-1 0,1-1,5 4,92 24,-48-23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5:48.212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14934,'20'2,"17"1,14 0,11-1,9 0,5-1,3-1,3 3,-4 4,-7 7,-14 0</inkml:trace>
  <inkml:trace contextRef="#ctx0" brushRef="#br0" timeOffset="13232.737">21631 15161,'96'-75,"-91"72,0 0,1 1,-1-1,0 1,1 0,0 1,-1-1,1 1,0 0,0 0,0 1,0 0,0 0,-1 0,1 1,0 0,0 0,0 0,0 1,1 3,0 0,-1 1,0 0,0 0,0 0,-1 0,0 1,0 0,0 0,-1 1,0-1,-1 1,0 0,0 0,0 0,-1 0,0 0,-1 1,0-1,0 3,8 49,17 56,-24-113,-1-1,0 1,1 0,0-1,0 1,-1-1,2 1,-1-1,0 0,0 0,1 0,-1 0,1 0,-1 0,1-1,0 0,0 1,0-1,-1 0,1 0,0 0,0-1,1 1,-1-1,0 0,0 1,0-1,0-1,0 1,0 0,3-2,6 0,-1-2,0 1,0-2,0 1,0-1,-1-1,9-6,4-3,-1-1,-1-1,-1-1,-1 0,0-2,-2 0,0-1,9-15,-6-7,-31 47,9-1,-1 0,1 0,1 0,-1 1,0-1,1 0,0 1,0 0,0-1,0 1,0 0,1-1,0 1,-1 0,1 0,1-1,-1 1,1 0,-1 0,1-1,0 1,0-1,1 1,-1-1,1 1,-1-1,1 0,0 1,1-1,-1 0,0-1,1 1,0 0,-1-1,1 1,0-1,0 0,1 0,-1 0,0 0,1-1,-1 1,2-1,13 6,0 0,-1-2,2-1,-1 0,1-1,-1-1,1 0,0-2,-1 0,1-1,0-1,-1-1,1 0,-1-1,0-2,12-4,-24 8,0-1,0 1,0-1,0-1,0 1,-1-1,0 0,1 0,-2 0,1-1,0 0,-1 0,0 0,0 0,0-1,-1 0,0 1,0-1,-1 0,1-1,-1 1,0 0,-1-1,0 1,0-1,0 1,-1-6,-5 34,5-14,0 0,1 1,0-1,0 0,1 0,0 1,0-2,1 1,0 0,1 0,0-1,0 0,0 1,1-2,0 1,0 0,1-1,-1 0,2-1,-1 1,0-1,1 0,0-1,0 1,1-1,-1-1,1 1,0-1,0-1,0 0,0 0,0 0,0-1,1 0,-1-1,0 0,1 0,-1-1,0 0,1 0,-1-1,2 0,0-5,1 0,-1-1,0 1,-1-2,0 0,0 0,-1 0,0-1,-1 0,0-1,-1 0,0 0,0 0,-1-1,-1 0,0 0,0 0,-2 0,1 0,-1-1,-1-9,-10 69,10-39,0 0,0-1,0 1,1-1,0 1,0-1,1 0,0 0,0 0,0 0,1 0,0-1,1 0,0 0,-1 0,2 0,-1-1,1 0,0 0,0 0,2 1,34 22</inkml:trace>
  <inkml:trace contextRef="#ctx0" brushRef="#br0" timeOffset="15597.671">27353 15402,'0'-9,"0"0,0 1,-1-1,0 0,0 1,-1-1,0 1,-1 0,0-1,0 1,-1 0,0 1,0-1,-1 1,0 0,0 0,0 0,-1 1,0 0,-1 0,1 0,-1 1,0 0,-1 0,1 1,-1 0,0 0,0 1,0 0,0 0,0 1,-1 0,1 0,-1 1,0 0,3 1,1 0,-1 0,1 0,-1 0,0 1,1 0,0 0,-1 1,1 0,0-1,-1 2,1-1,1 1,-1-1,0 1,0 1,1-1,0 1,0-1,0 1,0 0,0 1,1-1,0 1,0-1,0 1,1 0,-1 0,1 0,0 1,1-1,-1 0,1 1,0-1,0 1,1-1,0 1,0 0,0-1,1 5,1-4,1 0,0-1,0 1,1-1,-1 0,1 0,0 0,1 0,-1-1,1 1,0-1,0-1,0 1,0-1,1 1,-1-1,1-1,0 1,1-1,118 28,-115-28,1 0,-1-1,0 0,0-1,0 0,0-1,0 0,0 0,0-1,0-1,0 0,0 0,-1 0,1-1,-1-1,0 0,-1 0,1-1,-1 0,0 0,0-1,-1 0,0 0,0-1,-1 0,0 0,0 0,4-9,-7 9,-1 0,0 0,0 0,0 0,-1-1,0 1,-1 0,0-1,0 1,-1-1,0 1,-1 0,1-1,-2 1,1 0,-1 0,0 1,-1-1,1 0,-2 1,-2-4,7 11,-1-1,1 0,-1 1,1-1,-1 0,0 1,1-1,-1 1,0-1,0 1,1-1,-1 1,0 0,0-1,0 1,0 0,1 0,-1-1,0 1,0 0,0 0,0 0,0 0,0 0,0 0,1 0,-1 1,0-1,0 0,0 0,0 1,1-1,-1 1,0-1,0 0,0 1,1 0,-1-1,0 1,1-1,-1 1,1 0,-1-1,0 1,1 0,-1 0,-16 41,15-34,1 1,0-1,0 1,1-1,0 1,0-1,1 1,0-1,1 1,0-1,0 0,1 0,-1 0,2 0,-1 0,1-1,1 1,-1-1,1 0,0 0,1-1,0 0,0 0,0 0,1-1,-1 1,1-2,1 1,-1-1,1 0,-1 0,8 1,-5-1,1 0,-1-1,1-1,-1 0,1 0,0-1,0-1,-1 0,1 0,0-1,0 0,-1-1,1 0,-1-1,1 0,-1-1,0 0,0 0,0-1,-1 0,0-1,0 0,0-1,-1 0,0 0,0 0,-1-1,0 0,0-1,-1 0,3-5,-4 7,-1 0,-1-1,1 0,-1 0,0 0,-1 0,0 0,0 0,-1-1,0 1,-1-1,0-6,0 15,-1 0,0 0,1 0,-1 0,0 0,1 0,-1 0,0 0,1 0,-1 0,0 1,1-1,-1 0,0 0,1 1,-1-1,1 0,-1 1,1-1,-1 1,1-1,-1 1,1-1,-1 1,1-1,-1 1,1-1,0 1,-1-1,1 1,0 0,0-1,-1 1,1 0,0-1,0 1,0 0,0-1,0 1,0 0,0-1,0 1,0 0,0-1,0 1,0 0,1 0,-3 5,1 1,0 0,0 0,1 0,-1 0,2 0,-1 0,1 0,0 0,0 0,1 0,0 0,0-1,1 1,0-1,0 1,0-1,1 0,0 0,0-1,0 1,1-1,0 0,0 0,0 0,1-1,-1 0,6 3,-1-1,0-1,0 0,0 0,1-1,0 0,0-1,0 0,0-1,1 0,-1-1,1 0,-1-1,0 0,1-1,-1 0,1-1,-1 0,0-1,0 0,0-1,0 0,-1 0,0-1,0-1,0 0,0 0,-1-1,0 0,0-1,-1 0,0 0,-1-1,2-1,37-65,-50 85,0 1,1-1,0 1,1 0,0 0,1 0,0-1,1 3,0-9,0 0,1-1,-1 1,1 0,0 0,0-1,0 1,0-1,1 1,0-1,-1 1,1-1,0 0,1 0,-1 0,1 0,-1 0,1-1,0 1,0-1,0 0,0 0,0 0,0 0,3 1,2 0,0 1,1-2,0 1,0-1,-1 0,1-1,0 0,0-1,1 1,-1-2,0 1,0-1,0-1,-1 0,1 0,0 0,-1-1,1-1,-1 1,0-1,0-1,0 0,-1 0,1 0,-1-1,-1 0,1 0,-1-1,0 0,0 0,-1 0,1-2,-1 1,0 0,-1-1,0 0,0 0,-1 0,0 0,0-1,-1 1,-1-1,1 1,-1-1,-1 0,0 1,-1-1,1 0,-2-1,2 10,-1 0,1 0,-1 0,1 0,-1 0,0 0,0 0,1 0,-1 0,0 0,0 1,0-1,0 0,0 1,0-1,0 0,0 1,0-1,0 1,0 0,0-1,0 1,0 0,-1 0,1-1,0 1,0 0,0 0,0 0,-1 1,1-1,0 0,0 0,0 1,0-1,0 0,0 1,0-1,0 1,0-1,0 1,0 0,0 0,0-1,0 1,0 0,0 0,1 0,-1 0,0 0,1 0,-1 0,1 0,-1 0,1 0,-1 0,1 0,0 1,-4 4,1 0,-1 0,2 1,-1-1,1 1,0-1,0 1,1 0,0-1,0 1,0 0,1 0,0 0,1 0,-1 0,1-1,1 1,-1 0,1-1,0 1,1-1,0 1,0-1,0 0,0 0,1 0,0-1,0 1,1-1,0 0,4 3,13 10,1-2,1-1,1-1,0 0,1-2,0-2,0 0,1-1,1-2,-1-1,1-1,7 0,59 9</inkml:trace>
  <inkml:trace contextRef="#ctx0" brushRef="#br0" timeOffset="14451.213">24011 15094,'5'-8,"1"1,0-1,0 1,0 0,1 1,0-1,0 1,1 1,0-1,0 2,0-1,1 1,-1 0,1 0,0 1,0 0,0 1,0 0,2 0,-7 2,-1 0,1 1,0-1,0 0,-1 1,1 0,0 0,-1 0,1 0,-1 1,1-1,-1 1,0 0,0 0,1 0,-1 0,-1 1,1-1,0 1,-1 0,1 0,-1 0,0 0,0 0,0 0,0 1,-1-1,1 1,0 1,26 111,-28-111,28 162,-27-164,0-1,0 1,0-1,0 0,0 1,0-1,0 0,1 0,-1 0,1 0,0 0,0 0,-1-1,1 1,0 0,0-1,1 0,-1 1,0-1,0 0,1 0,-1 0,0 0,1-1,-1 1,1-1,-1 1,1-1,-1 0,1 0,-1 0,1 0,0-1,-1 1,0-1,1 1,1-2,6-3,0-1,0 0,-1-1,0 0,0-1,0 0,-1 0,0-1,-1 0,0 0,0-1,-1 0,0 0,-1 0,0-1,-1 0,0 0,-1 0,0 0,0-1,-2 1,1-1,-1-5,-3-11,-3 24,-1 18,3-7,1 1,0-1,1 1,0 0,0-1,1 1,-1 0,2 0,-1-1,1 1,0 0,1-1,0 1,0-1,1 0,0 1,0-1,0-1,1 1,0 0,0-1,1 0,0 0,0 0,1 0,-1-1,1 0,0 0,0-1,1 1,0-1,-1-1,1 1,0-1,7 2,-8-4,0 1,1 0,-1-1,0 0,1-1,-1 0,0 0,1 0,-1 0,1-1,-1 0,0-1,0 1,0-1,0 0,0-1,0 1,0-1,-1-1,1 1,-1-1,0 0,0 0,0 0,-1 0,0-1,1 0,-2 0,1 0,0-1,-1 1,0-1,0 0,-1 1,0-1,0-1,1-3,-1 1,0 0,0-1,-1 1,0-1,-1 0,0 1,-1-1,0 1,-1-3,2 12,0 0,-1 0,1-1,-1 1,1 0,0 0,-1-1,1 1,-1 0,1 0,-1 0,1 0,-1-1,1 1,0 0,-1 0,1 0,-1 0,1 0,-1 0,1 0,-1 1,1-1,-1 0,1 0,0 0,-1 0,1 1,-1-1,1 0,-1 0,1 1,0-1,-1 0,1 0,0 1,-1-1,1 1,0-1,0 0,-1 1,1-1,0 1,0-1,0 0,-1 1,1-1,0 1,0-1,0 1,0-1,0 1,0-1,0 1,0-1,0 0,0 1,0-1,0 1,0-1,1 1,-1-1,0 1,0-1,0 0,1 1,-2 4,0 1,1-1,-1 1,1-1,1 1,-1-1,1 0,0 1,0-1,1 0,-1 1,1-1,0 0,1 0,-1 0,1-1,0 1,0-1,0 1,1-1,0 0,0 0,0-1,0 1,0-1,3 2,7 5,1-1,0 0,1-1,-1-1,2-1,-1 0,16 4,-6-4,0 0,1-2,0-1,-1-1,1-1,0-1,0-2,0 0,0-2,-1-1,0-1,17-7,29-36,-70 47,0 1,-1-1,1 0,-1 0,0 0,1 0,-1 0,0 0,0 0,0 0,0 0,0 0,-1-1,1 1,-1 0,0-1,1 1,-1 0,0-1,0 1,0 0,-1-1,1 1,-1 0,1 0,-1-1,0 1,1 0,-1 0,0 0,-1 0,1 0,0 0,-1 0,0-1,-5-2,1 1,-1 0,0 0,-1 1,1 0,-1 0,1 1,-1-1,0 2,0-1,0 1,0 0,0 1,0 0,0 0,0 1,0 0,0 0,-6 3,9-4,-1 1,1-1,0 1,-1 1,1-1,0 1,0 0,0 0,0 0,0 1,0 0,0 0,1 0,0 0,-1 1,1-1,1 1,-1 0,0 1,1-1,0 1,0-1,0 1,1 0,0 0,-2 4,4-7,0 1,0 0,0-1,1 1,-1-1,1 1,-1 0,1-1,0 1,0-1,0 0,0 1,0-1,1 0,-1 0,1 0,0 1,-1-2,1 1,0 0,0 0,0-1,0 1,0-1,1 1,-1-1,0 0,1 0,-1 0,3 1,78 18,-68-18,0 1,1-2,-1 0,0-1,0 0,0-2,1 1,-1-2,0 0,-1-1,1 0,-1-1,0-1,0 0,0-1,6-5,-17 10,0-1,0 0,0 0,0-1,0 1,-1-1,1 1,-1-1,0 0,0 0,-1 0,1 0,-1 0,0 0,0 0,0 0,0-1,-2 12,0-1,1 0,-1 1,1-1,0 0,1 0,0 1,0-1,0 0,0 0,1 0,0 0,1 2,1-3,-1 0,1 1,-1-1,2-1,-1 1,0-1,1 1,0-1,0 0,0-1,0 1,1-1,-1 0,1-1,0 1,0-1,0 0,0-1,0 1,0-1,0-1,1 1,-1-1,0 0,6 0,3-2,1 0,-1-1,1 0,-1-2,0 1,-1-2,1 0,-1-1,12-7,-12 4,0 0,-1-1,0-1,-1 0,0-1,-1 0,0 0,-1-1,-1-1,4-8,-12 24,0 0,0 0,0 0,0 0,0 0,-1 0,1 0,0 0,-1 0,1 0,-1 0,1 0,-1 0,0 1,1-1,-1 0,0 0,0 0,0 1,0-1,0 0,0 0,0 0,0 1,-1-1,1 0,0 0,-1 0,1 0,-1 1,0-1,1 1,-1 5,0 0,0 0,1 0,0 0,0 0,1 0,0 0,0 0,0 0,1 0,0 0,1-1,-1 1,1-1,1 1,-1-1,1 0,0-1,0 1,1 0,-1-1,1 0,0 0,1-1,-1 1,1-1,3 1,64 11,-38-18</inkml:trace>
  <inkml:trace contextRef="#ctx0" brushRef="#br0" timeOffset="14616.79">26150 14813,'-16'0,"-5"7,3 9,12 11,17 10,8-2</inkml:trace>
  <inkml:trace contextRef="#ctx0" brushRef="#br0" timeOffset="-6402.588">15522 2153,'0'16,"0"17,0 11,0 8,0 3,0 1,0-4,0-8,0-9,0-10</inkml:trace>
  <inkml:trace contextRef="#ctx0" brushRef="#br0" timeOffset="-6202.127">15268 1966,'0'-9,"7"-5,16-1,19 0,22 1,20 2,13 4,10 3,-1 9,-18 4</inkml:trace>
  <inkml:trace contextRef="#ctx0" brushRef="#br0" timeOffset="-5720.455">16150 2568,'0'-5,"0"0,-1 0,1 0,-1 0,0 1,-1-1,1 0,-1 1,0-1,0 1,0 0,-1 0,1 0,-1 0,0 0,-1 0,1 1,0-1,-1 1,0 0,0 0,0 0,0 1,0-1,0 1,-1 0,1 1,-1-1,1 1,-1-1,0 1,0 1,-5-1,0 1,1 1,-1 0,0 0,1 1,-1 0,1 0,0 1,0 1,0-1,0 2,0-1,1 1,0 0,0 1,0 0,1 0,0 1,0 0,1 0,-1 0,1 1,-1 3,6-9,-1-1,1 1,0-1,0 1,0 0,0-1,1 1,-1 0,0 0,1-1,-1 1,1 0,-1 0,1 0,0 0,0 0,0 0,0 0,0-1,1 1,-1 0,0 0,1 0,0 0,-1 0,1-1,0 1,0 0,0-1,0 1,0 0,0-1,0 0,1 1,-1-1,0 0,1 1,-1-1,1 0,0 0,-1 0,1 0,0 0,1 0,8 0,0 0,0 0,0-1,0-1,0 0,0 0,0-1,0-1,0 1,-1-2,1 0,-1 0,0-1,0 0,0 0,-1-1,0-1,0 1,-1-1,1-1,-1 0,-1 0,0-1,0 1,-1-1,0-1,5-8,-6 6,0 1,0 0,-1-1,0 0,-1 0,-1 0,1-8,-5 38,1 1,1-1,1 0,0 0,1 1,1-1,3 10,-4-22,0 1,0-1,0 0,1 0,0-1,0 1,1-1,-1 1,1-1,0 0,1 0,-1-1,1 1,0-1,0 0,0 0,1-1,-1 1,1-1,0-1,0 1,0-1,2 1,-1-2,1 1,-1-1,1-1,0 0,-1 0,1 0,-1-1,1 0,-1 0,1-1,-1 0,0 0,1-1,4-2,24-13</inkml:trace>
  <inkml:trace contextRef="#ctx0" brushRef="#br0" timeOffset="-4613.678">16578 2087,'-11'-94,"11"94,0 0,0 1,-1-1,1 0,0 1,0-1,-1 0,1 0,0 1,-1-1,1 0,0 0,-1 0,1 1,-1-1,1 0,0 0,-1 0,1 0,0 0,-1 0,1 0,-1 0,1 0,0 0,-1 0,1 0,-1 0,1 0,0 0,-1 0,1-1,-1 1,1 0,0 0,-4 69,4 1,2 0,7 30,0-1,1 61,-10-160,0-1,0 1,0 0,0-1,0 1,1 0,-1-1,0 1,0 0,0 0,0-1,0 1,1 0,-1 0,0-1,0 1,1 0,-1 0,0 0,0-1,1 1,-1 0,0 0,0 0,1 0,-1 0,0-1,1 1,-1 0,0 0,0 0,1 0,-1 0,0 0,1 0,-1 0,0 0,1 0,-1 0,0 0,1 1,-1-1,0 0,0 0,1 0,-1 0,0 0,0 1,1-1,-1 0,0 0,0 0,1 1,-1-1,0 0,0 0,0 1,1-1,-1 0,0 1,0-1,0 0,0 0,0 1,16-32,-15 28,2-4,0-2,0 0,1 0,0 1,0-1,1 1,0 0,0 0,1 1,0-1,0 1,1 0,0 1,0 0,0 0,1 0,0 1,0 0,9-3,-15 7,0 1,0 0,1 0,-1 0,0 0,0 0,1 0,-1 0,0 1,0-1,0 1,0-1,1 1,-1 0,0 0,0 0,0 0,-1 0,1 1,0-1,0 1,-1-1,1 1,-1-1,1 1,-1 0,0 0,1 0,-1 0,0 1,22 65,-21-55,-1-1,0 1,-1-1,0 1,-1-1,0 1,-1-1,-3 8,5-17,-1 0,0 1,0-1,0 0,0 0,-1 0,1 0,-1 0,0 0,0-1,0 1,0 0,0-1,-1 0,1 1,-1-1,1 0,-1 0,0-1,0 1,0 0,0-1,0 0,0 0,0 0,0 0,-1 0,1 0,0-1,-1 0,1 0,0 0,-1 0,0 0,-4-2,0 0,1-1,-1 1,1-1,0-1,0 0,0 0,0 0,1-1,0 1,0-2,0 1,0-1,1 1,0-2,0 1,1 0,-4-6,8 11,-1 0,1 1,-1-1,1 0,-1 1,1-1,0 0,-1 0,1 1,0-1,0 0,-1 0,1 0,0 0,0 1,0-1,0 0,0 0,0 0,0 0,1 1,-1-1,0 0,0 0,0 0,1 1,-1-1,1 0,-1 1,0-1,1 0,-1 0,1 1,0-1,-1 1,1-1,-1 1,1-1,0 1,-1-1,1 1,0-1,0 1,-1 0,1-1,0 1,0 0,44-5,-39 5,50 0,-1-2,1-2,-1-3,0-2,0-2,4-5,-54 15,1-1,0 0,-1 0,1 0,-1-1,0 1,0-1,0-1,0 1,-1-1,1 0,-1 0,0 0,0 0,0-1,-1 0,0 1,1-3,-4 6,1 0,-1 0,0-1,0 1,0-1,0 1,0 0,0-1,0 1,0 0,0-1,-1 1,1 0,-1 0,1-1,-1 1,1 0,-1 0,0 0,0-1,1 1,-1 0,0 0,0 0,0 0,0 1,0-1,0 0,0 0,-1 1,1-1,0 0,0 1,-1-1,1 1,0 0,0-1,-1 1,1 0,0 0,-2 0,-59-4,58 5,0-1,0 0,0 1,0 0,0 0,0 0,0 1,0-1,0 1,0 0,1 0,-1 0,1 0,0 1,-1-1,1 1,0 0,0 0,1 0,-1 1,1-1,-1 0,1 1,0 0,1-1,-1 1,0 0,1 0,0 0,0 0,0 0,1 0,-1 0,1 1,0-1,0 0,0 0,1 0,0 0,0 3,2 3,0-1,0 0,1 1,0-1,1 0,0-1,1 1,-1-1,1 0,1-1,0 0,0 1,0-2,1 1,0-1,0-1,1 1,-1-1,2 0,9 4,-1-1,1 0,1-1,-1-2,1 1,1-2,-1-1,19 1,-29-3,1-1,-1 0,1-1,-1 0,0 0,1-1,-1 0,0-1,0 0,0-1,0 0,-1-1,0 1,0-2,0 1,0-2,-1 1,0-1,0 0,-1 0,3-5,13-21,-1-2,-2-1,-1 0,-2-2,-1 0,-3 0,6-28,-3 20,-3-2,-2 0,-3 0,-1-1,0-32,-7 70,-1 1,1-1,-2 1,1 0,-1-1,-1 1,0 0,0 0,-1 0,-1 0,4 7,-1 0,0 0,0 0,0 0,0 1,0-1,-1 0,1 1,-1 0,0-1,1 1,-1 0,0 1,0-1,0 0,-1 1,1 0,0 0,0 0,-1 0,1 0,-1 1,1-1,-1 1,1 0,-1 0,1 0,0 0,-1 1,1 0,-3 0,-1 1,0 1,0 0,0 0,0 0,1 1,-1 0,1 0,0 0,0 1,1 0,-1 0,1 1,0 0,1 0,-1 0,1 0,0 0,-3 8,0 1,1 0,0 1,1 0,0 0,1 0,1 1,1-1,0 3,2 5,0 0,2 1,1-2,0 1,2 0,1-1,1 1,0-2,2 1,1-1,2 3,11 17,2-1,1-1,2-1,2-1,5 2,-13-15,1 0,0-2,2-1,0-1,2-1,0-1,3-1,-26-16,-1-1,1 0,0 0,-1 0,1 0,0 0,0-1,0 0,0 0,0 0,-1 0,1 0,0-1,0 0,0 0,0 0,-1 0,1 0,-1-1,1 0,-1 0,1 0,-1 0,3-2,7-4,-2 2</inkml:trace>
  <inkml:trace contextRef="#ctx0" brushRef="#br0" timeOffset="-8060.863">11377 2581,'986'-38,"-892"31,602-30,-690 37,-18 1,-1-1</inkml:trace>
  <inkml:trace contextRef="#ctx0" brushRef="#br0" timeOffset="-7737.289">12835 2273,'27'6,"421"174,-441-177,61 37,-67-39,1 1,0-1,0 1,0-1,-1 1,1 0,-1 0,0 0,1 0,-1 0,0 0,0 0,0 0,0 0,-1 0,1 0,0 1,-1-1,0 0,1 1,-1-1,0 0,0 1,0-1,-1 0,1 1,-1-1,1 0,-1 0,0 2,-5 5,1-1,-1-1,-1 1,0-1,0 0,0 0,-1-1,1 0,-2 0,1-1,-1 0,-2 1,-51 28,-1-3,-45 14,-25 6</inkml:trace>
  <inkml:trace contextRef="#ctx0" brushRef="#br0" timeOffset="-7025.964">11712 2394,'-96'12,"2"5,0 3,1 5,-4 5,91-28,4-2,0 0,0 0,0 1,0-1,0 1,0-1,0 1,0-1,0 1,0 0,0 0,0 0,0 0,0 0,1 1,-1-1,1 0,-1 1,1-1,-1 1,1 0,0-1,0 1,0 0,0 0,0 0,0 0,0 0,0 0,1 0,-1 0,1 0,0 0,0 0,-1 0,1 2,6 6,0 0,1 0,0 0,1-1,-1 0,2-1,-1 0,1 0,0-1,1 0,2 3,11 11,1 0,1-2,1-1,1-1,1-1,0-2,0 0,2-2,0-1,24 5,-50-15,0 0,0 0,0 0,0 0,0-1,0 0,0 1,0-2,0 1,0 0,0-1,0 0,0 0,0 0,0 0,0 0,-1-1,1 0,0 0,-1 0,0 0,1-1,-1 1,0-1,0 0,0 0,-1 0,1 0,2-3,0-10,0 1,-1 0,-1-1,0 0,-1 1,-1-1,-1 0,0 0,-1 0,0 0,-1 0,-1 1,-1-1,0 1,-1-1,-3-5,-23-47,17 44</inkml:trace>
  <inkml:trace contextRef="#ctx0" brushRef="#br0" timeOffset="-10654.695">3410 2100,'-20'-2,"0"2,0 0,-1 2,1 0,0 1,0 1,0 1,1 0,0 2,0 0,0 1,1 1,0 1,1 1,-4 3,10-6,0 1,1 0,0 1,0 0,1 0,0 1,1 0,0 1,1 0,1 0,0 0,0 1,1 0,1 0,0 1,1-1,0 1,1 0,0-1,2 1,-1 0,2 0,0 0,0 0,1-1,1 1,1-1,0 1,0-1,2 3,1-6,0 0,0 0,1-1,0 0,1 0,0-1,0 0,1-1,0 1,0-2,0 0,1 0,0-1,0 0,1-1,-1 0,1-1,0 0,0-1,0 0,0-1,1 0,-1-1,0-1,0 0,0 0,12-4,7-6,-7-1</inkml:trace>
  <inkml:trace contextRef="#ctx0" brushRef="#br0" timeOffset="-10321.271">3209 2420,'-11'0,"4"0,49-3,153-18,-192 21,0 0,0 1,0-1,0 1,0 0,-1-1,1 1,0 1,0-1,-1 0,1 1,-1-1,1 1,-1 0,0 0,1 0,-1 0,0 0,0 0,-1 0,1 1,0-1,-1 1,1-1,-1 1,0 0,0 0,0-1,0 1,-1 0,1 0,-1 0,1 0,-1 0,0 0,0 0,0 0,-1 0,1 0,-1 0,0 0,-34 232,35-233,0 1,0 0,1 0,-1-1,1 1,-1 0,1 0,0-1,0 1,0-1,1 1,-1-1,1 0,-1 1,1-1,0 0,0 0,0 0,0 0,0 0,0 0,0-1,1 1,-1-1,0 0,2 1,17 6</inkml:trace>
  <inkml:trace contextRef="#ctx0" brushRef="#br0" timeOffset="-9867.863">3651 2621,'1'-19,"2"-1,0 1,1 0,1 0,0 0,2 1,0-1,1 2,1-1,5-7,-9 16,0 0,0 0,1 1,0 0,0 0,1 0,0 1,0 0,1 0,0 1,0 0,1 0,-1 1,4-2,-8 7,0 1,0-1,0 1,0-1,0 1,0 0,-1 1,1-1,0 1,-1-1,1 1,-1 0,0 1,0-1,0 0,0 1,0 0,0 0,0 0,-1 0,0 0,2 3,4 2,-2-2,2 0,-1 0,0 1,0 0,0 0,-1 0,0 1,0 0,-1 0,0 1,-1 0,1-1,-2 1,1 1,-1-1,-1 0,0 1,0 0,-1-1,0 1,0 0,-1 0,-1 2,-57 129,58-139,0 0,0 0,0 0,0 0,0 0,0 0,0 0,1 0,-1 0,1 0,0 0,-1 0,1 0,0 0,0-1,0 1,0 0,0 0,1-1,-1 1,0-1,1 0,-1 1,1-1,0 0,-1 0,1 0,0 0,0 0,-1 0,1 0,0-1,0 1,1 0,72 12,-54-12,0-2,0 0,0-1,0-2,0 0,0-1,10-5,10-3</inkml:trace>
  <inkml:trace contextRef="#ctx0" brushRef="#br0" timeOffset="-9470.922">4559 2554,'-10'-5,"0"-1,0 1,-1 1,1 0,-1 0,0 1,0 1,-1 0,1 0,0 1,-1 0,1 1,-1 1,1-1,0 2,-1 0,1 0,0 1,0 0,0 1,1 0,-1 1,-5 4,13-8,0 1,1-1,-1 1,1 0,-1 0,1 0,0 0,0 0,-1 0,2 0,-1 1,0-1,0 1,1 0,-1-1,1 1,0 0,0 0,0 0,0 0,1 0,-1 0,1 0,0 0,-1 0,1 0,1 0,-1 0,0 0,1 0,0 0,-1 0,1 0,0 0,1 0,-1 0,0-1,1 1,0 0,-1-1,1 1,0-1,0 0,1 0,-1 0,0 0,1 0,-1 0,1 0,0-1,1 1,5 1,0 0,0-1,0 0,1-1,-1 0,0 0,1-1,-1-1,1 1,-1-1,0-1,1 0,-1 0,0-1,0 0,0 0,-1-1,1 0,-1-1,0 0,0 0,-1-1,1 0,-1 0,0 0,-1-1,0 0,0-1,0 0,-1 1,0-2,-1 1,0 0,0-1,-1 0,0 0,0 0,-1 0,1-5,-3 15,0 104,0-101,1 0,0 0,0 1,0-1,1 0,-1 0,1 0,0 0,0-1,1 1,-1 0,1-1,-1 0,1 1,0-1,1 0,-1 0,0-1,1 1,-1-1,1 0,0 0,0 0,0 0,24 5,-3-2</inkml:trace>
  <inkml:trace contextRef="#ctx0" brushRef="#br0" timeOffset="-9040.994">4975 2394,'100'-80,"-57"48,-1-1,-1-3,-3-1,25-31,-49 50,0-1,-1 0,-1-1,-1-1,-1 0,-1 0,-1-1,0 0,-2 0,-1 0,3-22,-18-25,9 68,0-1,1 0,-1 1,0-1,-1 1,1-1,0 1,0-1,-1 1,1 0,-1-1,1 1,-1 0,1 0,-1 0,0 0,1 1,-1-1,0 0,0 1,0-1,0 1,1 0,-1-1,0 1,0 0,0 0,0 0,0 0,0 1,0-1,1 1,-1-1,-2 1,-4 4,-1 0,1 1,0-1,0 2,1-1,0 1,0 0,1 0,0 1,0 0,0 0,1 1,1-1,-1 1,1 0,1 0,0 0,-2 7,-11 42,2 1,2 0,3 0,3 1,2 0,3 1,3-1,2 0,11 53,27 142,-19-127,-5 1,-2 71,-19-119,0-62</inkml:trace>
  <inkml:trace contextRef="#ctx0" brushRef="#br0" timeOffset="-8794.132">5054 2688,'3'-12,"11"-5,20-5,24-3,28-4,30-4,31-4,23-1,-16 5</inkml:trace>
  <inkml:trace contextRef="#ctx0" brushRef="#br0" timeOffset="6533.58">14560 14425,'-7'4,"1"-1,0 1,0 1,0-1,0 1,1 0,0 0,0 1,0-1,0 1,1 0,0 1,1-1,-1 1,1-1,1 1,-2 4,-24 124,26-96,1-1,2 1,2-1,2 0,1 0,1 0,3-1,1 0,2 0,1-2,1 1,12 15,-24-45,0 0,0 0,0-1,1 1,0-1,0 0,0 0,0 0,1 0,0-1,0 0,0 0,1-1,-1 1,1-1,0 0,0 0,0-1,0 0,0 0,1 0,-1-1,1 0,-1 0,1-1,-1 0,1 0,-1 0,1-1,1 0,3-4,0 0,0 0,-1-1,1 0,-1-1,-1 0,1-1,-1 0,0 0,-1-1,0 0,-1-1,0 0,0 0,-1 0,0-1,-1 0,0 0,-1 0,0 0,-1-1,1-5,-3 8,-4 13,-5 16,5-10,1 0,0 0,0 1,1-1,0 1,1-1,1 1,-1-1,1 1,1-1,0 0,1 0,0 1,0-2,1 1,0 0,1-1,0 0,1 0,0 0,0 0,1-1,0 0,0-1,1 0,-1 0,2 0,8 5,79 20,-52-27</inkml:trace>
  <inkml:trace contextRef="#ctx0" brushRef="#br0" timeOffset="9094.926">14332 14680,'21'0,"22"-2,22-4,21 0,16 1,8 1,-13 1</inkml:trace>
  <inkml:trace contextRef="#ctx0" brushRef="#br0" timeOffset="11889.919">15228 15268,'-6'-11,"1"0,-2 0,1 1,-1 0,-1 0,0 1,0 0,-1 0,0 0,-1 2,1-1,-2 1,1 0,-1 1,0 1,0-1,4 3,0 0,-1 0,1 1,-1 0,1 1,-1-1,0 1,1 1,-1-1,0 1,0 1,1-1,-1 1,0 1,1 0,-1 0,1 0,-1 1,1 0,0 0,0 1,1-1,-1 2,1-1,-5 5,4-3,1 1,-1 0,1 0,0 0,1 1,0 0,0 0,1 0,0 1,0 0,0 1,3-7,0 0,0 0,0 0,1 1,-1-1,1 0,0 1,0-1,0 0,0 1,1-1,-1 0,1 1,0-1,0 0,0 0,0 0,1 0,-1 0,1 0,0 0,0 0,0 0,0-1,0 1,0-1,1 0,-1 0,1 0,0 0,0 0,1 0,7 3,0-1,0 0,1-1,-1 0,1-1,0 0,0-1,0-1,0 0,0 0,-1-1,1-1,0 1,0-2,-1 0,1-1,-1 0,0 0,0-1,0 0,0-2,-5 4,0 0,0 0,0-1,0 0,-1 0,0 0,0-1,0 0,0 0,-1 0,0 0,0-1,0 1,-1-1,1 0,-1 0,-1-1,1 1,-1-1,-1 1,1-1,-1 1,0-1,0 0,-1 0,0 1,0-3,0 9,0-1,0 0,1 0,-1 1,0-1,0 0,0 0,0 0,0 1,0-1,-1 0,1 0,0 1,0-1,0 0,-1 0,1 1,0-1,-1 0,1 1,-1-1,1 0,-1 1,1-1,-1 1,1-1,-1 1,0-1,1 1,-1-1,0 1,1-1,-1 1,0 0,1-1,-1 1,0 0,0 0,1 0,-1 0,0 0,0 0,0 0,1 0,-1 0,0 0,0 0,0 0,1 0,-1 0,0 1,1-1,-1 0,0 1,0-1,1 1,-1-1,0 0,1 1,-1-1,1 1,-1 0,1-1,-1 1,1-1,-1 1,1 0,0 0,-1-1,1 1,-2 7,0 0,1 0,0 0,0 1,1-1,0 0,0 0,1 0,0 0,1 0,0 0,0 0,0 0,1 0,1-1,-1 1,1-1,0 0,1 0,-1-1,1 1,1-1,-1 0,1 0,0-1,1 1,4 2,-3-2,1-1,-1 1,1-2,1 1,-1-1,0 0,1-1,0 0,0-1,0 0,0 0,0-1,0-1,1 0,-1 0,0-1,0 0,0 0,0-1,0-1,0 0,0 0,-1-1,0 0,1-1,-1 0,-1 0,1-1,-1 0,0 0,0-1,-1 0,0 0,6-9,-4-5,0-1,-2 1,0-2,-1 1,-2-1,0 1,-1-1,-2-1,0 1,-1 0,-2 0,0 0,1 11,-26-344,21 321,-1 27,2 22,-2 28,2-1,2 1,3 34,-1-32,-1 12,2 1,3-1,2 1,3-2,4 10,13-4,-24-60,-1 0,1 0,0 1,1-1,-1 0,0 0,0 0,0 0,1 0,-1 0,0-1,1 1,-1 0,1-1,-1 1,1 0,-1-1,1 0,-1 1,1-1,-1 0,1 0,-1 0,1 0,0 0,-1-1,1 1,-1 0,1-1,-1 1,1-1,-1 1,1-1,-1 0,0 1,1-1,0-1,47-35,28-15,-73 51,0-1,-1 1,1 0,0 1,0-1,0 0,0 1,0 0,0 0,-1 0,1 1,0-1,0 1,0 0,0 0,-1 0,1 0,0 1,-1 0,1-1,-1 1,2 2,1 0,0 1,0 0,-1 0,1 1,-2-1,1 1,0 0,-1 0,0 1,-1-1,1 1,-1 0,-1 0,1 0,-1 0,0 3,-1-6,0 1,0-1,0 1,-1 0,0-1,0 1,-1-1,1 1,-1-1,0 1,0-1,0 1,-1-1,1 0,-1 1,0-1,0 0,-1 0,1 0,-1-1,0 1,0-1,0 1,-1-1,1 0,-3 2,-1-2,1 0,-1 0,1-1,-1 0,0 0,0 0,0-1,0 0,0-1,0 1,0-1,0-1,0 1,0-1,0 0,0-1,0 0,0 0,0 0,1-1,-1 0,1 0,0-1,0 0,0 0,0 0,1 0,0-1,0 0,0-1,0 1,1-1,0 1,0-1,0-1,1 1,0 0,0-1,1 0,0 1,1 4,1 0,-1 0,1 1,-1-1,1 0,0 0,0 0,0 0,0 1,0-1,0 0,0 0,0 0,1 1,-1-1,1 0,0 0,-1 1,1-1,0 0,0 1,0-1,0 1,0-1,1 1,-1 0,0-1,0 1,1 0,-1 0,1 0,-1 0,1 0,0 0,-1 0,1 1,1-1,70-11,95 26,-138-9,-1-1,1-2,0 0,0-2,0-2,0 0,-1-2,5-2,-30 5,0 1,0-1,0 0,1-1,-2 1,1-1,0 1,0-1,0 0,-1-1,1 1,-1-1,0 1,1-1,-1 0,-1 0,1 0,0-1,-1 1,0-1,1 1,-1-1,-1 0,1 0,0 0,-1 0,0 0,0 0,0 0,-1 0,1-1,-1 1,0 0,0 0,-1 0,1-1,-1 1,0 0,0-1,0 2,1 1,-1 0,0 0,0 0,0 0,0 0,0 0,0 0,0 1,-1-1,1 0,-1 1,1-1,-1 1,0-1,0 1,1 0,-1 0,0-1,0 1,0 1,0-1,0 0,-1 0,1 1,0-1,0 1,0 0,0 0,-1 0,1 0,0 0,0 0,0 0,-1 1,1-1,0 1,0 0,0-1,0 1,0 0,0 0,0 1,0-1,1 0,-1 0,-1 2,-2 3,0 0,1 1,0 0,0-1,0 2,1-1,0 0,0 0,1 1,0 0,1-1,-1 1,1 0,1 0,0 0,0 0,0-1,1 1,0 0,0 0,1-1,0 1,1-1,0 1,0-1,0 0,1 0,4 6,-3-7,1 0,0-1,0 1,0-1,1 0,0-1,0 0,0 0,0 0,0-1,1 0,0 0,0-1,-1 0,1-1,0 0,1 0,-1 0,0-1,0 0,7-2,1 1,0-2,0 0,-1 0,1-2,-1 0,0-1,0 0,0-1,-1-1,8-6,-6 2,-1 0,0-1,-1-1,0-1,-1 0,-1 0,-1-2,0 1,-1-1,-1-1,0 0,-2 0,2-4,6-26,-1 0,-3-1,-2 0,2-32,-5 40,-2 1,-1-1,-3 0,-1 0,-2 0,-2 1,-1-1,-7-20,10 52,0 0,-1 1,0-1,0 1,-1 0,0 0,0 1,-1 0,0-1,-5-3,8 8,0 1,0 0,0-1,0 1,0 0,-1 1,1-1,-1 1,1-1,-1 1,1 0,-1 0,0 1,0-1,1 1,-1 0,0 0,0 0,1 0,-1 1,0-1,0 1,1 0,-1 0,1 1,-4 0,0 2,0 1,0-1,0 1,0 0,1 1,0-1,0 1,1 1,-1-1,1 1,1 0,-1 0,1 0,0 1,1-1,-2 6,-2 7,0 1,2 0,0 0,1 0,-1 21,5-11,2 0,0 0,2 0,1 0,2-1,1 0,1 0,2-1,1 0,1-1,1 0,2-1,0-1,2-1,1 0,1-1,1-1,1-1,0-1,2-1,1-1,0-1,1-1,23 10,61 15,-106-41,0 0,0 0,-1-1,1 1,0-1,0 0,0 0,0 0,0-1,0 0,0 1,-1-1,1 0,0-1,-1 1,1-1,0 0,-1 0,0 0,0 0,1 0,-1-1,0 1,-1-1,1 0,0 0,-1 0,1-1,2-9,0 0,-1 0,-1-1,0 0,-1 0,0 0,-1 0,-1 0,0 0,0 0,-2 0,0 0,2 10,-2-17,-2 47,18 87,-12-108,-1 0,1 0,0 0,0 0,0-1,1 1,0-1,0 0,0 0,0 0,1 0,-1 0,1-1,0 1,0-1,1 0,-1-1,0 1,1-1,0 1,0-1,8 0,-1-1,1 0,-1-1,1 0,0-1,-1 0,1-1,-1 0,0-1,1-1,-1 0,-1 0,1-1,-1-1,0 0,0 0,0-1,-1-1,0 0,0 0,6-8,-11 11,-5 5,0-1,0 0,0 0,1 1,-1-1,0 0,1 1,-1-1,1 0,-1 1,1-1,-1 0,1 1,-1-1,1 1,0-1,-1 1,1 0,0-1,-1 1,1-1,0 1,-1 0,1 0,0-1,0 1,0 0,-1 0,1 0,0 0,0 0,-1 0,1 0,0 0,0 0,0 1,-1-1,1 0,0 0,-1 1,1-1,0 0,0 1,-1-1,1 1,-1-1,1 0,0 1,-1 0,1-1,-1 1,1-1,-1 1,1 0,1 6,1 1,-1-1,1 0,1-1,0 1,0-1,0 1,0-1,1 0,0-1,1 1,-1-1,1 0,0 0,0-1,5 3,9 1,0 0,1-2,0 0,0-2,1 0,-1-1,1-1,0-1,0-1,-1-1,1-1,6-2,-7 2,0 0,0-1,-1-1,0-1,0-1,0 0,0-2,-1 0,0-2,-1 0,0 0,-1-2,0 0,0-1,-2-1,0-1,0 0,-1 0,4-8,-2-11,-1-1,-1 0,-2-1,-2 0,-1-1,-2-1,-1 1,-2-1,-2 1,-1-1,-3-14,2 46,3-35,-2 1,-2 0,-2 0,-1 0,-2 0,-2 1,-1 0,-3-2,11 36,0 1,-1 0,0-1,0 1,0 0,0 0,0 0,-1 0,0 0,0 1,0-1,0 1,0 0,-1 0,0 0,1 0,-1 1,0 0,0-1,-1 1,1 1,0-1,-1 0,1 1,-1 0,1 0,-1 1,1-1,-5 1,2 1,1 1,-1 0,1 1,-1-1,1 1,0 0,0 1,0-1,1 1,-1 0,1 1,0 0,0-1,0 1,1 1,0-1,-3 4,-52 109,48-86,2 1,1-1,2 1,1 1,2-1,1 1,1-1,2 1,2 0,1-1,5 17,-4-25,1-1,2 0,0 0,2 0,1-1,0 0,2-1,0-1,2 0,0-1,1 0,1-1,1-1,1-1,11 8,-22-18,1 0,-1 0,2-1,-1 0,1-1,0 0,0-1,0 0,0 0,1-1,0 0,0-1,-1 0,1-1,0 0,0-1,0 0,0-1,0 0,0-1,0 0,0-1,0 0,-1 0,0-1,0-1,0 0,0 0,5-4,-6 0,0 0,0 0,-1-1,0-1,-1 1,0-1,0 0,-1-1,-1 1,0-1,-1 0,0-1,0 1,-2-1,1 0,-1-11,-14 109,11-79,0 1,1 0,0-1,0 1,1-1,0 1,0-1,0 1,1-1,0 0,0 0,0 0,1 0,0 0,0 0,1-1,0 1,0-1,0 0,0 0,1-1,0 1,0-1,0 0,0 0,1-1,-1 1,1-1,0 0,0-1,1 1,1-2,-1 1,0-1,0-1,1 0,-1 0,0 0,1-1,-1 0,0 0,0 0,0-1,0-1,0 1,0-1,0 0,-1 0,0-1,1 0,-1 0,-1-1,5-3,3-4,0-1,-1-1,-1 0,0 0,0-1,-2 0,0-1,1-3,-29 128,19-104,1 0,-1 0,1-1,0 1,0 0,1 0,-1 0,1-1,0 1,0-1,0 0,1 1,0-1,0 0,0 0,0-1,0 1,1-1,0 0,0 1,0-1,0-1,0 1,0-1,1 0,-1 0,1 0,0 0,-1-1,4 1,3 0,1 1,0-2,-1 0,1 0,0-1,0 0,0-1,0-1,-1 0,1 0,-1-1,5-2,-4 1,-1-1,0 1,0-2,0 0,0 0,-1-1,0 0,-1-1,0 0,0 0,0-1,-1 0,-1-1,0 1,0-1,0-1,-1 0,-1 0,0 0,-1 0,0-1,0 1,-1-5,15 100,-15-76,0 0,1 0,-1-1,2 1,-1-1,1 0,0 0,0-1,1 1,-1-1,2 0,-1-1,1 0,-1 0,1 0,1 0,-1-1,1-1,0 1,-1-1,1-1,1 1,-1-1,0-1,0 1,1-1,-1-1,1 0,-1 0,1-1,-1 1,0-2,1 1,-1-1,0-1,0 0,0 0,0 0,-1-1,8-4,-4-1,1 0,-2-1,1 0,-1-1,-1 0,0 0,-1-1,0-1,0 1,-1-1,-1 0,-1 0,0-1,0 0,-1 0,-1 0,0 0,-1-1,-1-1,2 0,-4 24,-1 6,1-3,-2 2,0 0,1 0,1 0,0 1,0-1,2 0,0 0,0 1,1-1,1 0,0 0,1-1,0 1,2 3,5-2</inkml:trace>
  <inkml:trace contextRef="#ctx0" brushRef="#br0" timeOffset="12138.791">19573 14506,'-16'-2,"-8"1,-1 3,3 6,5 4,8 0,6-3</inkml:trace>
  <inkml:trace contextRef="#ctx0" brushRef="#br0" timeOffset="2757.19">5843 14747,'21'2,"0"-1,1-1,-1-1,0-1,0 0,0-2,0 0,0-2,-1 0,1-1,-2-1,1-1,-1-1,11-8,1 2,-1 0,-1-3,0 0,-2-2,0-1,-2-1,0-1,-1-1,-2-1,7-12,-25 34,-1-1,0 1,0-1,0 1,0-1,-1 0,1 0,-1 0,-1 0,1 0,-1 0,0-1,0 1,0 0,-1-1,0 1,0-1,0 1,-1 0,0-3,-1 6,0 0,0 0,0 1,0 0,0-1,0 1,0 0,0 0,-1 0,1 0,0 0,-1 1,1-1,-1 1,1-1,-1 1,1 0,0 0,-1 0,1 0,-1 1,1-1,-1 1,1-1,-1 1,1 0,0 0,0 0,-1 0,1 0,0 0,0 1,0-1,0 1,0 0,-7 4,0 1,1 0,0 1,0-1,0 2,1-1,1 1,-1 0,1 0,1 1,0-1,0 2,1-1,-2 8,-4 13,2 0,1 0,2 1,0 16,2 50,4 0,4-1,5 1,4-1,14 42,1 29,-20-106,-5-14</inkml:trace>
  <inkml:trace contextRef="#ctx0" brushRef="#br0" timeOffset="3094.464">6070 14974,'303'-64,"95"-76,-396 139,0 0,0 0,0 0,0 0,0 0,0 1,0-1,0 1,0-1,0 1,0 0,1 0,-1 0,0 0,0 0,0 0,0 0,1 1,-1-1,0 1,0 0,0 0,0 0,0 0,0 0,0 0,-1 0,1 0,0 1,-1-1,1 1,-1-1,1 1,-1 0,0 0,1-1,-1 2,17 75,-18-70,1 1,0 0,1-1,0 0,0 1,1-1,0 0,0 0,1 0,0-1,0 1,6 5,0-3</inkml:trace>
  <inkml:trace contextRef="#ctx0" brushRef="#br0" timeOffset="4279.828">6832 14453,'126'65,"-105"-56,1 0,-1 1,-1 2,0 0,0 1,-1 0,-1 2,-1 0,0 1,0 1,-2 1,4 5,-5 3,-2 0,0 1,-1 0,-2 1,-1 0,1 11,0-4,16 29,-24-63,0 1,1 0,-1 0,0 0,1 0,-1-1,1 1,-1-1,1 1,0-1,-1 0,1 0,0 1,0-1,0 0,0-1,0 1,0 0,0-1,0 1,1-1,-1 1,0-1,0 0,0 0,1 0,-1 0,0-1,1 1,5-4,0 0,-1-1,1 0,-1 0,0 0,-1-1,1 0,-1 0,0-1,-1 0,0 0,0 0,0-1,-1 1,3-9,73-172,-75 184,-3 18,-1 22,-2-26,0 0,0 0,1 0,0 0,1 0,0 0,1 0,0 0,0 0,1 0,1-1,-1 0,2 1,-1-1,1-1,0 1,1-1,0 0,0 0,3 2,8 0,-1-1,2-1,-1 0,1-2,1 0,-1 0,1-2,0 0,0-2,0 0,0-1,0 0,1-2,-1 0,13-4,-14 4,1 0,-1-2,0 0,0-1,-1-1,1 0,-1-2,0 0,-1-1,1 0,4-4,-19 10,-1 1,1 0,0-1,0 1,0-1,-1 1,1-1,-1 0,1 0,-1 0,0 0,0 0,0 0,0 0,0 0,0 0,0 0,-1-1,1 1,-1 0,0 0,0-1,1 1,-1 0,-1-1,1 1,0 0,-1-1,1 1,-1 0,1 0,-1 0,0-1,0 1,0 0,0 0,-1 0,1 0,-1 1,1-1,-1 0,1 1,-1-1,0 1,0-1,0 1,0-1,-4-3,-1 1,1-1,-1 1,1 0,-1 1,-1 0,1 0,0 0,-1 1,1 0,-1 1,0-1,1 1,-1 1,0 0,0 0,0 0,1 1,-1 0,0 1,1-1,-1 2,1-1,-1 1,1 0,0 0,0 1,1 0,-1 0,1 1,0 0,0 0,0 0,1 1,-1 0,-3 5,6-4,-1 1,2-1,-1 0,1 1,0 0,0 0,1 0,0-1,0 1,1 4,0-9,0-1,0 1,1 0,-1 0,0-1,1 1,0 0,0-1,0 1,0 0,0-1,1 0,-1 1,1-1,-1 0,1 0,0 1,0-1,0-1,0 1,0 0,0 0,0-1,1 1,-1-1,1 0,-1 0,1 0,0 0,2 0,4 0,0 0,1-1,-1-1,1 1,-1-2,0 1,0-1,0-1,0 1,0-2,0 1,-1-1,1 0,-1-1,0 0,0 0,-1-1,0 0,0 0,0-1,-1 0,0 0,0-1,0 1,-1-1,0-2,4 4,-12 24,2-8,0-6,-1 0,1 1,0-1,0 1,0 0,0 0,1-1,0 1,0 0,0 0,0-1,1 1,0 0,0 0,0-1,1 1,-1-1,1 1,0-1,0 0,1 0,-1 0,1 0,0 0,0 0,1-1,-1 0,2 2,5-2,1 1,1-1,-1-1,0 0,1-1,-1 0,0 0,1-2,-1 1,1-1,-1-1,1 0,-1-1,0 0,0 0,3-3,12-3,0-1,-1-1,0-1,0-2,-2 0,0-2,0 0,-2-1,0-2,16-18,-24 24,-2-1,0 0,-1 0,0-1,-1 0,0-1,-2 0,0-1,-1 1,0-1,-1 0,-1-1,-1 1,-1-1,0 1,-1-1,-1-9,-1 16,-1-1,0 1,0-1,-1 1,-1 0,0 0,0 0,-1 1,-1-2,4 8,-1 0,1 1,-1-1,1 0,-1 1,0-1,0 1,-1 0,1 0,-1 0,1 0,-1 1,0-1,0 1,0 0,0 0,-1 1,1-1,0 1,-1 0,1 0,-1 0,1 1,-3 0,3 0,0 1,0 0,0 0,0 0,1 0,-1 0,0 1,1 0,-1 0,1 0,-1 0,1 1,0-1,0 1,0 0,1 0,-1 0,1 0,-1 0,1 0,0 1,0-1,0 1,-31 91,27-70,1 0,1 1,2 0,0 0,2 0,1 0,1-1,1 1,1 0,1-1,2 0,0 0,2 0,1-1,0-1,3 2,-8-16,0 0,1-1,0 0,1 0,0 0,0-1,1 0,-1 0,2-1,-1 0,1-1,-1 1,2-2,-1 1,0-1,1-1,0 0,0 0,0-1,0 0,0 0,0-1,0-1,1 0,-1 0,0-1,0 0,0-1,1 0,-2-1,1 0,0 0,2-2,5-6,-1-1,0 0,0-1,-1-1,-1 0,0-1,-1-1,-1 0,0-1,4-8,-14 22,-2 2,0-1,0 1,0 0,0 0,0 0,1 0,-1 1,0-1,1 0,-1 0,0 0,1 0,0 0,-1 0,1 0,-1 1,1-1,0 0,0 0,-1 1,1-1,0 1,0-1,0 1,0-1,0 1,-1-1,1 1,0 0,0-1,0 1,0 0,0 0,0 0,0 0,0 0,0 0,0 0,0 0,1 0,-1 143,-3-134,2-1,-1 1,1-1,0 1,1 0,0-1,1 1,-1-1,1 0,1 0,0 0,0 0,1 0,0 0,0-1,4 7,12 3</inkml:trace>
  <inkml:trace contextRef="#ctx0" brushRef="#br0" timeOffset="4527.164">9158 14640,'9'11,"3"4</inkml:trace>
  <inkml:trace contextRef="#ctx0" brushRef="#br0" timeOffset="5727.565">9426 14893,'0'-3,"0"0,0 1,0-1,0 0,0 0,1 0,-1 0,1 1,0-1,0 0,0 0,0 1,1-1,-1 1,1-1,-1 1,1 0,0 0,0-1,0 1,0 0,0 1,0-1,1 0,-1 1,1-1,-1 1,1 0,-1-1,1 1,0 1,-1-1,1 0,0 1,0-1,0 1,0 0,0 0,1 0,2 1,1 0,-1 0,0 0,0 1,-1 0,1 0,0 0,0 1,-1 0,0 0,1 0,-1 1,-1 0,1 0,0 0,-1 0,0 1,0 0,0 0,-1 0,1 0,-1 0,-1 1,1 0,5 12,0 0,-2 0,0 0,-1 1,-1-1,-1 1,0 7,0 34,-2 0,-8 59,1 57,5-162,1 0,1-1,0 1,1 0,1-1,0 1,0-1,2 0,-1 0,2 0,0-1,0 1,1-2,1 1,0-1,0 0,1 0,0-1,1-1,0 1,1-2,0 1,0-1,1-1,0 0,0-1,1 0,0-1,0 0,9 1,-14-4,-1-1,1 0,0-1,0 0,0 0,0 0,0-1,0 0,0-1,-1 0,1 0,0-1,-1 0,0 0,0 0,0-1,0 0,0-1,-1 0,0 0,0 0,0 0,0-1,-1 0,0 0,0-1,-1 1,0-1,0 0,-1 0,3-7,-3-3,0-1,-1 0,-1 0,-1-1,0 1,-2 0,0 0,-1 0,-1 1,0-1,-1 1,-1 0,-1 0,0 0,-2 1,1 0,-2 1,0 0,-3-2,-3-7,-2 1,-1 1,-1 1,-1 0,0 2,-2 0,0 2,-1 0,-1 1,0 2,-1 1,-1 1,0 1,-3 0,5 3,44 5,136 6,0-7,-1-7,83-19,-159 11,-79 19,1 0,0 0,0 0,-1 0,1 0,0-1,-1 1,1 0,0 0,0 0,-1 0,1-1,0 1,0 0,0 0,-1-1,1 1,0 0,0 0,0-1,-1 1,1 0,0 0,0-1,0 1,0 0,0-1,0 1,0 0,0-1,0 1,0 0,0 0,0-1,0 1,0 0,0-1,0 1,0 0,0-1,0 1,1 0,-1 0,0-1,0 1,0 0,0 0,1-1,-1 1,0 0,0 0,1-1,-1 1,0 0,0 0,1 0,-1 0,0 0,0-1,1 1,-1 0,0 0,1 0,-1 0,0 0,1 0,-1 0,-25-5,12 2,0 1,1 1,-1 0,0 1,0 0,0 1,0 1,0 0,1 0,-1 1,1 1,-1 0,1 1,1 0,-3 2,12-5,-1 0,1-1,0 1,0 0,0 1,0-1,0 0,0 0,1 1,-1-1,1 1,-1 0,1-1,0 1,0 0,1 0,-1-1,0 1,1 0,0 0,-1 0,1 0,0 0,1 0,-1 0,0 0,1 0,0-1,0 1,-1 0,2 0,-1-1,0 1,0 0,1-1,0 0,-1 1,1-1,0 0,0 0,0 0,1 0,-1 0,0 0,1-1,-1 1,1-1,-1 1,1-1,0 0,0 0,2 0,9 0,-1 0,1-1,0-1,-1 0,1-1,-1-1,1 0,-1 0,0-1,0-1,-1-1,1 1,-1-2,8-5,81-35,-98 48,-1-1,1 1,0 0,-1 0,1 0,-1 0,0 0,1 1,-1-1,0 1,0-1,1 1,-1 0,-1 0,1 0,0 0,0 0,-1 0,1 0,-1 1,0-1,0 1,0-1,0 1,0-1,0 1,0-1,-1 1,0 0,1-1,-1 1,0 0,0 0,-1-1,1 3,4 16,-1-12,-1 0,2-1,-1 0,1 1,1-1,-1-1,1 1,1-1,-1 0,7 6,-10-11,0 1,1-1,0 0,-1 0,1 0,0 0,0-1,0 1,0-1,0 0,0 0,1 0,-1 0,0 0,1-1,-1 0,0 1,1-1,-1 0,0-1,1 1,-1 0,0-1,1 0,-1 0,0 0,0 0,0-1,0 1,2-2,7-7,0 0,0-1,-1 0,-1-1,0 0,0-1,-2 0,1 0,-2-1,0 0,0-1,-1 1,-1-1,1-6,11-21,-17 41,0 0,1-1,-1 1,1-1,0 1,-1 0,1-1,0 1,0 0,0 0,0 0,0-1,0 1,0 0,0 0,0 0,0 1,1-1,-1 0,0 0,1 1,-1-1,0 1,1-1,-1 1,1 0,-1-1,1 1,-1 0,1 0,-1 0,1 0,-1 0,1 0,-1 1,1-1,-1 0,0 1,1-1,-1 1,1-1,-1 1,0 0,0 0,1 0,-1-1,1 2,15 5,-1 0,1 2,-1 0,0 1,-1 0,-1 1,1 1,-2 0,0 1,0 1,-1 0,4 6,4 14,-17-26,1 1,0-1,0 0,1-1,0 1,0-1,1 0,0 0,0-1,1 1,-1-1,2-1,-1 0,0 0,1 0,0-1,0 0,0 0,1-1,2 1,4-3,1 0,0-1,0 0,-1-1,1-1,-1-1,1 0,-1-1,0 0,0-1,0-1,-1-1,0 0,0 0,-1-2,0 0,0 0,-1-1,0 0,-1-1,0-1,4-6,-11 12,0 0,0 0,-1-1,0 0,0 1,-1-1,0 0,0-1,0 1,-1 0,0 0,0-1,-1 1,0 4,0 0,-1 0,1 0,0-1,-1 1,0 0,0 0,0 0,0 1,0-1,-1 0,1 0,-1 1,0-1,0 1,1-1,-2 1,1 0,0 0,0 0,-1 0,1 0,-1 0,0 1,1-1,-1 1,0 0,0-1,0 1,0 1,-1-1,0 0,0 0,0 1,0 0,0 0,0 0,0 0,0 1,1 0,-1-1,0 1,0 1,0-1,1 0,-1 1,1 0,-1 0,1 0,0 0,0 1,0-1,0 1,0-1,0 1,1 0,-1 1,1-1,0 0,0 0,0 1,0 0,1-1,-1 1,1 0,0-1,0 1,1 0,-1 0,1 0,-1 0,1 0,1 0,-1 0,0 0,1 0,0-1,0 1,0 0,1 2,3 3,-1 0,1-1,1 1,0-1,0 0,0-1,1 0,0 0,1 0,-1-1,1 0,1 0,-1-1,1 0,4 2,13 5,0-1,0-2,2 0,23 4,5-3,0-2,1-2,46-3,-23-3</inkml:trace>
  <inkml:trace contextRef="#ctx0" brushRef="#br0" timeOffset="6067.704">12407 15200,'-1'-6,"0"0,0 0,-1 0,0 0,0 0,0 0,-1 0,0 0,0 1,0-1,-1 1,0 0,0 0,0 1,-1-1,1 1,-1 0,0 0,0 0,-1 1,1 0,-1 0,1 0,-1 1,0-1,0 1,0 1,-1-1,1 1,0 0,0 1,-1 0,1 0,0 0,-1 0,1 1,0 0,-1 1,1-1,0 1,0 0,0 1,1-1,-1 1,1 0,-1 1,0 0,0 1,0-1,0 1,0 0,1 1,0-1,0 1,0 0,1 0,-1 1,2-1,-1 1,-1 3,4-6,0-1,0 0,0 0,0 1,0-1,0 1,1-1,0 1,0-1,0 1,0-1,0 1,1-1,-1 1,1-1,0 0,0 1,0-1,1 0,-1 0,1 0,-1 0,1 0,0 0,1 0,-1 0,3 2,3 0,1-1,-1 1,1-1,0-1,1 1,-1-2,1 1,-1-1,1-1,0 0,-1 0,1-1,0 0,0-1,-1 0,1 0,0-1,-1 0,1-1,-1 0,0-1,0 1,0-2,0 1,1-3,8-4,0-1,-1 0,0-2,-1 0,0-1,-1 0,-1-1,0-1,-13 15,-1 1,1-1,0 1,0-1,1 1,-1-1,0 1,0-1,1 1,-1 0,1 0,-1 0,1 0,0 0,-1 0,1 0,0 1,-1-1,1 0,0 1,0 0,0-1,0 1,-1 0,1 0,0 0,0 0,0 0,0 0,0 1,-1-1,1 1,0-1,0 1,-1 0,1-1,0 1,-1 0,1 0,1 1,118 77,-82-61,0-1,0-2,2-2,0-2,13 1,38 6</inkml:trace>
  <inkml:trace contextRef="#ctx0" brushRef="#br0" timeOffset="19643.69">6110 15949,'-11'-5,"-1"0,0 0,0 1,0 1,-1 0,1 1,-1 0,1 1,-1 0,0 1,0 0,1 1,-1 1,0 0,1 1,0 0,-1 1,1 0,1 1,-1 0,1 1,-1 0,2 1,-1 0,1 1,0 0,1 0,0 1,0 1,1-1,0 1,0 1,1 0,1 0,-3 6,7-14,0 0,1-1,-1 1,1 0,0 0,0 0,0 0,0 0,0 0,0 0,1 0,0 0,0 0,0 0,0 0,0 0,0 0,1 0,-1 0,1 1,0-2,0 1,0 0,1 0,-1 0,0 0,1-1,0 1,0-1,0 1,0-1,0 0,0 0,1 0,-1 0,1 0,-1 0,1-1,0 1,2 0,5-1,1-1,-1-1,0 1,1-2,-1 1,0-2,0 1,0-1,0-1,0 0,-1 0,1-1,-1 0,-1-1,1 0,-1 0,0-1,2-1,7-5,0 0,-1-1,-1-1,0 0,-1-1,0-1,-1 0,-1-1,-1 0,-1-1,0 0,-2-1,0 1,-1-2,-1 1,-1-1,0 0,-2 0,-1 0,0-1,-2 1,0 0,-2-11,-20-33,21 64,0-1,1 1,-1 0,0-1,0 1,0 0,0-1,0 1,0 0,0 0,-1 0,1 0,0 0,-1 0,1 0,0 1,-1-1,1 0,-1 1,1-1,-1 1,1-1,-1 1,0 0,1 0,-1 0,1 0,-1 0,0 0,1 0,-1 0,1 1,-1-1,0 1,1-1,-1 1,1-1,-1 2,-5 3,0 1,1 1,0-1,0 1,1 0,0 0,0 0,0 1,1 0,0 0,1 0,0 0,0 1,1-1,-1 3,3-10,-12 37,2 1,1 0,3 0,1 0,1 1,3 28,0-59,0 0,1 1,1-1,-1 0,1 1,1-1,0 0,0 0,1 0,0 0,1 0,-1-1,2 1,-1-1,1 0,1-1,-1 1,1-1,0 0,1 0,0-1,0 0,0 0,1-1,0 1,0-2,0 1,1-1,-1-1,1 1,4-2,0 0,0-1,0 0,1-1,-1 0,0-1,0-1,0 0,0 0,0-2,-1 1,1-2,-1 0,0 0,0-1,-1 0,0-1,0-1,0 1,-1-2,0 0,-1 0,0 0,0-1,-1-1,-1 1,1-1,-2-1,1 1,-2-1,0 0,0 0,-1-1,-3 9,0 0,0 0,0-1,-1 1,0 0,0 0,0-1,-1 1,1 0,-1 0,0 0,0 0,0-1,-1 1,1 1,-1-1,0 0,0 0,-1 1,1-1,-1 1,1 0,-1 0,0 0,0 0,-1 0,1 0,-1 1,1 0,-1 0,0 0,0 0,0 0,0 1,0 0,0 0,0 0,-2 0,3 1,-1 0,1 0,0 1,0-1,0 1,0 0,0 0,0 0,0 1,0-1,0 1,0-1,1 1,-1 0,0 0,1 0,0 0,-1 1,1-1,0 1,0-1,1 1,-1 0,0-1,1 1,0 0,0 0,0 0,0 0,0 1,0 0,-1 5,0-1,1 1,0 0,0-1,1 1,0-1,1 1,0 0,0-1,1 1,1 3,3 0,1 0,0 0,1-1,0 0,1 0,0-1,1 0,0-1,0 0,1-1,0 0,1 0,-1-1,1-1,1 0,-1-1,1 0,0-1,1 0,-1-1,0 0,54 14</inkml:trace>
  <inkml:trace contextRef="#ctx0" brushRef="#br0" timeOffset="20094.648">7662 16150,'-16'-19,"0"1,0 0,-2 2,0-1,-17-10,30 24,0 0,0 0,0 0,0 0,-1 1,1 0,-1 0,1 1,-1-1,1 1,-1 1,0-1,0 1,1 0,-1 0,0 0,0 1,1 0,-1 0,0 1,1-1,-1 1,1 0,0 1,-1-1,1 1,0 1,0 0,-1 0,1 0,1 0,-1 1,1 0,-1 0,1 1,1-1,-1 1,1-1,0 1,-2 5,4-9,0 1,0-1,0 1,1 0,-1-1,1 1,-1 0,1-1,0 1,0 0,0 0,0-1,0 1,1 0,0 0,-1-1,1 1,0 0,0-1,0 1,0-1,1 0,-1 1,1-1,0 0,-1 0,1 0,0 0,0 0,0 0,1 0,8 3,1 0,0-1,0-1,0 0,1 0,-1-1,1-1,-1 0,1 0,0-2,-1 0,1 0,-1-1,13-3,-4 2,7-1,-22 2,1 0,-1 0,0 1,1-1,-1 1,0 1,1-1,-1 1,1 1,-1-1,1 1,-1 0,0 0,1 1,-1 0,0 0,0 0,0 1,0 0,-1 0,1 1,-1-1,0 1,4 4,-2 7,-2 0,0 0,0 0,-1 1,-1 0,-1 0,0 0,-1 0,-1 0,-1 0,0 6,1-7,-5 64,-3 1,-3-1,-4-1,-3 0,-7 9,12-46,12-41</inkml:trace>
  <inkml:trace contextRef="#ctx0" brushRef="#br0" timeOffset="20847.466">7928 16310,'-7'-68,"2"-1,4-68,1 136,-1-1,1 0,0 0,0 0,0 0,0 0,0 1,0-1,1 0,-1 0,1 0,-1 0,1 1,0-1,-1 0,1 0,0 1,0-1,0 1,0-1,1 1,-1-1,0 1,1 0,-1 0,1-1,-1 1,1 0,-1 0,1 1,0-1,-1 0,1 0,0 1,0-1,0 1,-1 0,1-1,15 0,0 0,0 1,0 0,0 2,0 0,0 1,-1 0,1 1,7 4,-16-5,-1 0,0 0,0 1,0-1,0 2,-1-1,0 1,0 0,0 0,0 0,-1 1,0 0,0 0,0 1,-1-1,0 1,0 0,-1 0,0 0,0 0,1 5,22 153,-22-160,-1 0,1 0,0-1,0 1,0-1,1 0,-1-1,1 1,0-1,0 0,0 0,0 0,1-1,-1 1,1-2,0 1,0 0,-1-1,1 0,0-1,0 1,0-1,0 0,0-1,0 1,1-1,42 0,0-2,-1-2,1-3,-2-1,9-5,-51 13,7-1,-1 0,0-1,1 0,-1-1,-1-1,1 1,-1-1,0-1,0 0,0-1,-1 0,7-7,-15 13,0 0,0-1,0 1,0-1,0 1,-1-1,1 0,-1 1,1-1,-1 0,0 1,1-1,-1 0,0 0,0 1,0-1,-1 0,1 1,0-1,-1 0,1 1,-1-1,1 0,-1 1,0-1,1 1,-1-1,0 1,0-1,0 1,-1 0,1-1,0 1,0 0,-1-1,-53-31,50 30,1 1,-1 0,0 0,0 1,0-1,0 1,0 0,0 0,0 1,0-1,0 1,0 0,0 1,0-1,0 1,0 0,0 0,0 1,0-1,0 1,0 0,1 0,-1 1,1 0,0-1,-1 1,1 1,1-1,-1 1,0-1,1 1,0 0,0 0,0 1,1-2,0 0,0 1,0-1,1 1,0 0,0-1,0 1,0 0,0 0,1 0,-1 0,1 0,0-1,0 1,1 0,-1 0,1 0,0 0,0-1,0 1,1 0,-1-1,1 1,0-1,0 1,0-1,0 0,0 0,1 0,0 0,-1 0,4 2,2-3,1 1,0-1,0-1,0 1,0-2,0 1,0-1,0 0,0-1,0 0,0-1,0 0,-1 0,1-1,-1 0,1 0,-1-1,0 0,0 0,0-1,-1 0,0-1,0 1,0-2,-1 1,0 0,0-1,0 0,-1-1,0 1,0-1,-1 0,0-2,-3 10,-1 0,0 1,0-1,1 0,-1 0,0 0,0 0,1 1,-1-1,0 0,0 0,1 0,-1 0,0 0,1 0,-1 0,0 0,1 0,-1 0,0 0,1 0,-1 0,0 0,0 0,1 0,-1 0,0 0,1 0,-1 0,0-1,1 1,0 13,-1-5,0 0,1 0,0 0,0 0,1 0,0 0,0-1,1 1,0-1,0 1,1-1,0 0,0 0,1-1,0 1,0-1,0 0,1-1,0 1,0-1,0 0,1 0,0-1,0 0,0 0,0-1,1 0,4 2,24-5,-3-4</inkml:trace>
  <inkml:trace contextRef="#ctx0" brushRef="#br0" timeOffset="21252.759">9239 16003,'31'-3,"0"-2,0-1,-1-1,0-1,0-2,-1-1,0-2,-1 0,7-6,-34 18,20-8,0-1,0-1,-1-1,-1-1,0-1,-1 0,-1-1,0-1,-15 15,-1 0,0 1,0-1,0 0,0 1,0-1,0 0,0 0,0 0,0 0,0 0,-1 0,1 0,0 0,-1 0,1 0,-1 0,1-1,-1 1,1 0,-1 0,0-1,0 1,1 0,-1-1,0 1,0 0,0 0,-1-1,1 1,0 0,0 0,-1-1,1 1,-1 0,1 0,-1 0,1-1,-1 1,0 0,1 0,-1 0,0 0,0 0,0 0,0 1,0-1,0 0,0 0,0 1,0-1,0 0,-1 1,1-1,0 1,0 0,0-1,-1 1,0 0,-4 0,1 0,0 0,-1 1,1-1,0 2,0-1,0 0,-1 1,1 0,1 0,-1 0,0 1,1 0,-1 0,1 0,0 0,0 1,0-1,0 1,-1 2,-58 93,46-47,2 1,2 1,3 0,2 0,3 1,2 0,3 42,4 441,-4-526,2-4,-2 0,1 0,-1 0,0 0,-1 0,0 1,0-2,-1 1,0 0,0 0,-1 0,0-1,0 1,-1-1,0 0,0 0,-1-1,-3 5,-10-1</inkml:trace>
  <inkml:trace contextRef="#ctx0" brushRef="#br0" timeOffset="21498.136">9265 16565,'5'-14,"10"-7,17-3,18-2,19 1,21-1,15 2,8 5,3 6,-4 4,-8 10,-22 3</inkml:trace>
  <inkml:trace contextRef="#ctx0" brushRef="#br0" timeOffset="21696.538">10415 16458,'-4'4,"-2"2</inkml:trace>
  <inkml:trace contextRef="#ctx0" brushRef="#br0" timeOffset="1607.257">1886 15054,'0'-5,"-1"-1,0 1,0 0,0 0,-1 0,0 0,0 0,0 1,-1-1,1 0,-1 1,0 0,0 0,-1 0,1 0,-1 0,0 1,0-1,0 1,-1 0,1 0,-1 1,1-1,-1 1,0 0,0 1,0-1,0 1,0 0,-1 0,1 0,0 1,0 0,-5 0,4 2,0 0,0 1,1 0,-1 0,1 1,-1-1,1 1,0 0,1 1,-1-1,1 1,0 0,0 0,0 0,1 0,-1 1,1 0,1-1,-1 1,1 0,0 1,0-1,1 0,0 0,0 1,0-1,1 0,0 1,1 2,-1-7,0 1,1-1,-1 1,1-1,0 1,0-1,0 1,0-1,0 0,1 1,-1-1,1 0,-1 0,1 0,0 0,0-1,0 1,0 0,0-1,0 1,0-1,1 0,-1 0,0 0,1 0,-1 0,1 0,-1-1,1 1,0-1,-1 1,1-1,-1 0,1 0,0 0,-1-1,1 1,-1-1,1 1,-1-1,1 0,-1 0,1 0,-1 0,0 0,0-1,0 1,1-1,12-8,-1 0,0-2,-1 1,0-1,0-1,-2 0,0-1,0-1,-1 1,-1-1,0-1,-2 0,1 0,2-10,0-1,-1 0,-1 0,-2-1,0 1,-2-2,-1 1,-1 0,-2-1,-1-10,1 37,0-2,0 1,0-1,0 1,0-1,-1 1,1-1,-1 1,0-1,0 1,-1-1,1 1,0 0,-1 0,0 0,0-1,0 2,0-1,0 0,-1 0,-1-1,2 4,1 0,-1 0,1 1,-1-1,1 1,-1-1,1 1,-1-1,1 1,0 0,-1-1,1 1,0 0,0 0,-1 0,1 0,0 0,0 0,0 1,0-1,1 0,-1 0,0 1,0-1,1 0,-1 1,0 0,-8 20,1 0,0 0,2 1,1 0,0 0,2 1,1-1,0 21,0-23,1 0,0 1,2-1,0 0,2 0,0 0,1 0,2 0,0-1,1 0,0 0,2-1,11 19,-17-34,0 1,1-1,0 0,-1 0,1-1,1 1,-1-1,0 0,1 0,0 0,0-1,0 1,0-1,0 0,0-1,0 1,1-1,-1 0,1 0,-1-1,0 0,1 0,-1 0,1 0,-1-1,1 0,-1 0,0-1,4-1,10-6,0-2,-1 0,0-1,0-1,-2 0,1-1,-2-1,0-1,-1 0,0-1,-1 0,-1-1,-1-1,-1 0,4-9,-21 89,5-55,0 0,1 0,0 0,0 1,1-1,-1 0,1 0,1 0,-1 0,1 1,0-1,0 0,1 0,0-1,0 1,0 0,1 0,0-1,0 0,0 1,1-1,0 0,0-1,0 1,0-1,1 0,0 0,0 0,0 0,0-1,0 0,1 0,3-2,0 0,-1 0,1 0,0-2,0 1,0-1,0 0,0-1,-1 0,1 0,-1-1,1 0,-1 0,0-1,0 0,-1-1,1 0,-1 0,0 0,0-1,-1 0,1 0,-1-1,-1 0,1 0,-1 0,0-1,-1 1,0-1,0-1,-1 1,0 0,0-1,-1 1,1-5,4-53,-1 77,0 14,35 98,-38-118,1 1,-1-1,1 1,0-1,0 0,1 0,-1-1,1 0,0 1,0-2,1 1,-1 0,1-1,0 0,0-1,0 1,0-1,0 0,1 0,2-1,0 1,0-2,0 1,1-1,-1 0,0-1,0 0,0-1,0 0,0 0,0-1,0 0,-1 0,1-1,-1 0,0-1,0 0,0 0,-1 0,3-4,4-3,0-1,-1-1,0 0,-1-1,-1 0,-1-1,0 0,0-1,2-9,36-134,-44 210,41 888,-46-892,-3-29,-4-29,-5-29,3-1,1 0,-2-29,4 23,-10-57,5-1,4 0,5-37,3 126,2-1,0 1,0 0,2 0,0 0,1 1,1-1,3-6,-7 18,1-1,1 0,-1 1,1 0,-1 0,1 0,1 0,-1 1,1-1,0 1,0 0,0 1,0-1,1 1,-1 0,1 0,0 1,0-1,0 2,0-1,0 0,0 1,1 0,0 1,-2-1,0 1,0 0,0 1,0-1,0 1,0 0,0 0,-1 0,1 1,0-1,-1 1,1 1,-1-1,1 0,-1 1,0 0,0 0,-1 0,1 1,0-1,-1 1,0 0,0 0,0 0,-1 0,1 1,-1-1,0 1,0-1,0 1,0 1,0 3,0 0,0-1,0 1,-1 0,0 0,-1 0,0-1,-1 1,1 0,-2 0,1 0,-1-1,-1 1,1-1,-2 1,1-1,-3 3,3-5,0 0,-1-1,0 0,0 1,0-1,-1-1,0 1,0-1,0 0,0 0,-1 0,0-1,1 0,-1 0,0 0,-1-1,1 1,0-2,-4 2,8-4,0 1,0-1,0 0,1 0,-1 1,0-1,1 0,-1 0,0-1,1 1,-1 0,1 0,0-1,-1 1,1-1,0 1,0-1,0 0,0 1,0-1,0 0,1 0,-1 0,0 1,1-1,0 0,-1 0,1 0,0 0,0 0,0 0,0 0,0 0,1 0,-1 0,0 1,1-1,0 0,-1 0,1 0,0 1,0-1,0 0,0 1,0-1,0 0,1 1,10-30</inkml:trace>
  <inkml:trace contextRef="#ctx0" brushRef="#br0" timeOffset="1912.377">3410 14987,'10'17,"0"0,1-1,1 0,0-1,1 0,14 11,-22-21,0-1,1 0,-1-1,1 1,0-1,0 0,0 0,1-1,-1 0,0 0,1 0,0-1,-1 0,1 0,0-1,0 0,-1 0,1 0,0-1,-1 0,6-2,-6 1,1-1,-2 0,1-1,0 0,-1 1,1-2,-1 1,0-1,-1 1,1-1,-1-1,0 1,0 0,0-1,-1 0,0 0,0 0,-1 0,1-1,-1 1,-1-1,1 1,-1-1,0 0,-1 1,0-1,0 0,0 1,-1-1,0 0,0 1,0-1,-1 1,0-1,-1 1,1 0,-1 0,0 0,-1 0,1 0,-1 1,0-1,-1 1,1 0,-1 1,0-1,0 1,-6-3,8 5,-1 0,1 0,-1 1,0 0,0 0,0 0,0 0,0 1,0-1,0 1,0 0,0 0,0 1,0-1,0 1,0 0,0 0,1 0,-1 0,0 1,0-1,1 1,-1 0,1 0,0 1,0-1,-1 1,2-1,-1 1,0 0,-1 2,-2 2,1 0,0 0,0 0,0 0,1 1,0-1,1 1,0 0,0 0,1 1,0-1,0 0,1 1,-1 4,2-7,1-1,-1 1,1-1,0 0,0 1,1-1,-1 0,1 0,0 0,1 0,-1 0,1 0,0-1,0 1,1-1,-1 0,1 0,0 0,0-1,0 1,0-1,1 0,0 0,-1 0,1-1,0 0,4 2,26 7</inkml:trace>
  <inkml:trace contextRef="#ctx0" brushRef="#br0" timeOffset="2197.62">3771 14425,'-18'12,"-11"10,-4 10,0 8,6 2,8 0,12-3,11-4,5-8</inkml:trace>
  <inkml:trace contextRef="#ctx0" brushRef="#br0" timeOffset="2446.954">3971 15054,'21'2,"17"1,17 0,17-3,12-4,12-5,-10-2</inkml:trace>
  <inkml:trace contextRef="#ctx0" brushRef="#br0" timeOffset="17757.172">1966 16016,'7'-5,"0"1,0 0,0 0,0 1,1 0,-1 0,1 1,0-1,-1 2,1-1,0 1,0 1,0-1,0 1,0 1,0-1,0 1,0 1,0-1,0 1,0 1,3 1,1 5,-1 1,-1 0,0 1,0 0,-1 1,-1-1,1 2,-2-1,0 1,-1 0,0 1,-1 0,0-1,-1 2,0-1,-2 0,0 1,1 13,1-7,-4-21,1 0,-1 0,0 0,1 0,-1-1,0 1,1 0,-1 0,0 0,1 0,-1 0,0 0,1 0,-1 0,0 0,1 0,-1 0,0 0,1 0,-1 0,0 0,1 0,-1 0,0 1,1-1,-1 0,0 0,1 0,-1 1,0-1,0 0,1 0,-1 0,0 1,0-1,0 0,1 1,-1-1,0 0,0 1,0-1,0 0,1 1,-1-1,0 0,0 1,0-1,0 0,0 1,0-1,0 0,0 1,0-1,0 0,0 1,0-1,-1 0,1 1,0-1,11-31,-10 24,7-19,-3 6,0 1,1 0,1 0,1 0,1 1,0 0,1 1,1 0,3-3,-13 19,0 0,0 0,0-1,0 1,0 0,0 0,0 0,0 0,0 0,1 0,-1 0,0 0,1 1,-1-1,1 0,-1 1,1 0,-1-1,1 1,-1 0,1-1,-1 1,1 0,-1 0,1 0,-1 0,1 1,-1-1,1 0,0 1,-1-1,0 1,1-1,-1 1,1 0,-1-1,0 1,1 0,-1 0,0 0,0 0,0 0,0 1,0-1,0 0,0 0,0 1,0-1,-1 0,1 1,0-1,-1 1,1 0,32 101,-31-88,2-1,0 1,0-1,1 1,1-1,1-1,2 5,-6-14,0-1,0 1,0-1,1 1,-1-1,1 0,0 0,0-1,0 1,0-1,0 0,1 0,-1 0,1-1,-1 0,1 1,-1-1,1-1,0 1,0-1,-1 0,1 0,0 0,-1-1,1 1,0-1,-1-1,2 1,7-3,0 0,-1 0,1-1,-1-1,0 0,0-1,-1 0,0-1,4-4,-8 6,-1 0,0 0,-1-1,0 1,0-1,0-1,-1 1,0-1,0 1,-1-1,0 0,0-1,0-3,-2 8,0 0,0 0,-1 0,1 0,-1 0,0 0,0 0,-1 0,1 0,-1 1,0-1,0 0,0 0,0 0,-1 0,0 1,0-1,0 1,0-1,0 1,0 0,-1 0,0 0,0 0,0 0,0 1,0-1,0 1,-2-1,4 2,-1 0,1 0,-1 0,0 0,1 0,-1 0,0 0,1 1,-1-1,0 1,0-1,0 1,1 0,-1 0,0-1,0 1,0 1,0-1,1 0,-1 0,0 1,0-1,0 1,1-1,-1 1,0 0,1 0,-1 0,0 0,1 0,-1 0,1 0,0 0,-1 1,1-1,0 0,0 1,0-1,0 1,-1 1,-1 7,0 0,1 0,0 1,1-1,0 0,1 1,0-1,1 0,0 1,0-1,1 0,0 0,1 0,0 0,1 0,0-1,0 1,1-1,1 0,-1 0,1-1,6 6,-5-6,0 0,1-1,0 0,0 0,1-1,0 0,0-1,1 1,-1-2,1 1,6 0,20 6</inkml:trace>
  <inkml:trace contextRef="#ctx0" brushRef="#br0" timeOffset="18040.517">3076 16030,'9'25,"2"0,1 0,0-1,2-1,1 0,1-1,0-1,2 0,1-1,-17-17,-1-1,1 0,0 1,0-1,0 0,0 0,0 0,1 0,-1-1,1 1,-1-1,1 1,-1-1,1 0,0 0,0 0,-1 0,1-1,0 1,0-1,0 0,0 1,0-1,0-1,0 1,0 0,0-1,-1 1,1-1,0 0,0 0,0 0,-1 0,1-1,-1 1,1-1,-1 1,1-1,-1 0,2-2,5-9,0-1,-1 0,-1-1,0 1,-1-2,0 1,-1 0,2-16,4-8,38-84,-32 94</inkml:trace>
  <inkml:trace contextRef="#ctx0" brushRef="#br0" timeOffset="18545.463">3597 16150,'6'13,"0"-1,1 0,0 0,1-1,1 0,-1 0,2-1,-1-1,1 1,1-1,0-1,0 0,1 0,-1-1,2-1,-1 0,13 4,-21-10,-1 0,0 0,1 0,-1 0,1-1,-1 1,0-1,1 0,-1 0,0 0,0 0,0 0,0-1,0 0,0 0,0 1,0-2,-1 1,1 0,-1 0,1-1,-1 1,0-1,0 0,0 0,0 0,-1 0,1 0,-1 0,0-1,4-6,-1-1,-1 1,0-1,0 0,-1 0,-1 0,1-1,-2-7,0 8,-1 0,-1 0,1 0,-2 0,0 1,0-1,-1 1,0 0,-3-5,5 10,0 1,0 0,-1 1,1-1,-1 0,0 1,0-1,0 1,0 0,-1 0,1 0,-1 1,0-1,0 1,0 0,0 0,0 0,0 1,-1-1,1 1,0 0,-1 0,1 1,-2-1,1 2,1-1,-1 1,1 0,-1 1,1-1,0 1,-1 0,1 0,0 0,0 1,0-1,1 1,-1 0,1 0,-1 0,1 1,0-1,0 1,1-1,-1 1,1 0,0 0,0 0,0 1,0-1,1 0,-1 1,1 3,1-6,1 0,0 0,0 0,0-1,0 1,0 0,0 0,0 0,1-1,-1 1,1-1,-1 1,1-1,-1 1,1-1,0 0,0 0,0 0,-1 0,1 0,0 0,0-1,0 1,1 0,-1-1,0 0,0 1,0-1,0 0,0 0,0 0,1-1,-1 1,0 0,0-1,0 0,1 0,153-23,-128 17,1 2,0 0,1 2,-1 1,0 1,6 2,-30 0,1-1,-1 1,1 0,-1 1,1 0,-1-1,0 2,0-1,0 0,0 1,0 0,-1 0,1 1,-1-1,0 1,0 0,0 0,0 1,-1-1,0 1,0-1,0 1,0 0,-1 0,0 0,0 1,0-1,-1 0,1 1,-1 0,7 37,16 49,-23-91,-1 0,1 0,0 0,-1 0,1 0,0 0,-1 0,1 0,0 0,0 0,0-1,0 1,0 0,0-1,0 1,0 0,0-1,0 1,0-1,1 0,-1 1,0-1,0 0,0 0,1 1,-1-1,0 0,0 0,0-1,1 1,0 0,9-5</inkml:trace>
  <inkml:trace contextRef="#ctx0" brushRef="#br0" timeOffset="18791.342">4159 15709,'0'16,"2"12,8 8,2-2</inkml:trace>
  <inkml:trace contextRef="#ctx0" brushRef="#br0" timeOffset="18995.803">4520 16230,'8'1,"0"-1,1 0,-1 0,0-1,1 0,-1 0,0-1,0 0,0-1,0 0,-1 0,1 0,-1-1,0 0,0-1,0 0,0 0,-1 0,0-1,2-2,-3 3,-1 1,0-1,0 0,0 0,-1 0,0 0,0-1,0 0,-1 1,0-1,0 0,0 0,-1 0,1 0,-1 0,-1 0,0-1,1 1,-2 0,1 0,-1-1,0 1,0 0,-1 0,0 0,0 0,0 1,-1-1,1 0,-1 1,-1 0,1 0,-1 0,0 0,0 0,0 1,-1 0,0-1,1 4,1-1,-1 1,0 0,1 0,-1 1,0-1,0 1,0 0,1 0,-1 0,0 0,0 1,1 0,-1-1,0 1,0 1,1-1,-1 0,1 1,0 0,-1 0,1 0,0 0,0 0,0 1,0-1,1 1,-1 0,1 0,-1 0,1 0,0 0,0 1,0-1,1 1,-1-1,1 1,0-1,0 1,0 0,1-1,-1 1,1 0,0 0,0 0,0-1,1 5,-1-2,0 0,1 0,0 1,0-1,1 0,0 0,0 0,0 0,1-1,0 1,0-1,0 1,0-1,1 0,0 0,0-1,1 1,-1-1,1 0,0 0,0 0,0-1,1 0,-1 0,1 0,0-1,4 2,16 6,0-2,1-1,-1-1,1-1,17 0,41 4</inkml:trace>
  <inkml:trace contextRef="#ctx0" brushRef="#br0" timeOffset="47728.981">15508 3503,'-31'-34,"7"22,0 2,0 1,-1 1,-1 1,-6-1,-10-2,0 1,0 3,-40-2,67 8,-39-3,0 3,-1 2,1 2,0 3,-52 14,64-9,9-4,1 1,0 2,0 1,2 1,0 2,0 1,-10 8,-14 17,1 2,3 3,1 1,-17 25,24-13,3 1,2 2,3 2,3 1,-12 39,-30 60,3 31,42-105,1-12,-9 22,6 0,-18 99,-24 248,30-191,-2 163,31-219,9 2,15 106,10-28,-12 18,-1-78,12 30,-17-221,6 151,-15 174,-2-89,-12 158,4-179,12 23,18 160,-14-356,1 131,12 46,14 113,-15 87,-12 268,21-458,-2-77,-16-130,2-1,2 0,2 0,9 22,27 67,56 115,-81-215,2-2,2-1,26 32,6 8,42 60,-83-120,0-2,1 0,1-1,0 0,1-1,0-2,1 1,0-2,0-1,1 0,0-1,1-1,-1-1,5-1,228 76,-188-69,1-4,0-3,62-3,83 5,-157-3,0-1,0-3,-1-2,44-9,161-8,-163 16,-57 4,1-2,-1-1,1-3,-1 0,2-3,153-35,-163 38,-1-2,1-1,-1-1,-1-2,0-1,-1-1,0-1,-1-1,-1-2,11-10,206-169,-209 169,-2-2,-1-1,-1-1,-2-1,-1-1,-1-2,-3 0,-1-2,0-2,7-20,-3-1,-3-1,-2-1,-2-5,8-49,-5-2,5-103,5-38,80-329,-42 62,-29 239,24-54,2-39,-11-49,-39 293,16-139,-7-148,-26-866,9 1072,30-162,-11 195,7-53,3-213,-56 106,0 50,19-10,-51 8,49 265,-1 1,-2-1,-1 1,-1 0,-2 0,-1 1,-1 0,-2 1,0 0,-2 1,-13-17,-108-153,127 181,0 0,-2 1,0 0,-1 0,0 1,-2 1,1 0,-2 1,0 1,0 0,-1 1,-4-2,-166-103,134 88,-1 1,-1 3,-3 2,-15-8,-430-161,439 164,0 2,-2 4,-1 2,0 3,-65-7,72 20,0 3,-1 2,2 3,-1 2,1 3,-42 13,-2 4</inkml:trace>
  <inkml:trace contextRef="#ctx0" brushRef="#br0" timeOffset="52912.222">19719 3731,'1'-6,"0"1,0 0,-1-1,0 1,0-1,-1 1,0-1,1 1,-2 0,1-1,-1 1,1 0,-2 0,1 0,0 0,-1 1,0-1,0 0,0 1,-1 0,0 0,1 0,-1 0,-1 1,0-1,-11-2,0 1,-1 0,1 1,-1 1,0 1,0 0,0 1,0 1,0 1,-9 1,-16 0,-7-2,14-1,1 2,-1 1,1 1,-1 3,-11 3,5 3,1 2,0 1,1 2,1 2,1 2,1 1,0 2,2 1,1 2,1 1,-6 8,37-35,-39 39,2 2,1 1,3 1,1 2,3 2,-14 28,5 8,3 1,4 2,4 1,4 1,4 2,-1 29,-36 348,46-404,3 1,3 0,2 0,3 0,7 37,49 654,23-30,-11-244,-48-359,7 30,-7-53,-5 1,-5 1,-3 3,2 200,7-173,-1 115,-8 377,-2-521,-4 0,-5 1,-15 87,-106 430,-5 13,-86 40,135-395,60-211,3 1,4 0,2 1,3 1,4 0,2 10,3-42,-1-6,1 0,2 0,0 0,3-1,1 0,1 0,4 8,-2-15,2 0,1-1,1 0,1-1,1 0,0-1,2-1,15 14,63 69,92 89,-158-171,1-1,1-2,1 0,0-3,2 0,1-2,43 21,191 73,-249-96,1 0,0-2,0-1,1 0,0-2,1 0,0-2,20 3,242 29,-268-35,1 0,-1-2,1 0,-1-1,1 0,-1-2,1 0,-1-1,0 0,-1-2,8-3,129-73,-145 79,-1-1,1 0,0 0,-1-1,0 0,0-1,-1 1,1-1,-1 0,0-1,-1 0,4-4,98-149,35-67,-99 144,-4-2,-3-1,-4-2,6-30,-6-2,-1-15,56-327,-58 309,-6-1,2-132,30-342,-38 364,15-30,14-109,-36 170,-14-153,-3-159,8 337,-2 35,-24-165,19 287,-24-190,11-10,12 90,-7 1,-33-146,28 213,4 0,5-1,2-31,5 68,-3-1,-2 1,-10-35,8 28,3 0,2-1,4 0,4-35,-1-8,14-189,9-21,-10 92,-8 173,-3 0,-2 0,-2 0,-3 0,-2 0,-6-25,-13-185,-3 100,22 134,-1 1,-2 0,0 1,-2 0,-5-9,-10-28,14 37,0 0,-2 1,-1 1,-1 0,-1 1,-13-16,20 29,0 1,0-1,-1 1,0 1,-1 0,0 1,0 0,-1 0,0 1,0 1,0 0,-1 1,0 0,0 1,-8-2,-202-11,89 2,57 5</inkml:trace>
  <inkml:trace contextRef="#ctx0" brushRef="#br0" timeOffset="62634.25">23048 3516,'-10'-10,"0"0,-1 0,-1 1,1 0,-1 1,-1 1,1 0,-1 0,-3 0,-18-6,6 0,-1 2,0 1,-1 2,0 1,0 1,0 1,-11 1,-343 19,351-10,-1 2,1 2,1 0,0 2,0 2,-25 14,-27 10,56-27,0 2,2 1,-1 2,1 0,-8 8,-248 179,267-189,1 1,0 0,1 1,0 0,1 1,1 0,1 1,0 0,1 1,1 0,-3 11,-22 38,-111 219,105-214,4 2,2 2,4 0,-4 28,1 16,5 2,6 1,-2 71,3-23,9-91,-9 63,0 128,13 496,2-438,4-140,-11 54,-2 13,12 107,3-174,6 0,-2-95,-3 1,-7 24,-76 394,66-293,9 65,6 504,26-441,3 178,-22-152,0-236,-5-79,2-1,2 0,12 44,76 349,-88-412,3-1,0 0,3 0,12 27,111 269,53-25,-99-161,6-5,82 94,-157-213,0-1,2-1,0 0,2-2,0-1,1-1,1-1,0-1,1-1,1-1,0-2,1-1,1-1,45 8,0-3,1-3,0-4,1-3,0-3,62-8,-95 5,0-3,-1-1,1-2,-1-2,0-2,-1-2,-1-2,8-5,-44 18,18-7,-1-1,0 0,-1-2,0-1,-1 0,-1-1,0-1,-1-1,0-1,12-16,97-174,-72 109,-15 29,-3-2,-3-1,-4-2,-2-1,-4-2,4-34,83-440,-23 88,73-363,-128 638,77-549,-61 300,-26 281,-7-1,-6-72,-9 139,-1-44,16-117,-5 161,38-389,-2-255,-25 252,-22-389,13 401,-13-518,-1 958,0 0,-2-1,-2 1,0 0,-2 1,-1 0,-2 0,-3-5,-111-231,80 190,-2 2,-4 2,-6-1,24 33,-2 1,-2 1,-20-14,-114-83,-37 0,179 114,-2 1,0 2,-1 1,0 1,-1 1,-15-2,-75-13,-90-9,144 28,3-1</inkml:trace>
  <inkml:trace contextRef="#ctx0" brushRef="#br0" timeOffset="79391.455">29398 3303,'-8'-11,"0"1,-1 0,-1 0,1 0,-2 2,1-1,-1 1,0 1,-1 0,-6-3,-167-105,168 104,0 1,0 1,-1 1,0 0,0 1,-1 1,-14-3,-291-34,301 40,0 0,0 2,0 0,-1 2,1 1,0 0,0 2,0 0,-10 5,8-2,1 1,-1 1,1 1,1 1,-1 2,2 0,0 1,1 1,0 2,-182 180,194-185,0 2,1-1,1 1,0 0,1 1,0-1,1 1,1 0,-2 12,-6 19,-4 3,3 1,2 0,-3 37,6-24,-3-1,-17 54,4 72,4-18,7-115,2 1,2 0,3 1,2 24,3-42,-2 0,-1 0,-3-1,0 0,-5 6,0 21,2 1,3 0,3 0,3 0,3 2,-1-21,-21 165,4-85,12-88,-4 35,4 0,3 0,5 39,12 297,12-36,-22-31,-7-211,1-90,0 53,-4 1,-8 36,-1 120,1-25,2 29,-5-155,5 0,4 36,-6 100,-16 92,16-33,-29 98,-2 18,30-295,1 95,13 520,21-408,-4-109,22 174,19-59,-47-272,-1 0,-4 1,0 28,-1 10,5-1,4 0,18 60,0-17,-2-8,5-3,11 16,-35-109,2 0,1 0,2-1,1-1,1-1,2-1,1-1,2 0,11 9,120 90,-120-105,0-1,2-1,1-3,1 0,0-3,1-1,0-3,2 0,-1-3,1-2,0-1,4-2,67 2,0-5,70-10,-150 7,0-2,0-1,0-1,0-2,-1-1,0-2,-1-1,-1-2,0 0,27-19,-17 2,-1-1,-2-2,-1-2,-2-1,-2-1,-1-2,7-15,53-124,-62 115,26-51,-4-2,-6-2,-5-2,-3-14,60-351,-58 246,-8-14,-7 49,-4 66,7 1,39-114,-38 160,-3 0,-5-2,-4-1,0-45,-10 28,0-18,4 1,7 1,18-62,28-28,-29 110,-5-2,0-30,-15 54,2-24,4 1,35-103,-29 139,-3-1,-3-1,-4 0,-3-2,-2-5,-5-666,-6 743,6-102,-5 1,-5 0,-6-23,-15-34,-1-11,3-48,20 167,0-35,-5-1,-4 1,-17-67,-16 4,-32-149,-5-262,48 399,-29-182,13-30,49 373,-13-67,-3 2,-23-59,-156-348,121 285,-146-108,99 95,93 129,25 61,0 1,-1 1,-1-1,0 1,0 0,-1 0,-3-3,-5-6,0 2,-2 0,0 1,-1 1,0 0,-2 1,0 2,0 0,-1 1,-17-7,8 8,0 1</inkml:trace>
  <inkml:trace contextRef="#ctx0" brushRef="#br0" timeOffset="80848.905">16979 3476,'-22'29,"27"-27,86-49,17-16,756-420,382-124,-1145 560,486-229,272-72,-728 308,-125 38,-10 3</inkml:trace>
  <inkml:trace contextRef="#ctx0" brushRef="#br0" timeOffset="81556.015">19386 3370,'263'-365,"-251"349,692-865,-267 427,-420 438</inkml:trace>
  <inkml:trace contextRef="#ctx0" brushRef="#br0" timeOffset="82571.238">19573 2915,'-60'135,"-122"257,164-326,19-65,0 0,0-1,0 1,0-1,0 1,0-1,0 1,0-1,0 1,0-1,0 0,0 1,0-1,0 0,0 0,0 0,0 0,0 0,0 0,0 0,0 0,0-1,1 1,-1 0,0-1,0 1,0 0,0-1,-1 1,1-1,0 0,0 1,0-1,0 0,0 0,-1 1,1-1,0 0,-1 1,43-29,-1-2,-1-1,16-20,2 0,115-93,31-11,-128 109,-77 47,0-1,1 1,-1-1,1 1,-1-1,1 1,0 0,-1-1,1 1,-1 0,1 0,-1 0,1-1,0 1,-1 0,1 0,0 0,-1 0,1 0,0 0,-1 0,1 0,-1 0,1 0,0 0,-1 1,1-1,0 0,-1 0,1 1,-1-1,1 0,-1 1,1-1,-1 1,1-1,-1 0,1 1,-1-1,0 1,1-1,-3 11</inkml:trace>
  <inkml:trace contextRef="#ctx0" brushRef="#br0" timeOffset="83472.366">17233 3035,'-6'24,"-2"0,-1-1,-1-1,-1 0,-5 7,8-14,-31 56,-3-1,-3-2,-3-2,-25 22,38-44,35-43,0-1,1 1,-1 0,0 0,0 0,1-1,-1 1,0 0,1-1,-1 1,1 0,-1-1,1 1,-1 0,1-1,0 1,-1-1,1 1,0-1,-1 1,1-1,0 0,-1 1,1-1,0 0,0 0,-1 1,1-1,0 0,0 0,0 0,-1 0,1 0,0 0,0 0,0 0,0 0,-1-1,1 1,0 0,0 0,-1-1,1 1,0 0,-1-1,1 1,0-1,-1 1,1-1,0 1,-1-1,4 0,105-16,0-4,-1-6,-2-4,-1-4,74-39,-147 58,-8 3</inkml:trace>
  <inkml:trace contextRef="#ctx0" brushRef="#br0" timeOffset="84452.709">21003 1872,'7'1,"1"-1,-1 1,1 1,-1-1,1 1,-1 1,0-1,0 1,0 0,-1 1,1 0,-1 0,1 0,-1 1,-1 0,1 0,-1 0,0 1,0-1,0 1,0 1,12 20,-1-1,-1 2,-2 0,6 18,-9-23,7 17,75 168,13 6,-69-148,3-2,3-2,3-1,2-2,12 8,-24-32,1 0,1-3,2-1,1-2,2-2,6 2,-43-26,-11-4,-13-8,-11-18,17 13</inkml:trace>
  <inkml:trace contextRef="#ctx0" brushRef="#br0" timeOffset="84947.591">21404 2941,'70'33,"-2"2,-1 3,-2 3,-1 3,53 49,-104-82,-6-4,0-1,1 0,0 0,0 0,0-1,0-1,1 0,0 0,6 2,-13-6,0-1,0 1,0-1,-1 0,1 0,0 0,0 0,-1 0,1 0,0 0,-1 0,1 0,-1-1,0 1,1-1,-1 1,0-1,0 0,0 1,0-1,0 0,-1 0,1 0,0 1,-1-1,1 0,-1 0,0 0,1 0,-1 0,0 0,0 0,-1 0,1-1,3-37,-1 0,-2 0,-1 1,-3-1,-1 0,-2 1,-1 0,-9-21,-18-29,35 89,-1 1,1-1,0 1,0-1,0 0,0 1,-1-1,1 0,0 1,0-1,-1 0,1 0,0 1,-1-1,1 0,0 0,-1 1,1-1,0 0,-1 0,1 0,0 0,-1 1,1-1,0 0,-1 0,1 0,-1 0,1 0,0 0,-1 0,1 0,-1 0,1 0,0 0,-1-1,1 1,-1 0,1 0,-1 0,10 28,0 1,2-1,1-1,2 0,8 12,-14-23,42 70,4-2,7 2,-26-37</inkml:trace>
  <inkml:trace contextRef="#ctx0" brushRef="#br0" timeOffset="86732.164">21191 1565,'106'16,"781"133,123 55,-85-33,-846-158,826 168,128 65,-612-142,-127-42,-138-21,169 54,-34-8,-222-70,-100-31,9 4</inkml:trace>
  <inkml:trace contextRef="#ctx0" brushRef="#br0" timeOffset="87101.85">27192 2514,'-8'-10,"-1"0,0 0,0 1,-1 0,0 0,-1 1,0 1,-10-5,21 11,-1 1,0-1,1 1,-1-1,1 1,-1-1,0 1,0-1,1 1,-1 0,0 0,0-1,1 1,-1 0,0 0,0 0,1 0,-1 0,0 0,0 0,0 0,1 0,-1 0,0 0,0 1,0-1,1 0,-1 0,0 1,1-1,-1 1,0-1,1 0,-1 1,0-1,1 1,-1 0,1-1,-1 1,1-1,-1 1,1 0,-1-1,1 1,0 0,-1 0,1-1,0 1,0 0,0 0,-1 0,1-1,0 1,12 43,5-24,0-1,1-1,1 0,1-2,0 0,1-1,1-1,0-1,1-1,0-1,-13-6,78 41,-44-25,-1 2,-1 2,-2 2,38 31,-74-56,-1 0,0 1,1 0,-1 0,0-1,0 2,-1-1,1 0,0 1,-1-1,0 1,0 0,0 0,-1-1,1 1,-1 0,0 1,0-1,0 0,0 0,-1 0,0 1,0-1,0 0,0 0,-1 1,0-1,0 1,-5 1,0 0,-1 0,0-1,0 0,0 0,0-1,-1 0,0 0,0-1,0 0,0 0,0-1,-1 0,1-1,-1 1,0-1,3 0,-91 13,0-3,-1-5,0-5,-3-3,-229-18,181 6</inkml:trace>
  <inkml:trace contextRef="#ctx0" brushRef="#br0" timeOffset="88877.905">21953 215,'-28'-3,"1"2,0 0,-1 2,1 1,0 2,0 0,0 2,0 1,1 1,0 1,1 1,0 1,-20 13,37-21,0 1,0 0,1 0,0 1,-1 0,2 1,-1-1,1 1,-1 0,2 1,-1-1,1 1,0 1,0-1,-2 5,8-9,-1 1,0-1,1 1,-1-1,1 0,0 0,0 1,1-1,-1 0,0 0,1 0,0 0,0 0,0-1,0 1,0 0,1-1,-1 0,1 1,-1-1,1 0,0 0,0-1,0 1,0 0,0-1,0 0,0 0,1 0,-1 0,0 0,2-1,136 39,-106-32,0 1,-1 3,0 0,2 3,-31-12,0 0,-1 0,1 0,0 0,-1 1,1 0,-1 0,0 0,0 1,0-1,0 1,-1 0,1 0,-1 0,0 0,0 1,-1-1,1 1,-1 0,0 0,-1 0,1 0,-1 0,0 0,0 0,0 0,-1 0,1 1,-1-1,-1 5,-1-4,0 1,0-1,0 0,-1 0,0 0,0-1,-1 1,0-1,0 0,0 0,0 0,-1 0,0-1,0 1,0-1,0-1,-1 1,1-1,-1 0,0 0,0-1,0 1,-1-1,1-1,0 1,-3-1,-8 2,1 0,-1-2,1 0,-1 0,0-2,1 0,-1-1,1-1,-16-4,32 7,0 0,-1 0,1 1,-1-1,1 0,-1 0,1 0,-1 1,1-1,-1 0,1 0,-1 0,1 0,-1 0,1 0,-1 0,1 0,-1 0,1 0,-1 0,1 0,-1-1,1 1,-1 0,1 0,-1 0,1-1,-1 1,1 0,0-1,-1 1,1 0,0-1,-1 1,1 0,0-1,-1 1,1-1,0 1,-1-1,1 1,0 0,0-1,0 1,0-1,-1 1,1-1,0 1,0-1,0 0,0 1,0-1,0 1,0-1,0 1,1-1,-1 1,0-1,0 1,0-1,0 1,1 0,-1-1,0 1,1-1,-1 1,0-1,1 1,166-41,-101 23,-2-3,0-3,-1-2,52-31,-104 51,0 0,0-1,-1 0,0-1,0 0,-1-1,0 0,4-5,-13 13,1 0,0 1,0-1,-1 0,1 0,0 1,-1-1,1 0,-1 0,1 0,-1 0,1 0,-1 0,0 0,1 0,-1 0,0 0,0 0,0 0,0 0,0 0,0 0,0 0,0 0,0 0,0 0,-1 0,1 0,0 0,-1 0,1 0,-1 0,1 0,-1 0,1 1,-1-1,0 0,1 0,-1 1,0-1,0 0,1 1,-1-1,0 0,0 1,0-1,0 1,0 0,0-1,0 1,0 0,0-1,0 1,0 0,-59-2,47 4,-1 2,0 0,1 0,0 1,0 1,0 0,1 1,0 0,-11 9,18-13,0 0,1 1,-1 0,1 0,0 0,0 1,1 0,-1-1,1 1,0 0,0 0,0 1,1-1,0 1,0-1,0 1,1 0,0-1,0 1,1 0,-1 0,1 0,0 0,1 5,3-1,1-1,-1 1,2-1,-1 0,1 0,1-1,-1 0,1 0,1 0,0-1,0 0,0-1,1 0,-1 0,2-1,-1 0,0 0,1-1,0 0,0-1,11 2,14 5,1 0,1-3,0-1,0-2,0-1,9-2,31-3</inkml:trace>
  <inkml:trace contextRef="#ctx0" brushRef="#br0" timeOffset="90293.825">23262 829,'91'-310,"-89"306,18-39,-20 42,1 0,-1 0,1 0,-1 1,1-1,-1 0,1 1,0-1,-1 0,1 1,0-1,0 1,-1-1,1 1,0-1,0 1,0 0,0-1,-1 1,1 0,0 0,0-1,0 1,0 0,0 0,0 0,0 0,0 0,0 1,0-1,-1 0,1 0,0 1,0-1,0 0,0 1,0-1,-1 1,1-1,0 1,0-1,-1 1,1-1,0 1,0 0,7 9,-1 1,1-1,-2 1,1 1,-2-1,1 1,-2 0,3 6,1 3,-2-5,0-3,0 1,-1 0,-1 0,0 1,-1-1,0 1,-1 8,-2-22,0 1,-1 0,1 0,-1 0,1 0,-1 0,0 0,0-1,0 1,0 0,0-1,0 1,0-1,-1 1,1-1,0 1,-1-1,1 0,-1 0,0 0,1 0,-1 0,0 0,0 0,0 0,1-1,-1 1,0-1,0 1,0-1,-1 0,-62 3,43-5</inkml:trace>
  <inkml:trace contextRef="#ctx0" brushRef="#br0" timeOffset="90947.746">23917 495,'-16'-2,"5"-1,-1 1,1 0,0 1,0 1,-1-1,1 2,0 0,-1 0,1 1,0 0,0 1,0 0,0 1,1 0,-3 2,10-4,0 0,1 0,-1 1,1 0,-1-1,1 1,0 0,0 0,0 0,0 1,0-1,1 0,0 1,0-1,-1 1,2-1,-1 1,0 0,1-1,0 1,0 0,0-1,0 1,1 0,-1-1,1 1,0 0,1 4,0-1,1 0,-1 1,2-1,-1 0,1-1,0 1,0-1,1 1,0-1,0-1,3 3,2 1,0-2,1 1,0-1,0-1,1 0,-1-1,1 0,1 0,-1-2,1 1,-1-2,1 1,0-2,0 0,0 0,0-1,5-1,1-1,-1 0,1-1,0-1,-1-1,1 0,-2-2,1 0,-1-1,0 0,0-1,8-7,-14 7,1 0,-1 0,-1-1,0 0,0-1,-1 0,-1-1,0 0,0 0,-10 16,0 0,1 1,0-1,-1 0,1 1,1-1,-1 0,1 1,0-1,0 1,0-1,0 1,1-1,0 1,0-1,0 0,0 1,1-1,0 0,0 1,4 0,-1-1,1 0,0 0,1-1,-1 1,0-1,1-1,0 1,0-1,0-1,0 1,0-1,0 0,0 0,0-1,0 0,0-1,0 1,0-1,1-1,-2 1,1-1,6-2,-4 0,1 1,0-1,-1-1,0 1,0-2,0 1,-1-1,1-1,-1 1,1-3,-6 7,-1 0,0-1,0 1,0 0,0-1,0 0,0 1,0-1,-1 0,0 0,1 0,-1 0,0 0,-1 0,1 0,0 0,-1 0,0 0,0-1,0 1,0 0,0 0,0 0,-1 0,0-1,1 1,-1 0,-1 0,1 0,0 0,-1 1,1-1,-1 0,-1-1,-3-2,0 1,-1 0,1 1,-1 0,0 0,0 0,0 1,-1-1,1 2,-1-1,0 1,0 1,1-1,-1 1,0 1,0-1,-1 1,1 1,0-1,1 1,-1 1,0 0,0 0,0 0,5-1,0 0,0 0,0 0,1 0,-1 0,0 1,1-1,-1 1,1 0,-1 0,1-1,0 2,0-1,0 0,0 0,0 1,0-1,1 1,-1-1,1 1,0 0,0-1,0 1,0 0,0 0,0 0,1 0,0 0,-1 0,1 0,0 0,0 0,1 0,-1 0,1 0,0 0,9 20</inkml:trace>
  <inkml:trace contextRef="#ctx0" brushRef="#br0" timeOffset="91493.88">24867 683,'34'-151,"-6"-1,4-120,-21 175,-10 86,-2 23,-27 150,9-65,4 1,5 0,4 10,5-100,0 1,1 0,0-1,1 1,-1-1,2 1,-1-1,1 1,1-1,0 0,0 0,0 0,1 0,0 0,0-1,1 0,0 0,1 0,-1 0,1-1,1 0,-1 0,1-1,0 0,0 0,1 0,0-2,0 0,0 0,0-1,0 0,1 0,-1-1,1 0,0 0,-1-1,1-1,-1 1,1-1,-1-1,1 1,-1-1,0-1,0 0,3-1,20-11</inkml:trace>
  <inkml:trace contextRef="#ctx0" brushRef="#br0" timeOffset="91738.269">24733 335,'6'-7,"20"0,26 2,31 1,29 1,22 1,-12 2</inkml:trace>
  <inkml:trace contextRef="#ctx0" brushRef="#br0" timeOffset="92432.597">26471 656,'-6'-7,"-1"2,1-1,-1 1,0 0,-1 0,1 1,-1 0,1 0,-1 1,-1 0,1 0,0 1,-1 0,1 1,-1-1,1 2,-1-1,0 1,1 1,-1-1,1 1,-1 1,1 0,-1 0,1 1,0-1,0 2,0-1,0 1,1 1,0-1,0 1,0 0,0 1,1 0,0 0,0 0,0 1,1 0,0 0,0 0,1 1,0-1,0 2,2-5,1-1,1 0,-1 1,0-1,1 0,0 1,-1-1,1 1,1-1,-1 1,0-1,1 0,0 1,0-1,0 0,0 1,0-1,1 0,0 0,-1 0,1 0,0 0,0-1,0 1,1-1,-1 1,1-1,0 0,-1 0,1 0,0 0,0 0,0-1,0 1,0-1,1 0,-1 0,2 1,8-1,-1 0,0-1,0 0,0-1,0 0,1-1,-1-1,-1 1,1-2,0 0,-1 0,0-1,0-1,0 1,-1-2,0 0,0 0,0 0,-1-1,0-1,6-8,-1 1,-2-2,0 1,-1-2,0 1,-2-1,0-1,-2 0,0 0,-1-1,-1 1,-1-1,0 0,-2-1,-1 1,0 0,-2-1,0 1,-1 0,-2 0,0 0,-6-16,-21-25,30 60,1 2,-1-1,0 0,0 0,0 0,0 0,0 0,0 1,0-1,0 0,0 1,0-1,0 1,-1-1,1 1,0 0,0 0,0-1,-1 1,1 0,0 0,0 0,-1 0,1 0,0 0,0 1,-1-1,1 0,0 1,0-1,0 1,-1-1,1 1,0-1,0 1,0 0,0 0,0-1,0 1,0 0,1 0,-1 0,0 0,0 0,1 0,-1 0,1 0,-1 1,1-1,-1 0,1 0,-1 0,-7 18,0 0,2 0,0 0,1 1,0 0,2 0,0 0,2 1,0-1,1 0,1 1,2 4,-2-3,1-1,2 0,0 0,1-1,1 1,0-1,2 0,0-1,2 0,0 0,1-1,1 0,0-1,1 0,12 10,-19-22,0-1,1 0,0 0,-1 0,1-1,1 0,-1 0,0 0,1-1,-1-1,1 1,0-1,-1 0,1-1,0 0,0 0,-1 0,1-1,0-1,-1 1,1-1,-1 0,1-1,-1 0,0 0,0-1,0 1,-1-1,1-1,-1 0,0 1,0-2,-1 1,3-3,3-4,-2 1,1-2,-1 1,-1-1,0 0,-1-1,-1 0,0 0,0 0,-2-1,0 0,1-7,-4 5,-14 29,6 8,-1 0,2 0,1 1,1 0,0 0,2 1,0-1,1 0,2 2,-2-16,1-1,0 0,1 1,0-1,0 0,0 0,1 0,-1 1,1-1,1-1,-1 1,1 0,0-1,1 1,1 1,11 8</inkml:trace>
  <inkml:trace contextRef="#ctx0" brushRef="#br0" timeOffset="92912.146">26818 188,'15'18,"1"0,1-1,0-1,1 0,0-1,2-1,14 7,20 17,-42-31,-1 1,0 0,0 1,-1-1,0 2,-1 0,0 0,-1 1,0 0,0 0,-1 0,-1 1,0 1,0-1,-1 1,0 2,-2 125,-6-59,3-79,-1 0,1 1,0-1,0 0,0 0,0 0,0 0,0 0,0 0,1 0,-1 1,1-1,0 0,-1 0,1 0,0-1,0 1,0 0,1 0,-1 0,0-1,1 1,-1-1,1 1,-1-1,1 1,0-1,-1 0,1 0,0 0,0 0,0 0,0 0,0-1,0 1,0-1,0 1,0-1,1 0,6-3,1-1,-1-1,0 0,-1 0,1-1,-1 1,0-2,-1 1,1-1,-2-1,1 1,-1-1,0 0,0-1,-1 1,0-1,0 0,0-3,-3 8,71-150,-68 136,-23 40,15-16,0 1,0 0,1 0,0 1,0-1,1 0,-1 1,2-1,-1 1,1-1,0 1,1-1,0 1,0-1,0 1,1-1,0 0,1 0,-1 0,1 0,1 0,-1-1,1 1,0-1,1 0,0 0,0 0,0-1,0 0,5 4,36 20,0-8</inkml:trace>
  <inkml:trace contextRef="#ctx0" brushRef="#br0" timeOffset="96823.896">28476 615,'-3'-6,"-1"0,1 0,-1 1,0-1,0 1,-1 0,0 0,0 0,0 1,0-1,0 1,-1 1,0-1,0 1,0 0,0 0,-1 1,1 0,-1 0,1 0,-1 1,0 0,1 0,-1 1,0 0,0 0,0 0,1 1,-1 0,0 0,1 1,-1 0,1 0,-1 1,1-1,-3 3,1 0,0 1,1 0,0 0,1 0,-1 1,1 0,0 0,1 1,0-1,0 1,-1 4,4-9,0 0,1 0,-1 1,1-1,0 0,0 1,0-1,0 1,1 0,0-1,-1 1,1-1,0 1,1 0,-1-1,1 1,-1-1,1 1,0-1,1 1,-1-1,0 0,1 0,0 1,0-1,0 0,0 0,0-1,1 1,-1 0,2 0,0 0,0-1,0 1,0-1,0 0,1 0,-1 0,1-1,-1 0,1 0,-1 0,1 0,0 0,-1-1,1 0,0 0,-1-1,1 1,0-1,-1 0,1 0,0 0,-1-1,0 0,1 0,7-3,-1 0,0-1,0-1,0 1,-1-2,1 0,-2 0,8-8,29-47,-46 63,-1 1,1-1,0 0,0 0,0 0,0 1,0-1,0 0,0 0,0 0,0 1,0-1,0 0,0 0,0 0,1 1,-1-1,0 0,0 0,0 0,0 1,0-1,0 0,0 0,0 0,1 0,-1 0,0 1,0-1,0 0,0 0,1 0,-1 0,0 0,0 0,0 0,1 0,-1 1,0-1,0 0,0 0,1 0,-1 0,0 0,0 0,0 0,1 0,-1 0,0 0,0 0,0-1,1 1,-1 0,0 0,0 0,0 0,-1 25,1-23,-9 167,7-1,12 74,-7-213,-1-20,0 1,-1-1,0 0,0 1,-1-1,0 1,-1-1,0 1,0-1,-1 0,0 1,-1-1,0 0,-1 0,1-1,-2 1,1-1,-1 0,-1 1,2-6,0-1,-1 1,1-1,-1 0,1-1,-1 1,1-1,-1 0,0 0,0 0,0-1,0 1,0-1,0 0,1-1,-1 1,0-1,0 0,0 0,1-1,-1 1,0-1,1 0,0 0,-1-1,1 1,0-1,0 0,0 0,1 0,-1-1,1 1,0-1,0 0,0 0,0 0,1 0,-1-1,1 1,0-1,0 1,1-1,0 1,-1-5,-1-2,1 1,1-1,-1 0,2 0,0 0,0 1,1-1,0 0,1 0,0 0,0 1,2-1,-1 1,1 0,0 0,1 0,5-6,12-20,2 1,2 2,27-29,-42 50,16-16,-1-1,-1-2,-1 0,-2-1,-1-1,-1-1,-2-1,-2-1,-1 0,9-36,-22 60,-2 10,-1 1,1-1,0 0,0 0,0 1,1-1,-1 0,0 1,1-1,-1 0,1 1,-1-1,1 0,0 1,0-1,0 1,0-1,0 1,0 0,0-1,0 1,0 0,1 0,-1 0,0 0,1 0,-1 0,1 0,-1 0,1 1,0-1,-1 1,1-1,0 1,-1-1,1 1,130 31,-114-26,-14-4,0 0,0-1,0 1,0 0,-1 1,1-1,0 1,0 0,-1 0,1 0,-1 0,0 0,1 1,-1 0,0 0,-1 0,1 0,0 0,-1 0,0 0,0 1,0 0,0-1,0 1,-1 0,1 0,-1 0,0 0,0 0,-1 0,1 3,-26 154,24-155,-1-2,1 1,0-1,0 0,0 1,1-1,-1 1,1-1,0 1,0-1,1 1,0-1,-1 0,1 1,1-1,-1 0,0 1,1-1,0 0,0 0,1 0,-1-1,1 1,-1 0,1-1,0 0,0 0,4 3,8-1,1 0,0-1,1 0,-1-1,1-1,-1-1,1-1,0 0,14-2,88-11,-67 3</inkml:trace>
  <inkml:trace contextRef="#ctx0" brushRef="#br0" timeOffset="97239.029">29479 776,'-11'-5,"-1"0,0 0,0 2,0-1,0 2,-1-1,1 2,-1 0,1 0,-1 1,1 1,-1 0,1 0,-1 2,1-1,0 2,0-1,0 2,0-1,1 2,0 0,0 0,0 1,-6 5,15-11,0 0,0 1,1-1,-1 1,0-1,1 1,-1 0,0-1,1 1,0 0,0 0,-1 0,1 0,0 0,0 0,1 1,-1-1,0 0,1 0,-1 1,1-1,0 0,0 0,0 1,0-1,0 0,1 1,-1-1,0 0,1 1,0-1,0 0,-1 0,1 0,1 0,-1 0,0 0,0 0,1 0,-1 0,1-1,-1 1,1 0,0-1,0 1,0-1,0 1,11 1,0 1,0-2,0 1,0-2,0 0,1 0,-1-1,0-1,0 0,0-1,0-1,3 0,-9 1,1 0,-1 0,0-1,0 0,0 0,0 0,0-1,-1 0,0 0,0-1,0 0,0 0,-1 0,1-1,-2 1,1-1,0-1,-1 1,0-1,-1 1,0-1,0 0,0 0,0-3,-5-3,-9 32,8-12,0 0,1 0,0 0,0 0,0 1,1-1,0 0,0 1,1-1,0 1,0-1,1 1,0-1,0 1,1-1,0 0,0 0,1 0,0 0,0 0,0 0,1-1,0 1,1-1,-1 0,1-1,0 1,5 4,-1-6,1 0,-1 0,1-1,-1 0,1 0,0-1,0-1,0 1,0-2,0 1,0-2,0 1,0-1,0-1,0 0,0 0,0-1,-1 0,6-3,20-9</inkml:trace>
  <inkml:trace contextRef="#ctx0" brushRef="#br0" timeOffset="97643.023">29827 602,'-1'-1,"1"1,-1-1,1 1,-1-1,1 0,-1 1,1-1,-1 0,1 0,0 1,0-1,-1 0,1 0,0 1,0-1,0 0,0 0,0 0,0 0,0 1,0-1,0 0,0 0,0 0,1 1,-1-1,0 0,0 0,1 1,-1-1,1 0,-1 1,1-1,-1 0,1 1,-1-1,1 0,-1 1,1-1,0 1,0-1,36-12,-22 9,13-5,-1-1,0-1,0-1,-1-2,2-2,-20 11,0 0,0-1,0 0,-1 0,1-1,-2 0,1-1,-1 1,0-1,-1 0,0 0,0-1,0 0,-1 0,-1 0,0 0,1-2,-4 9,1 0,0 0,-1 0,1 0,-1 0,0 0,0 0,0 0,0 0,0 0,0 0,0 0,-1 0,1 0,-1 0,1 0,-1 0,0 1,1-1,-1 0,0 0,-1 1,1-1,0 0,0 1,-1-1,1 1,-1 0,1-1,-1 1,1 0,-1 0,0 0,0 0,1 0,-1 0,0 1,0-1,0 1,0-1,0 1,0 0,0-1,-2 1,-6 2,0 0,1 1,-1 0,0 0,1 1,0 1,0-1,0 1,1 1,0 0,0 0,0 0,1 1,-1 0,2 1,-1-1,1 1,0 1,1-1,-3 7,-8 17,2 1,1 1,1 0,3 0,0 1,2 0,2 1,1-1,2 1,2 0,1 0,1 0,3 4,39 347,-43-379,0-1,-1 0,0 0,0 1,-1-1,0 0,0 1,-1-1,1 0,-2 0,1 0,-1 0,0-1,0 1,-1-1,0 0,0 0,-1 0,-1 1,-11 5</inkml:trace>
  <inkml:trace contextRef="#ctx0" brushRef="#br0" timeOffset="97900.863">29827 990,'20'-2,"19"-1,13 0,14 1,10 0,3 1,-3 1,-8-1,-14 1</inkml:trace>
  <inkml:trace contextRef="#ctx0" brushRef="#br1" timeOffset="110559.136">25561 3650,'-4'-4,"-1"0,-1 0,1 1,0 0,-1 0,1 0,-1 1,0 0,0 0,0 0,0 1,0 0,0 0,-1 0,1 1,0 0,0 0,-1 1,1-1,0 1,0 1,0-1,-3 2,-9 8,0 1,1 1,0 0,1 1,1 1,0 0,1 1,1 1,0 0,1 0,-7 16,-16 33,2 1,-22 66,18-41,8-24,3 1,4 2,2 0,4 1,-6 55,-47 653,19-256,24-132,20 218,7-385,39 485,-39-681,23 538,63 65,-70-527,9 56,-7 1,-5 43,-33 626,-4-172,24-604,-1 75,-13 106,-3-87,4 89,11-141,4-1,4 1,5-1,3-1,17 46,68 233,-86-309,-10-36,1 0,2-1,1 0,1 0,1-1,1 0,2 0,1-2,1 1,0-2,7 6,36 29,3-3,2-2,2-3,2-3,3-3,23 9,-65-40,0-1,2-1,-1-2,1-1,0-1,1-2,0-1,0-1,24-1,1 2,134-2,-177-4,-1 0,1-2,-1 0,0 0,0-1,0 0,0-1,-1-1,0 1,0-2,0 0,-1 0,8-8,5-10,-1 0,-2-2,-1-1,-1 0,-1-1,7-19,-6 14,319-529,-288 476,-5-2,-3-2,7-35,166-467,-130 337,-12-4,19-154,-22-55,-56 365,59-418,-65 444,49-874,-64 502,10 246,20-134,2-59,-12 159,10 1,11 0,-9 85,-7-1,-3-136,-16 196,-3 0,-5 0,-4 0,-10-27,-108-229,101 248,-45-115,-113-125,109 206,38 60,-17-28,-63-84,-138-145,219 288,-2 2,-2 2,-1 2,-2 2,-2 2,-1 2,-2 3,0 2,-28-9,18 5,27 12,0 2,-2 2,0 1,-1 1,0 3,0 1,-1 2,-1 2,1 1,-1 2,1 2,-1 2,1 1,0 2,0 2,-39 12,20 6,0 2,2 2,1 3,2 3,1 1,-6 10,5-7,-3 1</inkml:trace>
  <inkml:trace contextRef="#ctx0" brushRef="#br1" timeOffset="129220.909">15429 16056,'-66'-7,"-1"2,1 3,-40 6,97-5,1 1,0 0,0 1,0 0,0 0,0 1,0 0,0 0,0 1,1 0,-1 0,1 1,0 0,0 0,0 1,0 0,1 0,0 0,0 1,0 0,1 0,0 1,0-1,-2 5,3-1,1-1,0 0,1 1,0 0,0 0,1-1,1 1,-1 0,1 0,1 0,0 0,1 0,-1-1,2 1,-1 0,2-1,-1 0,1 0,0 0,1 0,0-1,1 1,0-1,0 0,0-1,1 0,5 4,93 70,-84-67,0 1,0 1,-2 0,0 2,-1 0,10 14,-26-31,-1 0,1 1,0-1,-1 0,1 1,-1 0,1-1,-1 1,0 0,0 0,0 0,0 0,0 0,0 0,0 0,-1 0,1 0,-1 0,1 0,-1 0,0 0,0 1,0-1,0 0,0 0,0 0,-1 0,1 1,-1-1,0 0,1 0,-1 0,0 0,0 0,0 0,-1-1,1 1,0 0,-1-1,1 1,-1 0,1-1,-1 0,0 1,1-1,-1 0,0 0,-1 1,-11 1,0-1,0 0,0 0,0-2,-1 1,1-2,0 0,0-1,0 0,0-1,0-1,1 0,-1-1,1 0,0-1,-3-2,6-7,36 10,76-3,-53 8,-1-3,1-2,-1-3,0-1,-1-2,0-3,0-1,19-11,-22-9,-43 34,0 0,0 1,-1-1,1 0,0 0,-1 1,1-1,-1 0,1 0,-1 0,1 0,-1 0,1 0,-1 0,0 0,0 0,0 0,1 0,-1 0,0 0,0 0,0 0,-1 0,1 0,0 0,0 0,0 0,-1 0,1 0,0 0,-1 0,1 0,-1 0,0 1,1-1,-1 0,1 0,-1 0,0 1,0-1,1 0,-1 1,0-1,0 1,0-1,0 1,0-1,0 1,0-1,0 1,0 0,-4-2,0-1,-1 1,1 1,-1-1,1 1,-1 0,0 1,1-1,-1 1,0 0,1 0,-1 1,0 0,1 0,-1 0,1 1,-1-1,1 1,0 1,0-1,0 1,0 0,0 0,0 0,1 1,-1-1,1 1,0 0,1 1,-1-1,1 1,-1-1,1 1,1 0,-1 0,1 0,-1 1,2-1,-1 1,1-1,-1 1,1-1,0 6,4-5,-1 0,1-1,0 1,0-1,0 1,1-1,0 0,0 0,0-1,0 1,1-1,0 0,0 0,0-1,1 1,-1-1,1 0,-1 0,1-1,0 0,0 0,0 0,0-1,1 0,-1 0,0-1,0 1,2-1,54 7,1-2,-1-3,17-3,10-1</inkml:trace>
  <inkml:trace contextRef="#ctx0" brushRef="#br1" timeOffset="131973.169">17287 16484,'-12'-8,"0"0,-1 1,1 0,-1 1,-1 1,1 0,-1 1,0 0,0 1,0 0,-11 1,21 3,0 0,0 0,0 1,0 0,1 0,-1 0,0 0,1 0,-1 1,1 0,0-1,0 1,0 1,0-1,1 0,-1 1,1-1,0 1,0-1,0 1,0 0,1 0,-1 0,1 0,0 0,1 1,-1-1,1 0,-1 0,1 1,0-1,1 0,-1 0,1 0,0 1,0-1,0 0,1 0,-1 0,1 0,0-1,0 1,0 0,1-1,1 3,5 1,0-1,0 0,0-1,1 0,0 0,0-1,0 0,0-1,1 0,0 0,-1-1,1-1,0 0,0 0,0-1,4-1,11 2,-1-1,1-1,-1-2,0 0,1-2,-2-1,1 0,-1-2,0-1,0-1,-1-1,17-11,-40 22,0 1,0-1,0 1,0-1,0 1,0 0,0-1,0 1,0-1,0 1,1-1,-1 1,0-1,0 1,1-1,-1 1,0-1,1 1,-1-1,1 1,-1-1,0 1,1-1,-1 0,1 1,-1-1,1 0,-1 0,1 1,-1-1,1 0,-1 0,1 0,0 0,-1 1,1-1,-1 0,1 0,-1 0,1 0,0 0,-1-1,1 1,-1 0,1 0,-1 0,1 0,-1-1,1 1,-1 0,1 0,-1-1,1 1,-1 0,1-1,-1 1,1-1,-1 1,0 0,1-1,-1 1,0-1,0 7,-1 0,1 1,1-1,-1 0,1 0,0 0,0 1,1-1,0 0,0-1,0 1,1 0,-1 0,1-1,1 0,-1 0,1 0,0 0,0 0,0-1,1 1,0-1,0-1,0 1,0 0,0-1,1 0,0-1,2 2,-5-4,0 1,-1-1,1 0,0 0,-1-1,1 1,-1 0,1-1,-1 0,1 1,-1-1,1 0,-1 0,0-1,1 1,-1 0,0-1,0 1,0-1,0 0,0 0,0 0,-1 0,1 0,-1 0,1 0,-1 0,0 0,1-1,-1 1,-1-1,1 1,0-1,-1 1,1-1,-1-2,2-2,-1 0,0 0,-1 0,0 0,0-1,0 1,-1 0,0 0,0 0,-1 0,0 0,-1 0,1 0,-3-1,1 1,-1 0,0 0,-1 0,0 1,0-1,0 2,-1-1,0 1,0 0,0 0,0 1,-1 0,0 0,0 0,0 1,0 1,-4-1,374 26,-355-22,1 0,-1 0,1 1,-1 0,0 1,0 0,0 0,0 0,0 1,0 0,-1 0,0 1,0-1,0 1,-1 1,0-1,0 1,0 0,0 0,-1 1,0-1,0 1,-1 0,1 3,28 100,-31-108,0 0,0 0,0-1,1 1,-1 0,0-1,1 1,-1-1,1 0,0 1,-1-1,1 0,0 0,0 0,0 0,0 0,0 0,0-1,0 1,0-1,0 1,0-1,0 0,0 0,0 0,0 0,1 0,-1 0,0-1,0 1,0-1,0 1,1-2,62-33,-54 25,-1 0,-1 0,1-1,-2-1,0 1,0-1,-1-1,-1 1,0-1,0-1,-2 1,0-1,0 1,-1-1,0-2,-5 23,0 1,1 0,0-1,1 1,-1 0,1 0,1 0,0-1,0 1,0 0,1-1,0 1,1-1,0 1,0-1,0 0,1 0,0-1,0 1,1-1,0 0,0 0,0 0,1-1,0 0,0 1,1-3,1 0,0 0,-1 0,1-1,0 0,0-1,0 0,0 0,1 0,-1-1,0-1,0 1,0-1,0-1,0 1,0-2,0 1,0-1,-1 0,1 0,-1-1,0 0,0 0,0-1,0 0,-1 0,0-1,0 1,-1-1,1-1,-1 1,-1-1,1 0,-1 0,2-4,22-93,-28 105,0 0,1-1,-1 1,0-1,1 1,-1-1,0 1,1-1,-1 1,1-1,-1 0,1 1,-1-1,1 0,-1 1,1-1,-1 0,1 1,-1-1,1 0,-1 0,1 0,0 0,-1 1,1-1,-1 0,1 0,0 0,-1 0,1 0,0-1,-1 1,1 0,-1 0,1 0,-1 0,1-1,0 1,-1 0,1-1,-1 1,1 0,-1-1,1 1,-1 0,0-1,1 1,-1-1,1 1,-1-1,0 1,0-1,1 1,-1-1,0 1,0-1,1 0,-1 1,0-1,9 13,0 0,1 0,1 0,0-2,0 1,1-1,1-1,-1 0,2-1,-1 0,1-1,0-1,0 0,1-1,0-1,-1 0,2 0,-1-2,0 0,1-1,-1 0,1-1,1-1,-8-1,0 1,0-1,-1-1,1 0,-1 0,0-1,0 0,0 0,0-1,-1 0,0 0,0 0,0-1,-1-1,0 1,0-1,0 0,-1 0,1-2,5-10,0 0,-2-1,0-1,-1 0,-1 0,-1 0,-1-1,-16 171,10 58,13 47,-1 17,-10-240,-4-22,-2-21,-74-285,75 276,-12-47,3 0,3-2,3 1,3-1,4-53,1 109,1 0,0-1,1 1,1 1,0-1,1 0,6-11,-9 21,0 0,0 0,1 0,-1 1,1-1,0 1,0-1,0 1,1 0,-1 0,1 0,-1 1,1-1,0 1,0 0,0 0,0 0,1 1,-1-1,0 1,1 0,-1 0,1 1,-1-1,1 1,2 0,4 3,0 0,0 0,0 1,-1 0,0 1,0 0,0 1,0 0,-1 1,0 0,0 0,-1 1,0 0,0 0,-1 1,0 0,0 0,-1 1,-1 0,1 0,-2 0,1 1,-2-1,3 8,-4-14,0 0,-1 0,1 1,-1-1,0 0,0 1,0-1,0 1,-1 0,0-1,0 1,0-1,-1 1,1-1,-1 1,0-1,0 1,-1-1,1 0,-1 0,0 1,0-1,-1 0,1-1,-1 1,0 0,0-1,0 1,0-1,0 0,-1 0,1-1,-1 1,0-1,-2 2,1-2,0-1,-1 1,1-1,0 0,-1 0,1-1,-1 0,1 1,-1-2,1 1,-1-1,1 0,0 0,-1 0,1-1,0 0,0 0,0 0,0-1,0 1,1-1,-1 0,1-1,0 1,0-1,0 0,0 0,0 0,1 0,0-1,0 0,2 3,0 0,0-1,0 1,1-1,-1 1,1 0,0-1,0 1,-1-1,2 1,-1-1,0 1,0-1,1 1,0-1,-1 1,1 0,0-1,0 1,0 0,0 0,1 0,-1 0,1 0,-1 0,1 0,1-1,55-41,-54 41,43-26,-16 13,-1-1,0-2,-2-1,0-1,-1-1,-1-2,-1-1,-1 0,-2-2,0-1,14-26,-27 36,-1 0,0-1,-1 0,-2 0,0-1,0 0,-2 0,-1 0,0 0,-2 0,0-1,-1 1,-2-11,2 28,1 0,-1 0,1 0,-1-1,0 1,0 0,0 0,-1 0,1 0,-1 1,1-1,-1 0,0 1,0-1,0 1,0-1,-1 1,1 0,-1 0,1 0,-1 0,0 1,0-1,0 1,0 0,0-1,0 1,0 1,0-1,0 0,0 1,-1-1,1 1,0 0,0 0,0 1,-3-1,-3 4,1 1,0 0,1 0,-1 0,1 1,0 0,0 1,1 0,0 0,0 0,1 0,0 1,0 0,0 0,1 1,1-1,-1 1,1-1,1 1,-1 3,-6 18,1 0,1 1,1 0,2 1,1-1,2 1,1-1,1 1,2 0,1-1,3 10,-1-24,0-1,0 0,2 0,0 0,0-1,2 0,0 0,0-1,2-1,-1 0,2 0,0-2,0 1,1-1,0-1,1-1,7 4,-8-6,-1 0,1 0,-1-2,2 0,-1 0,0-2,1 1,0-2,0 0,0-1,0 0,0-1,0-1,0 0,0-2,-1 1,1-2,0 0,-1 0,8-5,-15 6,0 0,0-1,0 1,0-2,-1 1,1-1,-1 0,0 0,-1-1,1 0,-1 0,0 0,-1 0,1-1,-1 0,-1 0,1 0,-1 0,-1-1,1 1,-1-1,0 0,-1 0,0 1,0-1,-1 0,0 0,0 0,-1-4,1 9,-1 1,0-1,1 1,-1 0,0-1,0 1,0 0,-1-1,1 1,-1 0,1 0,-1 0,1 0,-1 0,0 1,0-1,0 0,0 1,0-1,-1 1,1 0,0 0,-1 0,1 0,0 0,-1 1,1-1,-1 1,1-1,-1 1,1 0,-1 0,0 0,1 0,-1 0,1 1,-1-1,1 1,-1 0,1 0,0 0,-1 0,1 0,0 0,0 1,-1-1,1 1,0-1,1 1,-1 0,0 0,0 0,1 0,-1 0,0 2,-2 3,1 1,0 0,1 0,-1 0,2 0,-1 0,1 0,0 0,1 0,0 1,0-1,1 0,0 0,0 1,1-1,0 0,0 0,1-1,0 1,1 0,-1-1,2 0,-1 0,1 0,0 0,0-1,1 0,-1 0,1 0,5 3,4 0,0 0,0-1,1 0,-1-2,2 1,-1-2,1 0,-1-2,1 1,1-2,-1 0,0-1,0-1,1-1,-1 0,0-1,0-1,0 0,0-2,6-2,-10 2,-1-1,0-1,0 0,-1 0,0-1,0 0,-1-1,0 0,-1-1,0 0,0-1,-1 1,0-2,-1 1,-1-1,0 0,4-10,3-13,-2 0,-1 0,-2-1,-1 0,2-37,1-68,-7 0,-6-27,-7 98,1 71,-20 76,11 3,3 0,3 1,5 1,1 50,6-108,1 0,1 1,2-1,0 0,1-1,1 1,4 7,-6-21,0 0,1-1,0 1,0-1,1-1,0 1,0-1,1 0,0 0,1-1,-1 0,2 0,-1-1,1 0,0 0,0-1,0 0,1-1,-1 0,-1-2,1 1,0-2,0 1,-1-1,1 0,0-1,0 0,0 0,0-1,0 0,0 0,0-1,-1-1,1 1,-1-1,0-1,1 0,-2 0,1 0,0-1,-1 0,0-1,0 1,0-1,-1-1,0 1,0-1,-1 0,0-1,0 1,0-1,2-4,-1 0,0 0,0-1,-1 1,-1-2,0 1,-1 0,0-1,-1 1,0-1,-2 0,1 1,-2-10,1 23,-1 1,1-1,0 0,0 1,-1-1,1 0,0 1,-1-1,1 0,0 0,-1 1,1-1,-1 0,1 0,0 0,-1 1,1-1,-1 0,1 0,-1 0,1 0,-1 0,1 0,0 0,-1 0,1 0,-1 0,1 0,-1 0,1-1,0 1,-1 0,1 0,-1 0,1 0,0-1,-1 1,1 0,0 0,-1-1,1 1,0 0,-1-1,1 1,0 0,0-1,-1 1,1-1,0 1,0 0,0-1,-1 1,1-1,0 1,0-1,0 1,0 0,0-1,0 1,0-1,0 1,0-1,0 1,0 0,0-1,-18 35,15-25,-1-1,2 1,-1 0,1 0,0 0,1 0,0 0,0 0,1 0,1 0,-1 0,1 0,1 0,0 0,0 0,1 0,0 0,0-1,1 1,0-1,0 0,1 0,0-1,1 1,-1-1,2-1,-1 1,1-1,0 0,0 0,0-1,72 21,-43-22</inkml:trace>
  <inkml:trace contextRef="#ctx0" brushRef="#br1" timeOffset="132247.533">20575 16043,'23'-2,"28"-1,27 2,27 4,19 8,-10 3</inkml:trace>
  <inkml:trace contextRef="#ctx0" brushRef="#br1" timeOffset="133285.647">21672 16484,'-16'-14,"-79"-54,91 65,-1 1,0 0,1 0,-1 1,0-1,-1 1,1 0,0 0,0 1,0 0,0 0,-1 0,1 0,0 1,0 0,0 0,0 0,0 1,0 0,-4 2,2 0,0 0,0 1,1-1,0 2,-1-1,2 1,-1-1,1 2,0-1,0 0,1 1,0 0,0 0,0 1,1-1,0 1,1-1,0 1,0 0,0 0,1 0,0 3,1-8,1 0,-1 1,0-1,1 0,0 0,0 1,0-1,0 0,0 0,1 0,-1 0,1 0,0 0,0-1,0 1,0-1,1 1,-1-1,1 0,-1 0,1 0,0 0,-1 0,1 0,0-1,0 0,1 1,-1-1,0 0,0-1,1 1,6 1,0 0,-1 0,1-1,0-1,0 0,0 0,0-1,0 0,0-1,0 0,-3 1,0-1,0 0,0 0,-1-1,1 0,-1 0,1-1,-1 1,0-1,0-1,-1 1,1-1,-1 0,0 0,-1-1,1 1,-1-1,0 0,0 0,-1 0,1-1,-2 0,1 1,-1-1,0 0,0 0,-1 0,0 0,0-1,-1 8,0 0,0 1,-1-1,1 0,0 0,0 0,0 0,-1 1,1-1,0 0,0 0,-1 0,1 0,0 0,-1 0,1 0,0 0,0 0,-1 0,1 0,0 0,-1 0,1 0,0 0,0 0,-1 0,1 0,0 0,0 0,-1 0,1-1,0 1,0 0,-1 0,1 0,0 0,0-1,0 1,-1 0,1 0,0 0,0-1,0 1,0 0,0 0,-1-1,1 1,0 0,0-1,0 1,0 0,0 0,0-1,0 1,0 0,0-1,-10 26,8-18,0 0,1 0,0-1,0 1,1 0,0 0,0 0,0 0,1 0,0 0,1 0,-1-1,1 1,1 0,-1-1,1 0,0 1,1-1,-1 0,1-1,0 1,1-1,-1 0,1 0,0 0,1 0,-1-1,1 0,-1 0,1-1,1 1,-1-1,0-1,1 1,-1-1,1 0,0 0,0-1,-1 0,1 0,4-1,2-4,0-1,0 0,-1-1,0 0,0-1,0 0,-1-1,0 0,-1-1,0 0,0-1,-1 0,0 0,-1-1,0 0,1-3,159-212,-130 195,-37 30,0 1,0-1,0 1,-1-1,1 1,0 0,0-1,0 1,0 0,0 0,0-1,0 1,0 0,0 0,0 0,0 0,0 1,0-1,0 0,0 0,0 1,0-1,0 0,-1 1,1-1,0 1,0-1,0 1,0-1,-1 1,1 0,0-1,-1 1,1 0,0 0,-1-1,1 1,-1 0,1 0,-1 0,0 0,1 0,-1 0,0 0,1-1,-1 2,3 11,0 1,-1 1,0-1,-1 0,-1 0,0 0,-1 1,0 6,-7 146,2 124,8-271,0-1,1 0,1 0,1 0,0-1,2 0,0 0,4 5,-8-15,1-1,1 0,-1 0,1 0,1 0,-1-1,1 0,0 0,0-1,1 1,-1-1,1-1,1 1,-1-1,0-1,1 1,0-1,0 0,0-1,1 0,-6-1,0-1,-1 1,1-1,0 0,-1 0,1 0,0 0,-1 0,1-1,0 1,-1-1,1 0,-1 1,1-1,-1-1,1 1,-1 0,1 0,-1-1,0 0,0 1,0-1,0 0,0 0,0 0,-1 0,1 0,-1 0,1-1,-1 1,0-1,0 1,0-1,1 0,0-5,0 0,0 0,-1 0,0 0,0 0,-1 0,0 0,0 0,-1-1,0 1,0 0,-10-24,-1 0,-1 1,-1 0,-2 1,-1 1,-1 1,-2 1,0 0,-2 1,-1 1,-19-15,-68-66,109 105,0 1,1-1,-1 1,0-1,1 0,-1 1,1-1,-1 0,1 1,0-1,-1 0,1 1,0-1,-1 0,1 0,0 1,0-1,-1 0,1 0,0 0,0 1,0-1,0 0,0 0,0 0,1 1,-1-1,0 0,0 0,0 0,1 1,-1-1,0 0,1 1,-1-1,1 0,-1 1,1-1,-1 0,1 1,-1-1,1 1,0-1,-1 1,1-1,0 1,-1-1,1 1,0 0,0 0,-1-1,2 1,47-10,-41 9,296-24,-279 22,-13 1,0 1,0 0,0 0,0 1,0 1,0 0,0 0,0 1,-1 1,1 0,3 2,-11-2,0 1,0 0,0-1,-1 1,1 0,-1 1,0-1,-1 1,1-1,-1 1,0 0,0 0,0 0,0 0,-1 0,0 0,0 0,-1 1,1-1,-1 3,17 56,-15-60,0-1,0 0,1 0,-1 0,1-1,0 1,0 0,0-1,0 0,0 0,0 0,1 0,-1 0,1-1,-1 1,1-1,0 0,0 0,-1 0,1-1,0 1,0-1,0 0,0 0,-1 0,1-1,0 1,0-1,0 0,-1 0,1-1,0 1,-1 0,0-1,1 0,-1 0,0 0,0-1,0 1,0-1,0 1,0-1,-1 0,1 0,-1 0,0 0,0-1,0 1,0-1,2-5,-1-1,0 1,-1-1,1 0,-2 1,0-1,0 0,0 0,-1 0,-1 0,0 0,0 0,-1 0,0 1,-1-1,0 0,0 1,-1 0,0 0,-1 0,0 1,-1-1,1 1,-1 0,-1 1,0-1,0 1,4 4,-1-1,1 1,-1 0,1 1,-1-1,0 1,0-1,0 1,-1 0,1 1,0-1,-1 1,1 0,-1 0,0 0,1 1,-1-1,1 1,-1 0,0 1,1-1,-1 1,1 0,-1 0,1 0,-1 1,1-1,0 1,-1 0,1 0,0 1,0-1,1 1,-1 0,0 1,-4 3,1 2,0-1,0 1,1 0,0 0,0 1,1-1,1 1,0 1,0-1,1 0,0 1,0 0,2 0,-1-1,1 1,1 11,0-19,1 1,-1 0,1-1,0 1,1-1,-1 1,0-1,1 0,0 1,0-1,0 0,0 0,0 0,1 0,-1-1,1 1,0-1,0 1,0-1,0 0,0 0,0 0,0-1,1 1,-1-1,1 0,-1 0,1 0,-1 0,1-1,0 1,3-1,24 2</inkml:trace>
  <inkml:trace contextRef="#ctx0" brushRef="#br1" timeOffset="133564.052">22808 16016,'-14'-2,"-11"1,-8 4,-3 7,2 7,5 8,7 6,8 2,10 0,11 2,12-1,4-7</inkml:trace>
  <inkml:trace contextRef="#ctx0" brushRef="#br1" timeOffset="133813.452">22902 16552,'6'15,"8"11,5 7,7 3,5-3,7-5,10-7,11-6,11-7,13-7,7-5,-12-3</inkml:trace>
  <inkml:trace contextRef="#ctx0" brushRef="#br1" timeOffset="134158.619">24573 15803,'-8'20,"0"2,2-1,0 1,1 0,2 0,0 0,1 9,1-25,-5 56,2 0,2 1,4 0,2-1,3 1,3-2,4 10,-13-64,1 1,0-1,0 0,0 1,1-1,0 0,1-1,-1 1,1 0,0-1,1 0,0 0,0 0,0-1,1 1,-1-1,1-1,0 1,1-1,-1 0,1 0,0-1,0 0,0 0,0-1,0 0,1 0,4 0,3-4,1 0,-1-2,0 0,-1-1,1 0,-1-1,0-1,0 0,-1-1,0 0,0-1,-1-1,0 0,-1 0,0-1,0-1,-1 0,52-62,-71 104,4-17,1 0,0 0,1 0,0 1,1-1,1 1,-1 12,2-21,0-1,1 1,-1-1,1 1,0-1,0 0,0 1,1-1,-1 0,1 0,0 0,0 0,1 0,-1-1,1 1,0 0,0-1,0 0,0 0,0 0,1 0,-1 0,1-1,0 0,0 0,0 1,28 7,0-4</inkml:trace>
  <inkml:trace contextRef="#ctx0" brushRef="#br1" timeOffset="134448.837">25121 16284,'-14'-5,"-13"-1,-11-2,0 0</inkml:trace>
  <inkml:trace contextRef="#ctx0" brushRef="#br1" timeOffset="135119.974">24412 16003,'78'-11,"1"5,0 2,0 4,23 5,-88-4,59 0,0 3,0 3,-1 4,0 3,0 2,42 19,-101-31,0 1,0 1,-1 0,0 1,0 0,-1 1,0 0,0 1,-1 0,0 0,0 1,-1 1,-1 0,0 0,0 0,-1 1,-1 0,0 1,0-1,0 5,14 116,-19-113,1-1,0 0,1 1,1-1,1 0,0-1,2 1,0-1,7 11,-13-26,0 0,0-1,0 1,1 0,-1-1,1 1,0-1,0 0,0 1,0-1,0 0,0 0,1 0,-1 0,1-1,-1 1,1-1,0 1,-1-1,1 0,0 0,0 0,0-1,0 1,0-1,0 1,0-1,0 0,0 0,0 0,0-1,0 1,0-1,0 0,0 1,-1-1,1-1,0 1,0 0,-1-1,1 1,-1-1,2-1,8-9,-1-1,-1-1,0 0,0 0,-2-1,0 0,5-14,40-64,-53 93,0-1,0 0,0 1,0-1,0 1,1-1,-1 1,0-1,0 1,1-1,-1 1,0-1,1 1,-1-1,1 1,-1-1,0 1,1 0,-1-1,1 1,-1 0,1-1,-1 1,1 0,-1 0,1-1,0 1,-1 0,1 0,-1 0,1 0,0 0,-1 0,1 0,-1 0,1 0,-1 0,1 0,0 0,-1 0,1 1,-1-1,1 0,-1 0,1 1,-1-1,1 0,-1 1,1-1,-1 0,1 1,7 32,-8-27,23 114,-21-114,1 0,-1-1,1 1,0-1,1 0,-1 0,1 0,0 0,0 0,0-1,1 0,0 0,-1 0,1-1,1 1,-1-1,0 0,7 2,-1-2,1 1,-1-2,1 1,0-2,0 0,0 0,0-1,0 0,0-1,0 0,-1-1,1-1,0 0,-1 0,1-1,-1-1,0 0,-1 0,1-1,-1 0,0-1,-1 0,1-1,-1 0,-1 0,0-1,0 0,0 0,-1-1,-1 0,0 0,0-1,-1 0,4-10,-9 4,-7 21,-12 25,17-24,-1-1,1 1,0 0,0 0,1 0,-1 0,1 0,0 0,1 1,-1-1,1 0,0 0,0 1,1-1,-1 0,1 0,0 0,1 0,-1 0,1 0,0 0,0 0,1-1,-1 1,1-1,0 1,1-1,0 1,2 0,1-2,-1 1,1-1,0 0,-1 0,1-1,1 0,-1 0,0-1,0 1,1-2,-1 1,0-1,1 0,-1-1,1 1,-1-2,0 1,0-1,0 0,0 0,0-1,0 0,0 0,-1-1,0 0,1 0,-2 0,5-4,-7 5,-1 0,1 0,-1-1,0 1,0-1,0 1,0-1,-1 0,1 0,-1 0,0 0,0 1,-1-2,1 1,-1 0,0 0,0 0,0 0,0 0,-1 0,0 0,0 0,0 0,0 0,0 0,-1 1,0-1,0 0,0 1,-2-3,0-1,-1 0,0 1,-1-1,1 1,-1 0,-1 1,1-1,-1 1,0 1,0-1,0 1,-1 0,1 1,-6-2,9 3,-1 0,1 1,-1 0,0 0,1 0,-1 1,0-1,0 1,0 0,1 0,-1 1,0 0,1 0,-1 0,0 0,1 0,-1 1,1 0,0 0,-1 0,1 1,0 0,0-1,1 1,-1 0,0 1,1-1,0 1,0-1,0 1,-2 4,-6 16</inkml:trace>
  <inkml:trace contextRef="#ctx0" brushRef="#br1" timeOffset="135399.796">26524 16069,'0'-20,"0"-16,0-9,3-1,4 3,7 4,4 8,5 10,2 8,0 7,-5 11,-5 11,-6 13,-4 12,-6 11,-4 9,-2-4</inkml:trace>
  <inkml:trace contextRef="#ctx0" brushRef="#br1" timeOffset="135872.938">26631 16297,'-1'18,"0"0,0 0,2 0,0 0,2 0,-1 0,2 0,1 0,0-1,1 0,1 0,0 0,1-1,1 0,1-1,3 5,-9-17,-1 1,1-1,-1 0,1 0,0-1,0 1,0-1,0 1,0-1,1 0,-1-1,1 1,-1-1,1 0,0 0,-1-1,1 1,0-1,-1 0,1 0,0-1,0 1,-1-1,1 0,0 0,-1-1,1 1,-1-1,0 0,0 0,1-1,-1 1,0-1,-1 0,1 0,-1 0,1 0,-1-1,3-3,6-11,-1 0,-1 0,-1-1,0 0,-1-1,-2 0,0 0,-1 0,-1-1,0-3,-3 21,4-7,-3 24,-2-12,2 12,-2 3,2 0,0 0,0 0,2-1,0 1,1-1,0 0,2 0,0-1,0 0,2 0,3 5,-10-17,0-1,0 0,1 1,-1-1,1 0,-1 0,1 0,-1-1,1 1,0-1,0 1,0-1,0 0,0 0,0 0,0-1,0 1,0-1,1 0,-1 1,0-1,0-1,0 1,0 0,1-1,-1 0,0 1,0-1,0 0,0-1,2 0,4-3,0-1,-1 1,1-2,-1 1,0-1,-1 0,1-1,-1 0,1-2,12-19,-1-2,-1 0,-2-1,-1-1,4-16,5-9,-48 158,23-95,1 1,0 0,-1-1,2 1,-1-1,1 1,0 0,0-1,0 1,1-1,-1 0,1 1,1-1,-1 0,1 0,0 0,0-1,0 1,1-1,3 4,5-1,0-1,0-1,0 0,1 0,-1-1,1-1,0 0,0-1,1 0,-1-1,11 0,-12 0,45 2,-5-1</inkml:trace>
  <inkml:trace contextRef="#ctx0" brushRef="#br1" timeOffset="136299.368">28022 16458,'-10'-10,"-1"0,0 2,-1-1,0 1,0 1,-1 0,1 1,-1 0,-1 1,0 1,9 2,0 1,0-1,0 1,0 0,0 1,0-1,0 1,0 0,0 0,0 1,-1 0,1 0,0 0,0 0,1 1,-1 0,0 0,0 0,1 0,-1 1,1 0,0 0,0 0,0 0,0 1,1-1,-1 1,-2 4,3-5,0 1,0 0,1 0,-1 0,1 0,0 0,0 0,0 1,0-1,1 1,0-1,0 1,0 0,0 0,1-1,0 1,0 0,0 0,1-1,0 1,-1 0,1-1,1 1,-1-1,1 1,0-1,0 1,0-1,1 0,-1 0,1 0,0-1,0 1,0 0,1-1,-1 0,1 0,0 0,0 0,0-1,0 0,0 1,1-1,1 0,4-2,1 0,0-1,-1 0,1-1,-1 0,1-1,-1 0,0-1,0 1,-1-2,1 0,-1 0,0 0,0-1,-1-1,1 0,-1 0,-1 0,0-1,0 0,0 0,-1-1,0 0,-1 0,0 0,0-1,-1 0,0 0,2-8,4-25,-2-1,-2 1,-2-1,-1 0,-3 0,-1 0,-3 0,-1 0,3 28,1-2,0 0,-2 0,0 1,-1-1,-1 1,0 0,-6-12,10 28,1 0,0 0,-1 0,1 0,0 0,-1 0,1 0,-1 0,0 1,1-1,-1 0,0 0,1 0,-1 1,0-1,0 0,0 1,0-1,0 0,0 1,0 0,0-1,0 1,0-1,0 1,0 0,0 0,0 0,0-1,0 1,0 0,0 0,0 1,0-1,0 0,-1 0,1 0,0 1,0-1,0 0,0 1,0-1,0 1,1 0,-1-1,0 1,0 0,0-1,0 1,1 0,-1 0,0 0,0 0,-31 54,24-32,2 0,0 0,1 1,2 0,0 0,2 0,0 0,2 0,0 0,2 0,1-1,0 1,2-1,1 0,1 0,1-1,0 0,2 0,1-1,0 0,8 7,32 38,0-11</inkml:trace>
  <inkml:trace contextRef="#ctx0" brushRef="#br1" timeOffset="137615.683">29211 16284,'-14'-4,"-1"1,0 1,0 0,0 1,0 1,0 1,0 0,-8 1,19-1,-1 0,1 0,0 0,-1 0,1 1,0-1,0 1,0 0,0 1,0-1,0 1,1-1,-1 1,1 0,0 0,0 1,0-1,0 1,1-1,-1 1,1 0,0 0,0 0,0 0,0 0,1 1,0-1,0 0,0 1,0 0,1-2,0 1,0-1,0 1,1-1,-1 0,1 1,-1-1,1 0,0 1,1-1,-1 0,0 0,1 0,0 0,0 0,0-1,0 1,0 0,0-1,1 1,-1-1,1 0,0 0,-1 0,1 0,0 0,2 0,91 28,-70-25,1-1,0-1,0-1,0-2,0 0,0-2,0-2,0 0,-1-1,1-2,-1-1,-1 0,0-2,11-7,-31 14,1 0,-1 0,0-1,0 0,0 0,0-1,-1 1,0-1,0 0,0 0,-1 0,1-1,-1 1,1-3,-7 16,1-1,0 1,0 0,1 0,0 0,0 0,1 0,0 0,0-1,2 9,-1-12,0 0,0 1,0-1,1 0,-1 0,1 0,0 0,0-1,0 1,1 0,0-1,-1 0,1 1,0-1,0 0,1-1,-1 1,1 0,-1-1,1 0,0 0,0 0,0 0,0-1,0 0,0 1,0-1,1-1,-1 1,0-1,0 1,1-1,-1-1,0 1,1 0,-1-1,0 0,0 0,1 0,-1-1,0 0,0 1,-1-1,1 0,0-1,-1 1,1-1,-1 0,0 1,0-2,0 1,1-1,-1 0,-1-1,1 0,-1 0,1 0,-2-1,1 1,0-1,-1 1,0-1,0 1,-1-1,0 1,0-1,0 0,-1 1,1-1,-1 1,0-1,-1 1,0-1,0 1,0 0,0 0,-1 0,0 0,0 0,-2-2,-2-4,-2 0,1 1,-1 0,-1 0,1 1,-2 1,1-1,-1 2,0-1,-1 2,-2-2,-24-6,102 19,-6 3,4-2,0 4,-1 2,3 4,-60-15,0 0,0 0,0 0,1 0,-1 1,-1 0,1 0,0 0,0 0,-1 0,1 1,-1 0,0 0,0 0,0 0,0 0,0 1,-1-1,1 1,-1-1,0 1,0 0,0 0,-1 0,1 0,-1 0,0 1,0-1,-1 0,1 3,-1 27,-2-30,1 0,0 1,1-1,-1 0,1 0,0 1,0-1,0 0,0 0,1 1,0-1,0 0,0 0,0 0,1 0,-1 0,1 0,0 0,0 0,1-1,-1 1,1-1,0 0,0 1,0-1,0-1,0 1,1 0,-1-1,1 0,0 1,-1-2,1 1,1 0,0-1,1-1,-1 1,0-1,1-1,-1 1,1-1,-1 0,0 0,1 0,-1-1,0 0,0 0,0 0,0 0,0-1,-1 0,1 0,-1 0,0-1,0 1,2-3,69-91,-43 41,-31 56,-1 0,1 0,0 0,-1 0,1 0,-1 0,1 0,-1 1,1-1,-1 0,1 0,-1 1,0-1,1 0,-1 1,1-1,-1 1,0-1,1 0,-1 1,0-1,1 1,-1-1,0 1,0-1,1 1,-1-1,0 1,0-1,0 1,0-1,0 1,0 0,0-1,0 1,0-1,0 1,0-1,0 1,0-1,0 1,0-1,0 1,-1-1,1 1,0-1,0 1,-1-1,1 1,0 18,1 0,1-1,1 1,0 0,1-1,1 0,1 0,8 16,-12-30,0-1,1 1,-1-1,1 0,0 0,0 0,0-1,1 1,-1-1,1 0,-1 1,1-2,0 1,-1 0,1-1,0 1,0-1,0 0,0-1,1 1,-1-1,0 0,0 0,0 0,0 0,0-1,0 1,1-1,-1 0,0-1,-1 1,1-1,0 1,0-1,-1 0,1-1,-1 1,1 0,-1-1,0 0,0 0,0 0,-1 0,3-3,10-16,0 0,-1-2,-1 1,-2-2,0 1,-2-1,0-1,-2 0,-1 0,-1-1,-1 1,0-18,12-91,-7-1,-7-126,-13 191,9 70,1 0,-1 0,1 1,-1-1,0 1,1 0,-1-1,1 1,-1 0,0 0,1 0,-1 0,0 0,1 0,-1 1,0-1,1 0,-1 1,1-1,-1 1,1 0,-1 0,1-1,-1 1,1 0,0 0,-1 0,1 0,0 1,0-1,0 0,0 0,0 1,0-1,0 1,0-1,1 0,-1 1,0 0,1-1,-1 1,1-1,-10 16,0 1,1-1,1 1,1 1,1-1,0 1,2 1,0-1,1 0,0 1,2 0,1 19,2 3,1 1,3-1,1 0,2-1,9 23,11 17,3-1,15 21,30 73,-74-166,-4-9</inkml:trace>
  <inkml:trace contextRef="#ctx0" brushRef="#br1" timeOffset="137860.122">30388 15963,'27'-2,"25"3,22 5,17 2,10 3,7 4,-4 2,-10-2,-22-4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8:07.51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240 390,'-3'-4,"0"-1,-1 1,0 0,0 0,0 0,0 1,-1-1,1 1,-1 0,0 0,0 1,0-1,0 1,-1 0,1 1,0-1,-1 1,1 0,-1 0,0 1,1 0,-1 0,1 0,-1 1,0-1,1 1,-1 1,1-1,0 1,-2 1,-1 2,2 1,-1 0,0 1,1-1,1 1,-1 1,1-1,0 1,1 0,-1 0,2 0,-1 0,1 1,1 0,-1 0,1-1,1 1,0 0,0 0,1 1,0-1,0 0,1 0,0 0,1 0,1 4,-2-9,1 0,0-1,-1 1,1-1,0 0,1 1,-1-1,1 0,-1 0,1-1,0 1,0 0,0-1,0 0,0 0,1 0,-1 0,1 0,0-1,-1 1,1-1,0 0,0 0,-1 0,1-1,0 0,0 1,0-1,4-1,1 0,0 0,1-1,-1 0,0 0,0-1,0 0,0-1,-1 0,1 0,-1-1,0 0,0-1,6-7,0-1,0-1,-2 0,0-1,-1 0,0 0,-1-1,-1-1,-1 0,-1 0,0 0,-1-1,-1 0,-1 0,0-1,-2 1,0-1,-1 0,-2 1,1-1,-2 1,-1-1,0 1,-2-1,-1-2,4 13,0 0,0 0,-1 0,-1 0,1 0,-2 1,1 0,-1-1,0 2,-1-1,0 0,5 7,1 0,-1 0,0 0,1 0,-1 0,0 1,0-1,0 0,0 0,0 1,0-1,1 1,-1-1,-1 1,1-1,0 1,0-1,0 1,0 0,0 0,0 0,0-1,0 1,0 0,-1 1,1-1,0 0,0 0,0 0,0 1,0-1,0 0,0 1,0-1,0 1,0-1,0 1,0 0,0-1,0 1,0 0,0 0,1-1,-1 1,0 0,1 0,-1 0,1 0,-1 0,1 0,-1 0,1 0,-1 0,1 0,-18 65,12-27,2 0,1 0,3 1,1-1,1 1,7 24,-9-57,1-1,-1 0,1 0,1 0,-1 0,1 0,0-1,1 1,-1 0,1-1,0 0,1 1,-1-1,1 0,0-1,0 1,0-1,1 0,0 0,0 0,0-1,0 1,0-1,1 0,-1-1,1 1,0-1,-1-1,1 1,0-1,0 0,1 0,-1 0,0-1,0 0,0 0,6-2,-3-1,-1 0,1-1,0-1,-1 1,0-1,0-1,-1 0,1 0,-1 0,-1-1,1 0,-1 0,0-1,-1 1,1-1,-2-1,1 1,-1-1,0 1,-1-1,0 0,-1-1,0 1,0 0,-1-1,0 1,0-1,-1 1,-1-1,0-6,1 15,0-1,0 0,-1 1,1-1,0 1,0-1,-1 1,1-1,-1 1,0-1,1 1,-1 0,0-1,0 1,0 0,0-1,0 1,0 0,0 0,0 0,0 0,0 0,-1 0,1 0,-1 0,1 1,0-1,-1 1,1-1,-1 1,1-1,-1 1,1 0,-1-1,0 1,1 0,-1 0,1 0,-1 1,1-1,-1 0,0 0,1 1,-1-1,1 1,0 0,-1-1,1 1,-1 0,1 0,-1 0,-2 4,1-1,-1 1,1-1,0 1,1 0,-1 0,1 1,0-1,0 0,1 1,0-1,0 1,0-1,0 1,1-1,0 1,0 0,0-1,1 1,0-1,0 1,1-1,-1 1,1-1,0 0,1 0,-1 1,1-2,0 1,0 0,0-1,1 1,2 1,6 6,1 0,1-1,0-1,1 0,0-1,0-1,1 0,0-1,0 0,17 3,41 13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8:07.99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1 203,'16'1,"-1"-2,1 0,-1 0,1-1,-1-1,0-1,0 0,0-1,0 0,-1-2,0 1,4-4,48-39,-65 47,1 1,0-1,-1 0,0 1,1-1,-1 0,0 0,0 0,0 0,0 0,0 0,0 0,-1-1,1 1,-1 0,1 0,-1-1,0 1,0 0,0 0,0-1,-1 1,1 0,0 0,-1 0,0-1,1 1,-1 0,0 0,0 0,0 0,0 0,-1 0,1 0,-4-2,0 1,0-1,0 1,0 0,-1 0,0 1,1 0,-1 0,0 0,0 0,0 1,0 0,0 0,0 1,0 0,0 0,-1 0,1 1,0 0,0 0,0 0,0 1,0 0,0 0,1 0,-1 0,1-1,0 2,0-1,0 0,0 1,0 0,0 0,1 1,-1 0,1-1,0 1,0 0,0 1,1-1,0 1,-1 0,2-1,-1 1,0 1,1-1,0 0,1 1,-1-1,1 1,0-1,0 1,0-1,1 1,0 0,0-1,1 1,-1 0,1-1,0 1,1-1,0 1,-1-1,2 0,-1 2,5 0,0 0,0 0,1-1,0 0,0 0,0-1,1 0,-1 0,1-1,0 0,1 0,-1-1,1-1,-1 0,1 0,0 0,53 9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8:08.25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319 19,'-13'-5,"1"2,-1 0,0 0,0 1,0 1,0 0,-1 0,1 2,0 0,0 0,0 1,0 1,0 0,0 0,1 2,0-1,0 2,0 0,0 0,1 1,0 0,-7 7,16-12,0 0,0 0,0 0,0 0,1 0,-1 0,1 1,-1-1,1 1,0-1,0 1,0-1,0 1,1 0,-1 0,1-1,-1 1,1 0,0 0,0 0,0-1,0 1,1 0,-1 0,1-1,0 1,0 0,0-1,0 1,0-1,0 1,1-1,-1 1,1-1,0 0,0 0,0 0,0 1,11 6,0 0,1 0,0-1,0-1,1-1,-1 0,1 0,1-2,-1 0,1-1,-1 0,1-1,0-1,9-1,5 2,0-2,1-1,-1-2,0-1,0-1,27-9,-11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8:08.50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8:09.08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0 423,'23'0,"0"0,0-1,0-2,0 0,-1-1,0-2,0 0,0-1,17-9,-34 14,30-9,-1-2,0-1,0-2,-2-2,0-1,-1-1,-1-1,-1-2,23-23,-46 38,0 1,0-1,0 0,-1 0,-1-1,1 0,-1 0,2-8,-5 14,0 1,0-1,-1 0,1 0,-1 1,1-1,-1 0,0 0,0 0,-1 1,1-1,0 0,-1 0,0 0,0 1,1-1,-1 1,-1-1,1 0,0 1,-1 0,1-1,-1 1,0 0,0 0,0 0,0 0,0 0,0 0,0 1,-1-1,0 0,0 1,0-1,0 1,-1 0,1 0,0 0,0 0,-1 1,1-1,-1 1,1 0,0 0,-1 0,1 0,0 1,-1-1,1 1,0 0,-1 0,1 0,0 0,0 1,0 0,0-1,0 1,0 0,1 0,-1 0,1 1,-1-1,1 1,0-1,-2 3,-5 6,1 0,0 1,1 0,0 0,1 1,0 0,-1 7,-9 40,3 1,3 0,2 1,3 0,3 1,3 18,-2-4,0 11,-4-1,-4 1,-4-1,-20 72,14-96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8:09.56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1 125,'153'-29,"-85"18,92-14,161-4,-318 28,0 0,-1 0,1 1,0-1,0 1,0 0,0 0,0 0,0 0,0 0,0 1,0-1,-1 1,1 0,0 0,0 0,-1 0,1 0,0 1,-1-1,1 1,-1 0,0 0,0-1,1 2,-1-1,0 0,-1 0,1 1,0-1,-1 1,1-1,-1 1,0-1,0 2,-10 101,8-104,1 0,0 0,0 0,0 0,0 0,0-1,0 1,0 0,1 0,-1 0,0 0,0 0,1 0,-1 0,1 0,-1 0,1 0,-1 0,1-1,-1 1,1 0,0 0,-1-1,1 1,0 0,0-1,0 1,-1-1,1 1,0-1,0 1,0-1,0 0,0 0,0 1,0-1,0 0,0 0,0 0,0 0,0 0,0 0,1 0,43-12,-32 7,-1-1,-1-1,1 0,-1 0,0-1,-1-1,1 0,-2 0,1-1,-2 0,1 0,-1-1,-1-1,0 1,0-1,-2 0,1 0,2-12,-21 76,11-46,0 1,1-1,0 1,0 0,0-1,1 1,0 0,0-1,1 1,0 0,0-1,0 1,1-1,0 1,0-1,1 0,0 0,0 0,0 0,1 0,-1-1,1 1,1-1,-1 0,1-1,0 1,0-1,0 0,6 4,21-2,-1-6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8:09.92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0,'3'157,"-3"-153,0-1,1 1,-1-1,1 0,0 1,0-1,0 0,0 0,1 0,-1 0,1 0,0 0,0 0,0 0,0-1,0 1,1-1,-1 1,1-1,-1 0,1 0,0 0,0 0,0-1,0 1,0-1,0 0,1 0,-1 0,0 0,1-1,-1 1,0-1,1 0,-1 0,0 0,1 0,2-1,9-4,-1-1,-1 0,1-1,-1-1,-1 0,1-1,-1 0,-1-1,0 0,0-1,4-6,60-82,-75 99,0 0,0 1,0-1,0 0,0 1,0-1,0 0,1 1,-1-1,0 0,0 1,0-1,0 0,0 1,0-1,1 0,-1 0,0 1,0-1,0 0,1 0,-1 1,0-1,0 0,1 0,-1 0,0 0,1 1,-1-1,0 0,0 0,1 0,-1 0,0 0,1 0,-1 0,0 0,1 0,-1 0,0 0,1 0,-1 0,0 0,1 0,-1 0,0 0,1 0,-1 0,0 0,0-1,1 1,-1 0,0 0,1 0,-1-1,0 1,0 0,0 0,1-1,-1 42,0-32,0-4,0 0,0-1,0 1,1 0,-1-1,1 1,0-1,0 1,1-1,0 0,-1 1,1-1,1 0,-1 0,1 0,-1-1,1 1,0 0,0-1,1 0,-1 0,1 0,0 0,-1 0,1-1,1 0,24 10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8:10.54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132 599,'-4'-2,"0"1,0 0,-1 0,1 1,0-1,-1 1,1 0,0 0,-1 0,1 1,0-1,0 1,-1 0,1 1,0-1,0 1,0-1,0 1,0 0,1 1,-1-1,1 1,-1-1,1 1,0 0,0 1,0-1,1 0,-1 1,1-1,-1 1,1 0,0 0,1 0,-1 0,1 0,0 0,-1 4,2-5,0 0,0 0,1 0,-1 0,1 0,0-1,0 1,0 0,0 0,0 0,1-1,-1 1,1-1,0 1,-1-1,1 0,0 1,1-1,-1 0,0 0,1-1,-1 1,1 0,-1-1,1 1,0-1,-1 0,1 0,0 0,0-1,1 1,5 1,0 0,-1-1,1 0,0-1,0 0,-1 0,1-1,0 0,0 0,3-2,4-3,0 0,0-2,0 0,-1 0,0-1,-1-1,0-1,0 0,-1-1,0 0,-2-1,1 0,-1-1,-1 0,-1-1,0 0,0 0,-2-1,0 0,-1 0,0-1,-2 0,3-15,4-18,-3-1,-2 0,-2 0,-3 0,-4-45,-12 26,14 69,1 1,-1-1,1 0,-1 1,1-1,-1 1,1-1,-1 1,1-1,-1 1,1 0,-1-1,0 1,1 0,-1-1,0 1,1 0,-1 0,0 0,1-1,-1 1,0 0,0 0,1 0,-1 0,0 0,0 0,1 1,-1-1,0 0,1 0,-1 0,0 1,1-1,-1 0,0 1,1-1,-1 0,1 1,-1-1,1 1,-1-1,1 1,-1-1,1 1,-1 0,1 0,-22 30,11-1,0 0,3 0,0 1,2 0,2 0,0 1,2-1,2 1,1 2,-2-13,1 1,1-1,0 0,2 0,1 0,0 0,2-1,0 1,1-2,1 1,1-1,1 0,0 0,2-1,0-1,7 7,-15-19,1 0,1-1,-1 0,1 0,0 0,0 0,0-1,0 0,0 0,1-1,-1 0,1 0,0 0,0-1,-1 0,1 0,0-1,0 0,0 0,0-1,0 0,0 0,0 0,-1-1,1 0,-1 0,1-1,-1 0,0 0,0 0,0-1,0 0,1-1,83-90,-54 51,-36 44,0-1,0 1,0-1,0 0,0 1,0-1,1 1,-1-1,0 1,1-1,-1 1,0-1,1 1,-1-1,0 1,1-1,-1 1,1-1,-1 1,1 0,-1-1,1 1,-1 0,1-1,-1 1,1 0,-1 0,1 0,0 0,-1-1,1 1,-1 0,1 0,0 0,-1 0,1 0,0 0,-1 0,1 1,-1-1,1 0,-1 0,1 0,0 1,-1-1,1 0,-1 0,1 1,-1-1,1 1,-1-1,1 0,-1 1,0-1,1 1,-1-1,0 1,1-1,-1 1,0-1,1 1,-1 0,0-1,0 1,0-1,0 1,5 70,-6-62,1 0,0 1,0-1,1 0,0 0,1 1,0-1,1 0,0-1,3 9,-4-14,0-1,0 1,0-1,0 1,0-1,0 0,1 0,0 0,-1 0,1 0,0 0,0-1,0 1,0-1,0 0,0 0,0 0,0 0,0-1,0 1,1-1,-1 0,0 0,0 0,1 0,-1-1,0 1,0-1,0 0,2 0,20-7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8:10.81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268 122,'-16'-5,"-10"-3,-5-4,-2 0,-1-5,-6-2,-6-6,5 2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8:11.05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60 23,'-16'-2,"-5"-4,3 1,14-1,21 3,26 2,28 5,28 1,23 2,19 3,10 1,3 1,-10 3,-29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8:12.39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59 423,'-7'15,"-1"-3,1 1,1 0,0 0,1 1,0-1,1 1,1 0,0 0,1 0,1 1,0 6,1-17,1-1,-1 1,1 0,0 0,1-1,-1 1,1-1,0 1,-1-1,1 0,1 1,-1-1,0 0,1 0,0-1,0 1,-1-1,1 1,1-1,-1 0,0 0,1 0,-1 0,1-1,-1 1,1-1,0 0,-1 0,1-1,2 1,1 0,0 0,0-1,0 1,0-2,0 1,-1-1,1 0,0 0,0-1,-1 0,1 0,-1-1,0 1,1-1,-1-1,5-3,-6 4,-1-1,0 1,0-1,0 0,0 0,0-1,-1 1,0-1,0 1,0-1,-1 0,1 0,-1 0,0-1,-1 1,1 0,-1-1,0 1,-1-1,1 1,-1-1,0 0,0 1,-1-1,0 1,0-1,0 1,0-1,-1 1,0 0,0 0,0 0,-1 0,0 0,0 0,0 1,-1-1,1 1,-1 0,0 0,0 0,0 1,-1 0,0-1,-3 1,1 0,-1 0,0 1,0 0,0 1,0 0,0 0,0 1,0 0,0 0,0 1,0 0,0 0,0 1,0 0,1 1,-1-1,-1 2,8-4,0 0,0 1,0-1,0 0,0 1,0-1,0 1,0-1,0 1,0-1,0 1,1 0,-1-1,0 1,0 0,1 0,-1-1,0 1,1 0,-1 0,1 0,-1 0,1 0,-1 0,1 0,0 0,0 0,-1 0,1 0,0 0,0 0,0 0,0 0,0 0,0 0,0 1,1-1,-1 0,0 0,0 0,1 0,-1 0,1 0,-1-1,1 1,-1 0,1 0,0 0,-1 0,1 0,0-1,0 1,0 0,-1-1,1 1,0-1,0 1,0-1,0 1,0-1,0 1,1-1,18 6,0-1,0-1,1-1,-1-1,1 0,-1-2,8 0,2 0,228 6,-252-6,0 0,1 1,-1 0,0 0,0 1,0 0,0 0,0 0,-1 1,1 0,-1 0,1 0,-1 1,0-1,0 1,-1 0,1 1,-1-1,0 1,0 0,0 0,-1 0,0 1,0-1,0 1,-1-1,2 7,11 127,-14-138,-1 1,1 0,0 0,0-1,0 1,0 0,0-1,0 1,0-1,0 1,1-1,-1 1,0-1,1 0,-1 0,1 0,0 0,-1 0,1 0,0 0,0-1,-1 1,1-1,0 1,0-1,0 1,0-1,0 0,0 0,0 0,-1 0,1-1,0 1,0 0,0-1,0 1,0-1,62-35,-49 21,-2 0,0 0,-1-2,-1 0,0 0,-1-1,-1 0,-1 0,0-1,-1 0,3-19,6 79,-11-30,0-1,1 0,1-1,0 1,0-1,0-1,1 1,1-1,-1 0,1-1,1 0,-1-1,1 0,0 0,1-1,4 1,5 3,0-2,1-1,1 0,-1-1,1-2,-1 0,1-1,7-2,-18 1,0-2,0 0,1 0,-1-1,0 0,0-1,-1 0,1-1,-1 0,6-4,-11 6,-1-1,0 1,0-1,0 0,-1-1,1 1,-1-1,1 1,-1-1,0 0,-1 0,1-1,-1 1,1 0,-1-1,-1 0,1 1,-1-1,1 0,-2 0,1 1,0-1,-1 0,0-5,0 7,0 0,0 0,-1 0,1 0,-1 0,0 0,0 0,0 0,0 0,0 1,-1-1,1 0,-1 1,0-1,0 1,0 0,0-1,0 1,0 0,0 0,-1 0,1 1,-1-1,0 0,1 1,-1 0,0 0,0 0,0 0,0 0,0 0,0 1,0-1,0 1,0 0,0 0,0 0,0 0,0 1,0-1,0 1,0 0,0 0,0 0,0 0,1 0,-3 2,-2 0,1 1,0 0,0 0,1 0,-1 1,1 0,0 0,0 0,0 1,1 0,0-1,0 1,1 1,-1-1,1 1,1-1,-1 1,1 0,0 0,1 0,-1 0,2 0,-1 2,1-7,0-1,0 1,0-1,0 1,0-1,0 1,1-1,-1 1,1-1,-1 1,1-1,0 1,-1-1,1 0,0 0,0 1,0-1,0 0,0 0,0 0,0 0,0 0,0 0,1 0,-1 0,0 0,1-1,-1 1,1-1,-1 1,1-1,-1 1,0-1,1 0,0 1,-1-1,1 0,-1 0,1 0,-1-1,1 1,63-17,22-38,-86 54,-1 1,0 0,1-1,-1 1,0 0,1 0,-1 0,0 0,1-1,-1 1,1 0,-1 0,1 0,-1 0,0 0,1 0,-1 0,1 0,-1 0,0 0,1 0,-1 0,1 0,-1 0,1 1,-1-1,0 0,1 0,-1 0,0 1,1-1,-1 0,0 0,1 1,-1-1,0 0,1 1,-1-1,0 0,0 1,1-1,-1 0,0 1,0-1,0 0,0 1,0-1,1 1,-1-1,0 1,0-1,0 0,0 1,0-1,0 1,0-1,0 1,-1-1,1 0,0 1,-1 35,0-26,1-8,0 0,0 0,0-1,0 1,1 0,-1 0,1 0,-1-1,1 1,-1 0,1 0,0-1,0 1,0 0,0-1,0 1,0-1,0 0,0 1,1-1,-1 0,1 0,-1 1,1-1,-1 0,1-1,-1 1,1 0,0 0,0-1,-1 1,1-1,0 1,0-1,0 0,0 0,-1 0,1 0,0 0,0 0,0 0,0-1,-1 1,1-1,0 1,0-1,-1 1,1-1,0 0,12-6,1-1,-2 0,1-1,-1 0,-1-1,0 0,0-1,-1-1,0 1,0-4,12-13,-2-2,-1-1,-1 0,-2-1,-1-1,-2-1,-1 0,-2-1,-1 0,-1-1,-3 1,2-22,-8-51,-1 104,1 0,-1-1,0 1,0 0,-1 0,1 0,-1 0,0 0,0 0,0 1,0-1,-1 1,0-1,1 1,-1 0,0 0,-1 0,1 0,0 1,-1-1,1 1,-1 0,-2-1,2 2,0 0,0 0,0 1,0-1,0 1,-1 0,1 0,0 0,0 1,0-1,-1 1,1 0,0 0,0 1,0-1,0 1,1 0,-1 0,0 0,1 0,-1 1,1-1,-1 2,-64 76,59-66,0 1,1 0,1 0,0 0,1 1,1 0,0 0,1 0,1 1,0-1,1 1,1 0,1 0,0 0,1-1,1 1,1 0,0-1,1 0,1 1,0-1,2-1,-1 1,2-1,0-1,1 1,0-1,1-1,2 3,0-6,0 1,0-1,1-1,1 0,-1-1,1-1,1 0,-1-1,1 0,0-1,0-1,1 0,-1-1,1-1,0 0,0-1,-1-1,1-1,0 0,0-1,0 0,-1-1,0-1,1-1,4-2,-12 3,-8 3,0 1,1-1,-1 0,0 1,0-1,1 1,-1-1,0 1,1-1,-1 1,1 0,-1-1,1 1,-1-1,0 1,1 0,0-1,-1 1,1 0,-1 0,1-1,-1 1,1 0,-1 0,1 0,0 0,-1 0,1 0,-1 0,1 0,0 0,-1 0,1 0,-1 0,1 0,-1 0,1 1,0-1,-1 0,1 0,-1 1,1-1,-1 0,1 1,-1-1,1 0,-1 1,0-1,1 1,-1-1,1 1,-1-1,0 1,0-1,1 1,-1-1,0 1,0-1,1 1,-1 0,0-1,0 1,0-1,0 1,0-1,0 1,0 0,-1 2,0 0,0 0,0 0,1 0,-1 0,1 0,0 0,0 0,0 0,0 0,1 0,-1 0,1 0,-1-1,1 1,0 0,0 0,1 0,-1-1,1 1,-1 0,1-1,0 1,0-1,0 0,0 0,0 0,0 0,1 0,-1 0,1 0,-1-1,1 1,-1-1,2 0,2 1,-1 0,1-1,0 1,-1-1,1-1,0 1,0-1,-1 0,1-1,0 1,0-1,0 0,-1 0,1-1,-1 0,1 0,-1 0,0-1,1 1,-1-1,-1-1,1 1,0-1,-1 1,0-1,0-1,0 1,0 0,-1-1,1 0,-1 0,0 0,-1 0,1 0,-1-1,0 1,-1-1,1 0,-1 1,0-1,0 0,-1 0,0 1,0-1,0 0,-1 0,0 0,0 1,0-1,-1 0,0 0,0 2,0 0,0 0,-1 0,0 1,1-1,-1 1,-1-1,1 1,0 0,-1 0,0 0,0 1,1-1,-2 1,1 0,0 0,0 1,-1-1,1 1,0 0,-1 0,0 0,1 1,-1-1,1 1,-1 0,0 1,1-1,-1 1,1 0,-1 0,1 0,0 1,-1-1,1 1,0 0,0 0,0 1,0-1,0 1,1 0,-1 0,1 0,0 0,-1 2,0-2,1 1,0-1,0 1,1 0,-1 0,1 0,-1 1,1-1,1 0,-1 1,1-1,-1 1,1 0,0-1,1 1,-1 0,1 0,0-1,1 1,-1 0,1 0,-1-1,1 1,1 0,-1-1,1 1,0-1,0 0,0 1,0-1,1 0,0 0,0-1,0 1,0 0,0-1,1 0,-1 0,2 1,25 7,0-6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8:12.65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207 1,'-14'0,"-11"2,-8 6,-3 8,2 5,4 7,9 3,8 0,13 0,9 0,11-2,4-1,-2-5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8:12.91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0,'2'18,"1"11,2 5,3 1,4-3,9-3,13-6,14-6,14-7,16-5,14-3,-8-3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8:13.11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338 64,'-22'-7,"1"1,-1 1,0 1,0 1,0 0,-6 2,18 1,1 0,0 1,-1 0,1 0,0 1,0 0,-1 1,2 0,-1 0,0 1,1 0,-1 0,1 1,1 1,-8 5,12-10,1 1,0 0,0 0,-1 0,1 0,1 0,-1 1,0-1,0 0,1 1,0-1,-1 1,1 0,0-1,0 1,0 0,1 0,-1 0,1 0,-1 0,1-1,0 1,0 0,0 0,1 0,-1 0,1 0,0 0,-1-1,1 1,0 0,1 0,-1-1,0 1,1-1,0 1,-1-1,3 2,5-1,1 0,0-1,-1 0,1-1,0 0,0 0,0-1,0 0,0-1,0 0,-1-1,1 0,0 0,-1-1,1-1,-1 1,4-4,-3 4,-1-1,0-1,0 1,0-2,0 1,-1-1,0 0,0-1,-1 0,0 0,0-1,-1 0,0 0,0 0,0-1,-1 0,-1 0,1-1,-2-20,-3 29,0 1,0-1,0 1,0-1,0 1,1 0,-1-1,0 1,-1-1,1 1,0-1,0 1,0-1,0 1,0 0,0-1,0 1,-1-1,1 1,0 0,0-1,-1 1,1 0,0-1,0 1,-1 0,1-1,0 1,-1 0,1 0,0-1,-1 1,1 0,-1 0,1 0,-1-1,1 1,0 0,-1 0,1 0,-1 0,1 0,-1 0,1 0,0 0,-1 0,1 0,-1 0,1 0,-1 0,1 1,0-1,-1 0,1 0,-1 0,1 1,0-1,-1 0,1 0,0 1,-1-1,1 0,-3 3,1 0,-1 0,1 1,0-1,0 0,0 1,0-1,1 1,-1 0,1 0,0-1,0 1,0 0,1 0,-1 0,1 0,0 0,0 0,1 0,-1 0,1 0,0-1,0 1,0 0,0 0,0-1,1 1,0 0,0-1,0 0,1 2,4 2,0 0,1 0,0 0,0-1,0-1,1 1,0-2,0 1,0-1,0 0,1-1,0 0,8 1,37 9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8:13.72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126 1,'-13'18,"0"0,1 1,1 1,1 0,1 0,0 1,2 0,0 0,2 1,0 0,1 0,0 18,-3 13,2 0,2 0,3 11,0-63,0 0,-1 0,1 0,0 0,0 0,-1 0,1 0,0 0,0 0,0 0,0 1,0-1,0 0,0 0,1 0,-1 0,0 0,1 0,-1 0,0 0,1 0,0 0,-1 0,1 0,-1 0,1-1,0 1,0 0,-1 0,1 0,0-1,0 1,0-1,0 1,0-1,0 1,0-1,0 1,0-1,0 0,0 1,0-1,0 0,0 0,0 0,1 0,101-61,-99 58,0 1,0-1,0 1,1 1,-1-1,0 0,1 1,0 0,-1 0,1 0,0 1,-1 0,1 0,0 0,-1 0,1 1,0-1,-1 1,1 0,0 1,-1-1,0 1,1 0,-1 0,0 0,0 1,0 0,0-1,-1 1,1 0,1 2,-3-1,1-1,-1 1,1 0,-1 0,-1 0,1 0,0 0,-1 0,0 1,0-1,0 0,-1 1,1-1,-1 1,0-1,0 1,-1-1,1 0,-1 1,0-1,0 0,-1 1,1-1,-1 0,0 0,0 0,0 0,-1-1,1 1,-1-1,0 1,0-1,0 0,0 0,-1 0,1 0,-1-1,1 1,-1-1,0 0,0 0,-2 0,3-1,0 0,0 0,0 0,-1 0,1-1,0 1,0-1,0 0,-1 0,1 0,0 0,0-1,-1 1,1-1,0 0,0 0,0 0,0 0,0-1,0 1,0-1,0 1,1-1,-1 0,1 0,-1-1,1 1,0 0,0-1,0 1,0-1,0 0,1 0,-1 0,1 1,0-1,-1-1,1 1,1 0,-1 0,0 0,1 0,0-1,0 1,0 0,0 0,0-1,0 1,1 0,0 0,0-1,5-6,1 1,1 0,0 0,0 1,1 0,0 0,0 1,1 0,0 1,0 0,0 0,1 1,0 0,0 1,11-2,-12 1,0 1,0 1,0 0,0 0,1 1,-1 1,1-1,0 2,-1-1,1 2,4 0,-12 1,0 0,0 1,-1-1,0 1,1-1,-1 1,0 0,0 0,-1 0,1 0,0 1,-1-1,0 0,0 1,0-1,0 1,-1-1,1 1,-1-1,0 1,0-1,0 1,0-1,-1 1,1-1,-1 1,0-1,0 1,-1 0,2 2,-12 124,12-128,0 1,1-1,-1 0,1 0,-1 1,1-1,0 0,0 0,0 0,0 0,0 0,0 0,0 0,1-1,-1 1,1 0,-1-1,1 1,0-1,0 0,0 1,0-1,0 0,0 0,0 0,1 0,15 4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8:13.97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 0,'-5'16,"6"8,2-1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8:14.44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210 408,'-15'-2,"5"0,0 0,0 0,0 1,0 1,-1-1,1 2,0-1,0 2,0-1,0 1,0 1,0 0,0 0,1 1,-3 1,9-3,0 1,1-1,-1 0,1 1,0-1,0 1,0 0,0 0,0 0,1 0,-1 0,1 0,0 0,0 0,0 1,0-1,0 0,1 1,0-1,-1 0,1 1,1-1,-1 1,0-1,1 0,0 1,-1-1,2 3,44 88,-21-56,-14-23,0 1,-2 0,1 0,-2 1,0 0,-2 1,2 3,-15 16,7-37,-1 1,1-1,-1 1,1-1,-1 1,1-1,-1 0,0 1,1-1,-1 0,1 1,-1-1,0 0,0 0,1 1,-1-1,0 0,1 0,-1 0,0 0,1 0,-1 0,0 0,0 0,1 0,-1 0,0-1,1 1,-1 0,0 0,1-1,-1 1,0 0,1-1,-1 1,1-1,-1 1,1-1,-1 1,1-1,-1 1,1-1,-1 1,1-1,0 0,-1 1,1-1,0 0,-1 1,-1-7,-1 1,1 0,0-1,0 0,1 1,0-1,0 0,0 0,1 0,0 0,1 1,-1-1,1 0,1 0,-1 1,1-1,0 1,1-1,-1 1,1 0,1 0,2-4,109-185,-84 147,49-76,6 4,30-28,-100 129,-13 15,-9 10,-10 14,2 5,1 1,0 0,2 1,2 0,0 0,2 1,1 1,1-1,1 1,2 0,0-1,3 1,1 8,-1-5,1 1,2-1,2-1,1 1,1-1,1 0,2 0,1-2,2 1,8 12,-22-41,2 3,0-1,0 1,0 0,0-1,1 1,0-1,-1 1,1-1,0 0,0-1,1 1,-1 0,1-1,-1 0,1 0,0 0,0 0,0 0,0-1,1 1,8-6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8:15.54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0 326,'195'65,"69"8,-142-40,-25-1,-96-32,-1 0,1 0,0 0,0 0,0 0,0 0,0 1,0-1,-1 0,1 1,0-1,0 0,0 1,-1-1,1 1,0-1,-1 1,1 0,0-1,-1 1,1 0,-1-1,1 1,-1 0,1 0,-1-1,1 1,-1 0,0 0,0 0,1 0,-1-1,0 1,0 0,0 0,0 0,0 0,0 0,0 0,0-1,0 1,0 0,-1 0,1 0,0 0,-1 0,1-1,0 1,-1 0,1 0,-1-1,1 1,-1 0,0-1,1 1,-1 0,0-1,1 1,-1-1,0 1,1-1,-1 1,0-1,0 0,0 1,0-1,1 0,-2 0,-209 79,210-79,0 0,-1 0,1 0,0 0,0 0,0 1,0-1,0 1,0-1,0 0,0 1,0 0,0-1,0 1,0 0,0-1,1 1,-1 0,0 0,0 0,1-1,-1 1,1 0,-1 0,1 0,-1 0,1 0,-1 0,1 1,0-1,-1 0,1 0,0 0,0 0,0 0,0 0,0 0,0 0,0 1,1-1,-1 0,0 0,1 0,-1 0,0 0,1 0,-1 0,1 0,0 0,-1 0,1 0,0-1,0 1,-1 0,1 0,0 0,0-1,0 1,0 0,14 3,1 1,-1-2,1 0,0-1,0-1,0 0,0-1,-1 0,1-2,0 0,2-1,-1 0,1 0,-2-2,1 0,0-1,-1 0,8-5,-23 11,-1 1,1-1,-1 1,1 0,0-1,-1 1,0 0,1-1,-1 1,1 0,-1 0,0-1,0 1,1 0,-1 0,0 0,0 0,0-1,0 1,0 0,0 0,0 0,0 0,0-1,-1 1,1 0,0 0,0 0,-1-1,1 1,0 0,-1 0,1-1,-1 1,1 0,-1-1,1 1,-1 0,0-1,-3 14,4-12,0-1,-1 1,1 0,0 0,0 0,0-1,0 1,0 0,1 0,-1-1,0 1,1 0,-1 0,1-1,0 1,-1 0,1-1,0 1,0-1,0 1,0-1,1 0,-1 1,0-1,0 0,1 0,-1 0,1 0,-1 0,1 0,-1 0,1 0,0-1,-1 1,1 0,0-1,0 0,-1 1,1-1,0 0,0 0,-1 0,1 0,0 0,0-1,0 1,-1 0,1-1,0 1,-1-1,1 0,0 1,-1-1,1 0,0-1,9-7,-1 0,0-1,-1 0,0-1,-1 0,0-1,0 1,-1-2,-1 1,0-1,3-9,-5 12,243-592,-264 641,1 1,3 1,1 0,1 7,2 0,3 1,2 0,2 0,2 0,2 0,3-1,5 21,-1-42,12-36,-17 4,1 0,-1 1,1-1,0 1,1 0,-1 1,0-1,1 1,0 0,0 0,0 1,0 0,0 0,1 0,2 0,-6 4,0 0,0 0,0 1,-1-1,1 0,-1 1,1 0,-1 0,0-1,0 1,0 0,-1 1,1-1,-1 0,0 0,1 1,-1-1,-1 1,1-1,-1 1,1-1,-1 1,0-1,0 1,0-1,-1 1,1-1,-1 1,0 0,0 1,1-1,0 0,-1 0,0 0,0 0,0 0,-1 0,1 0,-1-1,0 1,0 0,0-1,-1 0,1 1,-1-1,0 0,1 0,-2 0,1-1,0 1,0-1,-1 0,1 1,-1-2,0 1,0 0,0-1,1 1,-1-1,-1-1,1 1,0 0,2-1,1 0,-1 0,1 0,0 0,-1-1,1 1,-1 0,1-1,-1 1,1-1,0 1,-1-1,1 0,0 0,-1 1,1-1,0 0,0 0,0 0,0 0,0-1,0 1,0 0,0 0,1 0,-1-1,0 1,1 0,-1-1,1 1,-1-1,1 1,0-1,-1 1,1-1,0 1,0-1,0 0,9-60,-1 48,0 0,2 0,-1 1,2 1,-1-1,2 2,0-1,0 2,1 0,0 0,1 1,0 1,0 0,8-2,16-3,-37 13,0 0,0 0,0 0,0 0,-1 0,1 0,0 0,0 0,0 1,-1-1,1 0,0 1,0-1,-1 0,1 1,0-1,-1 1,1-1,0 1,-1 0,1-1,-1 1,1-1,-1 1,1 0,-1 0,1-1,-1 1,0 0,0 0,1-1,-1 1,0 0,0 0,0 0,0-1,0 1,0 0,0 0,0 0,0 0,0-1,0 1,0 0,-1 0,-37 137,35-128,0-2,0 0,0 0,1 0,0 0,1 0,0 0,0 0,1 1,0-1,0 0,1 1,0-1,0 0,1 0,0 0,2 3,-4-10,1 0,0 0,0 0,0 0,0 0,1 0,-1 0,0 0,0-1,0 1,1 0,-1-1,0 1,1-1,-1 0,0 1,1-1,-1 0,1 0,-1 0,0 0,1 0,-1 0,1 0,-1 0,0-1,1 1,-1 0,0-1,1 1,-1-1,0 0,1 1,-1-1,0 0,0 0,0 0,1 0,15-13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28:15.80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0,'9'5,"10"1,6-1,-1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2:51.01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320 242,'-11'147,"-6"620,-10-344,9-202,10 32,36 369,-31-348,-26 153,19-253,10 108,1-118,18 388,-10-67,-9-342,-5-49,-3-1,-9 25,-3 32,-16 111,-15 22,42-239,3-1,1 1,2 1,3-1,1 0,6 38,41 274,-35-313,2-1,2-1,2 0,1-2,2 0,2-1,1-2,28 31,-2 2,-17-23,2-2,1-1,3-2,11 7,-11-17,1-2,2-2,0-2,2-1,0-3,9 1,12 1,1-3,0-3,2-3,58 4,-51-7,-3 0,1-4,1-2,-1-4,63-7,-119 4,-13 3,0-1,1 0,-1-1,0 1,0-1,0 0,0 0,0-1,0 1,-1-1,1 0,0-1,-1 1,1-1,-1 0,0 0,0 0,0 0,1-2,65-117,-54 97,-1-1,-2-1,0 0,-2 0,0-1,-2-1,0-6,54-194,-32 123,-4-1,-2-12,-12-6,-5 0,-6-71,-1 66,4 40,5-1,12-49,10-76,2-270,21 53,-28 249,-9-2,-6-30,23-278,-21 31,-1 247,-11-127,-1 27,24 128,-17 147,-1 0,-2 0,-2-1,-2-26,-3 35,-1-10,1 0,2 0,2 0,7-36,2 24,0 5,-3-1,-1 0,-2-28,-6 28,-2 1,-2 0,-2 0,-2 1,-3 0,-15-39,24 77,-10-32,-2 2,-2 0,-1 1,-2 1,-1 0,-10-9,-96-103,-33-1,72 77,-101-73,42 54,117 73,-1 2,0 1,-1 1,-1 1,-1 2,0 2,-1 1,0 2,0 1,-23-2,-140 6,10 18,165-12,-1 2,1 1,0 1,0 1,0 1,1 1,-8 5,10-6,-5 5,1 1,0 2,0 0,2 2,0 0,1 1,-10 13,-21 18,-37 31,-17 13,4 4,-66 86,128-134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2:56.22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34 13,'-20'29,"16"-14,1 0,0 0,1 0,1 0,0 0,1 0,1 0,0 0,1 0,1 0,0 0,5 13,75 169,-45-121,3-2,4-1,3-2,2-3,4-1,37 33,8-4,3-5,5-5,3-4,4-6,3-4,52 20,-72-44,2-4,2-4,2-5,38 5,-18-15,1-6,0-5,2-5,-1-6,90-11,-177 7,1-2,0-2,-1-2,0-1,0-1,-1-3,-1-1,0-2,0-1,-2-2,0-1,7-7,1-8,-1-2,-2-1,-2-2,-2-2,-1-1,-3-2,-1-1,-2-1,-2-2,-3 0,3-12,138-414,-123 347,53-91,-58 128,-36 90,-1 0,1 0,0 1,0-1,-1 0,1 0,0 0,0 0,-1 0,1 0,0 0,0 0,-1 0,1 0,0 0,0 0,-1 0,1 0,0 0,0 0,-1-1,1 1,0 0,0 0,0 0,-1 0,1 0,0 0,0-1,0 1,-1 0,1 0,0 0,0-1,0 1,0 0,-1 0,1 0,0-1,0 1,0 0,0 0,0-1,0 1,0 0,0 0,0-1,0 1,0 0,0-1,0 1,0 0,0 0,0-1,0 1,0 0,0 0,0 0,0-1,1 1,-1 0,0 0,0-1,0 1,0 0,1 0,-23 13,18-11,-460 306,295-186,143-87,56-37,12-16,0-1,0-2,-2-2,-1-2,-1-1,13-14,119-76,-3 39,-79 19,-45 23,-41 35,0 0,-1 0,1 0,-1 0,1 0,0 0,-1 1,1-1,-1 0,1 1,0-1,-1 1,0 0,1 0,-1-1,1 1,-1 0,0 0,1 0,-1 0,0 0,0 1,0-1,0 0,0 1,0-1,0 0,-1 1,1-1,0 1,-1-1,1 1,-1-1,0 1,1 0,-1-1,0 1,0-1,0 3,4 6,24 46,3-1,1-1,4-1,1-2,5 1,-24-30,-1 0,-1 2,-1 0,-1 0,2 8,-16-32,1 1,-1 0,0-1,0 1,1 0,-1 0,0 0,0-1,0 1,1 0,-1 0,0 0,0-1,-1 1,1 0,0 0,0 0,0-1,0 1,-1 0,1 0,0-1,-1 1,1 0,0 0,-1-1,1 1,-1-1,1 1,-1 0,0-1,1 1,-1-1,1 1,-1-1,0 1,0-1,1 0,-1 1,0-1,0 0,1 0,-1 1,0-1,0 0,1 0,-1 0,0 0,0 0,0 0,-47-1,42 1,-227-31,-53-20,-36-6,246 42,107 12,369 50,-334-42,-84 5,-117 12,118-22,17-1,0 0,0 0,0 0,0 1,0-1,0 0,1 0,-1 0,0 0,1 0,-1 0,1 0,-1 0,1 1,-1-1,1 0,-1 0,1 1,0-1,-1 0,1 1,0-1,0 0,0 1,0-1,-1 1,1 0,0-1,0 1,0 0,0-1,0 1,48-31,-31 21,-1 0,1-2,-2 0,0-1,0 0,-1-1,-1-1,0-1,-1 0,-1 0,1-2,44-139,-37 90,-22 53,-17 32,18-17,-83 95,-55 84,169-228,-3-1,-1-2,-3 0,-2-1,7-33,20-50,-44 131,-8 18,-12 17,-1 0,-2-1,0-1,-2-1,-2-1,-17 16,25-27,10-13,9-9,12-12,47-55,-3-4,38-62,-89 123,-40 32,-35 77,49-64,70-111,-16-3,-54 131,-23 50,36-96,3-8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3:02.41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1953 645,'1'-19,"-1"0,-1 0,-1 0,0 0,-1 0,-1 1,-1-1,-1 1,0 0,-6-8,-89-117,67 100,13 20,-2 1,-1 1,0 1,-2 1,0 1,-1 1,-1 2,0 1,-1 1,-1 1,0 1,-12-1,-92-6,90 15,19 0,0 0,0 2,0 1,0 1,0 1,0 1,0 1,1 1,-1 2,1 0,1 1,-1 2,2 0,-1 2,-1 1,-186 166,159-134,2 2,-33 42,33-35,10-13,2 2,3 1,-10 17,21-13,2 1,2 0,3 2,1 0,3 1,2 0,2 0,3 1,1 40,-10 55,-42 576,43-432,11-172,-37 340,40 513,39-324,-41 216,-13-568,-6-41,13 33,9-178,0 269,4-318,3-1,3 0,2 0,3-1,2-1,24 47,64 105,-97-189,1-1,2 0,0-1,1 0,1-2,0 1,2-2,0 0,1-1,0-1,21 13,0-9,1-2,0-2,1-1,0-3,1-1,17 1,-8-1,-17-3,1-1,0-2,0-2,0-1,0-1,0-2,0-2,8-2,-33 4,-1 0,1 0,-1-1,0 0,0-1,0 0,0 0,-1-1,1 0,-1-1,4-3,110-80,-110 81,-1-2,0 1,0-1,-1-1,-1 0,0 0,0-1,0-1,25-32,-13 15,-1-2,-1 0,-2-1,-1-1,-2 0,-1-1,5-23,-9 29,19-69,-5-2,9-89,-11 63,18-145,21-108,-13 161,-9-2,-9-19,-1-290,8 64,-19 291,7 1,18-42,21-149,9-236,-62 472,-6-1,-6-21,1 12,2 54,1 32,-2 0,-2 0,-3 0,-1 1,-13-45,-54-146,-84-358,131 506,17 65,1 1,1-1,2 0,0-1,1-20,-8-52,2 79,1 14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3:03.94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318 130,'0'0,"0"1,0-1,0 1,1-1,-1 1,0-1,0 1,0-1,0 1,0-1,0 1,1-1,-1 1,0-1,0 1,1-1,-1 0,0 1,1-1,-1 0,0 1,1-1,-1 0,1 1,-1-1,1 0,-1 0,0 1,1-1,-1 0,1 0,-1 0,1 0,-1 0,1 0,-1 0,1 0,-1 0,1 0,-1 0,1 0,-1 0,1 0,-1 0,1 0,-1 0,1-1,-1 1,1 0,-1 0,0-1,1 1,0 0,-2-31,-2 25,1-1,-1 1,0 0,0 0,-1 0,0 0,0 1,-1 0,1-1,-1 2,0-1,0 0,-1 1,1 0,-1 0,0 1,0 0,0 0,-1 0,1 0,-1 1,1 0,-1 1,0 0,0 0,0 0,0 1,0 0,1 0,-1 0,0 1,0 0,0 1,1-1,-1 1,0 1,1-1,-4 3,1 1,1 0,-1 1,1 0,0 0,1 1,0 0,0 0,1 1,0 0,0 0,1 0,0 1,1 0,0 0,1 0,0 0,0 1,1-1,0 1,1-1,0 1,1 0,0-1,1 1,0 0,1-1,0 1,0-1,1 0,1 1,-1-1,2-1,-1 1,2-1,-1 1,1-2,0 1,1 0,8 3,1-1,0-1,0 0,1-1,0-1,1-1,-1 0,2-1,-1-1,0-1,1 0,0-2,0 0,0-1,0-1,0 0,0-2,17-3,-21 2,0-2,-1 1,1-2,-1 0,0 0,-1-2,0 1,0-2,0 0,5-5,-17 13,-1 0,1 0,-1 0,1 0,0 0,0 0,0 0,0 1,-1-1,1 0,0 1,0-1,0 0,0 1,1-1,-1 1,0 0,0-1,0 1,0 0,0 0,0 0,1-1,-1 1,0 0,0 0,0 1,0-1,1 0,-1 0,0 1,0-1,0 0,0 1,0-1,0 1,0 0,0-1,0 1,0 0,0-1,0 1,0 0,-1 0,1 0,0 0,0 0,-1 0,1 0,-1 0,1 0,-1 0,0 0,1 0,-1 0,0 1,13 39,-12-34,0 0,0 0,1 0,0 0,0 0,1-1,0 1,0-1,1 0,-1 0,1 0,1 0,-1-1,1 1,0-1,0 0,0-1,1 1,0-1,0 0,0-1,4 3,-1-4,-1 0,1 0,0-1,0 0,0-1,0 0,0 0,0-1,0 0,0 0,-1-1,1 0,0-1,-1 0,0 0,0-1,0 0,0-1,0 1,-1-1,0-1,0 1,0-1,-1-1,1 1,-2-1,1 0,-1-1,0 1,0-1,-1 0,0 0,-1 0,0 0,0-1,0 0,-1 1,-1-1,0 0,0 0,0 0,-1-8,-1 10,0-1,-1 1,0 0,0 0,0 0,-1 0,0 0,0 0,-1 1,0-1,0 1,0 0,-1 0,0 1,0-1,-1 1,1 0,-1 1,0-1,0 1,-1 0,1 1,-1 0,0 0,0 0,0 1,0 0,0 0,0 0,-1 1,1 1,-1-1,1 1,-1 0,1 1,-1 0,-5 0,0 2,0 0,1 0,-1 2,1-1,0 1,0 1,0 0,1 1,0 0,-7 7,13-11,0 1,1-1,-1 1,1 0,0 1,1-1,-1 1,1 0,0-1,0 1,0 1,1-1,0 0,0 1,0-1,0 1,1 0,0-1,0 1,1 0,0 0,0 0,0-1,0 1,1 0,0 0,1 1,11 25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3:04.25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19 1,'-5'20,"0"19,-1 16,4 14,1 12,4 10,1 5,1 1,-2-1,-1-5,0-7,-2-9,1-16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3:04.799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23 417,'-8'-46,"1"0,3-1,1 0,3-15,0 58,-1-1,2 1,-1-1,0 0,1 1,0-1,0 1,0-1,1 1,0-1,-1 1,1 0,1 0,-1 0,1 0,-1 0,1 0,0 1,1 0,-1-1,1 1,-1 0,1 1,0-1,0 1,0-1,0 1,0 0,4-1,14 0,0 0,0 1,0 1,0 0,0 2,0 1,-1 1,1 1,0 0,-1 2,4 2,-9-5,-1 1,1 1,-1 0,-1 1,1 1,-1 0,0 1,-1 0,1 1,-2 1,1 0,-2 0,1 2,-1-1,4 8,-13-17,-1 1,1-1,-1 1,0 0,0 0,0-1,-1 1,1 0,0 0,-1 0,0 0,0 0,0 0,0 0,0 0,-1 0,1 0,-1-1,0 1,0 0,0 0,0 0,0-1,-1 1,1-1,-1 1,1-1,-1 0,0 1,0-1,0 0,-1 0,1 0,0-1,-1 1,1 0,-1-1,1 0,-3 1,-10 5,-1-1,0-1,-1-1,1 0,-1-1,0-1,1-1,-1 0,0-1,0-1,0 0,-5-2,-26-13,47 16,0-1,0 1,0-1,0 1,0-1,0 1,0-1,0 0,0 0,0 1,1-1,-1 0,0 0,0 0,1 0,-1 0,1 0,-1 0,1 0,-1 0,1 0,0 0,-1 0,1-1,0 1,0 0,0 0,0 0,0 0,0 0,0-1,0 1,0 0,1 0,-1 0,0 0,1 0,-1 0,1 0,0-1,3-3,1-1,0 1,1 0,-1 1,1-1,0 1,0 0,1 0,-1 1,1 0,-1 0,4 0,4-4,123-54,184-92,-321 153,1-1,0 1,-1-1,1 1,-1-1,1 1,0-1,-1 1,1 0,0-1,0 1,-1 0,1-1,0 1,0 0,-1 0,1 0,0 0,0 0,0 0,-1 0,1 0,0 0,0 0,0 0,-1 1,1-1,0 0,0 0,-1 1,1-1,0 1,-1-1,1 0,0 1,-1-1,1 1,-1 0,1-1,-1 1,1-1,-1 1,1 0,-1-1,0 1,1 0,-1 0,0-1,1 1,-1 0,0 0,0-1,0 1,0 0,0 0,0 0,0-1,0 1,0 0,0 0,0-1,0 1,-1 0,1 0,-1 0,2 1,1 17,2 0,0-1,1 0,1 1,0-2,2 1,0-1,1 0,0-1,1 0,1 0,1-1,0-1,1 0,10 8,1-6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3:05.06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71 4,'-13'-3,"-6"3,2 4,3 7,6 6,10 7,10 6,11 5,1-4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3:05.87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0 443,'20'-5,"0"0,0-1,-1 0,0-2,0 0,-1-1,0-1,-1-1,0-1,-1 0,14-13,-20 16,-1-1,0 1,-1-2,0 1,-1-1,0 0,0-1,-1 1,0-4,-3 10,-2 1,1-1,0 0,-1 0,0 1,0-1,0 0,-1 0,0 0,0 0,0 0,0 0,-1 0,0 0,0 0,0 0,-1 1,0-1,1 0,-2 1,1-1,0 1,-1 0,0 0,-2-2,2 2,-1 1,0 0,0 0,0 0,-1 0,1 1,0-1,-1 1,0 0,0 1,0-1,1 1,-1 0,0 0,-1 1,1-1,0 1,0 0,0 1,0-1,0 1,0 0,0 0,0 0,0 1,1 0,-1 0,0 0,1 0,0 1,-1 0,1 0,0 0,0 0,1 1,-1-1,1 1,0 0,0 0,0 0,0 1,1-1,-1 2,-2 5,0 1,1 0,0 0,1 1,1-1,0 0,0 1,1 0,1-1,0 1,1 0,0-1,1 1,1-1,0 0,0 0,1 0,1 0,0 0,0-1,1 0,1 0,0 0,0-1,1 0,0-1,1 1,0-2,0 1,1-1,0-1,1 0,0 0,0-1,4 2,-3-1,0-1,0 0,0 0,1-2,-1 1,1-1,0-1,1-1,-1 0,0 0,1-1,-1-1,1 0,-1-1,1-1,-1 0,0 0,0-1,0-1,0 0,0-1,-1-1,0 0,0 0,-1-1,1-1,6-6,-3-4,-2-1,0-1,-2 0,0 0,-1-1,-1-1,-1 0,-1 0,0 0,-2-1,-1 0,-1 0,-1 0,-1 0,-1 0,-2-15,2 31,0 6,-1 0,1 0,-1 0,1 0,-1 0,1 0,0-1,0 1,0 0,-1 0,1 0,0 0,0 0,0 0,1 0,-1 0,0 0,0 0,1 0,-1 0,0 0,1 0,-1 0,1 0,-1 0,1 0,0 0,-1 0,1 0,0 0,0 1,-1-1,1 0,0 1,0-1,0 0,0 1,0-1,0 1,0 0,0-1,0 1,0 0,0 0,0-1,0 1,0 0,0 0,1 0,-1 0,0 0,0 1,0-1,0 0,0 0,310 84,-306-84,-1 1,1 0,-1 0,1 1,-1-1,1 1,-1 0,0 0,0 0,0 1,0-1,0 1,-1 0,1 0,-1 0,0 1,0-1,0 1,0 0,-1 0,1 0,-1 0,0 0,0 0,-1 1,1-1,-1 1,0-1,0 1,0-1,-1 1,0 0,0-1,0 3,-66 177,65-181,0 0,0 0,1 0,-1 0,1 0,0 0,0 0,0 0,0 0,1 0,-1 0,1 0,0 0,0 0,0 0,0 0,0 0,0 0,1-1,0 1,-1 0,1-1,0 0,0 1,0-1,1 0,-1 0,1 0,-1 0,1-1,-1 1,1-1,0 1,0-1,2 1,11 2,1 0,0-2,0 1,0-2,0 0,1-1,-1-1,0-1,0 0,0-1,0-1,-1 0,1-2,-1 0,-1 0,9-6,-3 2,0-2,-1 0,0-2,-1 0,-1-1,0 0,-1-2,-1 0,0-1,-2-1,0 0,-1-1,-1 0,0-1,-2 0,-1-1,0 0,-2-1,0 1,-2-1,2-16,-6 36,0 0,-1 0,1 0,-1 0,0 0,0 0,0-1,0 1,-1 0,1 0,-1 0,1 0,-1 0,0 0,-1 0,1 0,0 1,-1-1,0 0,1 1,-1-1,0 1,0 0,0-1,-1 1,1 0,-1 0,1 0,-1 1,1-1,-1 1,0-1,0 1,0 0,0 0,0 0,0 0,-2 1,-3 1,0 0,1 1,-1 1,0-1,1 1,-1 1,1-1,0 1,0 0,0 1,1 0,-1 0,1 0,1 1,-1 0,1 0,0 0,0 1,0-1,1 1,0 0,1 1,-1-1,-1 8,3-9,1 1,-1 0,1 0,0 0,1-1,0 1,0 0,1 0,-1 0,1 0,1 0,-1-1,1 1,1-1,-1 1,1-1,0 0,0 0,1 0,0 0,0 0,0-1,1 0,-1 0,1 0,5 3,9 7,0 0,2-1,0 0,0-2,1-1,23 9,26 5,2-3,0-4,1-2,0-4,1-3,33-1,-22-4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3:07.85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799 231,'-85'25,"1"3,2 4,2 4,-34 21,86-41,0 1,1 2,1 0,1 2,0 1,2 1,1 1,1 1,0 0,2 2,2 0,0 2,-6 15,-7 54,29-94,1 0,-1 0,1 1,0-1,0 1,1-1,-1 0,1 1,0-1,0 0,1 0,-1 0,1 0,0 0,0 0,0 0,0 0,1-1,-1 1,1-1,2 2,1 0,1-1,-1 0,0 0,1-1,0 0,0 0,0 0,0-1,0 0,1-1,-1 0,1 0,-1 0,0-1,1 0,-1 0,8-2,4-1,1 0,-1-2,1 0,-1-1,-1-1,4-2,16-10,-2-1,0-2,-2-1,0-2,-2-1,-1-1,-1-2,-1-2,13-18,-26 29,-1-2,-1 0,0-1,-2 0,-1-1,-1-1,-1 1,-1-2,-1 1,3-25,-7 35,-2 0,1 0,-2 1,0-1,-1 0,-1 0,0 0,0 0,-2 1,0-1,-1 1,0 0,-1 0,0 1,-1 0,-1 0,0 1,-1-1,-8-8,9 13,0 0,0 0,0 1,-1 1,0-1,-1 1,1 1,-1-1,0 2,-1-1,1 2,-1-1,1 1,-1 1,0 0,0 1,0 0,0 0,-1 1,1 1,0 0,0 0,0 1,0 0,6 0,1 0,-1 0,1 1,0-1,-1 1,2 0,-1 0,0 0,0 1,1-1,0 1,0 0,0 0,0 0,0 0,1 0,0 1,0-1,0 1,0 0,1-1,0 1,0 0,0 0,1 0,-1 0,1 0,0 0,1 4,0 9,2 0,0 0,1 0,1 0,0 0,1-1,5 9,185 354,-133-236,52 100,-111-235,2 0,-1 0,1 0,0-1,1 0,0 0,0-1,7 6,1-4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3:08.11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1,'20'4,"19"2,15 0,16-3,8-3,6-1,-1-3,-8 0,-16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3:08.37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9 1,'-5'22,"2"18,5 10,6 8,8 5,4 5,5 3,-4 3,-4 3,-5 3,-7-2,-7-5,-3-15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3:08.68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26,'18'0,"18"-2,13-1,13-2,7-1,3 2,-4 1,-9 1,-15 5,-14 2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3:08.88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37,'20'5,"19"1,16 0,14-4,14-4,9-6,2-4,-1-5,-17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3:09.15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111 1,'-11'18,"-7"15,-2 11,1 10,2 4,5 1,4-1,4-5,2-7,4-6,2-10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3:09.42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72 0,'15'9,"224"148,-156-107,-2 3,-2 4,22 25,-85-68,-1 1,-1 0,-1 1,0 1,-1 0,3 6,-12-18,0 0,-1 0,1 0,-1 0,0 1,-1-1,1 1,-1-1,0 1,0-1,-1 1,1 0,-1-1,-1 1,1 0,-1-1,0 1,0-1,-1 1,0-1,1 1,-2-1,1 0,-1 0,-1 2,-5 3,-2 1,1-1,-1 0,-1-1,0-1,0 0,-1 0,0-1,0-1,0 0,-1-1,0 0,0-1,-1-1,-66 19,-1-4,-1-3,0-4,-60 0,33-5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3:10.25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0,'7'0,"6"0,9 0,6 0,9 0,8 0,11 0,7 0,4 0,0 0,-9 3,-17 0,-15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3:36.93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19 1,'-4'18,"-2"11,0 7,4-1,6-3,8-5,5-7,3-10,-2-6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3:37.11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 11,'-2'-4,"-1"-2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3:34.94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0 839,'14'2,"0"-1,0 0,0-1,0-1,0 0,0-1,-1 0,1-1,-1-1,1 0,-1-1,0 0,-1-1,1-1,-1 0,-1 0,1-1,-1-1,0 0,-1 0,0-1,-1 0,1-3,21-50,-30 61,-1 0,0 0,0 0,0 0,0 0,0 0,0 0,0 0,-1 0,1 0,-1 0,1 0,-1 0,0 0,0 1,0-1,0 0,0 0,0 1,-1-1,1 1,0-1,-1 1,1 0,-1-1,1 1,-1 0,0 0,0 0,1 0,-1 0,0 1,-2-1,-2-1,-1 0,0 1,0 0,0 1,0 0,0 0,0 0,0 1,1-1,-1 2,0-1,0 1,1 0,-1 1,1-1,-1 1,1 0,0 1,0 0,1 0,-1 0,1 1,0-1,0 1,0 0,1 1,-3 3,3-5,0 1,0 0,1 0,-1 0,1 1,0-1,1 1,0 0,0 0,0-1,0 1,1 0,0 1,0-1,1 0,-1 0,2 0,-1 0,0 1,1-1,0 0,1 0,0 0,-1 0,2-1,-1 1,1 0,0-1,0 0,0 1,2 0,7 3,0 0,1 0,0-1,0-1,1 0,0-1,0 0,0-1,1-1,0 0,0-1,0-1,0 0,0-1,1-1,12-1,141-13,-97-1</inkml:trace>
  <inkml:trace contextRef="#ctx0" brushRef="#br0" timeOffset="537.901">910 625,'-19'-2,"1"0,-1 2,0 0,1 1,-1 0,-2 2,15-2,0 1,0-1,0 1,0 0,1 0,-1 0,1 1,-1 0,1 0,0 0,0 1,1 0,-1 0,1 0,-1 0,1 1,1 0,-1 0,1 0,-2 4,3-6,0 1,1-1,0 1,0-1,0 1,0 0,0 0,1 0,0-1,0 1,0 0,0 0,0 0,1-1,0 1,0 0,0 0,0-1,0 1,1-1,0 1,0-1,0 0,0 1,0-1,0 0,1-1,0 1,-1 0,1-1,3 2,3 4,1-1,1 0,-1-1,1 0,1-1,-1-1,1 1,-1-2,7 2,2-1,1 0,0-2,0 0,0-1,0-1,0-2,0 0,0-1,0 0,0-2,-1-1,6-2,-15 4,0-1,0 0,0-1,0 0,-1 0,0-1,-1-1,1 1,-1-2,-1 1,0-1,0 0,0-1,-1 0,-1 0,0-1,0 0,-1 0,0 0,-1 0,2-12,-1-8,-7 48,1-1,1 0,0 0,1 0,1-1,0 1,2 0,-1-1,5 10,-6-19,1 0,0 0,0 0,0 0,1-1,0 1,0-1,0 0,0 0,1 0,0-1,0 0,0 1,1-2,-1 1,1-1,0 0,0 0,0-1,1 1,-1-1,2 0,-2-1,0 0,0 0,0-1,0 0,0 0,0 0,0-1,0 0,-1 0,1 0,0-1,0 0,-1 0,1-1,-1 1,1-1,-1 0,0-1,0 1,-1-1,1 0,-1 0,1 0,-1-1,-1 0,1 1,-1-1,3-5,2-3,-1 0,0-1,-1 0,-1-1,0 0,-1 1,0-1,-1-1,-1 1,0-12,-4 1,2 26,0 0,0-1,1 1,-1 0,0-1,0 1,0 0,0-1,0 1,0 0,0-1,0 1,-1 0,1 0,0-1,0 1,0 0,0-1,0 1,0 0,-1-1,1 1,0 0,0 0,0-1,-1 1,1 0,0 0,0 0,-1-1,1 1,0 0,-1 0,1 0,0 0,0 0,-1 0,1-1,0 1,-1 0,1 0,0 0,-1 0,1 0,0 0,-1 0,1 0,0 0,-1 0,1 1,0-1,-1 0,1 0,0 0,0 0,-1 0,1 1,0-1,-1 0,1 0,0 0,0 1,0-1,-1 0,1 0,0 1,-3 4,0 1,0 0,0 0,1 0,0 0,0 0,1 1,0-1,0 0,0 1,1-1,0 6,1-4,0 1,0-1,1 1,0-1,1 0,0 0,0 0,1 0,0 0,0 0,0-1,1 0,1 0,-1 0,1-1,0 0,0 0,1 0,0-1,0 0,0 0,0-1,1 0,0 0,0-1,0 0,0 0,2 0,45 14</inkml:trace>
  <inkml:trace contextRef="#ctx0" brushRef="#br0" timeOffset="1363.797">2380 692,'-22'-7,"-1"1,0 2,0 0,0 1,-1 2,1 0,-6 1,21 1,0-1,0 1,1 0,-1 1,0 0,1 0,-1 0,1 1,0 1,0-1,0 1,0 0,1 0,-1 1,1 0,0 0,1 1,-1-1,1 1,0 0,0 1,-3 6,7-11,-1 1,1-1,0 1,0 0,0 0,0 0,0-1,1 1,0 0,-1 0,1 0,0 0,0 0,0 0,1 0,-1 0,1 0,0 0,0 0,0-1,0 1,0 0,0-1,1 1,-1 0,1-1,0 0,0 1,0-1,0 0,0 0,0 0,1 0,-1-1,0 1,1 0,0-1,-1 0,1 0,0 0,0 0,-1 0,1 0,0-1,3 1,8-1,1 0,0-1,0 0,0-1,-1-1,1 0,-1-1,0-1,0 0,0-1,-1-1,0 0,0 0,-1-1,0-1,0 0,-1-1,0 0,0-1,-1 0,-9 10,4-3,-1 0,0 1,-1-1,1-1,-1 1,1 0,-1-1,0 0,-1 1,1-1,-1 0,0-1,-3 5,0 1,1 0,-1 0,0 0,0 0,0 0,1 0,-1 0,0 1,0-1,1 0,-1 0,0 1,0-1,1 0,-1 1,0-1,0 0,1 1,-1-1,1 1,-1-1,0 1,1 0,-1-1,1 1,-1 0,1-1,0 1,-1 0,1-1,0 1,-1 0,1 0,0-1,0 2,-5 5,0 1,1-1,0 1,0 1,0-1,2 0,-1 1,1 0,0 0,0-1,1 1,1 0,-1 0,1 0,1 0,0 3,0-9,0 0,0-1,0 1,1 0,-1-1,1 1,0-1,-1 0,1 0,0 1,0-1,0 0,1-1,-1 1,0 0,1-1,-1 1,1-1,-1 0,1 1,0-1,0-1,-1 1,1 0,0-1,3 1,76-6,-62-1,0-1,0-1,0 0,-1-2,-1 0,0-1,0-1,-1-1,0-1,-1 0,-1-1,0 0,-1-1,1-4,8-11,-1 0,-2-1,-2-2,-1 0,-1 0,-2-2,5-21,-8 20,-1-1,-2 0,-2-1,-2 0,-1 0,-2 0,-2-10,-15-23,16 71,0-1,-1 1,0-1,1 1,-1-1,0 1,0-1,0 1,0 0,0 0,0-1,0 1,0 0,0 0,-1 0,1 0,0 0,-1 0,1 1,-1-1,1 0,-1 1,1-1,-1 1,0 0,1-1,-1 1,1 0,-1 0,0 0,1 0,-1 0,0 0,1 1,-1-1,1 0,-1 1,1-1,-1 1,1 0,-1 0,-6 4,0 2,1-1,0 1,0 0,0 1,1-1,0 1,0 1,1-1,1 1,-1 0,1 0,1 0,-1 2,-8 21,0 1,3 0,1 1,1 0,2 0,1 0,2 1,2-1,1 1,1 0,2-1,1 0,2 0,10 29,-12-45,1 0,1-1,1 0,0-1,1 0,1 0,0 0,1-2,1 1,0-1,1-1,0 0,1-1,1-1,2 2,-12-10,0-1,0 1,0-1,1 0,-1 0,1-1,-1 1,1-1,-1 0,1-1,0 1,0-1,-1 0,1-1,0 1,-1-1,1-1,0 1,-1-1,1 1,-1-2,0 1,0 0,0-1,0 0,0-1,0 1,-1-1,0 1,0-1,2-3,10-11,-2-2,0 0,-2 0,0-2,-1 1,5-15,-11 24,4 3,-9 26,-4 14,2-23,-1 1,1 0,1-1,0 1,0 0,1-1,0 1,0 0,1 0,0 0,1-1,0 1,0-1,1 1,0-1,0 0,1 0,0 0,0-1,1 1,5 5,-6-10,0-1,0 0,1 0,-1 0,1 0,-1-1,1 1,0-1,-1 0,1-1,0 1,0-1,0 0,-1 0,1-1,0 1,0-1,0 0,4-2,25-7</inkml:trace>
  <inkml:trace contextRef="#ctx0" brushRef="#br0" timeOffset="1612.715">3463 492,'-11'-7,"-4"-2</inkml:trace>
  <inkml:trace contextRef="#ctx0" brushRef="#br0" timeOffset="1785.92">2755 224,'16'2,"19"1,21 0,24-1,22-2,15-2,12-3,-17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3:29.57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66 227,'-13'54,"-31"250,43-295,-1-5,1 1,-1-1,1 1,1-1,-1 1,1 0,0-1,0 1,0-1,0 1,1 0,0-1,0 1,0-1,0 1,1-1,0 0,0 1,0-1,0 0,1 0,-1-1,1 1,0 0,0-1,2 2,10-1,0 0,1 0,-1-2,0 0,1 0,0-2,-1 0,1 0,-1-2,12-2,-26 4,215-41,-186 34</inkml:trace>
  <inkml:trace contextRef="#ctx0" brushRef="#br0" timeOffset="1115.65">106 481,'18'0,"11"-2,7-1,4-2,2 0,-1 0,-3 2,-6-2,-7 1,-6 1</inkml:trace>
  <inkml:trace contextRef="#ctx0" brushRef="#br0" timeOffset="1362.082">132 214,'-13'-7,"-3"-2,6 1,15-2,14 2,18 0,17-1,12-2,9 0,3 1,-3 0,-13 2</inkml:trace>
  <inkml:trace contextRef="#ctx0" brushRef="#br0" timeOffset="1839.803">681 481,'5'7,"5"7,7 5,6 7,9 3,5 1,6 1,3-2,-3 0,-4-1,-6-3,-6-3,-8-3,-5-5,-5-5</inkml:trace>
  <inkml:trace contextRef="#ctx0" brushRef="#br0" timeOffset="2100.639">1015 401,'-16'16,"-12"17,-8 16,-3 13,-1 8,2 3,5-4,7-13</inkml:trace>
  <inkml:trace contextRef="#ctx0" brushRef="#br0" timeOffset="2355.14">1416 0,'-2'5,"-1"12,0 18,-2 16,1 17,-2 16,-3 9,-1 3,1-4,2-9,2-13,4-14,4-15,5-14,3-14,-1-9</inkml:trace>
  <inkml:trace contextRef="#ctx0" brushRef="#br0" timeOffset="2617.436">1096 254,'-14'-2,"-7"-1,6 0,13 0,21 2,26-2,25-3,22-2,15-3,10-1,-15 1</inkml:trace>
  <inkml:trace contextRef="#ctx0" brushRef="#br0" timeOffset="4740.143">1630 829,'15'-16,"0"0,-2 0,0-2,0 0,-2 0,0-1,-1 0,-1-1,-1 0,-1 0,-1-1,0 0,-2 0,0 0,-2-1,0 0,-1 1,-2-19,-22-30,23 69,-1-1,1 1,-1 0,0-1,0 1,0 0,1 0,-1 0,0 0,0-1,-1 2,1-1,0 0,0 0,0 0,-1 0,1 1,0-1,-1 0,1 1,0 0,-1-1,1 1,-1 0,1-1,-1 1,1 0,-1 0,1 0,-1 0,1 1,0-1,-1 0,1 1,-1-1,1 1,0-1,-1 1,1 0,0-1,-1 1,1 0,0 0,0 0,0 0,0 0,-1 0,0 1,1-1,-1 1,0-1,1 1,0-1,-1 1,1 0,0 0,0-1,0 1,0 0,0 0,1 0,-1 0,0 1,1-1,0 0,-1 0,1 0,0 0,0 0,0 0,1 1,-1-1,0 0,1 0,-1 0,1 0,0 0,0 0,0 0,0 0,0 0,0 0,0-1,0 1,1 0,-1-1,1 1,-1-1,1 0,0 1,0-1,0 0,10 5,1-2,0 0,0 0,0-1,1-1,-1 0,1-1,-1 0,1-1,-1-1,11-1,-24 2,142-11,-139 11,-1-1,1 1,-1 0,0 1,1-1,-1 0,1 1,-1-1,0 1,0 0,1 0,-1-1,0 2,0-1,0 0,0 0,0 1,0-1,0 1,0-1,-1 1,1 0,0 0,-1 0,0 0,1 0,-1 0,0 0,0 0,0 1,-1-1,1 0,0 1,-1-1,1 0,-1 1,0-1,0 0,0 1,0-1,0 2,-38 167,38-169,-1 0,1 0,0 0,0 1,0-1,0 0,1 0,-1 0,0 0,1 0,0 0,-1 0,1 0,0 0,0 0,0 0,0 0,0-1,1 1,-1 0,1-1,-1 1,1-1,-1 1,1-1,0 0,-1 0,1 0,0 0,0 0,0 0,0 0,0-1,1 1,75 6,-32-11,-1-2,0-2,-1-2,1-2,-2-1,11-7,45-32,-95 50,0-1,0 0,-1-1,1 1,-1 0,0-1,0 0,0 0,0 0,-1 0,0 0,1-1,-2 1,1-1,0 1,-1-1,0 0,0 1,-1-1,1 0,-1-3,0 5,0-1,-1 1,1 0,-1 0,0 0,0 0,0 0,-1 0,1 0,-1 0,1 1,-1-1,0 0,0 1,0 0,0-1,0 1,-1 0,1 0,-1 0,1 0,-1 1,0-1,0 1,0 0,0-1,0 1,-2 0,-1-1,-1 1,0-1,1 1,-1 1,0-1,0 1,0 0,1 1,-1 0,0 0,1 0,-1 1,0 0,-4 2,1 0,0 1,0 1,0 0,1 0,0 1,0 0,1 0,0 1,0 0,0 0,1 1,1 0,-1 1,2-1,-1 1,1 0,1 0,-3 9,6-16,0 0,0-1,0 1,1 0,0 0,-1-1,1 1,0 0,0 0,1 0,-1-1,0 1,1 0,0-1,0 1,0 0,0-1,0 1,0-1,0 1,1-1,0 0,-1 1,1-1,0 0,0 0,0 0,0-1,0 1,1 0,-1-1,0 1,1-1,-1 0,1 0,-1 0,1 0,0 0,0-1,-1 1,1-1,0 0,0 0,-1 0,1 0,7 1,0 0,0-2,0 1,0-1,0 0,-1-1,1 0,0-1,-1 0,0 0,0-1,0 0,0-1,0 0,-1 0,0-1,0 0,0 0,-1-1,0 0,-1-1,1 1,-1-1,-1 0,1-1,-1 1,-1-1,0 0,0 0,1-6,-7-8,2 23,0 0,-1 0,1 0,0-1,0 1,-1 0,1 0,0 0,0-1,-1 1,1 0,0 0,0 0,-1 0,1 0,0 0,-1-1,1 1,0 0,-1 0,1 0,0 0,-1 0,1 0,0 0,0 1,-1-1,1 0,0 0,-1 0,1 0,0 0,0 0,-1 0,1 1,0-1,-1 0,1 0,0 0,0 1,0-1,-1 0,1 0,0 1,0-1,0 0,0 0,-1 1,1-1,0 0,0 1,0-1,0 0,0 0,0 1,0-1,0 0,0 1,0-1,0 0,0 1,0-1,0 0,0 1,0-1,0 0,-1 4,-1 0,0 0,1 0,0 0,0 0,0 0,0 0,1 0,0 0,-1 0,2 0,-1 1,0-1,1 0,0 0,0 0,0 0,0 0,1 0,-1 0,1-1,0 1,0 0,0-1,1 0,0 1,-1-1,1 0,0 0,0-1,0 1,1 0,-1-1,1 0,-1 0,1 0,0 0,2 0,22 7,1-2,0 0,0-2,0-1,1-2,-1-1,1-1,0-1,25-5,-29 5,-1-2,1 0,-1-2,0-1,0 0,-1-2,0-1,0-1,21-13,-41 21,-1-1,0 1,1-1,-1 0,0 0,-1 0,1 0,0 0,-1-1,0 1,0-1,0 0,0 0,-1 0,1 1,-1-1,0-1,0 1,0 0,-1 0,0 0,1 0,-1 0,-1-1,1 1,-1 0,1 0,-1 0,0 0,-1 0,1 0,-2-2,0-2,-1 0,-1 0,1 1,-2-1,1 1,-1 0,0 0,0 1,0 0,-1 0,0 0,0 1,-1 0,-6-3,10 6,-1 0,1 0,-1 0,0 1,1 0,-1 0,0 0,0 0,0 1,0 0,0 0,1 0,-1 1,0 0,0-1,0 2,1-1,-1 1,0-1,1 1,-1 0,1 1,0-1,0 1,0 0,0 0,0 0,1 0,-1 1,1-1,-2 5,-2-1,1 1,0 1,1-1,0 1,0 0,1 0,0 1,0-1,1 1,1 0,-1-1,1 4,2-11,0-1,-1 1,1-1,0 1,0-1,0 1,0-1,0 1,0-1,1 0,-1 1,0-1,1 1,-1-1,1 0,0 1,-1-1,1 0,0 1,0-1,0 0,0 0,0 0,0 0,0 0,0 0,0 0,0 0,0-1,1 1,-1 0,0-1,1 1,-1 0,1-1,-1 0,0 1,1-1,-1 0,1 0,-1 0,1 0,-1 0,1 0,-1 0,1 0,0-1,70-21,-52 9,0-1,-1 0,0-2,-2 0,0-1,13-16,-9 10,-21 23,0 1,-1-1,1 1,0-1,0 1,0-1,-1 1,1 0,0-1,0 1,0-1,0 1,0-1,0 1,0 0,0-1,0 1,0-1,0 1,1-1,-1 1,0 0,0-1,0 1,1-1,-1 1,0-1,1 1,-1-1,0 0,1 1,-1-1,1 1,-1-1,1 0,-1 1,1-1,-1 0,1 1,-1-1,1 0,-1 0,1 0,-1 1,1-1,-1 0,1 0,0 0,-1 0,1 0,-1 0,1 0,0 0,-1 0,1-1,-1 1,1 0,-1 0,1 0,-1-1,1 1,-1 0,1-1,0 1,-21 231,12 321,1-488,7-64,-1 0,1 1,0-1,0 0,-1 1,1-1,0 0,-1 1,1-1,0 0,0 0,-1 1,1-1,-1 0,1 0,0 0,-1 1,1-1,-1 0,1 0,0 0,-1 0,1 0,-1 0,1 0,0 0,-1 0,1 0,-1 0,1 0,-1 0,1 0,0 0,-1-1,1 1,-1 0,1 0,0 0,-1-1,1 1,0 0,-1 0,1-1,0 1,0 0,-1-1,1 1,0 0,0-1,-1 1,1 0,0-1,0 1,0-1,0 1,-1 0,1-1,0 1,0-1,0 1,0 0,0-1,0 1,0-1,0 1,-8-21,0-1,1 1,1-1,1-1,1 1,1-1,0-18,0 19,1 1,0-1,2-1,1 1,0 0,2 1,0-1,2 0,0 1,2 0,0 0,1 0,1 1,1 1,1-1,1 2,0-1,1 2,1 0,1 0,0 1,17-12,59-26,34-26,-119 76,0-1,-1 0,1 0,-1 0,0-1,0 0,-1 0,0 0,0 0,0-1,-1 1,0-1,0 0,-1 0,0 0,0-1,-3 6,0 0,0 0,0 0,0 0,-1 0,1 0,-1 1,1-1,-1 0,1 1,-1-1,0 1,0 0,0-1,0 1,0 0,0 0,0 0,0 0,-1 1,1-1,0 1,0-1,-1 1,1 0,0 0,0 0,-1 0,1 0,0 0,-1 1,1-1,0 1,0 0,0-1,-2 2,-2 0,0 0,0 0,1 1,-1 0,1 0,0 0,0 0,0 1,0 0,1 0,-1 0,1 1,0 0,1-1,-1 1,1 1,0-1,0 0,0 1,-1 4,-1 3,1-1,0 1,1 0,0 0,1 1,0-1,1 0,1 1,0 0,1-6,0-1,0 1,0-1,1 0,0 0,1 1,0-1,0-1,0 1,1 0,0-1,0 0,0 0,1 0,0 0,0-1,1 0,-1 0,1 0,0-1,1 0,-1 0,1-1,-1 1,1-1,0-1,0 1,7 0,-5 0,0-1,0-1,1 0,-1 0,1 0,-1-1,1-1,-1 0,1 0,-1-1,0 0,0 0,1-1,-2 0,1-1,0 0,-1-1,0 1,0-1,0-1,0 0,4-4,-1-5,-1 0,0 0,-1 0,-1-1,-1-1,0 1,-1-1,-1 0,0-1,-2 1,0-1,0 0,-2 0,0 0,-1 0,-2-9,2 21,-1 5,1 1,-1-1,1 0,0 0,0 0,0 0,-1 0,1 0,0 0,0 0,0 1,0-1,0 0,1 0,-1 0,0 0,0 0,0 0,1 0,-1 0,1 1,-1-1,0 0,1 0,0 0,-1 1,1-1,-1 0,1 1,0-1,-1 1,1-1,0 0,0 1,0 0,-1-1,1 1,0-1,0 1,0 0,0 0,0-1,0 1,11 3,1 0,-1 0,0 2,-1-1,1 1,-1 1,0 0,0 1,-1 0,9 7,-12-9,-1 1,0-1,0 1,-1 0,0 0,0 1,0-1,-1 1,0 0,0 1,-1-1,0 0,0 1,-1 0,0 0,0 0,-1 0,0 0,0 0,-1 0,0 0,-1 0,1 1,-3 22,1-26,1 0,0 0,0 0,0 1,0-1,1 0,0 1,0-1,0 1,1-1,0 0,0 0,0 1,1-1,0 0,0 0,0 0,0-1,1 1,0 0,0-1,0 0,0 1,1-1,0-1,4 4,0-3,0-1,1 0,-1-1,1 0,-1 0,1-1,0 0,0 0,0-1,-1 0,1-1,0 0,0 0,-1-1,1 0,0-1,-1 0,5-2,0-1,0 0,0-1,0 0,-1-1,0 0,-1-1,0 0,0-1,-1 0,0-1,0 0,-4 3,-1 1,0 0,0-1,-1 0,0 0,0 0,-1-1,0 1,-1-1,0 1,0-1,0 0,-1 0,-1 0,0 0,0 0,0 0,-1 0,-1 0,1 0,-2 0,1 1,-1-1,0 1,-4-7,5 13,0 0,0 0,-1 0,1 0,0 1,-1-1,1 1,-1 0,1-1,-1 1,1 0,-1 1,0-1,0 0,1 1,-1 0,0-1,0 1,0 0,0 1,1-1,-1 0,0 1,0 0,1-1,-1 1,0 0,1 0,-1 1,1-1,-1 0,1 1,0 0,-1-1,1 1,0 0,0 0,0 0,1 1,-1-1,0 0,1 1,-1-1,1 1,0-1,0 1,0 0,0 0,-2 1,0 1,0 0,0 0,1 0,0 1,0-1,0 1,1-1,0 1,0 0,0-1,1 1,-1 0,1-1,1 1,-1 0,1 0,0-1,0 1,1-1,0 1,0-1,0 0,0 1,1-1,0 0,0-1,0 1,1 0,0-1,-1 0,2 0,-1 0,0 0,5 2,10 3,1-1,0 0,0-2,1-1,0 0,0-1,0-2,0 0,0-1,6-1,67 3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3:37.72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80 55,'7'2,"5"1,1 2,0 1</inkml:trace>
  <inkml:trace contextRef="#ctx0" brushRef="#br0" timeOffset="1236.532">0 68,'0'2,"3"4,0-3,0-3,-3-2,0 2,4 1,0 0</inkml:trace>
  <inkml:trace contextRef="#ctx0" brushRef="#br0" timeOffset="2419.024">108 15,'-7'1,"0"-1,0 1,1 1,-1-1,1 1,-1 0,1 1,0 0,0 0,0 0,0 0,0 1,1 0,-2 2,6-6,1 1,-1 0,1-1,-1 1,0-1,1 1,0 0,-1-1,1 1,-1 0,1 0,0-1,-1 1,1 0,0 0,0 0,0-1,-1 1,1 0,0 0,0 0,0 0,0-1,1 1,-1 0,0 0,0 0,0-1,1 1,-1 0,0 0,1 0,-1-1,1 1,-1 0,1-1,-1 1,1 0,-1-1,1 1,0-1,-1 1,1-1,0 1,-1-1,1 0,0 1,0-1,-1 0,1 1,0-1,0 0,0 0,-1 0,1 0,0 0,0 0,50 6,-47-6,0 0,1 0,-1 0,0-1,0 0,1 0,-1 0,0 0,0-1,0 0,0 0,-1 0,1 0,0 0,-1-1,1 1,-1-1,0 0,0 0,0 0,0-1,-1 1,1-1,-1 0,0 1,0-1,1-2,-4 4,0 0,1 0,-1 1,0-1,0 0,0 1,0-1,-1 1,1-1,0 1,-1 0,1-1,-1 1,1 0,-1 0,1 0,-1 0,0 0,1 1,-1-1,0 0,0 1,0-1,0 1,0 0,1 0,-1 0,0 0,0 0,0 0,0 0,0 0,0 1,1-1,-1 1,0-1,0 1,0 0,1 0,-1 0,0 0,1 0,-1 0,1 0,0 0,-1 1,-36 50,31-35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3:37.97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127 56,'9'2,"8"-1,1-8,-3-3</inkml:trace>
  <inkml:trace contextRef="#ctx0" brushRef="#br0" timeOffset="1776.072">34 15,'-12'27,"-9"18,42-57,73-20,-93 32,0-1,0 0,-1 0,1 1,0-1,-1 0,1 0,-1 0,1 0,-1 0,1 0,-1 0,0 0,1 0,-1 0,0 0,0 0,0 0,0 0,0 0,0 0,0 0,0 0,0 0,0 0,-1 0,1 0,0 0,-1 0,1 0,-1 0,1 0,-1 1,1-1,-1 0,1 0,-1 0,0 1,0-1,1 0,-1 1,0-1,0 0,0 1,0-1,0 1,0 0,0-1,0 1,0 0,0-1,0 1,0 0,0 0,0 0,0 0,0 0,0 0,0 0,0 0,0 1,0-1,0 0,0 1,0-1,0 0,0 1,-1 0,0-1,0 1,0 0,0 0,0 0,1 0,-1 0,0 1,0-1,1 0,-1 1,1-1,0 1,-1 0,1-1,0 1,0 0,0 0,0 0,0 0,0 0,1 0,-1 0,0 0,1 0,0 0,0 0,-1 0,1 0,1 0,-1 2,0-4,1 1,0 0,-1-1,1 1,0 0,0-1,-1 1,1-1,0 0,0 1,0-1,0 0,0 1,0-1,-1 0,1 0,0 0,0 0,0 0,0 0,0 0,0 0,0 0,0 0,0 0,0-1,0 1,-1 0,1-1,0 1,0 0,0-1,0 1,-1-1,1 0,0 1,-1-1,1 1,0-1,-1 0,1 0,-1 1,1-1,-1 0,1 0,-1 0,0 0,1 0,-1 1,0-1,0 0,1 0,-1 0,1-10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3:43.36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66,'31'-12,"0"1,0 2,1 1,0 2,0 0,1 3,-1 1,3 1,-31 0,262-5,228 24,-220-4,-260-13,51 3,1-3,-1-3,1-2,37-9,-74 5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3:43.77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96 80,'-36'55,"36"-55,0 0,-1 1,1-1,0 0,0 1,0-1,0 0,-1 1,1-1,0 0,0 1,0-1,0 1,0-1,0 0,0 1,0-1,0 1,0-1,0 0,0 1,0-1,0 0,1 1,-1-1,0 1,0-1,0 0,1 1,-1-1,0 0,0 1,1-1,-1 0,0 0,0 1,1-1,-1 0,0 0,1 0,-1 1,0-1,1 0,-1 0,1 0,-1 0,0 0,1 0,-1 0,0 1,1-1,-1 0,1 0,-1-1,0 1,1 0,-1 0,1 0,-1 0,0 0,1 0,-1 0,0-1,1 1,-1 0,0 0,1 0,-1-1,0 1,1 0,25-17,-21 12,0 1,0-1,0 0,-1-1,0 1,0-1,0 0,-1 0,1 0,-2 0,1-1,-1 1,0-1,1-3,-3 8,0 1,0-1,0 1,0-1,0 1,0-1,0 1,-1-1,1 1,-1-1,1 1,-1-1,0 1,1 0,-1-1,0 1,0 0,0 0,0 0,0 0,0 0,0 0,0 0,0 0,-1 0,1 0,0 0,-1 1,1-1,0 0,-1 1,1 0,-1-1,1 1,-1 0,1 0,-1-1,1 1,-1 0,1 1,-61 12,57-9,0 1,1-1,-1 1,1 0,0 0,1 0,-1 1,1-1,0 1,0 0,1 0,0 0,0 0,0 0,1 0,0 1,0-1,0 1,1-1,0 0,0 1,1-1,0 1,0-1,0 0,2 5,6 21</inkml:trace>
  <inkml:trace contextRef="#ctx0" brushRef="#br0" timeOffset="281.322">149 428,'12'4,"5"0,3-6,-3-7,-3-6,-5-4,-6-2,-5 2,-6 4,-5 7,-5 10,-2 9,0 9,4 8,4 4,9 1,12-3,4-6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3:42.25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60 215,'-11'23,"2"1,0 0,1 1,2-1,1 2,0-1,2 0,1 1,1 0,1-1,1 1,2 0,1 6,-2-21,-1-1,1 1,1-1,-1 0,2 1,0-1,0 0,1-1,0 1,0-1,1 0,0-1,1 1,0-1,0 0,1-1,0 0,0 0,1-1,0 0,0 0,0-1,1 0,0 0,2-1,-6-3,0 0,-1-1,1 0,0 0,-1-1,1 0,-1 0,1 0,-1 0,1-1,-1 0,0 0,0-1,0 1,0-1,0 0,-1 0,1-1,-1 1,0-1,0 0,0 0,3-5,4-5,-1-1,0 0,-1-1,-1 1,0-2,5-14,-3 3,-2 0,0-1,-2 1,-1-1,-2 0,0-1,-2 1,-1 0,-2-1,-1 1,-1 0,-1 0,-1 1,-2-1,-3-5,-44-53,53 84,-1 1,0-1,0 1,0-1,0 1,0 0,0 0,0 0,-1 1,1-1,-1 1,1 0,-1 0,1 0,-1 0,0 1,0-1,1 1,-1 0,0 0,1 1,-1-1,0 1,0-1,-2 2,-2 3,-1 0,1 0,0 1,1 0,-1 0,1 1,0 0,1 0,-1 0,2 1,-1 0,1 1,0-1,1 1,0 0,0 0,-2 8,-3 8,1 1,0-1,2 1,1 1,2-1,0 1,1 26,6 13</inkml:trace>
  <inkml:trace contextRef="#ctx0" brushRef="#br0" timeOffset="435.952">528 0,'-14'58,"3"0,2 1,3 0,2 0,3 0,3 1,3 11,-3-28,9 145,0-157,-11-30,1-1,-1 0,1 1,-1-1,1 1,-1-1,1 0,-1 1,1-1,-1 0,1 1,0-1,-1 0,1 0,-1 0,1 0,0 0,-1 1,1-1,0 0,-1 0,1 0,-1-1,1 1,0 0,-1 0,1 0,0 0,-1-1,1 1,-1 0,1 0,-1-1,1 1,-1-1,1 1,-1 0,1-1,-1 1,1-1,-1 1,0-1,1 1,-1-1,0 1,1-1,-1 0,60-112,-53 98,1-4,1-1,0 1,2 1,0 0,1 1,1 0,10-10,-21 25,0 0,0 0,0 0,1 0,-1 0,1 0,0 0,-1 1,1 0,0-1,0 1,0 0,0 0,0 1,0-1,0 1,0-1,0 1,0 0,0 0,0 0,0 1,0-1,0 1,0-1,0 1,0 0,0 0,0 1,0-1,0 0,-1 1,1 0,-1 0,1 0,-1 0,1 1,4 6,0 0,-1 1,0 0,-1 0,0 1,-1-1,0 1,-1 0,0 0,0 1,-1-1,-1 1,0-1,0 1,-2-1,1 1,-1-1,-1 0,0 1,-1 0,1-6,0 0,-1 0,0 0,0-1,-1 1,1-1,-1 0,0 0,-1 0,1-1,-1 1,0-1,0 0,0-1,0 1,-1-1,0 0,1 0,-1-1,0 0,0 0,-1 0,1-1,0 1,0-2,-1 1,1-1,-1 0,1 0,0-1,-3 0,-16-8,25 1</inkml:trace>
  <inkml:trace contextRef="#ctx0" brushRef="#br0" timeOffset="789.53">1290 322,'-23'8,"1"0,0 2,1 1,0 1,0 0,2 2,-1 0,2 1,-4 5,20-19,0 0,0 0,0 0,0 0,0 0,1 0,-1 1,0-1,1 1,-1-1,1 1,0 0,-1-1,1 1,0 0,0 0,0 0,0 0,0 0,1 0,-1 0,1 0,-1 0,1 1,0-1,0 0,-1 0,2 0,-1 0,0 1,0-1,1 0,-1 0,1 0,0 0,-1 0,1 0,0 0,0 0,0 0,1 0,-1-1,0 1,1 0,-1-1,1 1,99 26,-70-22,-28-5,25 3,0 1,0 2,-1 1,0 1,-1 1,0 2,-1 0,8 6,-30-16,-1-1,1 0,-1 1,1 0,-1 0,0-1,0 1,0 1,0-1,0 0,0 0,0 1,-1-1,1 1,-1-1,0 1,0 0,0-1,0 1,0 0,-1 0,1 0,-1 0,0 0,1-1,-2 1,1 0,0 0,0 0,-1 0,0 0,1 0,-1-1,0 1,0 0,-1-1,1 1,0-1,-1 1,-8 6,1 0,-1 0,-1-1,0-1,0 0,0 0,-1-1,0-1,0 0,-1 0,1-1,-1-1,-4 0,-117 24,68-17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3:45.20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6,'16'0,"16"0,17 0,16 0,12 0,12 0,7 0,0-2,-16-1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3:49.74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4385 650,'-8'-1,"-1"0,1 1,-1 0,1 0,0 1,-1 0,1 1,0 0,0 0,0 0,0 1,0 1,0-1,1 1,0 0,0 1,0 0,0 0,1 1,-1-1,2 1,-1 0,1 1,-1 0,2 0,-1 0,1 0,-1 3,4-8,0 0,0 1,0-1,1 0,-1 0,1 1,-1-1,1 0,0 1,0-1,0 0,0 1,0-1,1 0,-1 0,0 1,1-1,0 0,0 0,0 1,0-1,0 0,0 0,0 0,1-1,-1 1,1 0,-1 0,1-1,0 1,-1-1,1 1,0-1,0 0,0 0,1 1,83 23,-42-21,0-3,-1-1,1-2,-1-2,1-2,-1-2,-1-2,0-2,0-1,26-13,-47 18,-21 8,1 0,0 1,0 0,-1-1,1 1,0-1,-1 1,1 0,-1-1,1 1,-1 0,1 0,-1 0,1-1,-1 1,0 0,1 0,-1 0,0 0,0 0,0 0,0-1,0 1,0 0,0 0,0 0,0 0,0 0,0 0,0 0,-1-1,1 1,0 0,-1 0,1 0,-1 0,1-1,-1 1,1 0,-1 0,1-1,-2 1,0 9,2-7,0 1,0-1,0 1,0-1,1 0,-1 1,1-1,0 0,0 0,0 0,1 0,-1 0,1 0,-1 0,1 0,0 0,0 0,0-1,1 1,-1-1,1 0,-1 0,1 0,0 0,0 0,0 0,0-1,0 0,0 1,0-1,1 0,8 3,-1 0,1-1,0 0,0-1,1-1,-1 0,0 0,2-1,-8 0,-1 1,1-1,0 0,0 0,0-1,0 0,-1 0,1 0,0-1,-1 1,1-2,-1 1,1 0,-1-1,0 0,0 0,0-1,-1 1,1-1,-1 0,0 0,0-1,0 1,-1-1,1 0,-1 0,0 0,-1 0,1 0,-1-1,0 1,0-1,-1 0,0 1,1-5,-3 5,0 0,0-1,0 1,-1 0,0 0,1 0,-2 0,1 0,-1 1,0-1,0 1,0-1,0 1,-1 0,0 0,1 1,-2-1,1 1,0 0,-1 0,1 0,-1 0,0 1,-2-1,-7-3,1 1,-1 0,-1 1,1 1,-1 0,1 1,-1 0,-5 1,11 1,0 0,0 0,-1 0,1 1,0 1,0 0,0 0,0 1,1 0,-1 0,0 1,9-4,-1 0,1 0,-1 0,1 1,-1-1,0 0,1 0,-1 0,1 1,-1-1,1 0,-1 1,1-1,0 1,-1-1,1 1,-1-1,1 0,0 1,-1-1,1 1,0-1,0 1,-1 0,1-1,0 1,0-1,0 1,0-1,0 1,0 0,0-1,0 1,0-1,0 1,0 0,0-1,0 1,0-1,0 1,1-1,-1 1,0 0,0-1,1 1,25 12,15-8,0-1,0-1,0-3,1-1,-1-2,21-6,-42 7,189-16,-205 17,1 1,-1-1,0 1,0 0,1 0,-1 0,0 1,0 0,1-1,-1 1,0 1,0-1,0 1,0-1,-1 1,1 0,0 1,-1-1,1 1,-1-1,0 1,0 0,0 0,0 1,-1-1,1 0,-1 1,0 0,2 3,2 38,-6-41,-1 0,1 0,0 0,0 0,0 0,1 0,-1 0,1 0,0 0,0 0,1-1,-1 1,1 0,0-1,0 1,0-1,0 1,0-1,1 0,0 0,0 0,-1 0,2-1,-1 1,0-1,0 1,1-1,-1 0,2 0,3-2,1 0,-1 0,0 0,1-1,-1-1,0 1,0-1,0-1,0 1,-1-1,1-1,-1 0,1 0,-1 0,0-1,-1 1,1-2,-1 1,0-1,0 0,-1 0,0-1,0 1,1-3,60-105,-66 114,1 0,-1 0,1-1,-1 1,1 0,-1 0,1 0,0 0,-1 0,1 0,-1 0,1 0,-1 0,1 0,-1 0,1 0,-1 0,1 0,-1 0,1 1,-1-1,1 0,-1 0,1 1,-1-1,1 0,-1 1,0-1,1 0,-1 1,1-1,-1 0,0 1,1-1,-1 1,0-1,0 1,1-1,-1 1,0-1,0 1,0-1,0 1,0-1,0 1,0-1,0 1,0-1,0 1,0-1,0 1,0 0,0-1,0 1,0-1,0 1,-1-1,1 1,0-1,0 1,0 1,2 9,-2-4,1 0,0 0,0 0,0 0,0-1,1 1,0 0,1-1,0 1,0-1,0 0,0 0,1 0,0-1,1 1,-1-1,1 0,0 0,0 0,0-1,1 0,0 0,0 0,0-1,0 0,3 1,-1-3,0 0,0 0,0-1,0-1,0 1,0-1,-1-1,1 0,0 0,-1 0,1-1,-1 0,1 0,-1-1,0 0,5-4,5-4,-1 0,0-1,0-1,-1-1,11-14,19-31,-44 60,-1 1,1-1,0 1,-1-1,1 0,0 1,-1 0,1-1,-1 1,1-1,-1 1,1 0,-1-1,0 1,1 0,-1-1,0 1,1 0,-1-1,0 1,0 0,0 0,0-1,0 1,0 0,0 0,0 0,0-1,0 1,0 0,0 0,0-1,-1 1,1 0,0 0,-1-1,1 1,0 4,0 0,-1 0,1 0,1 0,-1 0,1 0,0 0,0 0,0-1,1 1,0 0,0-1,0 1,0-1,1 0,0 0,0 0,0 0,0 0,0 0,1-1,0 0,-1 1,1-1,1-1,-1 1,1 0,11 1,0 1,0-2,0 0,1-1,-1-1,0-1,1 0,-1-1,1-1,-1 0,0-1,1-1,-2 0,16-7,-16 7,0-1,1-1,-2 0,1-1,-1-1,0 0,-1-1,0 0,0-1,-1-1,0 0,-1 0,0-1,-1 0,0-1,-1-1,-1 1,0-1,-1-1,2-3,-9 16,1 2,-1 0,0 1,0-1,1 0,-1 0,0 0,1 0,-1 0,0 0,0 1,1-1,-1 0,0 0,1 0,-1 0,0 0,1 0,-1 0,0 0,0-1,1 1,-1 0,29 491,-23-404,-4 0,-4 1,-4-1,-4 0,-4 3,-10-25,23-64,1-1,-1 1,0-1,1 0,-1 0,0 0,1 1,-1-1,0 0,0 0,1 0,-1 0,0 0,0 0,1 0,-1 0,0 0,1-1,-1 1,0 0,1 0,-1-1,0 1,1 0,-1-1,0 1,1-1,-1 1,1-1,-1 1,1-1,-1 1,1-1,-1 1,1-1,0 0,-1 1,1-1,0 0,-1 1,1-1,0 0,0 1,0-1,0 0,-1 0,1 1,0-1,1 0,-10-27,1-1,2 0,1 0,2 0,1-1,1-14,-1 19,-3-45,3-1,4 0,2 0,3 0,4 1,2 1,9-17,-20 76,0 0,1 0,0 1,1-1,0 1,1 0,0 0,0 0,1 1,0 0,0 0,1 0,0 1,0 0,1 0,0 1,0 0,1 1,8-5,-13 9,-1 1,0-1,1 1,-1 0,1 0,-1 1,1-1,-1 1,0-1,1 1,-1 0,0 0,1 1,-1-1,0 1,0-1,0 1,0 0,-1 0,1 1,0-1,-1 0,0 1,1-1,0 3,42 78,-42-73,0 0,-1 0,0 0,-1 0,0 0,0 0,-1 0,-1 1,0-1,-2 9,3-16,-1 1,0-1,0 1,0-1,0 0,-1 0,1 0,-1 0,0 0,0 0,0 0,0-1,-1 1,1-1,-1 1,0-1,1 0,-1 0,0 0,0 0,0-1,0 1,-1-1,1 0,0 0,-1 0,1 0,0 0,-1-1,1 0,-1 0,1 0,-2 0,-1 0,0-1,0 0,0 0,-1-1,1 0,1 0,-1 0,0-1,0 0,1 0,0 0,0-1,-1 0,2 0,-1 0,1 0,-1-1,1 0,0 0,1 0,-1 0,1-1,0 1,0-2,3 2,0 1,0-1,1 1,0-1,0 1,0-1,0 1,1 0,-1-1,1 1,0 0,0 0,1 0,-1 0,1 1,0-1,0 1,0 0,1 0,-1 0,1 0,-1 0,1 1,0-1,0 1,0 0,1 0,-1 1,1-1,323-152,-298 138,-1-2,0 0,-2-2,0-1,-1-1,-1-1,-16 14,0-1,-1 0,0 0,-1 0,0-1,-1 0,0 0,-1-1,0 1,-1-1,0 0,0-1,-2 1,1-1,-2 1,0-1,0-7,-2 9,0 0,0 0,-1 0,-1 0,0 0,0 1,-1-1,-1 1,0-2,3 9,1-1,-1 1,0 0,0 0,0 0,-1 0,1 0,-1 0,1 1,-1-1,0 1,0-1,0 1,0 0,-1 1,1-1,-1 0,1 1,-1 0,1 0,-1 0,0 0,1 0,-1 1,0 0,1 0,-1 0,-2 0,0 2,1-1,-1 1,0 0,1 1,0-1,0 1,0 0,0 0,0 1,0 0,1 0,0 0,0 0,0 0,0 1,0 0,1 0,0 0,0 1,-44 107,40-87,0 1,2 0,0 1,2-1,2 1,0 0,2-1,0 1,3-1,0 1,1-1,2 0,0-1,2 1,1-1,9 15,-13-31,0-1,1 0,0 0,0 0,1-1,0 0,0-1,1 0,0 0,0-1,1 0,-1 0,1-1,1 0,-1-1,1-1,0 1,-1-1,1-1,1 0,-1-1,0 0,0-1,0 0,1-1,-1 0,0 0,10-4,-5 0,-1-1,0 0,0-1,-1-1,0 0,0-1,-1-1,0 0,-1 0,0-1,0-1,-1 0,-1-1,0 0,-1 0,-1-1,0-1,0 1,-2-1,0 0,0 0,-1-1,-1-2,-4-40,0 57,0 0,0 0,0 0,-1 0,1 0,0 0,0 1,-1-1,1 0,0 0,-1 0,1 0,-1 0,1 1,-1-1,0 0,1 0,-1 1,0-1,1 0,-1 1,0-1,0 1,0-1,1 1,-1-1,0 1,0 0,0-1,0 1,0 0,0 0,0 0,0-1,0 1,0 0,0 0,0 1,1-1,-1 0,0 0,0 0,0 1,0-1,0 0,0 1,0-1,0 1,1-1,-1 1,0-1,0 1,1-1,-1 1,-4 4,-1 1,2-1,-1 1,1 0,0 0,0 1,0-1,1 1,0 0,1 0,-1 0,1 0,1 0,-1 0,1 1,0-1,1 0,0 1,0 5,1-5,0 0,0 0,1-1,0 1,0-1,1 1,0-1,0 0,1 0,0 0,0 0,0-1,1 0,0 0,0 0,1 0,-1-1,1 0,1 0,-1 0,1-1,-1 0,1-1,0 1,1-1,5 2,4 0,1 1,-1-2,1 0,0-2,-1 0,1 0,0-2,0 0,0-1,0-1,6-2,-8 1,0 0,-1-1,1-1,-1-1,0 0,-1 0,1-2,-1 0,-1 0,0-2,0 1,0-2,-1 1,-1-2,0 0,-1 0,0-1,-1 0,0 0,-1-1,0-1,3-9,2-24,-1-1,-3 0,-1 0,-3-1,-2 0,-3-27,1 35,2-169,-6 180,3 31,0 0,-1 0,1 0,-1 0,1 0,-1 0,1 0,-1 0,1 0,-1 0,1 0,-1 0,1 0,-1 1,1-1,-1 0,1 0,-1 1,1-1,-1 0,1 0,0 1,-1-1,1 0,0 1,-1-1,1 1,0-1,-1 0,1 1,0-1,0 1,0-1,-1 1,1-1,0 1,0-1,0 1,0-1,0 1,0-1,0 1,0-1,0 1,0-1,0 1,0-1,0 1,0-1,1 1,-1-1,0 0,0 1,1-1,-1 1,0-1,0 1,1-1,-15 105,5 0,5 99,13 49,-6-227,1 0,1 0,2-1,0 1,2-2,0 1,2-1,7 12,35 26,-52-61,0 0,0-1,0 1,0 0,0-1,0 1,0-1,0 1,0-1,0 0,0 1,1-1,-1 0,0 0,0 0,0 0,1 0,-1 0,0 0,0 0,0-1,0 1,1 0,-1-1,0 1,0-1,0 1,0-1,0 1,0-1,0 0,0 1,0-1,0 0,10-15</inkml:trace>
  <inkml:trace contextRef="#ctx0" brushRef="#br0" timeOffset="263.337">8449 664</inkml:trace>
  <inkml:trace contextRef="#ctx0" brushRef="#br0" timeOffset="972.279">8209 463,'-31'-7,"26"10,17 5,21 6,2-2,-1-1,2-1,-1-2,36 3,-50-8,133 20,1-7,1-7,4-6,-148-4,-35 0,8 2,0 0,1 1,0 0,-1 1,1 1,0 0,0 1,1 1,0 0,0 0,-8 7,14-9,0 1,0 0,1 0,0 1,0 0,1 0,-1 0,1 1,1 0,-1 0,1 0,0 0,1 1,0-1,0 1,0 0,1 0,0 0,1 0,0 0,0 4,1-8,0 0,0-1,0 1,1 0,0-1,-1 1,1-1,1 1,-1-1,0 1,1-1,0 0,-1 1,1-1,0 0,1 0,-1-1,1 1,-1 0,1-1,0 1,0-1,0 0,0 0,0 0,0 0,1-1,-1 0,1 1,-1-1,1 0,-1 0,1-1,0 1,-1-1,1 0,0 0,-1 0,1 0,0-1,-1 0,1 1,0-1,-1 0,1-1,-1 1,11-6,0 1,0-2,-1 0,0-1,-1 0,0-1,0 0,-1-1,0 0,-1-1,4-6,33-34,-46 52,-1-1,0 0,0 1,0-1,1 0,-1 1,0-1,1 0,-1 1,1-1,-1 1,1-1,-1 1,1-1,-1 1,1-1,-1 1,1 0,-1-1,1 1,0 0,-1-1,1 1,0 0,-1 0,1-1,0 1,0 0,-1 0,1 0,0 0,-1 0,1 0,0 0,-1 0,1 0,0 1,0-1,-1 0,1 0,0 1,-1-1,1 0,-1 1,1-1,0 1,-1-1,1 0,-1 1,1-1,-1 1,1 0,-1-1,0 1,1-1,-1 1,1 0,6 115,-7-110,1 0,1 0,-1 0,1 0,0 0,0-1,0 1,1 0,0-1,0 0,0 0,1 0,0 0,0-1,0 1,0-1,1 0,0 0,0 0,0-1,0 0,0 0,1 0,-1-1,1 0,0 0,-1 0,1 0,0-1,0 0,0-1,5 1,-2-1,-1-1,1 1,-1-1,1-1,-1 0,1 0,-1-1,0 0,0 0,0-1,-1 0,1 0,-1-1,0 0,0 0,0-1,-1 1,0-1,0-1,-1 0,1 1,-1-1,-1-1,0 1,0-1,0 0,-1 0,0 0,0 0,-1 0,0-1,1-10,-1 1,0 0,-2-1,0 1,-1-1,-1 1,-3-14,4 25,0 6,1 0,-1 0,1 0,-1 0,1 0,-1 0,1 0,0 0,0 0,-1-1,1 1,0 0,0 0,0 0,0 0,0-1,1 1,-1 0,0 0,0 0,1 0,-1 0,1 0,-1 0,1 0,-1 0,1 0,0 0,-1 0,1 0,0 0,0 0,0 0,0 1,0-1,-1 0,1 1,1-1,-1 0,85 27,-46-13,-21-8,-1 1,1 1,-1 0,0 2,-1 0,0 1,8 7,-20-12,-1 0,1 0,-1 0,-1 1,1 0,-1-1,0 1,0 1,-1-1,1 0,-1 1,-1-1,1 1,-1-1,-1 1,1 0,-1-1,0 1,0 0,-2 5,4 42,-1-50,0 1,1-1,-1 1,1-1,0 0,0 0,0 0,0 0,1 0,0 0,0 0,0-1,0 1,0-1,1 0,-1 0,1 0,0-1,0 1,0-1,0 0,1 0,-1 0,0-1,1 0,-1 1,1-2,0 1,-1 0,1-1,0 0,-1 0,1 0,0-1,-1 1,1-1,2-1,6-1,-1 1,0-2,0 0,0 0,0-1,0-1,-1 0,0 0,-1-1,1 0,-1-1,0 0,-1-1,0 0,-1-1,0 0,0 0,-1 0,0-1,-1 0,0 0,-1-1,0 0,0 0,-2 0,0 0,0-1,-1 1,0-4,-1 13,-1 0,0 1,1-1,-1 0,0 0,-1 0,1 0,0 0,-1 1,0-1,1 0,-1 0,0 1,0-1,-1 0,1 1,-1-1,1 1,-1 0,0-1,0 1,0 0,0 0,0 0,0 1,0-1,-1 0,1 1,-1-1,1 1,-1 0,0 0,1 0,-1 0,0 1,0-1,1 1,-1-1,0 1,0 0,0 0,0 0,0 0,0 1,-1 3,-1 0,1 0,0 0,0 1,0-1,1 1,-1 0,1 0,0 0,1 1,-1-1,1 1,0-1,1 1,-1 0,1 0,0-1,1 1,-1 0,1 0,0 0,1 0,-1 0,2 2,-1 2,1 0,0-1,1 1,0 0,1-1,0 1,0-1,1 0,0-1,1 1,0-1,0 0,1 0,0-1,0 0,0 0,1-1,0 0,1 0,7 3,8 5,1-2,0-1,1-1,0-1,0-1,1-1,1-2,53 9</inkml:trace>
  <inkml:trace contextRef="#ctx0" brushRef="#br0" timeOffset="-2638.872">322 610,'-13'-4,"1"0,-1 1,0 0,0 1,0 0,0 1,0 0,0 1,-1 1,-4 0,12 0,-1 0,1 1,0-1,-1 1,1 1,0-1,0 1,0 0,1 0,-1 1,1-1,0 1,-1 1,2-1,-1 1,1-1,-1 1,1 1,1-1,-1 0,-1 5,3-7,0 0,1 1,0-1,-1 1,1 0,0-1,1 1,-1 0,1-1,-1 1,1 0,1 0,-1 0,0-1,1 1,0 0,-1 0,2-1,-1 1,0-1,1 1,-1-1,1 0,0 1,0-1,1 0,-1 0,0 0,1-1,0 1,0-1,0 1,0-1,0 0,0 0,1 0,-1 0,0-1,1 0,0 1,-1-1,1 0,3 0,1 0,1 0,0 0,-1-1,1 0,0 0,-1-1,1 0,-1-1,1 0,-1 0,0-1,1 0,-1 0,-1-1,1 0,0-1,-1 1,0-1,0-1,-1 1,1-1,7-7,-1-1,-1 0,0 0,0-1,-2 0,0-1,0-1,-2 1,3-8,-5 8,0 0,0-1,-2 0,0 0,-1-1,0 1,-2 0,0-1,-1 0,-1 1,0-1,-1 1,-1 0,-1-1,-1 1,0 1,-1-1,-1 1,0 0,-4-5,10 19,0 0,0 0,0 0,0 0,0 0,0 0,-1 0,1 0,-1 1,1-1,-1 1,1-1,-1 1,0 0,0-1,0 1,0 0,0 0,0 0,0 1,0-1,0 0,-1 1,1-1,0 1,0 0,0 0,-1 0,1 0,0 0,0 0,-1 1,1-1,-1 1,-3 4,1 0,1 0,-1 0,1 1,0 0,0 0,0 0,1 0,0 0,0 1,1-1,0 1,0 0,0 0,1 0,0 2,-5 13,1 0,1 1,0 0,2-1,1 1,1 0,1 0,1 0,1 0,1-1,0 1,2-1,1 0,1-1,0 0,2 0,0 0,11 13,-16-27,2 0,-1-1,1 0,0 0,0 0,0-1,1 0,0 0,0-1,0 0,1 0,-1-1,1 0,0-1,0 0,0 0,0-1,0 0,0-1,0 1,0-2,0 0,0 0,0 0,0-1,0 0,0-1,0 0,-1 0,0-1,1 0,-2-1,1 0,0 0,-1 0,0-1,0 0,-1-1,1 0,-1 1,-1-2,1 1,-1-1,-1 0,0 0,3-6,-4 1,0-1,-1 0,-1-1,0 1,0 0,-2 0,-1-9,14 60,-6-17,1 1,0-1,2 0,0-1,1 1,10 11,-16-25,1 1,0-1,0 0,0-1,1 1,0-1,0 0,0-1,1 1,-1-1,1-1,0 1,0-1,1 0,-1-1,1 0,-1 0,1 0,0-1,1 0,-3-1,-1 0,1 0,-1-1,0 0,1 0,-1 0,0 0,0-1,0 0,0 0,0 0,0-1,0 0,-1 0,1 0,-1 0,0-1,0 1,0-1,-1 0,1-1,-1 1,0 0,0-1,-1 0,1 1,0-3,3-7,0-1,-1 0,-1-1,0 1,-1-1,-1 0,0 0,-1-9,-1 35,0 1,0 0,1-1,0 1,1-1,0 1,1-1,0 0,1 0,0 0,0 0,1-1,1 0,-1 0,1 0,1 0,0-1,0 0,0-1,1 0,0 0,1 0,0-1,1-1,0-1,1-1,-1 0,1-1,0 0,-1 0,1-1,0-1,0 0,0 0,0-1,-1 0,1-1,0 0,-1-1,1 0,-1-1,0 0,2-2,3-1,0-1,-1 0,-1-1,1 0,-1-2,-1 1,0-2,0 1,-2-2,1 1,-1-1,3-8,-4 8,-1-2,-1 1,-1-1,0 0,0-1,-2 1,3-14,-11 65,-18 256,30-147,7 0,5-1,7-1,32 91,-56-221,-7-24,-24-88,5-2,4 0,4-1,5-1,5 0,5-57,0 144,0 0,2 0,0 0,0 0,2 0,0 1,0 0,2 0,0 0,0 0,2 1,0 0,0 1,1-1,1 2,1-2,-8 12,0-1,0 0,0 1,1 0,-1 0,1 0,-1 0,1 0,0 1,0 0,0 0,0 0,0 0,0 0,0 1,0 0,0 0,0 0,0 0,0 1,0-1,0 1,0 0,0 0,0 1,-1-1,1 1,0 0,-1 0,1 0,-1 0,0 1,0-1,3 3,-1 1,0 0,-1 0,0 1,0 0,0-1,0 1,-1 1,-1-1,1 0,-1 1,0-1,-1 1,0 0,0-1,-1 1,1 0,-2 0,1 0,-2 3,2-7,-1 1,0 0,0 0,-1 0,0-1,0 1,0-1,0 1,0-1,-1 0,0 0,0 0,0 0,0 0,-1-1,0 1,1-1,-1 0,0 0,-1-1,1 1,0-1,-1 0,1 0,-1 0,0-1,0 1,1-1,-1 0,-5 0,6-1,-1 0,0-1,0 1,0-1,0 0,0 0,0-1,1 1,-1-1,0 0,1 0,-3-2,5 3,1 0,-1 0,1 0,0 1,0-1,-1 0,1 0,0-1,0 1,0 0,0 0,0 0,0-1,1 1,-1-1,0 1,1 0,-1-1,1 1,-1-1,1 1,0-1,-1 0,1 1,0-1,0 1,0-1,0 1,1-1,-1 0,0 1,1-1,-1 1,1-1,-1 1,1 0,0-1,-1 1,1-1,0 1,0 0,7-5,-1 0,1 1,0 0,0 0,0 1,1 0,0 1,0-1,0 2,0-1,0 2,0-1,0 1,1 0,-1 1,0 0,4 1,-8-1,4-2,1 1,0 1,0 0,0 0,0 1,0 0,0 1,-1 0,1 1,-1 0,1 0,-1 1,0 0,0 1,-1 0,1 0,-1 1,0 0,2 2,10 14,-14-15,0 1,1-1,0-1,0 1,0-1,1 0,0-1,0 0,0 0,1-1,0 0,0 0,5 0,-8-2,0-1,0 0,0 0,1 0,-1-1,0 0,1 0,-1-1,0 1,0-1,0-1,1 1,-1-1,-1 0,1-1,0 0,0 1,-1-2,0 1,1-1,-1 1,-1-1,1-1,0 1,-1-1,0 0,0 0,-1 0,1 0,-1 0,0-1,-1 0,1 0,-1 1,0-1,0-1,-1 1,0 0,0 0,0 0,-1-1,0 1,-1-3,-1 1,0 0,0 1,-1-1,0 0,0 1,-1-1,0 1,0 0,-1 1,1-1,-2 1,1-1,-1 2,1-1,-2 0,1 1,-1 1,1-1,-1 1,-1 0,0 0,2 0,0 2,0-1,0 0,-1 1,1 1,0-1,-1 1,0 0,1 0,-1 1,1-1,-1 2,0-1,1 1,-1 0,1 0,-1 1,1 0,0 0,0 0,-1 1,2 0,-1 0,0 1,1-1,-1 1,-1 2,2-2,0 1,1 0,0-1,-1 1,2 0,-1 1,1-1,-1 1,1 0,1 0,-1 0,1 0,0 0,1 0,-1 0,1 1,1-1,-1 1,1-1,0 1,0-1,1 0,0 1,0-1,1 0,-1 1,1-1,1 0,-1 0,1 0,0-1,0 1,1-1,0 1,0-1,0-1,0 1,1 0,0-1,0 0,0 0,2 1,33 11,-3-6</inkml:trace>
  <inkml:trace contextRef="#ctx0" brushRef="#br0" timeOffset="-2336.57">2353 303,'-7'-2,"0"0,0 1,0-1,0 1,0 1,0-1,0 1,-1 1,1-1,0 1,0 0,0 1,0 0,0 0,1 0,-1 1,1 0,-1 0,1 1,0 0,0 0,0 0,1 1,0 0,0 0,0 0,0 0,1 1,0 0,0 0,0 0,1 0,-2 4,4-2,-1-1,1 1,0-1,1 1,-1-1,2 1,-1 0,1-1,0 1,1-1,-1 1,1-1,1 0,0 0,0 0,0 0,1 0,0-1,2 3,99 108,-61-76,1-2,2-2,27 15,-45-38,1-2,0 0,1-3,1 0,-1-2,1-1,0-1,1-2,-1-2,1-1,-1-1,20-4,40 0</inkml:trace>
  <inkml:trace contextRef="#ctx0" brushRef="#br0" timeOffset="2649.236">335 1853,'6'-7,"0"-1,-1 0,0-1,0 1,-1-1,0 0,0 0,-1-1,-1 1,1-1,-1 1,-1-1,0-3,-1 11,0 0,0 0,0 0,0 0,-1 0,1 0,-1 0,0 0,1 0,-1 1,0-1,0 0,0 0,0 1,-1-1,1 1,0-1,-1 1,1-1,-1 1,1 0,-1 0,0 0,1 0,-1 0,0 0,0 0,0 1,0-1,1 1,-1-1,0 1,0 0,0-1,0 1,0 0,0 0,-2 1,-74 21,68-16,0 0,0 0,0 1,1 1,0-1,1 1,-1 1,2 0,-1 0,1 1,0-1,1 1,1 1,-1-1,2 1,-1 0,1 0,1 1,0-1,1 1,0-1,1 1,0 0,1 7,1-13,0-1,1 1,0-1,0 1,0-1,1 0,-1 0,1 0,1-1,-1 1,1 0,-1-1,1 0,0 0,1 0,-1-1,1 1,0-1,-1 0,1-1,1 1,-1-1,0 0,1 0,9 3,0 0,1-2,-1 0,1 0,0-2,0 0,0-1,2 0,0-1,0-1,-1 0,1-2,0 0,-1-1,0 0,0-1,-1-1,0-1,0-1,-1 0,2-2,-6-6,-17 20</inkml:trace>
  <inkml:trace contextRef="#ctx0" brushRef="#br0" timeOffset="3241.763">669 1894,'-4'9,"0"0,0 0,1 1,0-1,1 1,0 0,0 0,1 0,0 7,1-14,0 1,0 0,1 0,-1 0,1 0,0-1,0 1,0 0,1 0,-1-1,1 1,0-1,0 0,0 1,0-1,0 0,1 0,0 0,-1-1,1 1,0-1,0 1,1-1,-1 0,4 1,-4-1,1-1,0 0,0 0,0 0,-1 0,1-1,0 0,0 0,0 0,0 0,0 0,0-1,0 0,0 0,-1 0,1 0,0 0,-1-1,1 0,-1 0,1 0,-1 0,0 0,0-1,0 1,0-1,1-1,3-3,0 0,-1 0,0-1,0 0,-1-1,0 1,0-1,-1 0,0 0,1-5,-3 9,0 0,-1-1,0 1,0-1,0 1,-1-1,1 0,-1 1,-1-1,1 1,-1-1,0 1,0-1,-1 1,0-1,0 1,0 0,0 0,-1 0,0 0,0 1,0-1,0 1,-1-1,0 1,0 0,0 1,0-1,-1 1,1-1,-1 1,0 1,0-1,0 1,0 0,-1 0,1 0,0 1,-1 0,1 0,-5 0,5 1,1 0,-1 0,1 1,0 0,-1 0,1 0,-1 0,1 1,0-1,0 1,0 0,0 1,0-1,1 1,-1-1,1 1,-1 0,1 0,0 1,0-1,0 1,1-1,-1 1,1 0,0 0,0 0,0 0,1 1,-1-1,1 0,0 1,1-1,-1 1,1-1,-1 0,1 1,1-1,-1 1,1-1,-1 1,1-1,0 1,1-1,0 3,13 22</inkml:trace>
  <inkml:trace contextRef="#ctx0" brushRef="#br0" timeOffset="3933.406">1097 1867,'-1'-76,"5"1,2 0,11-42,21-77,-37 193,-1 0,1-1,-1 1,0 0,1 0,-1 0,0 0,0-1,0 1,0 0,0 0,0-1,0 1,0 0,-1 0,1 0,0-1,-1 1,1 0,-1 0,1 0,-1 0,1 0,-1 0,0 0,0 0,1 0,-1 0,0 0,0 0,0 1,0-1,0 0,0 1,0-1,0 0,0 1,-1 0,1-1,0 1,0 0,0-1,-1 1,1 0,-1 0,-5 3,0 0,0 1,0 0,0 0,1 0,0 1,0 0,0 0,0 1,1 0,0 0,0 0,1 0,-2 3,-9 17,2 1,0 0,2 0,1 1,1 0,2 1,1 0,1 0,1 1,1-1,2 8,0-22,0 0,1 0,1 0,0 0,1 0,0 0,1-1,1 1,1-1,0 0,0 0,2 0,-1-1,2 0,0 0,0 0,1-1,1-1,0 0,1 0,0-1,0 0,1-1,6 4,-15-11,0 0,-1-1,1 1,0 0,0-1,0 0,0 0,0 0,0 0,1 0,-1 0,0-1,0 0,1 0,-1 0,0 0,0 0,1 0,-1-1,0 0,0 0,0 0,0 0,0 0,0 0,0-1,0 1,0-1,0 0,-1 0,1 0,-1 0,2-2,10-13,-14 15,1 0,0 0,-1 1,1-1,0 0,0 1,0-1,0 1,0-1,0 1,1-1,-1 1,0 0,1 0,-1 0,1 0,-1 0,1 0,0 0,-1 0,1 0,0 1,0-1,0 1,-1-1,1 1,0 0,0 0,0 0,0 0,-1 0,1 0,0 0,0 1,0-1,-1 1,1-1,0 1,0 0,0 0,25 26,-24-23,1 1,0-1,0 0,0 0,1-1,0 1,-1-1,1 0,0 0,0 0,5 1,-2-2,0 1,0-2,1 1,-1-1,1 0,-1-1,1 0,-1 0,1-1,-1 0,0-1,1 0,-1 0,0 0,0-1,0-1,0 1,-1-1,0 0,1-1,-1 0,-1 0,1-1,-1 1,0-1,0-1,-1 1,0-1,0 0,2-3,-6 7,0-1,1 1,-1-1,0 1,-1-1,1 0,-1 1,1-1,-1 0,0 1,-1-1,1 0,-1 1,1-1,-1 0,0 1,0-1,-1 1,1 0,-1-1,1 1,-1 0,0 0,0 0,-1 0,1 0,-1 1,1-1,-1 0,0 1,0 0,-1-1,-3-2,0 1,-1 0,0 0,1 0,-2 1,1 0,0 1,0 0,-1 0,1 1,-1 0,1 0,-6 1,5 1,1 0,-1 0,1 1,-1 1,1-1,0 1,0 0,0 1,0 0,0 0,1 1,0 0,-1 1,5-4,0 1,0-1,0 0,1 1,-1 0,1 0,0 0,0 0,0 0,0 0,0 0,1 1,-1-1,1 0,0 1,0-1,1 1,-1 0,1-1,-1 1,1 0,0-1,0 1,1 0,-1-1,1 1,0-1,0 1,0-1,0 1,1-1,-1 1,13 18</inkml:trace>
  <inkml:trace contextRef="#ctx0" brushRef="#br0" timeOffset="5096.423">1899 1947,'-21'-18,"15"11,-1 0,0 0,-1 1,1 0,-1 0,0 1,-1 0,1 0,-1 1,0 0,0 1,0 0,-1 0,-7-1,12 6,-1 0,1 0,-1 0,1 1,0 0,0 0,0 0,0 1,0-1,1 1,-1 0,1 0,0 1,1-1,-1 1,1 0,0 0,0 0,0 1,1-1,-1 1,1-1,1 1,-1 0,1-1,0 1,0 0,1 0,0 1,-1-4,1 0,0 0,0-1,0 1,0 0,0 0,1 0,-1-1,1 1,0 0,0-1,0 1,0 0,0-1,0 1,1-1,-1 0,1 1,0-1,-1 0,1 0,0 0,0 0,1-1,-1 1,0 0,1-1,-1 1,0-1,1 0,0 0,-1 0,1 0,0-1,-1 1,2-1,3 2,1-1,0-1,-1 0,1 0,0 0,-1-1,1 0,-1-1,1 1,-1-1,0-1,7-2,-3 0,-1-1,0 1,-1-2,1 1,-1-1,0-1,-1 0,0 0,0 0,0-1,-1-1,-1 1,0-1,0 0,-1 0,0-1,0 1,-1-1,2-10,-6 39,1 1,1 0,0-1,2 0,0 1,2 1,-4-16,0 0,0 0,0 0,1 0,0 0,-1-1,2 1,-1-1,0 1,0-1,1 0,0-1,0 1,0-1,0 1,0-1,0-1,0 1,1 0,-1-1,1 0,-1 0,1 0,-1-1,1 1,0-1,-1 0,1-1,-1 1,1-1,0 0,-1 0,0 0,1 0,-1-1,0 0,1 0,6-2,-1 0,0 0,-1-1,1 0,-1 0,0-1,0-1,0 1,-1-1,0-1,-1 0,0 0,0 0,0-1,-1 0,-1 0,1 0,-2-1,1 0,-1 0,-1 0,1 0,-1-4,-3 14,-1 1,1-1,0 1,0-1,-1 0,1 1,-1-1,1 1,0-1,-1 0,1 1,-1-1,1 0,-1 0,1 1,-1-1,1 0,-1 0,1 0,-1 1,1-1,-1 0,1 0,-1 0,1 0,-1 0,1 0,-1 0,1 0,-1 0,1-1,-1 1,1 0,-1 0,1 0,-1-1,1 1,-1 0,1 0,-1-1,1 1,0 0,-1-1,1 1,-1-1,1 1,0 0,-1-1,1 1,0-1,0 1,-1-1,-1 5,0 0,0 1,0-1,0 1,1-1,-1 1,1 0,0-1,1 1,-1 0,1 0,0 0,0-1,1 1,-1 0,1 0,0-1,0 1,1 0,-1-1,1 1,0-1,0 0,1 1,-1-1,1 0,0 0,0-1,0 1,1-1,-1 1,4 1,4 0,0 0,1-1,0-1,0 0,0 0,0-1,0-1,0 0,0-1,1 0,-1 0,0-2,0 1,0-2,0 0,0 0,0-1,-1 0,2-2,-7 4,0-1,-1 1,0-1,0 0,0-1,0 1,0-1,-1 0,1 0,-1-1,0 1,0-1,-1 0,1 0,-1 0,0-1,-1 1,1-1,-1 1,0-1,-1 0,1 0,-1 0,0 0,-1 0,1 0,-1 0,0 0,-1 0,-2 35,2-23,1 0,-1 0,1 0,0 1,1-1,0 0,0 0,0 0,1 0,0 0,0 0,0-1,1 1,-1 0,1-1,1 0,-1 0,1 0,0 0,0 0,1-1,-1 0,1 0,0 0,0-1,0 1,1-1,8 2,0-1,1 0,-1-1,1-1,0-1,-1 0,1 0,0-2,0 0,0 0,-1-2,1 0,-1 0,0-1,1-1,-2 0,5-4,-15 8,0-1,0 1,-1 0,1 0,0 0,0 0,0 0,0 0,0 1,0 0,1-1,-1 1,0 0,0 1,0-1,0 0,0 1,0 0,0 0,0 0,0 0,0 0,0 0,-1 1,1-1,-1 1,1 0,4 3,0-1,0 0,0-1,1 0,0 0,-1 0,1-1,0 0,0-1,0 1,0-2,0 1,0-1,0 0,0-1,0 0,0 0,0-1,0 0,0 0,0-1,-1 0,1 0,-1-1,6-3,-10 4,0 0,-1 1,1-1,-1 0,1 0,-1-1,0 1,0 0,-1-1,1 1,-1-1,1 0,-1 1,0-1,-1 0,1 0,-1 1,1-1,-1 0,0 0,-1 0,1 0,-1 0,1 1,-1-1,0 0,-1 1,1-1,-1 0,1 1,-1 0,0-1,0 1,-1 0,1 0,-1 0,1 0,-1 1,0-1,0 1,0-1,0 1,-1 0,-1-1,-1 1,0 0,1 0,-1 1,0-1,0 1,0 0,0 1,0 0,1 0,-1 0,0 0,0 1,0 0,0 1,0-1,1 1,-1 0,1 0,-1 1,1 0,0 0,0 0,0 0,0 1,1 0,-1 0,1 0,0 0,0 1,0 0,1-1,0 1,0 1,0-1,1 0,-1 1,1-1,1 1,-1 0,1 0,0 0,0-1,0 1,1 0,0 0,1 2,-1-4,1 0,0 0,0 0,1 0,-1 0,1 0,0-1,0 1,0-1,1 1,-1-1,1 0,0 0,-1 0,1 0,1 0,-1-1,0 1,1-1,-1 0,1 0,0 0,0-1,-1 1,1-1,0 0,0 0,0 0,1-1,-1 1,0-1,0 0,0 0,0-1,0 1,0-1,30 0</inkml:trace>
  <inkml:trace contextRef="#ctx0" brushRef="#br0" timeOffset="5298.886">3275 1587,'-18'-5,"-11"-1,-4 2,0 5,2 6,6 7,7 5,7 4,5 3,9 1,2-3</inkml:trace>
  <inkml:trace contextRef="#ctx0" brushRef="#br0" timeOffset="5494.392">3288 1920,'16'16,"13"8,11 1,12-3,9-5,12-6,8-4,-9-4</inkml:trace>
  <inkml:trace contextRef="#ctx0" brushRef="#br0" timeOffset="6056.023">5054 1907,'-13'-4,"0"0,0 1,0 0,-1 1,1 1,0 0,-1 1,1 0,-1 1,1 0,0 2,-1-1,1 1,0 1,1 1,-1-1,1 2,0 0,0 0,0 1,0 2,11-9,-1 1,1 0,-1 0,1 0,0 0,-1 0,1 0,0 0,0 1,0-1,0 0,0 1,0-1,0 1,0-1,1 1,-1-1,1 1,-1-1,1 1,-1 0,1-1,0 1,0 0,0-1,0 1,0 0,0-1,0 1,1 0,-1-1,0 1,1-1,0 1,-1-1,1 1,0-1,0 1,0-1,-1 1,2-1,-1 0,0 0,0 1,0-1,1 0,-1 0,0 0,1 0,-1-1,1 1,-1 0,1-1,1 1,13 2,1-2,0 0,0-1,0-1,0-1,-1 0,1-1,-1-1,1 0,-1-1,0-1,-1-1,0 0,4-3,-6 5,0 0,-1-1,1 0,-1-1,-1 0,0-1,0 0,0-1,-1 0,0-1,-1 0,0 0,-1-1,0 0,0-1,-1 1,-1-1,0-1,-1 1,0-1,2-12,-3 7,-2 1,0 0,-1 0,0-1,-2 1,0-1,-1 1,-1 0,0 0,-1 0,-1 0,-1 1,-3-5,9 19,0 1,-1-1,0 1,1 0,-1-1,0 1,0 0,1-1,-1 1,0 0,0 0,0 0,-1 0,1 0,0 0,0 0,0 0,-1 1,1-1,-1 0,1 1,0-1,-1 1,1-1,-1 1,1 0,-1 0,1 0,-1-1,1 1,-1 1,1-1,-1 0,1 0,-1 1,1-1,-1 0,1 1,0 0,-1-1,1 1,0 0,-1-1,1 1,0 0,0 0,0 0,0 0,-1 1,-8 12,1 0,1 1,0-1,0 2,2-1,0 1,1 0,0 0,2 1,-1-1,1 14,-2-6,2 0,0 0,2 1,1-1,0 1,5 22,-4-40,0 1,1-1,0 1,0-1,1 1,0-1,0 0,1-1,0 1,0 0,1-1,-1 0,1 0,1 0,-1-1,1 0,0 0,0 0,0-1,1 0,0 0,0 0,5 1,-2-2,1 0,0-1,0 0,0-1,0 0,0-1,0 0,0-1,0 0,-1-1,1 0,0 0,0-2,-1 1,0-1,0 0,0-1,0-1,-1 1,0-1,0-1,0 0,-1 0,0-1,0 1,-1-2,0 1,0-1,-1 0,-1-1,1 1,-1-1,-1 0,0-1,0 1,-1 0,1-10,-3 19,-1 0,1 0,-1 0,1 0,-1-1,1 1,-1 0,0 0,0 0,0-1,0 1,1 0,-2 0,1 0,0-1,0 1,0 0,0 0,-1 0,1-1,-1 1,1 0,-1 0,1 0,-1 0,0 0,1 0,-1 0,0 0,0 0,0 0,1 1,-1-1,0 0,0 1,0-1,-1 0,1 1,0-1,0 1,0-1,0 1,0 0,-1 0,1-1,0 1,0 0,0 0,-1 0,1 0,0 0,0 1,0-1,-1 0,-3 4,1 1,-1-1,1 1,0 0,0 0,1 0,-1 0,1 1,0-1,1 1,-1 0,1 0,0 0,1 0,-1 0,1 1,1-1,-1 0,1 0,0 1,0-1,1 0,0 1,1 4,2-3,0 1,1-1,0 0,0 0,1 0,0-1,0 1,1-2,0 1,0-1,0 0,1 0,0-1,0 0,1-1,-1 1,1-2,0 1,0-1,0-1,0 1,1-1,55 14</inkml:trace>
  <inkml:trace contextRef="#ctx0" brushRef="#br0" timeOffset="6475.84">6377 2094,'42'-17,"-1"-1,0-3,-1-1,6-6,-34 20,-6 5,7-4,0 0,-1-1,1-1,-2 0,1 0,-1-1,-1-1,0 0,0 0,-1-2,-8 12,-1-1,1 1,-1-1,0 1,0-1,1 0,-1 1,0-1,-1 1,1-1,0 1,0-1,-1 1,1-1,-1 1,1-1,-1 1,0-1,1 1,-1-1,0 1,0 0,0 0,0-1,0 1,0 0,0 0,-1 0,1 0,0 0,-1 1,1-1,0 0,-1 0,1 1,-1-1,1 1,-1 0,1-1,-1 1,1 0,-1 0,0 0,1 0,-1 0,1 0,-1 0,1 1,-1-1,1 0,-1 1,1-1,-1 1,-9 0,1 0,-1 1,1 0,0 1,-1 0,1 0,0 1,1 0,-1 1,1 0,0 1,0 0,-2 2,6-5,1 0,0 1,1-1,-1 1,0 0,1 0,0 0,0 0,0 1,1-1,-1 1,1 0,0 0,0 0,1 0,-1 0,1 0,0 0,1 0,-1 0,1 0,0 1,0-1,1 0,0 0,0 0,1 5,0-4,1-1,-1 0,1 1,1-1,-1 0,1-1,-1 1,1-1,1 1,-1-1,1 0,-1-1,1 1,0-1,0 0,1 0,-1 0,0-1,2 0,110 26,-62-23</inkml:trace>
  <inkml:trace contextRef="#ctx0" brushRef="#br0" timeOffset="6757.425">6939 1840,'0'19,"6"9,10 8,13 2,11-1,10-2,5-3,6-4,-2-7,-4-7,-11-6</inkml:trace>
  <inkml:trace contextRef="#ctx0" brushRef="#br0" timeOffset="7013.772">7286 1894,'-13'2,"-12"6,-11 5,-5 8,-4 7,3 8,5 2,9 1,9-2,9-9</inkml:trace>
  <inkml:trace contextRef="#ctx0" brushRef="#br0" timeOffset="7300.714">7915 1894,'-8'0,"-1"0,1 1,0 0,0 1,0 0,1 0,-1 0,0 1,1 0,0 1,-1-1,1 2,1-1,-1 1,1 0,-1 0,1 0,1 1,-1 0,1 1,0-1,1 1,-1 0,1 0,1 0,-1 0,1 1,0-1,1 3,1-7,0 1,1-1,0 0,-1 1,1-1,1 1,-1-1,0 0,1 1,0-1,0 0,0 1,0-1,0 0,1 0,-1 0,1 0,0 0,0 0,0-1,0 1,0-1,1 1,-1-1,1 0,0 0,-1 0,1 0,0 0,0-1,0 1,2-1,7 5,0-2,1 0,-1-1,1 0,0 0,0-2,13 1,-4-2,1-1,0-1,0-1,-1-1,0-1,0-1,0-1,-1-1,0-1,0-1,-1 0,0-2,-1 0,0-2,-13 10,0 0,0-1,0 0,-1 0,1-1,-2 1,1-1,0 0,-1 0,0-1,-1 1,1-1,-1 0,-1 0,1 0,-1 0,0-1,-3 8,1 1,0-1,0 1,-1-1,1 0,0 1,-1-1,1 1,0-1,-1 0,1 1,0-1,-1 0,1 0,-1 1,1-1,-1 0,1 0,-1 0,1 0,-1 1,1-1,-1 0,1 0,-1 0,1 0,-1 0,1 0,-1 0,1 0,-1-1,1 1,-1 0,1 0,0 0,-1 0,1-1,-1 1,1 0,-1 0,1-1,0 1,-1 0,1-1,0 1,-1-1,1 1,0 0,-1-1,1 1,0-1,0 1,-1-1,1 1,0 0,0-1,0 1,0-1,0 1,0-1,0 1,0-1,0 0,-4 6,1-1,0 1,0 0,0 0,1 0,-1 0,1 1,1-1,-1 1,1-1,0 1,0 0,0-1,1 1,0 0,0-1,0 1,1 0,0-1,0 1,1 0,-1-1,1 0,0 1,1-1,-1 0,1 0,0 0,0 0,1-1,-1 1,1-1,0 0,0 0,1 0,-1-1,1 0,0 1,3 0,15 4</inkml:trace>
  <inkml:trace contextRef="#ctx0" brushRef="#br0" timeOffset="7584.995">8342 1626,'0'0</inkml:trace>
  <inkml:trace contextRef="#ctx0" brushRef="#br0" timeOffset="7844.597">8823 1345,'-9'7,"-5"11,-1 14,3 13,3 15,3 13,3 8,4 3,4 2,4-3,2-6,2-10,-2-11,0-14,-2-10,-2-14,-3-10</inkml:trace>
  <inkml:trace contextRef="#ctx0" brushRef="#br0" timeOffset="8649.775">8610 1840,'378'20,"34"-12,-435-7,-1 2,1 1,0 0,0 2,1 1,0 0,0 2,0 0,1 2,-12 8,-1 25,34-43,-1 0,1 1,0-1,0 0,-1 1,1-1,0 0,0 1,0-1,1 0,-1 1,0-1,0 0,1 0,-1 1,1-1,-1 0,1 0,-1 1,1-1,0 0,0 0,-1 0,1 0,0 0,0 0,0 0,0 0,0-1,0 1,1 0,-1 0,0-1,0 1,0-1,1 1,-1-1,0 0,1 1,10 1,0 0,0 0,0-1,0-1,0 0,0-1,0 0,0-1,0 0,0-1,0 0,-1-1,0 0,0-1,0 0,7-5,6 0,-22 9,-1 0,1 0,-1 0,1 1,-1-1,1 1,-1-1,1 1,0-1,-1 1,1 0,0 0,-1 0,1 0,0 0,-1 0,1 0,-1 0,1 1,0-1,-1 1,1-1,-1 1,1 0,-1-1,1 1,-1 0,1 0,-1 0,0 0,0 0,0 0,1 1,-1-1,0 0,0 1,-1-1,1 1,0-1,0 1,-1-1,1 1,-1-1,1 1,1 5,0 0,1 0,0-1,0 1,0-1,1 0,0 0,0 0,1 0,-1-1,1 0,0 0,1 0,-1-1,1 1,0-1,0-1,0 1,1-1,-1 0,1 0,0-1,0 0,1 0,1-1,-1-1,1 0,-1 0,1-1,-1 0,1 0,-1-1,0 0,1-1,-1 0,0 0,-1 0,1-1,-1 0,1-1,-1 0,-1 0,1 0,-1-1,0 0,0 0,0-1,-1 0,0 0,0 0,-1 0,0-1,0 1,-1-1,0 0,-1 0,2-4,9-41,-2-1,-3 0,-2-1,-2 1,-2-1,-4-14,2 28,-1-153,-10 139,10 54,0 1,1 0,-1-1,1 1,-1 0,0 0,1-1,-1 1,0 0,1 0,-1 0,0 0,0 0,1 0,-1 0,0 0,1 0,-1 0,0 0,1 0,-1 1,0-1,1 0,-1 1,0-1,1 0,-1 1,1-1,-1 0,1 1,-1-1,1 1,-1-1,1 1,-1-1,1 1,0 0,-1-1,1 1,0-1,-1 1,1 0,0 0,-7 12,0 1,2 1,0-1,0 1,1-1,1 1,0 1,2-1,-1 0,2 6,-2 19,2 0,1 1,3-1,1 0,2 0,1 0,2-1,2-1,2 0,1 0,2-2,17 28,-27-53,1 1,0-1,0 0,1-1,1 0,-1-1,10 8,-15-15,0 1,-1 0,1-1,1 1,-1-1,0-1,0 1,1 0,-1-1,1 0,0 0,-1 0,1-1,0 1,-1-1,1 0,0-1,-1 1,1-1,0 0,-1 0,1 0,-1-1,0 0,9-6,-1 0,-1-1,1 0,-2-1,1-1,-1 0,-1 0,0-1,-1 0,0 0,-1-1,0 0,2-7,1 3,-10 17,1-1,-1 1,1 0,-1 0,0 0,1 0,-1 0,1 0,-1 0,1 0,-1 0,0 0,1 0,-1 0,1 0,-1 1,0-1,1 0,-1 0,1 0,-1 0,0 1,1-1,-1 0,0 1,1-1,-1 0,0 0,0 1,1-1,-1 0,0 1,0-1,1 1,-1-1,0 0,0 1,0-1,0 1,0-1,0 0,0 1,0-1,0 1,0-1,0 1,0-1,0 0,0 1,0-1,0 1,0-1,0 0,0 1,-1-1,1 1,0-1,0 0,0 1,-1-1,1 0,0 1,-1-1,1 0,0 1,0 0,0-1,-2 6,2 0,-1 0,1 0,-1 0,2 0,-1 0,1 0,0 0,0 0,0 0,1-1,0 1,0 0,1-1,-1 0,1 1,1-1,-1 0,0-1,1 1,0 0,0-1,1 0,-1 0,1 0,1 0,11 0</inkml:trace>
  <inkml:trace contextRef="#ctx0" brushRef="#br0" timeOffset="8839.269">10401 1840,'-16'-4,"-7"-2,-3-3,2-1,-1-1,1-4,3 1</inkml:trace>
  <inkml:trace contextRef="#ctx0" brushRef="#br0" timeOffset="9033.75">9666 1506,'18'2,"18"3,13 1,15 0,10-2,4-1,-12-2</inkml:trace>
  <inkml:trace contextRef="#ctx0" brushRef="#br0" timeOffset="9253.163">10495 1827,'2'21,"5"10,7 6,5 0,1-4,0-7,-3-10,-6-11,-3-5</inkml:trace>
  <inkml:trace contextRef="#ctx0" brushRef="#br0" timeOffset="9429.728">10548 1399,'-13'0,"-1"4,10 7,5 1</inkml:trace>
  <inkml:trace contextRef="#ctx0" brushRef="#br0" timeOffset="9691.031">11110 2027,'9'14,"7"15,4 15,-2 11,-4 10,-9 5,-16-1,-25-2,-33-6,-6-13</inkml:trace>
  <inkml:trace contextRef="#ctx0" brushRef="#br0" timeOffset="15097.64">187 3217,'5'16,"1"12,0 8,-1 3,-2-4,-1-5,-1-5,0-7</inkml:trace>
  <inkml:trace contextRef="#ctx0" brushRef="#br0" timeOffset="15386.952">107 2950,'-9'-14,"-1"-6,9-1,10 2,11 4,7 4,3 5,-3 2</inkml:trace>
  <inkml:trace contextRef="#ctx0" brushRef="#br0" timeOffset="15711.086">361 3150,'16'60,"-3"0,-3 2,-2-1,-3 1,-2 5,-1-19,-1-47,0-1,-1 1,1-1,-1 1,1-1,0 1,-1-1,1 0,0 1,-1-1,1 0,0 0,0 0,-1 1,1-1,0 0,0 0,-1 0,1 0,0 0,0 0,-1-1,1 1,0 0,0 0,-1 0,1-1,0 1,-1 0,1-1,0 1,-1-1,1 1,0-1,-1 1,1-1,-1 1,1-1,-1 1,1-1,-1 0,0 1,1-1,-1 0,0 1,1-1,-1 0,0 0,0 1,0-1,0 0,0 0,1 0,0 0,28-41,-1-1,-2-2,-2 0,-2-2,0-6,-2 10,-19 43,0 1,0-1,0 0,0 1,0 0,0-1,0 1,0 0,0-1,-1 1,1 0,0 0,-1 0,1-1,0 1,-1 0,1 0,-1 0,1 0,-1 0,0 0,1 0,-1 0,0 0,0 1,0-1,1 0,-1 0,0 0,-1 1,2 1,0 4,1 1,-1 0,2-1,-1 1,1-1,0 0,0 0,1 0,0 0,0 0,1-1,-1 0,2 0,-1 0,0-1,1 0,0 0,1 0,-1 0,1-1,-1 0,1-1,1 0,6 3,14-2,-2-3</inkml:trace>
  <inkml:trace contextRef="#ctx0" brushRef="#br0" timeOffset="16094.526">949 3231,'12'-7,"60"-32,-2-4,-2-2,-1-4,15-17,-71 56,-2 0,1-1,-1 0,-1 0,0-1,0 0,5-12,-11 20,-1 0,1 0,0 0,-1 0,0 0,0-1,0 1,-1 0,1 0,-1-1,0 1,-1-1,1 1,-1 0,1 0,-1-1,0 1,-1 0,1 0,-1 0,0 0,0 0,0 0,0 1,-1-1,1 1,-2-1,1 1,1 0,-1 0,0 1,-1-1,1 1,0 0,-1 0,1 0,-1 0,0 1,1-1,-1 1,0 0,0 0,0 0,0 1,0-1,0 1,0 0,0 0,0 1,0-1,0 1,0 0,0 0,0 0,1 1,-1-1,0 1,1 0,-1 0,1 0,0 0,-1 1,1-1,0 1,1 0,-1 0,0 0,1 0,0 0,-1 1,1-1,1 1,-1-1,0 2,-6 23,1 0,2 0,1 0,1 0,1 1,2 0,0-1,5 27,15 144,22 74,-5-30,-30-198,20 235,-28-241</inkml:trace>
  <inkml:trace contextRef="#ctx0" brushRef="#br0" timeOffset="16279.609">1043 3578,'-18'-9,"-11"-5,-5 0,2 1,3 4,14 1,20 0,28-4,31-7,32-6,27-6,19-5,-13 4</inkml:trace>
  <inkml:trace contextRef="#ctx0" brushRef="#br0" timeOffset="16831.675">2955 3257,'-7'-3,"-1"0,1 0,-1 1,0 0,1 0,-1 1,0 0,0 0,0 1,0 0,0 0,0 1,0 0,0 1,0 0,1 0,-1 0,1 1,-1 0,1 1,0-1,0 1,1 1,-1-1,1 1,0 0,0 1,0 0,1 0,-3 3,7-7,-1 0,0 0,1 1,-1-1,1 0,0 1,0-1,0 1,0-1,0 1,0-1,1 1,-1 0,1-1,0 1,0 0,0 0,0-1,0 1,0 0,1-1,0 1,-1 0,1-1,0 1,0-1,0 1,1-1,-1 0,1 1,-1-1,1 0,0 0,0 0,-1 0,1 0,1 0,-1-1,0 1,0-1,1 0,-1 1,1-1,-1 0,1 0,0 0,7-2,-1 0,0 0,0-1,0 0,0 0,0-1,0 0,-1-1,0 0,1 0,-1-1,-1 0,1-1,-1 1,0-1,0-1,-1 1,1-1,-1 0,-1-1,0 1,1-3,6-6,-1-1,-1-1,-1 1,0-2,-1 1,-2-1,1 0,-2-1,-1 1,0-1,-1 0,-2 0,0 0,-1-1,0 1,-2 0,-1 0,0 0,-1 1,-5-11,-16-14,25 44,-1-1,0 1,1-1,-1 0,0 1,0 0,0-1,1 1,-1-1,0 1,0 0,0-1,0 1,0 0,0 0,1 0,-1 0,0 0,0 0,0 0,0 0,0 0,0 0,0 1,0-1,1 0,-1 1,0-1,0 0,0 1,0-1,1 1,-1-1,0 1,1 0,-1-1,0 1,1 0,-1-1,1 1,-1 0,1 0,-1-1,1 1,-1 0,1 0,0 0,0 0,-1 0,1-1,0 1,-8 21,1 0,0 1,2 0,1 0,0 0,2 0,1 0,1 4,0-24,-2 29,1 1,2-1,2 0,4 23,-5-45,0 0,0-1,1 1,1-1,-1 0,1 0,1 0,0-1,0 1,1-1,0 0,0-1,1 1,-1-1,2 0,-1-1,4 2,24 12</inkml:trace>
  <inkml:trace contextRef="#ctx0" brushRef="#br0" timeOffset="17151.824">3462 3244,'-4'-2,"-4"-1,-3 0,-4 3,0 1</inkml:trace>
  <inkml:trace contextRef="#ctx0" brushRef="#br0" timeOffset="17542.78">3236 3298,'54'-3,"-1"-2,0-3,0-1,31-12,-74 19,-6 2,1-1,-1 0,0 0,0 0,0 0,0-1,0 1,0-1,-1 0,1 0,0 0,-1-1,0 0,1 1,-1-1,0 0,1-2,-4 2,0 1,0 0,0 0,-1 0,1 0,-1 0,0 0,1 0,-1 0,0 0,0 0,0 1,0-1,-1 0,1 0,0 1,-1-1,1 1,-1 0,1-1,-1 1,0 0,0 0,1 0,-1 0,0 0,0 0,0 0,0 1,0-1,-2 1,-6-4,1 1,-1 0,0 1,0 0,0 1,0 0,0 0,0 1,0 1,0-1,0 2,-7 1,12-2,0 0,1 1,-1-1,1 1,0 0,0 0,-1 1,1-1,1 1,-1 0,0 0,1 0,-1 1,1-1,0 1,0 0,1 0,-1 0,1 0,0 0,0 0,0 1,0-1,1 1,0-1,0 1,-1 3,2-4,0 0,0-1,0 1,0 0,1-1,-1 1,1 0,0-1,0 1,0-1,0 1,1-1,0 0,-1 0,1 1,0-1,0 0,1-1,-1 1,1 0,-1-1,1 1,0-1,0 0,0 0,0 0,1 0,-1-1,9 5,0 0,0-1,0-1,0 0,1-1,0-1,5 1,48 3,-3-5</inkml:trace>
  <inkml:trace contextRef="#ctx0" brushRef="#br0" timeOffset="17899.889">4037 3124,'-9'-3,"-1"0,0 1,0 1,1-1,-1 2,0-1,0 1,0 1,0 0,0 0,0 1,0 0,1 1,-1 0,1 1,0-1,0 2,0-1,0 1,-5 5,12-8,0 0,1 1,-1-1,1 0,0 1,0-1,-1 0,2 1,-1 0,0-1,0 1,1-1,-1 1,1 0,0-1,0 1,0 0,0-1,1 1,-1 0,1-1,-1 1,1 0,0-1,0 1,0-1,0 1,1-1,-1 0,0 0,1 1,0-1,0 0,-1 0,2 0,79 59,84 24,-165-85,1 0,-1 1,0-1,0 0,1 1,-1-1,0 1,0-1,0 1,0 0,1-1,-1 1,0 0,0 0,-1 0,1 0,0 0,0 0,0 0,0 0,-1 0,1 0,-1 1,1-1,-1 0,1 0,-1 0,0 1,1-1,-1 0,0 1,0-1,0 0,0 1,0-1,0 0,0 0,-1 1,1-1,0 0,-1 1,1-1,-1 1,-5 1,0 1,0-1,-1 0,1 0,-1-1,0 0,1 0,-1 0,0-1,0 0,-3 0,0 0,-111 9,93-14,28 4,0 0,-1-1,1 1,0 0,-1-1,1 1,0 0,0-1,-1 1,1-1,0 1,0 0,0-1,0 1,-1-1,1 1,0-1,0 1,0-1,0 1,0 0,0-1,0 1,0-1,0 1,0-1,1 1,-1-1,0 1,0 0,0-1,0 1,1-1,-1 1,0 0,1-1,-1 1,0 0,0-1,1 1,-1 0,1-1,-1 1,0 0,1 0,-1-1,0 1,1 0,-1 0,1 0,-1 0,1 0,-1 0,20-15</inkml:trace>
  <inkml:trace contextRef="#ctx0" brushRef="#br0" timeOffset="18651.628">4318 3231,'31'470,"-26"-397,-4 0,-6 69,-1-107,6-35,0 0,0-1,-1 1,1 0,0 0,0 0,-1 0,1 0,0 0,0 0,-1 0,1 0,0 0,0 0,-1 0,1 0,0 0,-1 0,1 0,0 0,0 0,-1 0,1 0,0 0,0 0,-1 1,1-1,0 0,0 0,-1 0,1 0,0 1,0-1,0-149,3 88,-2-194,-14-29,9 241,5-72,-1 113,0 1,1-1,-1 1,0 0,1-1,-1 1,1 0,-1-1,1 1,0 0,0 0,-1 0,1 0,0-1,0 1,0 0,0 1,0-1,0 0,1 0,-1 0,0 1,0-1,1 0,-1 1,0-1,1 1,-1 0,0-1,1 1,-1 0,1 0,-1 0,0 0,1 0,-1 0,1 0,-1 0,0 1,1-1,-1 1,0-1,1 1,-1-1,0 1,1 0,-1 0,61 39,-60-38,21 16,0 2,-2 0,-1 1,0 1,-2 0,16 25,-33-47,0 1,0 0,0 1,0-1,0 0,0 0,0 0,0 1,0-1,0 1,0-1,-1 0,1 1,-1-1,1 1,-1-1,0 1,1 0,-1-1,0 1,0-1,0 1,0 0,0-1,-1 1,1-1,0 1,-1-1,1 1,-1-1,0 1,1-1,-1 1,0-1,0 0,0 0,0 1,0-1,0 0,0 0,0 0,0 0,-1 0,0 0,-5 0,-1-1,1 0,-1 0,1-1,-1 0,1 0,0-1,0 1,-1-2,1 1,1-1,-1 0,0-1,1 0,-1 0,1 0,0 0,1-1,-1 0,1-1,0 1,-1-3,5 8,0-1,0 0,1 1,-1-1,0 0,1 0,-1 1,1-1,-1 0,1 0,-1 0,1 0,0 0,-1 0,1 0,0 1,0-1,0 0,0 0,0 0,0 0,0 0,0 0,0 0,0 0,0 0,1 0,-1 0,0 0,1 0,-1 0,0 0,1 1,-1-1,1 0,0 0,-1 0,1 1,0-1,-1 0,1 1,0-1,0 1,-1-1,1 1,0-1,0 1,0-1,0 1,0 0,0 0,0-1,0 1,0 0,0 0,60-7,-55 7,140 6,-109-2,0-2,1-1,0-2,-1-2,0-1,1-2,17-19,-54 24,0 0,1 0,-1 0,0 0,0-1,0 1,0 0,0 0,0-1,-1 1,1 0,0-1,-1 1,1-1,-1 1,1-1,-1 1,0-1,0 1,0-1,0 0,0 1,0-1,0 1,0-1,0 1,-1-1,1 1,-1-1,1 1,-1-1,1 1,-1-1,0 1,0 0,0-1,-4-4,-1 1,1-1,-1 2,0-1,0 0,0 1,-1 0,0 1,1-1,-1 1,0 1,-1-1,1 1,0 0,-1 1,1 0,-1 0,1 1,-1 0,0 0,1 0,-1 1,1 0,-3 1,7 0,-1 0,1-1,0 1,0 0,0 0,0 1,0-1,1 1,-1-1,1 1,-1 0,1 0,0 0,0 0,1 0,-1 0,0 1,1-1,0 1,0-1,0 1,0-1,1 1,-1-1,1 1,0 0,0-1,0 1,1 0,-1-1,1 1,0-1,0 1,0-1,0 1,1-1,-1 0,1 1,0-1,0 0,0 0,0 0,1-1,-1 1,1 0,0 0,13 10,1-1,0 0,1-2,0 0,0 0,1-2,0 0,1-1,-1-2,1 0,1 0,-1-2,19 1,68 8,-6-4</inkml:trace>
  <inkml:trace contextRef="#ctx0" brushRef="#br0" timeOffset="19402.128">6230 3431,'13'-27,"1"2,2-1,0 2,1 0,2 1,0 1,1 0,21-16,-38 35,0 0,0 0,1 0,-1 1,1-1,-1 1,1 0,0-1,0 2,0-1,0 0,0 1,0 0,0 0,0 0,1 0,-1 1,0 0,1 0,-1 0,0 0,1 1,-1-1,0 1,0 0,0 0,0 1,0-1,0 1,0 0,0 0,2 2,-1 3,0 0,0 0,-1 1,0-1,-1 1,1 0,-2 0,1 0,-1 0,0 0,-1 1,0-1,0 1,-1-1,0 1,0-1,-1 1,0-1,-1 1,0 1,2-8,-1 0,1 0,-1 0,1 0,-1 0,0 0,0 0,0 0,0 0,0-1,0 1,0 0,-1 0,1-1,-1 1,1-1,-1 0,0 1,1-1,-1 0,0 0,0 0,0 0,0 0,0 0,0-1,0 1,0-1,0 1,0-1,0 0,0 0,0 0,0 0,-1 0,1 0,0-1,0 1,0-1,0 1,0-1,-1 0,1-3,1 0,0 1,1-1,-1 0,1 1,-1-1,1 0,0 0,0 1,1-1,-1 0,1 0,0 1,0-1,0 0,0 1,1-1,-1 1,1 0,0-1,0 1,0 0,1 0,-1 0,1 0,1 0,60-79,-36 49,-1-2,-2-1,-2-1,1-4,-11 14,-1 0,-2 0,0-1,-2 0,-1 0,-1-1,-2 0,-1 0,-1 0,-1-1,-2 1,-1-2,2 29,-1-3,1 1,0-1,-1 1,0-1,0 1,0 0,0-1,-1 1,0 0,0 0,0 0,0 0,-1 0,-1-2,3 6,0 0,-1 0,1 0,0 1,0-1,0 0,0 0,-1 1,1-1,0 1,0-1,0 1,0-1,0 1,0 0,0-1,0 1,0 0,1 0,-1-1,0 1,0 0,1 0,-1 0,0 0,1 0,-1 0,1 1,0-1,-1 0,1 0,0 0,-1 0,1 0,0 1,0-1,0 0,0 0,-6 30,2 0,0 1,2-1,2 1,1-1,1 0,3 10,9 71,5-1,21 64,-36-158,1 0,1 0,0 0,1-1,1 0,2 2,-7-13,1 0,-1 0,1-1,0 1,0-1,0 0,1 0,-1-1,1 1,0-1,0 0,0 0,1-1,-1 0,1 0,-1 0,1 0,0-1,-1 0,2 0,13 0</inkml:trace>
  <inkml:trace contextRef="#ctx0" brushRef="#br0" timeOffset="19671.41">6337 2923,'23'0,"23"0,25 0,22 0,18 0,12 2,-1 3,-20 1</inkml:trace>
  <inkml:trace contextRef="#ctx0" brushRef="#br0" timeOffset="20510.871">7366 3311,'-3'-7,"0"0,0 1,-1-1,0 1,0 0,0 0,-1 0,0 1,0-1,0 1,-1 1,0-1,0 1,0 0,-5-3,8 5,-1 1,1-1,-1 0,1 1,-1 0,1 0,-1 0,0 0,0 1,0-1,1 1,-1 0,0 0,0 0,0 1,1-1,-1 1,0 0,0 0,1 0,-1 1,1-1,-1 1,1 0,0 0,0 0,-1 0,1 1,1-1,-3 3,2-2,-1 1,1 0,0 0,0 0,0 1,1-1,0 1,0-1,0 1,0 0,1 0,-1 0,1 0,1 0,-1 0,1 0,0 0,0 0,0 0,0 1,1-1,0 0,0 0,1 0,-1-1,1 1,0 0,1-1,-1 1,1-1,-1 1,1-1,1 0,-1 0,0-1,1 1,0-1,0 0,0 0,0 0,1 0,2 1,-1-2,0 0,0 0,1-1,-1 0,0 0,0-1,1 0,-1 0,1 0,-1-1,0 1,0-2,1 1,-1-1,0 0,0 0,0 0,-1-1,1 0,0 0,-1-1,0 0,4-2,-1-1,0-1,-1 1,0-1,0 0,0-1,-1 1,-1-2,1 1,-1 0,-1-1,0 0,0 0,1-7,-4 25,1 0,0 0,1 0,0 0,0 0,0 0,1-1,0 1,1-1,2 4,-4-8,-1 0,1-1,-1 1,1-1,0 0,-1 0,1 0,0 0,1 0,-1-1,0 1,0-1,1 0,-1 0,1 0,-1-1,1 1,-1-1,1 0,-1 1,1-2,-1 1,1 0,-1-1,1 0,-1 1,1-1,-1-1,0 1,1 0,-1-1,0 0,0 0,0 1,0-2,6-3,-2 0,1 0,-1-1,0 0,0 0,-1-1,0 1,0-2,-1 1,0 0,0-1,0-3,-1 4,-1 0,-1 0,1 0,-1-1,-1 1,1-1,-1 0,-1 1,0-1,0 0,-1 1,0-1,-1-2,55 46,-7-12,-36-19,-1-1,1 1,-1 1,0-1,-1 2,1-1,-1 1,0 0,-1 1,1 0,-1 0,-1 1,1-1,-1 1,-1 1,1-1,1 6,1 12,-7-20,0 0,0-1,1 1,-1 0,1-1,0 1,1-1,-1 0,1 0,0 0,1 0,-1 0,1-1,0 0,0 1,0-1,0-1,1 1,0-1,0 1,0-1,0-1,0 1,0-1,4 1,4-3,0 0,0-1,0 0,0-1,-1-1,1 0,-1-1,1 0,-1-1,0 0,-1-1,1 0,-1-1,7-6,-8 8,0-1,0-1,-1 0,1 0,-1 0,-1-1,0-1,0 1,0-2,-1 1,0-1,-1 0,0 0,-1 0,0-1,3-10,-8 19,0-1,1 0,-1 1,0-1,0 0,-1 1,1-1,-1 0,1 1,-1-1,0 1,0-1,0 1,0-1,0 1,0 0,-1-1,1 1,-1 0,0 0,0 0,0 0,0 0,0 1,0-1,0 1,0-1,-1 1,1 0,0 0,-1 0,1 0,-1 0,0 0,1 1,-1-1,1 1,-1 0,0 0,1 0,-1 0,0 0,1 1,-1-1,0 1,1-1,-1 1,1 0,-1 0,1 0,0 1,-1-1,1 0,-1 1,0 1,-1-1,1 1,0 0,0 0,0 0,1 0,-1 0,1 0,-1 1,1-1,0 1,0 0,1 0,-1-1,1 1,0 0,0 0,0 0,0 1,1-1,0 0,0 0,0 0,0 0,1 0,-1 0,1 1,0-1,0 0,1-1,-1 1,1 0,0 0,0-1,0 1,0-1,1 1,-1-1,1 0,0 0,0 0,0 0,0-1,1 1,-1-1,1 0,1 1,108 40,-51-29</inkml:trace>
  <inkml:trace contextRef="#ctx0" brushRef="#br0" timeOffset="20861.499">9131 3096,'36'54,"2"-2,2-2,2-1,39 33,-80-81,0 1,0 0,0 0,1 0,-1 0,1 0,-1-1,1 1,0 0,0-1,-1 1,1-1,0 0,0 0,1 1,-1-1,0-1,0 1,0 0,1 0,-1-1,0 0,1 1,-1-1,1 0,-1 0,0 0,1 0,-1-1,0 1,1-1,-1 1,0-1,1 0,-1 0,0 0,0 0,0 0,0 0,0-1,0 1,0-1,7-12,0 0,-1-1,0-1,-1 1,-1-1,3-12,16-39,-21 58,-1 0,1 1,1-1,0 1,0 0,0 1,1-1,0 1,1 0,-1 0,1 1,1 0,-1 0,3 0,7-2</inkml:trace>
  <inkml:trace contextRef="#ctx0" brushRef="#br0" timeOffset="21111.828">9933 3177,'2'14,"1"11,0 6,0 4,-1 1,-1-3,1-5,4-6,2-5,2-9,0-8,-2-3</inkml:trace>
  <inkml:trace contextRef="#ctx0" brushRef="#br0" timeOffset="21403.047">9879 2963,'3'7,"6"2,3 0</inkml:trace>
  <inkml:trace contextRef="#ctx0" brushRef="#br0" timeOffset="21404.047">10241 3217,'0'16,"0"10,0 4,0 1,0-4,0-4,2-5,1-11,0-9,-1-4</inkml:trace>
  <inkml:trace contextRef="#ctx0" brushRef="#br0" timeOffset="21660.916">10227 2856,'-12'-11,"0"-4,5 0,4 4</inkml:trace>
  <inkml:trace contextRef="#ctx0" brushRef="#br0" timeOffset="22296.32">10615 2669,'-9'45,"1"1,3-1,2 1,1 0,3 0,2 0,2 0,1-1,8 22,5 65,-16-43,-13-120,-36-227,45 248,0 9,0-1,0 1,0 0,0-1,1 1,-1-1,0 0,1 1,0-1,-1 0,1 1,0-1,0 0,0 1,0-1,0 0,0 1,0-1,1 0,-1 1,0-1,1 1,0-1,-1 0,1 1,0-1,0 1,0 0,0-1,0 1,0 0,0-1,0 1,0 0,1 0,-1 0,0 0,1 0,-1 0,1 1,-1-1,1 0,0 1,-1-1,1 1,-1 0,2-1,137 34,237 50,-317-63,-60-18,1-1,-1 0,0 1,1-1,-1 0,0 1,0-1,0 1,0-1,0 0,0 1,0-1,-1 1,1-1,0 0,-1 1,1-1,-1 0,1 0,-1 1,0-1,1 0,-1 0,0 0,0 0,0 0,0 0,0 0,0 0,0 0,0 0,-1 0,1-1,0 1,0-1,-1 1,1-1,0 1,-1-1,1 0,0 1,-1-1,1 0,-2 0,-3 3,1-1,-1 1,0 0,1-1,0 2,0-1,0 1,0-1,0 1,1 1,-1-1,1 1,0 0,1-1,-1 2,1-1,0 0,0 1,1-1,0 1,0 0,0 0,0 0,1 1,3-3,0 0,0 0,0 0,1 0,0 0,0-1,0 0,0 1,0-1,1 0,-1 0,1-1,0 1,-1-1,1 0,1 0,-1 0,0 0,0-1,1 0,-1 0,1 0,-1 0,1-1,-1 1,1-1,-1 0,1-1,8 2,0-1,0 0,1-1,-1 0,0-1,0-1,0 0,0-1,-1 0,0-1,1 0,3-4,-11 6,1 0,-1 0,1-1,-1 0,0 0,-1-1,1 1,-1-1,0 0,0 0,0 0,-1-1,0 0,0 1,0-1,-1 0,1 0,-2 0,1-1,-1 1,1 0,-2-1,1 1,-1 0,0-1,0 0,-1 0,-1 1,1 0,-1 0,0 0,0 0,-1 0,0 0,0 1,0 0,0-1,-1 1,0 0,0 0,-1 1,1-1,-1 1,0 0,0 1,0-1,-1 1,1 0,-1 0,0 0,0 1,0 0,0 0,0 1,0-1,0 2,-1-1,-4 0,5 0,0 1,-1-1,1 1,0 1,0-1,0 1,0 0,0 0,0 0,0 1,0 0,1 0,-1 1,1 0,-1 0,1 0,0 0,0 1,1 0,-1 0,1 0,-1 1,1-1,1 1,-1 0,1 0,0 0,0 1,0-1,1 1,-1 0,2-1,-1 1,1-1,1-1,0 1,0-1,0 1,0-1,1 1,-1-1,1 1,0-1,1 0,-1 1,1-1,0 0,0 0,0 0,0 0,1-1,0 1,0-1,0 1,0-1,0 0,1 0,-1 0,1-1,0 1,-1-1,1 0,0 0,1 0,3 1,30 12</inkml:trace>
  <inkml:trace contextRef="#ctx0" brushRef="#br0" timeOffset="23135.707">11658 3284,'38'-63,"-37"61,-1 1,1-1,0 0,-1 0,0 0,0 0,1 0,-1 0,0 0,-1 0,1 0,0 0,0 0,-1 0,1 0,-1 1,0-1,0 0,1 0,-1 0,0 1,0-1,-1 0,1 1,0-1,-1 1,1 0,0-1,-1 1,0 0,1 0,-1 0,0 0,1 0,-2 0,-5-2,1 0,-1 1,1 0,-1 1,0-1,0 1,0 1,0 0,0 0,1 0,-1 1,0 0,0 1,0 0,1 0,-3 1,5-1,0-1,0 1,0 0,1 1,-1-1,0 1,1 0,0 0,0 1,0-1,0 1,0 0,1 0,-1 0,1 0,0 0,1 1,-1 0,1-1,0 1,0 0,0 0,1 0,-1 3,1-3,1-1,0 0,1 1,-1-1,1 0,-1 0,1 1,1-1,-1 0,0 0,1 0,0 0,0-1,0 1,1 0,-1-1,1 1,0-1,0 0,0 0,0 0,0 0,1-1,-1 1,1-1,3 2,8 3,-1 1,2-2,-1 0,1-1,-1 0,9 0,-9-1,1-2,-1 1,1-2,-1 0,1-1,-1 0,1-1,-1-1,0-1,1 0,7-3,-23 6,1-1,-1 1,1-1,0 1,-1-1,1 1,0-1,0 1,-1 0,1-1,0 1,0 0,-1 0,1-1,0 1,0 0,0 0,-1 0,1 0,0 0,0 0,0 0,0 1,-1-1,1 0,0 0,0 1,-1-1,1 0,0 1,0-1,-1 1,1-1,-1 1,1-1,0 1,-1-1,1 1,-1 0,1-1,-1 1,1 0,-1-1,0 1,1 0,-1 0,0-1,0 1,1 0,-1 0,0-1,0 1,0 1,21 47,-21-48,1 0,0 0,-1 0,1 1,0-1,0 0,0-1,0 1,0 0,0 0,0 0,1 0,-1-1,0 1,0-1,0 1,1-1,-1 1,0-1,1 0,-1 1,0-1,1 0,-1 0,0 0,1 0,-1 0,0-1,1 1,-1 0,0-1,1 1,-1 0,0-1,0 0,1 1,0-2,6-4,0-1,-1 0,0-1,0 0,0 0,-1 0,-1-1,1 0,1-6,4-2,11-21,-16 25,1 0,0 0,1 1,0 0,1 0,0 1,1 0,0 0,1 1,0 1,0 0,1 0,5-1,-15 9,1 0,0 0,0 0,-1 0,1 0,0 1,0 0,0-1,0 1,0 0,-1 1,1-1,0 0,0 1,0-1,0 1,-1 0,1 0,0 0,-1 1,1-1,-1 0,1 1,-1 0,0-1,0 1,1 0,-1 0,0 1,-1-1,1 0,0 1,-1-1,5 7,-1 0,0 1,-1-1,0 1,-1 0,0 0,0 0,0 6,6 56,-7-50,1-1,0 1,2-1,0 0,5 11,-8-29,0 1,0 0,1-1,-1 1,1-1,0 0,0 0,0 0,0 0,0-1,1 1,-1-1,1 0,0 0,0 0,0 0,0-1,0 1,0-1,0 0,0 0,0-1,0 1,1-1,-1 0,0 0,0-1,1 1,-1-1,0 0,0 0,0 0,0 0,0-1,0 0,2-1,7-1,0-1,0 0,-1-1,0 0,-1-1,1 0,-1-1,0 0,-1-1,0 0,-1-1,0 0,0 0,-1-1,0 0,-1-1,0 1,-1-1,0-1,-1 1,0-1,1-9,-5 18,0-1,0 1,0 0,-1 0,0 0,0 0,0-1,0 1,-1 0,0 0,0 0,0 0,0 0,0 0,-1 0,0 0,0 0,0 1,0-1,0 0,-1 1,0 0,1 0,-1 0,0 0,-1 0,1 1,0-1,-1 1,0 0,1 0,-1 0,0 0,0 1,0 0,0 0,0 0,0 0,-1 0,1 1,-4 0,2 1,0 0,1 1,-1 0,0 0,0 1,1-1,0 1,-1 1,1-1,0 1,1-1,-1 1,1 1,-1-1,1 1,0-1,1 1,-1 0,1 1,0-1,1 0,-1 1,1 0,0 0,0-1,1 1,0 0,0 0,0 0,0 1,1-1,0 0,1 0,0 0,-1 0,2 0,-1 0,1 0,0 0,0-1,0 1,1-1,2 4,3 4,1-1,0 0,0 0,1-1,1 0,0-1,0 0,1-1,0-1,1 0,0 0,0-1,1-1,5 3,15 3,0-1,0-1,1-2,0-1,17 0,14-1</inkml:trace>
  <inkml:trace contextRef="#ctx0" brushRef="#br0" timeOffset="24591.718">0 4126,'9'-13,"1"0,0 1,0 0,1 0,1 1,0 1,1 0,0 1,0 0,1 1,0 0,0 1,1 1,0 0,0 1,0 0,1 2,10-2,-20 5,0 0,0 1,0 0,0 0,0 0,0 1,0 0,-1 0,1 0,-1 1,1 0,-1 0,0 0,0 1,0-1,-1 1,1 0,-1 1,0-1,0 1,-1 0,1 0,-1 0,0 0,0 1,-1-1,3 6,1 8,0 1,-1 0,0 0,-2 0,0 0,-2 1,0 14,-1-25,4 36,-4-45,0 0,0 0,1 0,-1-1,1 1,-1 0,1 0,-1-1,1 1,-1 0,1 0,0-1,-1 1,1-1,0 1,0-1,-1 1,1-1,0 1,0-1,0 1,-1-1,1 0,0 0,0 1,0-1,0 0,0 0,0 0,0 0,0 0,0 0,-1 0,1-1,0 1,0 0,0 0,0-1,0 1,0 0,-1-1,1 1,0-1,0 0,13-8,0 0,-1-1,-1-1,0 0,0-1,-1 0,-1-1,0 0,-1-1,6-10,1 1,-3 7,-13 16,1 0,-1-1,0 1,1 0,-1 0,0 0,0 0,1 0,-1 0,0 0,1 0,-1 0,0 0,1 0,-1 0,0 1,1-1,-1 0,0 0,0 0,1 0,-1 0,0 1,1-1,-1 0,0 0,0 0,0 1,1-1,-1 0,0 0,0 1,0-1,1 0,-1 1,0-1,0 0,0 1,0-1,0 0,0 0,0 1,0-1,0 0,0 1,0-1,0 0,0 1,0-1,0 0,0 1,0-1,0 0,0 1,0-1,-1 0,1 0,0 1,0-1,0 0,-1 0,1 1,0 0,-1 34,7 85,-5-115,0 0,1-1,-1 0,1 1,0-1,0 0,0 0,0 0,1 0,0 0,0 0,0-1,0 1,0-1,1 0,0 0,-1 0,1-1,0 1,0-1,1 0,-1 0,5 1,-2-1,1 0,0-1,-1 0,1-1,0 0,0 0,0 0,-1-1,1 0,0-1,-1 0,1 0,-1 0,1-1,-1 0,0-1,0 1,-1-2,1 1,-1 0,0-1,5-5,-1 1,0-1,-1 1,-1-2,1 1,-2-1,0 0,0-1,-1 1,0-1,-1-1,0 1,-1-1,0-1,0-29,-11 55,4 4,1 0,0 1,1-1,0 0,2 1,0-1,0 1,2-1,0 0,1 0,2 4,-3-13,1-1,0 0,0 0,0 0,1-1,0 1,0-1,0 0,1-1,0 1,0-1,0 0,0 0,0-1,1 0,0 0,-1-1,1 0,0 0,0 0,1-1,-1 0,20 3,0-2,1-1,-1-1,1-1,2-2,32-3</inkml:trace>
  <inkml:trace contextRef="#ctx0" brushRef="#br0" timeOffset="25468.694">1297 4153,'-3'12,"0"10,1 8,2 6,1 4,1 1,2-1,1-5,-1-9</inkml:trace>
  <inkml:trace contextRef="#ctx0" brushRef="#br0" timeOffset="26710.62">2112 4193,'1'-2,"-1"0,1-1,0 1,0 0,0 0,0 0,0 0,0 0,0 0,1 1,-1-1,1 0,0 1,-1-1,1 1,0 0,0-1,0 1,-1 0,2 0,-1 0,0 0,0 0,0 1,0-1,0 1,1-1,-1 1,0 0,0 0,1 0,-1 0,0 0,0 1,1-1,-1 1,0-1,0 1,0 0,0 0,0-1,0 2,0-1,0 0,0 0,0 1,-1-1,1 1,0-1,0 2,11 9,0 0,-1 2,0-1,-1 2,-1-1,0 1,-1 1,0 0,-1 0,-1 1,-1 0,-1 0,0 0,0 5,-5-21,0 0,0 0,0 0,0 0,0 0,0 0,0-1,0 1,0 0,1 0,-1 0,0 0,1 0,-1 0,0-1,1 1,-1 0,1 0,-1-1,1 1,0 0,-1-1,1 1,0 0,-1-1,1 1,0-1,0 1,-1-1,1 0,0 1,0-1,0 0,0 1,0-1,-1 0,1 0,0 0,0 0,0 0,0 0,0 0,0 0,0 0,0 0,-1-1,1 1,0 0,0 0,0-1,0 1,-1-1,1 1,0-1,0 1,-1-1,1 0,0 0,11-10,-1-1,0 0,-1-1,0 0,-1-1,-1 0,0 0,-1-1,0 1,-1-2,-1 1,0-1,-2 0,1-1,-4 26,1 0,1-1,-1 1,1 0,1-1,0 0,0 0,0 1,1-2,0 1,1 0,0-1,0 0,2 2,-5-6,0-1,0 0,0 0,1 0,-1-1,0 1,1-1,-1 1,1-1,-1 0,1 0,0 0,0 0,-1 0,1 0,0-1,0 0,0 1,-1-1,1 0,0 0,0-1,0 1,0-1,0 1,-1-1,1 0,0 0,-1 0,1 0,0-1,-1 1,0-1,1 1,-1-1,2-1,4-4,0-1,-1 1,1-1,-1-1,-1 1,0-1,0 0,0-1,-1 0,20-36,-23 46,-1 0,1 0,-1 0,1 1,0-1,-1 1,1-1,-1 1,1-1,-1 1,0 0,1-1,-1 1,0 0,1 0,-1 0,0 0,0 0,0 1,0-1,0 0,0 0,0 1,0-1,-1 1,1-1,2 3,7 8,-1 0,2 0,0-1,0 0,1-1,1 0,-1-1,2-1,-1 0,1-1,0 0,1-1,-1 0,12 2,-12-5,-1 0,1 0,0-1,0-1,0 0,0-1,0-1,0 0,0-1,0 0,0-1,-1-1,1 0,-12 4,-1-1,0 1,1-1,-1 1,0-1,1 0,-1 1,0-1,0 0,1 0,-1 0,0 0,0 0,0 0,0 0,-1 0,1-1,0 1,0 0,-1 0,1-1,0 1,-1-1,0 1,1 0,-1-1,0 1,1-1,-1 1,0-1,0 1,0-1,-1 1,1 0,0-1,0 1,-1-1,1 1,-1-1,1 1,-1-1,-44-42,41 41,0 0,0 1,0-1,-1 1,1 0,-1 0,1 0,-1 0,0 1,0 0,1 0,-1 0,0 1,0 0,0-1,0 2,0-1,0 1,0-1,0 1,0 1,1-1,-1 1,0 0,1 0,-1 0,1 0,0 1,0 0,0 0,0 0,0 0,1 1,-1-1,1 1,-2 2,2-1,0 1,-1-1,2 1,-1 0,1 0,-1 0,2 0,-1 0,1 0,0 1,0 3,1-8,0 0,0 0,0 0,0-1,0 1,1 0,-1 0,0 0,1-1,0 1,0 0,-1-1,1 1,0 0,0-1,0 1,0-1,1 0,-1 1,0-1,1 0,-1 0,1 0,-1 1,1-2,-1 1,1 0,0 0,0 0,-1-1,1 1,0-1,0 0,-1 1,1-1,0 0,0 0,0 0,0 0,0 0,0-1,15-2,-1 0,-1-2,1 1,0-2,-1 0,0-1,-1-1,1 0,-1-1,-1-1,0 0,0 0,-1-1,5-8,-16 19,-1-1,0 0,0 0,1 0,-1 0,0 0,1 1,-1-1,1 0,-1 0,1 1,0-1,-1 0,1 1,0-1,-1 1,1-1,0 1,-1-1,1 1,0-1,0 1,0 0,0-1,-1 1,1 0,0 0,0 0,0 0,0-1,0 1,0 0,0 1,0-1,-1 0,1 0,0 0,0 0,0 1,0-1,0 0,-1 1,1-1,0 1,0-1,-1 1,1-1,0 1,-1 0,1-1,0 1,-1 0,1-1,-1 1,1 0,-1 0,1-1,-1 1,0 0,1 0,-1 0,0 0,0 0,0 0,32 90,-30-88,0 0,0 0,0 0,0 0,1-1,0 1,-1-1,1 1,0-1,0 0,0 0,0 0,1-1,-1 1,0-1,1 1,-1-1,1 0,-1-1,1 1,0 0,-1-1,1 0,0 0,0 0,4-1,0 0,-1-1,1 0,-1 0,0-1,1 0,-1 0,0-1,-1 1,1-2,-1 1,1-1,-1 0,-1 0,1 0,-1-1,4-4,1-3,0 0,-1 0,-1-1,0 0,-1-1,-1 0,0 0,0-1,-3 4,2-8,-2 24,-5 30,1-25,-1 1,1 0,1 0,0 0,0 0,1 0,0 0,1 0,0-1,0 1,1-1,1 1,0-1,0 0,0 0,1 0,0-1,3 3,37 8,-25-20</inkml:trace>
  <inkml:trace contextRef="#ctx0" brushRef="#br0" timeOffset="26978.908">3650 3899,'-16'-7,"-3"-2,9 5,17 5,21 8,17 6,2 1</inkml:trace>
  <inkml:trace contextRef="#ctx0" brushRef="#br0" timeOffset="27884.714">4425 4420,'20'-6,"8"-9,-2-1,0-2,-1-1,0 0,-2-2,18-20,-40 41,0-1,1 1,-1-1,0 0,0 0,0 0,0 1,0-1,0 0,0 0,0 0,0-1,0 1,0 0,-1 0,1 0,0-1,-1 1,1 0,-1-1,0 1,1 0,-1-1,0 1,0 0,0-1,0 1,0-1,0 1,0 0,0-1,-1 1,1 0,0-1,-1 1,0 0,1-1,-1 1,1 0,-1 0,0 0,0 0,0-1,0 1,0 0,0 0,0 1,0-1,0 0,0 0,0 1,-2-2,-3 3,0 0,1 0,-1 0,0 0,0 1,1 0,-1 0,1 1,-1 0,1-1,0 2,0-1,0 1,1-1,-1 1,1 1,0-1,0 1,1-1,-1 1,1 0,0 0,0 1,0-1,1 0,0 1,0 0,1-1,-1 2,1-1,0-1,0 1,1 0,0 0,0-1,0 1,1 0,-1 0,1-1,1 1,-1 0,1-1,0 1,0-1,1 0,0 0,0 0,0 0,0 0,1-1,-1 1,1-1,0 0,1 0,3 2,-1 0,2 0,-1-1,1 0,-1-1,1 0,1 0,-1-1,0 0,1-1,0 0,-1 0,1-1,0 0,7-1,-3-2,0-1,-1-1,0 0,0 0,0-1,0-1,-1 0,0-1,0-1,0 1,-1-2,-1 0,1 0,-1-1,-1 0,0 0,0-1,-1-1,0 0,-6 10,82-69,-80 68,0 1,1 0,-1 0,1 0,-1 0,1 1,0-1,-1 1,1 0,0 1,0-1,0 1,0 0,0 0,-1 1,1 0,0-1,0 1,0 1,-1-1,2 1,-2 2,-1-1,1 1,-1-1,0 1,-1 0,1 0,-1 0,1 0,-1 1,0-1,-1 1,1-1,-1 1,0 0,0-1,0 1,-1 0,0 0,0 0,0-1,0 1,-1 0,1 0,-2 0,1-1,0 1,-1-1,0 1,0-1,0 1,0-1,-1 0,1 0,-1 0,-2 1,-19 16,24-20,0-1,-1 0,1 1,0-1,-1 1,1-1,-1 0,1 1,-1-1,1 0,0 1,-1-1,1 0,-1 0,0 0,1 1,-1-1,1 0,-1 0,1 0,-1 0,1 0,-1 0,1 0,-1 0,0 0,1 0,-1 0,1 0,-1-1,1 1,-1 0,1 0,-1 0,1-1,-1 1,1 0,-1-1,1 1,0 0,-1-1,1 1,-1-1,1 1,0-1,0 1,-1-1,1 1,0-1,0 1,-1-1,1 1,0-5,1 0,-1 1,1-1,0 1,0-1,0 1,1-1,0 1,0-1,0 1,0 0,0 0,1 0,1-2,1-2,20-32,-4 9,-2-2,0 0,-3-1,-1 0,-1-2,-2 1,-1-5,-6 22,-2 0,0-1,-1 0,-1 0,-1 1,-1-1,0 0,-1 0,-1 1,-1-1,-1 1,-3-8,-6 2,14 23,-1 1,1 0,0-1,0 1,0-1,-1 1,1 0,0-1,-1 1,1-1,0 1,-1 0,1 0,0-1,-1 1,1 0,-1 0,1-1,0 1,-1 0,1 0,-1 0,1-1,-1 1,1 0,-1 0,1 0,0 0,-1 0,1 0,-1 0,1 0,-1 0,1 1,-1-1,1 0,-1 0,1 0,0 0,-1 1,1-1,-1 0,1 0,0 1,-1-1,1 0,0 1,-1-1,1 0,0 1,-1-1,1 0,0 1,0 0,-8 65,12 4,3-1,4 1,2-1,10 22,37 74,-56-156,1 0,1 0,-1 0,1-1,1 0,-1 0,1-1,1 0,0 0,-1 0,2-1,-1 0,1-1,0 0,8 3,-10-6,0 0,1 0,-1-1,1 0,-1 0,1 0,-1-1,1-1,-1 1,1-1,-1 0,1-1,-1 0,0 0,0-1,0 0,0 0,0 0,0-1,-1 0,0 0,0-1,0 0,0 0,-1 0,1-1,1-1,-1-1,0 1,0-1,0 0,-1-1,-1 1,1-1,-1 0,-1 0,0-1,0 1,-1 0,0-1,0 0,-1 0,-1 1,1-1,-2 0,0-9,-13-18,14 37,0-1,-1 1,1-1,0 0,0 1,0-1,0 1,-1-1,1 1,0-1,0 1,-1-1,1 1,0 0,-1-1,1 1,-1-1,1 1,-1 0,1-1,0 1,-1 0,1-1,-1 1,1 0,-1 0,0 0,1 0,-1-1,1 1,-1 0,1 0,-1 0,1 0,-1 0,0 0,1 0,-1 0,1 0,-1 1,1-1,-1 0,1 0,-1 0,1 1,-1-1,1 0,-1 1,1-1,-1 0,1 1,0-1,-1 0,1 1,-1-1,1 1,0-1,0 1,-1-1,1 1,-2 7,0-1,1 1,0-1,0 1,1 0,-1 0,2-1,-1 1,1 0,1-1,-1 1,1-1,0 1,1-1,0 0,0 0,1 0,0 0,0-1,0 1,6 5,-4-4,2-1,-1 1,1-1,0 0,0-1,1 0,0 0,0-1,0 0,1-1,0 0,-1 0,2-1,-1 0,0-1,0 0,1-1,-1 0,1 0,-1-2,3 1,28-4</inkml:trace>
  <inkml:trace contextRef="#ctx0" brushRef="#br0" timeOffset="28157.052">5254 3966,'-18'-5,"-9"-1,8 0,20 4,31 2,37 1,36 0,37 0,28 0,-14 0</inkml:trace>
  <inkml:trace contextRef="#ctx0" brushRef="#br0" timeOffset="28704.772">6925 4100,'119'264,"-118"-261,0 0,0 0,0 0,0 0,1-1,0 1,-1 0,1-1,0 1,0-1,0 1,1-1,-1 0,0 0,1 0,0 0,-1 0,1-1,0 1,0-1,0 0,0 0,0 0,0 0,0 0,0-1,0 1,1-1,-1 0,0 0,0 0,0 0,1-1,-1 1,1-1,7-8,0 0,-1 0,0-1,-1 0,0-1,-1 1,0-2,0 0,-1 1,-1-2,4-8,-10 20,42-88,-42 88,0 1,0 0,0-1,0 1,0-1,0 1,0 0,0-1,0 1,0 0,0-1,0 1,1 0,-1-1,0 1,0 0,0 0,1-1,-1 1,0 0,0-1,1 1,-1 0,0 0,1 0,-1-1,0 1,1 0,-1 0,0 0,1 0,-1 0,0 0,1-1,-1 1,0 0,1 0,-1 0,0 0,1 0,-1 0,1 1,-1-1,0 0,1 0,-1 0,0 0,1 0,-1 0,0 1,1-1,-1 0,0 0,0 0,1 1,-1-1,0 0,0 0,1 1,-1-1,0 0,0 1,0-1,1 0,-1 1,0-1,0 0,9 31,-7-20,0-2,0 0,0 0,1-1,1 1,-1-1,1 0,1 1,0-2,0 1,0 0,1-1,0 0,0-1,1 1,0-1,0-1,0 1,1-1,0 0,0-1,0 0,1 0,-1-1,1 0,0 0,0-1,0 0,0-1,0 0,0 0,0-1,0 0,5-1,-8-1,1 0,0 0,-1-1,0 1,1-2,-1 1,0-1,-1 0,1 0,-1 0,0-1,0 0,0 0,0 0,-1 0,0-1,0 0,-1 0,0 0,0 0,0-1,0 1,-1-1,0 1,-1-1,1 0,-2 0,1 0,0 0,-1 0,-1 0,1 0,-1 1,0-1,-1 0,1 0,-1 1,-1-1,1 1,-1-1,0 1,-2-3,4 8,1-1,-1 0,0 1,1-1,-1 0,0 1,0-1,0 1,0 0,0-1,-1 1,1 0,0 0,-1 0,1-1,0 1,-1 1,0-1,1 0,-1 0,1 1,-1-1,0 0,1 1,-1 0,0-1,0 1,1 0,-1 0,0 0,0 0,1 0,-1 1,0-1,0 0,1 1,-1-1,0 1,1 0,-1 0,1-1,-1 1,1 0,-1 0,1 0,-1 1,1-1,0 0,0 0,0 1,0-1,0 1,0-1,0 1,0-1,0 4,0-1,0 1,0-1,1 1,0 0,0-1,0 1,0-1,1 1,0 0,0-1,0 0,0 1,1-1,-1 1,1-1,0 0,1 0,-1 0,1 0,0-1,-1 1,2-1,2 3,2 3,1-1,1-1,0 1,0-2,0 1,1-1,-1-1,2 0,-1 0,52 13,0-4</inkml:trace>
  <inkml:trace contextRef="#ctx0" brushRef="#br0" timeOffset="29122.691">8342 4180,'-10'-5,"0"0,-1 0,0 2,0-1,0 1,0 1,0 0,-1 0,1 1,-4 1,10 0,0 0,0 1,1 0,-1 0,0 0,1 0,-1 1,1-1,0 1,-1 0,1 1,0-1,0 1,0 0,1 0,-1 0,1 0,-1 1,1-1,0 1,0 0,1 0,-1 0,1 0,-1 3,1-3,-1 0,2 1,-1-1,0 1,1 0,0 0,0 0,0-1,1 1,0 0,0 0,0 0,0 0,1 0,0 0,0-1,0 1,0 0,1 0,0-1,0 1,0-1,0 0,1 0,0 0,0 0,0 0,0 0,1-1,-1 1,1-1,0 0,0 0,4 2,12 3,0 0,1-2,-1 0,1-1,0-1,1-1,-1-1,1-1,-1-1,1-1,-1 0,20-5,-15 3,-1-1,0-1,0-1,0-1,-1-1,0-1,0-1,-1-2,0 0,13-11,-33 22,0-1,0 0,0 0,-1 0,1 0,-1 0,1 0,-1-1,0 1,0-1,0 1,0-1,-1 0,1 0,-1 0,1 0,-1 0,0 0,0 0,-1 0,1-1,-1 1,1 0,-1 0,0-1,0 1,0 0,-1 0,1-1,-1 1,0 0,0 0,0 0,0 0,-1-2,-1 2,0 0,0 0,0 1,0-1,0 1,-1-1,1 1,-1 0,0 1,1-1,-1 0,0 1,0 0,0 0,0 0,0 0,0 1,0 0,0 0,0 0,0 0,-1 0,1 1,0 0,0 0,0 0,1 0,-1 1,0-1,0 1,1 0,-1 0,1 1,-1-1,1 1,0-1,0 1,0 0,1 0,-1 0,1 1,-1-1,1 1,0-1,0 1,1 0,-1-1,1 1,0 0,0 0,0 0,0 0,1 0,0 0,-1 4,3-3,0 0,0 1,0-1,1 0,-1 0,1 0,0 0,1-1,-1 1,1-1,0 0,0 0,0 0,1-1,-1 0,1 1,0-1,0-1,0 1,0-1,2 1,118 30,-53-25,-5-4</inkml:trace>
  <inkml:trace contextRef="#ctx0" brushRef="#br0" timeOffset="30474.608">9411 4086,'-11'-3,"-1"1,0 0,1 1,-1 1,0 0,0 0,1 1,-1 1,0 0,1 0,-1 1,1 0,0 1,0 1,0 0,1 0,-1 1,-6 5,15-9,0 0,0 0,0 1,0-1,0 0,1 1,-1-1,1 1,0 0,-1-1,1 1,0 0,1 0,-1 0,0 0,1-1,0 1,-1 0,1 0,1 0,-1 0,0 0,1 0,-1 0,1 0,0 0,0-1,0 1,0 0,0 0,1-1,-1 1,1-1,0 0,1 2,78 72,-15-31,61 51,-126-95,0-1,0 0,0 1,0 0,0-1,0 1,0-1,0 1,0 0,0 0,0 0,0-1,0 1,-1 0,1 0,0 0,-1 0,1 0,0 0,-1 1,0-1,1 0,-1 0,0 0,1 0,-1 0,0 1,0-1,0 0,0 0,0 0,0 1,0-1,-1 0,1 0,0 0,-1 1,1-1,-1 0,1 0,-1 0,1 0,-1 0,0 0,0 0,1 0,-1 0,0-1,0 1,0 0,0 0,0-1,0 1,0 0,-1 0,-5 0,-1 0,1 0,-1 0,1-1,-1 0,1-1,-1 1,1-1,0-1,-1 1,1-1,0-1,0 1,0-1,0-1,1 1,-1-1,1 0,0 0,0-1,1 0,-1 0,-1-3,6 7,0-1,0 1,0-1,0 0,0 1,1-1,-1 0,1 1,-1-1,1 0,0 0,-1 1,1-1,0 0,0 0,1 0,-1 1,0-1,0 0,1 0,-1 1,1-1,0 0,-1 0,1 1,0-1,0 1,0-1,0 1,0-1,0 1,1 0,-1 0,0-1,1 1,-1 0,1 0,-1 0,1 0,0 1,69-34,300-47,-332 63,-40 17,1 0,0 0,-1 1,1-1,-1 0,1 0,-1 0,0 1,1-1,-1 0,0 1,1-1,-1 1,0-1,0 1,0-1,1 1,-1 0,0-1,0 1,0 0,0 0,0-1,0 1,0 0,0 0,1 0,-1 0,0 0,0 0,0 0,0 1,0-1,0 0,-5 0,0 0,0 0,0 1,0 0,0 0,0 0,0 0,0 1,1 0,-1 1,1-1,-1 1,1 0,0 0,0 1,0-1,1 1,-1 0,1 1,0-1,0 1,0 0,1 0,0 0,0 0,0 0,0 1,1-1,0 1,0 0,1 0,-1-1,1 1,0 5,1-9,0 0,1 1,-1-1,1 0,0 0,-1 0,1 0,0 0,0 0,0 0,0 0,1 0,-1 0,1 0,-1-1,1 1,-1-1,1 1,0-1,0 0,-1 1,1-1,0 0,0 0,0 0,1-1,-1 1,0 0,0-1,0 1,1-1,-1 0,0 0,0 0,2 0,3 0,0 0,0-1,0 0,1 0,-1-1,0 0,-1 0,1 0,0-1,4-2,64-66,-57 50,-18 21,1-1,-1 1,0 0,1 0,-1 0,1 0,-1 0,0 0,1 0,-1 0,1 0,-1 0,1 0,-1 0,0 0,1 0,-1 0,1 0,-1 0,0 0,1 0,-1 0,0 1,1-1,-1 0,0 0,1 1,-1-1,0 0,1 0,-1 1,0-1,0 0,1 1,-1-1,0 0,0 1,0-1,1 1,-1-1,0 0,0 1,0-1,0 1,0-1,0 0,0 1,0-1,0 1,0-1,0 0,0 1,0-1,0 1,0-1,0 0,-1 1,1-1,0 0,0 1,0-1,-1 1,2 3,0 5,1-1,0 1,0-1,1 0,0 1,1-1,0-1,0 1,0-1,1 1,0-1,1 0,0-1,0 0,0 0,0 0,1 0,0-1,0 0,1-1,-1 0,1 0,0 0,0-1,1 0,-1-1,7 2,-12-4,1 0,-1 0,0 1,0-2,0 1,0 0,0-1,0 1,0-1,0 0,0 0,0 0,0-1,0 1,0-1,-1 1,1-1,-1 0,1 0,-1 0,0 0,0-1,0 1,0-1,0 1,0-1,-1 0,1 1,-1-1,0 0,0 0,0 0,0 0,0-2,2-8,-1 0,0 0,-1 0,0 0,-1 0,-1 0,-1-11,-19-109,21 131,0 0,1 0,-1 0,0 1,0-1,1 0,-1 0,1 0,0 1,0-1,-1 0,1 1,0-1,0 1,0-1,1 1,-1-1,0 1,0 0,1 0,-1-1,1 1,-1 0,1 0,0 1,-1-1,1 0,0 0,-1 1,1-1,0 1,0 0,0-1,-1 1,1 0,0 0,0 0,0 0,0 0,0 1,73 18,-55-12,-1 2,0 0,0 1,-1 1,0 0,-1 2,-1 0,0 1,13 14,-24-21,-1 1,-1-1,1 1,-1 0,0 0,-1 0,0 0,0 1,-1-1,0 1,-1-1,1 0,-2 1,1-1,-1 1,-1 2,1 47,1-56,0 1,0-1,1 0,-1 0,1 0,0 1,0-1,0 0,0 0,0 0,0 0,0-1,1 1,-1 0,1 0,-1-1,1 1,0-1,-1 1,1-1,0 0,0 0,0 0,0 0,0 0,0 0,0 0,1-1,-1 1,0-1,0 1,1-1,-1 0,0 0,0 0,1 0,82-17,-75 13,-1-1,0-1,0 1,0-2,-1 1,0-1,0 0,-1-1,0 0,0 0,-1 0,0-1,0 0,-1 0,1-2,2 44,-7-28,-1 0,1 0,0 1,0-1,1 0,-1 0,1 0,0 0,1-1,-1 1,1-1,0 1,0-1,0 0,1 0,0 0,-1 0,1-1,0 0,1 0,-1 0,1 0,-1 0,1-1,0 0,0 0,0 0,0-1,0 0,0 1,0-2,0 1,1-1,-1 0,0 0,0 0,3-1,-1-1,-1-1,1 0,-1 0,0 0,0-1,0 0,0 0,-1-1,0 1,0-1,0 0,0-1,-1 1,0-1,0 0,0 0,-1 0,0 0,0-1,-1 0,1 1,-2-1,1 0,-1 0,0 0,0 0,0 0,-1 0,-1 0,1 0,-1 0,-1-7,0 11,1-1,0 0,-1 1,1 0,-1-1,0 1,0 0,-1 0,1 0,-1 0,1 0,-1 0,0 1,0-1,0 1,0 0,0 0,-1 0,1 0,-1 1,1 0,-1-1,0 1,1 0,-1 1,0-1,0 1,0-1,1 1,-1 0,0 1,0-1,0 1,1-1,-1 1,0 0,1 1,-1-1,0 1,1-1,0 1,-1 0,1 0,-2 3,-3-1,0 0,1 1,0 1,0-1,0 1,1 0,0 1,0 0,0-1,1 2,0-1,1 1,-1-1,1 1,1 1,0-1,0 0,0 1,0 6,3-12,1 0,0 0,0 0,0 0,0 0,0 0,0 0,1 0,0-1,-1 1,1-1,0 1,0-1,0 1,1-1,-1 0,0 0,1 0,0-1,-1 1,1-1,0 1,0-1,0 0,0 0,0 0,0 0,0 0,0-1,0 0,0 1,0-1,0 0,1-1,0 1,32 1</inkml:trace>
  <inkml:trace contextRef="#ctx0" brushRef="#br0" timeOffset="30769.818">10976 3886,'-11'-6,"0"2,0-1,0 2,0-1,-1 1,1 1,-1 0,1 1,-1 0,0 1,0 0,1 1,-1 0,0 1,-4 1,12-1,1-1,0 1,0-1,0 1,0 0,0 0,0 0,1 1,-1-1,0 1,1-1,0 1,0 0,0 0,0 0,0 0,1 0,-1 0,1 1,0-1,0 0,0 1,0-1,1 1,-1-1,1 1,0-1,0 1,0-1,1 3,1 8,0 1,1-1,1-1,0 1,1 0,6 11,13 27,1-1,3-2,2-1,2-1,2-1,5 1,-26-34,1 0,0 0,1-2,0 0,1 0,0-1,0-1,1-1,1 0,-1-2,1 0,0 0,12 0,-17-3,1-1,-1-1,1 0,0-1,-1-1,1 0,-1 0,1-1,-1-1,1-1,-1 0,0 0,-1-1,1-1,-1 0,0-1,-1 0,11-8,9-13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5:33.03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175 1418,'-19'84,"6"18,5 0,4 1,7 42,-2-17,-1 477,26-241,-11-5,-15-252,5 0,5 1,10 37,-10-73,-3 0,-3 0,-3 20,12 170,-1-171,-5 1,-3 27,-3-78,1 0,2 1,2-1,2-1,10 30,-4-22,-1 0,-3 1,-1 0,0 32,-7 101,-3-88,4 0,8 32,8 13,1 135,-22 138,-5-317,-5-1,-4 0,-19 61,28-124,-68 406,64-365,-24 219,6 136,24-334,1-22,2 0,4 0,7 38,-5-74,3 1,0-1,3-1,1 0,1 0,2-1,1-1,4 4,-5-9,2-1,1-1,1-1,1-1,1 0,1-2,13 11,-28-29,0 1,0-1,1 0,-1 0,1-1,-1 0,1 0,0-1,0 0,0 0,0 0,0-1,0 0,0 0,0-1,0 0,0 0,-1-1,1 0,0 0,-1 0,1-1,-1 0,0 0,0-1,6-4,21-11,-25 16,-1-1,1 0,-1-1,0 0,0 0,-1-1,1 0,-1 0,-1 0,4-5,0 1,-1-1,-1 0,1 0,-2-1,0 0,0 0,-1-1,-1 1,0-1,0 0,-1 0,-1-1,-1 1,0 0,0-1,-1 1,-1-6,-24-148,26-333,1 472,1 1,1 0,1 0,9-24,0-4,8-20,-15 55,-1 1,0-2,-2 1,0-1,-2 1,0-4,-3-193,-13 123,15-500,-1 279,25 166,17-154,-16 49,-13 130,2 7,-3-70,-12-380,26 398,-11 14,-16-34,-26-27,19 22,-11-25,19 66,-27 22,1-33,12-53,14 208,0-20,0 0,-2 0,-1 0,-4-17,-31-178,21 41,17-169,23 243,-5 43,33-147,-41 101,-3-30,-9 88,-11-42,0-35,-1 11,14-658,0 762,-1 0,-1 0,-1 1,0-1,-1 0,0 1,-2 0,0 0,0 0,-1 1,-1 0,0 1,-1-1,-1 1,0 1,0 0,-2 1,1 0,-1 0,-3-1,1 4,0 1,0 0,-1 1,0 1,0 0,0 1,-1 1,1 0,-1 1,-1 1,-191-1,192 3,0 0,0 1,1 1,-1 1,1 0,-1 1,1 0,1 1,-1 1,1 0,0 1,-4 4,-39 68,-28 61,75-115,0-1,2 2,1-1,1 1,1 0,0 12,2-19,-3 180,8-122,0-26,2 0,2 0,13 43,-4-6,-3 0,-4 1,-5 0,-3 0,-7 43,1-70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5:38.17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700 286,'-14'0,"-7"-1,-1 1,1 0,0 2,-1 0,1 1,0 1,1 2,-1 0,1 1,-9 4,-8 11,2 1,0 2,2 2,1 0,1 3,1 0,2 2,1 1,2 1,1 1,-12 25,24-36,1 0,1 1,1 0,1 0,1 1,2 0,0 0,2 1,1-1,1 19,3 30,4-1,3 0,6 15,119 586,-11-140,-59-279,-22-33,-11 2,0 140,-3-32,-6-25,-16 251,-60 244,53-529,24 155,-5 41,-17-374,38 633,-39 674,3-1325,4-1,4-1,19 72,-27-129,1 0,2-1,0 1,0-1,2-1,0 0,1 0,1 0,0-1,2 0,-1-1,2-1,0 0,1 0,9 6,5-1,0-1,1-2,1-1,0-1,1-2,0-1,1-1,0-2,0-1,13 0,66 6,0-6,47-4,-153-3,913-18,-404-13,171-3,-183 20,3 2,-477 12,0 0,0-2,-1-1,1-1,0-1,-1-2,0-1,-1-1,0-1,0-1,-1-1,-1-2,0 0,12-10,-19 12,-2-1,1-1,-2 0,1-1,-2-1,0 0,-1 0,-1-1,0-1,-2 0,0 0,0-1,-2 0,-1-1,0 1,0-8,-1-51,-3 0,-4 0,-5-24,3 37,-57-709,41 457,17-216,5 277,-7-8,-14-33,9 165,5 0,6 0,5-3,13-269,-19-44,-2 184,3 153,0-48,-18-142,-29-287,24 251,-18-378,31 559,7 0,16-119,31-477,-10 272,-25 372,-5-105,-6 191,-2-1,0 1,-1 0,-1 0,-1 0,-1 1,0 0,-2 0,-1 1,0 0,-2 0,0 1,-1 1,-1 0,0 1,-2 0,0 2,-8-7,8 13,0 0,-1 1,0 1,0 1,0 0,-1 2,0-1,0 2,0 1,0 0,0 1,-1 1,1 1,-16 2,1-2,-147 7,-66 17,-303 67,93-28,262-40,-55 20,173-32,0-4,-1-3,-65-4,-76 12,156-6,0-3,-1-2,-59-7,-181-44,-84-2,346 52,0 2,1 2,0 1,0 2,0 2,1 2,1 2,0 1,-15 9,28-14,-45 18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5:40.78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0,'14'18,"9"16,5 10,0 10,0 8,-3 9,-3 2,-5 1,-6-1,-5-8,-2-16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5:41.569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1 728,'2'-1,"1"0,-1 1,1 0,-1-1,1 1,-1 0,1 0,0 1,-1-1,1 0,-1 1,1 0,-1-1,1 1,-1 0,0 0,1 0,-1 1,0-1,0 1,0-1,0 1,0-1,0 1,0 0,-1 0,2 1,11 13,0 1,-2 0,1 1,-2 0,-1 1,0 0,-1 1,-1 0,1 7,19 40,-27-65,-1 0,0 0,1 0,-1 0,0 0,1 0,0 0,-1 0,1 0,0 0,0-1,0 1,0 0,0-1,0 1,1 0,-1-1,1 0,-1 1,1-1,-1 0,1 0,0 1,0-1,-1-1,1 1,0 0,0 0,0-1,0 1,0-1,0 0,0 1,0-1,0 0,0 0,0 0,0 0,0-1,3-4,0 0,0-1,-1 0,1 0,-2 0,1 0,-1-1,0 0,0 1,0-1,-1-2,2-1,68-239,-72 248,0 1,-1-1,1 0,0 1,0-1,0 0,0 1,0-1,0 0,0 1,0-1,0 0,1 1,-1-1,0 0,0 1,0-1,1 1,-1-1,0 0,1 1,-1-1,1 1,-1-1,0 1,1-1,-1 1,1 0,-1-1,1 1,0-1,-1 1,1 0,-1-1,1 1,0 0,-1 0,1 0,0 0,-1-1,1 1,-1 0,1 0,0 0,-1 0,1 0,0 0,-1 1,1-1,0 0,-1 0,1 0,0 1,-1-1,1 0,-1 1,1-1,-1 0,1 1,0-1,-1 1,0-1,1 1,51 118,-49-112,0-1,0 1,0-1,1 0,0 0,1 0,-1 0,1-1,0 0,1 0,-1 0,1-1,0 1,0-2,0 1,1 0,-1-1,1 0,0-1,0 0,0 0,0 0,0-1,0 0,0 0,0-1,8 0,-7-1,0-1,0 0,0-1,0 1,0-1,0-1,-1 0,0 0,0 0,0-1,0 0,-1 0,1-1,-1 0,-1 0,1 0,-1-1,0 0,-1 0,1 0,-2 0,1-1,-1 0,0 1,0-1,-1 0,0-1,-1 1,1 0,-2 0,1-4,2-20,-2 0,0 0,-3 0,0 0,-2 1,-2-1,-1 1,-5-15,-21-53,-41-89,37 102,8 20,24 62,8 18,36 91,5-2,18 27,-35-75,-15-24,2 0,2-1,0 0,2-2,1 0,2-1,0-1,2 0,1-2,0-1,9 4,-27-22,1-1,0 0,0 0,0-1,1 0,-1 0,1-1,-1 0,1 0,0-1,7 0,5-2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5:41.839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1 272,'2'-7,"17"-11,25-12,27-10,20-5,16 1,4 6,-7 8,-20 11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5:42.28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0 491,'17'-37,"-1"-1,-3 0,-1-1,-2 0,-1-1,-2 0,-2-3,-4 37,1-1,-2 0,1 1,-1-1,0 0,0 0,0 0,-1 1,0-1,-1 0,1 1,-1-1,-1 1,1 0,-1-1,0 1,-1 0,1 1,-1-1,0 1,-1-1,1 1,-3-2,7 8,0-1,1 1,-1-1,0 1,0-1,0 1,0-1,0 0,0 1,0-1,0 1,0-1,0 1,-1-1,1 1,0-1,0 0,0 1,0-1,-1 1,1-1,0 0,0 1,-1-1,1 0,0 1,-1-1,1 0,0 1,-1-1,1 0,-1 0,1 1,0-1,-1 0,1 0,-1 0,1 0,-1 0,1 1,0-1,-1 0,1 0,-1 0,1 0,-1 0,1 0,-1-1,1 1,0 0,-1 0,1 0,-1 0,1 0,-1-1,1 1,0 0,-1 0,1-1,0 1,-1 0,1 0,-1-1,10 4,0-1,0 0,0 0,1-1,-1-1,0 1,0-1,0-1,1 0,-1 0,4-2,-12 3,209-40,-207 40,-1 0,1 0,-1 0,1 0,0 0,-1 0,1 1,-1-1,1 1,-1 0,1 0,-1 0,0 0,1 0,-1 1,0-1,0 0,0 1,0 0,0 0,0-1,0 1,-1 0,1 0,-1 1,1-1,-1 0,0 0,0 1,0-1,0 1,0-1,-1 0,1 1,-1 0,0-1,1 1,-1-1,0 2,0 217,1-218,-1-1,1 1,-1 0,1-1,0 1,0-1,0 1,0-1,1 1,-1-1,1 0,-1 1,1-1,0 0,0 0,0 0,0-1,0 1,0 0,0-1,1 1,-1-1,1 0,-1 0,1 0,-1 0,1 0,-1-1,1 1,1-1,85-5,-46-8,-1-2,0-2,-2-2,0-1,-1-2,-1-2,4-5,35-24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5:43.46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788 1,'-18'11,"-13"11,-8 8,-6 9,-3 8,-2 11,-1 10,-4 11,-2 11,-4 10,-1 2,0-1,5-7,5-13,9-13,12-14,13-16,10-14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5:43.79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25 1,'-2'16,"-1"12,0 10,0 11,2 5,-1 3,2 1,0-3,0-4,-2-5,-1-10,0-7,1-12,3-13,1-7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5:44.12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16 24,'-15'-23,"62"43,0-1,0-2,1-2,1-2,27 3,-50-11,-24-5,0 0,0 0,0 0,0 1,0-1,0 0,0 1,0-1,0 1,0 0,0-1,0 1,0 0,-1 0,1 1,0-1,-1 0,1 0,-1 1,1-1,-1 1,1-1,-1 1,0 0,0 0,0-1,0 1,0 0,0 0,-1 0,1 0,0 0,-1 0,0 0,1 0,-1 0,0 0,0 0,0 1,-1-1,1 0,0 0,-1 1,-7 14,-1 0,0 0,-1 0,-1-1,-1-1,0 0,-1-1,-1 0,0-1,-6 4,9-6,-113 101,95-84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5:47.21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1,'0'18,"2"13,1 8,2 6,3 7,-1 7,2 3,-1 2,-3 0,-1-1,-1-5,-2-5,-1-7,0-9,0-9,-1-9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5:47.50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28,'7'5,"8"3,14 1,16-2,13-3,10-6,8-6,0-4,-6-3,-13 1,-16 4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5:48.66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0 102,'14'-7,"9"-4,7-3,7 1,6 1,0-1,2 3,-4 2,-4 4,-5 1,-7 0,-7-1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5:49.52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 2,'-12'359,"12"-356,-1-1,1 0,0 1,-1-1,1 0,0 1,1-1,-1 0,0 1,1-1,-1 0,1 1,0-1,-1 0,1 0,1 1,-1-1,0 0,0 0,1 0,-1-1,1 1,-1 0,1 0,0-1,0 1,0-1,0 0,0 1,0-1,0 0,0 0,0 0,1-1,-1 1,0 0,1-1,7-4,-1 0,0-1,-1 0,1-1,-1 0,0 0,0-1,-1 0,0 0,0-1,-1 0,0 0,0-1,-1 1,0-1,0 0,1-7,13-22,-2-2,-2 0,-1-1,-1-5,9-25,-22 70,-1 1,1-1,0 0,0 1,0-1,0 0,0 1,0-1,0 0,0 1,0-1,1 0,-1 1,0-1,0 0,0 1,1-1,-1 1,0-1,1 0,-1 1,1-1,-1 1,1-1,-1 1,1-1,-1 1,1 0,-1-1,1 1,-1 0,1-1,0 1,-1 0,1-1,-1 1,1 0,0 0,-1 0,1 0,0 0,-1 0,1 0,0 0,0 0,22 126,-21-117,0 9,1-1,1 1,0-1,2 0,0 0,0 0,2-1,0 0,1-1,3 4,27 7,-20-24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5:49.94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11,'16'16,"-2"2,0-1,-2 2,1 0,-2 0,-1 1,0 1,-2-1,0 1,-2 1,0-1,-1 3,18 47,-22-70,1-1,-1 0,0 1,0-1,1 0,-1 0,0 0,0 0,1 0,-1-1,0 1,0 0,1 0,-1-1,0 1,0-1,0 1,1-1,-1 0,0 1,0-1,0 0,0 0,0 0,0 0,-1 0,1 0,0 0,0 0,-1 0,1 0,0 0,-1 0,1 0,-1-1,1 0,77-161,-15 27,-50 118,-13 18,0 0,0 0,0 1,0-1,0 0,0 0,0 1,0-1,0 0,0 0,0 1,0-1,0 0,0 0,1 1,-1-1,0 0,0 0,0 0,0 1,0-1,0 0,1 0,-1 0,0 1,0-1,0 0,1 0,-1 0,0 0,0 0,0 1,1-1,-1 0,0 0,0 0,1 0,-1 0,0 0,0 0,1 0,-1 0,0 0,0 0,1 0,-1 0,0 0,0 0,1 0,-1 0,0 0,0-1,0 1,1 0,-1 0,0 0,0 0,0 0,1-1,-1 1,0 0,0 0,0 0,-7 60,5-53,0-1,1 0,0 0,0 1,0-1,0 1,1-1,0 1,1-1,-1 1,1-1,0 0,1 1,0-1,0 0,0 0,1 0,-1 0,1 0,1-1,-1 1,1-1,2 2,61 24,-29-23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5:50.659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252 844,'-17'-2,"1"1,-1 0,0 1,0 1,0 0,0 1,-7 3,18-4,0 1,1 0,-1 0,1 0,-1 1,1-1,0 1,0 1,0-1,0 1,0 0,1 0,0 0,0 1,0-1,0 1,1 0,0 0,0 0,0 1,1-1,-2 3,3-3,-1 0,1 0,0 1,0-1,0 0,1 0,0 1,0-1,0 0,1 0,0 1,0-1,0 0,1 0,-1 0,1 0,0 0,1-1,-1 1,1 0,0-1,0 0,0 0,1 0,-1 0,1 0,0-1,2 2,3 2,0-1,0 0,1 0,0-1,0 0,1 0,-1-1,1-1,0 0,0 0,0-1,11 0,-3-2,-1 0,0-2,1 0,-1-1,0-1,0-1,-1 0,1-2,-1 0,0 0,-1-2,0 0,0-1,-1 0,0-1,-1-1,0-1,-1 0,-1 0,0-1,0-1,-2 0,0 0,0-1,-2-1,0 1,1-4,9-40,-2 0,-3-1,-2-1,-3 0,-3 0,-3-1,-4-43,2 50,-2-1,-3 1,-2 0,-3-4,9 57,1 1,0 0,-1 0,1 0,-1 0,1 0,-1 0,0 0,1 0,-1 0,0 0,-1 0,1 0,0 0,0 0,-1 1,1-1,-1 1,1-1,-3 0,3 2,-1 1,1 0,-1-1,1 1,0 0,-1 0,1 0,0 0,0 0,-1 0,1 0,0 0,0 1,0-1,0 0,1 1,-1-1,0 1,1-1,-1 1,1-1,-1 1,1-1,-1 1,1 1,-9 33,2 0,2 1,1 0,1 0,3 0,1 5,0 34,4 0,4 0,2-1,4 0,3-1,3-1,5 3,-25-75,1 9,0-1,2 1,-1-1,1 0,0 0,1 0,0 0,0-1,1 0,0 0,1 0,-1-1,2 0,-1 0,1-1,0 0,0 0,7 3,-9-9,1 0,-1 0,1-1,-1 0,1 0,-1-1,0 0,1 0,-1 0,0-1,0 0,-1 0,1 0,0-1,-1 0,0 0,0 0,0-1,-1 0,1 1,-1-2,0 1,1-4,95-149,-88 153,-11 24,-10 36,-3 62,12-112,1 0,0 1,-1-1,2 0,-1 0,1 0,-1 0,1 0,1 0,-1 0,1-1,0 1,0-1,0 0,0 0,1 0,0 0,-1-1,2 1,0 0,0-1,1 0,-1-1,0 0,1 0,-1 0,1 0,-1-1,1 0,0 0,-1-1,1 1,0-1,0-1,0 1,-1-1,1 0,0 0,1-1,29-8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5:50.909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101 19,'-16'0,"-7"0,0-2,1-6,5-1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5:51.08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42,'27'-2,"30"-1,30 0,27-2,20-2,9 0,-1-1,-25 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5:51.45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0 350,'56'-38,"-24"18,-1-1,0-2,-2-1,0-1,-2-1,-1-2,3-6,-1-20,-27 53,-1-1,0 1,1-1,-1 1,0-1,1 0,-1 1,0-1,0 0,-1 1,1-1,0 1,0-1,-1 0,1 1,-1-1,1 1,-1-1,0 1,0-1,0 1,1 0,-1-1,0 1,-1 0,1 0,0 0,0-1,0 1,-1 1,1-1,-1 0,1 0,-1 0,-7-1,0 0,0 0,0 1,0 0,0 0,0 1,0 1,-1-1,1 1,0 1,0 0,0 0,1 1,-1 0,1 0,-1 1,1 0,0 1,0 0,1 0,-4 4,4-5,0 2,1-1,0 1,0 0,1 0,0 1,0-1,0 1,1 1,0-1,0 0,1 1,0 0,0 0,1 0,0 0,0 0,1 0,0 0,0 1,1-1,0 0,1 1,0-1,0 0,0 1,1-1,1 0,-1 0,1-1,1 1,0-1,0 1,0-1,0 0,1 0,5 4,7 5,1-1,0-1,1 0,1-1,0-1,0-1,1-1,1-1,0-1,0-1,0 0,1-2,16 2,47 8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5:52.17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28 0,'-8'36,"2"1,2-1,1 1,1 23,1-30,-2 150,17 141,-15-321,1 1,0-1,0 1,-1 0,1-1,0 1,0-1,0 1,0 0,0-1,0 1,0 0,0-1,0 1,0 0,0-1,0 1,0-1,1 1,-1 0,0-1,0 1,1-1,-1 1,0-1,1 1,-1-1,1 1,-1-1,0 1,1-1,-1 1,1-1,0 0,-1 1,1-1,-1 0,1 0,-1 1,1-1,0 0,-1 0,1 0,-1 0,1 0,0 0,-1 1,1-2,0 1,-1 0,1 0,0 0,-1 0,1 0,-1 0,1-1,0 1,-1 0,1 0,-1-1,1 1,-1-1,1 1,0-1,42-33,66-41,-103 72,-1-1,1 1,0 1,0-1,0 1,0 0,1 1,-1-1,0 1,1 0,-1 1,1 0,-1 0,0 0,1 1,-1 0,1 0,-1 0,0 1,0 0,0 0,0 1,0-1,0 1,-1 1,1-1,-1 1,0 0,0 0,0 1,-1-1,1 1,-1 0,1 2,-2-2,0 0,-1 0,0 0,0 0,0 1,0-1,-1 1,0-1,0 1,0-1,-1 1,0 0,0-1,-1 1,1 0,-1-1,0 1,-1-1,1 1,-1-1,0 0,0 1,-1-1,0 0,0 0,0-1,0 1,-1-1,0 0,1 1,-2-2,1 1,0 0,-1-1,-2 2,2-2,0 0,0-1,0 1,-1-1,1 0,0 0,-1-1,0 0,1 0,-1 0,1 0,-1-1,0 0,0 0,1-1,-1 1,0-1,1-1,-1 1,1-1,0 0,-1 0,1 0,0-1,0 0,0 0,1 0,-1-1,-2-2,6 2,0-1,1 1,-1-1,1 0,0 1,0-1,1 1,-1-1,1 1,0-1,1 1,-1-1,1 1,-1 0,1 0,0 0,1 0,-1 0,1 0,0 0,0 1,0 0,0-1,1 1,-1 0,1 1,0-1,2-1,23-20,0 1,2 2,0 1,2 1,0 2,0 1,2 2,0 1,8 0,-38 12,64-11,-66 12,-1 0,0 0,0 0,0 0,0 1,0-1,0 1,1-1,-1 1,0 0,0 0,-1 0,1 0,0 0,0 0,0 0,-1 1,1-1,-1 1,1-1,-1 1,1-1,-1 1,0 0,0 0,0 0,0 0,0 0,0 0,0 1,13 194,-12-190,0 1,0-1,1 0,-1 0,2-1,-1 1,1-1,0 1,0-1,0 0,1 0,0-1,0 0,1 0,0 0,-1 0,2-1,-1 0,4 2,18 7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5:53.779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1,'150'54,"84"38,-224-87,0 0,0 1,0 0,-1 0,0 1,0 0,0 1,-1 0,-1 0,1 1,-1 0,-1 0,0 1,0 0,-1 0,0 0,0 1,-1-1,-1 1,0 0,1 5,4 221,-8-235,-1 1,1 0,0 0,0-1,0 1,0 0,1-1,-1 1,1 0,-1-1,1 1,0-1,0 1,0-1,1 1,-1-1,1 1,-1-1,1 0,0 0,-1 0,1 0,0 0,0-1,1 1,-1 0,0-1,0 0,1 1,-1-1,1 0,-1 0,1 0,0-1,-1 1,1-1,0 1,-1-1,1 0,0 0,-1 0,3-1,6-5,0 0,-1-1,0 0,0-1,-1-1,0 1,0-1,-1-1,0 1,-1-1,0-1,0 0,-1 0,3-7,61-157,-78 234,6-52,0 0,0 0,0 0,1 0,1 0,-1 0,1 0,0 0,0 0,1 0,0 0,1 0,-1-1,1 1,0 0,1-1,0 1,0-1,0 0,1 0,0 0,0 0,0 0,1-1,0 0,3 3,11 1,0-1,1-1,-1-1,2 0,-1-1,0-1,1-2,0 1,0-2,0-1,12-2,-23 2,38 2,0-3,0-2,0-2,-1-2,0-2,0-3,30-11,-66 18,1 0,-1-1,0 0,0-1,-1 0,0-1,0 0,-1 0,3-4,-10 10,0-1,0 1,0-1,0 1,0-1,0 0,-1 1,1-1,-1 0,0 0,0 0,0 0,0-1,0 1,-1 0,1 0,-1 0,0-1,0 1,0 0,-1 0,1-1,-1 1,0 0,1 0,-1 0,-1 0,1 0,0 0,-1 0,0 0,1 1,-1-1,0 0,0 1,-1 0,-1-2,-6-4,0 1,0 1,-1 0,0 0,0 1,-1 0,1 1,-1 1,0 0,0 0,0 1,-1 1,1 0,0 0,0 1,-1 1,1 0,0 1,0 0,-11 4,16-4,0 0,0 0,0 1,0 0,1 0,-1 0,1 1,0 0,0 0,0 1,0 0,1 0,0 0,0 1,0 0,1-1,-1 2,2-1,-1 0,1 1,0 0,0 0,0 0,1 0,0 0,1 0,0 0,0 1,0-1,1 1,0-1,1 0,-1 1,4-3,0 0,-1-1,1 1,1-1,-1 1,1-1,-1-1,1 1,0-1,1 1,-1-2,0 1,1 0,0-1,0 0,-1-1,1 1,0-1,0 0,0 0,0-1,1 0,-1 0,0-1,0 1,1-1,7 0,0 0,0 0,0-1,0-1,0-1,-1 1,0-2,0 0,0-1,0 0,-1-1,0 0,0-1,-1 0,8-8,-17 14,-2 1,1 0,0 0,-1 0,1 0,-1 0,1 0,0 0,0 0,0 0,-1 1,1-1,0 0,0 1,0-1,0 0,0 1,0-1,1 1,-1-1,0 1,0 0,0 0,0-1,0 1,1 0,-1 0,0 0,0 0,0 0,0 0,1 1,-1-1,0 0,0 1,0-1,0 0,0 1,0 0,0-1,0 1,0-1,0 1,0 0,0 0,0 0,0-1,0 2,6 9,1-1,0-1,1 1,-1-2,2 1,-1-1,1 0,1-1,-1 0,1-1,1 0,-1-1,1 0,0-1,0 0,0-1,0 0,5 0,-13-3,-1 0,1 0,-1 0,1 0,0-1,-1 1,1-1,-1 0,1 0,-1-1,1 1,-1 0,0-1,0 0,0 0,0 0,0 0,0-1,-1 1,1-1,-1 1,1-1,-1 0,0 0,0 0,0 0,-1-1,1 1,-1 0,1-1,-1 1,0-1,-1 1,1-2,2-11,0 0,-2 0,0 0,0-1,-2 1,0 0,-1-2,-33-188,35 204,0 1,-1-1,1 0,0 0,0 0,0 1,0-1,0 0,1 0,-1 1,0-1,1 0,-1 0,1 1,0-1,-1 1,1-1,0 0,0 1,0-1,0 1,1 0,-1-1,0 1,0 0,1 0,-1 0,1 0,-1 0,1 0,-1 0,1 0,0 1,-1-1,1 1,0-1,-1 1,1 0,0-1,0 1,0 0,-1 0,1 0,0 1,0-1,0 0,29 2,0 1,0 2,0 1,0 1,19 8,-31-10,0 0,1 1,-1 0,0 2,-1 0,0 1,0 0,5 5,-20-11,0 0,-1 0,1 0,-1 0,0 0,0 0,0 0,0 1,-1-1,1 1,-1-1,0 1,0 0,0-1,-1 1,1 0,-1 0,0-1,0 1,0 0,-1 0,1 0,-1-1,0 1,0 0,0-1,0 1,-1-1,0 1,1-1,-1 0,-2 3,1 0,1 0,0 0,0 1,0-1,0 1,1 0,0-1,1 1,-1 0,1 0,1-1,1-1,1-1,-1-1,1 1,0 0,1-1,-1 0,0 1,1-1,0 0,0-1,0 1,0-1,0 0,0 0,1 0,-1 0,1-1,-1 0,1 0,0 0,-1 0,1-1,0 0,-1 0,1 0,0 0,-1-1,2 0,-1 1,21 1,0 0,0-2,0-2,0 0,-1-1,1-2,-1 0,0-2,0-1,-1-1,1-2,-25 13,0-1,-1 0,1 0,0 1,0-1,-1 0,1 1,0-1,0 0,0 1,0-1,-1 0,1 1,0-1,0 0,0 1,0-1,0 0,0 1,0-1,0 1,0-1,0 0,0 1,0-1,0 0,0 1,1-1,-1 0,0 1,0-1,0 0,0 1,1-1,-1 0,0 1,0-1,1 0,-1 0,0 1,0-1,1 0,-1 0,0 0,1 1,-1-1,0 0,1 0,-1 0,0 0,1 0,-1 0,1 0,-1 0,0 0,1 0,-1 0,0 0,1 0,-1 0,0 0,1 0,-1 0,1 0,-1 0,0 0,1-1,-1 1,0 0,1 0,-2 13,3-9,1 0,0 1,0-1,0-1,1 1,0 0,-1-1,1 0,0 0,0 0,1 0,-1 0,1-1,-1 0,1 0,0 0,-1-1,1 0,0 1,0-2,0 1,0-1,1 1,18 2,0 0,0-2,0-1,0 0,1-2,-1-1,-1-1,1-1,-1 0,1-2,2-3,-21 9,0 0,0-1,0 0,0 0,0 0,0-1,0 0,-1 0,1 0,-1 0,0-1,0 0,0 0,0 0,-1 0,0 0,0-1,0 1,0-1,-1 0,0 0,0 0,0 0,0 0,-1-1,0 1,0 0,0-1,-1 1,0-5,-1 3,-1 1,1-1,-2 1,1-1,-1 1,0 0,0 0,0 0,-1 0,0 1,0-1,-1 1,1 0,-1 1,0-1,0 1,-1 0,1 0,-1 0,0 1,0 0,0 0,-1 1,1-1,-4 1,-7-3,0 0,0 2,0 0,0 1,0 1,-1 0,1 1,0 1,-11 2,21-2,-1-1,0 1,0 0,1 1,-1-1,1 1,0 1,-1 0,1 0,0 0,0 1,1 0,-1 0,1 1,0 0,0 0,1 0,-1 1,1 0,0 0,1 0,-1 0,1 1,0 0,1 0,0 0,0 0,1 0,-1 1,2-1,-2 5,3-8,0 0,1 0,-1 0,1 0,-1 0,1 0,1 0,-1-1,0 1,1 0,0-1,0 1,0-1,0 0,0 0,1 1,-1-2,1 1,0 0,0 0,0-1,0 0,1 1,-1-1,1 0,-1-1,3 2,105 23,-66-22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5:54.05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292 201,'-13'-18,"-12"-13,-10-8,-9 0,-4 7,3 9,6 8,9 12,18 10,19 9,8 2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5:54.29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1,'7'13,"7"10,7 2,12-2,14-5,15-7,15-4,13-8,6-8,-12-4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6:08.50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13,'0'-2,"0"-3,0-1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6:09.33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25,'2'-2,"1"-4,0-2,-1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6:13.81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1,'472'11,"-35"-6,-356 0,-85-10,-6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6:14.10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57 1,'25'19,"151"61,-175-80,0 0,1 1,-1-1,0 0,1 1,-1-1,0 1,0-1,1 1,-1 0,0 0,0-1,0 1,0 0,0 0,0 0,0 0,0 0,-1 0,1 1,0-1,0 0,-1 0,1 0,-1 1,1-1,-1 0,0 1,1-1,-1 0,0 1,0-1,0 0,0 1,0-1,0 0,0 1,-1-1,1 1,0-1,-1 0,1 0,-1 1,0-1,1 0,-1 0,0 0,0 0,1 1,-1-1,0 0,0-1,0 1,0 0,-1 0,1 0,0-1,0 1,-1 0,-28 17,-1 0,-1-2,0-2,-2-1,-29 8,56-19,-31 10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6:15.10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1191 138,'-434'18,"-302"31,731-48,12-1</inkml:trace>
  <inkml:trace contextRef="#ctx0" brushRef="#br0" timeOffset="14627.808">0 178,'36'-31,"-7"14,0 1,1 2,1 0,24-6,-33 12,155-49,-177 57,-1 0,1 0,0 1,0-1,0 0,-1 0,1 1,0-1,0 0,0 0,0 1,0-1,0 0,-1 1,1-1,0 0,0 0,0 1,0-1,0 0,0 1,0-1,0 0,0 1,0-1,1 0,-1 0,0 1,0-1,0 0,0 1,0-1,0 0,1 0,-1 1,0-1,0 0,0 0,1 0,-1 1,0-1,0 0,1 0,-1 0,0 1,-105 63,64-40</inkml:trace>
  <inkml:trace contextRef="#ctx0" brushRef="#br0" timeOffset="14874.759">81 192,'3'0,"4"2,6 3,8 3,9 5,9 2,9 1,5 2,6 1,3-3,1-5,-10-4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6:57.00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20 227,'5'0,"6"0,7 0,8-3,9 0,7-2,6-2,1-1,2 2,-1-1,-5 1,-9 1</inkml:trace>
  <inkml:trace contextRef="#ctx0" brushRef="#br0" timeOffset="2016.668">769 147,'16'3,"0"0,0-1,0-1,0 0,0-1,0-1,0 0,12-4,-17 4,188-35,-185 31,-19 3,-24 1,-284 3,302 2,26 2,10-1,0 0,1-2,-1 0,1-2,-1-1,1-1,-1-2,20-3,-23 0</inkml:trace>
  <inkml:trace contextRef="#ctx0" brushRef="#br0" timeOffset="4478.372">100 80,'51'-11,"251"8,-355-12,35 12,-190-19,186 27,30 5,11-6,0-1,0-1,0-1,0 0,0-2,0 0,-1-1,1-1,0-1,6-2,26-13,-51 18,0 0,-1 1,1-1,0 0,0 1,0-1,-1 0,1 1,0-1,0 0,-1 1,1-1,-1 1,1-1,-1 1,1-1,-1 1,1-1,-1 1,1-1,-1 1,1 0,-1-1,0 1,1 0,-1-1,0 1,1 0,-1 0,0 0,1-1,-1 1,0 0,0 0,1 0,-1 0,0 0,1 1,-1-1,0 0,1 0,-1 0,0 0,-29 0,0 1,-1 1,1 2,0 1,1 1,-1 2,1 0,-6 5,28-11,-95 36,132-31,85-11,-1-4,0-6,20-9,-113 19,-50 0,-276 8,183 18,122-21,0-1,0 0,0 0,0 0,1 1,-1-1,0 0,0 0,0 1,0-1,0 0,0 0,0 1,0-1,0 0,1 1,-1-1,0 0,0 0,-1 1,1-1,0 0,0 1,0-1,0 0,0 0,0 1,0-1,0 0,0 0,-1 1,1-1,0 0,0 0,0 0,-1 1,1-1,0 0,0 0,0 0,-1 1,1-1,0 0,0 0,-1 0,1 0,0 0,0 0,-1 0,1 0,0 0,-1 0,1 0,0 0,0 0,-1 0,1 0,0 0,25 2,174-48,-194 41,-25 6,-217 34,199-22,39-13,-1 1,0 0,0 0,0 0,1 0,-1 0,0 0,1 0,-1 0,0-1,1 1,0 0,-1 0,1 0,-1-1,1 1,0 0,-1-1,1 1,0-1,0 1,0-1,-1 1,1-1,0 1,0-1,0 0,0 1,0-1,0 0,0 0,0 0,0 0,0 0,1 1,27 9,2-2,-1-1,1-1,31 2,-63-8,1 1,-1-1,1 1,0-1,-1 1,1-1,0 0,-1 1,1-1,0 1,0 0,-1-1,1 1,0-1,0 1,0-1,0 1,0-1,0 1,0 0,0-1,0 1,0-1,0 1,0-1,0 1,0 0,0-1,1 1,-1-1,0 1,0-1,1 1,-1-1,0 1,1-1,-1 0,1 1,-1-1,0 1,1-1,-1 0,1 1,-1-1,1 0,-1 0,1 1,-1-1,1 0,0 0,-1 0,1 0,-1 1,1-1,-1 0,1 0,0 0,-1 0,1 0,-1-1,1 1,-1 0,1 0,0 0,-74 26,298-75,-224 50,0-1,-1 0,1 0,-1 0,1 0,0 1,-1-1,1 0,0 0,0 0,-1-1,1 1,0 0,-1 0,1 0,-1 0,1-1,0 1,-1 0,1 0,-1-1,1 1,0-1,-1 1,1 0,-1-1,1 1,-1-1,0 1,1-1,-1 0,1 1,-1-1,0 1,0-1,1 0,-1 1,0-1,0 1,0-1,1 0,-1 0,0 1,0-1,0 0,0 1,0-1,-1 0,1 1,0-1,0 0,0 1,0-1,-1 1,1-1,0 0,-1 1,1-1,-1 1,1-1,-8-3,0 1,0 0,0 1,0 0,0 0,-1 0,1 1,0 1,-1-1,1 1,-1 1,-1 0,3-1,-115 20,107-6,44-8,14-6,-1-2,1-2,-1-1,3-3,-11 2,-99 3,-125 15,160 0,30-12,-1 1,1-1,0 0,0 1,-1-1,1 1,0-1,0 1,0-1,-1 1,1-1,0 1,0-1,0 1,0-1,0 1,0 0,0-1,0 1,0-1,1 1,-1-1,0 1,0-1,0 1,0-1,1 1,-1-1,0 0,1 1,-1-1,0 1,1-1,-1 0,0 1,1-1,-1 0,1 1,-1-1,1 0,-1 0,0 1,1-1,-1 0,1 0,-1 0,1 0,0 1,-1-1,1 0,-1 0,1 0,-1 0,1 0,-1-1,1 1,-1 0,15 4,-1-1,0-1,1 0,-1-1,1-1,0 0,-1-1,1 0,-1-1,1-1,-1 0,1-2,12-8,-27 13,1-1,-1 1,0 0,1-1,-1 1,0 0,0-1,1 1,-1 0,0-1,0 1,0-1,0 1,1-1,-1 1,0 0,0-1,0 1,0-1,0 1,0-1,0 1,0-1,-1 1,1 0,0-1,0 1,0-1,0 1,0 0,-1-1,1 1,0-1,0 1,-1 0,1-1,0 1,-1 0,1-1,0 1,-1 0,1 0,0-1,-1 1,1 0,-1 0,1 0,0 0,-1-1,1 1,-1 0,1 0,-1 0,1 0,-1 0,1 0,0 0,-1 0,1 0,-1 0,1 1,-20-6,0 2,-1 1,1 0,0 1,-1 2,-7 0,9 0,-8 1,1 1,-1 0,1 3,0 0,-16 6,19 2,23-14,0 0,-1 0,1 1,0-1,0 1,0-1,-1 0,1 1,0-1,0 0,0 1,0-1,0 1,0-1,0 0,-1 1,1-1,1 1,-1-1,0 1,0-1,0 0,0 1,0-1,0 1,0-1,0 0,1 1,-1-1,0 0,0 1,1-1,-1 0,0 1,0-1,1 0,-1 1,0-1,1 0,-1 0,0 1,1-1,-1 0,1 0,-1 0,0 0,1 0,-1 1,1-1,-1 0,0 0,1 0,-1 0,1 0,-1 0,0 0,1 0,0-1,16 5,1-2,0 0,-1-1,1 0,0-2,0 0,0-1,10-3,110-32,-118 31</inkml:trace>
  <inkml:trace contextRef="#ctx0" brushRef="#br0" timeOffset="5289.894">716 147,'65'-1,"0"-2,0-3,32-9,30-11,-166 22,-187 5,228-1,56 1,1-4,55-8,-46-4,-69 15,1 0,0 0,0 0,-1 0,1 0,0 0,0 0,-1 0,1-1,0 1,0 0,0 0,-1 0,1 0,0-1,0 1,0 0,-1 0,1 0,0-1,0 1,0 0,0 0,0-1,0 1,0 0,-1 0,1-1,0 1,0 0,0 0,0-1,0 1,0 0,0 0,0-1,0 1,0 0,1 0,-1-1,0 1,0 0,0 0,0-1,0 1,0 0,0 0,1 0,-1-1,0 1,0 0,0 0,1 0,-1-1,0 1,0 0,0 0,1 0,-1 0,-25-6,-183-3,172 9,0 3,53 5,131-10,-131 2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8:26.21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4424 268,'-10'-7,"0"1,0 1,-1 0,0 0,0 1,0 1,-1 0,1 0,-1 1,1 0,-1 1,0 1,1 0,-1 0,0 1,-4 1,-14-1,-750 0,698-4,0-4,-50-12,-166-5,102-3,-124-36,267 49,0 3,0 2,-1 3,-17 1,-410-19,161 9,-111 24,415-8,-25 0,0 1,0 2,0 2,0 2,1 2,0 1,1 2,0 2,-24 13,-8 13,1 3,3 3,-1 4,62-47,1 0,-1 0,1 1,0 0,0 0,0 0,1 0,0 1,0 0,0-1,1 2,0-1,0 0,0 1,1-1,0 1,0 0,1-1,0 1,0 0,0 0,1 0,0 0,1 0,-1 0,1 0,1 1,8 11,0 0,2-1,0 0,1-1,1-1,0 0,2-1,-1 0,2-1,0-1,0-1,1 0,1-1,14 5,18 13,1-2,1-2,2-3,0-2,1-3,17 2,-15-9,0-3,0-3,22-2,36 3,417 26,-93-24,126 15,-401-4,-1 1,100-5,315 13,-204-28,-338-3,0-1,0-2,-1-1,0-2,7-5,-37 14,0-1,0 0,-1-1,1 1,0-1,-1 0,0-1,0 1,0-1,0 0,-1 0,1 0,-1-1,0 0,-1 0,1 0,-1 0,0 0,0-1,0 1,-1-1,2-5,19-229,-21 213,1 15,-1 0,0 0,-1 0,0 0,-1-1,0 1,-1 0,-1 0,0 0,0 0,-1 0,-1 0,0 1,0 0,-1-1,-1 2,0-1,0 0,-6-5,-1 6,-1 0,0 2,-1-1,0 2,0 0,-1 1,0 0,0 1,0 1,-1 1,1 0,-1 1,-12 1,-42-6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4:32.31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2615,'1'1,"-1"-1,1 0,-1 0,0-1,1 1,-1 0,1 0,-1 0,1 0,-1 0,0 0,1-1,-1 1,0 0,1 0,-1 0,0-1,1 1,-1 0,0-1,1 1,-1 0,0-1,0 1,1 0,-1-1,0 1,0 0,0-1,1 1,-1-1,0 1,0 0,0-1,0 1,0-1,0 1,0-1,0 1,0 0,0-1,0 1,0-1,0 1,-1 0,1-1,0 1,0-1,0 1,0 0,-1-1,1 1,0 0,0-1,-1 1,1 0,0-1,-1 1,1 0,0 0,-1-1,1 1,0 0,-1 0,175-104,398-229,996-558,-1548 880,176-94,5 8,30-2,-78 36,62-40,-36 15,-54 35,-70 28,1 2,1 3,3 2,51-13,-117 33</inkml:trace>
  <inkml:trace contextRef="#ctx0" brushRef="#br0" timeOffset="1299.091">81 3939,'319'-199,"-238"152,1027-538,356-79,-657 341,-761 304,-99 44,37-17</inkml:trace>
  <inkml:trace contextRef="#ctx0" brushRef="#br0" timeOffset="2392.695">0 5463,'135'-96,"126"-67,-215 135,932-539,815-424,-1591 890,64-15,-259 110,-17 7</inkml:trace>
  <inkml:trace contextRef="#ctx0" brushRef="#br0" timeOffset="3471.911">174 7014,'444'-300,"462"-287,-273 207,639-277,-708 413,-499 199,14-17,-88 69,-2-3</inkml:trace>
  <inkml:trace contextRef="#ctx0" brushRef="#br0" timeOffset="4508.617">201 8364,'471'-287,"1114"-589,-1489 824,1172-623,-1102 575,-152 96,-32 21,-2 0</inkml:trace>
  <inkml:trace contextRef="#ctx0" brushRef="#br0" timeOffset="5411.389">669 9528,'244'-134,"579"-363,-25 14,228-56,-810 430,-184 85,-33 23,0 1,1-1,-1 0,0 1,0-1,0 0,0 1,0-1,0 1,0 0,0-1,0 1,0 0,0 0,0-1,0 1,0 0,0 0,0 0,0 0,0 0,0 1,0-1,0 0,0 0,0 1,0-1,0 0,0 1,0-1,-60 21,52-14</inkml:trace>
  <inkml:trace contextRef="#ctx0" brushRef="#br0" timeOffset="6279.968">2006 9768,'18'-9,"18"-10,20-11,22-11,22-13,21-13,16-11,11-6,4-2,-5 0,-5 3,-12 6,-17 10,-18 12,-20 13,-22 13,-18 14,-17 10</inkml:trace>
  <inkml:trace contextRef="#ctx0" brushRef="#br0" timeOffset="6952.791">3329 9808,'2'0,"4"0,6-3,12-4,14-9,17-10,18-12,14-12,11-5,4-3,-1 1,-9 7,-14 8,-16 13,-20 10</inkml:trace>
  <inkml:trace contextRef="#ctx0" brushRef="#br0" timeOffset="8402.727">54 1038,'27'-9,"30"-12,30-19,29-18,26-19,17-16,9-9,3-4,-2 0,-9 5,-17 8,-18 14,-19 12,-24 16,-25 16</inkml:trace>
  <inkml:trace contextRef="#ctx0" brushRef="#br1" timeOffset="94274.791">4987 2776,'0'0</inkml:trace>
  <inkml:trace contextRef="#ctx0" brushRef="#br1" timeOffset="98682.154">5361 4474,'0'2,"0"1</inkml:trace>
  <inkml:trace contextRef="#ctx0" brushRef="#br1" timeOffset="99143.045">5267 5062,'3'0,"2"0,1-2,-1-1</inkml:trace>
  <inkml:trace contextRef="#ctx0" brushRef="#br1" timeOffset="94839.134">5001 3351,'0'-2,"0"-3,2-4,1-1,0 0</inkml:trace>
  <inkml:trace contextRef="#ctx0" brushRef="#br1" timeOffset="214220.099">5415 3043,'-53'-12,"-82"-3,95 15,22-1,1 1,0 0,0 1,0 1,0 0,0 2,0 0,1 1,-5 2,-10 7,18-10,0 2,1 0,0 0,0 1,1 0,0 1,0 1,-8 8,11-7,0 1,1 0,0 0,0 0,2 1,-1 0,2 0,-1 1,2-1,-1 1,2 0,0 0,0 0,1 0,1 0,0 0,2 9,-2-7,0-7,-1-1,1 0,1 0,-1 0,1 0,0 1,1-1,0-1,0 1,1 0,-1 0,1-1,1 1,-1-1,18 21,1 0,1-2,2 0,0-2,1-1,1-1,2-1,-1-2,5 1,-17-12,1-1,-1-1,1-1,0 0,1-2,-1 0,0 0,1-2,-1 0,0-1,6-1,35 0,-50 1,0 0,0-1,0 0,0 0,-1 0,1-1,-1-1,1 1,-1-1,0 0,-1-1,1 1,-1-2,0 1,0 0,0-1,3-5,-2 1,0 0,0 0,-1 0,-1-1,1 0,-2-1,0 1,0-1,-1 1,1-9,0 4,0-5,-1 0,0 0,-2-1,-1 1,0 0,-3-13,-23-86,22 112,0 1,0 0,0 0,-1 0,0 1,0-1,-1 1,1 1,-1-1,-1 1,1 0,-1 0,-1 0,-6-4,0 1,-1 0,1 1,-2 1,1 0,-1 1,1 1,-2 0,-13-1,-90-7,107 12,-6-1,0 1,1 1,-1 1,0 0,1 1,0 2,-18 5,24-6,0 0,1 1,-1 0,1 1,0 0,1 1,0 0,0 0,0 1,1 1,0 0,0 0,-5 8,-46 92,54-93</inkml:trace>
  <inkml:trace contextRef="#ctx0" brushRef="#br1" timeOffset="-206879.907">5254 4167,'-1'-5,"-1"1,1 0,-1 0,0 0,0 1,0-1,-1 0,1 1,-1-1,0 1,0 0,0 0,0 0,-1 0,1 1,-1-1,0 1,0 0,0 0,0 0,0 1,0-1,0 1,0 0,-1 0,1 1,0-1,-1 1,1 0,-1 0,-23-7,2 1,0 1,-1 2,1 1,-1 1,1 1,-1 1,-4 2,19-2,0 1,0 0,1 1,-1 0,1 1,-1 0,1 1,1 0,-1 0,1 2,0-1,0 1,0 0,1 1,0 0,1 1,0 0,0 0,1 1,-6 10,7-10,0 1,1 1,0-1,1 1,0 0,1 0,0 0,1 1,1-1,0 0,0 1,1-1,1 8,-1-4,-1 0,2 1,0-1,1 0,1 0,0-1,1 1,1-1,1 1,0-1,0-1,2 1,0-1,8 10,-5-12,2 0,-1-2,2 1,-1-2,1 0,1 0,0-1,0-1,0-1,1 0,0-1,3 0,3 0,1-1,1-1,-1-1,0-1,1-1,15-3,24 2,-48-1,-1 0,0-1,0 0,0-1,0 0,-1-2,1 1,-1-2,-1 1,1-2,-1 0,-1 0,11-10,-14 10,-1-1,0 0,0 0,-1 0,0-1,-1 0,0 0,-1 0,2-6,7-15,-8 21,-1-1,0 0,-1-1,0 1,-1 0,0-1,-1 0,0 1,-1-1,-1-4,1 8,0 1,-1-1,0 1,0-1,-1 1,0-1,0 1,-1 0,0 0,0 0,-1 0,0 1,0-1,0 1,-1 0,0 0,0 1,-4-4,-6-6,0 1,0 1,-2 1,1 0,-1 1,-5-1,10 5,-1 2,0-1,-1 2,1 0,-1 0,0 2,0-1,0 2,0 0,-11 1,-27-1,33 0,0 0,0 2,-1 0,1 1,0 2,-1 0,10-1,1 0,0 1,1 0,-1 1,1 0,0 0,0 1,0 0,1 0,0 1,0 0,1 0,0 0,0 1,0 0,1 0,1 1,-1-1,1 1,-1 6,1 0,0 0,1 0,0 1,2-1,-1 1,2 0,0-1,1 3,0-7,-1-9,-1 14,1 1,1-1,1 0,0 0,1 0,1 0,0 0,3 5,-2-12,0-1,1 1,0-1,0 0,1-1,0 0,0 0,1 0,0-1,0 0,0-1,1 0,0 0,0-1,0 0,0 0,1-1,0 0,16 7,63 15,30-17,-107-7,0 0,-1-1,1 0,0 0,-1-1,1-1,0 0,-1-1,0 0,0 0,0-1,0-1,0 0,3-2,-5-1,1 0,-1 0,-1-1,0 0,0-1,-1 0,0 0,0 0,-1-1,-1 0,0 0,0 0,-1-1,-1 1,1-7,2-1,-1 0,-1-1,0 0,-2 0,0-16,-3 2</inkml:trace>
  <inkml:trace contextRef="#ctx0" brushRef="#br1" timeOffset="-199255.425">5187 6185,'2'-3,"-1"0,0 1,0-1,-1 0,1 0,-1 0,1 1,-1-1,0 0,0 0,0 0,0 0,-1 0,1 0,-1 0,1 1,-1-1,0 0,0 0,-1 1,1-1,-1 1,1-1,-1 1,0 0,1-1,-1 1,0 0,-1 0,1 0,0 1,-1-1,1 0,-1 1,1 0,-1-1,-2 0,-7 1,-1-1,1 2,-1-1,0 2,1 0,-1 0,1 1,-1 1,1 0,0 0,0 1,0 1,1 0,-1 1,1 0,1 0,-1 2,1-1,0 1,1 0,0 1,0 0,1 1,-5 6,7-2,1-1,0 1,1 0,0 1,1-1,1 1,1-1,0 1,0-1,2 1,0 0,0-1,1 2,-1-7,0-1,1 1,0 0,0 0,1-1,0 0,0 1,1-1,0 0,0-1,1 1,0-1,1 0,-1 0,1 0,1-1,-1 0,1 0,0-1,0 0,7 4,-1-2,1 1,1-2,-1 0,1-1,0 0,0-1,0-1,1 0,-1-1,1-1,8 1,-1-1,0-1,1-1,-1-1,0-1,0-1,0-1,0-1,-1-1,0-1,0-1,-1-1,0 0,-1-2,17-13,-29 18,-1 0,-1-1,1 0,-1-1,0 1,-1-1,0 0,-1-1,1 1,-2-1,0 0,0 0,0 0,-1 0,-1 0,0-1,0 1,-1 0,0-1,-1 1,0 0,-1-2,0-5,0 0,-1 0,-1 0,0 1,-1 0,-1 0,-1 0,0 0,-1 1,0 0,-2 1,1 0,-2 1,-1-1,5 5,0 2,-1-1,0 1,-1 0,1 1,-1 0,-1 0,1 1,-1 0,0 1,0 0,0 0,0 1,-1 0,0 1,1 1,-1-1,0 2,0-1,0 2,1-1,-7 2,-20 7,1 1,0 2,1 1,-15 8,-17 7,-19 5,4-4</inkml:trace>
  <inkml:trace contextRef="#ctx0" brushRef="#br1" timeOffset="-193778.513">5228 9247,'0'-3,"0"0,1 0,-1 0,-1 0,1 0,0 0,-1 0,1 0,-1 0,0 1,0-1,0 0,-1 0,1 1,0-1,-1 1,0-1,0 1,1 0,-1 0,-1 0,1 0,0 0,0 0,-1 0,1 1,-1-1,0 1,1 0,-1-1,-1 1,-13-2,0 0,0 1,0 0,0 2,0 0,0 1,0 0,0 2,0 0,0 1,-10 4,10-2,0 1,0 0,0 2,1 0,0 0,1 2,0 0,1 1,0 0,0 1,2 0,0 1,-2 4,6-7,0 0,1 0,0 1,1 0,0 1,1-1,0 1,1 0,1 1,0-1,1 0,0 1,1 0,0-1,1 1,1 0,0-1,2 4,-1-10,0 0,0 0,1 0,0-1,0 1,1-1,0 0,0 0,0 0,1 0,0-1,0 0,0 0,0 0,1-1,0 0,0 0,0 0,6 2,9 4,0-2,0 0,0-1,1-2,17 3,-9-1,0-2,1-2,-1 0,1-2,-1-2,19-2,-41 1,1 0,-1-1,0 0,0-1,0 1,-1-2,1 1,-1-1,0 0,0 0,-1-1,1 0,-1 0,-1-1,1 0,-1 0,2-4,6-8,-2-1,0-1,-1 0,-2 0,0-1,0-1,-4 12,0 0,-1 0,0 0,-1-1,0 1,0-1,-1 0,-1 1,0-1,-1 0,0 1,-1-1,0 1,0-1,-2 1,1 0,-1 0,-1 0,0 0,-1 1,-6-9,-3 5,0 2,-1 0,-1 0,0 2,0 0,-1 1,0 1,-1 0,0 1,0 2,-1 0,1 1,-1 0,0 2,0 0,0 2,-13 1,-15-2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8:30.95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3908 25,'-2'-2,"0"0,0 0,0 0,0 0,0 1,-1-1,1 0,-1 1,1 0,-1-1,1 1,-1 0,0 0,1 1,-1-1,0 0,0 1,0 0,-169 4,82 2,-334-2,342 7,0 3,1 4,-41 16,-67 15,161-43,0-1,1 0,0 2,0 1,0 1,1 2,1 0,0 2,0 0,-5 6,26-16,1 1,-1 0,0 0,1 0,0 0,0 1,0 0,1-1,0 1,-1 0,2 0,-1 0,0 0,1 0,0 0,0 1,1-1,0 0,-1 1,2-1,-1 0,1 1,0-1,0 0,0 0,1 2,1 5,1 0,1-1,0 1,0-1,1 0,1 0,0-1,0 0,1 0,7 7,12 5,1-1,1-1,1-2,1 0,0-2,1-2,1-1,0-1,1-2,105 33,1-7,40 2,218 20,239-1,-424-41,653 27,-449-36,250-2,-591-8,-1-4,0-2,-1-5,0-2,-1-3,41-19,-82 28,-22 8,1-1,-1 0,1 0,-1-1,0 0,0-1,0 0,-1 0,0-1,0 0,0-1,-1 0,0-1,0 1,-1-1,0-1,-1 1,5-8,37-109,-42 101,-1 0,-1-1,-1 1,-1-1,-1 1,-1-1,-2-13,2 30,0 0,0 1,-1-1,0 0,0 1,-1-1,0 1,0-1,-1 1,1 0,-2 0,1 0,-1 0,0 1,-1-1,1 1,-1 0,0 0,-1 1,0 0,-4-4,-22-7,-1 1,-1 1,0 2,-1 2,-1 1,-12-1,-16-5,-37-5,-1 5,-47 0,-52-7,-143-25,-10 30,-73 11,259 7,-337 0,247 12,215-13,1 3,1 1,-33 7,0 4,-3 1</inkml:trace>
  <inkml:trace contextRef="#ctx0" brushRef="#br0" timeOffset="1289.38">232 320,'-24'40,"-165"249,170-243,19-45,0 0,0 0,0 0,0 0,1 0,-1 0,0 0,0 1,1-1,-1 0,0 0,1 0,-1 0,1 0,-1 0,1 0,0-1,-1 1,1 0,0 0,0 0,0 0,-1-1,1 1,0-1,0 1,0 0,0-1,0 1,0-1,0 0,0 1,0-1,1 0,-1 0,0 0,0 0,0 0,0 0,1 0,6-1,0 0,0-1,-1 0,1 0,-1-1,1 0,-1 0,0-1,0 0,-1 0,1 0,-1-1,0 0,0-1,-1 1,1-1,-1 0,3-4,18-20,-2-1,-1-1,-1-1,-2 0,-1-2,-2-1,-1 0,-2 0,-1-2,-3 0,1-7,-11 44,2-5,0 0,0 0,-1-1,0 1,0 0,-1-1,0 1,0 0,-1-1,1 1,-1 0,0-1,-1 1,0 0,0 0,0 0,-1 0,-1-1,3 5,0 1,0 0,-1 0,1 0,0 0,-1 0,1 0,-1 1,1-1,-1 1,0-1,1 1,-1-1,0 1,1 0,-1-1,0 1,1 0,-1 0,0 1,1-1,-1 0,0 0,1 1,-1-1,0 1,1-1,-1 1,1 0,-1 0,1 0,-1 0,1 0,-1 1,-43 42,33-27,1 1,0 0,1 1,1 1,1-1,1 1,1 1,0-1,2 1,0 0,1 0,1 0,2 1,0-1,1 0,1 7,1-11,1 0,0-1,1 1,1-1,0 0,1 0,5 5,20 52,-2 44,-28-98</inkml:trace>
  <inkml:trace contextRef="#ctx0" brushRef="#br0" timeOffset="1551.529">459 614,'0'13,"0"15,-2 10,-6 9,-1 2,-1 1,0-4,3-6,2-9</inkml:trace>
  <inkml:trace contextRef="#ctx0" brushRef="#br0" timeOffset="2494.779">793 306,'-82'110,"66"-88,1 1,1 1,1 0,2 1,0 0,1 1,2 0,1 1,0-1,1 14,4-37,1 1,0 0,1 0,-1 0,1 0,-1 0,1 0,1-1,-1 1,0 0,1 0,0 0,0 0,0 0,0-1,1 1,-1 0,1-1,0 0,0 1,0-1,0 0,1 0,-1 0,1 0,0 0,0-1,0 1,0-1,1 0,-1 0,0 0,1 0,0-1,-1 1,1-1,0 0,0 0,-1 0,1-1,0 1,0-1,3 0,4-4,-1-1,0 0,-1 0,0-1,1 0,-2 0,1-1,-1-1,0 1,0-1,-1-1,0 1,-1-1,0 0,0-1,2-5,9-12,-1-1,-1 0,-2-1,-1-1,-1 0,-1-1,-2 0,-1 0,2-30,-5 35,-2 0,-1 0,-1 0,-2 0,0 0,-4-14,6 38,0 0,0 1,0-1,-1 0,1 0,-1 1,1-1,-1 0,1 1,-1-1,0 0,0 1,0-1,0 1,0-1,0 1,0 0,0-1,-1 1,1 0,0 0,-1 0,1 0,-1 0,0 0,1 0,-1 1,1-1,-1 1,0-1,0 1,1-1,-1 1,0 0,0 0,1 0,-1 0,0 0,0 0,0 1,1-1,-1 0,0 1,1 0,-1-1,0 1,1 0,-2 0,-7 7,1 0,0 1,0-1,0 2,1-1,1 1,-1 1,2-1,-1 1,2 0,-1 1,2-1,-3 10,0 0,1 1,1 0,2-1,0 2,1-1,1 0,1 0,1 0,1 1,1-1,0-1,2 1,1 0,1-1,0 0,4 4,8 24,3-1,1-1,11 12,-34-57,0 1,1-1,0-1,-1 1,1 0,0 0,0 0,0 0,0 0,0-1,1 1,-1 0,0-1,1 0,0 1,-1-1,1 0,0 1,-1-1,1 0,0 0,0 0,0-1,0 1,0 0,0-1,0 1,0-1,0 0,0 0,0 0,0 0,0 0,0 0,0 0,0-1,0 1,0-1,0 1,0-1,0 0,0 0,1 0,78-139,-81 139,0 1,0 0,0 0,1-1,-1 1,0 0,0-1,0 1,0 0,1 0,-1-1,0 1,0 0,1 0,-1 0,0-1,1 1,-1 0,0 0,0 0,1 0,-1 0,0-1,1 1,-1 0,0 0,1 0,-1 0,0 0,1 0,-1 0,0 0,1 0,-1 0,0 1,1-1,-1 0,0 0,1 0,-1 0,0 0,1 1,-1-1,0 0,0 0,1 0,-1 1,0-1,0 0,0 0,1 1,-1-1,0 0,0 1,0-1,0 0,1 0,-1 1,0-1,0 0,0 1,0-1,0 0,0 1,0-1,0 1,5 23,-4-16,13 52,-14-58,1-1,-1 0,1 1,-1-1,1 0,0 0,-1 0,1 1,0-1,0 0,0 0,0 0,0 0,0-1,0 1,0 0,0 0,1-1,-1 1,0 0,0-1,1 1,-1-1,0 0,1 1,-1-1,0 0,1 0,-1 0,0 0,1 0,-1 0,0 0,1-1,-1 1,0 0,1-1,-1 1,0-1,1 1,-1-1,6-4,-1 0,0 0,0-1,0 0,-1 0,0 0,0-1,0 1,-1-1,0-1,-1 1,1 0,-1-1,-1 1,1-4,12-77,-15 86,0-1,0 0,0 0,-1 1,1-1,-1 0,1 1,-1-1,0 0,0 1,0-1,-1 1,1-1,0 1,-1 0,0 0,1 0,-1-1,0 2,0-1,0 0,0 0,-1 1,1-1,0 1,-1-1,1 1,-1 0,1 0,-2 0,-1 1,0 1,1 0,-1 0,1 0,0 0,-1 1,1 0,0 0,0 0,0 0,0 0,0 1,0 0,1 0,-1 0,1 0,0 1,0-1,0 1,1 0,-1-1,1 1,0 0,0 1,0-1,1 0,-1 1,1-1,0 1,0-1,0 1,1 0,0-3,0-1,0 0,0 0,0 0,0 0,0 1,0-1,0 0,1 0,-1 0,1 0,-1 0,0 0,1 0,0 0,-1 0,1 0,0 0,-1 0,1 0,0 0,0 0,0-1,0 1,0 0,0-1,0 1,0-1,0 1,0-1,0 1,0-1,0 0,0 1,0-1,1 0,-1 0,1 0,15 1</inkml:trace>
  <inkml:trace contextRef="#ctx0" brushRef="#br0" timeOffset="2960.303">1422 306,'1'18,"2"0,0-1,1 0,0 0,1 0,1 0,1-1,1 0,0 0,1-1,0 0,1 0,1-1,0-1,1 0,1 0,0-1,0-1,1 0,1-1,3 2,103 72,-121-85,0 1,-1-1,1 0,0 0,0 1,0-1,-1 0,1 0,0 1,0-1,0 0,0 0,0 1,1-1,-1 0,0 1,0-1,0 0,1 0,-1 1,0-1,1 0,-1 1,0-1,1 1,-1-1,1 0,-1 1,1-1,-1 1,1-1,0 1,-1-1,1 1,-1 0,1-1,0 1,-1 0,1 0,0-1,0 1,-1 0,1 0,0 0,0 0,-1 0,1 0,0 0,0 0,-1 0,1 0,0 0,-1 1,1-1,0 0,0 0,-1 1,1-1,0 0,-1 1,1-1,-1 1,1-1,-1 1,1-1,-1 1,1 0,-24-162,20 128,-21-99,23 131,1 0,0 0,0 0,0 0,-1 0,1 0,-1 0,1 0,-1 0,1 0,-1 0,1 0,-1 0,0 0,0 0,1 1,-1-1,0 0,0 1,0-1,0 0,0 1,0-1,0 1,0-1,0 1,0 0,0-1,0 1,0 0,0 0,0 0,0 0,0 0,0 0,-1 0,1 0,0 0,0 1,0-1,0 0,0 1,0-1,0 0,0 1,0 0,0-1,0 1,0-1,1 1,-1 0,0 0,0 0,1-1,-1 1,-18 22,0 1,2 0,1 2,-8 15,3-5,-67 100,44-74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6:47.06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2304 748,'3'426,"28"-242,-30-181,0 0,0 0,0 0,1-1,-1 1,1-1,-1 1,1-1,0 0,0 1,0-1,0 0,0 0,1-1,-1 1,1 0,-1-1,1 1,0-1,-1 0,1 0,0 0,0 0,0-1,0 1,-1-1,1 1,0-1,0 0,0 0,0 0,0-1,0 1,0-1,0 0,0 0,2 0,17-4,0 2,0 1,1 1,-1 0,1 2,-1 1,1 0,10 4,261 44,-11-31,-188-1,-33-5,2-3,53 2,264 0,-116 3,89 11,68-8,-256-8,95-10,-107-2,279-6,-146-7,-209 12,57-10,-50-7,-81 16,0 0,0 1,-1-1,0 0,0-1,0 1,0-1,-1 1,1-1,-1 0,-1 0,1 0,-1 0,1 0,-1 0,-1 0,1 0,-1 0,0-1,0 1,1-1,6-55,-2 0,-3-1,-3 1,-3 0,-2 0,-14-59,15 95,-2 1,-1 1,-1-1,0 2,-2-1,-11-17,20 38,0-1,0 0,0 1,0 0,-1-1,1 1,0 0,-1 0,0 0,1 1,-1-1,0 0,0 1,0 0,0 0,0 0,0 0,-1 0,1 1,0-1,0 1,0 0,-1 0,-1 0,-78 23,54-12,-18 0,-1-2,0-2,0-2,-1-2,1-2,-38-5,1 3,-576-2,315-33,211 19,3 7,1 6,-6 6,-78-2,-202-53,-257 53,518-8,123 5,1 2,-1 2,1 1,-21 4,-214-3,225 5,28-6</inkml:trace>
  <inkml:trace contextRef="#ctx0" brushRef="#br0" timeOffset="9197.21">4136 174,'-21'17,"6"-6,1 0,0 1,0 1,1 0,1 1,0 1,1-1,0 2,1 0,1 0,-4 11,12-26,0 1,1-1,-1 0,1 0,-1 0,1 0,-1 0,1 1,0-1,0 0,-1 0,1 1,0-1,0 0,0 1,0-1,0 0,1 0,-1 1,0-1,1 0,-1 0,1 0,-1 0,1 1,-1-1,1 0,0 0,-1 0,1 0,0 0,0 0,0-1,0 1,0 0,0 0,0-1,0 1,0 0,0-1,1 1,-1-1,0 1,0-1,0 0,1 0,-1 1,0-1,0 0,1 0,-1 0,0 0,1-1,-1 1,0 0,1-1,6-3,0 0,0-1,0 0,0 0,-1-1,0 0,0-1,-1 1,0-1,0 0,0-1,-1 1,3-7,-6 11,13-19,6-6,-1 0,-1-1,-2-2,-2 1,0-2,1-8,-15 38,0 1,0 0,0-1,-1 1,1 0,0-1,-1 1,1-1,-1 1,0-1,1 1,-1-1,0 1,0-1,0 1,0-1,0 1,-1-1,1 1,0-1,-1 1,1-1,-1 1,1-1,-1 1,0-1,1 1,-1 0,0 0,0-1,0 1,0 0,0 0,0 0,-1 0,1 0,0 0,0 0,-1 1,1-1,0 0,-1 1,1-1,-1 1,1-1,-1 1,1 0,-1-1,0 1,-6 2,0-1,0 1,0 1,0 0,0 0,0 0,1 1,-1 0,1 0,0 1,1 0,-1 0,1 1,0 0,0 0,-3 4,6-6,0-1,0 1,0 0,0 0,1 0,0 0,-1 1,2-1,-1 0,0 1,1 0,0-1,0 1,0 0,1-1,0 1,0 0,0 0,0-1,1 1,-1 0,1-1,0 1,1 0,-1-1,1 1,0-1,0 0,1 0,-1 0,1 0,2 4,4 4,0-1,0 1,-1 0,-1 0,0 1,0 0,-1 0,-1 1,0-1,-1 1,-1 0,2 10,-6 1,9 32,-2-50</inkml:trace>
  <inkml:trace contextRef="#ctx0" brushRef="#br0" timeOffset="9469.531">4417 347,'0'16,"0"10,0 4,0 3,0-1,-2-2,-2-6,1-5</inkml:trace>
  <inkml:trace contextRef="#ctx0" brushRef="#br0" timeOffset="11239.288">4871 120,'-24'16,"0"2,2 0,0 2,1 0,1 1,1 1,1 1,1 1,1 0,1 2,2-1,0 2,1 0,11-24,0 0,0 0,0 0,0 0,0 0,1 0,-1 0,1 0,0 0,0 0,0 1,0-1,1 0,-1 0,1 0,0 0,0 0,0 0,0-1,0 1,1 0,-1 0,1-1,0 1,0-1,0 1,0-1,0 0,0 0,1 0,-1 0,1 0,-1-1,1 1,0-1,0 1,0-1,-1 0,1 0,2 0,3 1,-1-1,0 0,1-1,-1 1,1-1,-1-1,0 1,1-1,-1-1,0 1,1-1,-1-1,0 1,0-1,-1 0,1-1,-1 0,1 0,-1 0,0 0,-1-1,6-6,1-1,-1 0,0-1,0-1,-2 0,0 0,0-1,-1 0,-1 0,3-11,1-8,-2 0,-2 0,-1-1,-1 1,-2-1,-1 0,-3-21,1 55,0 0,1 0,-1-1,0 1,0 0,0 0,0 0,0 0,0-1,0 1,-1 0,1 0,0 0,-1 0,1 0,0-1,-1 1,1 0,-1 0,0 0,1 0,-1 0,0 1,0-1,0 0,1 0,-1 0,0 1,0-1,0 0,0 1,0-1,0 1,-1-1,1 1,0 0,0-1,0 1,0 0,0 0,-1 0,1 0,0 0,0 0,0 0,-1 0,1 0,0 1,0-1,0 0,0 1,0-1,0 1,0-1,0 1,0-1,0 1,0 0,-1 0,-10 7,1 0,0 1,0 0,0 1,1 0,1 1,0 0,0 0,1 1,1 0,0 0,0 1,1 0,1 0,0 0,1 1,0 0,1 0,1 0,0 0,1 0,1 0,0 0,1 6,4-2,0 0,1 0,1-1,1 0,0 0,2-1,-1 0,3 0,44 90,-55-104,-1-1,1 1,-1-1,1 1,0-1,0 0,0 1,0-1,0 0,0 0,0 0,0 0,0 0,0 0,1 0,-1 0,0 0,1 0,-1-1,0 1,1-1,-1 1,1-1,-1 1,1-1,0 0,-1 0,1 0,-1 0,1 0,-1 0,1 0,-1 0,1-1,-1 1,1-1,-1 1,1-1,-1 1,1-1,-1 0,0 0,1 0,-1 1,0-1,0-1,0 1,0 0,0 0,0 0,94-76,-94 77,-1-1,0 1,1 0,0 0,-1-1,1 1,-1 0,1 0,-1 0,1-1,-1 1,1 0,0 0,-1 0,1 0,-1 0,1 0,0 0,-1 0,1 1,-1-1,1 0,-1 0,1 0,-1 1,1-1,-1 0,1 1,-1-1,1 0,-1 1,1-1,-1 0,1 1,-1-1,0 1,1-1,-1 1,0-1,0 1,1-1,-1 1,0-1,0 1,0 0,1-1,-1 1,0-1,0 1,0 0,1 36,-2-27,1-6,0-1,1 1,-1 0,1-1,0 1,-1 0,2-1,-1 1,0-1,1 0,-1 1,1-1,0 0,0 0,0 0,1 0,-1 0,1-1,0 1,-1-1,1 1,0-1,0 0,1 0,-1-1,0 1,1-1,-1 1,1-1,-1 0,1 0,-1-1,4 1,-1 0,0 0,0 0,0-1,1 0,-1 0,0-1,0 1,0-1,0-1,0 1,0-1,0 0,0 0,-1-1,1 0,-1 0,1 0,-1-1,0 1,-1-1,1 0,0-1,-1 1,0-1,0 0,-1 0,1 0,-1 0,0-1,-1 1,1-1,-1 0,0 0,0-1,-1 3,1 0,-1 0,0 0,0 0,0 0,-1 0,0 0,1 0,-1 0,-1-1,1 1,-1 0,1 0,-1 0,0 0,-1 0,1 0,-1 0,1 0,-1 1,-1-1,1 1,0-1,-1 1,1 0,-1 0,0 0,0 0,-1 0,1 1,0-1,-1 1,1 0,-1 0,0 1,0-1,0 1,0-1,0 1,0 0,-1 0,-88 20,64-8</inkml:trace>
  <inkml:trace contextRef="#ctx0" brushRef="#br0" timeOffset="16002.668">5566 106,'2'2,"6"6,3 6,5 4,4 7,3 6,2 4,2 3,0 0,-2-2,0-3,-3-5,-2-7,-3-7,-2-6,-3-6,-4-6,-3-3</inkml:trace>
  <inkml:trace contextRef="#ctx0" brushRef="#br0" timeOffset="16278.034">5887 66,'-7'5,"-9"10,-10 14,-14 18,-10 17,-10 14,-7 11,-3 5,11-15</inkml:trace>
  <inkml:trace contextRef="#ctx0" brushRef="#br0" timeOffset="84009.435">2531 708,'-8'0,"-1"1,0 0,0 1,1-1,-1 2,1-1,0 1,-1 1,1-1,1 1,-1 1,0-1,1 1,0 0,0 1,1 0,0 0,0 1,0-1,0 1,1 0,1 1,-2 2,-2 2,1 1,0 1,1-1,0 1,1 0,1 1,0-1,1 1,1 0,0-1,1 1,1 0,0 3,5 175,-1-180,1 0,0 0,1 0,0-1,2 0,-1 0,1 0,1-1,0-1,0 1,1-1,1-1,3 3,7 8,-12-10,1 0,0 0,1-1,0 0,1-1,0-1,0 0,1 0,-1-1,1-1,1 0,2 0,26 6,1-3,0-1,1-2,41-1,189-4,-105 25,23-19,7 11,105-7,-23-1,-206-10,209-27,-217 29,152-9,-72-8,19-13,26-6,-48 22,49 8,-54 18,0 1,102-15,-140-21,-69 12,-24 8,0-1,-1 0,0-1,1 1,-1-1,-1-1,1 1,-1-1,1 0,-1-1,-1 0,1 0,-1 0,0 0,0-1,-1 0,0 0,0 0,-1 0,0-1,0 1,-1-1,0 0,0 0,0 1,-1-1,-1-1,1 1,-1 0,-1 0,0-6,-25-99,21 91,-1 0,0 0,-2 1,-1-1,0 2,-4-5,-34-65,42 87,0 0,-1-1,1 2,-1-1,1 0,-1 1,0 0,0 1,0 0,0-1,-1 2,1-1,0 1,0 0,0 0,-1 1,1-1,-3 2,-22 0,-3-2,-27 2,0-3,0-3,1-2,-36-9,-259-46,174 52,139 10,0-2,0-2,0-1,0-3,-15-5,18 3,0 2,0 2,0 1,-37 2,55 1,-204-33,-3 27,140 9,-137-16,-126 15,174 12,46 0,-149 35,-46-15,282-29</inkml:trace>
  <inkml:trace contextRef="#ctx0" brushRef="#br0" timeOffset="93469.275">3267 1697,'-214'8,"-19"15,-77 32,264-43,1 1,0 2,1 3,-40 21,77-36,0 0,1 1,0-1,0 1,0 0,0 1,0-1,1 1,0 1,0-1,0 1,1-1,0 1,0 0,-1 2,-1 4,-1 0,0 0,1 0,0 1,1 0,1 0,0 0,0 0,2 1,-1 0,2-1,-1 11,4-18,1 0,-1 0,1 0,0 0,0-1,0 1,1-1,0 0,0 0,0 0,1-1,0 0,0 1,0-2,0 1,0 0,6 1,7 8,11 5,0-2,2-1,-1-1,2-2,0-1,0-2,1 0,0-3,23 2,150 23,-62-17,2-7,78-8,-74 0,183 9,-138 5,109-8,-127 9,171-14,-98 14,867-15,-1060-1,-1-2,0-4,27-7,-62 10,-1-2,0-1,0 0,0-1,-1-2,-1 0,0 0,0-2,-1-1,-11 8,0-1,0-1,-1 1,0-1,0 0,-1 0,0 0,-1-1,0 1,0-1,-1 0,0 0,0 0,-1 0,0 0,-1 0,0 0,0 0,-1 0,0 0,-2-5,2-19,0 27,0-1,0 1,-1-1,0 1,0 0,0 0,-1 0,0 0,0 1,-1-1,0 1,0 0,0 0,0 0,-1 0,0 1,0 0,0 0,0 0,-1 1,1-1,-1 1,0 1,-4-3,-16-11,0 1,-1 1,-1 1,0 1,0 2,-1 1,0 1,-1 1,0 2,-11 0,-489-44,97 39,95 3,92 5,33-11,-103 13,163-13,-44 0,-344 13,418-8,76 6</inkml:trace>
  <inkml:trace contextRef="#ctx0" brushRef="#br0" timeOffset="116832.278">273 1898,'-21'12,"1"2,0 1,1 0,1 1,1 1,0 1,1 1,1 0,1 1,0 0,2 1,0 1,1 0,2 0,0 1,1 0,-3 19,8-28,1-1,0 1,1 0,0 0,1-1,0 1,2 4,-2-16,0 0,1-1,-1 1,0 0,1-1,-1 1,1-1,0 1,-1-1,1 1,0-1,0 0,0 1,0-1,0 0,0 0,0 0,0 0,1 0,-1 0,0 0,1 0,-1 0,1 0,-1-1,1 1,-1-1,1 1,-1-1,1 1,0-1,-1 0,1 0,0 0,-1 0,2 0,55-24,-31 1,-1-1,-1-1,-1-2,-2 0,0-1,-2-2,-1 0,6-13,-16 28,0 1,-1-2,-1 1,0-1,-1 0,0 0,-2 0,0-1,0 0,-2 0,0 0,-1 0,-1 0,0-1,0 15,0 1,-1-1,1 0,0 1,-1-1,1 1,-1-1,0 1,0-1,0 1,0-1,0 1,-1 0,1-1,-1 1,1 0,-1 0,0 0,0 0,0 1,0-1,0 0,0 1,0 0,-1-1,1 1,-1 0,1 0,0 0,-1 0,0 1,1-1,-1 1,1 0,-1-1,0 1,1 0,-1 1,0-1,1 0,-1 1,1-1,-1 1,0 0,1 0,0 0,-1 0,0 1,-8 8,1 1,0 0,0 0,1 1,1 1,0-1,0 2,1-1,1 1,0 0,1 0,1 0,0 1,1-1,1 1,0 0,1 0,0 0,1 0,1 6,-1 5,1 0,1 0,1 0,2 0,0 0,2-1,0 0,2 0,1-1,1 0,1-1,10 15,-9-20</inkml:trace>
  <inkml:trace contextRef="#ctx0" brushRef="#br0" timeOffset="117109.283">460 2325,'0'16,"0"12,-3 8,1 5,-4 2,-1-1,-1-4,2-6,-1-6,1-5,1-9,3-6</inkml:trace>
  <inkml:trace contextRef="#ctx0" brushRef="#br0" timeOffset="117611.151">179 1737,'2'0,"6"0,10 0,11 0,10 0,7-2,5-1,3 0,-1 1,-9 0</inkml:trace>
  <inkml:trace contextRef="#ctx0" brushRef="#br0" timeOffset="118581.393">887 1925,'-11'5,"0"0,1 0,0 2,0-1,0 1,1 1,0-1,0 2,1-1,0 1,0 0,1 1,0 0,1 0,0 0,-1 4,-3 8,1 1,0 0,2 0,1 1,0 0,2 0,0 9,3 90,0-122,1 0,0 0,0 0,0 1,0-1,1 0,-1 0,0 0,0 1,1-1,-1 0,0 0,1 0,0 0,-1 0,1 0,-1 0,1 0,0 0,0 0,-1 0,1 0,0-1,0 1,0 0,0-1,0 1,0 0,0-1,0 1,1-1,-1 0,0 1,0-1,0 0,0 0,1 0,-1 0,0 0,0 0,0 0,0 0,1 0,-1 0,0-1,0 1,0 0,0-1,0 1,0-1,0 1,0-1,0 0,0 1,0-1,0 0,0 0,0 0,0 0,-1 1,1-1,0 0,-1-1,20-21,-1-1,-1-1,-1-1,-2-1,0 0,-2-1,6-19,-11 29,6-14,-1-1,-1 0,-2-1,-1 0,-2 0,-1-1,1-30,-13 17,6 47,-1 0,1 0,0 0,-1 0,1 0,-1 0,1 0,-1 0,0 0,1 0,-1 0,0 1,0-1,1 0,-1 1,0-1,0 0,0 1,0-1,0 1,0-1,0 1,0 0,0-1,0 1,0 0,0 0,0 0,0 0,0 0,0 0,0 0,-1 0,1 0,0 0,0 0,0 1,0-1,0 1,0-1,0 0,0 1,-7 5,-1-1,1 2,0-1,0 1,1 1,0-1,1 1,-1 0,1 1,1-1,0 1,0 0,1 1,0-1,-1 6,-4 12,1 1,2 0,1 1,1-1,1 1,2 0,1 0,1 0,2-1,0 1,2-1,1 1,7 15,28 51,-40-93,1 1,-1-1,0 0,1 0,0 0,0 0,-1 0,1 0,0-1,0 1,1-1,-1 1,0-1,1 0,-1 1,0-1,1-1,-1 1,1 0,-1-1,1 1,0-1,-1 0,1 1,0-1,-1-1,1 1,-1 0,1-1,0 1,-1-1,1 0,-1 0,1 0,-1 0,2-1,61-61,-64 63,0 0,-1 1,1-1,0 1,0-1,0 1,0-1,-1 1,1 0,0-1,-1 1,1 0,0-1,-1 1,1 0,-1 0,1 0,-1 0,0 0,1-1,-1 1,0 0,0 0,1 0,-1 0,0 0,0 0,0 0,0 0,0 0,0 0,-1 0,1 0,0 0,0 0,1 6,-1-2,1-1,1 1,-1-1,0 1,1-1,0 1,0-1,1 0,-1 0,1 0,0 0,0-1,0 1,0-1,1 1,-1-1,1 0,0-1,0 1,0-1,0 1,1-1,-1 0,0-1,1 1,0-1,-1 0,1 0,0 0,-1-1,1 0,0 0,0 0,-1 0,1-1,0 1,-1-1,1-1,3 0,-1-4,-1 1,1-2,-1 1,0-1,0 1,-1-1,0-1,0 1,-1-1,0 0,0 0,-1 0,0-1,-1 1,1-1,-2 0,1 1,-1-1,0 0,-1 0,0 0,-2-7,3 14,-1 0,1 1,-1-1,0 0,0 0,0 0,0 1,0-1,-1 0,1 0,0 0,-1 1,1-1,-1 0,0 1,1-1,-1 0,0 1,0-1,0 1,0-1,-1 1,1 0,0-1,0 1,-1 0,1 0,-1 0,1 0,-1 0,1 0,-1 1,0-1,0 0,1 1,-1-1,0 1,0 0,1-1,-1 1,0 0,0 0,0 0,1 1,-1-1,0 0,0 1,1-1,-2 1,-4 2,0 1,0 0,0 0,1 0,0 1,0 0,0 1,0-1,1 1,0 0,-3 4,-3 6</inkml:trace>
  <inkml:trace contextRef="#ctx0" brushRef="#br0" timeOffset="118911.698">1329 1884,'0'16,"0"10,0 7,2 5,3 3,6 1,7 0,5 0,6-2,4-5,2-2,-3-5,-3-8,-4-6,-6-11,-6-6</inkml:trace>
  <inkml:trace contextRef="#ctx0" brushRef="#br0" timeOffset="119191.799">1582 2005,'-13'7,"-12"8,-8 12,-6 8,0 6,2 6,2 5,3-4,5-4,6-12,8-12</inkml:trace>
  <inkml:trace contextRef="#ctx0" brushRef="#br0" timeOffset="119442.58">1301 1777,'12'0,"12"0,14 0,14 0,7 0,3-2,-7-1,-13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8:36.83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313 326,'-27'17,"2"2,0 1,1 1,1 1,0 1,2 1,1 1,1 0,2 2,0 0,2 1,0 0,3 1,-9 28,19-54,1-1,0 1,0-1,0 1,1 0,-1 0,0-1,1 1,0 0,0 0,0 0,0-1,0 1,0 0,1 0,0 0,-1-1,1 1,0 0,0-1,0 1,1-1,-1 1,1-1,-1 0,1 1,0-1,0 0,0 0,0 0,0 0,0-1,0 1,1-1,2 2,0-2,0 0,0-1,0 0,0 0,0 0,0 0,0-1,0 0,0 0,0 0,0-1,0 1,-1-1,1-1,-1 1,1 0,-1-1,0 0,0 0,0 0,2-3,71-83,-54 57,-1-1,-2 0,-2-2,-1 0,-2-1,-1-1,-2 0,-1-1,-2-1,-9-20,0 58,0-1,0 1,-1 0,1 0,0-1,0 1,-1 0,1 0,-1 0,1 0,-1-1,0 1,1 0,-1 0,0 0,0 0,0 0,0 1,0-1,0 0,0 0,0 1,0-1,0 0,0 1,0-1,0 1,0-1,-1 1,1 0,0-1,0 1,-1 0,1 0,0 0,0 0,-1 0,1 0,0 0,-1 1,1-1,0 0,0 1,0-1,-9 5,0 1,1 0,0 0,1 1,-1 0,1 1,1-1,-1 2,1-1,1 1,0 0,0 0,0 1,1-1,1 1,0 1,-3 9,4-11,0 1,0-1,1 1,1-1,-1 1,2 0,-1-1,1 1,1 0,0 0,0-1,1 1,0-1,0 1,1-1,1 0,0 0,0 0,0 0,1-1,5 7,28 35,-22-31</inkml:trace>
  <inkml:trace contextRef="#ctx0" brushRef="#br0" timeOffset="262.042">420 647,'0'16,"0"14,-2 9,-2 7,1 3,-1 1,-1-2,1-6,1-5,1-8</inkml:trace>
  <inkml:trace contextRef="#ctx0" brushRef="#br0" timeOffset="1145.676">794 379,'-4'7,"-15"19,1 1,1 1,2 1,0 0,2 1,2 1,1 0,1 0,1 1,2 0,1 1,5-30,-1-1,1 1,0 0,0-1,0 1,0 0,1 0,-1-1,1 1,-1 0,1-1,0 1,0-1,0 1,1-1,-1 1,1-1,-1 0,1 0,0 1,-1-1,1-1,0 1,0 0,1 0,-1-1,0 1,1-1,-1 0,0 1,1-1,0 0,-1-1,1 1,0 0,-1-1,1 1,0-1,-1 0,1 0,0 0,1-1,8-3,-1-1,0 0,0-1,-1-1,1 0,-1 0,-1-1,1 0,-1 0,-1-1,0-1,0 1,0-1,-2 0,6-11,3 0,-2 0,0-1,-1 0,-1-1,-2 0,0-1,-1 0,-2-1,0 1,-2-1,-1 0,0-1,-2 1,-1 0,-3-22,-16-9,19 55,0 0,-1 0,1 0,-1 0,0 0,1 0,-1 0,0 0,1 0,-1 0,0 0,0 0,0 0,0 1,0-1,0 0,0 1,0-1,0 1,0-1,0 1,0-1,0 1,0 0,-1 0,1-1,0 1,0 0,0 0,-1 0,1 0,0 0,0 1,0-1,0 0,-1 1,1-1,0 0,0 1,0-1,0 1,0 0,0-1,0 1,0 0,0 0,-8 9,1 1,0 0,1 0,0 0,0 1,2 0,-1 1,1-1,1 1,-2 9,4-14,-11 33,3 0,1 1,2 0,2 0,1 33,4-66,0 1,0-1,1 1,0-1,1 0,0 1,0-1,1 0,0 0,1 0,0-1,0 1,1-1,0 0,0 0,1-1,0 1,0-1,1-1,0 1,0-1,1 0,0-1,3 2,-2-1,-8-5,1 1,-1-1,0 0,1 0,0 0,-1 0,1 0,-1 0,1 0,0-1,0 1,-1-1,1 1,0-1,0 1,0-1,0 0,-1 0,1 0,0 0,0 0,0-1,0 1,-1 0,1-1,0 0,0 1,-1-1,1 0,0 0,0 0,8-8,-8 7,-1-1,1 1,0 0,-1 0,1 0,0 0,0 0,1 0,-1 1,0-1,1 1,-1-1,1 1,-1 0,1 0,-1 0,1 0,0 1,0-1,-1 1,1-1,0 1,0 0,-1 0,1 0,0 1,0-1,0 1,-1-1,1 1,0 0,-1 0,1 1,29 46,-32-44,1-1,0 1,0-1,1 1,-1-1,1 0,-1 1,1-1,0 0,1 0,-1 0,0-1,1 1,-1-1,1 1,0-1,0 0,0 0,0 0,0 0,0 0,1-1,-1 0,0 1,1-1,-1 0,1-1,0 1,-1-1,1 1,-1-1,1 0,0-1,-1 1,1-1,4-3,1-1,-1 0,0 0,-1-1,0 0,0 0,0-1,0 1,-1-2,0 1,-1-1,0 0,0 0,1-4,-3 8,-1-1,-1 1,1-1,-1 0,1 1,-1-1,-1 0,1 0,-1 1,0-1,0 0,0 0,0 0,-1 1,0-1,0 0,0 0,-1 1,0-1,1 1,-2 0,1-1,0 1,-1 0,0 0,0 0,0 1,0-1,-1 1,1 0,-1 0,0 0,0 0,0 0,-3 0,4 1,0 0,0 1,-1 0,1-1,-1 1,1 0,-1 1,0-1,1 1,-1 0,0-1,1 2,-1-1,1 0,-1 1,0-1,1 1,-1 0,1 0,-1 1,1-1,0 1,0 0,-1 0,1 0,-1 0,-69 71,64-62,-5 5</inkml:trace>
  <inkml:trace contextRef="#ctx0" brushRef="#br0" timeOffset="1675.44">781 112,'4'0,"9"0,9 0,9 0,9 0,7 0,4-2,0-1,-6 0,-10 1</inkml:trace>
  <inkml:trace contextRef="#ctx0" brushRef="#br0" timeOffset="3187.487">847 18,'380'0,"-379"0,0 1,0-1,1 0,-1 0,0 0,0 0,0 0,0 0,1 0,-1 0,0 0,0 0,0-1,0 1,0 0,0-1,0 1,0-1,0 1,0-1,0 0,0 1,0-1,0 0,0 0,0 0,-1 1,1-1,0 0,-1 0,1-1,-1-3</inkml:trace>
  <inkml:trace contextRef="#ctx0" brushRef="#br0" timeOffset="5131.586">1515 447,'5'11,"6"11,5 8,7 6,5 4,3 1,7 2,0-3,2-1,-3-3,-4-3,-6-4,-6-6,-3-6,-5-9,-5-9,-4-5</inkml:trace>
  <inkml:trace contextRef="#ctx0" brushRef="#br0" timeOffset="5362.968">1877 473,'-7'12,"-7"9,-3 10,-3 7,-3 7,-4 3,-1-1,2-3,1-5,6-6,6-12,5-13,4-9</inkml:trace>
  <inkml:trace contextRef="#ctx0" brushRef="#br0" timeOffset="5676.406">1583 246,'-9'9,"-1"5,4 3,7 1,10-1,13-3,11-4,9-6,5-6,2-5,-1-1,-4 1,-8 1,-11 4,-9 3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8:56.78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2075 126,'-11'-12,"0"1,-1 1,-1 0,0 0,0 1,-1 1,0 0,-1 1,1 0,-1 1,0 1,-1 1,1 0,-6 0,-47-3,0 4,1 2,-6 4,65-3,-45 2,1 1,0 3,0 3,0 1,1 3,1 2,0 2,1 2,1 2,-27 18,-55 42,-90 76,190-132,0 1,2 2,1 0,1 2,-1 4,-62 77,49-67,3 3,1 0,3 2,2 2,2 1,2 1,-2 12,-52 143,71-174,0 1,2-1,2 1,1 0,2 1,1-1,2 2,0 9,1 0,3 0,2 0,11 44,4-22,3-1,29 57,-42-101,2 0,0 0,2-2,1 1,0-2,1 0,1-1,1-1,1-1,1 0,0-2,1 0,0 0,146 84,181 67,-121-73,-182-73,-35-16,0 1,0 0,-1 0,1 1,-1 0,0 1,-1 0,0 1,7 7,22 37,-34-44,0-1,1 1,0-1,1 0,-1 0,1 0,1-1,-1 0,1 0,0-1,1 0,-1 0,1-1,0 0,1 1,36 7,-1-2,1-1,1-3,-1-2,1-1,0-3,0-2,26-4,508-72,-505 67,1 4,47 2,199-20,-312 25,0-1,0-1,0 1,0-2,0 1,0-1,-1-1,1 0,-1 0,0-1,0 0,-1-1,0 0,0 0,0 0,4-6,13-12,-1 0,-2-2,0-1,-2-1,-1-1,-1 0,-1-1,-2-1,-1-1,7-25,28-211,-38 188,3 0,4 0,10-21,-8 45,-6 20,-2 0,-1 0,-2-1,2-26,-5-3,-3 1,-3-1,-3 1,-9-49,8 88,-1 0,-2 0,0 1,-2 0,-1 0,0 1,-2 0,-1 1,-1 1,-1 0,0 0,-15-14,-13-5,0 2,-3 2,-1 1,-2 3,-1 2,-1 2,-2 3,0 2,-46-14,-357-146,413 167,-2 2,0 2,-1 2,0 2,0 2,-1 3,1 1,-1 2,0 2,-2 3,-39 12,1 5,0 3,2 4,1 4,2 4,1 3,-9 9,-25 14</inkml:trace>
  <inkml:trace contextRef="#ctx0" brushRef="#br0" timeOffset="5322.575">1073 3348,'-8'-3,"-1"0,1 0,-1 1,1 1,-1 0,0 0,0 0,0 1,1 0,-1 1,0 0,0 0,1 1,-1 0,1 1,-1 0,1 0,0 1,0 0,0 0,0 1,-21 9,1 1,1 1,0 2,1 0,1 2,1 1,-20 21,-66 93,-69 113,158-215,2 1,1 2,2 0,1 0,2 1,1 1,2 0,2 1,-3 38,2-16,3 0,3 1,2-1,3 0,2 0,3 0,4 4,13 39,4-2,5-1,4-2,4-1,52 89,-40-111,3-2,3-3,3-2,3-3,3-3,3-2,-69-59,36 33,1-2,2-1,1-2,1-2,1-2,2-2,0-2,2-2,0-2,40 9,40-5,2-6,0-6,0-5,8-6,-124 1,488-4,-439-3,0-3,-1-2,0-4,-1-2,-1-2,0-3,-2-3,-1-2,-2-3,0-2,-3-2,38-33,-60 39,0 0,-2-2,-2-1,0-1,-3-1,0-2,-3 0,-1-1,-1-1,-2 0,-2-1,-2-1,13-55,-5 0,-3-1,-5-1,-4 0,-4-38,-1 51,-3 1,-4-1,-4 1,-3 1,-4 0,-3 0,-15-35,-45-182,66 260,-2 0,-2 1,-1 0,-2 2,-1 0,-2 1,-8-8,9 12,-105-120,14 21,99 114,0 2,-2 0,1 1,-2 0,0 2,0-1,-1 2,0 0,-1 1,0 1,0 1,-1 0,-11-1,28 7,-151-72,116 60,-1 1,1 2,-1 2,-1 1,0 2,0 1,0 3,0 1,-30 4,4-3,-2 0,-141-2,0 9,1 9,-96 25,212-22,2 4,1 4,0 3,-15 12,52-20,1 2,1 2,1 2,1 3,2 1,1 2,2 3,31-27,1 1,1 0,0 1,1 0,0 0,1 1,0 0,1 1,-3 5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9:44.53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40 42,'4'11,"4"4,3-3,2-8,1-7,-2-7,-3-5,-3-2,-5 2,-7 4,-5 3,-5 4,-2 6,0 6,0 6,4 7,4 4,3-1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9:44.80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38 73,'1'0,"0"1,0-1,0 1,0-1,-1 0,1 1,0-1,0 0,0 0,0 1,0-1,0 0,0 0,0 0,0 0,-1 0,1-1,0 1,0 0,0 0,0 0,0-1,0 1,0-1,-1 1,1-1,0 1,0-1,-1 1,1-1,0 1,0-1,-1 0,1 0,-1 1,1-1,-1 0,1 0,-1 0,1 1,-1-1,0 0,0 0,1 0,-1 0,0 0,0 0,0 0,0 0,0 0,0 1,0-1,0 0,0-1,0 1,1 0,0 0,-1 0,1-1,-1 1,1 0,-1-1,1 1,-1 0,0-1,0 1,0 0,0-1,0 1,0-1,0 1,0 0,0-1,-1 1,1 0,-1-1,1 1,-1 0,1 0,-1-1,0 1,1 0,-1 0,0 0,0 0,0 0,0 0,0 0,0 0,0 0,0 1,-1-1,1 0,0 1,0-1,-1 0,1 1,0 0,-1-1,1 1,0 0,-1 0,1 0,0 0,-1 0,1 0,-1 0,1 0,0 0,-1 1,0-1,-1 3,0 0,0 0,0 0,1 0,-1 0,1 1,0-1,0 1,0 0,0-1,1 1,-1 0,1 0,0 0,0 0,1 0,-1 0,1 1,0-1,0 0,0 0,0 0,1 0,0 0,0 0,0 0,0 0,0 0,1 0,0 0,0-1,1 3,12 9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39:41.35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110 106,'-3'16,"-2"14,-3 13,-1 12,0 11,-1 9,-4 5,-1-3,1-6,2-12,2-15</inkml:trace>
  <inkml:trace contextRef="#ctx0" brushRef="#br0" timeOffset="348.064">16 186,'2'34,"3"0,0 0,2 0,2-1,1 0,2-1,1 0,1 0,2-2,1 0,1-1,1 0,3-1,-12-12,1 0,1-1,1-1,0 0,1-1,0 0,1-1,0 0,11 5,-25-17,1 1,-1 0,1 0,-1-1,1 1,-1-1,1 0,0 1,-1-1,1 0,0 0,-1 0,1 0,0 0,-1 0,1-1,0 1,-1 0,1-1,0 0,-1 1,1-1,-1 0,1 0,-1 1,0-1,1 0,-1-1,0 1,0 0,0 0,1 0,-1-1,-1 1,1-1,0 1,0 0,0-1,-1 0,1 1,-1-1,1-1,15-73,-16 76,3-79,-4 0,-3 0,-3 0,-8-23,2 0,2-30,11 131,0 0,0 0,1 0,-1 1,0-1,0 0,1 0,-1 1,0-1,1 0,-1 1,1-1,-1 0,1 1,-1-1,1 0,0 1,-1-1,1 1,0-1,-1 1,1 0,0-1,0 1,-1 0,1-1,0 1,0 0,-1 0,1 0,0-1,0 1,0 0,0 0,-1 0,1 1,0-1,0 0,0 0,-1 0,1 0,0 1,0-1,0 0,-1 1,1-1,0 1,-1-1,1 1,0-1,-1 1,1-1,-1 1,1 0,-1-1,1 1,-1 0,1-1,-1 1,0 0,1 0,-1 0,0-1,0 1,0 0,1 0,19 29,-2 5</inkml:trace>
  <inkml:trace contextRef="#ctx0" brushRef="#br0" timeOffset="656.878">537 774,'0'14,"0"0,1 0,1 0,0-1,1 1,0 0,1-1,2 2,-5-11,1 1,0-2,0 1,1 0,-1 0,1-1,0 1,0-1,0 0,0 0,0 0,1 0,-1-1,1 1,0-1,0 0,0 0,0 0,0-1,0 1,0-1,1 0,-1 0,1-1,-1 1,0-1,3 0,-2 0,0-1,-1 0,1 0,0 0,-1-1,1 0,-1 1,1-2,-1 1,0 0,0-1,0 0,0 0,0 0,-1 0,0-1,1 1,-1-1,0 0,-1 0,1 0,-1 0,0 0,0-1,0 1,0-1,-1 1,1-1,0-2,0 1,0-1,-1 0,0 0,0 0,0 0,-1 1,0-1,0 0,-1 0,0 0,0 0,-1 0,1 1,-1-1,-1 1,0-1,1 1,-3-3,2 6,1 0,-1 1,0-1,0 1,0 0,0-1,0 1,0 1,0-1,-1 0,1 1,-1 0,1 0,-1 0,0 0,1 0,-1 1,0 0,1 0,-1 0,0 0,0 0,1 1,-1-1,0 1,1 0,-1 0,1 1,-1-1,1 1,0 0,0-1,-1 1,1 1,0-1,1 0,-1 1,0 0,1-1,-1 1,1 0,0 0,0 0,0 1,0 1,-16 26,5-2</inkml:trace>
  <inkml:trace contextRef="#ctx0" brushRef="#br0" timeOffset="1154.447">979 12,'-12'25,"2"1,1 0,1 1,2 0,0 0,2 1,1 0,0 23,3-51,-5 87,4 1,3 0,12 69,-13-141,1 0,0 0,1 0,1 0,1-1,0 0,1 0,0 0,1-1,9 14,-15-27,1 1,-1 0,0-1,1 1,-1-1,1 1,-1-1,1 0,0 0,-1 0,1 0,0 0,0 0,0 0,0 0,0-1,0 1,0-1,0 1,0-1,0 0,0 0,0 0,1 0,-1 0,0-1,0 1,0 0,0-1,0 0,0 1,0-1,0 0,-1 0,2 0,47-56,-36 27,-2 0,-1 0,-2-1,4-21,-8 32,-24 152,19-127,0 0,0 0,0 0,1 0,0 0,0 0,0-1,1 1,0 0,0-1,0 1,0-1,0 0,1 1,0-1,0 0,0-1,1 1,-1-1,1 1,0-1,0 0,0 0,0-1,4 3,-1-3,0 1,-1-2,1 1,0-1,0 0,0 0,0-1,0 0,0 0,0-1,0 0,0 0,0-1,-1 1,1-2,0 1,-1-1,1 0,-1 0,0 0,0-1,0 0,3-3,14-13</inkml:trace>
  <inkml:trace contextRef="#ctx0" brushRef="#br0" timeOffset="1333.012">871 400,'3'0,"11"0,18-2,21-1,17-3,16 1,6 0,-12 2</inkml:trace>
  <inkml:trace contextRef="#ctx0" brushRef="#br0" timeOffset="2696.587">1554 600,'10'-5,"0"1,1 0,0 0,0 1,0 1,1 0,-1 0,0 1,1 0,-1 1,8 1,-13 0,0 0,0 0,0 0,0 1,0-1,-1 1,1 1,-1-1,1 1,-1 0,0 0,0 1,0 0,-1-1,1 2,-1-1,0 0,0 1,0 0,-1 0,0 0,2 4,0 3,0 0,-1 0,-1 1,0-1,-1 1,0 0,-1 0,0 0,-1 0,-1 0,0 0,-2 5,-38 152,-47 102,87-268,-1 0,1 0,0 0,0 0,1 0,-1 0,1 0,0 0,0 0,0 0,1 1,-1-1,1 0,0 0,0 0,1 0,-1 0,1-1,0 1,0 0,0-1,0 1,1-1,-1 0,1 0,0 0,0 0,0 0,0 0,1-1,-1 0,3 2,7-1,1 0,-1-1,1 0,0-1,-1 0,1-1,0-1,-1-1,1 1,-1-2,1 0,-1-1,0 0,0-1,10-5,-11 5,-1-1,0 1,0-2,-1 0,0 0,0-1,0 0,5-7,-12 12,0 0,0 0,-1-1,1 1,-1-1,0 1,0-1,0 0,0 0,-1 0,0 0,0 0,0 0,0-1,0 1,-1 0,0 0,0-1,0 1,0 0,-1 0,0-1,0 1,0 0,0 0,-2-4,-7-8,-1 1,0 0,-1 0,-1 1,0 1,-1 0,0 1,-1 0,0 1,-10-5,-6-5,-2 1,0 1,-1 2,0 1,-1 2,-1 2,-1 1,-27-5,53 11,34 3,-9 1,394-39,-341 35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40:21.10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0,'2'11,"3"4,3 0,3-1,-1-3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40:21.37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24,'14'5,"8"-4,4-6,-3-6,-6-3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40:19.05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168 268,'-16'14,"2"1,-1 0,2 1,0 1,0 0,2 0,0 1,1 1,1 0,1 0,1 1,0 0,1 0,2 0,-2 13,4-25,1 0,0 0,0-1,1 1,0 0,1 0,-1 0,2 0,-1 0,1-1,0 1,0-1,1 1,0-1,1 0,-1 0,1 0,1 0,-1-1,1 0,0 0,1 0,-1 0,1-1,0 0,1 0,-1-1,1 0,0 0,0 0,0-1,7 3,-4-4,0-1,-1 1,1-1,0-1,0 0,0 0,-1-1,1 0,0-1,-1 0,1-1,-1 1,1-2,-1 1,0-2,-1 1,1-1,-1 0,0-1,0 0,0 0,-1-1,0 0,0 0,0-1,3-4,0 0,-1-1,0 0,-1-1,0 1,-1-2,-1 1,0-1,-1 0,-1 0,0 0,-1-1,0 0,-2 1,1-7,-2 13,0 0,-1-1,0 1,-1 0,0 0,0 1,-1-1,0 0,0 1,-1 0,0-1,0 2,-1-1,0 0,-1 1,0 0,0 0,0 1,-1-1,0 2,0-1,0 1,-1 0,0 0,0 1,0 0,0 0,-1 1,1 0,-1 1,0 0,0 0,0 1,0 0,0 0,0 1,0 0,-1 1,1 0,0 1,1 0,-1 0,0 1,0 0,1 2,0-1,0 1,0 0,1 1,0-1,0 2,0-1,1 1,0 0,0 0,1 0,0 1,0 0,1 0,0 0,0 1,1-1,0 1,1 0,-1 0,2 0,-1 0,1 0,1 1,0-1,0 0,1 0,0 0,0 0,1 0,0 0,1 0,2 5,24 30,4-10</inkml:trace>
  <inkml:trace contextRef="#ctx0" brushRef="#br0" timeOffset="508.094">569 1,'3'41,"16"59,-5 1,-3 0,-5 13,-4 210,1-305,3-48,-5 24,4-23,1-9,1-1,3 2,0-1,9-15,-18 49,-1 0,1 0,0 0,0 0,1 0,-1 0,0 0,1 0,0 1,0-1,0 1,0-1,0 1,0 0,0-1,1 1,-1 0,1 1,0-1,-1 0,1 1,0 0,0-1,0 1,0 0,0 1,0-1,0 0,1 1,-1 0,0 0,0 0,0 0,3 0,0 6,1-1,-1 1,0 0,-1 1,1-1,-1 1,-1 0,1 0,-1 1,-1-1,1 1,-1 0,0 0,-1 0,0 0,0 1,-1-1,0 0,-1 9,2-11,0-1,-1 1,0 0,0 0,-1 0,1 0,-2 0,1 0,0 0,-1 0,0 0,-1 0,1 0,-1 0,0-1,-1 1,1-1,-1 1,0-1,0 0,-1 0,1 0,-1-1,0 1,-1-1,1 0,-1 0,-5 3,-4-3,0 0,0-1,-1 0,1-1,-1-1,1 0,-1-1,0 0,-8-2,-18-8,28 3</inkml:trace>
  <inkml:trace contextRef="#ctx0" brushRef="#br0" timeOffset="1409.87">1091 335,'-11'2,"0"1,0 0,0 1,0 0,1 0,0 1,0 1,0-1,1 2,0-1,0 1,0 1,1 0,0 0,-5 7,12-12,-1-1,1 1,0 0,0 0,0-1,0 1,0 0,1 0,-1 0,1 0,0 0,-1 0,2 0,-1 0,0 0,1 0,-1 0,1 0,0 0,0 0,0 0,0 0,0-1,1 1,-1 0,1-1,0 1,0-1,0 0,0 0,1 2,83 58,-74-54,14 8,-7-6,0 1,-1 1,0 1,-1 0,0 1,-1 1,-1 0,11 15,-25-28,1 1,0-1,-1 1,1-1,-1 1,0 0,1-1,-1 1,-1 0,1 0,0 0,-1 0,1 0,-1 0,0 0,0 0,0-1,-1 1,1 0,-1 0,1 0,-1 0,0 0,0 0,0-1,0 1,-1 0,1-1,-1 1,0-1,0 0,1 1,-1-1,-1 0,1 0,-2 1,-3 2,-1 0,1 0,-1-1,-1 0,1 0,0-1,-1 0,0 0,0-1,1 0,-1-1,0 0,-3 0,7-1,0 0,0 0,1 0,-1 0,0-1,0 0,1 0,-1 0,0 0,1-1,-1 0,1 0,0 0,-1 0,1-1,0 0,0 0,1 0,-1 0,1 0,-1-1,1 1,0-1,1 0,-3-3,4 5,1 0,-1 0,0 0,0 0,1 0,-1-1,1 1,0 0,-1 0,1-1,0 1,1 0,-1 0,0-1,1 1,-1 0,1 0,-1 0,1 0,0-1,0 1,0 0,0 0,1 1,-1-1,0 0,1 0,-1 1,1-1,0 0,59-38,77-20,-92 42,-1-2,-1-2,-1-2,10-8,-12-8,-40 40,0-1,-1 0,1 0,0 0,-1 0,1 0,-1 0,1 0,-1 0,0 0,1 0,-1 0,0 0,0 0,0-1,1 1,-1 0,0 0,-1 0,1 0,0 0,0 0,0 0,-1 0,1-1,0 1,-1 0,1 0,-1 0,0 1,1-1,-1 0,0 0,1 0,-1 0,0 0,0 1,0-1,1 0,-1 1,0-1,0 1,0-1,0 1,0-1,0 1,-1 0,-1-2,-1 1,1 0,0 0,-1 0,1 0,-1 1,1 0,-1-1,1 1,-1 0,1 1,-1-1,1 1,-1-1,1 1,-1 0,1 1,0-1,0 0,-1 1,1 0,0 0,0 0,1 0,-1 0,0 0,1 1,-1-1,1 1,0 0,-1 1,0 1,0-1,0 1,0 0,1 0,0 0,0 0,0 0,0 0,1 1,0-1,0 0,1 1,-1-1,1 1,1-1,-1 1,1-1,-1 1,2-1,-1 2,4 2,0 0,0 0,1-1,0 1,1-1,-1-1,2 1,-1-1,1 0,0-1,0 0,1 0,-1-1,2 0,-1 0,0-1,1-1,0 1,-1-2,1 1,1-1,-1-1,0 1,0-2,1 0,-1 0,3-1,-8 0,1 1,0-2,-1 1,1-1,-1 1,1-2,-1 1,0-1,0 1,0-1,0-1,-1 1,1-1,-1 1,0-1,0-1,0 1,-1 0,1-1,-1 0,0 0,-1 0,1 0,-1 0,0-1,0 1,0-1,2-9,0-1,-1 0,-1 1,0-1,-1 0,0 0,-2 0,0 0,-1-4,-11-54,13 73,1-1,0 1,0-1,0 1,0 0,0-1,0 1,1 0,-1 0,0 0,1 0,-1 0,0 0,1 0,-1 1,1-1,-1 0,1 1,0-1,-1 1,1 0,0-1,-1 1,1 0,0 0,-1 0,1 0,0 1,-1-1,1 0,3 0,160 4,-161-5,1 1,0 0,-1 0,1 1,0-1,0 1,-1 0,1 0,-1 1,1-1,-1 1,0 0,1 0,-1 1,0-1,-1 1,1 0,0 0,-1 0,1 0,-1 1,0-1,0 1,0 0,-1 0,0 0,1 0,-1 1,0-1,-1 0,1 1,-1-1,0 1,0 4,-1 7,-2-1,0 1,0 0,-1-1,-1 0,-1 0,0 0,-5 8,-14 50,23-72,0 1,1 0,-1-1,0 1,1 0,-1-1,1 1,0 0,0 0,0 0,0-1,0 1,0 0,0 0,0 0,0-1,1 1,-1 0,1-1,0 1,-1 0,1-1,0 1,0 0,0-1,0 0,0 1,0-1,1 0,-1 1,0-1,1 0,-1 0,1 0,-1 0,1 0,-1 0,1-1,0 1,-1 0,1-1,0 1,8-1,0 0,-1-1,1 0,-1 0,1-1,-1 0,0-1,0 0,0-1,0 1,0-2,-1 1,6-5,20-10</inkml:trace>
  <inkml:trace contextRef="#ctx0" brushRef="#br0" timeOffset="1736.996">2241 389,'-1'22,"1"0,1 0,1 1,2-1,0 0,1-1,1 1,1-1,0 0,2-1,1 0,10 17,-14-26,1 0,0 0,0-1,1 0,1 0,0-1,0 0,2 1,-8-8,0 1,0-1,0 0,0 0,1 0,-1 0,0-1,1 1,-1-1,1 0,0 0,-1 0,1-1,0 1,0-1,-1 0,1 0,0 0,-1-1,1 1,0-1,0 0,-1 0,1 0,-1 0,1-1,-1 1,0-1,3-1,3-6,-1 0,0 0,-1 0,0-1,0 0,-1 0,0-1,-1 0,0 0,0 0,-2-1,1 1,-1-1,-1 0,0 0,-1-8,5-40,14-58,-13 104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41:05.31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22700 2325,'0'0</inkml:trace>
  <inkml:trace contextRef="#ctx0" brushRef="#br0" timeOffset="-77673.759">1097 7793,'18'0,"15"0,13 0,8 0,6 0,0 0,-3 0,-12 3,-13 0</inkml:trace>
  <inkml:trace contextRef="#ctx0" brushRef="#br0" timeOffset="-77416.846">1230 8074,'16'0,"14"0,13 0,14-2,8-5,4-5,2-1,-11 1</inkml:trace>
  <inkml:trace contextRef="#ctx0" brushRef="#br0" timeOffset="-79622.444">228 7660,'0'16,"0"14,0 14,0 12,0 9,-3 4,0 0,-2-3,-1-8,2-10,0-10,2-12</inkml:trace>
  <inkml:trace contextRef="#ctx0" brushRef="#br0" timeOffset="-79044.781">0 7433,'36'-9,"64"-2,0 5,0 4,32 6,-111-4,0 1,-1 1,1 1,0 1,-1 1,0 1,0 1,-1 0,16 9,-32-14,0-1,0 1,-1 0,1 0,-1 0,0 0,1 0,-1 0,0 1,0-1,-1 1,1-1,0 1,-1 0,0 0,1 0,-1 0,0 0,0 0,-1 0,1 0,-1 0,0 0,1 0,-1 0,-1 1,1-1,0 0,-1 0,1 0,-1 0,0 0,0 0,-1 0,1 0,0 0,-1-1,0 1,1-1,-1 1,-2 1,-7 7,0 0,-1-1,0 0,-1-1,0 0,0-1,-1-1,0 0,0-1,0 0,-1-1,0-1,0 0,-1-1,1-1,0 0,-5-1,5-1</inkml:trace>
  <inkml:trace contextRef="#ctx0" brushRef="#br0" timeOffset="-78700.703">174 8274,'7'5,"6"1,4 2,6 0,3-2,4-1,4-3,5-2,3-5,1-3,0-1,-5 0,-9 0</inkml:trace>
  <inkml:trace contextRef="#ctx0" brushRef="#br0" timeOffset="-78059.326">428 7620,'-3'2,"-4"5,-4 5,-5 1,-4 2,-1 0,2-3,0-3,5-3</inkml:trace>
  <inkml:trace contextRef="#ctx0" brushRef="#br0" timeOffset="-76735.491">2460 7045,'-14'29,"2"1,1 1,1 0,2 0,1 1,1 0,2 0,1 0,2 1,2 14,-1-43,16 882,-15-866,38 505,-35-495</inkml:trace>
  <inkml:trace contextRef="#ctx0" brushRef="#br0" timeOffset="-75400.735">2834 7446,'-5'-9,"2"-1,4 4,11 7,13 6,14 1,12 0,11-1,9-3,5-4,0-3,-14-3</inkml:trace>
  <inkml:trace contextRef="#ctx0" brushRef="#br0" timeOffset="-76042.644">2900 7714,'-15'15,"0"1,0 1,2 0,0 1,1 1,1 0,0 0,2 1,0 0,1 1,2 0,0 0,1 1,1-1,1 1,0 13,12 47,-8-80,0 1,0-1,0 0,0 0,0 0,0 0,0 0,1-1,-1 1,1 0,-1-1,1 1,0-1,0 1,0-1,0 0,0 1,0-1,0 0,0-1,0 1,0 0,0 0,1-1,-1 0,0 1,0-1,1 0,-1 0,0 0,0 0,1-1,-1 1,1-1,8-3,0-1,-1 0,0-1,0 0,0 0,0-1,-1 0,-1-1,1 0,-1-1,0 0,-1 0,0 0,-1-1,2-3,6-8,-1 0,-2-1,0 0,-1-1,-1 0,4-18,-10 29,0 0,0 0,-2 0,1 0,-2 0,1 0,-2 0,0 0,0-1,-1 1,0 1,-1-1,-1 0,-3-7,5 14,0 0,0 1,0 0,-1-1,1 1,-1 0,-1 0,1 0,0 1,-1-1,0 1,1 0,-1 0,-1 0,1 1,0-1,-1 1,1 0,-1 0,0 0,1 1,-1 0,0 0,0 0,0 1,0-1,0 1,0 0,0 0,0 1,0 0,0 0,0 0,0 0,1 1,-4 1,1 1,1 1,0 0,0 0,0 1,0-1,1 1,0 1,0-1,1 1,0-1,0 1,0 0,1 1,0-1,1 1,-1-1,1 1,1 0,-1 0,2-1,-1 1,1 0,0 0,0 0,1 0,0 0,1 0,0 0,0-1,0 1,3 4,10 16,1-1,2 0,0-1,2-1,0-1,12 10,-6-7,-2 0,-2 2,0 1,12 24,-25-37</inkml:trace>
  <inkml:trace contextRef="#ctx0" brushRef="#br0" timeOffset="-75715.042">3248 8087,'0'18,"10"93,-9-107,1 0,-1 0,1 0,0 0,0 0,0-1,0 1,1-1,0 1,-1-1,1 0,1 0,-1 0,0 0,1-1,-1 1,1-1,0 0,0 0,0 0,0-1,0 1,0-1,1 0,5 1,0-1,0 0,-1-1,1 0,0 0,0-1,-1-1,1 1,0-2,-1 1,0-1,0-1,0 0,0 0,0 0,-1-1,1-1,0-1,-3 4,-1-1,0 0,-1 0,1 0,-1-1,0 1,0-1,0 0,-1 0,1-1,-1 1,-1-1,1 0,-1 1,0-1,0 0,-1 0,1 0,-1-1,-1 1,1 0,-1 0,0 0,-1-1,1 1,-1 0,0 0,-1 0,0 0,-2-2,0 0,-1 1,0 0,-1 0,1 0,-1 0,-1 1,1 0,-1 0,0 1,0 0,-1 0,1 1,-1 0,0 0,0 1,-1 0,1 0,-1 1,1 0,-1 0,0 1,0 0,0 1,0 0,1 0,-1 1,0 0,0 1,1 0,-1 0,1 1,-1 0,1 0,-1 1,-1 1,-1 1,1-1,0 1,1 1,-1 0,1 1,1-1,-1 2,1-1,1 1,-1 0,2 1,-2 1,-3 11</inkml:trace>
  <inkml:trace contextRef="#ctx0" brushRef="#br0" timeOffset="-72531.887">2447 8796,'-11'35,"4"269,-34 250,39-532,0-14,1 0,0 0,1 0,0 0,0 0,0 0,1 0,1-1,-1 1,1 0,2 5,6-3,0-8</inkml:trace>
  <inkml:trace contextRef="#ctx0" brushRef="#br0" timeOffset="-71807.431">2900 9171,'-5'-1,"-1"1,0 0,0 1,1-1,-1 1,0 0,1 1,-1-1,1 1,-1 0,1 1,0-1,0 1,0 0,0 0,1 1,-1-1,1 1,0 0,0 0,0 0,0 1,1 0,0-1,0 1,0 0,1 1,-1-1,0 4,-13 24,2 0,1 1,1 1,3 0,0 0,2 0,2 1,2 0,0 8,16 61,-12-102,0-1,0 1,0 0,0-1,0 1,1-1,-1 1,1-1,-1 1,1-1,0 0,0 0,0 0,0 0,1 0,-1-1,0 1,1 0,0-1,-1 0,1 0,-1 0,1 0,0 0,0 0,0-1,0 1,-1-1,1 0,0 0,0 0,0 0,0 0,1-1,6-3,0 1,0-2,0 1,-1-1,0-1,0 0,0 0,-1-1,0 1,0-2,-1 1,0-1,4-6,14-17,-1-1,-2-2,-1 0,-2-1,-1-1,-2-1,-2 0,-1-1,-1-1,-3 0,-1 0,-2-1,-2 0,-1 0,-2-6,-1 44,1-6,-1 0,0 0,0 0,0 0,-1 0,-1 0,1 0,-1 0,0 0,-1 1,0-1,0 1,-1 0,0 0,-4-6,6 11,1 1,-1-1,0 1,0 0,0 0,0 0,0 0,0 0,0 0,-1 0,1 1,0-1,0 1,-1-1,1 1,0 0,0 0,-1 0,1 1,0-1,-1 0,1 1,0-1,0 1,0 0,0 0,-1 0,1 0,0 0,-56 44,46-32,0 2,0 0,2 0,0 1,1 0,0 1,1 0,1 0,1 0,0 1,1 0,1 1,1-1,1 1,0-1,2 1,0-1,1 1,0 0,2-1,0 1,1-1,1 0,1 0,0-1,1 0,1 0,1 0,6 8,64 57,-68-74,0 1,-1 1,1 0,-2 0,0 1,0 0,-1 0,0 1,-1 0,0 1,-1 0,-1 0,0 0,3 13,-7-11</inkml:trace>
  <inkml:trace contextRef="#ctx0" brushRef="#br0" timeOffset="-71463.686">3222 9598,'-7'42,"-4"75,12-112,-1 0,1-1,0 1,1 0,-1-1,1 0,0 1,0-1,0 0,0 0,1 0,0 0,0 0,0-1,0 1,0-1,1 0,-1 0,1 0,0 0,0-1,0 1,2-1,4 3,0-2,0 1,0-1,1-1,-1 0,1 0,-1-1,1-1,0 1,-1-2,1 1,-1-2,1 1,-1-2,1 1,-1-1,0-1,0 0,0 0,-1-1,3-1,-8 2,0 0,0 0,0 0,0 0,-1 0,1-1,-1 0,0 0,-1 0,1 0,-1 0,0 0,0-1,-1 1,1-1,-1 1,0-1,-1 0,0 1,0-1,0 0,0 1,-1-1,0 0,0 1,0-1,-1 1,0 0,0-1,0 1,-1 0,0 0,0 0,0 1,0-1,-1 1,0-1,0 1,0 1,0-1,-4-2,2 1,1 0,-1 1,0 0,0 0,0 0,-1 1,1 0,-1 0,0 1,0 0,0 0,0 0,0 1,0 0,-1 1,1-1,0 1,0 1,-1-1,1 1,0 1,0-1,0 1,0 0,0 1,1 0,-1 0,1 0,-1 1,1 0,0 0,1 1,-1-1,1 1,0 0,0 1,0-1,1 1,0 0,-2 4,-1 41,12-31</inkml:trace>
  <inkml:trace contextRef="#ctx0" brushRef="#br0" timeOffset="-74036.731">4144 7714,'44'-2,"-31"1,0 0,0 1,1 0,-1 1,0 0,0 1,0 1,0 0,0 0,-1 1,2 2,-9-3,0 1,-1-1,1 1,-1 0,0 1,0-1,0 1,-1-1,1 1,-1 0,0 1,-1-1,1 0,-1 1,0 0,-1-1,1 1,-1 0,0 1,0 114,-50 53,50-166,9-18,21-32,-1-1,-3-1,-2-1,10-27,-33 67,90-237,-90 235,5-11,-1 30,-6 139,-3-119,1-1,2 1,1 0,1-1,2 1,1-1,2 0,1 0,11 27,-17-52,1 0,0 0,0 0,0 0,1 0,0-1,0 0,0 0,1 0,-1 0,1 0,1-1,-1 0,0 0,1-1,0 1,0-1,0-1,0 1,0-1,1 0,-1 0,1-1,-1 0,1 0,0 0,-1-1,1 0,22-25,-21 7</inkml:trace>
  <inkml:trace contextRef="#ctx0" brushRef="#br0" timeOffset="-73763.426">4518 7874,'-16'0,"-7"0,0 2,6 4,11 2,15 0,20-1,23-5,23-6,20-10,13-7,7-4,-4-1,-15 3,-24 4</inkml:trace>
  <inkml:trace contextRef="#ctx0" brushRef="#br0" timeOffset="-67470.161">4211 9117,'-1'1,"1"0,-1 0,0 0,0-1,1 1,-1 0,0-1,0 1,0-1,0 1,0-1,0 1,0-1,0 0,0 1,0-1,0 0,0 0,0 0,0 0,-1 0,1 0,0 0,0 0,0 0,0 0,0-1,0 1,0 0,0-1,0 1,0-1,0 1,0-1,0 1,0-1,1 0,-1 1,0-1,0 0,1 0,-1 0,0 0,1 0,-1 1,1-1,-1 0,1 0,-1 0,1 0,0-1,0 1,-1 0,1 0,0 0,0 0,0 0,0 0,0 0,0 0,1 0,-1 0,0 0,0 0,1 0,0-1,4-3,1 1,0 0,0 0,0 1,1 0,-1 0,1 1,0-1,0 2,0-1,0 1,0 0,0 0,0 0,7 2,-8-2,1 0,0 1,-1 0,1 1,-1 0,1 0,0 0,-1 1,1-1,-1 2,0-1,0 1,0 0,0 0,0 0,-1 1,1 0,-1 0,0 1,0-1,-1 1,1 0,-1 0,0 1,0-1,1 5,3 13,-1 1,-1 1,-1-1,-1 1,-1 0,-1 0,-2 0,0 0,-2 0,0 0,-2 0,-1 0,-1-1,-5 15,-23 76,34-115,0-1,0 1,0 0,0 0,0 0,1 0,-1-1,0 1,0 0,0 0,0 0,1 0,-1 0,0 0,0-1,0 1,1 0,-1 0,0 0,0 0,0 0,1 0,-1 0,0 0,0 0,1 0,-1 0,0 0,0 0,0 0,1 0,-1 0,0 0,0 1,0-1,1 0,-1 0,0 0,0 0,0 0,1 0,-1 1,16-24,18-33,-3-1,-3-2,-2-1,-3-1,-2 0,-4-2,-1-4,-13 103,-5 25,0-29,0 0,3 0,1 1,1-1,1 0,8 23,-9-46,1 0,1 0,0-1,0 1,1-1,0 0,0 0,0-1,1 0,1 0,-1-1,1 0,0 0,0 0,1-1,0-1,0 1,0-2,0 1,1-1,-1 0,1-1,0 0,-1-1,1 0,0 0,0-1,0-1,6 0,-11 1,-1-1,1 1,-1-1,1 1,-1-1,1-1,-1 1,0-1,0 1,0-1,0 0,0-1,0 1,0-1,-1 0,1 0,-1 0,0 0,0 0,0-1,0 1,-1-1,1 0,-1 0,1-3,2-13</inkml:trace>
  <inkml:trace contextRef="#ctx0" brushRef="#br0" timeOffset="-67217.149">4358 9371,'20'2,"16"1,16 0,12-3,10-4,3-5,-3-4,-6-2,-14 2,-12 1,-14 2</inkml:trace>
  <inkml:trace contextRef="#ctx0" brushRef="#br0" timeOffset="-66925.86">4291 8864,'-9'-5,"-1"-1,8 0,14 3,14 3,15 1,18 0,14-2,13-3,6-1,-2 0,-9 1,-12 2,-15 2,-14 5,-15 0</inkml:trace>
  <inkml:trace contextRef="#ctx0" brushRef="#br0" timeOffset="-66036.495">5428 7512,'1'-18,"2"55,-2-23,40 873,-25-551,15 0,23 51,-40-302,-14-137,0 38</inkml:trace>
  <inkml:trace contextRef="#ctx0" brushRef="#br0" timeOffset="-63669.317">2567 1069,'0'2,"0"4,-2-1,-2 3,1 1,1 2,0 1,1 1,0-1</inkml:trace>
  <inkml:trace contextRef="#ctx0" brushRef="#br0" timeOffset="-60505.557">2540 1203,'10'172,"-8"-154,-1-5,-1-27,4-35,1 1,3 0,2 0,2 1,2 0,3-2,-14 38,1-1,1 0,0 1,0 0,1 0,1 0,0 1,0 0,1 0,0 1,1 0,0 1,0-1,1 2,0-1,9-3,15-6,1 2,0 2,1 1,0 2,1 1,0 2,34-2,50 2,97 7,-88 1,148 2,-224 5,0 2,-1 2,7 5,16 4,124 48,-160-49,-1 1,-2 3,0 1,-1 1,-2 2,-1 2,-1 1,10 14,-26-25,-1 1,0 0,-2 1,0 1,-2 0,0 0,-2 1,0 1,-2-1,0 6,79 278,-78-267,-2 0,-2 1,-2 0,-1 15,2 57,3-43,-4 1,-3 0,-3-1,-9 38,-39 115,46-206,0-1,-1 0,-1-1,-1 0,0 0,-1-1,0 0,-1 0,-1-2,-1 1,-3 2,-108 119,74-74,-136 146,77-117,75-66,-2-1,0-2,-2-2,-12 4,-143 33,159-50,0-1,0-3,-1 0,1-2,-6-2,-31 0,-332 2,225 14,151-14,19 2,0-1,0 0,0-1,0 1,0-1,0-1,0 0,0 0,0-1,0 1,0-2,0 1,1-1,0 0,-1-1,1 0,0 0,1 0,-1-1,1 0,0 0,0-1,0 0,1 0,-2-2,0-10,0-1,1 0,1-1,1 1,1-1,1 0,0 0,1 0,2 0,0 1,2-9,-1-34,-2-465,-30 369,-7 29,-11 48,37 66,1-1,1 0,0-1,1 0,1 0,-2-10,-41-186,40 184,1-1,2 0,1 0,1-1,0-9,-6-255,13 284,1 0,1 0,0 0,0 1,1-1,0 1,1 0,0 1,0-1,1 1,1 1,-1-1,2 1,-1 0,1 1,0 0,1 0,22-22,-7 5,8-9,1 2,2 2,1 1,10-5,-17 14,0-1</inkml:trace>
  <inkml:trace contextRef="#ctx0" brushRef="#br0" timeOffset="-59707.015">3623 334,'10'364,"-7"-311,-42-251,-45-154,81 342,2 8,0 0,-1-1,1 1,1-1,-1 1,0-1,0 1,1-1,-1 1,1-1,0 0,0 1,0-1,0 0,1 1,-1-1,1 0,-1 1,1-1,0 1,0-1,0 1,0 0,0-1,1 1,-1 0,1 0,-1 0,1 0,0 0,0 0,0 0,0 1,0-1,2 0,12-2,0 0,0 1,0 1,1 0,-1 2,9 0,-1 0,9-3,0 2,0 1,0 1,0 2,0 2,0 1,-1 1,0 2,-1 1,0 1,6 5,-34-15,1 1,-1-1,1 1,-1 0,0 1,0-1,0 0,0 1,0 0,0 0,-1 0,1 0,-1 0,0 0,0 0,0 1,-1-1,1 1,-1 0,1-1,-1 1,0 0,-1 0,1 0,-1 0,0-1,0 1,0 0,0 0,0 0,-1 0,0 0,0-1,0 1,-1 1,-8 10,0-1,-1-1,0 0,-1-1,-1 0,0 0,0-2,-1 0,-1 0,0-1,0-1,0 0,-1-1,-8 1,-126 42,142-47,7-3</inkml:trace>
  <inkml:trace contextRef="#ctx0" brushRef="#br0" timeOffset="-58579.788">6537 8008,'5'0,"5"0,9 0,7 0,7 0,3 0,4 0,-1 0,-3 2,-5 3,-5 3,-7 1</inkml:trace>
  <inkml:trace contextRef="#ctx0" brushRef="#br0" timeOffset="-58378.981">6537 8248,'12'12,"14"3,15-1,14-5,9-3,4-6,1-5,-12-2</inkml:trace>
  <inkml:trace contextRef="#ctx0" brushRef="#br0" timeOffset="-57768.519">7634 7740,'16'7,"14"6,11 7,10 8,6 8,4 10,0 6,-2 6,-7 4,-11 0,-9 0,-10-5,-7-7,-6-10,-4-14,-4-11</inkml:trace>
  <inkml:trace contextRef="#ctx0" brushRef="#br0" timeOffset="-57505.707">8074 7727,'-15'20,"-13"21,-11 15,-7 11,-3 8,-2 4,3 2,5-6,7-10,11-11,13-16,9-13</inkml:trace>
  <inkml:trace contextRef="#ctx0" brushRef="#br0" timeOffset="-57087.736">8302 8115,'-3'7,"0"0,0 0,1 0,0 0,1 1,0-1,0 1,0-1,1 1,0-1,1 1,-1-1,2 1,-1-1,1 0,0 1,0-1,1 0,0 0,0 0,1-1,0 1,0-1,0 0,1 0,0 0,1-1,1 0,-1-1,1 0,0 0,0-1,1 0,-1 0,0-1,1 0,0 0,-1 0,1-1,0-1,0 1,0-1,0 0,0-1,-1 0,1 0,0-1,-1 0,1 0,-1-1,1 0,4-2,-2 0,0 0,-1-1,1 0,-1-1,0 1,-1-2,1 1,-2-1,1-1,-1 1,0-1,-1 0,0-1,0 0,-1 1,-1-2,4-8,-5 9,-1 0,0 0,-1 0,0 0,-1 0,0 0,0 0,-1 0,0 0,-1 0,0 1,-1-1,0 0,0 1,-1 0,0 0,-1 0,0 0,0 0,-1 1,0 0,-1 1,1-1,-1 1,-1 0,0 1,1 0,-2 0,1 0,-1 1,0 1,0 0,0 0,0 0,-1 1,0 1,0-1,-9 0,9 3,0 0,-1 1,1 0,0 0,0 1,0 0,0 1,0 0,0 1,1 0,-1 0,1 1,0 0,1 1,-1 0,1 0,0 1,1 0,-1 0,1 1,1 0,0 0,0 0,0 1,1 0,0 0,1 1,0-1,1 1,0 0,0 0,1 0,0 0,1 0,0 1,1 4,0-9,0 1,0-1,1 0,0 1,0-1,1 0,-1 0,2 0,-1 0,0 0,1 0,0-1,1 1,-1-1,1 0,0 0,0 0,1 0,-1-1,1 0,3 3,29 16</inkml:trace>
  <inkml:trace contextRef="#ctx0" brushRef="#br0" timeOffset="-56386.96">8849 7847,'17'100,"-5"-38,-3 1,-2-1,-3 2,-3-1,-6 43,-8-26,14-119,23-391,-23 397,-1 14,1 0,0 0,1 0,1 0,1 0,0 1,2-1,1-2,-4 16,0 0,0 1,1-1,-1 1,1 0,0 0,0 0,0 1,1-1,-1 1,1 0,0 1,0-1,0 1,0 0,0 0,0 0,6 0,100-11,3 24,-109-9,-1-1,1 1,-1 0,0 0,0 0,0 1,0-1,0 1,0 0,-1 0,1 0,-1 1,0-1,0 1,0 0,-1 0,1 0,-1 0,0 0,0 0,0 1,0-1,-1 2,0 1,1 0,-2 0,1 1,-1-1,0 0,-1 0,0 1,0-1,0 0,-1 0,0 0,-1 0,0 0,1-1,-2 1,1-1,-1 0,0 0,-4 4,-2 3,-2 0,1 0,-2-1,0-1,0 0,-1 0,-12 6,6-5,-1-1,-1-1,0-1,0 0,0-2,-1-1,-6 1,-8-6,37-1,-1 0,0 0,1 0,-1 0,1 0,-1 0,0 0,1 0,-1 0,1 0,-1 0,0 0,1-1,-1 1,1 0,-1 0,1-1,-1 1,1 0,-1-1,1 1,-1-1,1 1,-1-1,1 1,0-1,-1 1,1-1,0 1,-1-1,1 1,0-1,0 1,0-1,-1 0,1 1,0-1,0 0,0 1,0-1,0 1,0-1,0 0,0 1,0-1,1 1,-1-1,0 0,0 1,0-1,1 0,1-1,0 0,1 0,-1 0,1 0,0 0,-1 1,1-1,0 1,0-1,0 1,0 0,0 0,0 1,0-1,0 1,1-1,-1 1,0 0,0 0,0 0,0 1,1-1,-1 1,0 0,0-1,0 1,2 2,9 4,0 1,0 1,-1 0,0 1,-1 1,0 0,0 0,-1 1,-1 1,0-1,7 13,11 13,-17-23,0-1,0 0,2-1,-1 0,2-1,-1 0,2-1,0-1,0 0,1-1,0 0,0-2,1 0,0 0,0-2,0 0,1-1,0-1,0-1,0 0,0-1,4-1,-15-1,0 0,0 0,0-1,0 0,0 0,-1-1,1 0,-1 0,1 0,-1-1,0 0,0 0,-1 0,1-1,-1 0,4-4,7-16</inkml:trace>
  <inkml:trace contextRef="#ctx0" brushRef="#br0" timeOffset="-52016.351">12459 8315,'7'14,"4"8,3 9,1 4,-1 6,-7 3,-10 3,-16 5,-21 3,-4-9</inkml:trace>
  <inkml:trace contextRef="#ctx0" brushRef="#br0" timeOffset="-50827.154">12873 7887,'1'-4,"-1"0,1 0,0 0,0 0,0 1,1-1,-1 0,1 0,0 1,0-1,0 1,0 0,1-1,-1 1,1 0,0 0,0 1,0-1,0 1,1-1,-1 1,1 0,-1 0,1 1,0-1,1 0,6-2,1 0,0 0,0 1,0 1,0 0,0 0,0 1,4 1,-10 0,0 0,0 1,0 0,0 0,0 0,0 1,0-1,-1 2,1-1,0 0,-1 1,0 0,0 1,0-1,0 1,0 0,-1 0,1 0,-1 1,0-1,0 1,-1 0,0 0,0 0,0 1,0-1,-1 1,0 0,0 0,0 0,-1-1,0 3,1 11,-1 0,-1 0,-1 1,0-1,-2 0,0-1,-1 1,-1 0,-1-1,0 0,-4 5,-26 104,36-126,-1 0,1 0,-1 0,1 0,0 0,-1 0,1 0,0 0,0 0,-1 0,1 0,0 0,0 0,0 0,0 0,0 0,1 0,-1 0,0 0,0 0,1 0,-1 0,1 0,-1 0,1 0,-1-1,1 1,-1 0,1 0,0 0,-1-1,1 1,0 0,0-1,0 1,-1 0,1-1,0 1,0-1,0 0,0 1,0-1,0 0,0 1,0-1,0 0,0 0,0 0,0 0,0 0,0 0,0 0,0 0,0 0,0-1,0 1,0 0,0-1,0 1,0-1,0 1,0-1,0 1,0-1,-1 0,1 0,14-10,-1 0,-1-2,0 0,0 0,-1-1,-1 0,-1-1,0-1,-1 0,0 0,2-9,4-7,-2-1,-1 0,-2 0,-1-1,-2 0,3-26,-10 38,-8 31,1 23,2 0,1 1,1-1,2 0,1 1,2 3,0 2,1 0,2-1,2 1,1-1,2 0,1-1,3-1,0 1,7-7,-20-28,-1-1,0 0,1 1,-1-1,1 0,-1 1,1-1,-1 0,0 0,1 1,-1-1,1 0,-1 0,1 0,0 0,-1 0,1 0,-1 0,1 0,-1 0,1 0,-1 0,1 0,-1 0,1 0,-1 0,1 0,-1-1,1 1,-1 0,1 0,-1-1,1 1,-1 0,0-1,1 1,-1 0,1-1,-1 1,0-1,1 1,-1 0,0-1,0 1,1-1,-1 1,0-1,0 1,0-1,0 1,0-1,0 0,1 1,-1-1,0 1,0-1,-1 1,1-1,0 1,0-1,0 0,1-4,-1 0,0-1,0 1,0 0,-1-1,1 1,-1 0,-1 0,1-1,-1 1,0 0,0 0,0 0,0 1,-1-1,0 1,0-1,-1 1,1 0,-1 0,-3-3,-95-68,67 59,-1 0,0 3,-1 0,0 3,-5 0,13 3,18 0,29 5,360-19,-153 5,-201 28,-31-11</inkml:trace>
  <inkml:trace contextRef="#ctx0" brushRef="#br0" timeOffset="-49110.935">13877 7420,'46'60,"-3"3,-3 1,-2 2,1 11,-16-30,-1 1,-3 0,-2 2,-2 1,-3-1,4 31,-12-54,-2 0,0 0,-2 0,-1 0,-1 0,-1 0,-1 0,-2-1,-1 0,0 0,-2 0,-1-1,-9 15,6-20,-1 0,-1-1,0-1,-1 0,-1-1,-1-1,-1-1,0 0,-20 11,38-26,1 1,-1 0,0-1,0 1,0 0,0-1,0 1,0-1,-1 0,1 1,0-1,0 0,0 0,0 1,0-1,0 0,-1 0,1 0,0 0,0-1,0 1,0 0,0 0,-1-1,1 1,0-1,0 1,0-1,0 1,0-1,0 0,0 1,1-1,-1 0,0 0,0 1,0-1,1 0,-1 0,0 0,1 0,-11-11</inkml:trace>
  <inkml:trace contextRef="#ctx0" brushRef="#br0" timeOffset="-54100.588">10588 7420,'-17'7,"2"0,-1 2,1 0,0 1,1 0,0 1,1 0,0 2,1-1,0 2,1-1,1 1,-9 15,-4 11,2 1,1 1,2 1,2 0,2 1,2 1,2 0,2 0,2 1,2 0,2 0,3 29,-2-52,1-1,0 1,2-1,1 1,1-1,0 0,2 0,1 0,0-1,2 0,0-1,2 0,0 0,1-1,1 0,0-1,2-1,0 0,6 4,-5-9,1-1,1 0,0-2,0 0,1-1,0-1,0 0,1-2,-1 0,1-1,3-1,19 1</inkml:trace>
  <inkml:trace contextRef="#ctx0" brushRef="#br0" timeOffset="-52830.532">11176 7754,'-11'2,"1"0,0 1,-1 1,2 0,-1 0,0 0,1 2,0-1,0 1,0 0,1 1,0 0,0 0,1 1,-3 3,-8 10,2 1,1 0,0 1,2 0,-5 13,5-9,2 1,1-1,2 2,0-1,2 1,1 0,-1 26,5-51,0 0,0 0,1 0,0 0,-1 0,2 0,-1 0,0 0,1 0,-1 0,1 0,0 0,1 0,-1 0,1 0,0-1,-1 1,2-1,-1 1,0-1,1 0,-1 1,1-2,0 1,0 0,0 0,0-1,1 0,-1 1,1-1,-1-1,1 1,3 1,4-5,0 1,1-2,-1 1,0-2,0 1,0-2,-1 1,1-1,-1-1,0 0,-1 0,1-1,-1-1,-1 1,1-1,3-6,8-5,-1-2,-2 0,0-1,-1-1,-1 0,-1-1,-1-1,-1 0,-2-1,0 0,-2 0,-1-1,-1 0,-1-1,-1 1,-2-1,-1 0,-1 1,-3-28,1 41,0-1,-1 1,0 0,-1 1,-1-1,0 1,-6-11,10 21,-1 0,0 0,0 0,0 0,0 0,0 0,0 0,-1 1,1-1,-1 1,0 0,0-1,0 1,0 1,0-1,0 0,0 1,-1 0,1-1,0 1,-1 0,1 1,-1-1,1 1,-1 0,0-1,1 2,-1-1,1 0,-1 1,1-1,-1 1,-1 1,-5 3,1 1,-1 0,1 1,0 0,0 1,1 0,0 0,1 1,-1 0,2 0,-1 0,1 1,1 0,0 0,0 1,1 0,0-1,1 1,1 1,-1-1,1 1,-2 10,1-1,0 1,2 0,0 0,2 0,0 0,1 0,2-1,0 1,1-1,1 0,1 0,1 0,1-1,0 0,2-1,0 0,1-1,1 0,6 5,146 166,-154-174</inkml:trace>
  <inkml:trace contextRef="#ctx0" brushRef="#br0" timeOffset="-52537.732">11430 8368,'1'6,"-1"-1,1 1,0-1,0 0,1 1,0-1,0 0,0 0,0 0,1 0,0-1,0 1,0-1,0 0,1 1,0-1,0-1,0 1,0-1,0 1,1-1,0-1,-1 1,1 0,0-1,0 0,1-1,-1 1,0-1,0 0,1 0,-2 0,1 0,-1-1,0 0,1 1,-1-2,0 1,1 0,-1-1,0 0,0 0,0 0,1-1,-1 1,0-1,-1 0,1 0,0 0,-1-1,1 1,-1-1,1 0,-1 0,0 0,-1 0,1-1,0 1,-1-1,0 0,0 1,0-1,0 0,0 0,-1 0,0-1,0 1,0 0,0 0,-1-1,0 1,0 0,0-1,0 1,-1 0,1-1,-1 1,0 0,-1-2,0 0,-1 0,1 1,-1-1,-1 1,1 0,0 0,-1 0,0 0,-1 1,1-1,-1 1,1 0,-1 1,0-1,-1 1,1 0,0 0,-1 1,0-1,0 1,1 0,-1 1,0 0,-1 0,1 0,0 0,0 1,0 0,0 1,0-1,-1 1,1 0,0 1,0-1,1 1,-1 0,0 1,-4 2,7-3,1 1,-1 0,1 0,0 0,0 0,0 0,0 0,0 0,1 1,0-1,-1 1,1-1,0 1,1-1,-1 1,1 0,-1-1,1 1,0 0,1-1,-1 4,5 19</inkml:trace>
  <inkml:trace contextRef="#ctx0" brushRef="#br0" timeOffset="-42663.566">1537 11764,'-27'14,"0"2,1 1,0 1,2 2,0 0,1 1,-15 19,24-27,0 2,1-1,0 1,2 1,-1 0,2 1,0 0,2 1,-1 0,2 0,1 0,0 1,1 0,1 0,1 1,0 8,2-25,1 1,0-1,0 0,1 0,-1 1,1-1,-1 0,1 0,0 0,0 0,0 0,1 0,-1 0,1 0,0 0,-1-1,1 1,0 0,1-1,-1 0,0 0,1 1,-1-1,1-1,0 1,-1 0,1-1,0 1,0-1,0 0,0 0,1 0,-1 0,0-1,0 1,3-1,5-2,1-1,-1-1,0 0,0-1,0 0,-1 0,0-1,0 0,0-1,-1 0,0-1,0 0,-1 0,0-1,-1 0,5-6,13-14,0 0,-3-2,0-1,-2 0,-1-2,-2 0,-1-1,-2-1,-2 0,-1-1,-1 0,-2-1,0-16,-7 42,-1 0,-1 0,1 0,-2-1,0 1,0 0,-1 0,0 1,-1-1,-1 1,-5-11,7 16,-1 1,1-1,-1 1,0 0,0 0,0 0,-1 1,0-1,0 1,0 0,0 1,-1-1,1 1,-1 0,0 1,0-1,0 1,0 0,0 1,-1-1,1 1,0 1,-2-1,1 2,0-1,0 1,0 1,1 0,-1 0,0 0,1 1,-1-1,1 2,0-1,0 1,0 0,1 0,-1 0,1 1,0 0,0 0,0 0,1 1,0-1,0 1,1 0,-1 0,1 1,0-1,1 1,0-1,0 1,0 0,1 0,0 0,0 0,1 0,0 0,0 0,1 0,-1 0,1 0,1 0,0-1,0 3,7 17,1-1,0 0,2-1,1 0,1-1,1 0,1 0,26 40,-23-32,-1 0,-1 1,-1 1,-2 1,-2 0,-1 0,-2 1,-1 1,-1-1,0 22,-6 16,-3-48</inkml:trace>
  <inkml:trace contextRef="#ctx0" brushRef="#br0" timeOffset="-42230.619">1911 12313,'0'11,"1"-1,0 1,0 0,1 0,1-1,0 1,0-1,1 1,2 3,-4-11,-1 0,1 0,-1 0,1 0,0-1,0 1,0-1,0 0,1 1,-1-1,1 0,-1 0,1 0,0-1,0 1,-1-1,1 1,0-1,0 0,1 0,-1-1,0 1,0 0,0-1,1 0,-1 0,0 0,0 0,0 0,1-1,-1 1,0-1,2-1,3-1,0 0,0-1,0 0,0 0,-1-1,0 0,0 0,0-1,-1 0,1 0,-1-1,-1 1,1-1,-1 0,0-1,-1 1,0-1,0 0,-1 0,0-1,0 1,0-2,-3 8,1-1,-1 0,1 1,-1-1,0 0,0 0,0 1,0-1,0 0,-1 0,1 1,-1-1,0 0,1 1,-1-1,-1 1,1-1,0 1,-1-1,1 1,-1 0,1 0,-1-1,0 2,0-1,0 0,0 0,-1 0,1 1,0-1,-1 1,1 0,-1 0,1 0,-3-1,0 1,0 0,-1 0,1 0,0 0,-1 1,1 0,0 0,-1 1,1-1,0 1,-1 0,1 1,0-1,0 1,0 0,0 0,0 0,0 2,-5 3,1 1,0 0,0 1,1 0,1 1,-1-1,2 1,-1 1,1-1,1 1,0 0,0 0,1 1,0 1,-2 9</inkml:trace>
  <inkml:trace contextRef="#ctx0" brushRef="#br0" timeOffset="-41861.014">1297 11176,'0'4,"2"5,8 0,11-2,13-1,15-2,15-5,14-5,9-5,1-3,-3 2,-18 2</inkml:trace>
  <inkml:trace contextRef="#ctx0" brushRef="#br0" timeOffset="-39466.578">2634 11483,'2'-7,"10"-4,14-3,17-1,16 0,13 2,7 3,-1 4,-9 5,-16 9,-18 4</inkml:trace>
  <inkml:trace contextRef="#ctx0" brushRef="#br0" timeOffset="-40041.542">2674 11657,'14'23,"11"16,10 11,9 9,3 2,3 1,0 1,-5-1,-6-2,-9-5,-7-7,-7-9,-6-11</inkml:trace>
  <inkml:trace contextRef="#ctx0" brushRef="#br0" timeOffset="-39733.879">3035 11697,'-16'18,"-10"18,-5 13,-1 11,-1 8,-1 4,1 1,-1-2,0-7,3-12,5-15</inkml:trace>
  <inkml:trace contextRef="#ctx0" brushRef="#br0" timeOffset="-37666.813">1323 13435,'-34'29,"1"1,1 1,2 2,1 1,2 1,2 2,1 0,1 2,2 0,3 1,0 2,3-1,2 2,0 3,11-39,0 0,0 0,0 0,1 1,0-1,1 1,0-1,0 1,0-1,1 1,0-1,1 0,0 1,0-1,0 0,1 0,0 0,0-1,1 1,-1-1,2 1,1 2,-3-8,-1 0,1 0,0 0,0 0,-1 0,1 0,0 0,0-1,0 0,0 0,0 1,-1-1,1-1,0 1,0 0,0-1,0 0,0 1,-1-1,1 0,0-1,-1 1,1 0,-1-1,1 1,-1-1,2-1,61-57,-29 15,-1-2,-3-1,-1-1,-3-2,-2-1,9-30,22-102,-54 171,-1 0,0-1,-1 1,-1 0,0-1,-1 1,0 0,-1 0,-1-1,0 2,0-1,-1 0,-2-2,3 10,0-1,0 1,0 0,-1 0,0 0,0 0,0 1,-1 0,1 0,-1 0,0 0,0 1,0 0,-1 0,1 0,-1 0,0 1,1 0,-1 0,0 1,0 0,0 0,0 0,-1 1,1 0,0 0,0 0,0 1,0 0,0 0,0 0,-4 3,-5 2,1 1,1 0,-1 1,1 1,0 0,1 0,0 2,1-1,0 1,1 1,0 0,1 1,0 0,1 0,0 1,1 0,1 0,0 0,1 1,1 0,0 0,1 0,0 1,1-1,1 1,1-1,0 1,1 0,1-1,0 1,1-1,0 0,5 12,2-8,1 1,0-2,1 1,1-2,1 1,0-2,1 0,1-1,1 0,0-2,1 0,0 0,15 6,72 58,-96-69,0 0,-1 0,0 1,-1 0,1 0,-2 1,1 0,-1 1,-1-1,0 1,0 0,-1 0,-1 0,0 1,0 0,-1-1,-1 1,0 0,-1-9,0-1,-1 1,1-1,0 1,0-1,1 1,-1 0,1-1,-1 1,1-1,0 0,-1 1,1-1,1 1,-1-1,0 0,0 0,1 0,-1 0,1 0,0 0,0 0,0 0,0-1,0 1,0-1,0 1,0-1,0 0,1 0,-1 0,1 0,-1 0,0-1,1 1,0-1,-1 1,2-1,47-4,-40 2,0 1,0 0,0 1,0 0,0 1,0 0,0 1,0 0,2 1,18 10,-28-11,1 0,-1 0,0 0,1 0,0-1,-1 1,1-1,0 0,0 0,0-1,0 1,-1-1,1 1,0-1,0-1,0 1,0 0,0-1,0 0,0 0,-1 0,1 0,0-1,-1 0,1 1,-1-1,2-2,4-5,0-1,-1-1,0 1,0-1,-2-1,1 1,-1-1,-1 0,0-1,-1 1,0-1,-1 0,-1 0,1-7,-2 15,-1 0,1 0,-1 0,0 0,0 0,-1 0,0 0,1 0,-2 0,1 0,-1 0,1 0,-1 1,0-1,-1 1,1 0,-1-1,0 1,0 0,0 0,-1 1,1-1,-1 1,0 0,0 0,0 0,-1 0,1 1,0-1,-1 1,0 0,1 1,-1-1,-2 1,-4 0,1 0,-1 1,1 0,-1 1,1 0,-1 0,1 2,0-1,0 1,0 0,0 1,0 1,1-1,0 1,0 1,0 0,1 0,-1 0,2 1,-1 1,1-1,0 1,0 0,1 1,0 0,1 0,0 0,0 0,1 1,0 0,1 0,0 0,0 2,-2 19</inkml:trace>
  <inkml:trace contextRef="#ctx0" brushRef="#br0" timeOffset="-35093.36">3490 11203,'12'306,"-12"-237,-10 1430,9-1128,-3 133,-32 137,13-457,20-168,3-25,3-25,3-9</inkml:trace>
  <inkml:trace contextRef="#ctx0" brushRef="#br0" timeOffset="-34269.266">588 11257,'-7'15,"1"1,0 0,1 1,0-1,2 1,0 0,0 0,2 0,0 8,0-4,-13 312,20 135,-5-422,1 52,10 522,-31 65,-47-44,45-463,-3 117,24-294,-1 0,1 0,-1 0,1 0,0 0,-1 0,1 0,0 0,0 0,0 0,-1 0,1 0,0 0,0 1,1-1,-1 0,0 0,0 0,0 0,1 0,-1 0,1 0,-1 0,1 0,-1 0,1 0,-1-1,1 1,0 0,-1 0,1 0,0-1,0 1,0 0,-1-1,1 1,0-1,0 1,0-1,0 1,0-1,0 0,0 1,0-1,0 0,0 0,1 0,-1 0,0 0,0 0,0 0,0 0,15-16,0-6</inkml:trace>
  <inkml:trace contextRef="#ctx0" brushRef="#br0" timeOffset="-33544.366">4104 12673,'2'3,"6"0,7-1,12 1,9 1,10 0,7-1,2-1,3 0,-6 1,-6 1,-11-1</inkml:trace>
  <inkml:trace contextRef="#ctx0" brushRef="#br0" timeOffset="-33281.078">4198 12981,'16'9,"14"3,16-3,11-7,10-7,7-6,2-5,-11 2</inkml:trace>
  <inkml:trace contextRef="#ctx0" brushRef="#br0" timeOffset="-28817.744">11096 12633,'11'16,"11"14,8 12,6 7,2 4,-6 5,-9 2,-12 2,-19-1,-21-4,-18-6,-1-13</inkml:trace>
  <inkml:trace contextRef="#ctx0" brushRef="#br0" timeOffset="-28262.172">11617 12285,'12'-10,"1"0,0 1,0 0,1 1,0 0,1 1,-1 1,1 0,1 1,-1 1,1 0,-1 1,4 0,-16 4,0-1,0 1,0-1,0 1,1 0,-1 0,0 0,-1 1,1-1,0 1,0-1,-1 1,1 0,-1 0,1 0,-1 1,0-1,0 0,0 1,0 0,0-1,-1 1,1 0,-1 0,0 0,1 0,-1 0,-1 0,1 2,11 93,-35 186,32-212,-8-70,0 0,0 0,0 0,0 0,0-1,0 1,0 0,1 0,-1-1,0 1,1-1,0 1,-1-1,1 0,0 0,-1 0,1 0,0 0,0 0,0 0,0 0,0-1,0 1,0-1,0 0,1 1,-1-1,0 0,0 0,0 0,0-1,1 1,8-3,-1-1,0 0,-1-1,1 0,-1 0,0-1,0 0,-1-1,0 1,0-2,0 1,-1-1,0 0,0-1,-1 0,-1 0,1 0,-1-1,-1 1,0-1,0 0,2-10,-2 6,0 0,-1 0,-1-1,0 1,-1-1,0 1,-1-1,-1 0,-1 1,0-1,0 1,-2 0,1 0,-6-10,9 22,0 0,0 1,-1-1,1 1,-1-1,1 1,-1 0,1-1,-1 1,0-1,0 1,0 0,0 0,0-1,0 1,0 0,0 0,0 0,0 0,-1 0,1 0,0 1,-1-1,1 0,0 1,-1-1,1 1,-1-1,1 1,-1 0,0 0,1-1,-1 1,1 0,-1 0,1 1,-1-1,1 0,-1 0,1 1,-1-1,1 1,-1-1,1 1,-1 0,1 0,0-1,-1 1,1 0,0 0,0 0,0 0,0 1,0-1,0 0,0 0,0 1,0 0,-7 14,1 0,1 0,0 1,1 0,1 0,1 0,0 0,2 1,0-1,0 1,2-1,0 0,3 16,-2-18,0 0,0 0,1 0,1-1,1 0,0 0,1 0,0 0,1-1,0 0,1 0,1-1,0 0,0-1,2 0,-1 0,1-1,1 0,-1-1,2-1,-1 0,2 0,-13-7,1 0,-1 0,1 0,-1 0,1 0,0 0,-1-1,1 1,0-1,0 1,-1-1,1 0,0 0,0 0,-1 0,1 0,0 0,0 0,0 0,-1-1,1 1,0-1,-1 1,1-1,0 0,-1 0,1 0,-1 0,1 0,-1 0,1 0,-1 0,0 0,0-1,1 1,-1 0,0-1,0 1,0-1,-1 1,1-1,0 0,-1 1,1-1,-1 0,1 0,0-19</inkml:trace>
  <inkml:trace contextRef="#ctx0" brushRef="#br0" timeOffset="-27999.866">11791 12526,'16'2,"16"4,20 0,15-1,18-3,13-7,9-5,1-5,-5-7,-12-4,-16-2,-20 3</inkml:trace>
  <inkml:trace contextRef="#ctx0" brushRef="#br0" timeOffset="-27833.253">12767 11925,'18'9,"13"14,10 17,8 18,1 17,0 14,-6 12,-12 10,-12 8,-24 7,-32 5,-36 2,-41 0,-1-23</inkml:trace>
  <inkml:trace contextRef="#ctx0" brushRef="#br0" timeOffset="-32802.443">5173 12313,'0'11,"5"11,8 8,13 8,14 7,13 5,15 1,8 0,3 1,-1-1,-6-1,-12-4,-13-3,-14-7,-14-9</inkml:trace>
  <inkml:trace contextRef="#ctx0" brushRef="#br0" timeOffset="-32554.097">5628 12178,'-9'14,"-8"18,-5 19,-6 20,-5 15,-6 12,-5 7,-2-1,2-4,4-10,9-15,10-20,8-17</inkml:trace>
  <inkml:trace contextRef="#ctx0" brushRef="#br0" timeOffset="-32211.929">6109 12298,'0'21,"0"18,0 16,0 12,0 6,0 2,-2-2,-1-7,0-9,1-10,0-14</inkml:trace>
  <inkml:trace contextRef="#ctx0" brushRef="#br0" timeOffset="-31839.398">6109 12433,'21'45,"2"-1,2-2,2 0,1-1,3-2,16 16,83 90,-127-142,-3-2,1 0,-1 0,1 0,-1 0,1 0,0 0,-1 0,1 0,0 0,0-1,0 1,0 0,-1-1,1 1,0 0,0-1,0 1,0-1,1 0,-1 1,0-1,0 0,0 1,0-1,0 0,0 0,0 0,1 0,-1 0,0 0,0-1,0 1,0 0,0-1,0 1,0 0,0-1,0 1,0-1,0 1,0-1,1 0,1-6,0-1,0 1,0-1,-1 1,0-1,0 0,-1 0,0 1,-1-9,2-1,8-130,-6 0,-8-49,2 164,7-82,-6 113,1-1,1 1,-1 0,0 0,0 0,0 0,0 0,1 0,-1 0,1 0,-1 0,1 0,-1 0,1 0,-1 1,1-1,0 0,-1 0,1 0,0 1,0-1,0 0,-1 1,1-1,0 1,0-1,0 1,0-1,0 1,0 0,0-1,0 1,0 0,0 0,1 0,-1 0,0 0,0 0,0 0,0 0,0 0,0 0,0 1,0-1,0 0,0 1,0-1,0 1,0-1,0 1,16 11</inkml:trace>
  <inkml:trace contextRef="#ctx0" brushRef="#br0" timeOffset="-31477.319">6724 12500,'0'41,"1"1,2-1,8 37,-9-68,0 1,1-1,1 0,-1 0,1 0,1 0,0 0,0-1,1 0,0 0,1-1,0 1,0-1,1-1,0 0,0 0,5 3,-8-7,0 0,1 0,-1-1,1 0,-1 0,1 0,0 0,0-1,0 0,0-1,0 1,0-1,0 0,0-1,0 1,0-1,0 0,0-1,0 1,-1-1,1 0,-1-1,1 1,-1-1,0 0,0-1,1 0,4-3,-1-1,1-1,-1 1,-1-1,0-1,0 0,-1 0,0 0,-1-1,0 0,0 0,2-11,-2 5,-1-1,-1 1,-1-1,-1 0,0 0,-1-1,-1 1,-1 0,0 0,-2-2,2 10,-1 0,0 0,-1 0,0 0,-1 0,0 1,0-1,-1 1,0 0,-1 0,0 1,0 0,-1 0,0 0,0 1,-1 0,1 1,-5-3,7 6,-1 0,1 0,-1 0,1 1,-1 0,0 0,0 1,0 0,0 0,0 0,0 0,-1 1,1 0,0 1,0-1,0 1,0 0,0 1,0-1,0 1,0 1,1-1,-1 1,1 0,-4 2,-1 2,0 0,0 1,1 0,0 0,0 1,1 1,0-1,1 1,0 0,0 1,1 0,-2 5,4-7,-1 0,1 1,1 0,0 0,0 0,1 0,0 0,1 0,0 0,1 1,0-1,0 0,1 1,0-1,1 0,0 0,1 0,0 0,1-1,0 1,2 3,19 19</inkml:trace>
  <inkml:trace contextRef="#ctx0" brushRef="#br0" timeOffset="-30919.249">7392 12406,'-15'38,"2"1,2 0,1 1,2 0,2 1,2-1,1 1,2 0,3 20,10 59,-3-108,-3-30,11-231,-9 78,-8 169,2-32,2 0,1 0,2 1,8-22,-14 51,0 0,0 0,1 0,0 0,-1 0,1 0,1 1,-1-1,0 1,1-1,0 1,0 0,0 0,0 0,0 1,1-1,-1 1,1 0,0 0,-1 0,1 0,0 0,0 1,0 0,0 0,1 0,-1 0,0 1,0 0,0-1,1 2,2-1,9 4,0 1,0 0,0 1,-1 1,0 0,0 1,0 1,-1 0,-1 1,0 0,0 1,6 8,-14-15,-1 0,1 0,-1 1,0 0,-1 0,1 0,-1 0,0 0,0 1,0-1,-1 1,0 0,0 0,-1 0,1 0,-1 0,0 0,-1 0,0 0,0 0,0 0,-1 1,1-1,-1 0,-1 0,1 0,-1 0,0-1,-1 1,-2 4,-5 3,-1-1,-1 0,0-1,0 0,-1-1,-1-1,0 0,0-1,0 0,-1-1,0 0,-6 2,2 2,-1 0,1 1,1 1,-8 8,23-20,1 1,0 0,0 0,0 0,0 0,0 1,0-1,0 0,1 1,0-1,-1 1,1-1,0 1,0 0,0 0,0-1,1 1,-1 0,1 0,0 0,0 0,0 0,0-1,0 1,1 0,-1 0,1 0,0 0,-1-1,1 1,1 0,-1-1,0 1,1-1,-1 1,1-1,0 0,0 1,1 0,12 9,0-1,2 0,-1-1,1-1,0-1,1 0,0-1,0-1,1-1,0 0,0-1,58 13,1-4,0-3,0-3,1-3,13-5,-35-1</inkml:trace>
  <inkml:trace contextRef="#ctx0" brushRef="#br0" timeOffset="-36293.177">2312 13542,'16'19,"12"12,13 7,11 8,7 4,3 0,1 2,-5 0,-4 0,-8-1,-8-2,-12-6,-9-8,-9-9</inkml:trace>
  <inkml:trace contextRef="#ctx0" brushRef="#br0" timeOffset="-36032.315">2834 13582,'-19'4,"-11"14,-12 14,-6 14,-2 14,0 11,4 5,6 1,9-4,10-9,9-17</inkml:trace>
  <inkml:trace contextRef="#ctx0" brushRef="#br0" timeOffset="-30535.209">8997 11657,'-6'0,"0"0,0 1,1 0,-1 0,0 0,0 1,1 0,-1 0,1 0,0 1,0 0,0 0,0 0,0 1,0-1,1 1,0 0,0 1,0-1,-1 3,-26 29,3 1,1 2,2 1,1 1,3 0,1 2,2 1,2 0,1 4,-8 17,3 0,2 2,4 0,3 1,2 1,3-1,4 1,3 13,1-54,2-1,1 0,2 0,0 0,2-1,0 0,2-1,1 0,1 0,10 12,-14-23,1 0,1 0,0-1,1-1,0 0,1 0,0-2,1 1,0-2,0 0,1 0,1-2,-1 1,1-2,1 0,-1-2,7 2,18 0</inkml:trace>
  <inkml:trace contextRef="#ctx0" brushRef="#br0" timeOffset="-29936.715">9385 12446,'-61'235,"60"-181,2-53,-1 0,0 0,1 0,-1 1,1-1,0 0,-1 0,1 0,0-1,0 1,0 0,-1 0,1 0,0-1,0 1,0 0,0-1,0 1,0-1,1 1,-1-1,0 1,0-1,0 0,0 0,1 1,-1-1,0 0,0 0,0 0,1 0,-1 0,0-1,0 1,0 0,0-1,1 1,-1-1,0 1,0-1,0 1,0-1,0 0,11-6,0-1,0 0,-1-1,0 0,-1-1,0 0,0-1,-1 0,-1 0,0-1,0 0,-1 0,-1-1,0 0,-1 0,4-13,1-5,-1-2,-1 1,-2-1,-1 0,-2 0,-1-1,-2 1,-1 0,-2-1,-1 1,-4-13,5 28,-2 1,0 0,-1 0,0 0,-2 1,0 0,-3-3,9 15,0 0,-1 0,0 1,1-1,-1 1,0-1,-1 1,1 0,-1 0,1 1,-1-1,0 1,0 0,0 0,0 0,0 0,-1 1,1 0,0 0,-1 0,1 0,-1 1,1-1,-1 1,1 0,-1 1,1-1,-1 1,1 0,-4 1,-6 4,1 2,-1 0,1 0,1 1,-1 1,2 0,-1 1,2 0,-1 1,1 0,1 0,0 1,1 0,1 1,0 0,-5 13,4-13,1 0,1 1,0 0,1 0,0 0,1 1,1 0,1-1,0 1,1 0,0 0,2 1,0-1,1 0,0-1,1 1,1 0,0-1,1 0,1 0,1 0,1 2,13 12,1-1,1-1,1-1,1-1,2-2,4 2,1 3,-1 0,-1 2,26 33,-49-52,0 1,-1-1,0 1,0 0,-2 0,1 1,-2 0,3 12,-3-13</inkml:trace>
  <inkml:trace contextRef="#ctx0" brushRef="#br0" timeOffset="-29559.726">9772 12820,'4'13,"1"0,0 0,1 0,0-1,1 0,0 0,1-1,1 0,0 0,-5-6,0-1,0 1,1-1,0 0,0 0,0-1,0 1,0-1,1 0,-1-1,1 1,0-1,0 0,0-1,0 1,0-1,0 0,0-1,1 0,-1 0,0 0,-1-1,0 1,0-2,0 1,0 0,0-1,-1 0,1 0,-1-1,1 1,-1-1,0 0,0 0,0 0,-1-1,1 1,-1-1,0 0,1 0,-2 0,1 0,0-1,-1 1,0-1,0 1,0-1,-1 0,0 0,1-1,-1-1,1-1,-1-1,0 1,-1 0,1 0,-2 0,1 0,-1 0,-1 0,1 0,-1 0,-1 0,1 0,-1 1,-1 0,1-1,-2 0,2 3,-2-1,1 1,0 0,-1 0,0 0,0 1,-1-1,1 1,-1 1,0-1,0 1,0 0,0 0,-1 1,1-1,-1 1,1 1,-1 0,0 0,0 0,1 0,-1 1,0 0,0 1,0 0,0 0,1 0,-1 1,1 0,-1 0,1 0,-1 1,1 0,0 1,0-1,1 1,-1 0,1 0,-2 3,-4 6,0 0,1 0,1 1,0 1,1-1,1 1,0 1,1-1,1 1,0 0,2 0,-1 1,2-1,0 1,1 0,1 16,-1 20</inkml:trace>
  <inkml:trace contextRef="#ctx0" brushRef="#br0" timeOffset="-26913.49">9184 12406,'-2'0,"-4"0,-2 2,0 6,-1 7,1 12,2 11,4 16,7 12,12 9,10 4,9 2,3-3,-5-14</inkml:trace>
  <inkml:trace contextRef="#ctx0" brushRef="#br0" timeOffset="9388.949">13555 12420,'73'20,"-21"-8,0-3,0-2,1-3,0-2,40-3,-88 0</inkml:trace>
  <inkml:trace contextRef="#ctx0" brushRef="#br0" timeOffset="9861.872">13622 12780,'2'0,"4"0,7 0,10 0,11 0,8 0,7 0,3 0,3 0,-4 0,-6 0,-6 0,-8 0,-9 3,-8 0</inkml:trace>
  <inkml:trace contextRef="#ctx0" brushRef="#br0" timeOffset="12911.096">15092 11845,'-18'0,"59"-1,521-46,-431 37,73-6,106-25,-291 35,-25 5</inkml:trace>
  <inkml:trace contextRef="#ctx0" brushRef="#br0" timeOffset="10734.163">15521 12246,'-14'588,"15"-593,-1-7</inkml:trace>
  <inkml:trace contextRef="#ctx0" brushRef="#br0" timeOffset="11217.871">15307 12219,'24'-19,"14"5,1 3,0 1,0 1,1 3,0 1,0 2,0 1,12 3,-35-2,1 2,-1-1,0 2,0 0,0 1,0 1,0 0,0 2,-1 0,0 0,0 2,-1 0,11 7,-24-13,0 0,1 0,-1 0,0 0,-1 1,1-1,0 1,-1-1,1 1,-1 0,0-1,0 1,0 0,0 0,0 0,-1 0,1 0,-1 0,0 0,0 0,0 0,0 0,-1 0,1-1,-1 1,1 0,-1 0,0 0,0 0,-1-1,1 1,0 0,-1-1,0 1,0-1,1 0,-1 1,-1-1,1 0,0 0,-2 1,-18 15,-1-2,0 0,-1-2,-1-1,0 0,-1-2,-22 7,21-9,0 0,0-2,0 0,-1-2,-7 0,24-5</inkml:trace>
  <inkml:trace contextRef="#ctx0" brushRef="#br0" timeOffset="18601.238">17740 7740,'2'-2,"4"-1,2 0,2 1,5 0,5 1,8 0,4-1,9-1,9 0,7-1,6-1,0 2,-1 0,-1 1,-8 1,-10 1,-12 0</inkml:trace>
  <inkml:trace contextRef="#ctx0" brushRef="#br0" timeOffset="18950.308">17727 8101,'20'6,"19"4,16-2,14-1,12-2,3-2,-1-3,-6-2,-11-1,-13 0,-17 1,-17 1,-12 0</inkml:trace>
  <inkml:trace contextRef="#ctx0" brushRef="#br0" timeOffset="19378.73">18435 7366,'77'81,"-5"2,11 23,-60-74,-1 0,-2 2,-2 0,-1 1,5 16,-16-34,0 0,-1 1,-1 0,-1 0,0 0,-1 0,-1 0,-1 1,-1-1,0 0,-2 1,-2 10,-5 0,-2-1,0 0,-2 0,-1-2,-2 0,0 0,-1-2,-2 0,0-1,-2-2,0 0,-2-1,-7 4,2-1,-1-1,-1-1,-1-2,-1-1,0-2,-13 4,-6-8,45-16</inkml:trace>
  <inkml:trace contextRef="#ctx0" brushRef="#br0" timeOffset="19830.601">18863 7379,'2'-1,"0"-1,1 1,-1 0,0 0,1 0,-1 0,1 0,-1 0,1 1,0-1,-1 1,1 0,0 0,-1 0,1 0,0 0,-1 0,1 1,-1 0,1-1,-1 1,1 0,-1 0,1 0,-1 0,0 1,1-1,-1 1,0-1,0 1,0 0,0 0,-1 0,1 0,0 0,1 2,14 16,-1 1,-1 0,0 1,-2 1,0 0,-2 0,-1 1,0 1,-1 4,3 2,-2 0,-1 0,-1 0,-2 1,-1 0,-1 1,-2-1,-2 1,0-1,-3 1,0-1,-2 0,-2 0,0 0,-3-1,0 0,-2-1,-1 0,-2-1,0-1,-3 2,-3-5,-1 0,0-1,-2-2,-1 0,0-2,-1 0,-2-2,0-1,0-2,-2 0,0-2,0-1,-5-1,29-9,3 0,0-1,1 0,-1 0,0 0,-1-1,1 1,0-1,0 1,0-1,0 0,0 0,0 0,-1-1,1 1,0-1,0 0,-1 0,-3-5</inkml:trace>
  <inkml:trace contextRef="#ctx0" brushRef="#br0" timeOffset="20286.381">18957 7420,'53'-5,"1"3,-1 2,0 3,1 2,-1 2,-1 3,1 2,46 17,-53-14,-1 1,0 3,-2 2,0 1,-1 2,-2 2,-1 2,14 13,-32-22,0 0,-1 2,-1 0,-1 1,-1 1,-1 0,-1 1,-1 1,-1 0,-1 1,-2 0,0 1,-2 1,4 23,8 40,-19-91,-1 1,0-1,0 1,0-1,0 1,0-1,0 1,1-1,-1 1,0-1,0 1,1-1,-1 1,0-1,1 0,-1 1,0-1,1 1,-1-1,0 0,1 1,-1-1,1 0,-1 0,1 1,-1-1,1 0,-1 0,1 0,-1 0,1 0,-1 0,1 0,-1 1,1-1,-1-1,1 1,-1 0,1 0,-1 0,1 0,-1 0,1 0,-1-1,1 1,-1 0,1 0,-1-1,1 1,-1 0,1-1,-1 1,0 0,1-1,-1 1,0 0,1-1,5-9</inkml:trace>
  <inkml:trace contextRef="#ctx0" brushRef="#br0" timeOffset="20949.692">18769 8636,'81'-4,"0"-4,76-17,-85 13,7-1,100-16,118-38,-243 52,0-3,-1-2,-1-3,-1-2,-1-1,-1-4,22-18,-58 39,0-1,0 0,-1-1,-1 0,0-1,0 0,-1-1,-1 0,0-1,-1 0,5-12,-12 25,0 0,-1 0,1-1,0 1,-1 0,1-1,-1 1,0 0,0-1,1 1,-1-1,0 1,0 0,0-1,0 1,-1-1,1 1,0 0,-1-1,1 1,0 0,-1-1,0 1,1 0,-1 0,0-1,0 1,1 0,-1 0,0 0,0 0,0 0,0 0,-1 0,1 0,0 1,0-1,0 0,-1 1,1-1,0 1,-1-1,1 1,0 0,-1-1,1 1,-1 0,1 0,-1 0,1 0,0 0,-1 0,1 1,-1-1,1 0,0 1,-1-1,1 1,0-1,-1 1,0 0,0 0,0-1,0 1,0 0,0 1,0-1,0 0,0 1,0-1,0 1,1-1,-1 1,1 0,-1-1,1 1,0 0,0 0,0 0,0 0,0 0,0 1,0-1,1 0,-1 0,1 0,-1 1,1-1,0 0,0 1,0-1,0 0,1 0,-1 1,0-1,1 0,0 0,-1 1,1-1,0 0,0 0,0 0,1 0,-1 0,0-1,1 1,-1 0,1 0,0-1,-1 1,2 0,8 2</inkml:trace>
  <inkml:trace contextRef="#ctx0" brushRef="#br0" timeOffset="21355.171">20159 8168,'3'3,"4"0,11-1,16 1,18-2,21 0,20-2,18-2,12 0,6 1,-1 0,-7 3,-7 4,-12 0,-17 2,-15 0,-18-1,-18-2</inkml:trace>
  <inkml:trace contextRef="#ctx0" brushRef="#br0" timeOffset="30906.807">13823 16270,'23'0,"23"-3,22-2,16-3,11 0,8 1,0 2,-4 1,-10 3,-13 2,-14 2,-17 2,-15 1</inkml:trace>
  <inkml:trace contextRef="#ctx0" brushRef="#br0" timeOffset="31170.101">13957 16777,'13'2,"17"1,18 0,17-3,17-3,11-4,4-1,-1 2,-7 1,-13 1,-12 3,-12 2,-13 2,-13 0</inkml:trace>
  <inkml:trace contextRef="#ctx0" brushRef="#br0" timeOffset="31657.8">14732 15935,'32'16,"0"1,-1 1,0 1,-2 2,0 1,-2 2,-1 0,0 2,-2 1,-1 0,-1 2,6 13,-15-22,-2 0,0 1,-1 0,-1 0,-1 1,-2 1,0-1,-1 1,-1 0,-1 0,-1 0,-1 0,-1 0,-1 1,-1-1,-1 0,-1 0,-1-1,-6 14,3-15,0 0,-2 0,-1-1,0 0,-2-1,0 0,-1-1,-1-1,0 0,-1-1,-1-1,-1 0,0-2,-1 0,0-1,-1 0,0-2,-1 0,0-2,-11 3,-19-1,11-9</inkml:trace>
  <inkml:trace contextRef="#ctx0" brushRef="#br0" timeOffset="32024.336">15253 15869,'31'25,"-1"2,-2 1,-1 1,-1 1,-1 1,-2 2,-1 0,9 21,-16-25,0 1,-2 1,-1 0,-2 0,-1 1,-1 0,-2 1,-1 0,-2 0,-1 0,-2 0,-1 0,-1 0,-2 0,-1 0,-2-1,-1 0,-2 0,-1-1,-1 0,-2-1,-10 18,12-27,-1 0,-1 0,-1-1,-1-1,0-1,-1 0,-1-1,-1-1,-1-1,-16 10,32-22,-1 0,0-1,0 0,0 0,0 0,0-1,-1 0,1 0,0 0,-1 0,1-1,-5 0,-15-5</inkml:trace>
  <inkml:trace contextRef="#ctx0" brushRef="#br0" timeOffset="32407.365">15266 15922,'89'-10,"1"4,0 4,27 5,-51 2,-1 2,1 4,-2 2,0 3,-1 2,0 4,-2 2,-1 3,-1 2,20 16,-55-29,-1 2,0 1,-2 0,0 2,-1 0,-1 1,-1 1,-2 1,0 1,3 7,-17-29,-2-1,0 0,1-1,-1 1,1-1,0 1,-1-1,1 0,0 1,0-1,0 0,0 1,0-1,0 0,0 0,1 0,-1 0,0 0,1 0,-1 0,1-1,-1 1,0 0,2 0,-5-16,-5 5</inkml:trace>
  <inkml:trace contextRef="#ctx0" brushRef="#br0" timeOffset="32880.606">15373 17138,'4'3,"0"1,0-1,0 0,1-1,-1 1,1-1,0 1,-1-2,1 1,0 0,0-1,0 0,0 0,0 0,0-1,0 0,1 0,-1 0,0 0,0-1,0 0,0 0,0-1,1 0,116-54,-111 49,151-94,35-36,-89 61,258-189,-335 239,-24 18</inkml:trace>
  <inkml:trace contextRef="#ctx0" brushRef="#br0" timeOffset="33564.842">16603 16430,'225'-21,"-105"6,73 0,191 11,-331 10,-47 3,-4-8</inkml:trace>
  <inkml:trace contextRef="#ctx0" brushRef="#br0" timeOffset="34274.941">17659 16082,'-2'52,"18"356,-5-185,-8-252,-11-54,-3 0,-3 0,-14-36,15 61,-39-173,51 230,1 0,-1 0,1 0,-1 0,1 0,-1 0,1 0,0 0,-1 0,1 0,0 0,0 0,0 0,0 0,0 0,0 0,0 0,0 0,0 0,0 0,1 0,-1 0,0 0,1 0,-1 0,1 0,-1 0,1 0,0 0,-1 0,1 0,0 0,-1 1,1-1,0 0,0 1,0-1,0 0,0 1,0-1,0 1,0 0,0-1,0 1,0 0,0-1,0 1,0 0,0 0,0 0,0 0,0 0,0 0,0 0,0 0,0 1,1-1,126 64,-59-29,-1 3,-2 2,-2 4,-2 3,-2 2,27 30,-25 8,-61-84,1 0,-1 1,0-1,0 0,0 0,0 1,0-1,-1 1,1-1,-1 0,0 1,0-1,-1 1,1-1,-1 1,1-1,-1 0,0 1,0-1,-1 0,1 0,-1 0,1 0,-1 0,0 0,0 0,0 0,-1-1,1 1,-16 10,0 0,-1-2,-1 0,0-1,0-1,0-1,-1 0,-15 2,30-8,-75 22,-1-2,0-5,-54 4,97-20,38-1,1 0,-1 0,1 0,-1 0,1-1,-1 1,1 0,-1 0,1 0,-1 0,1-1,-1 1,1 0,-1-1,1 1,0 0,-1-1,1 1,-1 0,1-1,0 1,-1-1,1 1,0-1,0 1,-1-1,1 1,0-1,0 1,0-1,0 1,-1-1,1 1,0-1,0 1,0-1,0 1,0-1,0 1,1-1,-1 1,0-1,0 1,0-1,0 1,1-1,-1 1,0-1,0 1,1-1,-1 1,0-1,1 1,-1 0,1-1,-1 1,0 0,1-1,-1 1,1 0,-1-1,1 1,-1 0,1 0,-1 0,1 0,-1-1,1 1,-1 0,1 0,23-19</inkml:trace>
  <inkml:trace contextRef="#ctx0" brushRef="#br0" timeOffset="34629.992">18315 16403,'-10'9,"0"1,1 0,0 1,1-1,0 2,1-1,0 1,0 0,2 0,-1 1,1 1,3-9,1 0,-1 0,1 0,0 0,0 0,0 0,1 0,0 1,0-1,0 0,1 0,-1 0,1 0,0 0,1 0,-1 0,1 0,0 0,1 0,-1-1,1 1,-1-1,2 0,-1 0,0 0,1 0,-1 0,1-1,4 4,0-3,0 1,0-2,0 1,1-1,-1 0,1-1,0 1,-1-2,1 1,0-2,0 1,0-1,0 0,0-1,0 0,0 0,0-1,0 0,-1-1,1 0,4-3,-1 2,0-1,-1-1,0 0,0-1,-1 0,0-1,0 0,0 0,-1-1,-1-1,1 1,-1-1,-1 0,0-1,0-2,-4 8,0 0,0-1,0 1,-1-1,0 1,-1-1,1 0,-1 0,0 0,0 0,-1 0,0 0,0 0,0 0,-1 0,0 0,0 0,0 0,-1 1,0-1,0 0,-1 1,1-1,-1 1,0 0,-1 0,1 0,-1 0,0 1,0-1,0 1,-1 0,0 0,-1 0,-2 0,0 0,0 0,0 1,-1 1,1-1,-1 1,0 0,1 1,-1 0,0 1,0 0,0 0,0 1,0 0,1 0,-1 1,0 0,1 1,-1 0,1 0,0 1,0 0,0 0,1 1,-1 0,1 0,0 1,-5 6,10-10,1-1,-1 1,1 0,0 0,0 0,0 0,0 0,0 0,1 0,-1 0,0 0,1 0,0 0,-1 0,1 0,0 1,0-1,0 0,1 0,-1 0,0 0,1 0,-1 0,1 1,0-1,0 0,0 0,0-1,0 1,0 0,0 0,1 0,-1-1,1 1,-1-1,1 1,-1-1,1 0,0 1,32 15,4-4</inkml:trace>
  <inkml:trace contextRef="#ctx0" brushRef="#br0" timeOffset="34971.628">18796 16510,'16'0,"12"0,10 0,8 0,8 0,8 0,7 0,8 0,4 3,0 0,-3-1,-7 1,-12-2,-10 0,-17 0,-18-1,-19 0,-7 0</inkml:trace>
  <inkml:trace contextRef="#ctx0" brushRef="#br0" timeOffset="29392.126">10895 16337,'16'4,"14"2,14 0,10-4,10-4,3-2,0 0,-6 1,-7 2,-14 5,-14 5,-11 2</inkml:trace>
  <inkml:trace contextRef="#ctx0" brushRef="#br0" timeOffset="29661.407">11002 16550,'20'2,"17"1,14 0,11 0,9-4,2-3,-1-4,-6-2,-14 0</inkml:trace>
  <inkml:trace contextRef="#ctx0" brushRef="#br0" timeOffset="29927.693">11671 16082,'-1'5,"0"-1,0 1,0 0,1-1,0 1,0 0,0 0,0-1,1 1,0 0,0-1,0 1,1-1,-1 1,1-1,0 1,0-1,1 0,-1 0,1 0,0 0,0-1,0 1,1-1,-1 0,1 0,2 2,12 8,1-1,0-1,1 0,0-2,8 3,-25-11,49 20,99 51,-143-67,0 0,0 1,0 0,-1 0,0 1,0 0,-1 0,0 1,0 0,-1 0,0 0,0 1,-1-1,0 1,2 6,-5-8,1-1,-1 0,-1 1,1-1,-1 1,0-1,-1 1,1-1,-1 1,-1-1,1 1,-1-1,0 0,-1 0,1 0,-1 0,0-1,-1 1,-1 2,-6 7,-1-1,0-1,0 0,-1 0,-1-1,-9 5,-62 41,-2-7</inkml:trace>
  <inkml:trace contextRef="#ctx0" brushRef="#br0" timeOffset="30292.235">10802 16082,'-56'76,"-3"-3,-59 56,-16 19,128-144,1 2,-1-1,1 1,0 0,0 0,1 0,0 0,0 1,0 0,1 0,0 0,0 0,1 0,0 1,0-1,0 1,1-1,1 1,-1 0,1 0,0-1,1 1,0 0,2 6,8 3,1 0,1-1,1-1,0 0,1-1,0 0,1-1,1-1,0-1,17 9,-32-19,101 61,3-5,112 44,-51-43,-99-41</inkml:trace>
  <inkml:trace contextRef="#ctx0" brushRef="#br0" timeOffset="25035.625">4986 16243,'16'2,"14"1,16 0,14-1,12 0,8-1,4-1,-1 0,-4 0,-7 3,-13 2,-11 3,-11 2,-10 0,-8-2,-6-3</inkml:trace>
  <inkml:trace contextRef="#ctx0" brushRef="#br0" timeOffset="25418.134">4999 16751,'16'0,"15"0,12 0,12-2,9-1,7-3,6 1,1 0,-1 2,-5 1,-6 3,-7 4,-9 0,-8 1,-7-2,-10-1</inkml:trace>
  <inkml:trace contextRef="#ctx0" brushRef="#br0" timeOffset="25838.431">5722 15815,'9'15,"1"0,1-1,1-1,-1 0,2 0,0-2,1 1,0-1,0-1,6 2,9 9,-3-4,-1 1,0 2,-2 0,-1 1,0 1,-1 1,-2 1,0 1,-2 1,-1 0,-1 1,8 19,-15-19,0 1,-2-1,-1 1,-1 0,-2 0,0 1,-2-1,-1 0,-2 0,0 0,-2 0,-8 27,-1-8,-2 1,-3-2,-1 0,-2-2,-2 0,-28 37,50-78,-3 6,0 0,-1 0,1-1,-2 1,1-1,-1-1,0 0,-1 0,0 0,0-1,0 0,-1 0,0-1,0 0,0-1,-10 4,-3-10</inkml:trace>
  <inkml:trace contextRef="#ctx0" brushRef="#br0" timeOffset="26250.182">6162 15828,'12'4,"-1"0,1 0,-1 1,0 1,-1 0,0 0,0 1,0 0,7 8,-12-11,21 18,-1 1,-1 2,-1 0,-2 2,0 0,-2 1,-1 1,-1 1,-2 0,-1 1,-1 1,-1 0,-3 1,0 0,-2 0,-2 1,0 0,-3 0,-1 0,-1 0,-2 0,-1 0,-4 12,2-13,-2 0,-1-1,-1 1,-2-2,-1 1,-1-2,-2 0,-1 0,-2-2,0 0,-2-1,-1-1,-1 0,-5 1,25-23,-1-1,0 0,0 1,0-1,-1-1,1 1,-1 0,0-1,1 0,-1 0,0 0,0 0,0-1,-1 1,1-1,0 0,0 0,-1-1,1 1,-1-1,1 0,0 0,-1 0,1-1,0 0,-1 0,-6-9</inkml:trace>
  <inkml:trace contextRef="#ctx0" brushRef="#br0" timeOffset="26737.666">6177 15748,'404'28,"-342"-25,-1 3,0 3,0 3,13 5,-50-10,0 1,-1 1,0 1,0 1,-1 1,-1 1,0 1,0 1,-2 1,0 0,14 17,-9-3,-2 1,-1 1,-1 1,14 34,-6-14,-24-45,-2-4,0 0,0 0,0 0,0 0,1 0,0 0,0-1,0 1,0-1,0 0,1 0,-1 0,4 2,-5-6,0 1,0-1,-1 1,1-1,0 0,0 0,-1 1,1-1,0 0,-1-1,1 1,-1 0,1 0,-1-1,0 1,0-1,1 1,-1-1,0 1,0-1,-1 0,1 1,0-1,0 0,-1 0,1 0,-1 0,0 1,0-1,1 0,-1 0,0 0,0 0,-1 0,1 0,-1-1,0-12</inkml:trace>
  <inkml:trace contextRef="#ctx0" brushRef="#br0" timeOffset="27751.445">6471 17032,'296'-165,"360"-212,-584 333,-58 23,-12 16</inkml:trace>
  <inkml:trace contextRef="#ctx0" brushRef="#br0" timeOffset="28276.999">7593 16256,'-5'13,"0"1,1 0,0 0,1 0,0 1,1-1,1 1,1-1,0 1,0-1,2 1,0-1,0 1,1-1,1 0,1 0,3 8,-3-12,1-1,1 1,-1-1,1 0,1 0,0-1,0 0,1 0,-1-1,2 0,-1-1,1 0,0 0,0-1,1 0,-1-1,1-1,0 1,0-2,0 1,1-1,-1-1,0 0,1-1,-1 0,1-1,-1 0,0-1,1 0,-1-1,0 0,0 0,10-6,-15 6,1-1,-1 0,0 0,0-1,0 1,-1-1,0-1,0 1,0-1,0 0,-1 0,0 0,0 0,-1-1,0 0,0 1,0-1,-1 0,0-1,-1 1,1 0,-1 0,-1-1,1-3,-1 0,-1 0,0-1,0 1,-1 0,-1 0,1 0,-2 0,0 0,0 1,-1-1,0 1,-1 0,0 1,0-1,-6-5,6 8,0 0,-1 0,0 1,0-1,-1 1,0 1,0 0,0 0,-1 0,1 1,-1 0,0 1,0 0,-1 0,1 1,-1 1,1-1,-1 1,1 1,-1 0,1 0,-1 1,0 0,1 1,0 0,-1 0,1 1,0 0,0 1,0 0,1 0,-1 1,-6 5,5-2,0 0,1 1,0 0,1 0,-1 1,2 0,-1 1,2 0,-1 0,2 0,-1 1,2 0,-2 3,4-9,0 0,0 0,1 0,0 0,0 0,0 0,1 0,0 0,0 0,1 1,-1-1,1 0,1 0,-1 0,1 0,0 0,0-1,1 1,0-1,0 1,0-1,0 0,1 0,0 0,0-1,0 1,5 3,22 12</inkml:trace>
  <inkml:trace contextRef="#ctx0" brushRef="#br0" timeOffset="28731.815">8048 16430,'5'-3,"7"3,12 2,13 4,13 3,15 0,12 0,11 2,8-2,5-2,-2-2,-4-2,-7-2,-11-1,-14 0,-16 0,-14-1,-12 1</inkml:trace>
  <inkml:trace contextRef="#ctx0" brushRef="#br0" timeOffset="24024.798">2045 15107,'14'20,"11"19,10 18,11 17,14 17,12 16,10 12,9 4,5 0,2-10,-2-15,-6-16,-7-16,-10-18,-12-14,-13-14,-15-9</inkml:trace>
  <inkml:trace contextRef="#ctx0" brushRef="#br0" timeOffset="24315.024">2419 16363,'23'2,"21"3,17 4,13 1,11 2,4 1,1 3,-6 1,-8 3,-10-1,-10-3,-10-4,-7-5,-9-5,-7-10,-8-4</inkml:trace>
  <inkml:trace contextRef="#ctx0" brushRef="#br0" timeOffset="24605.777">3235 16056,'-9'-14,"-8"-11,-5-4,-1 1,3 8,7 13,11 18,12 18,13 17,15 16,12 9,7 8,4 3,0 2,-12-14</inkml:trace>
  <inkml:trace contextRef="#ctx0" brushRef="#br0" timeOffset="38216.49">5588 3088,'9'5,"10"3,11 1,11 0,13 0,8-3,6 1,-1 1,-4-1,-7 1,-9 1,-14 2,-12-2</inkml:trace>
  <inkml:trace contextRef="#ctx0" brushRef="#br0" timeOffset="38509.28">5681 3436,'19'2,"16"1,19 0,14-1,9 0,0-1,-6-1,-10 1,-14 1,-14 1</inkml:trace>
  <inkml:trace contextRef="#ctx0" brushRef="#br0" timeOffset="39747.643">7420 1831,'-6'42,"2"1,3-1,1 1,4 29,-2-31,48 693,5 345,-42-852,9-2,10 0,17 29,-42-229,-3-16,-2-11</inkml:trace>
  <inkml:trace contextRef="#ctx0" brushRef="#br0" timeOffset="40744.492">8355 2432,'-16'6,"0"1,0 0,0 1,1 0,0 1,1 1,0 1,0 0,1 0,1 2,0-1,1 2,0-1,1 1,0 1,1 0,1 0,1 1,0 0,-3 10,2-8,1 0,0 1,1 0,1 0,1 0,0 0,2 1,0 0,1-1,1 1,2 2,-2-18,0 0,1 0,0 0,0 0,0 0,1-1,-1 1,1 0,0-1,0 1,0-1,1 1,-1-1,1 0,-1 0,1 0,0 0,1-1,-1 1,0-1,1 0,-1 0,1 0,-1 0,1-1,0 1,0-1,0 0,0 0,0 0,0-1,0 0,0 1,3-2,7-3,0-1,0 0,0-1,-1-1,0 0,0-1,-1 0,0-1,0 0,-1-1,-1 0,1-1,-2 0,1-1,-2 0,1 0,-2-1,2-2,8-11,-1 0,-1-1,-1 0,-1-1,-1 0,-2-1,-1-1,-2 0,0 0,-2 0,-1 0,-1-28,-3 48,0 0,0 0,-1 1,-1-1,0 0,0 1,0-1,-2 1,1 0,-1 0,0 0,-1 0,0 1,0-1,-1 1,0 1,0-1,-1 1,0 0,0 0,-1 1,0 0,-5-2,11 7,1 0,-1 1,0-1,0 1,0-1,0 1,0 0,0 0,0 0,0 0,0 0,1 0,-1 0,0 1,0-1,0 1,0-1,0 1,1 0,-1 0,0 0,0 0,1 0,-1 0,1 0,-1 0,1 1,0-1,-1 1,1-1,0 1,0-1,0 1,0 0,0-1,0 1,1 0,-1 0,0 0,-15 77,12 13,4-1,4 0,4 0,12 49,-12-95,2 0,2-1,2 0,1-1,15 26,-19-48,-1-7</inkml:trace>
  <inkml:trace contextRef="#ctx0" brushRef="#br0" timeOffset="41019.372">8797 2834,'0'18,"0"13,0 10,0 8,0 4,0 2,0-1,0-4,0-5,-5-8,-1-10</inkml:trace>
  <inkml:trace contextRef="#ctx0" brushRef="#br0" timeOffset="41449.22">8222 2059,'-3'-3,"5"0,10 1,15-1,19 2,17 0,16 0,11-2,3 0,-2 0,-8 1,-14 0,-15 1,-16 1,-11 0,-9 0,-6-2,-7-1</inkml:trace>
  <inkml:trace contextRef="#ctx0" brushRef="#br0" timeOffset="42282.598">9959 2379,'-2'14,"1"13,4 14,3 9,2 7,1 7,-1 8,-3 4,-2 0,-1 0,-3-8,-2-9,0-12,0-14,1-19,1-11</inkml:trace>
  <inkml:trace contextRef="#ctx0" brushRef="#br0" timeOffset="42669.2">9892 2286,'20'-8,"-1"1,1 0,1 2,-1 0,1 1,7 1,-12 0,22-4,0 2,0 1,0 2,0 2,0 1,0 2,0 1,0 3,2 1,-30-5,-1 1,1-1,-1 1,0 1,-1 0,1 0,-1 1,6 4,-12-8,0 0,0 0,0 0,0 0,-1 0,1 0,0 1,-1-1,0 1,0-1,1 1,-1-1,-1 1,1 0,0-1,-1 1,1 0,-1 0,0-1,0 1,0 0,0 0,0-1,-1 1,1 0,-1 0,0-1,0 1,0 0,0-1,0 1,-2 1,-9 11,0-1,-1-1,0 0,-1-1,-1 0,0-1,0-1,-1 0,-1-2,1 1,-1-2,-8 2,-149 54,174-63,-1 1,0-1,0 1,1-1,-1 1,0-1,0 1,0-1,1 0,-1 0,0 1,0-1,0 0,0 0,0 0,0 0,0 0,0 0,1 0,-1 0,0 0,0-1,0 1,0 0,0 0,1-1,-1 1,0-1,0 1,0-1,1 1,-1-1,0 1,1-1,-1 0,0 1,1-1,-1 0,8-7</inkml:trace>
  <inkml:trace contextRef="#ctx0" brushRef="#br0" timeOffset="45250.089">9559 3904,'335'-29,"263"-44,-532 69,-65 4,-1 0,1 1,-1-1,0 1,1-1,-1 0,1 1,-1-1,0 1,0-1,1 1,-1-1,0 1,0-1,0 1,1-1,-1 1,0-1,0 1,0 0,0-1,0 1,0-1,0 1,0-1,0 1,0-1,-1 1,1-1,0 1,0-1,0 1,-1-1,1 1,0-1,-1 1,1-1,0 1,-1-1,1 0,0 1,-1-1,1 1,-1-1,1 0,-1 0,1 1,-1-1,1 0,-1 0,1 0,-1 1,1-1,-1 0,1 0,-1 0,1 0,-1 0,0 0,1 0,-1 0,-42 23,22-13</inkml:trace>
  <inkml:trace contextRef="#ctx0" brushRef="#br0" timeOffset="46498.998">11377 1951,'-1'1,"1"-1,-1 0,1 0,-1 0,0 0,1 0,-1 1,1-1,-1 0,1 0,0 1,-1-1,1 0,-1 1,1-1,-1 1,1-1,0 0,-1 1,1-1,0 1,0-1,-1 1,1-1,0 1,0-1,-1 1,1-1,0 1,0 0,0-1,0 1,0-1,0 1,0-1,0 1,0-1,0 1,1 0,-1-1,0 1,0-1,0 1,1-1,-1 1,1 30,1-1,2 1,1-1,5 18,-2-11,48 254,1 123,-16 275,-28-358,13-1,54 236,-52-402,-27-162,-1 0,0 0,0 0,0 0,0 0,-1-1,1 1,0 0,-1 0,1 0,-1 0,0 0,1 0,-1-1,0 1,0 0,0-1,0 1,-1-1,1 1,0-1,-1 1,-10-4,7-5</inkml:trace>
  <inkml:trace contextRef="#ctx0" brushRef="#br0" timeOffset="47142.558">12486 3422,'29'4,"0"1,0-2,-1 0,1-2,22-2,-9 1,180-1,-182 6,-32-2</inkml:trace>
  <inkml:trace contextRef="#ctx0" brushRef="#br0" timeOffset="47420.412">12593 3676,'10'3,"8"0,12-1,9 1,7 1,5 0,1-1,-4 2,-6-1,-6 0,-8-1</inkml:trace>
  <inkml:trace contextRef="#ctx0" brushRef="#br0" timeOffset="51549.062">19023 3582,'0'21,"3"17,2 15,3 9,3 5,3 1,2-5,-2-8,-3-11,-3-12,-9-12,-2-11</inkml:trace>
  <inkml:trace contextRef="#ctx0" brushRef="#br0" timeOffset="51863.325">18809 3382,'88'0,"49"-1,-1 6,15 8,-142-12,5 0,1 1,0 0,-1 1,1 0,-1 2,0-1,-1 2,1 0,6 4,-19-9,0-1,0 1,0-1,0 1,0-1,0 1,0 0,-1-1,1 1,0 0,0 0,-1 0,1 0,0 0,-1 0,1 0,-1 0,1 0,-1 0,1 0,-1 0,0 0,0 0,1 0,-1 0,0 1,0-1,0 0,0 0,-1 0,1 0,0 0,0 0,-1 1,1-1,0 0,-1 0,1 0,-1 0,1 0,-1 0,0-1,0 1,1 0,-1 0,0 0,-1 0,-48 30,-172 41,208-66,27-3,5-3</inkml:trace>
  <inkml:trace contextRef="#ctx0" brushRef="#br0" timeOffset="52263.257">19772 2941,'21'22,"19"22,18 17,14 16,9 15,2 13,-7 9,-11 5,-17 1,-18-2,-24-2,-29-4,-31-4,-27-8,-24-8,-15-14,-6-15,19-19</inkml:trace>
  <inkml:trace contextRef="#ctx0" brushRef="#br0" timeOffset="51248.86">18502 3917,'9'18,"5"18,3 11,-2 9,-3 5,-6 3,-11 1,-14 0,-14-3,-16-4,0-13</inkml:trace>
  <inkml:trace contextRef="#ctx0" brushRef="#br0" timeOffset="53198.352">18382 3943,'-1'1,"0"-1,1 0,-1 1,1-1,-1 1,1-1,-1 1,1-1,-1 1,1 0,-1-1,1 1,0 0,-1-1,1 1,0 0,-1-1,1 1,0 0,0 0,0-1,0 1,0 0,0 0,0-1,0 1,0 0,0 0,0-1,0 1,1 0,-1-1,0 1,0 0,1-1,-1 1,0 0,1-1,-1 1,1 0,-1-1,1 1,-1-1,1 1,0-1,-1 1,1-1,-1 0,1 1,0-1,38 10,-37-10,0 0,0 0,0 0,0 0,0 0,0 0,0 0,0-1,0 1,-1-1,1 0,0 1,0-1,0 0,-1 0,1 0,0 0,-1-1,1 1,-1 0,1-1,-1 1,0-1,0 1,1-1,-1 1,0-1,-3 0,1 1,0-1,0 1,-1 0,1-1,-1 1,1 0,-1 0,0 0,1 0,-1 0,0 0,1 1,-1-1,0 1,0-1,0 1,0 0,0-1,0 1,0 0,1 0,-1 0,0 1,-1-1,-49 18,50-18,1 1,0 0,0-1,0 1,1-1,-1 1,0 0,0 0,0 0,0 0,1-1,-1 1,0 0,1 0,-1 0,1 0,-1 1,1-1,0 0,-1 0,1 0,0 0,0 0,0 0,-1 1,1-1,1 0,-1 0,0 0,0 0,0 1,0-1,1 0,-1 0,1 0,-1 0,1 0,-1 0,1 0,0 0,-1 0,1 0,0 0,0-1,0 2,1 0,0 0,0 0,0-1,1 1,-1-1,0 1,1-1,-1 0,1 0,0 0,-1 0,1 0,0-1,-1 1,1-1,0 0,0 1,-1-1,1 0,0-1,0 1,-1-1,1 1,0-1,-1 0,1 0,0 0,-1 0,1 0,-1 0,0-1,1 0,-1 1,0-1,0 0,0 0,0 0,0 0,-1 0,1 0,-1-1,1 1,-1-1,0 1,0-1,0 1,0-1,0 0,0-1,-2 1,0 0,0 0,0 1,0-1,0 1,0-1,-1 1,1-1,-1 1,0 0,0 0,0 0,0 0,0 0,0 0,0 0,-1 1,1-1,-1 1,1-1,-1 1,1 0,-1 0,0 0,0 1,1-1,-1 1,0-1,0 1,0 0,0 0,1 0,-1 1,0-1,-2 1,-3 4</inkml:trace>
  <inkml:trace contextRef="#ctx0" brushRef="#br0" timeOffset="49771.933">16751 2941,'-21'7,"-15"8,-13 12,-8 15,-1 13,6 18,6 17,11 14,12 12,12 9,14 1,17-2,15-9,14-13,11-14,8-18,3-16,-10-17</inkml:trace>
  <inkml:trace contextRef="#ctx0" brushRef="#br0" timeOffset="50403.284">17152 3503,'-13'4,"1"1,-1 1,1 0,0 0,1 1,0 1,0 0,0 1,1 0,1 0,-1 1,1 0,1 1,0 0,-2 3,-2 6,1 1,0 0,1 0,2 1,0 0,1 0,1 1,0 10,2 65,5-94,-1 0,1 0,-1 0,1 0,0 0,1 0,-1 0,1 0,-1-1,1 1,0-1,1 1,-1-1,1 0,-1 0,1 0,0 0,0 0,0-1,0 1,1-1,2 2,1-3,1-1,-1 0,0-1,0 1,0-1,0-1,-1 1,1-1,0 0,-1-1,1 0,-1 0,0 0,0-1,0 0,0 0,0 0,-1-1,0 0,0 0,0 0,1-3,14-13,0 0,-1-2,-1-1,-1 0,-1-1,-2 0,0-2,-2 1,-1-2,-1 0,-1 0,-1 0,-2-1,-1 0,-1 0,-2-1,-1-18,-17-47,15 92,0 0,0 1,0-1,0 1,-1-1,1 1,-1 0,1-1,-1 1,0 0,0 0,0 0,0 0,0 1,0-1,0 0,-1 1,1 0,0-1,-1 1,0 0,1 0,-1 1,1-1,-1 0,0 1,0 0,1-1,-1 1,0 0,0 1,1-1,-1 0,-6 4,0 0,0 0,1 1,0 0,0 1,0 0,1 0,0 1,0-1,1 1,-1 1,1-1,1 1,0 0,0 1,1-1,-1 1,2 0,-1 0,2 0,-1 0,-1 9,2-3,-1 0,2 0,0 0,0 0,1 0,1 0,1 0,0 0,1 0,1-1,0 1,1-1,3 7,14 26,2-1,1-1,12 12,7 14,-27-45,-2 2,0-1,-2 2,-1 0,-1 0,-2 1,-1 1,3 20,-9-27</inkml:trace>
  <inkml:trace contextRef="#ctx0" brushRef="#br0" timeOffset="50669.571">17633 3877,'-4'16,"-2"14,0 11,1 11,2 4,1 3,1-3,3-3,1-4,0-6,2-8,2-10,0-9</inkml:trace>
  <inkml:trace contextRef="#ctx0" brushRef="#br0" timeOffset="47818.347">13729 3262,'5'18,"6"13,7 10,11 8,9 3,9 4,6 0,3 0,-3-3,-7-3,-6-6,-10-4,-10-6,-9-9</inkml:trace>
  <inkml:trace contextRef="#ctx0" brushRef="#br0" timeOffset="48094.602">14130 3302,'-18'2,"-13"8,-8 8,-4 12,-2 11,-2 10,0 7,2 6,0 1,7-4,9-7,13-14,8-13</inkml:trace>
  <inkml:trace contextRef="#ctx0" brushRef="#br0" timeOffset="48400.334">14238 3609,'-4'6,"0"1,1 0,0 0,1 1,0-1,0 1,0-1,1 1,0-1,0 1,1 0,0-1,1 1,-1 0,1-1,1 1,0-1,0 1,0-1,1 0,0 0,0 0,1 0,0 0,0-1,0 0,1 0,0 0,0 0,1-1,4 3,0-1,0-2,1 0,0 0,0-1,0 0,1-1,-1 0,1-1,0 0,0-1,0 0,0-1,-1-1,1 0,0 0,0-1,0 0,-1-1,0-1,1 0,7-4,-11 5,1-1,-1 0,0 0,0-1,0 0,-1 0,0-1,0 0,0 0,-1-1,0 0,0 0,0 0,-1-1,0 0,-1 0,0 0,0 0,-1-1,0 1,0-1,-1 0,0 0,-1 0,0 0,0 0,-1-1,0-1,-1 2,-1 1,0 1,0-1,-1 0,0 0,0 1,-1-1,0 1,0 0,0 1,-1-1,0 1,-1-1,0 2,1-1,-2 1,1-1,-1 2,1-1,-1 1,-1 0,1 0,-1 1,1 0,-1 0,0 1,0 0,0 1,0-1,0 2,0-1,0 1,-1 0,1 1,0 0,0 0,0 1,0-1,0 2,1-1,-1 1,0 1,1-1,0 1,-2 2,4-2,-1 0,1 0,-1 1,1 0,1 0,-1 0,1 1,0 0,0 0,1 0,-1 0,1 0,1 1,-1-1,1 1,0 0,1-1,-1 1,1 0,1 0,0 0,-1 0,2 0,-1 0,1 0,0 0,1 0,0 0,0-1,0 1,1-1,3 6,18 21</inkml:trace>
  <inkml:trace contextRef="#ctx0" brushRef="#br0" timeOffset="48969.505">14892 3436,'-2'2,"0"0,0 1,0-1,0 1,0-1,0 1,1-1,0 1,-1 0,1 0,0 0,0 0,0 0,1 0,-1 0,0 3,1-4,-9 61,2 0,4 0,2 1,3 1,-1-19,-1-23,0-16,1-15,-1-105,-1 21,4 0,11-59,12 58,-25 90,1 0,0 0,-1 0,1 0,1 0,-1 0,0 1,0-1,1 1,0-1,-1 1,1 0,0 0,0 0,0 1,0-1,1 1,-1 0,0-1,1 1,-1 1,0-1,1 0,-1 1,1 0,0 0,14 2,1 1,-1 1,0 0,0 2,0 0,0 1,-1 0,4 4,-13-7,1 0,5 1,-1 1,0 0,-1 1,0 0,0 1,0 0,-1 1,0 0,7 10,-16-18,-1 1,0 0,0-1,0 1,-1 0,1 0,0 0,-1 0,1 0,-1-1,1 1,-1 0,0 0,0 0,0 0,0 0,0 0,-1 0,1 0,0 0,-1 0,0 0,1 0,-1 0,0 0,0-1,0 1,0 0,0-1,0 1,-1-1,1 1,-1-1,1 1,-1-1,1 0,-1 0,0 0,0 0,-72 39,-124 25,196-64,0-1,0 0,0 1,0-1,-1 0,1 1,0 0,0-1,1 1,-1 0,0 0,0 0,0 0,0 1,1-1,-1 0,1 1,-1-1,1 1,-1 0,1-1,0 1,0 0,0 0,0 0,0 0,0 0,1 0,-1 0,0 0,1 0,0 0,0 0,-1 0,1 1,4 4,1-1,-1 0,1 0,0 0,1-1,-1 1,1-1,0 0,1-1,-1 0,1 0,-1 0,1-1,6 2,-5-1,46 21,1-3,2-2,0-2,1-3,0-2,1-4,44 3,-64-11,-12-2</inkml:trace>
  <inkml:trace contextRef="#ctx0" brushRef="#br0" timeOffset="44660">9853 4411,'2'18,"3"18,3 13,5 13,2 7,-1 3,-3 1,-4-6,-2-7,-3-11,-4-14,-3-14,-1-11,0-18,1-7</inkml:trace>
  <inkml:trace contextRef="#ctx0" brushRef="#br0" timeOffset="44945.385">9785 4278,'72'-6,"1"3,-1 3,1 3,17 6,-68-7,0 0,0 1,-1 2,1 0,-1 1,0 2,0 0,6 4,-24-11,-1 0,1 0,0 1,-1-1,1 1,-1 0,1 0,-1 0,0 0,0 0,0 0,0 1,0-1,0 1,-1-1,1 1,-1-1,0 1,0 0,0 0,0 0,0 0,-1 0,1 0,-1 0,0 0,1 0,-2 0,1 0,0 0,0 0,-1 0,0 0,0-1,0 3,-7 6,-1-1,0 0,0 0,-1-1,-1 0,1-1,-1 0,0-1,-1 0,0-1,0 0,0-1,-1-1,0 1,-2-1,-2 2,-1 0,0 0,0-2,-1 0,1-1,-1-1,1-1,-1 0,0-2,-4 0,-9-11,10-3</inkml:trace>
  <inkml:trace contextRef="#ctx0" brushRef="#br0" timeOffset="43878.526">8476 4398,'-21'14,"1"2,1 0,0 1,1 1,1 1,1 0,1 1,0 1,2 0,0 1,1 0,2 1,0 0,2 1,0 0,2 1,-3 16,8-32,-1 0,2 0,-1 0,1 0,1 0,0 0,0 0,0 0,1-1,3 10,-3-15,-1 0,1 1,-1-1,1 0,0 0,0 0,0 0,1-1,-1 1,1-1,-1 1,1-1,0 0,0 0,0 0,0 0,0 0,1-1,-1 0,0 1,1-1,-1 0,1-1,-1 1,1-1,0 1,-1-1,3 0,10-4,-1 0,-1 0,1-2,-1 0,0 0,0-2,0 1,-1-2,-1 0,1 0,-2-1,1-1,-1 0,-1 0,0-1,3-4,13-15,-1-2,-2 0,-1-1,-1-1,-2-1,-2-1,-1-1,-2 0,-1-1,-2 0,-2-1,1-19,-9 45,1-1,-2 1,0 0,-1-1,0 1,-1 0,-1 0,0-1,2 10,-1 1,1-1,-1 1,0-1,0 1,-1 0,1-1,-1 1,0 0,0 1,0-1,-1 1,1-1,-1 1,0 0,0 0,0 0,0 1,0 0,-1 0,1 0,-1 0,1 0,-1 1,-1 0,-8 0,-1 1,1 0,-1 2,1-1,0 2,0 0,0 1,0 0,0 1,1 0,0 1,0 1,1 0,-1 1,2 0,-1 1,1 0,0 0,0 3,6-8,-1 1,2-1,-1 1,1 0,-1 0,1 1,1-1,-1 1,1 0,0 0,0 0,1 0,-1 0,2 1,-1-1,1 1,0 0,0-1,0 1,1 0,0-1,1 1,-1 0,1-1,2 6,6 7,1 0,0-1,2 0,0-1,1 0,1-1,0-1,1 0,11 8,18 21,-27-28,-2 1,0 0,0 2,-2 0,0 0,-2 1,0 0,-1 1,-1 1,-1-1,-1 1,-1 0,-1 1,1 11,-2 10,-2 0,-3 0,-4 38,4-73</inkml:trace>
  <inkml:trace contextRef="#ctx0" brushRef="#br0" timeOffset="44186.217">8890 5040,'116'-246,"-80"159,-36 87,0-1,0 1,1 0,-1 0,0 0,1 0,-1 0,0 0,1 0,-1 0,1 0,-1 0,0 0,1 0,-1 0,0 0,1 0,-1 0,0 0,1 0,-1 0,0 1,0-1,1 0,-1 0,0 0,1 1,-1-1,0 0,0 0,1 1,-1-1,0 0,0 0,0 1,1-1,-1 0,0 1,0-1,0 0,0 1,0-1,0 0,0 1,0-1,0 0,0 1,0-1,0 0,0 1,0-1,0 0,0 1,0-1,0 0,0 1,0-1,0 0,-1 1,1-1,0 0,0 0,0 1,-1-1,1 0,4 145,-5-107,2 1,1 0,2 0,4 13,20 36,-15-57</inkml:trace>
  <inkml:trace contextRef="#ctx0" brushRef="#br1" timeOffset="64224.159">21056 0,'0'103,"-4"1,-4-2,-18 76,-36 77,20-90,-17 148,42-125,8 0,9 0,16 105,-5 354,-12-424,-25 204,-28 285,40-446,14 67,1-153,25 249,-12-97,21 2,-34-323,0 0,0 0,1 0,1 0,0 0,0 0,1-1,0 1,1-1,0 0,1-1,0 1,1-1,-1 0,2-1,-1 1,1-1,1-1,-1 0,1 0,10 6,15-1,0-2,1 0,0-3,1-1,-1-1,1-2,0-2,7-1,-40 0,230 1,-130-3,0 4,0 4,96 19,-173-20,-1 2,0 0,-1 2,0 0,17 10,-34-15,1 0,-1 0,-1 1,1 0,-1 0,1 0,-2 1,1 0,0 0,-1 1,-1-1,1 1,-1 0,0 1,0-1,-1 1,0-1,0 1,0 7,0 14,-2 0,-1 0,-1 0,-2 0,-1 0,-1-1,-6 20,-1 11,-33 253,0 460,11-465,-24 277,19 341,-40-79,75-795,-17 192,-21 62,-148 626,97-128,81-507,18 152,0-158,-13 199,7-397,3-1,16 82,-12-99,-3 0,-3 0,-7 48,1-58,3 1,2-1,4 1,2-1,5 8,4 30,-5-1,-3 67,-6-147,66 462,-57-60,-5-380,-1-16,-1 1,-1 0,-1 1,-2-1,-1 3,-3-6</inkml:trace>
  <inkml:trace contextRef="#ctx0" brushRef="#br1" timeOffset="68166.83">21777 1417,'182'10,"756"-7,-879-1,-44 1</inkml:trace>
  <inkml:trace contextRef="#ctx0" brushRef="#br1" timeOffset="68798.211">21951 2232,'-4'0,"19"0,1 0,970 35,-921-23,-63-9</inkml:trace>
  <inkml:trace contextRef="#ctx0" brushRef="#br1" timeOffset="69373.031">23007 842,'11'28,"216"374,-192-340,-3 1,-3 1,-2 2,-4 1,-2 0,-4 2,-2 0,-3 1,0 48,-13-84,-2 0,-1 0,-1-1,-2 1,-2-1,0-1,-3 1,0-2,-2 0,-2 0,-1-2,-1 0,-1 0,-1-2,-24 24,-4 1,-2-3,-1-2,-3-2,-2-2,-52 29,73-53,35-20,0 1,0 0,1-1,-1 1,0 0,0-1,0 1,0-1,0 1,0 0,0-1,0 1,0-1,0 1,0 0,0-1,-1 1,1 0,0-1,0 1,0 0,0-1,-1 1,1 0,0-1,0 1,-1 0,1 0,0-1,0 1,-1 0,1 0,0-1,-1 1,1 0,0 0,-1 0,1 0,-1-1,1 1,0 0,-1 0,1 0,0 0,-1 0,1 0,-1 0,1 0,0 0,-1 0,1 0,0 1,-1-1,0 0,18-25,5-3</inkml:trace>
  <inkml:trace contextRef="#ctx0" brushRef="#br1" timeOffset="69961.655">23434 1096,'18'8,"-2"1,1 0,-1 1,-1 1,0 1,0 0,-1 1,-1 1,0 0,-1 1,0 0,-2 0,7 13,10 18,-2 2,-2 0,-2 2,-3 0,-1 1,-3 0,-2 2,-3-1,-1 1,-4 1,-1 15,-3-22,-2 1,-2-1,-3-1,-1 1,-2-1,-3 0,-1-1,-2-1,-3-1,-1 0,-2-1,-1-1,-3-1,-1-2,-2 0,-1-2,-2-2,-2 0,-1-3,-1 0,-26 14,-90 43,129-80,22-8,1-1,0 1,-1 0,1 0,0-1,-1 1,1 0,0-1,0 1,-1 0,1-1,0 1,0 0,0-1,-1 1,1 0,0-1,0 1,0-1,0 1,0 0,0-1,0 1,0-1,0 1,0 0,0-1,0 1,0-1,0 1,0 0,0-1,1 1,-1-1,0 1,0 0,0-1,1 1,-1 0,0-1,0 1,1 0,-1-1,0 1,1 0,-1 0,0 0,1-1,-1 1,0 0,1 0,-1 0,1 0,-1-1,0 1,1 0,-1 0,1 0,-1 0,0 0,23-23,4-3</inkml:trace>
  <inkml:trace contextRef="#ctx0" brushRef="#br1" timeOffset="70507.187">23608 1216,'18'-7,"1"1,-1 0,1 2,0 0,0 1,1 1,-1 1,0 0,1 2,-1 0,0 1,1 1,-1 1,15 5,16 11,-2 3,0 1,-1 3,-2 2,0 1,-3 3,5 6,-16-15,105 82,-7-2,5-5,4-7,38 14,-150-86,-26-12</inkml:trace>
  <inkml:trace contextRef="#ctx0" brushRef="#br1" timeOffset="71893.275">23261 2874,'76'-4,"1"-4,-1-2,0-5,-2-2,0-4,-1-2,1-5,125-55,63-42,-157 74,84-42,25-26,-189 103,-1-1,-1-1,0-1,-1-1,-2-1,0-1,-1-1,-1 0,-1-2,8-15,-24 38,0 1,-1-1,1 1,0-1,0 1,0-1,0 1,0 0,1-1,-1 1,0 0,1 0,-1 0,1 0,-1 0,1 0,-1 1,1-1,0 0,-1 1,1-1,0 1,-1-1,1 1,0 0,0 0,-1 0,1 0,0 0,0 0,-1 1,1-1,1 1,557 61,-196-26,-303-25,-54-7,-10-2</inkml:trace>
  <inkml:trace contextRef="#ctx0" brushRef="#br1" timeOffset="74370.662">21818 374,'-14'4,"1"0,-1 1,1 1,1 0,-1 1,1 0,0 0,1 2,-1-1,2 2,-1-1,1 1,1 1,0 0,1 0,0 1,0 0,1 0,0 2,-7 16,0 2,2-1,2 2,1-1,1 2,2-1,-2 32,7-61,0 0,0-1,1 1,-1 0,1 0,0 0,0 0,1 0,-1-1,1 1,0 0,0 0,0 0,0-1,1 1,-1-1,1 1,0-1,0 0,0 1,1-1,-1 0,1 0,0-1,-1 1,1 0,0-1,1 0,-1 0,0 0,1 0,-1 0,3 0,5-2,0-1,0 0,0 0,0-1,0 0,0-1,-1 0,1-1,-1 0,0-1,0 0,0-1,-1 0,0 0,0-1,7-6,6-6,0 0,-1-1,0-1,-2-1,-1-1,0 0,-2-2,-1 1,-1-2,-1 0,-1-1,2-12,2-7,-3-2,-2 1,-2-2,-2 1,-2-1,-1-48,-16-13,11 107,0 0,0 1,0-1,0 0,-1 0,1 1,0-1,-1 0,0 1,0 0,0-1,0 1,0 0,0 0,-1 0,1 0,-1 1,1-1,-1 0,0 1,1 0,-1 0,0 0,0 0,0 0,0 1,0-1,0 1,0-1,0 1,0 0,0 1,0-1,-1 1,-2 0,0 0,0 1,1 0,-1 0,1 1,0-1,0 1,0 0,0 1,0-1,1 1,-1 0,1 0,0 0,0 1,0 0,1-1,0 1,-1 2,-4 7,0 1,2-1,0 1,0 1,1-1,-1 10,-2 19,2 0,2 1,2-1,2 1,5 42,-4-65,1 0,2 0,0-1,1 1,1-1,1 0,1 0,1-1,1 0,0-1,2 0,0 0,1-2,1 1,0-2,2 0,-1 0,2-2,9 7,-5-10,-5-5</inkml:trace>
  <inkml:trace contextRef="#ctx0" brushRef="#br1" timeOffset="74712.27">22125 869,'13'115,"-12"-111,1 1,0-1,-1 0,1 0,1 0,-1-1,0 1,1 0,0-1,0 0,0 1,0-1,1 0,-1-1,1 1,0-1,-1 1,1-1,0 0,0-1,1 1,-1-1,0 0,3 1,2-2,0 0,0-1,0 0,0 0,0-1,-1 0,1-1,-1 0,1 0,-1 0,0-1,0-1,-1 1,1-1,-1-1,0 1,-1-1,1 0,-1-1,0 0,-1 0,1 0,-1 0,-1-1,0 0,0 0,0 0,-1 0,0-1,-1 1,2-7,1-81,-6 93,0 0,1-1,-1 1,0 0,0 0,-1-1,1 1,-1 0,0 0,1 1,-1-1,0 0,-1 1,1-1,0 1,-1-1,0 1,1 0,-1 0,0 0,0 1,0-1,0 1,0-1,0 1,-4 0,1-1,0 2,-1-1,1 1,-1 0,1 0,-1 1,1-1,-1 2,1-1,0 1,-1 0,1 0,0 0,1 1,-1 0,0 0,1 1,-1-1,1 1,-3 3,-8 7,1 1,0 1,1 0,0 1,-5 10,-11 19</inkml:trace>
  <inkml:trace contextRef="#ctx0" brushRef="#br1" timeOffset="76725.446">21243 2018,'2'2,"3"6,3 5,5 8,4 7,7 6,3 6,2 5,1 4,-1 3,0-1,-1-1,-1-6,-2-8,-3-7,-4-9,-4-8</inkml:trace>
  <inkml:trace contextRef="#ctx0" brushRef="#br1" timeOffset="77002.672">21644 2018,'0'-7,"-2"-1,-4 3,-7 11,-8 14,-9 15,-12 17,-8 17,-5 14,-2 7,3 3,10-15</inkml:trace>
  <inkml:trace contextRef="#ctx0" brushRef="#br1" timeOffset="79358.711">26082 2166,'0'-1,"-1"1,1 0,0-1,-1 1,1 0,0 0,-1-1,1 1,-1 0,1 0,0 0,-1 0,1 0,-1-1,1 1,-1 0,1 0,-1 0,1 0,-1 0,1 0,0 0,-1 0,1 1,-1-1,1 0,-1 0,1 0,0 0,-1 1,1-1,-1 0,1 0,0 1,-1-1,1 0,0 1,-1-1,1 0,0 1,0-1,-1 0,1 1,0-1,0 1,0-1,-1 0,1 1,0-1,0 1,0-1,0 1,0-1,-6 12,2 0,-1 0,1 0,1 1,0-1,1 1,0 0,1 0,1 2,-1-7,-6 474,-4-293,0 137,30-154,1 37,-35-57,8-40,0 116,8-140,0 45,-1-133,0 0,0 0,0-1,1 1,-1 0,0 0,0 0,0 0,1 0,-1 0,0 0,0 0,0 0,1 0,-1 0,0 0,0 0,0 0,1 0,-1 0,0 0,0 0,0 0,1 0,-1 0,0 0,0 0,0 0,1 0,-1 1,0-1,0 0,0 0,0 0,1 0,-1 0,0 1,0-1,0 0,0 0,3-11</inkml:trace>
  <inkml:trace contextRef="#ctx0" brushRef="#br1" timeOffset="82176.781">21964 3542,'-11'-2,"0"-1,1 2,-2 0,1 0,0 1,0 0,0 1,0 1,0-1,1 2,-1-1,0 2,1-1,-1 1,1 1,-1 1,-5 8,1 0,1 1,0 1,1 0,1 0,0 2,2 0,0 0,0 0,2 1,0 1,0 4,-2 1,0 1,2 0,1 0,1 0,1 1,0 24,4-49,1 0,-1 0,1 1,0-1,0 0,0 0,0 1,1-1,-1 0,1 0,-1 0,1 1,0-1,-1 0,1 0,0 0,0 0,1 0,-1-1,0 1,1 0,-1 0,1-1,-1 1,1-1,0 1,0-1,0 0,0 0,-1 0,2 0,-1 0,0 0,1 0,6-2,-1 1,0-2,0 1,0-1,0-1,0 1,0-1,-1-1,1 1,-1-1,0-1,0 1,0-1,-1 0,-1 2,20-13,-1-2,0 0,-2-1,0-1,-1-1,-1-2,0 1,-2-2,-1-1,-2 0,0-1,-1 0,-2-1,0-1,-2 0,-1 0,-2-1,0 0,-2-1,-1 1,-1-14,-3 36,1 1,-1-1,-1 1,1-1,-1 1,0 0,-1-1,1 1,-1 0,0 0,-1 0,1 0,-1 0,-1 0,1 1,-1 0,0 0,0 0,0 0,-1 0,0 1,1 0,-2 0,1 0,0 1,-1-1,0 1,0 1,1-1,-2 1,1 0,-1 1,0 0,-1 0,1 1,0 0,0 1,-1 0,1 0,0 0,0 1,0 0,0 0,0 1,1 0,-1 0,1 1,0-1,0 1,0 1,0-1,1 1,-1 0,1 0,0 1,1 0,0-1,0 1,0 1,0-1,1 1,0-1,1 1,-1 0,1 0,1 0,-2 5,-2 15,1 1,1-1,1 1,1 0,2 0,1-1,1 1,1-1,2 0,0 0,6 11,8 18,2-1,2 0,3-2,27 39,-38-67</inkml:trace>
  <inkml:trace contextRef="#ctx0" brushRef="#br1" timeOffset="82534.829">22112 4198,'118'-378,"-110"360,-8 18,0 0,-1 0,1 0,0 1,0-1,0 0,0 0,0 1,0-1,0 0,0 0,0 1,0-1,0 0,0 0,0 1,0-1,0 0,0 0,0 1,0-1,0 0,0 0,0 1,0-1,1 0,-1 0,0 0,0 1,0-1,0 0,1 0,-1 0,0 1,0-1,0 0,1 0,-1 0,0 0,0 0,0 0,1 0,-1 1,0-1,0 0,1 0,-1 0,0 0,0 0,1 0,-1 0,0 0,0 0,1 0,-1 0,0 0,0-1,1 1,-1 0,0 0,0 0,1 0,-1 0,2 27,-3 118,-1-65,3 1,4-1,7 26,-4-67</inkml:trace>
  <inkml:trace contextRef="#ctx0" brushRef="#br1" timeOffset="84215.82">22860 3797,'1191'0,"-568"26,-416-16,-142-6,-54-4,1 0,-1 0,1 1,-1 1,1 0,-1 1,0 0,0 0,0 1,2 2,95 74,-103-72,-1-1,1 1,-1 0,-1 0,1 0,-1 1,-1-1,1 1,-2-1,1 1,-1 0,0 0,-1 0,0 0,-1 0,1-1,-3 7,3-3,-36 465,16-156,21-300,-2 1,-1-1,-1 1,0-1,-5 13,47-70,-30 25</inkml:trace>
  <inkml:trace contextRef="#ctx0" brushRef="#br1" timeOffset="85439.987">25988 4344,'-10'123,"7"361,3-456,1 1,2 0,1-1,1 1,1-1,9 23,1-33,-9-19</inkml:trace>
  <inkml:trace contextRef="#ctx0" brushRef="#br1" timeOffset="86239.891">24892 4825,'25'50,"1"-17,1-2,1 0,2-2,0-2,3 0,0-3,1 0,1-2,27 11,-7-2,2-4,1-1,1-3,1-3,1-3,1-2,0-2,1-4,-1-2,60-2,-84-7,1-2,-1-1,0-3,0 0,-1-3,0-1,0-2,-2-1,0-2,-1-1,0-2,-2-1,12-11,28-23,-3-3,46-50,-116 108,1 0,-1 0,0 0,1 0,-1 0,1 0,-1 0,0-1,1 1,-1 0,1 0,-1 0,1-1,-1 1,1 0,-1-1,1 1,-1 0,1-1,-1 1,1-1,-1 1,1-1,0 1,-1-1,1 1,0-1,-1 1,1-1,0 1,0-1,-1 0,1 1,0-1,0 1,0-1,0 0,0 1,0-1,0 1,0-1,0 0,0 1,0-1,1 0,-1 1,0-1,0 1,1-1,-1 1,0-1,1 1,-1-1,0 1,1-1,-1 1,1-1,-1 1,0 0,1-1,0 1,-1 0,1-1,-1 1,1 0,-1-1,1 1,0 0,-21-1</inkml:trace>
  <inkml:trace contextRef="#ctx0" brushRef="#br1" timeOffset="87119.229">24786 5106,'24'41,"4"-14,0-1,2-1,0-2,2-1,1-1,0-2,11 4,47 21,1-4,1-4,2-5,2-3,0-5,2-3,0-6,1-3,13-5,-60-3,-1-3,1-3,-1-2,0-2,0-2,1-3,-26 5,0-1,-1-2,0-1,0 0,-1-2,-1-1,0-1,-1-1,-1-1,0-1,-1-1,-1-1,-19 19,22-29,-23 30,1-1,-1 1,1-1,-1 1,1-1,-1 0,0 1,0-1,1 1,-1-1,0 0,0 1,1-1,-1 0,0 1,0-1,0 0,0 1,0-1,0 0,0 1,0-1,-1 0,1 1,0-1,0 0,0 1,-1-1,1 0,0 1,-1-1,1 1,-1-1,1 1,0-1,-1 1,1-1,-1 1,1-1,-1 1,0 0,1-1,-1 1,1 0,-1-1,0 1,-11-2</inkml:trace>
  <inkml:trace contextRef="#ctx0" brushRef="#br1" timeOffset="87891.461">24892 5147,'1'161,"7"0,9 12,-7-104,3-1,3-1,2-1,4 0,2-2,8 11,6-2,4-2,2-1,4-2,2-3,3-1,3-3,3-3,2-2,8 2,-56-48,1 2,0-1,1 0,0-1,0-1,1 0,14 5,-29-14,1 1,-1-1,0 0,1 0,-1 0,0 0,1 0,-1 0,0 0,1 0,-1-1,0 1,1 0,-1-1,0 1,1-1,-1 0,0 1,0-1,0 0,0 0,0 1,0-1,0 0,0 0,0 0,0 0,0 0,-1-1,1 1,0 0,-1 0,1 0,-1-1,1 1,-1 0,0-1,1 1,-1 0,0-1,0 1,0 0,0-1,0 1,0-1,0 1,-1 0,1-1,-1 1,1 0,0 0,-1-1,0 1,1 0,-2-1,-2-24</inkml:trace>
  <inkml:trace contextRef="#ctx0" brushRef="#br1" timeOffset="88832.675">26777 5334,'-26'131,"3"-41,-9 46,-5-3,-6-1,-5-1,-28 43,36-100,-3-1,-3-3,-3-1,-40 40,56-72,-1-2,-2-2,-1-1,-1-2,-2-2,-1-1,-1-2,-34 14,66-35,6-1,-1-1,1 0,0 0,-1 0,0-1,0 1,1-1,-1 0,0 0,0-1,0 0,0 1,0-2,-3 1,8-1,-1 0,0 0,1 0,-1 0,0 0,1 0,0 0,-1 0,1 0,0 0,-1 0,1-1,0 1,0 0,0 0,0 0,0 0,0-1,0 1,0 0,0 0,1 0,-1 0,0 0,1 0,-1 0,1 0,0 0,-1 0,1 0,0 0,-1 0,1 0,0 0,0 0,0 1,-1-1,1 0,1 0,8-9</inkml:trace>
  <inkml:trace contextRef="#ctx0" brushRef="#br1" timeOffset="90013.368">25788 6858,'6'182,"-1"-86,-5-1,-8 67,-42 137,23-155,-2 76,26-181,0 1,3-1,1 0,2 0,2 1,1 0,-6 58,-9 61,-8-1,-15 43,20-121,-47 263,59-343,-1 0,1 0,0 0,0 0,-1 0,1 0,0 0,0 0,-1 0,1 0,0 0,0 0,0 0,-1 0,1 0,0 0,0 1,0-1,-1 0,1 0,0 0,0-35,0 31,0-21</inkml:trace>
  <inkml:trace contextRef="#ctx0" brushRef="#br1" timeOffset="94055.136">26243 8382,'0'20,"0"16,0 11,-3 7,0 5,-2 4,-3 1,1-4,-2-6,-1-6,1-11,3-10</inkml:trace>
  <inkml:trace contextRef="#ctx0" brushRef="#br1" timeOffset="94442.103">26295 8235,'283'523,"-277"-511,3 3,-1 0,-1 0,0 1,-2 0,1 1,-2-1,0 1,-1 0,-1 0,0 8,-3-21,0 0,1 0,-2 0,1-1,0 1,-1 0,0 0,0-1,0 1,0-1,0 0,-1 1,1-1,-1 0,0-1,0 1,0 0,-1-1,1 0,0 0,-1 0,0 0,1 0,-1-1,0 1,0-1,0 0,0 0,-117 14,119-15,-58-1,1-3,-1-2,1-3,-7-4,45 9,21 3,0 1,0 0,0 0,1 0,-1 0,0 0,0 0,0 0,0 0,0-1,0 1,0 0,0 0,1 0,-1 0,0 0,0-1,0 1,0 0,0 0,0 0,0 0,0 0,0-1,0 1,0 0,0 0,0 0,0 0,0-1,0 1,13 0</inkml:trace>
  <inkml:trace contextRef="#ctx0" brushRef="#br1" timeOffset="94843.026">26737 9023,'-2'11,"0"-6,1 0,-1 0,1 0,0 1,0-1,0 0,1 0,0 1,0-1,0 0,1 0,0 0,0 1,0-1,0 0,1 0,0 0,0 0,0-1,1 1,0-1,0 1,0-1,0 0,0 0,1 0,0 0,2 1,4-2,1-1,-1 0,1 0,0-1,-1-1,1 0,0 0,-1-1,1 0,-1-1,1 0,-1-1,0 0,1 0,-2-1,1-1,0 0,-1 0,0 0,0-2,-1 1,7-7,-9 8,0 0,-1 0,0-1,0 0,-1 0,0-1,0 1,0-1,-1 1,0-1,0 0,0-1,-1 1,0 0,-1-1,0 1,0-1,0 1,-1-1,0 0,-1 1,0-1,0 1,0-1,-1 1,0 0,-1 0,1-1,-2 1,1 1,-1-1,1 1,-2-1,1 1,-1 0,0 0,0 1,-1 0,1 0,-1 0,0 0,-1 1,1 0,-1 1,0-1,0 1,-1 0,2 1,-1 1,1-1,-1 1,1 1,0-1,-1 1,1 1,-1-1,1 1,-1 0,1 0,0 1,-1 0,1 0,0 0,0 1,1 0,-1 0,0 0,1 1,0 0,0 0,-3 3,-5 6,1 0,0 1,1 0,1 1,0 0,0 0,-5 17,-13 28,6-5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43:11.72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0 347,'21'0,"22"-6,24-12,24-12,22-10,18-7,14-4,8-2,-2 8,-10 10,-21 18,-30 13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43:11.89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1 230,'25'-2,"26"-6,25-10,25-11,20-10,12-3,4 4,-7 8,-20 13,-28 11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43:12.06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3 101,'-2'16,"3"8,14-1,19-9,23-13,24-16,23-14,19-10,9 0,-1 7,-18 10,-26 19,-32 23,-24 9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43:12.32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362 277,'16'-9,"23"-14,26-13,22-9,19-4,10 2,-2 10,-15 12,-24 20,-33 22,-22 8</inkml:trace>
  <inkml:trace contextRef="#ctx0" brushRef="#br0" timeOffset="1">1 1226,'25'-7,"24"-11,22-7,15-4,6 3,-5 6,-14 13,-18 17,-19 6</inkml:trace>
  <inkml:trace contextRef="#ctx0" brushRef="#br0" timeOffset="260.305">268 1654,'29'2,"31"-8,34-17,31-18,28-15,21-13,7-5,-27 9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43:11.04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0 500,'23'-7,"25"-8,28-14,28-11,24-10,16-5,10-5,1-2,-5 4,-12 6,-19 13,-24 13,-29 19,-30 23,-35 27,-17 6</inkml:trace>
  <inkml:trace contextRef="#ctx0" brushRef="#br0" timeOffset="250.842">107 1369,'16'-9,"24"-14,29-18,29-16,24-14,19-7,13-2,3 1,-5 7,-14 14,-20 16,-27 23,-32 25,-39 26,-24 8</inkml:trace>
  <inkml:trace contextRef="#ctx0" brushRef="#br0" timeOffset="512.144">201 2145,'14'-7,"24"-13,29-15,29-13,24-12,17-9,10-5,6 2,-4 4,-10 8,-18 15,-25 15,-29 22,-34 23,-37 23,-18 6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43:13.72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283 0,'0'21,"0"20,2 19,2 17,1 15,0 8,2 7,-1 1,-1-5,-1-6,-2-11,-1-10,0-9,-1-10,-1-9,1-11,0-12</inkml:trace>
  <inkml:trace contextRef="#ctx0" brushRef="#br0" timeOffset="703.132">244 120,'-22'59,"-2"-1,-3-1,-2-1,-2-2,-7 5,-1-16,32-47,24-54,3 12,3 1,1 1,30-41,-52 81,0 1,-1-1,2 1,-1-1,0 1,1 0,-1 0,1 0,0 1,0-1,0 1,0-1,1 1,-1 0,1 0,-1 0,1 1,0-1,-1 1,1 0,0 0,0 1,0-1,0 1,0-1,0 1,0 0,2 1,29 9,-25-9,-1 1,1 0,0 0,-1 1,0 1,0 0,0 0,0 1,0-1,-1 2,0 0,0 0,-1 0,1 1,-1 0,-1 0,1 1,0 1,-1 6,0 0,0 1,-2 0,0 0,-1 0,0 0,-2 1,0-1,0 1,-2-1,-1 10,2-23,0-1,-1 0,0 0,1 0,-1 0,0 0,0 0,0 0,0-1,0 1,0 0,-1 0,1-1,-1 1,1-1,-1 1,1-1,-1 0,0 0,0 1,0-1,1 0,-1-1,0 1,0 0,0 0,0-1,-1 0,1 1,0-1,0 0,0 0,0 0,0 0,0 0,-1 0,1-1,0 1,0-1,0 0,0 0,-4 1,-57-2,1-2,0 3,1 3,-1 3,-8 3,38 1,32-8,0-1,0 1,0 0,1 0,-1 0,0 0,1 0,-1 0,1-1,-1 1,1 0,-1 0,1-1,-1 1,1 0,0-1,-1 1,1 0,0-1,0 1,0-1,-1 1,1-1,0 0,0 1,0-1,0 0,0 0,0 1,-1-1,1 0,0 0,1 0,17 6</inkml:trace>
  <inkml:trace contextRef="#ctx0" brushRef="#br0" timeOffset="1381.026">952 1110,'-9'69,"2"1,4 0,3 0,2 0,5 3,0 68,-6 10,-5-139,0-38,-5-584,3 441,5 167,1 1,0-1,0 1,0-1,0 1,0-1,0 1,0-1,0 1,0-1,1 1,-1-1,0 1,1-1,0 1,-1-1,1 1,0 0,0-1,-1 1,1 0,0 0,0 0,1 0,-1 0,0 0,0 0,0 0,1 0,-1 0,0 1,1-1,-1 0,1 1,-1-1,0 1,1 0,-1 0,1-1,0 1,-1 0,1 0,-1 0,1 0,188 23,59-13,-208-6,-12 1</inkml:trace>
  <inkml:trace contextRef="#ctx0" brushRef="#br0" timeOffset="1644.322">925 1337,'23'5,"18"1,15-3,10-3,8-5,1-4,-3 1,-15 0</inkml:trace>
  <inkml:trace contextRef="#ctx0" brushRef="#br0" timeOffset="2228.275">1553 1391,'1'154,"7"1,10 20,-21-194,-9-53,2 0,4-1,3 0,3 0,4 1,6-35,-7 93,1-1,1 1,-1 0,2 0,0 0,1 1,0 0,1 0,5-6,-8 14,-1-1,1 1,0 0,1 0,-1 0,1 1,0-1,0 2,0-1,1 1,-1-1,1 2,0-1,-1 1,1 0,0 1,1-1,-1 1,0 1,4-1,-6 1,0 1,0-1,1 1,-1 0,0 0,0 1,0-1,0 1,0 0,-1 0,1 1,0 0,-1-1,0 2,0-1,0 0,0 1,0 0,-1 0,1 0,-1 0,0 0,0 1,-1-1,1 1,-1 0,0 0,0 2,1 1,-1-1,0 1,-1 1,0-1,0 0,0 0,-1 0,-1 1,1-1,-1 0,-1 0,1 0,-2 0,1 0,-1 0,0-1,-4 7,0-2,0-1,-1 0,-1 0,0-1,0 0,-1-1,0 0,-1-1,0 0,0 0,-1-1,0-1,0 0,-1 0,1-1,-1-1,-11 2,-3-7,27 1,0 0,1 0,-1 0,0 0,0 0,1 0,-1 0,0 0,1 0,-1 0,0 0,0 0,1-1,-1 1,0 0,1 0,-1 0,0 0,0-1,0 1,1 0,-1 0,0 0,0-1,0 1,1 0,-1 0,0-1,0 1,0 0,0-1,0 1,0 0,0 0,1-1,-1 1,0 0,0-1,0 1,0 0,0-1,0 1,-1 0,1 0,0-1,0 1,0 0,0-1,0 1,0 0,0 0,-1-1,1 1,0 0,0 0,0-1,-1 1,15-4,-1 1,1 0,-1 1,1 1,0 0,0 1,0 0,-1 1,1 0,0 2,-1-1,14 5,-13-1,0-1,-1 2,0 0,0 0,0 1,-1 1,0 0,-1 1,0 0,0 0,-1 1,-1 1,0 0,0 0,-1 1,-1 0,0 0,-1 1,0-1,-1 1,-1 1,0-1,-1 1,0-1,-1 1,-1 0,0 0,-1 2,-1-9,0 0,0-1,-1 1,1 0,-2-1,1 1,-1-1,0 0,0 0,-1 0,0 0,0-1,-1 0,0 0,0 0,0 0,-1-1,0 1,0-2,0 1,-1-1,0 0,1 0,-1 0,0-1,-1 0,1-1,-1 0,1 0,-3 0,-4 1,0 0,0-1,0-1,0-1,0 0,0 0,0-2,0 1,0-2,0 0,1-1,-1 0,1-1,-9-4,10 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42:54.01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6577 2569,'8'-11,"59"-41,2 2,2 4,33-15,-86 51,1033-555,-987 529,392-218,365-140,-607 319,-206 74,-9 3</inkml:trace>
  <inkml:trace contextRef="#ctx0" brushRef="#br0" timeOffset="1048.971">6389 4548,'328'-222,"362"-212,626-284,-1149 633,262-129,26 11,-341 161,-91 38,-29 18,-82 53,68-51</inkml:trace>
  <inkml:trace contextRef="#ctx0" brushRef="#br0" timeOffset="1977.524">6616 6406,'0'1,"0"-1,-1 1,1-1,0 1,0-1,0 1,0 0,0-1,0 1,0-1,0 1,0 0,0-1,0 1,0-1,0 1,0-1,0 1,1-1,-1 1,0 0,0-1,1 1,-1-1,0 1,1-1,-1 0,0 1,1-1,-1 1,1-1,-1 0,1 1,-1-1,1 0,-1 1,1-1,-1 0,1 0,-1 0,1 1,0-1,-1 0,1 0,-1 0,1 0,0 0,-1 0,1 0,-1 0,1 0,-1-1,1 1,0 0,-1 0,1 0,-1-1,1 1,-1 0,1 0,-1-1,1 1,-1-1,1 1,-1 0,0-1,1 0,84-38,344-232,1292-707,-1343 777,371-138,-445 239,-285 96,-23 8,-89 34,76-31</inkml:trace>
  <inkml:trace contextRef="#ctx0" brushRef="#br0" timeOffset="2851.177">6764 8010,'-21'45,"30"-41,56-47,323-266,-176 163,5 9,132-56,479-201,-6-22,-668 334,97-34,-179 93,-72 23,1 1,-1-1,0 0,1 1,-1-1,0 1,0-1,0 0,1 1,-1-1,0 1,0-1,0 1,0-1,0 1,0-1,0 1,0-1,0 0,0 1,0-1,0 1,0-1,0 1,0-1,-1 1,1-1,0 1,0-1,-1 0,1 1,0-1,0 0,-1 1,1-1,0 0,-1 1,1-1,0 0,-1 1,1-1,-1 0,1 0,-1 1,1-1,0 0,-1 0,0 0,-107 83,81-62</inkml:trace>
  <inkml:trace contextRef="#ctx0" brushRef="#br0" timeOffset="3745.11">6710 9735,'-1'1,"-1"0,0 0,0 0,0 0,0 1,0-1,0 1,1-1,-1 1,1 0,-1-1,1 1,0 0,0 0,0 0,0 0,0 0,0 0,0 0,1 1,-1 1,2-4,0 1,0 0,0-1,0 1,0-1,1 0,-1 1,0-1,0 0,0 0,1 0,-1 0,0 0,0 0,1 0,-1 0,0-1,0 1,0 0,1-1,-1 1,0-1,0 1,0-1,0 1,1-2,136-77,-106 58,11-7,890-551,-600 405,127-36,372-149,-797 345,41-20,1 3,1 4,2 3,0 3,13 3,-85 16,-5 2,0-1,0 0,0 1,1-1,-1 1,0 0,0 0,1 0,-1 0,0 1,0-1,0 1,1 0,-1 0,0 0,0 1,0-1,1 1,-4 1,0-1,0 0,-1 0,1 0,-1 0,1 0,-1 0,0 0,0 0,0 0,0 0,0 0,0 0,-1 0,1-1,-1 1,1 0,-1-1,1 0,-1 1,0-1,0 0,1 0,-1 0,0 0,0 0,0 0,-1 0,0 0,-14 6,0-1</inkml:trace>
  <inkml:trace contextRef="#ctx0" brushRef="#br0" timeOffset="4666.117">7927 10443,'23'-32,"2"1,1 2,1 0,1 1,2 2,1 1,1 2,1 1,0 1,7-1,149-67,48-9,-44 19,171-81,-102 39,5 13,5 11,6 11,-122 53,-156 33,1 0,-1-1,1 1,0 0,-1-1,1 1,-1 0,1 0,-1 0,1-1,0 1,-1 0,1 0,0 0,-1 0,1 0,-1 0,1 0,0 0,-1 0,1 0,0 1,-1-1,1 0,-1 0,1 1,-1-1,1 0,-1 1,1-1,0 0,-1 1,0-1,1 1,-1-1,1 1,-1-1,0 1,1-1,-1 1,0-1,1 1,-1-1,0 1,0 0,0-1,1 1,-1-1,0 1,0 0,0-1,0 1,0 0,0-1,0 1,-1 0,1-1,0 1,0-1,0 1,-1-1,1 1,0 0,0-1,-1 1,1-1,-1 1,-5 9</inkml:trace>
  <inkml:trace contextRef="#ctx0" brushRef="#br0" timeOffset="5054.081">9919 10297,'-3'4,"3"2,4 0,7-4,9-6,7-8,8-5,7-5,6-4,2 2,-4 1,-5 5,-6 6,-8 4,-9 7,-6 3</inkml:trace>
  <inkml:trace contextRef="#ctx0" brushRef="#br0" timeOffset="26379.977">5828 2088,'14'-316,"-2"41,-14-43,-4 253,-2 1,-3 0,-3 1,-3 1,-3 0,-2 1,-3 1,-2 1,-23-33,37 68,-1 0,-1 1,-2 1,0 0,-1 2,-1 0,-1 0,0 2,-2 1,0 0,0 2,-2 0,-8-2,-52-16,-1 3,-1 5,-1 3,-1 4,-1 3,-69 0,101 8,-572-65,353 58,-2 12,-59 17,-175 1,460-16,-113 0,-56 12,-224 34,330-34,1 5,1 5,-2 6,82-19,-57 15,1 3,-70 34,134-50,1 1,0 1,1 1,0 1,1 1,1 1,1 1,0 1,1 1,2 0,0 1,0 2,-19 40,2 2,3 2,-4 19,3-7,27-69,-75 172,8 3,8 2,-38 190,53-46,0 200,17 7,25 157,19-499,8 0,9-1,13 18,-21-110,144 745,-108-504,212 1137,-197-1117,9 222,28 616,-23-546,-75-546,5-1,4 0,30 87,52 143,-85-272,3-1,3 0,2-2,4-1,21 34,43 44,6-5,81 82,-178-215,26 31,1-2,1-1,1-1,2-1,1-2,2-2,0-1,16 6,7-4,0-3,1-2,2-3,0-3,59 6,105 7,203-2,-294-21,1-6,0-6,14-7,310-63,-437 73,129-17,-2-7,114-39,-212 52,-1-3,-1-2,-1-2,-1-2,-1-2,-1-2,-1-3,11-11,-27 19,0-2,-2 0,-1-2,0-1,-3-2,0 0,-2-1,-1-1,-2-1,-1 0,10-30,-7-17,-4-1,-3 0,-4-1,-3-16,8-64,78-652,-72 618,20-62,-7 71,-9 0,-8-2,-8-26,6-192,29-181,5-12,15 244,-37 198,-7 0,-4-51,-12 76,5 0,23-110,0 85,4-16,5-108,-11-155,-19-46,-11-238,-21 348,19 334,-2 1,-2 0,-2 0,-1 0,-2 2,-9-20,1 10,3 0,1-1,3-1,-7-40,11-8,3 0,5-46,3 61,-4-1,-4 1,-14-69,2 66,-3-6,5 0,-5-87,13-30,3 144</inkml:trace>
  <inkml:trace contextRef="#ctx0" brushRef="#br0" timeOffset="27431.163">2165 13251,'2'20,"3"16,1 11,-1 7,-1 1,-1-3,-4-4,-4-7,0-10</inkml:trace>
  <inkml:trace contextRef="#ctx0" brushRef="#br0" timeOffset="28109.874">2004 13091,'2'-3,"0"0,0 1,0-1,0 1,0-1,1 1,-1 0,1 0,0 0,0 0,-1 0,1 1,0-1,0 1,1 0,-1 0,0 0,0 0,0 1,1-1,-1 1,0 0,1 0,-1 0,0 0,1 0,-1 1,5-2,6-1,0 0,1 1,-1 1,0 0,0 0,0 2,0 0,0 0,0 1,0 1,-1 1,1-1,-1 2,0 0,-1 1,1 0,-1 1,-1 0,0 1,0 0,0 1,0 1,1 11,-1 0,0 2,-2-1,-1 1,0 0,-2 1,-1 0,-1 0,-1 0,-1 1,-1-1,-2 0,0 1,-3 5,4-2,-1-19,1-6,-1-1,1 1,0 0,0-1,0 1,0 0,0-1,1 1,0 0,0-1,0 1,0-1,0 1,1-1,0 0,1 3,-2-6,0 0,1 0,-1 0,0 0,0 0,0 0,0 0,1 0,-1-1,0 1,0 0,0-1,0 1,0-1,0 1,0-1,0 0,0 1,0-1,0 0,0 0,0 0,-1 0,1 0,0 0,-1 0,1 0,0 0,18-24,-1-1,-1 0,-1-1,8-22,18-29,-40 75,-2 2,0 0,0 0,0 0,0 0,1 0,-1 0,0 0,1 0,-1 0,1 0,-1 0,1 0,-1 0,1 0,0 0,-1 1,1-1,0 0,0 0,-1 1,1-1,0 1,0-1,0 1,0-1,0 1,0-1,0 1,0 0,0-1,0 1,0 0,0 0,0 0,0 0,0 0,0 0,1 0,-1 0,0 0,0 1,0-1,0 0,0 1,0-1,25 94,-21-75,1-1,1 0,1 0,0 0,1-1,11 16,-16-28,-1 1,1-1,0 0,0-1,1 1,0-1,0 0,0 0,0 0,0-1,1 0,-1 0,1 0,0 0,0-1,0 0,0-1,1 1,-1-1,0 0,1-1,-1 0,1 0,1-2,1-1,-1 0,1 0,-1-1,0 0,0 0,-1-1,1 0,-1-1,0 0,-1 0,1 0,-1-1,-1 0,1 0,-1 0,0-1,-1 1,1-1,-2 0,3-6,9-25,-1 0,-3-1,-1 0,-1-1,-3 0,-1 0,-2-1,-2 1,-3-18,0 6,-2 1,-2-1,-3 1,-10-33,8 54,11 32,0-1,0 0,0 1,0-1,0 1,0-1,0 0,0 1,-1-1,1 0,0 1,0-1,0 0,0 0,-1 1,1-1,0 0,0 1,0-1,-1 0,1 0,0 0,0 1,-1-1,1 0,0 0,-1 0,1 1,0-1,-1 0,1 0,0 0,-1 0,1 0,0 0,-1 0,1 0,0 0,-1 0,1 0,0 0,-1 0,1 0,0 0,-1 0,1 0,0-1,-1 1,1 0,0 0,-1 0,1 0,0-1,-1 22,1 0,1 0,1 0,1-1,3 14,-1-4,28 151,38 114,-65-272,0-1,1 1,2-1,0-1,1 1,1-2,2 1,-1-2,15 16,-6-17,-4-10</inkml:trace>
  <inkml:trace contextRef="#ctx0" brushRef="#br0" timeOffset="28375.163">2727 13130,'22'0,"22"0,17 0,13 0,11 0,6 7,0 9,-10 11,-18 1</inkml:trace>
  <inkml:trace contextRef="#ctx0" brushRef="#br0" timeOffset="29042.948">3461 13718,'14'-351,"-14"350,0 1,0-1,-1 0,1 0,0 0,0 0,0 0,0 0,0 0,0 0,1 0,-1 0,0 0,0 0,1 0,-1 0,1 0,-1 0,1 1,-1-1,1 0,-1 0,1 1,0-1,-1 0,1 1,0-1,0 0,-1 1,1-1,0 1,0-1,0 1,0 0,0-1,0 1,-1 0,1 0,0-1,0 1,0 0,0 0,0 0,0 0,0 0,0 0,0 1,0-1,0 0,0 0,0 1,0-1,0 1,-1-1,1 1,0-1,0 1,0-1,-1 1,1 0,0-1,-1 1,1 0,0 0,22 10,0-1,1-1,0-1,1-1,0-1,0-1,0-1,10-1,71 8,-103-8,0 0,0 0,0-1,0 2,-1-1,1 0,-1 0,0 1,0 0,0-1,-1 1,1 0,-1 0,0 0,0 0,0 0,0 0,-1 0,0 0,0 0,0 0,0 0,0 0,-1 0,0 0,0 0,0 0,0 0,-2 1,2 3,-20 125,21-131,0 0,0-1,0 1,1 0,-1 0,0 0,1 0,-1 0,1 0,-1-1,1 1,0 0,0 0,0-1,0 1,0-1,0 1,1-1,-1 1,0-1,1 0,-1 1,1-1,0 0,-1 0,1 0,0-1,-1 1,1 0,0 0,0-1,0 1,0-1,-1 0,3 1,69-10,-54 1,0 0,-1 0,1-2,-2 0,1-2,-1 1,-1-2,13-13,-28 25,0 1,-1-1,1 0,0 0,0 1,0-1,0 1,0-1,0 1,0-1,0 1,0 0,0-1,0 1,0 0,0 0,1 0,-1 0,0 0,0 0,0 0,0 0,0 0,0 1,0-1,0 0,0 1,1-1,-1 1,-1-1,1 1,0-1,0 1,0 0,0-1,0 1,0 0,-1 0,1 0,0-1,-1 1,1 0,-1 0,1 0,-1 0,1 0,-1 0,1 1,0-1,2 3,0 1,0-1,0 0,1-1,-1 1,1-1,0 0,0 1,1-2,-1 1,1 0,-1-1,1 0,0 0,-1 0,1-1,0 0,0 0,0 0,1 0,-1-1,0 0,0 0,0 0,0-1,0 0,0 1,0-2,0 1,0-1,0 0,4-1,-3-2,1 1,-1-1,0 0,0-1,-1 1,1-1,-1 0,0-1,-1 1,0-1,0 0,0 0,-1 0,0-1,0 1,-1-1,2-5,-3 9,0 0,-1-1,1 1,-1 0,0 0,0 0,0 0,0-1,-1 1,1 0,-1 0,0 0,0 0,-1 0,1 0,-1 1,0-1,0 0,0 1,-1-1,1 1,-1 0,0 0,0 0,0 0,0 0,0 1,-1-1,1 1,-1 0,0 0,1 0,-1 0,0 1,-1-1,-1 1,1 0,0 0,-1 0,1 0,-1 1,1 0,0 0,-1 1,1-1,-1 1,1 0,0 1,0-1,0 1,0 0,0 1,0-1,0 1,0 0,1 0,0 0,0 0,0 1,-1 1,-1 1,0 0,1 0,0 0,0 1,1 0,-1 0,1 0,1 0,0 1,0 0,0-1,1 1,0 0,1 0,-1 0,1 6,1-11,0-1,0 1,0 0,1 0,-1 0,1-1,-1 1,1 0,0 0,0-1,0 1,1-1,-1 1,1-1,-1 1,1-1,0 0,-1 0,1 0,0 0,1 0,-1 0,0-1,1 1,-1-1,0 1,1-1,0 0,-1 0,1 0,0 0,-1-1,1 1,0-1,0 1,0-1,-1 0,1 0,3-1,24-2</inkml:trace>
  <inkml:trace contextRef="#ctx0" brushRef="#br0" timeOffset="29316.218">4330 12984,'-16'2,"-5"5,1 9,6 6,8 3,12 5,9 2,9 2,0-5</inkml:trace>
  <inkml:trace contextRef="#ctx0" brushRef="#br0" timeOffset="29813.886">4544 13531,'65'119,"-64"-118,-1 0,1 0,-1-1,1 1,-1 0,1 0,0 0,0 0,-1-1,1 1,0 0,0-1,0 1,0-1,0 1,0-1,0 1,0-1,0 1,0-1,0 0,0 0,0 1,0-1,0 0,0 0,0 0,0 0,0-1,0 1,0 0,0 0,0 0,0-1,0 1,0-1,0 1,0-1,0 1,0-1,0 1,0-1,-1 0,1 0,0 1,0-1,21-47,-15 11,-1 0,-2-1,-2 1,-2-35,1-18,39 133,-33-39,1 1,-1-1,1-1,0 0,0 0,0 0,0-1,1 0,-1-1,1 0,-1 0,1-1,-1 0,7-1,67 9,-78-5,0 0,0-1,0 2,-1-1,0 0,1 1,-1-1,0 1,-1 0,1 0,-1 0,1 0,-1 1,-1-1,1 1,0-1,-1 1,0-1,0 1,-1 0,1 0,-1-1,0 1,0 0,-1 0,1-1,-1 1,0 0,-1 1,2 6,-1 9,5 60,-3-79,-1 1,1 0,0-1,1 1,-1-1,0 0,1 1,-1-1,1 0,0 0,0 0,0 0,0 0,0 0,0-1,0 1,1-1,-1 1,1-1,-1 0,1 0,-1 0,1 0,0-1,-1 1,1-1,2 1,5-2,1 0,-1-1,0-1,0 0,0 0,0 0,0-1,-1-1,0 0,0 0,0-1,0 0,-1 0,0-1,-1 0,1-1,-1 0,-1 0,1 0,3-8,74-126,-82 139,-2 2,0 0,0 0,0 0,0 0,1 0,-1-1,0 1,1 0,-1 0,1 0,-1 0,1 1,-1-1,1 0,0 0,0 0,-1 0,1 1,0-1,0 0,0 1,0-1,0 0,0 1,0-1,0 1,0 0,0-1,0 1,0 0,0 0,0-1,0 1,0 0,0 0,0 0,1 0,-1 1,35 105,-33-97,0 0,0-1,1 1,0-1,1 0,0 0,0 0,1-1,0 1,0-2,1 1,-1-1,1 0,7 5,17-8,-21-10</inkml:trace>
  <inkml:trace contextRef="#ctx0" brushRef="#br0" timeOffset="30060.226">5440 12836,'-9'16,"-3"10,-2 5,2-3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43:06.29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1733 1514,'14'-72,"-2"0,-4 0,0-72,-8 48,-4 1,-15-83,2 71,-6 0,-13-32,30 118,-1 0,-1 0,-1 0,-1 1,0 1,-2 0,0 0,-1 1,-1 1,-1 0,0 1,-1 0,-9-5,-23-13,-1 2,-1 2,-46-20,77 45,0 0,0 2,-1 0,1 1,-1 1,1 0,-1 2,1 0,-1 2,1 0,0 1,0 0,0 2,-2 1,1 1,0 0,0 2,0 0,1 1,1 1,0 0,1 2,0 0,1 1,1 0,-4 7,0-3,-14 11,23-23,1 1,0 0,1 1,0 0,0 1,1-1,0 1,0 1,1-1,-3 10,-70 188,73-190,0 0,1-1,1 2,0-1,2 0,0 1,1 0,1-1,0 1,2 0,0-1,1 0,1 1,3 9,69 187,2 67,-71-257,0 0,-2 1,0-1,-2 1,-1 0,-1 17,7 94,-1 69,-9-128,2 848,14-795,-15 264,15-275,-14 167,-14-135,14-81,0-15,-2 1,-2-1,-4 4,-27 197,-14 36,44-261,1 1,1-1,2 0,2 1,1-1,-1 38,0 278,12-174,-13 99,14-123,17 59,-9-54,-23 326,-38-173,11-81,15-69,0 48,0 158,4-184,6-150,2 1,0 0,2-1,1 1,2-1,1 0,7 25,41 122,19 17,-30-76,57 109,-75-179,3-2,1-1,2-1,6 3,-27-37,0 0,0-1,1 0,0-1,0 0,1 0,0-1,1-1,0 0,0 0,0-1,0-1,1 0,0 0,-1-2,1 1,1-2,-1 0,1 0,-8 0,0 0,0-1,0 0,-1 0,1 0,0-1,0 1,-1-1,1-1,0 1,-1-1,1 0,-1 0,0-1,1 0,-1 0,-1 0,1 0,0-1,-1 0,0 0,3-3,8-18,0 0,-2-1,-1-1,-2 0,0-1,-2 0,-1-1,-1 1,-2-1,1-11,17-152,-8 0,-9-123,-2 123,10 0,9-14,-6 61,-3-118,14-492,-9 549,-6 91,-5-1,-6-74,-54-437,52 291,1 42,-16-33,4 83,13-67,0 122,3 46,5 1,18-72,-12 102,-6-1,-4-74,-15-280,4-184,-20 376,4 27,20 219,0 1,2 0,1 0,1-1,5-19,9-43,-15 86</inkml:trace>
  <inkml:trace contextRef="#ctx0" brushRef="#br0" timeOffset="509.637">477 1607,'-5'22,"-8"25,-11 21,-15 18,-15 16,-13 13,-10 3,-5 1,11-20</inkml:trace>
  <inkml:trace contextRef="#ctx0" brushRef="#br0" timeOffset="788.891">690 2089,'-9'13,"-10"17,-13 18,-15 22,-15 21,-10 19,-8 15,-3 9,1 2,8-3,16-25</inkml:trace>
  <inkml:trace contextRef="#ctx0" brushRef="#br0" timeOffset="1045.716">690 3078,'-9'20,"-10"26,-15 22,-16 20,-15 19,-12 17,-12 13,-4 7,14-23</inkml:trace>
  <inkml:trace contextRef="#ctx0" brushRef="#br0" timeOffset="1292.097">543 4388,'-9'13,"-14"21,-15 23,-15 22,-11 18,-7 15,-4 9,-2 2,4-3,14-23</inkml:trace>
  <inkml:trace contextRef="#ctx0" brushRef="#br0" timeOffset="1476.61">383 5336,'-9'21,"-10"20,-6 17,-6 14,-4 14,-6 9,-4 6,-2 3,7-16</inkml:trace>
  <inkml:trace contextRef="#ctx0" brushRef="#br0" timeOffset="1651.138">436 5952,'-4'13,"-9"15,-9 12,-7 12,-6 8,-1 3,1 3,1-2,5-2,5-3,6-2,7-11</inkml:trace>
  <inkml:trace contextRef="#ctx0" brushRef="#br0" timeOffset="1913.435">449 6767,'-11'21,"-8"13,-4 10,-2 7,-2 5,0 4,0 4,-1 3,-1 3,-2 2,6-12</inkml:trace>
  <inkml:trace contextRef="#ctx0" brushRef="#br0" timeOffset="2184.223">303 7502,'-5'14,"-3"11,-6 6,-2 4,0 4,-1 1,1 2,1-1,1 0,0-2,2-4,4-5,3-5,3-8</inkml:trace>
  <inkml:trace contextRef="#ctx0" brushRef="#br0" timeOffset="2429.566">503 7903,'-2'18,"-6"14,-5 4,-6 4,-1 2,-3 1,-1-1,-1 0,-1-1,1 2,1 1,2-3,5-9</inkml:trace>
  <inkml:trace contextRef="#ctx0" brushRef="#br0" timeOffset="2604.593">423 8332,'-4'16,"-5"9,-2 6,-4 2,-2-1,0 2,0-1,-1 1,0 2,1 1,1-1,3-4,4-8</inkml:trace>
  <inkml:trace contextRef="#ctx0" brushRef="#br0" timeOffset="2819.87">436 8693,'-7'13,"-6"12,-6 8,-5 6,-2 2,-1 2,-1 2,2 0,1 2,5 0,3-2,3-3,3-10</inkml:trace>
  <inkml:trace contextRef="#ctx0" brushRef="#br0" timeOffset="3023.837">303 9053,'-2'16,"-6"14,-6 9,-5 7,-1 3,-2-1,0-4,4-6,5-9,8-8,8-13,4-7</inkml:trace>
  <inkml:trace contextRef="#ctx0" brushRef="#br0" timeOffset="3181.415">477 9281,'-7'15,"-5"9,-2 1,-3 0,1-5</inkml:trace>
  <inkml:trace contextRef="#ctx0" brushRef="#br0" timeOffset="33835.003">1345 1767,'0'-2,"0"-1</inkml:trace>
  <inkml:trace contextRef="#ctx0" brushRef="#br0" timeOffset="34345.159">1278 2503,'2'0,"-1"0,-1 0</inkml:trace>
  <inkml:trace contextRef="#ctx0" brushRef="#br0" timeOffset="34678.27">1292 3492,'2'2,"1"4,0 4,0 1</inkml:trace>
  <inkml:trace contextRef="#ctx0" brushRef="#br0" timeOffset="34943.115">1292 4588,'-2'0,"-4"0,0 0</inkml:trace>
  <inkml:trace contextRef="#ctx0" brushRef="#br0" timeOffset="41921.947">1252 5751,'0'2,"0"6,0 1</inkml:trace>
  <inkml:trace contextRef="#ctx0" brushRef="#br0" timeOffset="42170.85">1398 6393,'0'0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44:03.25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740 911,'1'168,"16"118,26-48,-40-207,-13-32,5-8</inkml:trace>
  <inkml:trace contextRef="#ctx0" brushRef="#br0" timeOffset="481.71">686 764,'2'11,"0"-1,1 1,0-1,1 0,0-1,0 1,1-1,1 1,-1-1,1-1,1 1,0-1,0 0,0-1,1 0,0 0,0 0,3 0,48 38,1-2,43 21,-60-39,0 1,-2 2,-1 2,-1 2,-1 1,31 38,-61-63,-2-1,1 1,-1 1,0-1,-1 1,0 0,-1 0,1 0,-2 1,1-1,-1 1,-1 0,0 0,0 0,-1 0,-1 0,1 1,-1-1,-1 0,0 0,-1 0,0 0,0 0,-1 0,0 0,-1-1,0 1,0-1,-1 0,-6 4,0-1,0 0,-1 0,-1-2,0 1,0-2,-1 1,0-2,-1 0,0-1,0 0,-13 3,-8 1,1-1,-2-3,1 0,-1-2,-8-2,15 0,0-2,0-1,0-1,-1-1,2-2,-1-2,-23-6,53 12,0 0,0 0,0 0,0 0,1 0,-1-1,0 1,0 0,0 0,0 0,1 0,-1 0,0 0,0 0,0 0,0-1,0 1,1 0,-1 0,0 0,0 0,0-1,0 1,0 0,0 0,0 0,0 0,0-1,0 1,0 0,0 0,0 0,0 0,0-1,0 1,0 0,0 0,0 0,0-1,0 1,0 0,0 0,0 0,0 0,0-1,21-1,5 2</inkml:trace>
  <inkml:trace contextRef="#ctx0" brushRef="#br0" timeOffset="929.521">1569 1687,'-3'8,"2"-1,-1 1,1 0,0 0,1 0,0-1,0 1,0 0,1 0,1 0,-1-1,1 1,0-1,1 1,0-1,0 0,1 0,-1 0,1 0,1 0,0-1,0 0,0 0,2 1,5 1,-1 0,1-2,1 1,0-1,0-1,0 0,0-1,1-1,-1 0,1 0,0-2,0 1,0-2,0 0,0-1,0 0,-1-1,3-1,-10 3,0-1,-1 0,1 0,-1 0,1-1,-1 0,0 0,0-1,0 1,0-1,0 0,0 0,-1-1,1 1,-1-1,0 0,0 0,-1-1,1 1,-1-1,0 1,0-1,0 0,-1 0,0-1,0 1,0 0,0-1,-1 1,0-1,0 0,-1 1,0-1,1 0,-2 1,1-1,-2-3,0 0,0 0,-1 1,-1-1,1 1,-1 0,0 0,-1 0,0 0,0 1,-1 0,0 0,0 0,-1 1,0 0,0 0,0 1,0-1,-1 2,0-1,0 1,0 0,-1 1,0 0,1 0,-1 1,0 0,-1 1,1-1,-1 0,0 1,0 1,0-1,0 2,0-1,0 1,0 1,0 0,0 0,1 1,-1 0,1 1,0 0,0 0,0 1,0 0,1 1,0 0,0 0,0 1,1 0,0 0,1 0,-3 5,7-10,-1 1,1 0,0 0,1 0,-1 0,1 0,-1 0,1 0,0 1,0-1,0 0,0 1,1-1,0 0,-1 1,1-1,0 1,1-1,-1 1,1-1,-1 1,1-1,0 0,0 0,1 1,-1-1,1 0,-1 0,1 0,0 0,0-1,0 1,1 0,-1-1,1 1,20 13</inkml:trace>
  <inkml:trace contextRef="#ctx0" brushRef="#br0" timeOffset="1268.611">2438 1259,'20'4,"16"5,12 0,7-2,5-1,-1 0,-4-1,-10 1,-9 2,-11 4,-10 0</inkml:trace>
  <inkml:trace contextRef="#ctx0" brushRef="#br0" timeOffset="1541.427">2504 1540,'19'4,"16"2,17 0,13-1,11-4,6-4,-10-2</inkml:trace>
  <inkml:trace contextRef="#ctx0" brushRef="#br0" timeOffset="2479.441">3988 1072,'-17'-2,"1"2,-1 0,1 1,0 0,-1 2,1 0,0 0,0 2,0 0,1 1,0 0,0 1,0 1,1 0,0 1,1 1,0 0,1 1,0 0,0 1,1 0,0 1,2 0,-1 0,2 1,-1 1,2-1,0 1,1 1,-4 15,8-20,1 0,0-1,1 1,0 0,0 0,1 0,1 0,0 0,0-1,1 1,1-1,0 0,0 0,1 0,0 0,1-1,0 0,0 0,1 0,0-1,0 0,1-1,0 1,1-1,-1-1,1 0,1 0,-1-1,10 4,-8-3,1 0,0-1,0 0,0-1,0 0,1-1,0 0,0-2,-1 1,1-1,0-1,0 0,0-1,0 0,0-1,0-1,-1 0,1-1,-1 0,0-1,0 0,0 0,-1-2,0 1,2-3,3-8,0-1,-2-1,0 0,-1 0,-1-2,-1 1,-1-1,-1-1,0 0,-2 0,-1-1,0 0,-2 0,0 0,-2-1,-1 0,4-18,-2 0,-2 1,-2-1,-1 0,-6-22,6 48,-1 1,-1-1,-1 0,0 1,-1 0,0 0,-1 1,-1 0,0 0,-1 0,-1 1,0 1,0 0,-1 0,-10-7,15 13,-1 1,0 0,1 0,-2 1,1 0,0 0,-1 1,0 0,1 0,-1 0,-1 1,1 1,0-1,0 2,-1-1,1 1,0 0,-1 0,1 1,0 0,0 1,0 0,0 0,0 1,0 0,0 0,1 1,-1 0,1 0,0 1,1 0,-2 1,0 3,1 1,1 0,0 0,0 0,1 1,0 0,1 0,0 0,1 1,0-1,1 1,0 0,1-1,1 1,-1 0,2 0,0 0,0 0,1-1,0 1,1-1,1 1,-1-1,2 0,0 0,0-1,1 1,0-1,4 4,28 45,2-3,45 50,-51-67,-1 1,-2 2,-2 1,-2 1,-2 2,0 5,-9-6,-3 0,-1 2,-3-1,-1 10,-7-52,-1-1,-1-1,1 0,0 0,0 0,0 1,0-1,1 0,-1 0,1 0,-1 1,1-1,0 0,0 0,-1 0,1 0,1 0,-1 0,0-1,0 1,1 0,-1 0,1-1,0 1,-1-1,1 0,0 1,0-1,0 0,0 0,0 0,0 0,0 0,0-1,0 1,0-1,1 1,0-1,7-4,1 0,-1-1,0 0,0-1,-1 0,0-1,0 1,0-2,-1 1,0-1,2-3,8-6,103-84,-120 100,-1 0,1 0,0 0,0 0,0 1,0-1,0 0,0 1,0-1,0 0,0 1,0 0,0-1,0 1,0 0,1-1,-1 1,0 0,0 0,0 0,0 0,1 0,-1 0,0 0,0 0,0 1,0-1,0 0,1 1,-1-1,0 1,0-1,0 1,0 0,0-1,0 1,0 0,-1 0,1-1,0 1,0 0,-1 0,1 0,0 0,-1 0,1 0,-1 0,1 0,-1 1,0-1,1 0,-1 1,6 44,-7-42,1 1,0 0,0 0,0 0,1 0,-1 0,1 0,1 0,-1-1,1 1,-1 0,1-1,0 1,1-1,-1 0,1 0,0 0,0 0,0 0,1 0,-1-1,1 0,0 0,0 0,0 0,0 0,3 0,1 0,1-1,0 0,-1 0,1-1,0 0,0-1,0 1,-1-2,1 1,0-2,0 1,-1-1,1 0,-1-1,1 0,-1 0,0-1,0 0,0 0,-1-1,0 0,0 0,0-1,0 0,-1 0,0 0,0-1,-1 0,1 0,-2-1,1 1,-1-1,0-2,-2 6,-1 0,0-1,0 1,0 0,-1-1,1 1,-1-1,0 1,-1 0,1-1,-1 1,0 0,0-1,0 1,0 0,-1 0,0 0,1 0,-2 0,1 0,0 0,-1 1,0-1,0 1,0 0,-2-3,-2 1,0-1,0 1,-1 0,1 0,-1 1,0 0,-1 1,1 0,0 0,-1 0,0 1,-8-1,2 2,1 1,-1 0,0 1,0 0,1 1,-1 1,1 0,0 1,0 1,0 0,0 1,1 0,0 1,0 1,1 0,0 0,0 1,1 1,0 0,1 0,0 1,1 1,0 0,-7 11,0 8</inkml:trace>
  <inkml:trace contextRef="#ctx0" brushRef="#br0" timeOffset="3099.384">3507 323,'-7'-2,"3"1,10 3,16 4,21 1,20-1,18-1,16-2,7-2,-1 0,-17-1</inkml:trace>
  <inkml:trace contextRef="#ctx0" brushRef="#br0" timeOffset="5899.462">5672 163,'11'33,"-10"-28,-6 300,22 388,-2 38,-26-544,-8-1,-11 13,23-152,-22-45,-178 41,-6-1,-147 7,-496 2,662-43,-2138 45,1484-89,720 16,120 15,0-1,0 0,1-1,0 1,0-1,1-1,-1 1,2-1,-1 0,1-1,0 1,1-1,0 0,0 0,-1-8,-29-77,4-3,5 0,4-2,2-15,7 51,-134-734,114 655,7-1,6 0,1-101,22-66,-2 298,0 0,0 1,1-1,0 1,1 0,1 0,-1 0,2 1,0-1,0 1,0 0,1 1,1 0,0 0,0 0,1 1,0 1,0-1,1 1,-1 1,2 0,-1 0,1 1,0 0,0 1,0 0,0 1,1 0,-1 1,2 0,90-11,1 5,0 4,0 5,72 10,492 51,189-51,-329-11,-242 4,766 27,-691-1,-273-30,129 8,-147-2,1-4,39-3,-14-1,225 2,-350 0,-7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44:36.35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6950 5006,'22'-27,"27"-17,3 2,49-31,-82 60,557-364,-219 149,-40 13,199-125,-385 263,95-37,-199 104,-27 10,0 0,-1 0,1 0,0 0,-1 0,1 0,-1 0,1 0,0 0,0 0,-1 0,1 1,0-1,-1 0,1 0,0 0,-1 0,1 1,0-1,0 0,-1 0,1 0,0 1,0-1,-1 0,1 0,0 1,0-1,0 0,0 1,-1-1,1 0,0 1,0-1,0 0,0 1,0-1,0 0,0 1,0-1,0 0,0 1,0-1,0 0,0 1,0-1,0 0,0 1,1-1,-1 0,0 0,0 1,0-1,0 0,1 1,-1-1,0 0,0 0,0 1,1-1,-1 0,0 0,1 0,-1 1,0-1,0 0,1 0,-1 0,0 0,1 0,-14 15</inkml:trace>
  <inkml:trace contextRef="#ctx0" brushRef="#br0" timeOffset="592.95">7072 6209,'570'-391,"432"-345,-756 550,-8 8,8 9,51-14,-166 123,-101 58,-32 26,-77 57,47-55</inkml:trace>
  <inkml:trace contextRef="#ctx0" brushRef="#br0" timeOffset="1205.839">7124 7987,'432'-341,"234"-150,519-279,-1035 680,3 6,38-8,-58 48,-128 45,-13 3,7-4,-16 6</inkml:trace>
  <inkml:trace contextRef="#ctx0" brushRef="#br0" timeOffset="1973.706">7379 9819,'-116'43,"116"-43,0-1,0 1,0-1,-1 0,1 1,0-1,0 0,0 1,0-1,0 0,0 1,0-1,0 0,0 1,0-1,0 0,1 1,-1-1,0 0,0 1,1-1,-1 1,0-1,1 0,-1 1,1-1,-1 1,1-1,-1 1,1 0,-1-1,1 1,-1-1,1 1,-1 0,1-1,0 1,-1 0,1 0,0 0,-1-1,1 1,0 0,120-93,327-229,12 21,14 20,11 20,33 13,-379 187,3 6,50-8,-144 53,-48 10,0 1,-1-1,1 1,0-1,0 0,0 1,-1-1,1 1,0-1,0 1,0-1,0 1,0-1,0 1,0-1,0 1,0-1,0 1,0-1,0 1,0-1,1 1,-1-1,0 1,0-1,0 0,1 1,-1-1,0 1,1-1,-1 0,0 1,1-1,-1 0,0 1,1-1,-1 0,1 1,-1-1,1 0,-1 0,0 0,1 1,-1-1,1 0,-1 0,1 0,-1 0,1 0,-1 0,1 0,-1 0,1 0,-1 0,1 0,0 0,-32 24,-8 2</inkml:trace>
  <inkml:trace contextRef="#ctx0" brushRef="#br0" timeOffset="2311.334">7699 10848,'-6'16,"-6"7,0 5,3-2</inkml:trace>
  <inkml:trace contextRef="#ctx0" brushRef="#br0" timeOffset="2814.987">7579 11182,'19'-21,"174"-130,148-116,231-178,122-44,-586 422,86-38,-183 97,-25 9,0 3</inkml:trace>
  <inkml:trace contextRef="#ctx0" brushRef="#br0" timeOffset="3468.023">8555 11423,'21'-16,"15"-12,13-8,12-7,7-3,4 2,0 3,-5 8,-7 5,-9 9,-9 5,-9 5,-6-1,-5-3,-6 1</inkml:trace>
  <inkml:trace contextRef="#ctx0" brushRef="#br0" timeOffset="12442.693">2044 1089,'-413'-22,"349"19,0 2,0 3,1 3,-1 2,1 4,1 2,0 3,1 2,0 3,2 3,1 2,-25 17,30-9,2 2,1 2,2 3,2 1,2 3,1 1,3 2,2 2,2 2,2 1,3 1,-19 46,10-2,4 2,5 1,4 2,4 1,1 28,-8 126,5 147,21-181,10 1,12 26,111 645,20 242,-47-280,-20-166,5 33,-65-601,3 14,7 136,-17 308,11 769,-25-1240,4-1,5 0,5 0,7 5,14 67,-22-95,4 0,4-2,3-1,4 0,26 48,-32-84,2-1,2-1,2-2,2 0,2-2,2-2,1-1,2-1,2-3,1-1,2-2,1-1,41 20,10-12,0-4,3-4,0-4,42 3,121 16,25-9,-107-15,27-5,0-9,0-9,0-9,140-28,-221 19,-1-5,-2-6,77-30,-7 1,-86 29,-2-4,97-48,-172 66,0-1,-1-1,-1-2,0-1,-2-1,0-1,-2-1,-1-1,-1-1,-1-1,-1-1,-1 0,12-29,-15 17,-1 0,-2-1,-2-1,-2 1,-2-1,-2-1,0-21,1 0,4-46,7-66,17-54,-13 125,2-5,-4-2,0-74,-2-258,5 229,-2 22,-7-36,-12 174,2-113,22-166,61-198,39-6,-95 368,-7-1,-8-1,-7-28,-16-27,-22-104,12 158,-43-214,-28-79,57 341,-6 1,-14-20,33 93,2-1,3-1,1-1,4 0,1-1,2-14,4-73,13-105,-9 205,-1-1,-2 0,-2 1,-8-34,0 10,3 1,3-1,3 0,3-28,4 8,1 0,-3-1,-10-73,-2 43,5-1,6 1,13-104,-4 69,-7 0,-11-87,7 207,0-1,-2 1,-2 0,0 1,-3-1,0 1,-2 0,-1 1,-2 0,-13-22,-10 2,-2 1,-2 2,-3 2,-1 2,-27-19,25 26,-1 3,-2 1,-1 3,-1 2,-1 2,-35-10,58 23,-105-43,-1 6,-3 6,-4 5,31 22,0 4,-1 5,0 6,-8 4,8-1,-171 11,-217 43,477-54,-209 38,143-22,-1-4,-1-4,-82-1,119-7,22 0</inkml:trace>
  <inkml:trace contextRef="#ctx0" brushRef="#br0" timeOffset="14083.891">2887 87,'0'18,"0"20,0 16,0 14,0 8,-2 5,-1 1,-2-6,-1-8,1-16</inkml:trace>
  <inkml:trace contextRef="#ctx0" brushRef="#br0" timeOffset="14743.16">3048 434,'8'32,"1"-1,2-1,1 1,1-2,1 0,2 0,1-2,-16-25,0 0,-1-1,1 1,0-1,0 1,0-1,0 1,0-1,0 0,0 1,0-1,1 0,-1 0,1 0,-1 0,0 0,1 0,0 0,-1-1,1 1,-1-1,1 1,0-1,-1 1,1-1,0 0,0 0,-1 0,1 0,0 0,0 0,-1 0,1-1,0 1,-1 0,1-1,0 0,-1 1,1-1,-1 0,1 0,0 0,12-13,-1 0,-1-1,0 0,-1-1,0 0,7-16,13-19,8 1,-38 51,0 0,1-1,-1 1,0 0,0 0,0 0,0 0,0 0,0 0,0 1,0-1,-1 0,1 0,0 1,-1-1,1 0,-1 1,1-1,-1 1,0-1,1 0,-1 1,0-1,0 1,0-1,0 1,-1 0,2-1,2 22,25 94,-26-112,0 0,1 0,0 0,0 0,0-1,0 1,1-1,-1 0,1 0,0-1,1 1,-1-1,1 0,-1 0,1 0,0 0,0-1,0 0,0 0,5 1,-2-2,-1 0,1 0,-1 0,1-1,0 0,-1-1,1 0,-1 0,1 0,-1-1,0 0,1-1,-1 1,0-1,-1-1,1 1,0-1,-1-1,0 1,0-1,0 0,-1 0,2-2,4-6,0 1,0-1,-1-1,-1 0,-1-1,0 1,0-2,-2 1,0-1,0-3,6-35,-3-1,-2 0,-3 0,-2-1,-2 1,-4-11,-7-46,11 113,0-1,0 0,0 0,0 1,0-1,0 0,-1 0,1 0,0 1,0-1,0 0,-1 0,1 0,0 0,0 1,0-1,-1 0,1 0,0 0,0 0,-1 0,1 0,0 0,0 0,-1 0,1 0,0 0,0 0,-1 0,1 0,0 0,-1 0,1 0,0 0,0 0,-1 0,1 0,0 0,0 0,0 0,-1-1,1 1,0 0,0 0,-21 226,19-195,-8 280,10-296,0-1,1 1,1-1,0 0,1 1,1-1,0 0,1-1,0 1,1-1,1 0,0 0,2 0,9 6</inkml:trace>
  <inkml:trace contextRef="#ctx0" brushRef="#br0" timeOffset="14987.708">3448 301,'9'-3,"19"0,23 0,21 1,14 2,6 7,-3 8,-17 2</inkml:trace>
  <inkml:trace contextRef="#ctx0" brushRef="#br0" timeOffset="15989.436">4104 715,'6'-24,"-1"-1,-1 1,-1-1,-1 0,-1 0,-2 0,0 0,-5-22,6 44,0 0,-1 0,1 1,-1-1,0 0,0 1,0-1,0 0,0 1,0-1,-1 1,1 0,-1-1,0 1,0 0,0 0,0 0,-2-1,4 3,-1 0,1 0,-1 1,1-1,-1 0,1 1,-1-1,1 0,-1 1,1-1,-1 1,1-1,0 0,-1 1,1-1,0 1,-1-1,1 1,0 0,0-1,-1 1,1-1,0 1,0-1,0 1,0 0,0-1,0 1,0-1,0 1,0 0,0-1,0 1,0-1,0 1,1 0,-1-1,0 1,0-1,1 1,-1-1,0 1,1-1,-1 1,0-1,1 1,-1-1,1 1,5 5,-1 0,1-1,1 0,-1 0,1 0,0-1,0 0,0 0,0-1,1 0,-1 0,1-1,0 0,0 0,0 0,0-1,0-1,1 1,127 7,-134-8,0 0,1 0,-1 0,0 0,0 0,0 1,0-1,0 1,0-1,1 1,-1 0,0 0,-1 0,1 0,0 0,0 0,0 1,-1-1,1 1,-1-1,1 1,-1-1,1 1,-1 0,0 0,0 0,0 0,0 0,0 0,0 0,-1 0,1 0,-1 0,1 0,-1 0,0 0,0 1,0-1,0 2,-12 173,11-175,0 1,1 0,-1 0,1 0,0-1,0 1,0 0,0 0,0 0,1-1,-1 1,1 0,0 0,0-1,0 1,0 0,0-1,0 1,1-1,-1 0,1 1,0-1,-1 0,1 0,0 0,1 0,-1 0,0-1,0 1,1-1,-1 1,1-1,-1 0,1 0,0 0,-1 0,1 0,0-1,0 1,-1-1,1 0,2 0,7-3,1-1,-1 0,0-1,0 0,-1-1,0-1,0 0,0 0,-1-1,0 0,0-1,-1 0,-1-1,2 0,1-2,-1 1,0-1,-1-1,0 0,-1 0,0-1,-1 0,-1 0,0-1,1-4,-25 63,15-34,0-1,1 1,0 0,0 0,1 0,1 0,0 0,0 0,1 0,0 0,1 0,0 0,0 0,1-1,4 10,-5-17,-1 0,1 0,0 1,-1-1,1 0,0-1,0 1,0 0,1-1,-1 1,0-1,1 1,-1-1,0 0,1 0,0 0,-1 0,1-1,-1 1,1-1,0 0,0 1,-1-1,1 0,0-1,-1 1,1 0,0-1,-1 1,1-1,-1 0,1 0,1-1,3-1,-1 0,0-1,1 1,-1-1,0-1,-1 1,1-1,-1 0,0 0,0-1,-1 0,1 0,-2 3,0-1,0 1,-1-1,1 0,-1 0,0 0,0 0,0 0,-1 0,1 0,-1-1,0 1,0-1,-1 1,0-1,1 1,-1-1,-1 1,1-1,-1 1,1-1,-1 1,0 0,-1-1,1 1,-1 0,0 0,0 0,0 0,-1 0,1 0,-1 1,0-1,0 1,0 0,-1 0,1 0,-1 0,-2-1,3 2,-1 1,1 0,-1-1,1 2,-1-1,0 0,1 1,-1-1,0 1,1 0,-1 0,0 1,0-1,1 1,-1 0,1 0,-1 0,1 0,-1 0,1 1,0 0,-1 0,1 0,0 0,0 0,0 0,1 1,-1-1,1 1,-2 2,-1 0,1 1,-1 0,1 0,1 0,-1 1,1-1,0 1,1 0,-1 0,1 0,1 0,-1 0,1 0,1 1,-1 2,1-8,0 1,1-1,-1 1,1 0,-1-1,1 1,0-1,0 1,0-1,0 1,0-1,0 0,1 0,-1 1,1-1,0 0,0 0,0-1,0 1,0 0,0-1,0 1,0-1,0 1,1-1,0 0,19 7</inkml:trace>
  <inkml:trace contextRef="#ctx0" brushRef="#br0" timeOffset="16769.237">4892 233,'-2'-1,"-77"-34,77 35,0-1,0 0,0 1,-1-1,1 1,0 0,-1 0,1 0,0 0,-1 0,1 1,0-1,0 1,-1-1,1 1,0 0,0 0,0 0,0 0,0 0,0 0,0 1,0-1,0 1,1-1,-1 1,1 0,-1-1,1 1,0 0,-1 0,1 0,0 0,0 1,-1 2,1 1,-1-1,1 1,1-1,-1 0,1 1,0-1,0 1,0-1,1 1,0-1,0 1,0-1,1 0,-1 1,1-1,1 0,-1 0,1-1,0 1,67 91,-69-95,9 10,12 12,-1 2,-1 0,-1 2,-1 0,-2 1,0 0,10 29,5 62,-30-118,-1 0,0 1,1-1,-1 1,1-1,-1 0,1 1,0-1,-1 0,1 1,0-1,0 0,0 0,0 0,0 0,0 0,0 0,0 0,1 0,-1-1,0 1,0 0,1-1,-1 1,0-1,1 1,-1-1,1 1,-1-1,1 0,-1 0,1 0,-1 0,1 0,-1 0,0 0,1-1,-1 1,1 0,-1-1,1 1,-1-1,0 0,0 1,1-1,-1 0,0 0,0 0,0 0,1 0,-1 0,0 0,7-9,-1 0,-1-1,1 0,-2 0,1 0,-2-1,1 1,-2-1,1 0,-2-1,0 1,0 0,-1-1,0 1,-1-1,-1 1,0-1,-1 1,0 0,-1-2,3 12,1 1,-1-1,0 1,1-1,0 1,-1-1,1 1,0-1,0 1,-1 0,1-1,0 1,0 0,1 0,-1 0,0 0,0 0,0 0,1 0,-1 0,1 0,-1 0,1 1,-1-1,1 1,-1-1,1 1,-1 0,1-1,-1 1,1 0,0 0,-1 0,1 0,-1 0,1 1,0-1,-1 0,1 1,-1-1,1 1,-1 0,1-1,0 2,12-1,181 14,-191-15,0 1,1 1,-1-1,0 1,-1-1,1 1,0 0,0 0,-1 1,1-1,-1 1,0 0,0 0,0 0,0 0,0 0,-1 1,0-1,1 1,-1 0,0 0,-1 0,1-1,-1 2,0-1,0 0,0 0,0 0,-1 0,1 4,-3 101,2-108,0 0,1 0,-1 0,1 0,-1 0,1 0,-1 0,1 0,0-1,-1 1,1 0,0 0,0 0,0-1,0 1,-1 0,1-1,0 1,0-1,0 1,0-1,0 1,0-1,1 0,-1 0,0 1,0-1,0 0,0 0,0 0,0 0,0 0,1 0,-1-1,0 1,0 0,1-1,40-14,-17 1,-1-1,0-1,-1-1,-1-2,-1 0,0-1,5-9,-26 29,0 0,1 1,-1-1,0 0,0 1,0-1,0 0,1 1,-1-1,0 0,0 0,1 1,-1-1,0 0,1 0,-1 1,0-1,0 0,1 0,-1 0,0 0,1 1,-1-1,1 0,-1 0,0 0,1 0,-1 0,0 0,1 0,-1 0,0 0,1 0,-1 0,1 0,-1 0,0 0,1-1,-1 1,0 0,1 0,-1 0,0 0,0-1,1 1,-1 0,0 0,1-1,-1 1,0 0,0 0,0-1,1 1,-1 0,0-1,0 1,0 0,0-1,1 1,-1 0,0-1,0 1,0-1,0 1,0 0,0-1,0 1,0-1,-4 34,1-21,2 0,0 1,1-1,0 0,0 0,2 1,-1-1,2 0,2 10,-4-18,1 0,-1-1,0 1,1-1,0 1,0-1,0 0,0 0,0 0,1 0,-1 0,1-1,0 1,0-1,0 0,0 1,0-1,0-1,1 1,-1 0,1-1,-1 0,1 1,0-2,-1 1,1 0,0-1,0 1,-1-1,4 0,53-24,-34 4</inkml:trace>
  <inkml:trace contextRef="#ctx0" brushRef="#br0" timeOffset="17030.387">5788 153,'-2'7,"3"2,5 2,0-1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44:57.53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87 0,'-7'8,"0"-1,0 1,0 0,1 1,1-1,-1 1,2 1,-1-1,1 1,0-1,1 1,0 0,0 9,-12 134,15-102,1 1,4 0,1-1,11 40,-2-56,-14-34,-1-1,1 1,-1-1,1 1,-1-1,1 0,-1 1,1-1,0 1,-1-1,1 0,0 0,0 1,-1-1,1 0,0 0,-1 0,1 0,0 0,0 0,-1 0,1 0,0 0,0 0,-1 0,1-1,0 1,-1 0,1 0,0-1,-1 1,1 0,0-1,-1 1,1-1,-1 1,1-1,-1 1,1-1,-1 1,1-1,-1 1,0-1,1 0,-1 1,1-1,31-48,-29 42,0 1,0 0,1 0,0 0,0 1,0-1,0 1,1 0,0 0,0 0,1 1,-1 0,1 0,0 0,0 1,0 0,0 0,1 0,0 1,-5 1,0 1,0 0,0 0,0 0,-1 0,1 0,0 0,0 1,0-1,0 1,0-1,-1 1,1 0,0 0,0 0,-1 0,1 0,-1 0,1 0,-1 0,1 0,-1 1,0-1,1 1,-1-1,0 1,0-1,0 1,0 0,-1 0,1-1,0 1,-1 0,1 0,-1 0,1 1,-4 72,1-69,-1-1,1 0,-1 0,-1 0,1 0,-1-1,0 1,0-1,0 0,0 0,-1 0,1-1,-1 0,0 1,0-2,-1 1,1-1,-1 1,1-1,-1-1,1 1,-1-1,0 0,0-1,0 1,1-1,-1 0,-4-1,9 1,0 0,-1-1,1 1,-1-1,1 1,0-1,-1 1,1-1,0 0,0 0,-1 0,1 0,0 0,0 0,0 0,0 0,0 0,0 0,1 0,-1-1,0 1,0 0,1-1,-1 1,1 0,-1-1,1 1,0-1,0 1,0-1,-1 1,1-1,1 1,-1-1,0 1,0-1,1 0,20-52,-12 42,0 1,1 0,1 0,0 1,0 1,1 0,0 0,0 1,1 1,0 0,1 1,-1 0,1 1,0 0,1 1,-1 1,1 1,0 0,-14 1,1 1,-1 0,1 0,-1 0,1 1,-1-1,1 0,-1 0,1 1,-1-1,1 1,-1-1,1 1,-1 0,0 0,1-1,-1 1,0 0,0 0,0 0,0 0,0 1,0-1,0 0,0 0,0 1,0-1,0 0,-1 1,1-1,-1 1,1-1,-1 1,1 0,1 58,-3-45,-1 6,1-16,0 0,0 0,1 0,-1 0,1-1,0 1,0 0,1 0,0 0,-1 0,2-1,-1 1,0 0,1-1,0 1,0-1,0 1,1-1,0 0,1 2,9 2</inkml:trace>
  <inkml:trace contextRef="#ctx0" brushRef="#br0" timeOffset="1461.283">314 160,'176'93,"-137"-76,-1 2,0 1,26 20,-56-33,0-1,0 2,-1-1,0 1,0 0,-1 0,0 1,0 0,-1 0,0 0,-1 1,0 0,0 0,-1 0,-1 0,1 0,-2 0,1 1,-2-1,1 1,-1 0,2 126,0-135,0 0,0 1,0-1,0 0,1 0,-1 0,0-1,1 1,0 0,-1-1,1 0,0 1,0-1,-1 0,1-1,0 1,0 0,0-1,0 0,0 0,0 0,0 0,0 0,0 0,0-1,0 1,0-1,0 0,0 0,0 0,-1 0,1-1,0 1,-1-1,1 0,-1 1,1-1,9-6,0 0,0-1,-1-1,0 1,-1-2,0 1,0-1,-1-1,0 0,-2 0,1-1,-1 0,-1 0,0 0,-1-1,0 0,-2 0,2-6,-5 25,-2 0,1 1,0 0,0 0,1 0,-1 0,1 1,1-1,-1 0,1 0,0 0,1-1,-1 1,1 0,0 0,1-1,-1 1,1-1,0 0,0 0,1 0,0 0,0 0,0-1,0 1,10 2,-1-1,1-1,1 0,-1 0,1-1,-1-1,1-1,0 0,0-1,0 0,0-1,9-2,-7 3,-1-2,1 0,0 0,-1-2,1 0,-1-1,0 0,0-2,-1 0,1 0,-1-1,-1-1,14-10,-26 17,1-1,-1 1,0-1,-1 0,1 0,0 0,0 0,-1 0,1 0,-1 0,0-1,1 1,-1 0,0-1,-1 1,1-1,0 1,-1-1,1 0,-1 1,0-1,0 1,0-1,0 0,0 1,-1-1,1 1,-1-1,1 0,-1 1,0 0,0-1,0 1,-1-1,1 1,0 0,-1 0,0 0,-1-2,-2-1,-1 1,1 0,-1 0,0 1,0-1,0 1,0 1,0-1,-1 1,0 0,1 0,-1 1,0 0,1 0,-1 1,0 0,0 0,0 0,0 1,1 0,-1 0,0 1,1 0,-1 0,1 1,-1-1,1 1,0 1,0-1,1 1,-1 0,1 0,-3 3,2-1,1-1,0 1,0 0,0 0,1 1,0-1,0 1,1 0,0 0,0 0,0 0,0 8,2-12,0-1,1 1,0 0,-1 0,1 0,1 0,-1 0,0 0,1 0,-1 0,1 0,0 0,0-1,0 1,0 0,0 0,1-1,-1 1,1-1,0 1,0-1,0 0,0 0,0 0,0 0,1 0,-1 0,1-1,-1 1,1-1,-1 0,1 1,0-1,1 0,8 2,0-1,0-1,1 1,-1-2,0 0,1 0,-1-1,0-1,0 0,0-1,0 0,0 0,0-2,-1 1,0-2,0 1,0-1,-1-1,0 0,0 0,0-1,-1-1,0 1,-1-1,0-1,-8 10,0 1,0-1,0 0,0 1,0-1,0 0,0 0,0 1,0-1,0 0,0 1,0-1,0 0,0 1,1-1,-1 0,0 0,0 1,0-1,0 0,1 0,-1 0,0 1,0-1,1 0,-1 0,0 0,0 1,1-1,-1 0,0 0,0 0,1 0,-1 0,0 0,1 0,-1 0,0 0,1 0,-1 0,0 0,0 0,1 0,-1 0,0 0,1 0,-1 0,0 0,0 0,1 0,-1 0,0-1,1 1,-1 0,0 0,0 0,0 0,1-1,-1 1,0 0,0 0,0-1,1 1,-1 0,0 0,0-1,0 1,0 0,0 0,-1 31,1-22,0-5,0-1,0 0,0 1,1-1,0 0,0 0,0 1,0-1,0 0,0 0,1 0,-1 0,1 0,0 0,0-1,0 1,1-1,-1 1,0-1,1 0,0 0,-1 0,1 0,0 0,0-1,0 1,0-1,0 0,0 0,1 0,-1 0,0 0,1-1,-1 0,0 1,1-1,-1-1,0 1,1 0,-1-1,1 0,0 1,0-1,-1-1,1 1,0 0,-1-1,1 0,-1 0,0 0,1 0,-1 0,0-1,-1 0,1 1,0-1,-1 0,1 0,-1 0,0-1,0 1,0-1,-1 1,1-1,-1 1,0-1,0 0,0 0,0 1,0-3,2-111,-11 37,9 78,0 0,1 0,-1 0,0 1,0-1,1 1,-1-1,1 1,0-1,-1 1,1 0,0-1,0 1,0 0,0 0,0 1,0-1,0 0,0 1,0-1,0 1,0 0,0-1,0 1,1 0,-1 0,0 1,0-1,0 0,0 1,2 0,4-1,15-1,0 1,0 2,0 0,-1 1,1 1,-1 1,0 1,0 1,0 1,19 11,-37-17,-1 1,1-1,-1 1,0 0,0 0,0 0,0 0,0 0,-1 1,0-1,0 1,0-1,0 1,0 0,0 0,-1 0,0 0,0 0,0 0,-1 1,1-1,-1 0,0 0,0 0,0 1,-1-1,1 0,-1 0,0 0,0 0,-1 0,-1 3,-23 83,27-87,1-1,0 0,-1 1,1-1,0 0,0 0,1 0,-1 0,0-1,1 1,-1-1,1 1,-1-1,1 0,0 0,-1 0,1 0,0 0,0-1,0 1,-1-1,1 0,0 0,0 0,0 0,0 0,0-1,0 1,-1-1,1 0,0 0,0 0,2-1,8-2,0-1,0-1,-1 1,0-2,0 0,0 0,-1-1,0-1,0 0,-1 0,0-1,-1 0,6-10,-47 86,31-64,0 0,1 0,-1 1,1-1,0 1,-1-1,1 0,0 1,0-1,1 1,-1-1,0 0,1 1,0-1,-1 0,1 0,0 1,0-1,0 0,1 0,-1 0,0 0,1 0,-1 0,1 0,0-1,-1 1,1-1,0 1,2 0,4 1,0 0,0 0,0-1,0 0,0-1,1 0,-1 0,1 0,-1-1,1-1,-1 0,1 0,-1 0,0-1,1 0,-1-1,0 0,-1 0,1-1,0 0,-1 0,0 0,0-1,0 0,5-6,-9 8,1-1,-1 0,1 0,-1 0,0 0,-1 0,1-1,-1 1,0-1,0 1,0-1,0 0,-1 0,0 0,0 0,0 0,-1 0,0 0,0 0,0-1,-1 1,1 0,-1 0,0 0,-1 0,1 0,-1 1,0-1,0 0,-1 1,1-1,-1 1,0 0,0 0,0 0,-1 0,1 1,-1-1,0 1,0 0,0 0,-1 0,1 1,-1-1,1 1,-1 0,0 1,0-1,0 1,-2-1,-2 2,1 1,-1-1,1 1,0 1,0 0,0 0,0 0,0 1,0 1,1-1,-1 1,1 0,0 1,0-1,1 2,-1-1,1 1,0 0,0 0,1 0,0 1,0 0,1 0,0 0,0 0,0 1,1 0,0 0,0 3,2-8,1-1,-1 1,1 0,0 0,-1 0,1 0,1 0,-1 0,0 0,1-1,0 1,-1 0,1 0,0-1,0 1,1 0,-1-1,0 1,1-1,0 1,0-1,-1 0,1 0,0 0,1 0,-1 0,0 0,1-1,-1 1,1-1,-1 1,1-1,1 0,5 3,1-1,0 0,-1-1,1 0,0 0,0-1,0-1,11 0,22-3</inkml:trace>
  <inkml:trace contextRef="#ctx0" brushRef="#br0" timeOffset="1707.627">2694 107,'-18'-4,"-13"-2,-8 4,-2 6,4 6,6 6,10 5,14 5,14 4,6-5</inkml:trace>
  <inkml:trace contextRef="#ctx0" brushRef="#br0" timeOffset="1891.136">2801 668,'16'5,"14"1,14-3,10-3,12-7,11-9,6-11,-11-1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44:44.29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1505 3732,'49'-147,"-7"-1,-6-3,-6-1,5-112,-21-262,-11 286,-1-246,-3 462,-1-1,-1 0,-1 1,-2 0,0 0,-1 0,-2 1,0 0,-1 0,-2 1,-10-15,8 14,-1 1,-2 0,0 1,-1 1,-1 1,-1 1,0 0,-1 1,-1 2,-1 0,0 1,-1 1,-1 2,1 0,-2 2,-3-1,-28-2,0 2,0 2,-1 3,-32 2,53 5,-1 0,1 3,0 1,0 1,1 3,0 1,1 1,0 2,-2 2,18-4,0 0,0 0,1 2,1 0,0 2,1 0,1 0,0 1,1 1,1 1,1 0,1 0,0 1,2 0,0 2,-65 140,8 4,6 2,9 3,-1 36,32-79,5 2,7 0,5 0,6 0,9 38,14 150,24 62,6-113,-31-165,-5 2,-4 0,-4 20,-6 442,2 288,19-357,-28 103,-39-40,39-433,-1 56,-11 41,12-214,-12 112,5 1,8 81,13 11,13 372,4 88,-7-301,-23-279,5 0,4 0,4-1,4-1,5 1,99 296,-114-366,0 0,2-1,1 0,1-1,1 0,1-1,1 0,0-1,2-1,0 0,1-1,1-1,1 0,0-2,6 4,-17-13,0-1,0 1,0-1,0-1,1 1,-1-1,1-1,0 0,1 0,-1-1,0 0,1 0,-1-1,1-1,-1 1,1-1,-1-1,1 0,-1 0,1-1,-1-1,0 1,0-1,0-1,0 0,0 0,1-1,9-13,0-2,-1 0,-1 0,-1-2,-1 0,-1-1,-1 0,-1-1,-1 0,-1-1,-1 0,-2-1,1-4,10-23,39-105,-7-2,14-96,25-332,5-28,-72 510,26-129,-11-1,5-187,5-377,-28 536,-4-375,-53 77,35 355,1 34,-11-50,-4 30,8-95,11-215,18 248,1-47,-12 96,-5 76,9 25,-14-15,-12 37,8 13,-1 51</inkml:trace>
  <inkml:trace contextRef="#ctx0" brushRef="#br0" timeOffset="9998.103">662 376,'0'16,"-2"14,-3 9,-3 7,-1 3,0-3,1-5,2-6,2-8,-1-8,1-9,1-7</inkml:trace>
  <inkml:trace contextRef="#ctx0" brushRef="#br0" timeOffset="10212.545">582 470,'-53'-215,"44"185,8 29,0-1,0 0,1 1,-1-1,0 0,1 0,0 1,-1-1,1 0,0 0,0 0,0 1,0-1,0 0,0 0,0 0,1 1,-1-1,1 0,-1 0,1 1,0-1,0 0,0 1,0-1,0 1,0-1,0 1,0 0,0-1,1 1,-1 0,0 0,1 0,-1 0,1 0,0 0,14-6,0 1,0 1,1 1,0 1,-1 0,15-1,0 0,82-12,97 0,-114 27,-69 0</inkml:trace>
  <inkml:trace contextRef="#ctx0" brushRef="#br0" timeOffset="10960.424">502 496,'122'-3,"113"-17,-203 15,64 0,-95 6,1-1,0 1,-1-1,1 1,0 0,-1-1,1 1,0 0,-1 0,0 0,1 1,-1-1,0 0,1 0,-1 1,0-1,0 1,0-1,0 1,0-1,0 1,-1-1,1 1,0 0,-1 0,0-1,1 1,-1 0,0 0,0-1,0 3,-8 60,5-48,-1 0,2-10,1 0,-1 0,1 1,0-1,1 0,-1 0,1 1,0-1,1 0,0 1,0-1,0 0,2 5,0-9,-1-1,0 1,1-1,0 0,-1 0,1 0,0 0,-1-1,1 1,0-1,0 1,0-1,-1 0,1 0,0 0,0 0,0-1,0 1,-1-1,1 0,0 0,-1 0,1 0,0 0,-1-1,0 1,1-1,-1 1,0-1,0 0,0 0,1 0,6-4,1 0,-1-1,0 0,-1-1,0 0,0 0,0 0,-1-1,-1-1,1 1,-2-1,1 0,-1 0,-1 0,0-1,0 0,-1 0,2-10,-33 220,28-197,-1-1,1 1,0-1,-1 1,1-1,0 1,0 0,0-1,0 1,1-1,-1 1,0 0,1-1,-1 1,1-1,-1 1,1-1,0 0,0 1,0-1,0 1,0-1,0 0,0 0,0 0,0 0,0 0,1 0,-1 0,0 0,1 0,-1 0,13 1</inkml:trace>
  <inkml:trace contextRef="#ctx0" brushRef="#br0" timeOffset="11310.494">1411 483,'-2'13,"-2"8,1 1,1-1,1 1,1 0,1-1,0 1,3 10,-3-29,0-1,0 1,0-1,0 1,1-1,-1 0,0 1,1-1,0 0,-1 0,1 0,0 0,0 0,0-1,0 1,1 0,-1-1,0 0,1 1,-1-1,1 0,-1 0,1-1,0 1,-1 0,1-1,0 0,-1 1,1-1,0 0,-1 0,1-1,0 1,-1-1,1 1,0-1,-1 0,1 0,-1 0,1 0,-1 0,1-1,-1 1,0-1,0 1,0-1,13-7,0-1,-1-1,-1 0,0 0,-1-1,0-1,0 0,-2-1,1 0,-2 0,0-1,-1-1,4-9,-9 11,-10 17,-12 20,16-20,0 1,0 0,1 0,0 0,-1 0,1 0,1 0,-1 1,1-1,-1 0,1 1,0-1,1 1,-1 0,1-1,0 1,0 0,1-1,-1 1,1-1,0 1,0-1,0 1,1-1,0 0,0 1,0-1,0 0,1 0,2 3,24 9,3-6</inkml:trace>
  <inkml:trace contextRef="#ctx0" brushRef="#br0" timeOffset="11962.804">2079 443,'-9'5,"1"1,0-1,0 2,1-1,0 1,0 0,0 0,1 1,0-1,0 2,1-1,0 0,1 1,0 0,0 0,1 1,0-1,0 1,0 6,3-12,0-1,0 1,0-1,1 0,-1 1,1-1,0 0,0 1,0-1,1 0,-1 0,1 0,-1 0,1 0,0 0,0 0,0-1,1 1,-1-1,1 0,-1 1,1-1,0 0,0-1,0 1,0 0,0-1,0 0,1 1,5 1,0 0,0-1,0 0,0-1,1 0,-1 0,0-1,1 0,-1 0,3-2,2 0,-1-1,1 0,0-1,-1-1,0 0,0-1,-1-1,0 0,0 0,0-1,-1 0,0-1,-1-1,0 0,0 0,-1-1,0 0,4-7,-1 0,0-1,-2 0,0-1,-1 0,-1-1,-1 0,-1 0,0-1,0-11,1-23,-3 0,-2 0,-4-30,-9 14,11 71,1 1,-1-1,-1 1,1 0,0-1,0 1,0-1,0 1,0-1,0 1,0 0,-1-1,1 1,0-1,0 1,0 0,-1-1,1 1,0 0,-1-1,1 1,0 0,-1-1,1 1,0 0,-1 0,1-1,-1 1,1 0,0 0,-1 0,1 0,-1 0,1-1,-1 1,1 0,0 0,-1 0,1 0,-1 0,1 0,-1 1,1-1,-1 0,1 0,0 0,-1 0,1 0,-1 1,1-1,0 0,-1 0,1 1,0-1,-1 0,1 1,0-1,-1 0,1 1,0-1,-15 26,3 17,2-1,1 1,3 0,1 1,2 0,3-1,1 9,-1-49,-1 28,1 0,1 0,2 0,1 0,2 0,1-1,8 23,-14-49,1 1,-1-1,1 0,0 0,0 0,1 0,-1-1,1 1,0-1,-1 1,2-1,-1 0,0 0,1 0,-1-1,1 1,0-1,0 0,0 0,0 0,0 0,0-1,0 0,1 0,-1 0,1 0,-1-1,1 1,-1-1,0 0,1-1,2 1,5-6,-1 0,0 0,0-1,0-1,-1 0,0 0,-1-1,1 0,-2 0,1-1,-1-1,-1 1,0-1,-1 0,0-1,0 0,1-5,16-25,-23 42,0 0,0 1,0-1,0 0,0 0,0 1,0-1,0 0,0 0,0 1,0-1,0 0,0 0,0 1,0-1,0 0,0 0,0 1,0-1,0 0,0 0,0 0,0 1,1-1,-1 0,0 0,0 0,0 1,0-1,1 0,-1 0,0 0,0 0,0 0,1 1,-1-1,0 0,0 0,1 0,-1 0,0 0,0 0,1 0,-1 0,0 0,0 0,0 0,1 0,-1 0,0 0,0 0,1 0,-1 0,0 0,0 0,1 0,-1-1,0 1,0 29,0-27,-2 116,2-116,0 0,0 0,0 0,0 0,1 0,-1 0,1-1,-1 1,1 0,0 0,0 0,-1-1,1 1,1 0,-1-1,0 1,0-1,1 1,-1-1,0 1,1-1,-1 0,1 0,0 0,-1 0,1 0,0 0,0 0,0-1,0 1,-1-1,1 1,0-1,0 0,0 0,0 0,0 0,0 0,0 0,1 0,20-4</inkml:trace>
  <inkml:trace contextRef="#ctx0" brushRef="#br0" timeOffset="12239.55">2748 376,'0'0</inkml:trace>
  <inkml:trace contextRef="#ctx0" brushRef="#br0" timeOffset="12500.375">2293 149,'25'-2,"27"-4,24-2,18-2,11 0,4 2,-17 3</inkml:trace>
  <inkml:trace contextRef="#ctx0" brushRef="#br0" timeOffset="12760.68">3055 697,'13'-9,"-1"-1,0 0,0-1,-1 0,-1-1,0 0,-1 0,0-1,-1-1,0 1,-1-1,0-1,0-3,-6 16,0 0,0 0,0 0,-1 0,1 0,0-1,-1 1,0 0,1 0,-1-1,0 1,0 0,-1 0,1-1,0 1,-1 0,1 0,-1 0,0 0,1-1,-1 1,0 0,0 0,-1 0,1 1,0-1,-1 0,1 0,-1 1,1-1,-1 1,0-1,0 1,0 0,0 0,0 0,0 0,0 0,0 0,0 0,0 1,0-1,-2 0,-3 3,-1 0,1 0,0 0,0 1,1 0,-1 0,1 1,-1-1,1 2,0-1,0 1,1-1,-1 2,1-1,0 1,1-1,-1 1,1 0,1 1,-1-1,1 1,0 0,0 0,-1 5,2-8,1 0,0 0,-1 1,1-1,1 0,-1 1,0-1,1 0,0 1,0-1,1 1,-1-1,1 0,0 1,0-1,0 0,1 0,-1 0,1 0,0 0,0 0,1 0,-1-1,1 1,0-1,0 1,0-1,0 0,0 0,1-1,-1 1,1-1,0 1,0-1,0 0,0-1,0 1,19 6,0 0,1-2,0 0,0-2,6 0,53 6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45:06.03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1809 789,'18'11,"16"11,10 11,7 6,5 5,-2 6,-4 2,-9-1,-10-1,-9-10</inkml:trace>
  <inkml:trace contextRef="#ctx0" brushRef="#br0" timeOffset="3037.41">2665 655,'-16'14,"-14"11,-12 10,-7 9,-5 8,-2 4,0 2,4-2,5-5,7-2,9-7,10-7,7-6,8-5,3-4,6-6,1-5</inkml:trace>
  <inkml:trace contextRef="#ctx0" brushRef="#br0" timeOffset="3342.147">2157 1256,'0'3,"-3"9,1 14,-1 19,0 22,2 25,0 25,-2 26,-3 22,-2 18,-2 9,-2 3,-4-3,2-35</inkml:trace>
  <inkml:trace contextRef="#ctx0" brushRef="#br0" timeOffset="4379.922">3307 1430,'18'0,"15"-2,16-1,15-2,10-1,7 2,0 0,-6 4,-16 2</inkml:trace>
  <inkml:trace contextRef="#ctx0" brushRef="#br0" timeOffset="4654.927">3373 1765,'16'6,"19"3,24-2,22-8,23-7,16-8,-13 0</inkml:trace>
  <inkml:trace contextRef="#ctx0" brushRef="#br0" timeOffset="5254.901">5218 1230,'-30'0,"0"0,0 2,1 1,-1 2,1 1,0 1,0 1,1 2,0 0,1 2,0 1,1 2,1 0,-16 13,22-16,1 1,0 0,0 2,2 0,0 1,0 0,2 2,0-1,1 2,1 0,1 0,0 1,2 0,0 1,1 0,1 1,1-1,1 1,-1 17,5-32,1 0,0 1,1-1,-1 0,1 0,1 0,-1 0,1 0,0 0,1 0,0 0,0-1,0 1,1-1,0 0,0 0,0 0,1-1,0 0,0 0,1 0,-1 0,1-1,0 0,0 0,0 0,3 0,3 0,1 1,0-2,0 0,0-1,0 0,0-1,1 0,-1-1,0-1,1 0,-1-1,0 0,0-1,0 0,-1-1,12-5,2-2,-1-1,0-1,-1-2,-1 0,0-1,-1-1,12-14,-11 8,-1-1,-1-1,-1-1,-1-1,-2 0,-1-1,-1-1,-1-1,-2 0,-1-1,-1 0,-2 0,-1-1,-1 0,-2-1,-1 1,-2-1,-1 1,-3-23,2 38,0 1,-1 0,-1 0,0 0,-1 1,-1-1,-1 1,0 0,-1 0,0 1,-1 0,-1 0,0 1,-1 0,0 0,-1 1,-12-10,19 19,-1 0,0 0,0 1,-1-1,1 1,-1 0,1 1,-1-1,1 1,-1 0,0 1,1-1,-1 1,0 0,0 0,0 1,1 0,-1 0,0 0,1 1,-1 0,1 0,-4 2,-1 1,1 0,1 1,-1 0,1 1,0 0,0 0,1 1,-1 0,2 0,-1 0,2 1,-5 7,-3 14,1 0,1 0,1 1,2 1,2-1,0 1,3 0,0 1,2-1,1 0,4 20,1-2,3 0,2 0,2-1,3 0,1-1,2-1,3 0,1-2,19 26,-23-39,4 2,-3 1,-1 1,-1 0,-3 2,1 3,-8-12</inkml:trace>
  <inkml:trace contextRef="#ctx0" brushRef="#br0" timeOffset="5681.76">5633 1791,'0'21,"-2"17,-2 14,-1 10,0 6,0 2,2-1,-2-2,1-5,1-6,0-12</inkml:trace>
  <inkml:trace contextRef="#ctx0" brushRef="#br0" timeOffset="6552.189">6541 1243,'-15'3,"0"0,0 1,0 0,0 2,1-1,-1 2,2 0,-1 0,1 2,0-1,0 2,1 0,1 0,0 1,0 0,1 1,0 0,1 1,1 0,0 0,-4 10,-6 8,2 0,1 1,2 0,1 1,2 1,1-1,1 2,2-1,2 1,1 0,1 0,2 1,0-27,0 0,1 1,0-1,0 1,1-1,0 0,1 0,0 0,0 0,1 0,0-1,1 0,0 1,0-2,0 1,1-1,0 1,1-2,0 1,0-1,0 0,1 0,-1-1,1 0,1 0,-1-1,1 0,0-1,0 0,0 0,3-1,-1-2,0 1,0-1,0-1,1 0,-1 0,0-1,0-1,0 0,-1 0,1-1,-1-1,1 1,-1-2,-1 1,1-1,4-5,8-6,-1 0,-1-2,0 0,-2-1,0-1,11-18,-3-3,-2 0,-2-2,-1-1,-3 0,-1-1,-3-1,-2-1,-1 0,-3 0,-2-1,-2 0,-3 0,-2-28,0 55,-1 0,0 0,-2 0,0 1,-1 0,-7-15,10 29,-1-1,-1 1,1 0,-1 0,0 0,-1 1,0 0,0 0,0 0,-1 0,0 1,0 0,0 0,0 0,-1 1,0 0,0 0,0 1,0 0,-2 0,1 1,-1 1,0-1,0 2,0-1,0 1,0 1,0 0,0 0,0 0,0 1,1 1,-1-1,1 1,-1 1,1 0,0 0,0 0,1 1,-1 0,1 1,0 0,1 0,-1 0,1 1,1 0,-1 0,1 0,0 1,1 0,0 0,-4 8,-4 10,1 1,0 1,2 0,2 0,0 0,2 1,1 0,1 0,2 0,1 0,1 1,1-1,2 0,1 0,1-1,7 19,8 19,4 0,2-2,3-1,2-1,4-2,20 24,74 104,-110-162</inkml:trace>
  <inkml:trace contextRef="#ctx0" brushRef="#br0" timeOffset="7077.415">7103 2272,'1'7,"0"-1,0 1,1 0,-1-1,1 1,1-1,-1 0,1 0,0 0,1 0,0 0,-1-1,2 0,-1 1,1-2,-1 1,1 0,1-1,-1 0,0 0,1 0,0-1,0 0,0 0,0-1,1 1,-1-2,1 1,-1 0,1-1,0 0,-1-1,1 0,0 0,0 0,-1-1,1 0,0 0,-1 0,1-1,-1 0,1-1,1 2,0-1,0 0,0-1,-1 0,1 0,-1-1,0 1,0-2,0 1,0-1,-1 0,0 0,0-1,0 1,-1-2,0 1,0 0,0-1,-1 0,0 0,0 0,-1-1,0 1,0-1,-1 0,0 1,0-1,-1 0,0 0,0-1,-1 1,0 0,-1 0,0 0,-1-5,0 4,-2 1,1-1,-1 1,0-1,-1 1,0 0,0 1,-1-1,0 1,0 0,-1 1,0-1,0 2,0-1,-1 1,0 0,0 0,0 1,-1 0,1 0,-1 1,0 0,0 1,0 0,0 0,-1 1,1 0,0 1,0 0,-1 0,1 1,0 0,-1 1,-10 3,0 1,0 2,1-1,0 2,0 1,1 0,1 1,-1 1,2 1,0 0,0 1,1 1,-6 9,-25 28</inkml:trace>
  <inkml:trace contextRef="#ctx0" brushRef="#br0" timeOffset="9208.755">8560 241,'-9'12,"0"0,1 1,0 0,0 0,2 1,-1 0,2 0,0 1,1-1,0 1,-1 14,-14 92,5 0,6 1,5 0,9 74,-1-25,-2 500,-25-351,5-110,9 0,11 68,-1-209,-4-67,1-1,-1 0,0 1,0-1,0 0,1 0,-1 0,0 0,-1 0,1-1,0 1,0-1,0 1,0-1,0 0,-1 0,1 0,0 0,0 0,0 0,-1 0,1-1,0 1,-2-2,-5 2,-333-20,161 29,-148 26,134-11,-337 21,-246-22,-1419-53,1138 41,708-6,0-16,-158-33,409 30,-1 4,0 5,0 4,0 4,0 5,-49 12,-226 81,255-95,117-8,1 1,-1-1,1 0,-1-1,1 1,0 0,0-1,0 0,0 0,0 0,0 0,1 0,0 0,-1-1,1 1,1-1,-1 0,0 1,1-1,0 0,0 0,0 0,0 0,1 0,-1 0,1 0,0 0,0 0,1 0,-1 0,1 0,1-3,-2 4,-1-686,-26 245,-18 1,-33-72,51 354,7-2,2-111,22 83,-4 188,0 0,0 0,1 0,-1 1,1-1,-1 0,1 0,0 0,0 1,0-1,0 0,1 1,-1-1,1 1,-1 0,1-1,0 1,0 0,0 0,0 0,0 0,0 0,1 1,-1-1,1 1,-1 0,1-1,0 1,-1 0,1 0,0 1,0-1,-1 1,2-1,213-27,59 7,-200 16,1558-15,-1156 27,2987-57,-3382 47,717-8,-657 18,1 6,12 8,213 42,-319-51,-57-8,-10-3</inkml:trace>
  <inkml:trace contextRef="#ctx0" brushRef="#br0" timeOffset="10267.055">1729 668,'-16'-11,"-7"-6,0-3,1 2,8 5,9 8,16 13,17 13,15 12,11 13,4 7,-6 5,-11-6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45:20.16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7,'0'-3,"5"0,5 3,7 3,4 4,-1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45:22.26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0 625,'55'-43,"-2"-2,-2-2,43-54,-79 85,-1-1,0 0,-2-1,0-1,-1 0,-1 0,-1-1,0 0,-2-1,0 0,-2 0,0-1,1-16,-5 35,-1-1,0 0,1 1,-1-1,-1 0,1 1,0-1,-1 0,0 1,0-1,0 1,0-1,0 1,-1 0,0-1,0 1,1 0,-2 0,1 0,0 0,-1 0,1 1,-1-1,0 1,0 0,0 0,0 0,0 0,0 0,-1 0,1 1,0 0,-1 0,0 0,1 0,-1 0,1 1,-1-1,-8 4,1 1,0 0,0 0,0 1,0 0,1 1,0 0,0 1,0 0,1 1,0 0,1 0,0 0,0 1,0 1,1-1,1 1,-4 8,-8 11,1 0,1 2,2 0,1 0,1 1,2 1,1 0,2 1,1-1,2 1,1 0,1 0,2 1,2-1,2 5,-3-25,2 0,0-1,0 1,2-1,-1 0,2 0,-1 0,2-1,0 1,0-2,1 1,1-1,0 0,0-1,1 0,0-1,1 0,0 0,0-1,1-1,0 0,0 0,1-1,0-1,0 0,0-1,1 0,-1-1,3 0,-1-2,0 0,1 0,-1-2,0 0,0 0,1-1,-1-1,0-1,-1 0,1-1,-1-1,0 0,0 0,0-2,-1 0,-1 0,1-1,-1-1,-1 0,1 0,-2-1,0-1,0 0,-1 0,0-1,3-8,-11 19,1 1,-1-1,0 0,0 0,0 0,0 0,0 0,-1 0,1 0,0 0,-1 0,0 0,1 0,-1 0,0 0,0 0,0 0,-1-1,1 1,0 0,-1 0,1 0,-1 0,0 0,0 0,0 0,0 0,0 1,0-1,0 0,0 0,-1 1,1-1,-1 1,1-1,-1 1,0 0,0-1,-7 0,-1 0,1 0,-1 1,0 1,1-1,-1 1,0 1,1 0,-1 0,1 1,-1 0,1 1,0 0,0 1,0-1,0 2,-3 1,-40 47,51-51,0-1,1 0,-1 1,0-1,1 1,-1-1,1 1,0 0,-1-1,1 1,0-1,0 1,0-1,0 1,0 0,0-1,1 1,-1-1,0 1,1-1,-1 1,1-1,0 1,-1-1,1 1,0-1,0 0,0 1,0-1,0 0,0 0,0 0,1 0,-1 0,0 0,1 0,-1 0,0 0,1-1,-1 1,1-1,-1 1,1-1,0 1,8 2,2-1,-1 1,0-2,0 1,1-2,-1 0,0 0,1-1,-1 0,0-1,0 0,0-1,0 0,0-1,8-4,-18 8,0 0,0-1,0 1,0 0,0-1,0 1,0 0,0 0,0 0,0 0,0 0,0 0,0 0,0 0,0 0,0 0,0 1,0-1,0 0,-1 1,1-1,0 1,0-1,0 1,0-1,-1 1,1 0,0-1,0 1,-1 0,1-1,0 1,-1 0,1 0,-1 0,1 0,-1-1,0 1,1 0,-1 0,0 0,0 0,1 0,-1 0,0 0,0 0,0 0,0 1,0-2,4 10,0 0,0 0,1 0,1-1,0 0,0 0,0 0,1-1,1 0,-1 0,1-1,1 0,-1-1,1 1,0-2,1 1,-1-1,1-1,0 1,1-2,-1 0,0 0,7 1,1-1,0-1,-1-1,1 0,0-2,0 0,0 0,-1-2,1 0,-1-1,10-4,9-6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45:19.89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270 197,'-22'0,"0"1,0 1,1 1,-1 0,1 2,-16 5,31-8,0 0,1 0,-1 1,1-1,-1 1,1 1,0-1,0 1,0 0,1 0,-1 0,1 0,0 1,0 0,0 0,1 0,0 0,0 1,0-1,1 1,0 0,0-1,0 1,1 0,-1 6,1-9,1 1,1-1,-1 0,0 1,1-1,0 1,0-1,0 0,0 0,0 1,0-1,1 0,0 0,0 0,0 0,0-1,0 1,0 0,1-1,-1 0,1 1,0-1,-1 0,1 0,0-1,0 1,0-1,1 1,-1-1,0 0,0 0,1 0,-1-1,1 1,-1-1,0 0,1 0,-1 0,1 0,-1-1,1 1,-1-1,0 0,1 0,0-1,11-5,-1-1,0-1,-1 0,0-1,0-1,-1 0,-1 0,1-1,-2-1,0 0,-1 0,0-1,-1 0,0 0,2-9,33-62,-43 86,1-1,0 1,0-1,-1 1,1 0,0-1,-1 1,1 0,0-1,-1 1,1 0,-1 0,0-1,1 1,-1 0,0 0,1 0,-1 0,0 0,0-1,0 1,1 0,-1 0,0 0,0 0,-1 0,1 0,0 0,0 0,0-1,0 1,-1 0,1 0,-1 0,1 0,0-1,-2 43,1-30,0-1,0 1,1 0,1 0,0 0,1-1,0 1,1 0,0-1,1 0,0 0,3 5,-6-15,1 0,-1 0,1 0,-1 0,1 0,0 0,0 0,0 0,0-1,0 1,0-1,0 1,0-1,1 0,-1 0,0 0,1 0,-1 0,1-1,-1 1,1-1,-1 1,1-1,0 0,-1 0,1 0,-1-1,1 1,-1 0,1-1,-1 0,1 0,-1 0,1 0,-1 0,0 0,0 0,2-1,4-4,0 1,0-1,-1 0,0-1,0 0,0 0,-1-1,0 1,4-8,1-7,-1-1,0 0,-2-1,-1 1,0-2,-2 1,-1-1,-1 0,6-29,-9 51,1 0,-1-1,1 1,-1 0,1 0,0 0,0 0,1 0,-1 1,1-1,-1 0,1 1,0-1,0 1,0-1,0 1,0 0,1 0,-1 0,0 0,1 0,12 32,6 191,-11-106,36 628,-45-692,-2 1,-2-1,-2 1,-3-1,-12 44,-14-27,33-67,0 1,-1-1,1 1,-1-1,1 0,-1 1,1-1,-1 0,0 0,0 0,1-1,-1 1,0 0,0-1,0 1,0-1,0 1,0-1,0 0,0 0,0 0,0 0,0 0,0-1,0 1,0 0,0-1,1 0,-1 1,0-1,0 0,0 0,1 0,-3-1,-6-6,0-1,1 0,-1 0,2-1,-1 0,1-1,1 0,0 0,-1-3,1 3,-13-18,1-1,1-1,2-1,1 0,1-2,2 1,2-1,0-1,3 0,-4-34,16 4,-1 38</inkml:trace>
  <inkml:trace contextRef="#ctx0" brushRef="#br0" timeOffset="618.973">1045 64,'8'127,"-7"-84,2-1,1 1,8 25,-12-66,-1-1,1 1,0 0,0-1,0 1,0-1,0 1,0 0,1-1,-1 1,0-1,1 1,-1-1,1 1,0-1,-1 1,1-1,0 1,0-1,0 0,0 0,0 1,0-1,0 0,1 0,-1 0,0 0,1 0,-1-1,1 1,-1 0,0-1,1 1,0-1,-1 1,1-1,-1 0,1 1,-1-1,1 0,0 0,-1 0,1 0,0-1,-1 1,1 0,-1-1,1 1,-1-1,1 1,-1-1,1 0,19-21,-1 0,-1-1,-1-1,-1 0,-1-2,3-9,-16 32,83-167,-86 170,0 1,0-1,0 0,0 1,0-1,0 0,0 1,1-1,-1 0,0 0,0 1,0-1,0 0,0 0,1 1,-1-1,0 0,0 0,0 1,1-1,-1 0,0 0,0 0,1 0,-1 1,0-1,1 0,-1 0,0 0,0 0,1 0,-1 0,0 0,1 0,-1 0,0 0,1 0,-1 0,0 0,1 0,-1 0,0 0,0 0,1 0,-1 0,0 0,1-1,-1 1,0 0,0 0,1 83,8 64,-7-141,-1 0,1 0,0 0,0-1,1 1,0-1,0 1,0-1,0 0,1 0,0-1,0 1,0-1,1 0,-1 0,1 0,0 0,0-1,0 0,1 0,-1 0,1-1,57 9,-35-13</inkml:trace>
  <inkml:trace contextRef="#ctx0" brushRef="#br0" timeOffset="1096.695">1740 10,'3'26,"2"20,2 1,1-1,3-1,2 0,17 41,-30-84,0-1,0 0,1 0,-1 1,0-1,0 0,1 0,-1 0,1 0,-1 1,1-1,-1 0,1 0,0 0,-1 0,1 0,0 0,0-1,0 1,0 0,0 0,0 0,0-1,0 1,0-1,0 1,0-1,0 1,0-1,0 1,1-1,-1 0,0 0,0 0,0 0,1 0,-1 0,0 0,0 0,1 0,-1 0,0-1,0 1,0 0,0-1,0 1,1-1,-1 1,0-1,0 0,8-11,-2-1,1 1,-2-1,0-1,0 1,-1-1,0-4,0 4,48-182,-53 196,0 1,0-1,0 0,0 0,0 0,0 1,0-1,1 0,-1 0,0 0,0 1,0-1,0 0,0 0,0 0,1 1,-1-1,0 0,0 0,0 0,0 0,1 0,-1 0,0 1,0-1,0 0,1 0,-1 0,0 0,0 0,0 0,1 0,-1 0,0 0,0 0,1 0,-1 0,0 0,0 0,0 0,1 0,-1 0,0 0,0 0,1-1,0 29,-5 43,2-56,0 0,0 0,2 0,0 0,0 0,2 1,0-1,0-1,2 1,0 0,0-1,1 0,4 7,-6-17,0 1,1-1,-1 0,1-1,0 1,0-1,0 0,1 0,-1 0,1 0,-1-1,1 0,2 1,26 8</inkml:trace>
  <inkml:trace contextRef="#ctx0" brushRef="#br0" timeOffset="1464.711">2489 24,'-11'-2,"1"1,0 1,-1 0,1 1,-1 0,1 0,0 1,0 0,0 1,0 0,0 1,0 0,1 1,0-1,0 2,0-1,1 1,-1 1,1 0,1 0,-1 0,1 1,-4 6,10-11,-1 0,0 1,1-1,0 1,0-1,0 1,1-1,-1 1,1 0,-1-1,1 1,1 0,-1-1,0 1,1-1,0 1,0 0,0-1,0 1,0-1,1 0,-1 1,1-1,0 0,0 0,1 0,68 70,82 19,-54-38,-98-53,0-1,0 0,0 0,0 0,-1 0,1 0,0 1,0-1,0 0,0 1,-1-1,1 0,0 1,0-1,-1 1,1-1,0 1,-1 0,1-1,0 1,-1 0,1-1,-1 1,1 0,-1 0,1 0,-1-1,0 1,1 0,-1 0,0 0,0 0,0 0,0-1,0 1,0 0,0 0,0 0,0 0,0 0,0 0,0 0,-1-1,1 1,0 0,0 0,-1 0,1 0,-1-1,1 1,-93 17,-73-7,138-11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45:18.27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249 150,'-80'171,"7"4,-8 51,77-215,4-11,3-12,43-176,10-119,-36 191,-17 93,-2 15,-1 1,2-1,-1 1,1 0,0-1,1 1,-1 0,1 0,1 0,0 0,-3 6,1 0,0 0,-1 1,1-1,0 0,-1 1,1-1,0 1,0 0,0-1,-1 1,1 0,0 0,0 0,0 0,0 1,-1-1,1 0,0 1,0-1,-1 1,1 0,0 0,-1-1,1 1,-1 0,1 0,-1 1,1-1,-1 0,0 0,1 1,-1-1,1 1,20 21,0 0,-2 1,0 1,-2 0,0 2,-2 0,-1 1,-2 1,0 0,-2 1,-1 0,-2 0,0 1,-2 6,10 44,-5 1,-3 0,-3 0,-5 21,0-93,1-7,-1 0,0 0,0 0,0 0,0 0,0 0,-1 0,1 0,-1 0,0 0,0 0,0 0,0 0,0-1,-1 1,0 1,-5-1</inkml:trace>
  <inkml:trace contextRef="#ctx0" brushRef="#br0" timeOffset="654.065">155 618,'-16'-10,"-1"1,0 0,-1 1,0 1,0 1,0 0,-15-1,169 2,-98 0,39-3,2-1,0 3,54 5,-122 0,-1 1,1 0,0 1,0 0,-1 0,1 1,-1 1,0 0,1 0,-1 1,-1 0,1 1,-1 0,1 1,-1 0,-1 0,1 1,-1 0,-1 0,1 1,-1 0,0 0,-1 1,0 0,4 8,3 80,-10-51,-4-45,1 0,0 0,0 0,0 0,0 0,0 0,0 0,0 0,0 0,1 0,-1 0,0 0,0 0,1 0,-1 0,1 0,-1 0,1 0,-1 0,1 0,0 0,0-1,-1 1,1 0,0 0,0-1,0 1,-1 0,1-1,0 1,0-1,0 0,0 1,0-1,0 0,0 1,0-1,1 0,-1 0,0 0,0 0,0 0,0 0,0 0,0 0,0 0,0-1,0 1,0 0,0-1,0 1,0-1,0 1,0-1,0 1,0-1,-1 0,1 1,0-1,0 0,-1 0,1 0,0 1,-1-1,1-1,12-13,-1 0,-1-1,-1 0,0-1,-1 0,-1 0,0-1,-1 0,-1 0,-1-1,-1 0,2-17,5-56,-12 111,2 0,0-1,1 1,1-1,1 0,1 0,0 0,6 12,-8-22,1-1,0 1,1-1,0 0,0 0,0 0,1 0,0-1,0 0,1 0,0-1,0 0,0 0,0-1,1 0,0 0,0 0,0-1,0-1,0 1,1-1,-1-1,1 1,-1-1,1-1,0 0,-1 0,1-1,0 0,-1 0,1-1,-1 0,0 0,1-1,-1 0,0-1,-1 0,1 0,-2-3,-1 0,0-1,0 1,0-1,-1 0,0-1,-1 1,0-1,0 1,-1-1,0 0,-1 0,0 0,0 0,-1 0,0 0,0 0,-1 0,0 0,-1 0,0 0,-1 1,1-1,-2 1,0-2,-18-31,21 41,-1 0,1 1,0-1,0 0,-1 1,1-1,0 1,0 0,0-1,0 1,0 0,0 0,0 0,0 0,0 0,0 0,1 0,-1 0,0 0,1 0,-1 0,0 0,1 0,-1 0,1 1,0-1,-1 0,1 0,0 1,0-1,0 0,0 1,0-1,0 0,0 0,1 1,-1-1,-1 8,0-1,1 0,-1 0,2 1,-1-1,1 0,1 0,0 0,0 0,0 0,1 0,0 0,0-1,1 1,0-1,1 0,-1 0,1-1,1 1,-1-1,1 0,0-1,0 1,1-1,0 0,-1-1,5 2,12 4,0-2,0-1,1-1,0 0,0-2,0-1,0-1,1-1,3-1,63 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45:26.67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66 0,'-4'9,"0"4,3-2,3-4,0-5,-1-6,1-5,-3 0,-4 1,-2 5,-6 4,-5 10,2 2</inkml:trace>
  <inkml:trace contextRef="#ctx0" brushRef="#br0" timeOffset="258.293">79 402,'5'-16,"1"-10,-2-2,-5 3,-4 6,-6 6,-3 10,-4 12,-1 9,3 9,6 4,12 1,5-5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45:24.26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258 687,'1'0,"0"-1,0 0,0 0,0 0,0 0,0 1,0-1,0 0,0-1,0 1,0 0,-1 0,1 0,-1 0,1-1,-1 1,1 0,-1 0,0-1,1 1,-1 0,0-1,0 1,0 0,0-1,0 1,0-1,-1 1,1 0,0 0,-1-1,1 1,-1 0,1 0,-1-1,1 1,-1 0,0 0,0 0,0 0,0 0,1 0,-1 0,-1 0,1 0,0 0,0 1,0-1,0 0,0 1,-1-1,1 1,0 0,0-1,-1 1,1 0,0-1,-1 1,1 0,-1 0,-4-1,-1-1,0 1,0 1,0-1,0 1,0 0,0 1,0 0,0 0,0 0,0 1,0 0,1 0,-1 1,1 0,0 0,0 1,0-1,0 1,0 0,0 2,-3 1,0 1,1 0,0 1,0 0,1 0,0 1,0 0,1 0,1 0,0 1,0 0,0 4,3-10,1-1,0 0,0 1,0-1,0 1,1 0,0-1,0 1,0-1,0 1,1-1,0 1,0-1,0 1,0-1,1 1,0-1,0 0,0 0,0 0,1 0,-1 0,1-1,0 1,0-1,1 0,-1 0,1 0,-1 0,1 0,0-1,3 2,13 3,0 0,1-2,0 0,0-2,0 0,0-1,0-1,0-1,0-1,0-1,1-1,-2-1,1-1,0 0,18-9,99-52,-137 66,0 0,0 0,0 0,0 0,0 0,0 1,1-1,-1 1,0-1,0 0,0 1,0 0,0-1,0 1,-1 0,1-1,0 1,0 0,0 0,-1 0,1 0,0 0,-1-1,1 1,-1 0,1 1,-1-1,1 0,-1 0,0 0,1 0,-1 0,0 0,0 0,0 1,0-1,0 0,0 0,0 0,-1 1,4 8,0 0,1-1,1 0,-1 0,2 0,-1 0,1-1,1 0,-1 0,1 0,0-1,1 0,3 2,-7-6,-1-1,1 1,0-1,0 1,0-1,0 0,0-1,0 1,0-1,0 1,1-1,-1-1,1 1,-1-1,0 1,1-1,-1-1,1 1,-1 0,1-1,-1 0,0 0,0-1,1 1,-1-1,0 0,0 0,0 0,1-2,-2 2,0 0,0-1,0 1,-1-1,0 0,1 0,-1 1,0-2,0 1,-1 0,1 0,-1-1,1 1,-1-1,0 1,0-1,-1 1,1-1,-1 0,0 1,0-1,0 0,0 1,0-1,-1 0,0 1,0-1,0 1,0-1,-1-1,-2-5,0 1,-1 0,1 1,-2-1,1 1,-1 0,0 0,-1 1,0 0,-7-6,7 8,0 0,0 0,-1 1,1 1,-1-1,0 1,0 0,0 1,0 0,-1 0,1 1,0 0,-6 0,383-18,-364 19,-1-1,1 0,-1 1,1 0,-1 0,1 0,0 0,-1 1,1 0,-1 0,1 0,-1 1,0-1,0 1,1 0,-1 0,0 0,-1 1,1 0,0-1,-1 1,1 0,-1 1,0-1,0 1,0-1,-1 1,1 0,-1 0,0 0,0 0,0 1,-1-1,1 1,1 127,-3-130,1 0,0 0,-1-1,1 1,0-1,0 1,0-1,1 1,-1-1,0 1,0-1,1 0,-1 0,1 0,-1 0,1 0,0 0,-1 0,1 0,0 0,-1-1,1 1,0-1,0 0,0 1,0-1,-1 0,1 0,0 0,0 0,2-1,56-16,-44 8,-1 0,0-1,0 0,-1-1,-1-1,1 0,-2-1,0 0,0-1,-2 0,1-1,-2 0,0-1,-1 0,-1 0,6-16,-16 39,1 1,0-1,0 1,1 0,-1 0,2-1,-1 1,1 0,1 0,0 0,0 0,0 0,1-1,0 1,0 0,1-1,0 0,0 1,1-1,0-1,0 1,4 3,24 17,1-5</inkml:trace>
  <inkml:trace contextRef="#ctx0" brushRef="#br0" timeOffset="856.222">1969 767,'-12'2,"1"0,0 1,0 0,0 1,0 0,1 1,-1 0,1 1,0 0,1 0,-1 1,1 0,1 1,0 0,0 0,0 1,1 0,0 0,1 1,0 0,0 0,1 0,0 1,1 0,1 0,-1 0,1 1,3-9,0 0,0 1,0-1,0 0,1 1,-1-1,1 0,-1 0,1 0,0 0,1 1,-1-1,0 0,1-1,0 1,0 0,-1 0,2-1,-1 1,0-1,0 0,1 0,-1 0,1 0,0 0,0 0,-1-1,1 1,0-1,0 0,1 0,-1 0,0 0,0 0,0-1,1 1,-1-1,0 0,1 0,-1 0,22-2,-1 0,0-1,0-2,-1 0,1-2,-1 0,0-2,-1 0,0-2,-1 0,19-13,-16 8,-1-1,0-2,-2 0,0-1,-1-1,0 0,-2-2,-1-1,-1 0,-1 0,-1-2,-1 0,-2 0,0-2,-2 1,-1-1,-1 0,0-9,1 1,-2-1,-1 1,-2-1,-1 1,-3-1,0 0,-3 0,-1 1,-1 0,-5-10,11 41,-1 0,0 1,0-1,-1 0,0 1,1-1,-1 1,-1 0,1 0,-1 0,1 0,-1 0,0 0,-1 0,1 1,-1 0,1 0,-1 0,0 0,0 0,0 1,-1 0,1 0,0 0,-1 0,0 1,1-1,-1 1,0 0,0 1,1-1,-1 1,0 0,0 0,-2 1,-3 5,1 0,0 1,0 0,0 1,1 0,0 0,1 1,0 0,0 0,1 0,0 1,1 0,0 1,0-1,1 1,0-1,1 1,1 1,-1-1,1 4,-4 18,1 1,2 0,2 0,0 0,3 0,1 0,1 0,2-1,1 0,1 0,2 0,2-1,1-1,1 0,1 0,2-2,1 0,2-1,0-1,2-1,1-1,1 0,4 0,-25-20,1-1,0 0,0 0,0-1,0 1,1-1,-1 0,1 0,0 0,0-1,0 1,0-1,0 0,0-1,1 1,-1-1,1 0,-1-1,1 1,-1-1,1 0,-1-1,1 1,-1-1,1 0,-1 0,5-2,-2-5,0 1,-1-1,0 0,0-1,-1 0,0 0,-1 0,0-1,0 0,-1 0,0 0,-1 0,1-5,21-46,-15 47,-4 21,-4 28,-2-30,0 9,10 82,-9-93,0 1,0-1,1 0,-1 0,1 0,-1 0,1 0,0-1,0 1,1 0,-1-1,0 1,1-1,0 0,-1 0,1 0,0 0,0-1,0 1,0-1,0 1,1-1,-1 0,0-1,1 1,-1 0,0-1,6 0,1-1,-1 0,0-1,-1 0,1 0,0-1,0 0,-1 0,0-1,0 0,0-1,0 0,-1 0,1-1,-1 1,-1-2,1 1,-1-1,0 0,0 0,-1 0,0-1,-1 0,1 0,-2 0,1-1,0-3,4-27,-19 52,7-7,1 0,0 0,0 1,1-1,0 1,0 0,0-1,1 1,0 0,0 0,1 0,0 0,0 0,1 0,0 0,0 0,0 0,1 0,0-1,0 1,1-1,0 1,0-1,0 0,1 0,0 0,0-1,1 1,-1-1,5 4,22 6,0-5</inkml:trace>
  <inkml:trace contextRef="#ctx0" brushRef="#br0" timeOffset="1473.678">3185 673,'11'2,"0"0,0 1,-1 1,0-1,0 2,0-1,0 1,-1 1,1 0,-1 0,-1 1,1 0,-1 0,0 1,-1 0,0 0,0 1,-1 0,0 0,2 6,2 4,0 2,-1-1,-1 1,-1 1,-1-1,0 1,-2 0,-1 1,-1-1,0 0,-2 9,-3 44,-3 0,-13 54,6-43,7 65,6-145,1 0,-1 0,2 0,-1 0,0 0,1 0,0 0,1-1,-1 1,1-1,0 1,1-1,-1 0,1 0,0 0,0-1,0 1,1-1,0 0,0-1,0 1,4 2,-6-5,-1 0,1 0,0 0,-1 0,1 0,0 0,0-1,0 1,-1-1,1 0,0 0,0 0,0 0,0-1,-1 1,1-1,0 1,0-1,-1 0,1 0,0 0,-1-1,1 1,-1-1,0 1,1-1,-1 0,0 0,0 0,0 0,0 0,-1 0,1 0,0-1,-1 1,0-1,1-1,4-6,-2-1,1 0,-1 0,-1 0,0-1,-1 1,0-1,0-8,-4-15,-1-1,-2 1,-2 0,0 1,-3-1,-1 1,-1 1,-2 0,-1 1,-2 1,-1 0,-13-15,-89-132,103 141,17 36,0-1,0 1,0 0,0 0,0 0,1 0,-1 0,1 0,-1 0,0 1,1-1,0 0,-1 0,1 0,-1 0,1 0,0 1,0-1,0 0,-1 1,1-1,0 1,0-1,0 1,0-1,0 1,0-1,0 1,0 0,0 0,0-1,0 1,0 0,0 0,0 0,1 0,179-6,189-2,-366 8,-1-1,-1 0,1 1,0-1,0 1,0 0,0-1,0 1,0 1,-1-1,1 0,0 1,0-1,0 1,-1 0,1 0,0 0,-1 0,1 1,0-1,-1 1,0-1,1 1,-1 0,0 0,0 0,0 0,0 0,0 0,-1 1,1-1,-1 1,1-1,-1 1,0 0,3 44,-5-40,1 0,0 1,1-1,-1 0,1 0,0 0,1 0,0 0,0 0,1-1,-1 1,1-1,1 1,-1-1,1 0,0 0,1-1,-1 1,2-1,30 6,-21-16</inkml:trace>
  <inkml:trace contextRef="#ctx0" brushRef="#br0" timeOffset="1696.086">4055 473,'-12'18,"1"16,3 1</inkml:trace>
  <inkml:trace contextRef="#ctx0" brushRef="#br0" timeOffset="2020.216">4536 967,'-5'-13,"-1"0,0 1,-1 0,0 0,0 0,-1 1,-1 0,0 0,-1 1,0 1,0-1,-1 1,0 1,-1 0,1 1,-2 0,1 1,-1 0,-1 1,10 3,-1 0,1 0,-1 0,0 1,1 0,-1 0,0 0,0 0,0 1,0 0,0 0,0 0,0 1,0-1,0 1,1 0,-1 1,0-1,1 1,-1 0,1 0,-1 1,1-1,0 1,0 0,0 0,0 0,1 0,-1 1,1 0,0 0,0 0,0 0,1 0,-3 4,3-4,0 0,1 0,0 1,-1-1,1 0,1 0,-1 1,1-1,-1 0,1 1,0-1,1 1,-1-1,1 0,0 0,0 1,0-1,1 0,-1 0,1 0,0 0,0 0,1-1,-1 1,1-1,-1 1,1-1,0 0,1 0,1 2,2 0,0 0,0 0,1-1,0 1,-1-2,1 1,0-1,1 0,-1-1,1 0,-1-1,1 1,-1-1,1-1,1 0,-4 0,0-1,0 0,0 0,0 0,0 0,0-1,0 0,0-1,-1 1,1-1,-1 0,0-1,0 1,0-1,0 0,-1 0,1 0,-1-1,0 1,-1-1,1 0,-1 0,0-1,0 1,0-1,-1 1,0-1,0 0,0 0,-1 0,1-6,-2 21,1-1,1 1,0-1,0 1,0-1,1 0,0 0,1 0,0 0,0 0,1-1,0 0,0 0,0 0,1-1,0 1,0-1,1-1,0 1,1-1,42 27,0-5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45:29.25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148 67,'-2'18,"-1"18,0 13,1 11,0 6,-1 1,-1-5,-1-5,-3-6,-2-9,-1-12,1-11</inkml:trace>
  <inkml:trace contextRef="#ctx0" brushRef="#br0" timeOffset="354.613">1 0,'266'198,"-245"-182,-1 1,0 1,-1 0,-1 2,-1 0,-1 1,-1 0,0 2,-2 0,-1 0,0 1,0 6,-11-24,0 1,0 0,-1-1,0 1,0 0,-1-1,1 1,-2 0,1-1,-1 1,0-1,0 1,0-1,-1 0,0 0,0 0,-1-1,0 1,0-1,0 1,-1-1,1-1,-1 1,0-1,-1 0,1 0,-1 0,1-1,-1 1,0-2,-1 1,1-1,-2 1,-24 9,-1-2,0-2,0-1,0-1,-1-2,0-1,0-2,0-1,-12-2,34 0,10 1</inkml:trace>
  <inkml:trace contextRef="#ctx0" brushRef="#br0" timeOffset="660.795">603 762,'9'-33,"-3"-1,0 0,-2 0,-2 0,-1 0,-1-10,27 154,-1-18,4-2,11 18,-30-84</inkml:trace>
  <inkml:trace contextRef="#ctx0" brushRef="#br0" timeOffset="923.098">1057 388,'16'-2,"16"-3,15-1,10-2,5 1,-4 1,-7 5,-12 4,-13 1</inkml:trace>
  <inkml:trace contextRef="#ctx0" brushRef="#br0" timeOffset="1104.185">1097 602,'18'5,"16"1,12 0,13-2,8-1,3-5,-3-5,-13-2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45:49.26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53 1,'-1'0,"-1"1,0 0,1-1,-1 1,1 0,0 0,-1 0,1 0,-1 0,1 0,0 0,0 1,0-1,0 0,0 1,0-1,0 0,0 1,1-1,-1 1,0 0,1-1,-1 1,1 0,0-1,0 1,-1 0,1-1,0 1,0 0,0-1,1 1,-1 0,1 0,-2-1,1 0,0 0,0 0,0 0,0 0,0 0,0 0,0 0,0 0,0 0,0 0,1 1,-1-2,0 1,1 0,-1 0,1 0,-1 0,1 0,-1 0,1 0,0 0,-1-1,1 1,0 0,0-1,0 1,-1 0,1-1,0 1,0-1,0 1,0-1,0 0,0 1,0-1,0 0,0 0,0 0,0 1,0-1,0 0,0-1,0 1,0 0,0 0,0 0,0 0,0-1,0 1,0-1,0 1,0 0,0-1,-2 2,-1 0,1 0,-1-1,1 1,-1 0,0-1,1 1,-1-1,0 0,1 0,-1 1,0-1,1 0,-1 0,0-1,0 1,1 0,-1 0,0-1,1 1,-1-1,0 0,1 1,-1-1,1 0,-1 0,1 0,0 0,-1 0,1 0,0 0,0-1,0 1,-1 0,1-1,1 1,-1-1,0 1,0-1,0 1,1-1,-1 1,1-1,-1 0,1 1,0-1,0 0,0 0,0 1,0-1,0 0,0 1,0-1,1 0,-1 1,1-1,-1 0,1 1,0-1,-1 1,1-1,0 1,0-1,0 1,0-1,1 1,-3 2,0 0,0 1,1-1,-1 1,0-1,1 1,-1 0,1-1,-1 1,1 0,0-1,0 1,0 0,0-1,0 1,0 0,0-1,0 1,1 0,-1-1,1 1,-1-1,1 1,-1 0,1-1,0 1,0-1,0 0,0 1,0-1,0 0,0 0,1 1,-1-1,0 0,1 0,-1 0,1-1,-1 1,1 0,-1 0,1-1,1 1,-3-1,1 0,0 0,0 0,-1 0,1 0,-1 0,1 0,0-1,-1 1,1 0,0 0,-1-1,1 1,-1 0,1-1,-1 1,1-1,-1 1,1 0,-1-1,1 1,-1-1,1 1,-1-1,0 0,1 1,-1-1,0 1,1-1,-1 0,0 1,0-1,0 0,0 1,0-1,0 0,0 1,0-1,0 0,0 1,0-1,0 0,0 1,0-1,-1 0,1 1,0-1,0 1,-1-1,1 0,0 1,-1-1,1 1,-1-1,0-15,30 25,-16 0,0 0,-1 1,0 1,-1 0,0 1,0 0,-1 0,-1 1,0 0,-1 1,-1 0,0 0,-1 1,0-1,-1 1,-1 1,0-1,-1 1,-1-1,0 1,-1 0,-1 0,-1 0,0-1,-1 1,0 0,-1-1,-4 9,3-10,-1 1,-1-1,-1 0,0 0,-1 0,0-1,-1-1,-2 3,-33 35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45:31.95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96 482,'3'0,"2"2,6 4,5 7,6 10,7 11,5 10,4 10,-1 5,1 3,-4 0,-3-3,-7-5,-5-10,-6-11</inkml:trace>
  <inkml:trace contextRef="#ctx0" brushRef="#br0" timeOffset="413.429">444 442,'-16'14,"-14"15,-11 17,-8 15,-5 7,-1 4,0 1,6-3,7-6,10-10,11-14</inkml:trace>
  <inkml:trace contextRef="#ctx0" brushRef="#br0" timeOffset="815.899">525 709,'5'15,"0"0,1-1,0 0,1 0,1-1,0 0,1 0,1-1,0 0,0 0,1-1,1-1,-1 0,2 0,-1-1,2-1,-1 0,1-1,1 0,-10-5,0 0,0 0,0 0,0-1,0 0,0 0,0 0,1-1,-1 1,0-1,0-1,1 1,-1-1,0 0,0 0,0 0,0-1,0 0,0 0,0 0,0 0,-1-1,1 0,-1 0,0 0,0-1,0 1,0-1,0 0,-1 0,0 0,0 0,0-1,1-2,1-4,0-1,-1 0,0 0,-1-1,0 1,-1-1,-1 1,0-1,0 0,-1 1,-1-1,0 0,-1 1,0-1,-1 1,0 0,-1 0,-1 0,-5-10,8 18,0 0,-1 0,1 0,-1 0,0 1,0 0,-1-1,1 1,-1 0,0 1,1-1,-1 1,0-1,0 1,-1 0,1 1,0-1,-1 1,1 0,-1 0,1 0,-1 0,1 1,-1 0,0 0,1 0,-1 1,1-1,-1 1,1 0,-1 1,1-1,0 1,-1 0,1 0,0 0,0 0,0 1,1-1,-1 1,0 0,-4 4,0 0,0 0,1 1,-1 0,2 0,-1 1,1 0,1 0,0 0,0 0,0 1,1 0,1 0,0 0,0 1,1-1,0 1,1-1,0 1,1 7,6 13</inkml:trace>
  <inkml:trace contextRef="#ctx0" brushRef="#br0" timeOffset="1384.891">1152 563,'1'73,"1"-28,-2 0,-2 0,-1-1,-3 1,-6 18,4-43,8-20,0 0,0 0,0 0,0-1,0 1,0 0,-1 0,1 0,0 0,0 0,0 0,0-1,0 1,0 0,-1 0,1 0,0 0,0 0,0 0,0 0,-1 0,1 0,0 0,0 0,0 0,0 0,-1 0,1 0,0 0,0 0,0 0,0 0,-1 0,1 0,0 0,0 0,0 0,0 0,20-152,18-153,-38 300,0 1,0-1,1 1,-1-1,1 1,0-1,0 1,0 0,1-1,0 1,-1 0,1 0,1 0,-1 0,1 1,-1-1,1 1,0-1,0 1,1 0,-1 0,1 0,-1 1,1-1,0 1,0 0,0 0,0 0,0 1,1-1,-1 1,0 0,1 0,0 0,7 4,0-1,0 1,0 1,-1 0,1 1,-1 0,0 1,-1 0,1 1,-1 0,0 0,-1 1,0 1,0-1,-1 1,0 1,-1 0,3 3,-8-10,0 0,0 1,0-1,0 0,-1 1,0-1,1 0,-1 1,0 0,-1-1,1 1,0-1,-1 1,0 0,0 0,0-1,-1 1,1 0,-1-1,0 1,0-1,0 1,0-1,-1 1,1-1,-1 0,0 0,0 1,0-1,0-1,-1 1,1 0,-2 0,-6 6,-2-1,1-1,-1 0,0-1,0 0,-1 0,0-2,0 0,0 0,-3 0,-57 20,72-24,-1 0,0 1,0 0,1-1,-1 1,0 0,1 0,-1 0,0 0,1 0,-1 0,1 0,0 0,-1 1,1-1,0 1,0-1,0 1,0-1,0 1,0 0,0-1,1 1,-1 0,1-1,-1 1,1 0,0 0,-1 0,1 0,0-1,0 1,0 0,1 0,-1 0,0 0,1 0,-1-1,1 1,-1 0,1-1,0 1,0 0,0-1,0 1,1 1,8 8,0 0,1-1,1 0,-1 0,1-2,1 1,0-1,0-1,0-1,1 0,0 0,1-1,-1-1,1 0,9 0,31 6,1-3,0-2,50-3,-51-2</inkml:trace>
  <inkml:trace contextRef="#ctx0" brushRef="#br0" timeOffset="1754.903">2410 1,'-19'7,"-12"9,-10 13,-5 13,-2 15,4 19,6 14,10 12,14 8,18 2,23-3,25-7,21-10,19-8,12-15,-12-18</inkml:trace>
  <inkml:trace contextRef="#ctx0" brushRef="#br0" timeOffset="15667.914">2877 348,'-17'9,"-1"0,2 1,-1 1,1 0,1 2,0-1,1 2,0 0,1 0,1 2,0-1,1 2,1-1,0 1,1 1,1 0,1 0,0 0,-2 15,-4 67,13-96,0 0,0 0,1 0,0 0,0 1,0-1,0 0,1-1,0 1,-1 0,1 0,1-1,-1 1,0-1,1 0,0 1,0-1,0 0,0-1,0 1,1-1,2 2,3 0,1-1,0-1,0 1,-1-2,2 1,-1-2,0 1,0-1,0-1,0 0,0 0,0-1,0 0,0-1,-1 0,1 0,-1-1,1-1,-2 1,1-1,0-1,-1 0,0 0,0 0,-1-1,0 0,6-8,6-9,-1 0,-2-1,0-1,-2 0,0-1,-2-1,-2 0,0-1,-2 1,-1-2,3-24,-8 40,0 0,-1-1,0 1,-1 0,-1-1,0 1,-1 0,-3-11,4 19,-1 1,0 0,0-1,0 1,-1 0,1 0,-1 1,0-1,-1 1,1-1,-1 1,0 0,0 0,0 1,0-1,-1 1,0 0,1 0,-1 0,0 1,0 0,-1 0,-2-1,0 1,0 0,0 1,0 1,1-1,-1 1,0 0,0 1,0 0,0 0,0 1,1 0,-1 0,1 0,-1 1,1 1,0-1,0 1,1 0,-1 1,1-1,0 1,0 1,0-1,1 1,-1 0,2 0,-1 1,1-1,0 1,0 0,0 0,1 0,1 1,-1-1,1 1,0 0,1-1,-1 3,4 12,1 0,1 0,0 0,2-1,1 0,0 0,1 0,2-1,0-1,1 1,1-2,0 0,13 13,-9-7,-14-21,15 20,-1 1,0 1,-2 0,-1 1,-1 0,-1 1,-2 1,0-1,2 19,-5 22,-3-42</inkml:trace>
  <inkml:trace contextRef="#ctx0" brushRef="#br0" timeOffset="16229.412">3265 1151,'91'-283,"-71"240,-20 43,1 0,-1 0,1 0,0 0,-1 0,1 0,-1 0,1 0,-1 0,1 0,-1 1,1-1,-1 0,1 0,-1 0,1 1,-1-1,1 0,-1 1,1-1,-1 0,0 1,1-1,-1 1,0-1,1 0,-1 1,0-1,1 1,-1-1,0 1,0-1,1 1,-1-1,0 1,0-1,0 1,0-1,0 1,0 0,0-1,0 1,0-1,0 1,0 0,9 38,-2 1,-2 0,-2 1,-1 0,2 15,12 175,-14-192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45:53.46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1431,'7'14,"4"11,3 10,-1 9,-3 5,-3 4,-5 2,-5 1,-9-3,-7-5,0-11</inkml:trace>
  <inkml:trace contextRef="#ctx0" brushRef="#br0" timeOffset="562.497">213 1016,'14'-4,"-1"1,1 1,0 0,0 1,0 0,0 1,0 1,-1 0,1 1,0 1,3 0,-11-1,1 0,0 0,-1 1,0 0,0 0,1 1,-2-1,1 1,0 0,-1 1,0 0,0-1,0 2,-1-1,0 0,0 1,0 0,0 0,-1 0,0 0,0 1,-1-1,1 3,0 12,-1 0,-1 0,-1 0,-1 0,0 0,-2 0,0 0,-2 0,0-1,-1 1,-8 15,-6 34,14-52,4-12,0-1,1 1,-1 0,1-1,0 1,0 0,1 0,0 0,0-1,0 1,1 4,1-8,-1 0,1-1,0 1,-1-1,1 0,0 1,0-1,0 0,0 0,0 0,0 0,0-1,0 1,0-1,1 1,-1-1,0 0,0 1,0-1,1 0,-1-1,0 1,0 0,0-1,0 1,1-1,-1 1,0-1,0 0,0 0,0 0,0 0,-1-1,1 1,0 0,0-1,-1 1,1-1,9-6,0-1,0 0,-1 0,0-1,-1 0,0-1,-1 0,0 0,-1-1,0 0,0 0,-2-1,1 0,-2 0,1-2,5-21,-2 0,-1 0,-2-1,-1 1,-2-5,-3-40,0 81,1 0,0 0,0 1,0-1,-1 0,1 0,0 1,0-1,-1 0,1 0,0 0,-1 0,1 1,0-1,0 0,-1 0,1 0,0 0,-1 0,1 0,0 0,-1 0,1 0,0 0,-1 0,1 0,0 0,-1 0,1 0,0 0,-1 0,1-1,0 1,0 0,-1 0,1 0,0 0,0-1,-1 1,1 0,0 0,0-1,-1 1,1 0,0 0,0-1,0 1,0 0,-1 0,1-1,0 1,0 0,0-1,0 1,0 0,0-1,0 1,0 0,0-1,0 1,0 0,0-1,0 1,0 0,0-1,0 1,-11 24,6 1,1 1,0 0,2 0,2 0,0 0,1 0,2 0,0 0,2 0,7 22,-4-22,1-1,1-1,1 0,1 0,1-1,1 0,1-1,1-1,1 0,4 2,-1-3</inkml:trace>
  <inkml:trace contextRef="#ctx0" brushRef="#br0" timeOffset="826.788">481 1258,'9'0,"15"2,14 1,14 0,12-1,7-3,0-3,-5-6,-14-1</inkml:trace>
  <inkml:trace contextRef="#ctx0" brushRef="#br0" timeOffset="1067.149">1096 642,'13'21,"12"17,8 14,6 13,2 10,-2 10,-9 8,-9 3,-13 1,-15-1,-14-7,-14-9,-9-9,-7-12,-1-11,3-12,10-12</inkml:trace>
  <inkml:trace contextRef="#ctx0" brushRef="#br0" timeOffset="1746.726">1404 0,'120'175,"-19"-29,22 52,-84-129,-4 1,-3 1,-3 2,-3 1,-4 1,-2 1,-5 1,-2 0,-4 1,-3 0,-4 0,-3 1,0-48,-1 0,-2 0,-1 0,-1 0,-2-1,-1 0,-1 0,-1-1,-2-1,-1 0,-2-1,0 0,-2-1,0-1,-2-1,-1-1,-1 0,0-2,-2-1,-1 0,-12 6,-57 22,122-66,-10 8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45:52.18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351 0,'-13'0,"-1"1,1 0,0 0,0 2,0 0,0 0,0 1,1 0,0 2,-1-1,2 1,-1 1,1 0,0 1,0 0,1 0,0 1,1 0,0 1,0 0,1 1,1 0,-1 0,2 0,-1 3,-4 7,0 0,2 0,1 1,1 0,0 1,2 0,1 0,0 0,2 0,1 0,0 1,2-1,1 0,1 1,0-1,2 0,1-1,1 1,0-1,2-1,1 1,0-1,2-1,0 0,7 7,1-3,1-1,1 0,1-2,1-1,1 0,1-2,15 8,-1-4</inkml:trace>
  <inkml:trace contextRef="#ctx0" brushRef="#br0" timeOffset="729.104">645 361,'-14'4,"0"0,0 1,1 1,0 0,0 1,0 1,1 0,0 0,1 1,-1 1,2 0,0 0,0 1,0 0,2 1,-1 0,2 0,-1 1,2 0,0 0,0 1,1-1,1 1,0 1,1-1,0 5,2-15,0 0,1 1,-1-1,1 0,0 1,0-1,0 1,0-1,1 0,0 1,0-1,0 0,1 1,-1-1,1 0,0 0,0 0,0 0,1-1,-1 1,1-1,0 1,0-1,0 0,0 0,1 0,-1-1,1 1,0-1,0 0,0 0,0 0,0 0,0-1,0 1,1-1,-1 0,4 0,4-2,1 0,0-1,-1 0,1-1,-1 0,0-1,0-1,0 0,0 0,-1-1,0-1,0 0,-1 0,0-1,0 0,-1-1,0 0,0-1,-1 0,0 0,-1 0,0-1,-1 0,0-1,-1 0,0 1,2-11,0 5,-2-1,0 0,-1 0,0-1,-2 1,0-1,-1 1,-1-1,-1 0,-1 1,0-1,-1 1,-1 0,-1-1,-1 2,0-1,-3-4,5 16,0 0,-1 1,1-1,-1 1,0 0,0 0,-1 1,1 0,-1-1,0 2,0-1,0 1,-6-2,9 3,0 1,0 0,0 0,0 0,0 1,0-1,-1 1,1 0,0 0,0 0,0 0,-1 0,1 1,0-1,0 1,0 0,0 0,0 0,0 0,0 0,0 1,0 0,1-1,-1 1,0 0,1 0,0 1,-1-1,1 0,-1 3,-2 5,1 1,0-1,1 1,0 0,0 1,1-1,1 0,0 1,1-1,0 1,0-1,2 0,-1 1,1-1,1 0,0 0,0 0,1 0,1-1,2 4,29 64,4-2,3-1,19 21,-39-60,66 90,-76-112</inkml:trace>
  <inkml:trace contextRef="#ctx0" brushRef="#br0" timeOffset="1050.458">1006 762,'-2'5,"1"-1,0 1,-1 0,2 0,-1 0,1-1,0 1,0 0,0 0,0 0,1 0,0 0,0-1,0 1,1 0,-1-1,1 1,1-1,-1 1,0-1,1 0,0 0,0 0,0-1,0 1,1-1,-1 1,1-1,0 0,0-1,0 1,1-1,-1 1,3 0,0-1,1-1,-1 0,0 0,1-1,-1 0,0 0,1 0,-1-1,0 0,0-1,0 0,0 0,0 0,0-1,0 0,2-2,-5 3,0 0,-1 0,1 0,-1-1,0 0,0 1,0-1,0 0,0-1,-1 1,1 0,-1-1,0 0,0 1,0-1,-1 0,1 0,-1 0,0 0,0 0,0 0,-1 0,1 0,-1-1,0 1,0 0,-1 0,1 0,-1-1,0-2,-1-1,0 1,-1 0,1 0,-1 1,-1-1,1 1,-1-1,0 1,-1 0,1 1,-1-1,0 1,-1 0,1 0,-1 0,0 1,0 0,-6-3,10 7,-1-1,0 1,0-1,0 1,1 0,-1 0,0 1,0-1,0 0,1 1,-1 0,0-1,1 1,-1 0,0 1,1-1,-1 0,1 1,0-1,-1 1,1 0,0 0,0 0,0 0,0 0,1 0,-1 0,0 1,1-1,0 1,-1-1,1 1,0-1,0 1,1 0,-1 0,1-1,-1 1,1 0,0 0,0 0,0-1,0 1,0 0,1 0,-1-1,1 1,0 0,0 0,0 0,9 22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45:50.63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26,'16'12,"12"7,6 9,3 5,3 5,2 4,-1 2,1 3,-3 0,-5-1,-7-2,-5-3,-7-7,-6-7,-4-8</inkml:trace>
  <inkml:trace contextRef="#ctx0" brushRef="#br0" timeOffset="268.282">415 0,'-18'11,"-11"11,-7 9,-2 7,-1 7,1 7,3 6,2 5,5 0,5-1,7-11</inkml:trace>
  <inkml:trace contextRef="#ctx0" brushRef="#br0" timeOffset="639.289">576 241,'-7'14,"1"1,1 1,1-1,0 1,0 0,2-1,0 1,1 1,1-1,0 0,1 0,0-11,-1-1,1 0,1 1,-1-1,1 0,-1 0,1 0,0 0,1 0,-1 0,1-1,-1 1,1-1,0 1,1-1,-1 0,0-1,1 1,0 0,-1-1,1 0,0 0,0 0,0 0,1-1,-1 1,0-1,1 0,2 0,1 0,1-1,0 1,-1-2,1 1,-1-1,1 0,-1-1,0 0,1 0,-1-1,0 0,0 0,-1-1,1 0,1-1,-1-1,-1 0,0 0,0 0,-1-1,0 0,0 0,0-1,-1 1,0-1,-1-1,0 1,0 0,-1-1,0 0,0 0,-1 0,0 0,-1 0,0-1,0-7,-1 10,0 0,0 0,0 0,-1 0,-1 0,1 1,-1-1,0 0,0 1,-1-1,0 1,0 0,-1 0,1 0,-1 1,-1-1,1 1,-1 0,0 0,0 0,0 1,-1 0,1 0,-1 0,0 0,0 1,-1 0,0 0,1 1,0 0,0 0,0 0,0 1,0 0,0 0,-1 0,1 1,0 0,-1 0,1 0,0 1,0 0,-1 0,1 1,0 0,0 0,0 0,1 1,-1 0,1 0,-1 0,1 1,0 0,0 0,0 0,1 0,0 1,-1 0,1 0,1 0,-1 0,1 1,0-1,0 1,0 3,1-1,0-1,1 1,0 0,0-1,1 1,0 0,0 0,1-1,0 1,0 1,9 29</inkml:trace>
  <inkml:trace contextRef="#ctx0" brushRef="#br0" timeOffset="1210.797">1124 93,'-13'27,"1"1,2 0,0 0,2 1,2 0,0 1,2 0,1-1,2 1,1 0,1 0,1 0,2 0,4 13,-4-35,-3-35,-1 20,13-423,-13 421,-1 7,0 0,1-1,-1 1,1 0,-1-1,1 1,0 0,0-1,0 1,1 0,-1 0,0-1,1 1,0 0,-1 0,1-1,0 1,0 0,0 0,0 0,1 0,-1 0,0 0,1 1,0-1,-1 0,1 1,0-1,0 1,0 0,0-1,0 1,0 0,0 0,0 0,2 0,14 3,0 0,1 1,-2 1,1 1,0 0,-1 1,15 8,-21-9,9 2,-3-1,1 0,-1 1,-1 0,1 2,-1 0,-1 1,0 0,0 1,-1 1,0 1,-1 0,-11-11,-1 0,0 0,1 0,-1 0,0 0,0 0,0 0,-1 1,1-1,0 0,-1 1,0-1,1 0,-1 1,0-1,0 0,0 1,-1-1,1 0,0 1,-1-1,0 0,1 0,-1 1,0-1,0 0,0 0,-1 0,1 0,0 0,-1 0,1-1,-1 1,0 0,0-1,1 1,-78 47,72-45,-33 15,-66 42,104-60,-1 1,1-1,0 1,1 0,-1-1,0 1,0 0,1 0,-1 0,1 0,-1 1,1-1,0 0,0 0,0 1,0-1,1 1,-1-1,1 1,-1-1,1 1,0-1,0 1,0-1,0 1,0-1,1 1,-1-1,1 1,-1-1,1 1,0-1,0 0,0 1,1-1,-1 0,0 0,1 0,-1 0,1 0,0 0,0 0,0-1,12 10,2-1,-1-1,1-1,1 0,0-1,0-1,0-1,0 0,1-1,0-1,5 0,45 6,-5-2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45:56.93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46,'2'99,"-1"-95,0 0,1-1,-1 1,1 0,-1-1,1 0,0 1,1-1,-1 0,0 0,1 0,0-1,-1 1,1-1,0 1,0-1,1 0,-1 0,0 0,1-1,-1 1,1-1,0 0,2 1,2-1,-1 0,1 0,0-1,-1 0,1-1,0 0,-1 0,1 0,-1-1,0 0,1-1,-1 0,0 0,0 0,-1-1,1 0,-1 0,0-1,0 0,0 0,0 0,-1-1,0 1,0-1,-1 0,1-1,-1 1,-1-1,1 0,-1 0,2-7,-5 11,1 0,-1 0,0 0,0 0,0 0,0 0,0 0,-1 0,1 1,-1-1,0 0,0 0,0 0,0 0,0 1,-1-1,1 1,-1-1,0 1,0-1,0 1,0 0,0 0,0 0,0 0,-1 0,1 0,-1 1,1-1,-1 1,0 0,0 0,1 0,-3 0,-1-2,-1 1,-1 1,1-1,0 1,0 1,0-1,-1 1,1 0,0 1,-1 0,1 0,0 0,-6 3,8-2,-1 0,1 0,-1 0,1 1,0 0,0 0,1 0,-1 1,1-1,-1 1,1 0,0 1,1-1,-1 1,1-1,0 1,0 0,0 0,1 0,-1 1,1-1,0 1,1-1,0 1,0 0,0-1,0 1,1 0,0 0,0-1,1 1,-1 0,1 0,1-1,-1 1,1-1,13 17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45:57.17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1,'19'4,"16"2,15 0,9-1,5 1,-5 1,-10 2,-13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45:57.34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36,'16'3,"14"0,14-3,12-3,9-3,2-4,-1-2,-13 2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45:56.23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54 0,'0'25,"0"24,0 20,0 11,0 7,0 1,0-5,-2-7,-3-10,-1-14,1-16</inkml:trace>
  <inkml:trace contextRef="#ctx0" brushRef="#br0" timeOffset="352.047">0 94,'46'75,"3"-2,3-2,3-2,50 47,-74-84,-3-5,-2 1,-2 2,0 0,-2 1,14 27,-34-54,1 0,-1 1,0-1,0 1,0-1,-1 1,0 0,0 0,0 0,0 0,-1 0,0 0,0-1,0 1,-1 0,1 0,-1 0,0 0,-1 0,1-1,-1 1,0 0,0-1,0 0,-1 1,0-1,1 0,-2 0,1 0,0-1,-1 1,1-1,-3 1,-8 3,0 0,0-1,0-1,-1 0,0-1,0-1,0-1,-1 0,1 0,0-2,-1 0,1 0,-1-2,1 0,-14-4,12 4,-1-2,2 0,-1 0,0-2,1 0,0-1,-13-8,30 16,-1-1,0 0,0 0,1 0,-1 0,0 0,1 0,-1 0,0 0,0 0,1-1,-1 1,0 0,1 0,-1 0,0 0,0 0,1 0,-1-1,0 1,0 0,0 0,1 0,-1-1,0 1,0 0,0 0,1 0,-1-1,0 1,0 0,0 0,0-1,0 1,0 0,0-1,0 1,1 0,-1 0,0-1,0 1,0 0,0-1,-1 1,1 0,0 0,0-1,0 1,0 0,0-1,0 1,0 0,0 0,-1-1,1 1,0 0,0 0,0 0,0-1,-1 1,1 0,0 0,0 0,-1-1,1 1,0 0,0 0,-1 0,1 0,0 0,25-4,-24 4,33-1,2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46:03.91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 41,'-2'-3,"1"0,8 0,14 1,15 1,17 0,17-2,16-3,9 1,2 0,-7 1,-14 1,-17 2,-20 5,-20 4,-13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46:03.01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391 120,'-10'-2,"-1"0,0 1,0 0,1 0,-1 1,0 1,0 0,0 0,0 1,1 0,-1 1,1 1,0-1,0 1,0 1,0 0,1 1,-1-1,1 2,1-1,-2 2,-6 9,0 1,1 0,0 0,2 2,0 0,1 0,1 1,1 0,1 1,1 0,1 1,1 0,1 0,1 0,1 0,1 1,1-1,1 12,0-26,0 1,1-1,0 1,0-1,1 0,0 0,1 1,0-1,0-1,1 1,0 0,1-1,-1 0,2 0,-1 0,1-1,0 0,1 0,0 0,0-1,8 6,-12-11,1 1,0-1,0 0,0 0,0 0,0-1,0 1,0-1,0 0,0 0,0 0,0-1,0 1,0-1,0 0,0 0,-1-1,1 1,0-1,-1 0,1 0,-1 0,1 0,-1 0,0-1,0 0,0 1,1-3,71-92,-55 59,-1-2,-2 0,-1-1,-3 0,-1-1,-2-1,-2 0,-2 0,-1-6,-4 32,0-1,-1 1,-1-1,-1 1,0 0,-1-1,-4-11,6 24,-1 1,1-1,-1 1,0 0,0-1,0 1,0 0,-1 0,0 0,0 1,0-1,0 1,0 0,-1-1,0 1,0 1,1-1,-1 0,-1 1,1 0,0 0,-1 0,1 1,0 0,-1-1,0 1,1 1,-1-1,0 1,-2 0,-3 2,0 0,-1 1,1 1,1 0,-1 0,0 1,1 0,0 0,0 1,1 1,0-1,0 1,0 0,1 1,0 0,0 0,1 1,0 0,1 0,0 0,0 1,1-1,0 1,1 0,0 0,0 1,0 7,0-2,2-1,0 0,0 1,2-1,0 1,0-1,2 0,0 1,0-1,2-1,0 1,0-1,2 1,-1-2,4 5,20 31,2-1,1-2,22 20,-35-41,117 175,-135-197,-2-2,1 0,-1 1,1-1,0 0,-1 0,1 0,0 0,0 0,0 0,0 0,0 0,0 0,0 0,0 0,0 0,0-1,0 1,0 0,1-1,-1 1,0-1,0 0,1 1,-1-1,0 0,2 0,6-3</inkml:trace>
  <inkml:trace contextRef="#ctx0" brushRef="#br0" timeOffset="342.587">619 815,'1'10,"1"-1,0 1,0-1,1 0,0 0,0 0,1 0,1-1,-1 0,1 1,1-2,0 1,0-1,0 1,1-2,0 1,0-1,0 0,1 0,0-1,0 0,1-1,-1 0,1 0,0-1,0 0,0 0,1-1,7 1,-10-2,0 1,0-1,0-1,0 1,1-1,-1-1,0 1,0-1,0 0,0-1,0 0,0 0,-1 0,1-1,0 0,-1-1,0 1,0-1,0 0,0 0,-1-1,1 0,-1 0,-1 0,1-1,-1 1,0-1,0 0,0 0,-1-1,0 1,0-1,-1 0,1 1,-2-1,1 0,-1 0,0 0,0-1,-1 1,0-4,-2 2,0 1,-1-1,1 1,-2 0,1 0,-1 0,-1 1,1-1,-1 1,-1 0,1 0,-1 1,0 0,0 0,-1 0,0 1,-7-5,9 7,0 0,0 0,0 1,0 0,0 0,-1 0,1 0,-1 1,1 0,-1 0,0 0,1 1,-1 0,0 0,1 1,-1-1,0 1,1 0,-1 1,1-1,0 1,-1 0,1 1,0-1,0 1,0 0,-4 3,-2 5,0 0,0 1,1 0,0 1,1 0,0 0,2 1,-1 0,-3 11,-3 6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46:04.79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32,'5'5,"6"6,7 7,9 9,5 3,5 4,3 0,1 2,0-3,1-6,-3-6,-1-8,-7-5</inkml:trace>
  <inkml:trace contextRef="#ctx0" brushRef="#br0" timeOffset="449.795">682 32,'14'-32,"-33"49,-14 17,19-22,1 1,0 0,0 0,2 2,-1-1,2 1,0 1,1 0,1 0,0 1,1 0,1 0,1 1,0 0,1 0,0 4,20 189,-14-153,4-1,1 0,4-1,1 0,3 0,7 10,1-26,-17-38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46:07.59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195 286,'-16'14,"1"1,0 1,2 0,-1 1,2 0,1 1,0 1,1 0,1 0,0 1,2 0,-4 18,1-10,2 0,1 1,1 0,1 0,2 0,1 1,2 26,-1-52,1 0,0 0,0 0,1 1,-1-1,1 0,0 0,0 0,0 0,1 0,-1 0,1-1,0 1,0 0,0-1,1 1,-1-1,1 0,0 0,0 0,0 0,0 0,0-1,0 1,1-1,0 0,-1 0,1 0,0-1,0 1,0-1,0 0,1 0,6-3,0-1,1 0,-1-1,-1-1,1 1,-1-2,0 1,0-1,0-1,-1 0,0 0,0-1,-1 0,0-1,0 1,-1-2,2-2,13-15,-2 0,0-2,-2 0,-1-1,-2-1,0 0,-2-1,-2 0,-1-1,-1-1,-2 1,-1-1,-2 0,-2-1,-1-32,-1 56,0 1,-1 0,0-1,-1 1,0 0,0 0,-1 0,-1 0,0 1,0-1,-1 1,0 0,0 0,-1 1,0 0,-1 0,1 0,-2 1,1 0,-1 0,0 1,-1 0,1 0,-1 1,0 0,-1 0,1 1,-1 1,1-1,-1 2,0-1,-1 1,-3 0,7 2,0 0,0 1,1-1,-1 1,1 1,-1-1,1 1,-1 0,1 0,0 1,0 0,0 0,0 1,1-1,-1 1,1 0,0 1,0-1,0 1,1 0,-1 0,1 1,1-1,-1 1,1 0,0 0,0 0,0 0,-2 18,1 1,1-1,1 0,0 1,2-1,2 1,0-1,1 1,1-1,1 0,2 0,0-1,2 0,0 0,1-1,12 17,10 26,3-1,2-3,3 0,22 21,-58-75,1 0,0 0,0 0,1 0,0-1,0 0,0 0,1 0,0-1,0 0,1-1,-1 0,1 0,0 0,0-1,0 0,0 0,1-1,-1-1,1 1,-1-1,1 0,0-1,-1 0,1-1,0 0,3 0,1-6,1 0,-1-1,0 0,-1-1,0 0,0-1,-1 0,0-1,-1 0,-1-1,7-9,6 2,-11 38,-12-11,1-1,0 1,1-1,-1 1,1-1,1 0,-1 0,1 1,0-1,1 0,0 0,0-1,1 1,-1-1,1 1,1-1,-1 0,1-1,0 1,0-1,2 1,0-2,0-1,1 1,-1-1,1 0,0-1,0 0,0 0,0-1,0 0,0 0,0-1,0 0,0-1,0 1,0-2,1 1,-2-1,1 0,0-1,0 0,-1 0,1 0,-1-1,0 0,0-1,-1 1,1-2,-1 1,0 0,0-1,-1 0,0-1,0 1,0-1,-1 0,0 0,0 0,-1-1,0 1,0-1,-1 0,0 0,0 0,-1 0,0 0,0 0,-1 0,0 0,0 0,-1 0,0 0,-1 0,0 0,-2-7,1 9,0 1,0-1,0 0,-1 1,0 0,0 0,-1 0,1 0,-1 0,0 1,0 0,-1 0,1 1,-1-1,0 1,0 1,0-1,0 1,0 0,-1 0,1 0,-1 1,1 0,-1 1,-3-1,-3 1,1 1,-1 0,0 0,1 1,-1 1,1 0,-1 1,1 0,0 1,1 0,-1 1,-7 5,-57 54,52-35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46:07.84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69 11,'-16'0,"-10"-5,0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46:09.20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573 114,'-1'-6,"0"0,-1 0,0 1,0-1,0 0,-1 1,0-1,0 1,0 0,0 0,-1 0,0 0,0 1,-1 0,1-1,-1 2,0-1,0 0,0 1,0 0,0 0,-1 1,0-1,1 1,-4 0,-6 4,0 0,1 1,-1 1,1 1,0 0,0 1,1 0,-1 1,1 1,1 0,0 0,0 1,0 1,1 0,1 1,-9 11,-6 3,1 2,2 1,1 1,1 0,1 2,2 0,1 1,1 1,2 0,2 1,1 1,1-1,2 1,1 1,2-1,2 1,1 0,2 0,1-1,2 1,1-1,2 0,5 13,18 32,3-2,4-2,36 55,-38-73,-2 2,-3 2,-3 1,-2 0,-3 2,2 21,-18-60,-2 1,-1 0,-1 0,-1 1,-1-1,-2 0,-1 0,0 0,-3 0,0 0,-1-1,-2 0,0-1,-2 0,-1 0,-1-1,-10 14,-97 105,118-140,-1 0,1 0,0 0,0 0,0 0,1 0,-1 0,1 0,0 1,0-1,0 1,0-1,0 1,1-1,0 1,-1-1,1 1,1 0,-1-1,0 1,1-1,0 1,0-1,0 1,0-1,1 0,-1 0,1 1,0-1,-1 0,2 0,0 1,15 22,-2 0,0 1,-2 1,-1 1,-1 0,-1 0,4 21,-11-9,-2 0,-2 1,-1-1,-2 0,-2 0,-1 0,-3-1,-1 0,-2 0,-13 28,9-17,-13 48,5 0,4 2,4 0,-2 101,14-139,2 0,4 0,2 0,2-1,4 1,2-2,2 1,4-2,2 0,3-1,7 10,-28-66,0 4,1 0,1 0,-1-1,1 1,0-1,1 0,-1 0,1 0,0-1,1 1,0-1,-1-1,1 1,1-1,-1 0,1 0,-1-1,1 0,4 1,-8-4,0-1,0 0,0 0,0 0,0 0,0 0,0-1,0 1,-1-1,1 1,0-1,-1 0,0 0,1-1,-1 1,0 0,0-1,0 1,0-1,-1 0,1 0,-1 1,0-1,1 0,-1 0,-1 0,1 0,0-1,-1 1,1 0,-1-1,-20-19,0 16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46:06.44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276 361,'-19'5,"0"1,0 1,1 1,0 0,1 1,0 1,0 1,1 0,0 1,1 1,1 1,0 0,1 0,-9 13,19-23,1 0,-1 0,1 1,0-1,0 1,0 0,1 0,-1-1,1 1,1 0,-1 0,0 0,1 0,0 0,1 0,-1 0,1 0,0 0,0 0,0 0,1 0,-1 0,1-1,0 1,1-1,-1 1,1-1,0 0,0 0,0 0,1-1,-1 1,1-1,0 1,0-1,0 0,3 1,0-1,0 0,1 0,-1 0,1-1,0 0,0 0,-1-1,1 0,0 0,0-1,0 0,0 0,0-1,0 0,0 0,0-1,-1 0,1-1,-1 0,1 0,-1 0,6-4,3-2,-1-1,0 0,-1-1,0 0,0-1,-2-1,1 0,-2 0,0-1,3-5,-4 1,0 1,-2-1,0 0,-1-1,0 0,-2 0,0 0,-2-1,0 1,-1-1,0 0,-2 0,-2-16,1 22,0 1,-1-1,-1 1,0 0,-1 0,0 0,-1 1,-1-1,0 1,0 0,-1 1,-1 0,0 0,0 0,-1 1,-1 0,1 1,-1 0,-1 1,-8-5,15 9,-1 1,-1-1,1 1,0 1,-1-1,0 1,1 0,-1 0,0 1,0-1,0 1,0 1,0-1,0 1,0 0,0 0,0 1,0 0,0 0,0 0,0 1,0 0,0 0,1 0,-1 1,1 0,0 0,0 0,0 1,0 0,0 0,1 0,0 0,0 1,0-1,-2 4,1 1,0 1,1-1,0 1,1 0,0 0,0 0,1 1,1-1,0 1,0-1,1 1,0-1,1 1,0-1,0 1,1-1,1 0,0 1,0-1,1-1,2 5,12 22,1-1,1-2,2 0,2-1,2 1,-5-11,-2 1,0 1,-2 1,0 0,-2 1,-1 1,-1 0,-1 1,-2 0,-1 1,-1 0,-1 0,-1 1,-1 9,-6-14</inkml:trace>
  <inkml:trace contextRef="#ctx0" brushRef="#br0" timeOffset="271.274">730 695,'-4'16,"-2"12,0 10,2 6,3 2,4 0,6-3,4-5,0-8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46:05.79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0,'14'3,"11"0,12-1,10 1,8-2,6 0,-1 0,-3-1,-6 0,-7 0,-13 0</inkml:trace>
  <inkml:trace contextRef="#ctx0" brushRef="#br0" timeOffset="194.471">93 160,'9'16,"13"5,17 0,19-5,20-7,14-9,11-10,-13-2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48:24.92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55 903,'25'440,"4"436,-24-700,19 96,-14 8,-6-72,20 60,-25 40,4-278,3-38,-3-7</inkml:trace>
  <inkml:trace contextRef="#ctx0" brushRef="#br0" timeOffset="1">82 1031,'0'-70,"-3"-1,-10-41,-47-391,59 495,0 7,1 0,-1-1,0 1,1-1,-1 1,1-1,0 1,0-1,-1 0,1 1,0-1,0 1,0-1,1 0,-1 1,0-1,0 1,1-1,-1 1,1-1,0 1,-1-1,1 1,0 0,0-1,0 1,0 0,0 0,0-1,0 1,1 0,-1 0,0 0,1 0,-1 1,1-1,-1 0,1 0,-1 1,1-1,-1 1,1 0,158 4,264-40,-409 36,508-28,-380 12,124-13,22 11,334-16,-272 15,64-18,-413 37,-1 0,1-1,-1 1,1 0,-1 0,1 1,-1-1,1 0,-1 0,0 1,1-1,-1 1,1-1,-1 1,0-1,1 1,-1 0,0 0,0 0,0-1,0 1,1 0,-1 1,0-1,-1 0,1 0,0 0,0 0,0 1,-1-1,1 0,-1 1,1-1,-1 0,0 1,1-1,-1 1,0-1,0 0,0 1,0-1,0 1,0 0,-16 202,26 267,-7 51,3-431,4 0,12 41,-10-65,-1 29,-3 1,-6 12,11 129,10-56,-2-21,-2 116,-14-161,6 0,9 26,40 508,17 46,-68-590,7 7,-7-101,-2-33,-3-3</inkml:trace>
  <inkml:trace contextRef="#ctx0" brushRef="#br0" timeOffset="2">229 3580,'-14'36,"1"1,3 1,0 0,3 1,1-1,3 1,0 0,4 30,-2-44,0 562,1-585,-1-1,1 1,0-1,0 1,-1 0,1-1,0 1,0-1,1 1,-1 0,0-1,0 1,1-1,-1 1,1-1,0 1,-1-1,1 1,0-1,0 1,0-1,0 0,0 1,0-1,0 0,0 0,1 0,-1 0,0 0,1 0,-1 0,1-1,-1 1,1 0,-1-1,1 1,0-1,-1 0,1 1,0-1,-1 0,1 0,1 0,46 3,0 3,-1 1,0 2,19 8,134 21,-80-31,115-8,437-43,-584 36,223-6,74 14,-152 1,262-1,-307 27,-10-27,-176 0</inkml:trace>
  <inkml:trace contextRef="#ctx0" brushRef="#br0" timeOffset="3">577 941,'-5'-11,"-1"-1,1 9,0 18,2 20,1 22,1 17,0 11,1 5,0-3,1-7,-1-11,0-14,0-24,0-17</inkml:trace>
  <inkml:trace contextRef="#ctx0" brushRef="#br0" timeOffset="4">497 1057,'-30'-142,"30"142,-1-1,1 0,-1 0,1 1,-1-1,1 0,0 0,-1 0,1 1,0-1,0 0,0 0,-1 0,1 0,0 0,0 0,0 1,0-1,1 0,-1 0,0 0,0 0,1 0,-1 1,0-1,1 0,-1 0,1 0,-1 1,1-1,-1 0,1 1,-1-1,1 0,0 1,-1-1,1 1,0-1,0 1,-1-1,1 1,0-1,0 1,0 0,0 0,0-1,-1 1,1 0,0 0,0 0,0 0,0 0,0 0,0 0,0 0,0 0,0 0,0 1,12 4,1 1,-1 1,0 0,0 0,-1 2,0-1,-1 1,6 7,12 9,-1 1,-2 1,-1 1,-1 1,-2 2,-1 0,-1 1,-2 0,-2 2,-1 0,-1 1,-2 0,2 16,-10-33,-1 0,-1 1,0-1,-2 1,0-1,-1 1,-2 1,3-14,-1 0,0-1,-1 1,1-1,-1 1,0-1,-1 0,1 0,-1 0,0 0,0 0,-1 0,1-1,-1 0,0 0,-1 0,1 0,-1 0,1-1,-1 0,0 0,-1 0,1 0,-5 1,-8 0,0 0,0-2,0 0,0 0,0-2,-1 0,-17-3,16 1,0 2,-1 0,1 0,0 2,-1 1,0 0,-5 5</inkml:trace>
  <inkml:trace contextRef="#ctx0" brushRef="#br0" timeOffset="5">162 2589,'74'18,"-50"-12,1 1,-1 1,-1 1,1 2,-2 0,1 1,4 4,-18-10,-1 0,1 0,-1 1,0 0,-1 1,1 0,-2 0,1 0,-1 1,-1 0,1 0,-1 0,-1 1,0-1,-1 1,0 0,0 0,0 3,-2-7,-1 0,0 0,0 0,0 0,-1 0,0 0,0 0,0 0,-1 0,0 0,0-1,-1 1,0-1,0 0,0 1,0-1,-1 0,0-1,0 1,0-1,-1 0,1 0,-1 0,0 0,0-1,-4 2,-9 5,0-1,-1-1,0-1,-1 0,1-1,-1-1,-10 1,-90 22,104-22</inkml:trace>
  <inkml:trace contextRef="#ctx0" brushRef="#br0" timeOffset="6">978 2602,'-1'0,"1"0,-1 0,0 0,1 0,-1 0,1-1,-1 1,1 0,-1 0,0 0,1-1,-1 1,1 0,-1 0,1-1,-1 1,1 0,0-1,-1 1,1-1,-1 1,1-1,0 1,-1 0,1-1,0 1,0-1,-1 1,1-1,0 0,0 1,0-1,0 1,0-1,-1 1,1-1,0 1,0-1,1 0,-1 1,0-1,0 1,0-1,0 1,0-1,1 1,-1-1,-1-5,0 3,0 0,0 0,-1 1,1-1,-1 0,0 1,0-1,0 1,0-1,0 1,-1 0,1 0,-1 0,1 0,-1 1,0-1,0 1,0-1,0 1,0 0,0 0,0 0,0 0,0 1,0-1,-1 1,1 0,0 0,-4-1,1 1,-1 0,1 0,0 1,-1 0,1 0,0 0,0 1,-1 0,1 0,0 1,1-1,-6 4,4 0,0 0,0 0,1 1,-1-1,2 1,-1 1,1-1,0 1,1 0,0 0,0 0,1 0,0 1,0-1,0 6,-12 134,14-141,1 0,0 0,0 0,0 0,1-1,0 1,0 0,1 0,0 0,0-1,0 1,1-1,0 0,1 1,-1-1,1-1,0 1,1 0,0-1,-1 0,2 0,-1-1,1 1,-1-1,4 2,5-3,0 0,0-1,0 0,0-1,0-1,1 0,-1-1,0 0,0-1,0-1,0 0,0-1,-1 0,0-1,0-1,4-2,81-40,-62 25</inkml:trace>
  <inkml:trace contextRef="#ctx0" brushRef="#br0" timeOffset="7">1312 2525,'-8'11,"3"147,5-135,-2 8,2-1,2 1,1 0,1-1,2 0,1 0,4 9,-3-21</inkml:trace>
  <inkml:trace contextRef="#ctx0" brushRef="#br0" timeOffset="8">1620 2499,'-12'21,"-1"-1,0 0,-1 0,-2-2,0 1,-1-2,0 0,-1-1,-2-1,1-1,-2 0,0-2,0 0,-1-1,-1-1,-9 2,16-5,16-6,0 0,0 0,1 0,-1-1,0 1,1 0,-1 0,1 0,-1-1,1 1,-1 0,1-1,-1 1,1 0,0-1,-1 1,1-1,0 1,-1-1,1 1,0-1,0 0,0 1,-1-1,1 0,0 0,0 1,0-1,0 0,0 0,0 0,-1 0,1 0,0 0,0 0,1 0,0 0,261 85,-224-71,0-3,1 0,0-3,0-1,1-2,35-1,-36-5</inkml:trace>
  <inkml:trace contextRef="#ctx0" brushRef="#br0" timeOffset="9">2475 1006,'-15'16,"0"2,1-1,1 1,0 1,2 1,0-1,1 2,1-1,1 1,1 0,1 1,1 3,3-20,0 0,1 0,0 1,0-1,1 0,-1 1,1-1,0 1,1-1,-1 0,1 1,0-1,1 0,-1 0,1 0,0 0,1 0,-1 0,1 0,0-1,0 1,0-1,1 0,-1 0,1 0,0 0,1 0,-1-1,0 0,1 0,0 0,0-1,1 1,1-1,-1-1,2 0,-1 0,0 0,0-1,0 0,0 0,0-1,0 0,0 0,0-1,0 0,0 0,0 0,-1-1,1 0,-1 0,0-1,3-1,9-7,-1 0,0-1,-1-1,-1 0,0-1,-1 0,4-6,-1-1,-1-1,-1 0,-1 0,-1-2,-2 1,0-2,-2 1,0-1,-2-1,-1 1,-2-1,1-7,-4 27,0 1,0-1,-1 0,1 0,-2 1,1-1,-1 0,0 1,0-1,-1 0,0 1,0-1,0 1,-1 0,0 0,-1 0,1 0,-1 0,0 1,0 0,-1-1,0 2,0-1,0 0,-1 1,1 0,-1 0,0 1,0-1,-1 1,1 1,0-1,-1 1,0 0,-6-1,5 3,0 0,0 1,0 0,1 0,-1 1,0 0,1 0,-1 0,1 1,-1 0,1 1,0 0,1 0,-1 0,1 0,0 1,0 0,0 1,1-1,0 1,0 0,0 0,-1 4,-1 0,1 0,0 1,1 0,0 0,1 0,0 0,1 1,0 0,1-1,1 1,-1 0,2 0,0 0,1 9,7 9,0 0,3-1,0 0,2 0,1-1,1-1,2 0,1-1,19 22,-13-15,6 9,-1 1,-3 1,-1 1,-3 2,-2 0,6 22,-10-7</inkml:trace>
  <inkml:trace contextRef="#ctx0" brushRef="#br0" timeOffset="10">2930 3181,'-11'-79,"10"76,0 0,0 1,0-1,-1 1,0-1,1 1,-1 0,0 0,0 0,0 0,0 0,-1 0,1 0,0 1,-1-1,0 1,1 0,-1-1,0 1,1 0,-1 1,0-1,0 0,0 1,0-1,0 1,0 0,-10 1,0 1,1 0,-1 1,0 0,1 0,0 2,0-1,0 2,0-1,1 2,0-1,0 1,1 1,0 0,1 0,-1 1,-3 6,-1-1,0 0,2 2,0 0,1 0,0 1,1 0,1 0,1 1,1 0,1 1,0 0,1 0,1 0,1 0,1 1,1-1,1 8,0-22,0 0,0-1,1 1,0 0,0 0,0-1,1 1,-1-1,1 1,0-1,1 0,-1 1,1-1,0-1,0 1,0 0,0 0,1-1,0 0,-1 0,1 0,0 0,1-1,-1 1,0-1,1 0,-1 0,1 0,0-1,0 0,0 0,-1 0,1 0,0-1,0 0,0 0,0 0,0 0,0-1,0 0,1 0,10-6,0 0,0-1,-1-1,0 0,-1-1,0 0,-1-1,0-1,0 0,-1-1,-1 0,-1 0,0-1,0-1,-2 0,0 0,3-9,4-2,-2-2,-1 0,-1 0,-2-1,0 0,-2 0,-2-1,-1 0,-1 0,-2 0,0 0,-3-8,1 31,-1-1,0 1,0-1,0 1,-1 0,0 0,0 0,-1 0,0 0,0 1,-4-4,7 8,-1 0,0 0,0 0,0 1,0-1,0 0,0 1,-1-1,1 1,-1 0,1 0,-1 0,1 0,-1 0,1 0,-1 1,0-1,0 1,1 0,-1 0,0 0,1 0,-1 0,0 1,0-1,1 1,-1-1,0 1,1 0,-1 0,1 0,-1 0,1 1,-2 0,-5 6,0 0,1 1,-1 0,2 0,0 1,0 0,1 0,0 0,0 1,1 0,1 0,0 0,1 0,0 1,0-1,2 1,-1 0,2 0,0 5,1 13,2-1,1 0,2 0,1 0,1-1,1 0,2-1,1 1,1-2,1 0,4 3,-16-25,23 44,2 0,2-1,3-2,34 38,-49-65</inkml:trace>
  <inkml:trace contextRef="#ctx0" brushRef="#br0" timeOffset="11">2568 2705,'14'-9,"14"-2,15-1,14 3,9 3,7 2,4 2,-3-1,-13-2,-17-1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09:46:48.74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2">
      <inkml:brushProperty name="width" value="0.1" units="cm"/>
      <inkml:brushProperty name="height" value="0.1" units="cm"/>
      <inkml:brushProperty name="ignorePressure" value="1"/>
    </inkml:brush>
    <inkml:brush xml:id="br3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4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1702 1775,'107'-376,"-99"474,-5-48,3 0,3-1,9 31,5-24,-13-40</inkml:trace>
  <inkml:trace contextRef="#ctx0" brushRef="#br0" timeOffset="263.295">2023 1254,'20'-2,"16"-4,11-2,5 0,-3 1,-4 2,-9 4,-7 7,-9 7,-7 1</inkml:trace>
  <inkml:trace contextRef="#ctx0" brushRef="#br0" timeOffset="531.579">2170 1401,'18'7,"16"2,10 0,7-3,4-1,0-2,-8-1,-12-1</inkml:trace>
  <inkml:trace contextRef="#ctx0" brushRef="#br0" timeOffset="-1130.898">1220 1121,'0'4,"0"9,0 11,0 10,0 9,0 9,0 3,0 3,3 0,0-5,0-10,-1-9,2-11,0-9</inkml:trace>
  <inkml:trace contextRef="#ctx0" brushRef="#br0" timeOffset="-352.583">1100 1067,'1'-1,"0"1,0-1,0 0,0 1,1-1,-1 1,0-1,0 1,1 0,-1 0,0-1,0 1,1 0,-1 0,0 0,1 0,-1 0,0 1,0-1,1 0,-1 1,0-1,0 1,0-1,1 1,-2-1,22 7,-1 1,0 1,0 1,-1 0,-1 2,0 0,0 1,-1 1,-1 1,0 0,-1 2,-1-1,11 17,-17-21,0 0,-1 1,-1 0,0 0,0 1,-1 0,-1 0,0 0,-1 1,-1 0,0-1,-1 1,-1 0,0 1,-1-1,-1 0,0 0,-1 0,0 0,-1-1,-1 1,-5 12,4-21,1 0,-1-1,0 0,0 0,-1 0,0-1,0 1,0-1,0-1,0 1,-1-1,0 0,1-1,-1 1,0-1,0-1,0 1,-1-1,1-1,0 1,0-1,-1 0,1-1,0 0,0 0,0 0,-4-2,-6 2,-36 3,49 3,10-3</inkml:trace>
  <inkml:trace contextRef="#ctx0" brushRef="#br0" timeOffset="1664.62">3052 1013,'3'19,"6"12,12 10,12 7,8 3,9 1,6-1,-1-3,-5-2,-8-5,-10-4,-10-7,-8-8</inkml:trace>
  <inkml:trace contextRef="#ctx0" brushRef="#br0" timeOffset="1955.842">3373 947,'-14'20,"-8"21,-8 17,-6 14,-3 9,-2 6,1 3,6-6,6-10,7-15,9-18</inkml:trace>
  <inkml:trace contextRef="#ctx0" brushRef="#br0" timeOffset="2261.535">3507 1348,'0'32,"-1"-10,1 0,1-1,0 1,2 0,3 8,-5-24,1-1,-1 0,1 0,0 0,1 0,-1-1,1 1,0 0,0-1,1 0,-1 0,1 0,0 0,0-1,0 1,0-1,1 0,-1 0,1-1,0 1,0-1,0 0,0 0,0-1,2 1,0-1,-1 0,1 0,0-1,-1 1,1-2,0 1,-1-1,1 0,0 0,-1-1,1 1,-1-2,0 1,0-1,0 0,0 0,0 0,0-1,-1 0,0 0,0-1,0 1,0-1,3-4,-2 1,0 0,0-1,0 1,-1-1,-1 0,0 0,0-1,0 1,-1-1,-1 0,1 0,-2 0,1 0,-2 0,1 0,-1 0,-1-1,0 3,-1 0,0 0,-1 0,1 0,-2 0,1 1,-1-1,0 1,-1 0,0 0,0 0,0 1,-1 0,0 0,0 0,0 1,-1 0,0 0,-1 0,4 2,-1 0,1 0,-1 1,0 0,1 0,-1 0,0 0,0 1,0 0,-1 0,1 1,0-1,0 1,0 0,-1 0,1 1,0-1,0 1,0 0,0 1,0-1,0 1,0 0,1 0,-1 1,1 0,-1-1,1 1,0 1,0-1,0 1,-2 1,2 1,-1 0,0 0,1 0,0 1,1-1,-1 1,1 0,1 0,-1 0,1 0,1 0,-1 1,1-1,0 1,1-1,-1 1,2-1,-1 1,2 3,6 21</inkml:trace>
  <inkml:trace contextRef="#ctx0" brushRef="#br0" timeOffset="2866.434">4014 1267,'-23'74,"4"2,3 0,-1 30,15-94,-14 112,16-124,0 0,1 0,-1 0,0 0,0 0,0 0,1 0,-1 0,0 0,0 0,0 0,1 1,-1-1,0 0,0 0,0 0,1 0,-1 0,0 0,0 1,0-1,0 0,1 0,-1 0,0 0,0 1,0-1,0 0,0 0,0 0,9-24,5-47,-3-1,-3 0,-1-35,-3 45,-4 49,0 5,0 0,0 0,1 0,0-1,1 1,-1 0,2 1,-1-1,1 0,0 1,0-1,1 1,0 0,3-3,-2 8,0 0,0 0,0 1,0 0,0 0,1 0,-1 0,0 1,1 0,-1 0,0 1,1-1,-1 1,0 0,0 1,0-1,0 1,0 0,0 0,0 0,0 1,-1 0,1 0,-1 0,3 3,6 1,1 1,-1 0,-1 1,1 1,-1 0,-1 1,0 0,-1 0,9 12,-18-21,0-1,0 0,-1 0,1 0,0 0,0 0,-1 1,1-1,0 0,-1 1,1-1,-1 0,0 1,1-1,-1 1,0-1,0 1,0-1,0 0,0 1,0-1,-1 1,1-1,0 0,-1 1,1-1,-1 1,1-1,-1 0,0 0,1 1,-1-1,0 0,0 0,0 0,0 0,0 0,0 0,0 0,-1 0,-10 2,0 0,1-1,-1 0,0-1,0 0,0-1,0-1,0 0,0 0,0-1,1-1,-6-1,8 1,8 3,0-1,0 0,-1 0,1 1,0-1,-1 1,1-1,0 1,-1 0,1-1,-1 1,1 0,0 0,-1 0,1 0,-1 0,1 1,-1-1,1 0,0 0,-1 1,1-1,0 1,-1 0,1-1,0 1,0 0,-1 0,1-1,0 1,0 0,0 0,0 0,0 1,0-1,1 0,-2 1,2 6,0 1,0-1,0 0,1 1,0-1,1 0,0 0,0 1,0-1,1-1,1 1,-1 0,1-1,3 5,0-1,0 1,0-1,1 0,0-1,1 0,0 0,1-1,0 0,1 0,-1-2,1 1,1-1,0-1,0 0,0 0,0-1,1-1,0 0,0-1,0-1,0 1,1-2,-1 0,5-1,8-1,-1-1,0-1,-1-2,1 0,-1-2,21-8,1-3</inkml:trace>
  <inkml:trace contextRef="#ctx0" brushRef="#br0" timeOffset="5094.24">5325 853,'-12'4,"0"1,0 1,0-1,1 2,0 0,0 0,1 1,-1 1,2-1,-1 2,2-1,-1 1,1 0,1 1,0 0,0 0,-5 12,-10 24,1 1,3 0,2 1,1 1,3 0,3 1,1 1,3-1,2 1,2 10,-1-41,1 0,1 0,1 0,0 0,2 0,0 0,2 0,0 0,1-1,1 0,1 0,1-1,5 7,-10-20,1-1,0 0,0 1,1-2,-1 1,1-1,0 0,0 0,1 0,-1-1,8 3,23 5</inkml:trace>
  <inkml:trace contextRef="#ctx0" brushRef="#br0" timeOffset="5680.217">5659 1080,'-42'80,"24"-49,1 0,1 2,2-1,1 2,2-1,1 2,1-1,-2 28,11-60,-1 1,1-1,-1 0,1 0,0 0,0 1,0-1,0 0,0 0,1 0,-1 0,1 1,-1-1,1 0,0 0,0 0,0 0,0 0,0 0,0-1,0 1,1 0,-1 0,1-1,-1 1,1-1,0 0,-1 1,1-1,0 0,0 0,0 0,0 0,0 0,0 0,0-1,0 1,1-1,-1 0,0 1,0-1,0 0,1 0,-1 0,0-1,1 1,13-5,-2-1,1 0,0-1,-1 0,-1-1,1-1,-1 0,-1-1,1-1,-2 0,4-4,-1 3,-1-1,0-1,-1 0,0-1,-1 0,-1-1,0 0,-2 0,1-1,-2 0,0-1,-2 0,0 0,0 0,-2 0,0-1,-1 1,-1-1,-1 0,-2-17,2 31,-1 0,0 1,1-1,-2 0,1 1,-1-1,1 1,-1 0,0-1,-1 1,1 0,-1 0,0 0,0 1,0-1,0 1,-1-1,1 1,-1 0,0 0,0 1,0-1,0 1,-1 0,1 0,0 0,-1 1,0 0,1-1,-1 2,0-1,1 0,-1 1,0 0,0 0,0 0,1 1,-1 0,0 0,-4 1,3 1,0 1,0-1,0 1,0 0,1 1,-1 0,1-1,0 2,1-1,-1 0,1 1,0 0,1 0,-1 0,1 0,0 1,1-1,-1 1,1 0,1 0,-1 0,1 0,0 0,1 0,0 0,0 0,0 0,1 0,0 0,1 0,-1 0,1 0,1-1,-1 1,1-1,0 1,133 172,-105-130,-3 1,-1 2,-3 1,7 27,-21-58,-2-6</inkml:trace>
  <inkml:trace contextRef="#ctx0" brushRef="#br0" timeOffset="5989.389">6127 1575,'47'-222,"-39"202,-8 20,0 0,1 0,-1 0,0 0,1 0,-1-1,0 1,1 0,-1 0,0 0,1 0,-1 0,0 0,1 0,-1 0,0 0,1 1,-1-1,0 0,0 0,1 0,-1 0,0 0,1 0,-1 1,0-1,0 0,1 0,-1 0,0 1,0-1,0 0,1 0,-1 1,0-1,0 0,0 1,0-1,1 0,-1 0,0 1,0-1,0 0,0 1,0-1,0 0,0 1,0-1,0 0,0 1,0-1,0 0,0 1,0-1,0 0,-1 0,1 1,0-1,0 0,0 1,0-1,0 0,-1 0,1 1,0-1,0 0,-1 0,1 1,0-1,-1 0,-13 140,8-104,2 0,1 1,2-1,3 36,21 3,-7-50</inkml:trace>
  <inkml:trace contextRef="#ctx0" brushRef="#br0" timeOffset="7625.049">6701 1588,'0'3,"3"4,0 9,2 6,3 5,-1 6,0 4,-7 5,-15 6,-20 7,-4-7</inkml:trace>
  <inkml:trace contextRef="#ctx0" brushRef="#br0" timeOffset="8539.148">7196 1121,'0'4,"0"9,0 8,0 11,0 10,0 8,0 4,0 2,0-1,3-4,0-6,0-8,-1-10</inkml:trace>
  <inkml:trace contextRef="#ctx0" brushRef="#br0" timeOffset="8942.068">7036 1093,'-4'-13,"1"5,0 1,1-1,0 0,1 1,0-1,0 0,0 0,1 0,0 0,1 0,1-6,0 11,1 0,-1 0,1 0,0 1,0-1,0 1,0 0,0-1,1 1,-1 1,1-1,-1 0,1 1,0 0,0 0,-1 0,1 0,0 1,0-1,0 1,0 0,0 0,0 0,0 1,-1-1,3 2,15 0,1 1,0 0,-1 2,0 1,0 1,-1 0,0 2,0 0,-1 1,0 1,0 1,-2 0,1 2,6 7,18 34,-41-53,0-1,0 1,-1 0,1-1,0 1,-1 0,0 0,1 0,-1 0,0-1,0 1,0 0,0 0,0 0,-1 0,1-1,-1 1,1 0,-1 0,1 0,-1-1,0 1,0 0,0-1,0 1,0-1,0 1,-1-1,1 0,0 1,-1-1,1 0,-1 0,1 0,-1 0,-11 5,0 0,0-1,0 0,-1-1,1-1,-1 0,0-1,0-1,-1 0,-11 3,-85 12,119-10,6-4</inkml:trace>
  <inkml:trace contextRef="#ctx0" brushRef="#br0" timeOffset="9244.262">7637 799,'18'9,"13"12,11 17,6 15,3 14,-1 12,-7 11,-10 8,-16 10,-24 7,-29 9,-33 7,-35 3,-30-3,9-24</inkml:trace>
  <inkml:trace contextRef="#ctx0" brushRef="#br0" timeOffset="10978.286">2076 2805,'7'2,"9"1,11 0,10-1,5 0,5-1,-1 0,-6 1,-8 3,-9 1</inkml:trace>
  <inkml:trace contextRef="#ctx0" brushRef="#br0" timeOffset="11226.176">2210 3046,'15'6,"16"3,13-3,10-6,8-9,-8-2</inkml:trace>
  <inkml:trace contextRef="#ctx0" brushRef="#br0" timeOffset="12927.691">5218 2350,'-16'9,"-12"13,-8 13,-7 16,-1 19,1 17,4 14,10 11,10 5,9-5,15-9,12-14,15-17,11-16,10-17,-5-17</inkml:trace>
  <inkml:trace contextRef="#ctx0" brushRef="#br0" timeOffset="13492.692">5539 2818,'-8'0,"1"-1,-1 1,0 0,0 1,1 0,-1 0,1 1,-1 0,1 0,-1 1,1 0,0 0,0 0,0 1,1 0,-1 1,1-1,0 1,1 1,-1-1,1 1,0 0,0 0,-2 4,-2 3,1 0,0 1,1 0,0 0,2 1,-1 0,2 0,0 0,1 1,0-1,0 11,3-18,-1-1,1 1,0-1,0 1,1-1,0 1,1-1,0 1,0-1,0 0,1 0,0 0,0 0,1 0,0-1,0 0,0 0,1 0,0 0,0 0,1-1,-1 0,1 0,0-1,1 0,-1 0,1 0,0-1,0 0,0 0,0 0,0-1,0 0,1-1,-1 0,6 0,-3-1,-1-1,1 0,0 0,-1-1,1-1,-1 1,1-2,-1 1,0-1,-1 0,1-1,-1 0,0-1,0 0,0 0,-1 0,0-1,0 0,1-2,3-5,0 0,-1-1,0-1,-1 1,-1-1,0-1,-1 0,-1 0,-1 0,0-1,0-1,-2 0,1 0,-2-1,-1 1,0-1,-2 1,0-1,-1 1,-1-1,0 1,-2 0,0 0,-2 1,0 0,0 0,-2 0,0 1,-1 0,-3-3,10 16,0 0,0 0,0 0,-1 0,0 0,1 1,-1-1,0 1,0 0,-1 0,1 1,-1-1,1 1,-1 0,0 0,0 1,0-1,0 1,0 0,0 0,0 1,0 0,0 0,0 0,-1 0,1 1,0 0,0 0,0 0,0 0,1 1,-2 0,-4 6,0 0,0 1,1 0,0 0,0 1,1 0,1 0,-1 1,2 0,0 0,0 1,1-1,0 1,1 1,0-1,1 1,1-1,0 1,0 0,1 12,1-11,0 0,1 1,1-1,0 0,1 0,1 0,0 0,0 0,1-1,1 0,1 0,0 0,0-1,1 0,1-1,0 1,5 4,9 6,0 0,1-2,2 0,0-2,0 0,2-2,12 4,52 25,-59-29</inkml:trace>
  <inkml:trace contextRef="#ctx0" brushRef="#br0" timeOffset="13930.521">5967 3246,'0'15,"10"100,-9-111,1 0,-1 0,1 0,-1 0,1-1,1 1,-1-1,0 1,1-1,-1 0,1 0,0 0,0 0,0 0,1-1,-1 0,1 1,-1-1,1-1,0 1,0 0,0-1,0 0,0 0,0 0,1 0,1-1,0 0,0 0,1-1,-1 0,0 0,0 0,0-1,0 0,0 0,-1-1,1 1,-1-1,1-1,-1 1,0-1,0 1,0-2,-1 1,0 0,1-1,-2 0,1 0,0 0,-1 0,0-1,0 1,-1-1,1 0,-1 0,-1 0,1 0,-1 0,0 0,0 0,-1 0,0 0,0-1,0 1,-1 0,0 0,0 0,0 0,-1 0,0 0,0 0,0 1,0 0,0 0,-1 0,1 1,-1-1,0 1,0-1,-1 1,1 0,-1 1,0-1,0 0,0 1,0 0,-1 0,1 0,-1 1,0 0,0 0,0 0,0 0,0 1,0-1,0 2,-1-1,1 0,0 1,-1 0,1 0,0 1,-1-1,1 1,0 0,0 1,0-1,0 1,0 0,0 0,0 1,0-1,1 1,-1 0,-2 4,1 1,0 0,0 0,0 0,1 0,0 1,1 0,0 0,0 1,1-1,0 1,-1 7,-4 26</inkml:trace>
  <inkml:trace contextRef="#ctx0" brushRef="#br0" timeOffset="11514.404">2878 2631,'14'21,"13"15,14 11,11 7,8 3,3 0,-2-1,-5-7,-10-7,-10-8,-12-10</inkml:trace>
  <inkml:trace contextRef="#ctx0" brushRef="#br0" timeOffset="11762.253">3293 2591,'-12'16,"-9"19,-12 19,-9 17,-6 14,-4 6,2-3,6-10,9-13,12-18</inkml:trace>
  <inkml:trace contextRef="#ctx0" brushRef="#br0" timeOffset="12069.432">3400 2925,'-1'38,"0"-27,0 0,0 1,1-1,1 0,0 1,0-1,1 0,1 0,0 0,0 0,1-1,1 1,0 1,1-8,-1 0,0 0,1-1,0 1,0-1,0 0,0-1,1 0,-1 0,0 0,1-1,0 1,-1-2,1 1,0-1,-1 0,1 0,0-1,-1 0,1 0,-1-1,1 1,-1-1,0-1,1 1,-1-1,2-1,2 0,1 1,-1-2,1 1,-1-1,-1-1,1 0,-1 0,0-1,0 0,-1-1,0 0,0 0,-1 0,0-1,-1 0,0-1,0 1,-1-1,0 0,0-1,-1 1,-1-1,0 0,-1 0,1 0,-2-3,-1 8,-1 1,0-1,-1 0,1 1,-1-1,0 1,-1 0,1-1,-1 1,0 0,0 1,-1-1,0 0,1 1,-1 0,-1 0,1 0,0 1,-1-1,0 1,0 0,0 0,0 1,-1-1,1 1,-1 0,1 1,-1 0,1-1,-1 2,0-1,0 1,1 0,-1 0,0 0,0 1,0 0,1 0,-1 0,1 1,-1 0,1 0,-1 0,1 1,0 0,0 0,0 0,-3 3,4-2,0 0,1 1,-1-1,1 1,0 0,0 0,0 0,0 0,1 1,0-1,0 1,1-1,0 1,0 0,0-1,0 1,1 0,0 0,0-1,1 1,-1 0,1 0,0-1,1 2,10 18</inkml:trace>
  <inkml:trace contextRef="#ctx0" brushRef="#br0" timeOffset="12593.03">3948 2805,'-17'64,"4"1,2 1,3 0,2 21,13-51,5-59,19-330,-31 346,1 1,-1-1,1 1,0 0,1-1,-1 1,1 0,1 0,-1 0,1 0,0 0,0 1,0-1,1 1,0 0,0 0,1 0,-1 0,1 1,0 0,0 0,0 0,1 1,-1 0,1 0,0 0,0 0,0 1,2 0,2 1,0 1,0 1,0 0,0 0,-1 1,1 1,-1-1,1 1,-1 1,0 0,0 0,0 1,-1 0,0 0,0 1,0 0,-1 1,1-1,-2 1,1 1,-1-1,0 1,4 8,-8-13,-1 1,1-1,-1 1,0-1,0 1,-1 0,1 0,-1-1,0 1,1 0,-2 0,1-1,0 1,-1 0,0-1,0 1,0 0,0-1,0 1,-1-1,0 0,0 1,0-1,0 0,0 0,0 0,-1 0,0-1,1 1,-1-1,0 1,0-1,0 0,-1 0,1-1,0 1,-1 0,1-1,-1 0,1 0,-4 0,-123 19,129-20,1-1,-1 2,0-1,0 0,0 0,0 0,0 0,1 0,-1 1,0-1,0 0,0 1,1-1,-1 0,0 1,0-1,1 1,-1 0,0-1,1 1,-1-1,1 1,-1 0,1-1,-1 1,1 0,-1 0,1 0,0-1,-1 1,1 0,0 0,0 0,0-1,0 1,0 0,0 0,0 0,0 0,0 0,0 0,0-1,0 1,1 1,23 33,-1-13,2-1,0-1,1-1,1-2,1 0,0-2,1-1,1-1,0-2,1-1,0-1,0-2,1-1,0-1,26 2</inkml:trace>
  <inkml:trace contextRef="#ctx0" brushRef="#br0" timeOffset="10241.743">1488 2711,'0'16,"0"17,0 16,0 13,0 10,0 5,0-3,0-4,0-10,0-15</inkml:trace>
  <inkml:trace contextRef="#ctx0" brushRef="#br0" timeOffset="10562.884">1394 2685,'-1'-4,"0"1,0-1,1 1,-1-1,1 0,0 1,0-1,0 0,1 1,-1-1,1 0,0 1,0-1,0 1,1 0,-1-1,1 1,-1 0,1 0,0 0,0 0,1 0,-1 0,1 0,-1 1,1-1,0 1,0 0,0 0,0 0,1 0,12-3,0 1,-1 0,2 2,-1 0,0 0,0 2,0 0,1 0,-1 2,0 0,0 1,0 1,0 0,-1 1,0 1,0 0,0 1,6 4,-15-9,0 1,0-1,-1 1,1 1,-1-1,0 1,0-1,0 2,0-1,-1 0,1 1,-1 0,0 0,-1 0,1 0,-1 1,0 0,-1-1,1 1,-1 0,0 0,0 0,-1 0,0 1,0-1,-1 0,1 1,-1-1,-1 0,1 1,-1-1,0 0,-1 2,-3 5,-1-1,0 0,-1 0,0 0,-1-1,0 0,-1 0,0-1,-1 0,0-1,0 0,-1 0,0-2,-1 1,1-1,-2-1,1 0,-1 0,1-2,-8 2,18-5,0 0,0 0,0-1,0 1,0-1,-1 1,1-1,0 0,0 0,0 0,0 0,-1 0,1-1,0 1,0-1,0 1,0-1,0 0,0 0,0 0,0 0,0 0,0 0,0 0,1-1,-1 1,1-1,-1 1,0-1,-1-8</inkml:trace>
  <inkml:trace contextRef="#ctx0" brushRef="#br0" timeOffset="14988.201">6608 3059,'12'13,"5"14,0 12,-2 10,-11 10,-16 7,-16 4,-18-2,0-11</inkml:trace>
  <inkml:trace contextRef="#ctx0" brushRef="#br0" timeOffset="15813.56">6982 2738,'1'0,"9"-5,0 1,0 0,0 1,1 0,-1 0,1 1,0 0,0 1,-1 1,1-1,0 2,0-1,0 2,-1-1,1 2,-1-1,1 1,1 1,-7 3,1-1,-1 1,-1 0,1 0,-1 0,-1 1,1 0,-1-1,0 1,-1 0,0 0,0 1,-1-1,0 0,-1 1,1-1,-1 0,-1 1,0-1,0 0,-1 0,0 1,-1 0,-72 298,72-247,3-59,1 0,-1 0,0 1,1-1,-1 0,1 0,-1 0,1 0,0 0,-1 0,1 0,0 0,0 0,0-1,-1 1,1 0,0 0,0-1,0 1,0 0,0-1,1 1,-1-1,0 0,0 1,0-1,0 0,0 0,1 0,-1 1,0-1,0 0,0-1,1 1,-1 0,0 0,0 0,0-1,0 1,0-1,1 1,-1-1,0 1,0-1,0 1,0-1,0 0,12-7,0 0,0-1,-1-1,0 0,-1 0,0-1,-1 0,0-1,-1 0,0-1,-1 0,6-13,-2 2,-2 0,-1 0,-1-1,-1-1,-1 1,-2-1,0 0,-2 0,0 0,-2-6,-1 13,-8 30,2 19,1 0,2 0,1 0,2 1,1-1,2 13,-3-33,2 0,-1 0,1 0,1 0,-1 0,2 0,-1-1,2 1,-1-1,1 1,0-1,1 0,0-1,1 1,0-1,0 0,0-1,1 1,1-1,-1 0,1-1,0 0,0 0,1-1,0 0,0 0,0-1,0 0,8 1,-15-4,-1-1,1 1,0-1,0 1,0-1,-1 0,1 0,0 0,0 0,0 0,0 0,-1-1,1 1,0 0,0-1,0 0,-1 1,1-1,0 0,-1 0,1 0,-1 0,1 0,-1 0,0 0,1-1,-1 1,0 0,0-1,0 1,0-1,0 1,0-1,0 0,0 1,-1-1,1 0,-1 0,1 0,0-14</inkml:trace>
  <inkml:trace contextRef="#ctx0" brushRef="#br0" timeOffset="16104.685">7250 2992,'9'0,"12"0,14 0,15-2,12-6,7-5,3-8,-1-5,-13 3</inkml:trace>
  <inkml:trace contextRef="#ctx0" brushRef="#br0" timeOffset="16364.513">7879 2391,'-3'16,"2"16,6 17,6 15,4 18,4 13,-2 13,-4 11,-12 13,-23 13,-37 16,-47 19,-6-20</inkml:trace>
  <inkml:trace contextRef="#ctx0" brushRef="#br0" timeOffset="58919.842">18604 1447,'11'7,"1"-2,0 1,0-2,1 0,-1 0,1-1,0-1,0 0,0-1,0 0,0-1,5 0,0 0,356-9,-194 0,771 0,-328 8,1069-24,636-7,-2112 27,1593 10,-1703 1,617 21,-644-30,-67 0</inkml:trace>
  <inkml:trace contextRef="#ctx0" brushRef="#br0" timeOffset="55172.774">24312 1087,'32'-47,"-3"0,-2-2,-2-1,-2-1,0-7,-6 8,-16 50,-1-1,1 1,-1 0,1 0,-1-1,1 1,-1 0,1 0,0 0,-1 0,1 0,-1 0,1 0,0 0,-1 0,1 0,-1 0,1 0,0 0,-1 0,1 1,-1-1,1 0,-1 0,1 1,-1-1,1 0,-1 1,1-1,-1 0,1 1,-1-1,0 1,1-1,-1 1,0-1,1 1,-1-1,0 1,1-1,-1 1,0 0,0-1,0 1,0-1,0 1,0 0,0-1,0 1,0-1,0 1,0 0,0-1,0 1,0-1,0 1,-1 0,3 3,90 202,-80-149,-12-56,0 0,0 0,0 1,0-1,-1 0,1 0,0 0,0 0,-1 0,1 0,0 0,-1 0,1 0,-1 0,1 0,-1 0,0 0,1-1,-1 1,0 0,0 0,0-1,1 1,-1 0,0-1,0 1,0-1,0 1,0-1,0 1,0-1,0 0,0 1,0-1,0 0,-1 0,1 0,0 0,0 0,0 0,0 0,0 0,0-1,0 1,0 0,0-1,0 1,0 0,0-1,0 1,-14-6</inkml:trace>
  <inkml:trace contextRef="#ctx0" brushRef="#br0" timeOffset="56092.837">25021 806,'-17'-2,"0"0,1 2,-1 0,0 0,1 2,-1 0,1 1,-5 2,15-4,1 1,-1-1,1 2,0-1,0 0,0 1,0 0,0 0,1 1,-1-1,1 1,0 0,0 0,0 0,0 1,1-1,0 1,0 0,0 0,0 0,1 0,0 1,0-1,1 1,-1 3,1-6,1 1,-1-1,1 1,0-1,0 1,1-1,-1 1,1-1,0 0,0 1,0-1,0 0,0 1,1-1,-1 0,1 0,0 0,0 0,0 0,0-1,1 1,-1-1,1 1,0-1,-1 0,1 0,0 0,0-1,3 2,2 1,0 0,0-1,1 0,0-1,0 1,0-2,-1 1,2-1,-1-1,0 0,1 0,6-1,1-2,-1 0,0 0,0-2,0 0,-1 0,0-2,0 0,0-1,-1 0,0-1,0-1,-1 0,-1 0,1-2,-2 1,0-2,0 1,1-4,9-15,0-1,-2 0,-2-2,-1 0,-1 0,-2-2,7-33,-9 32,-2-1,-2 0,-2-1,-1 0,-1 0,-3 1,-1-8,-1 37,1 0,-1-1,0 1,-1 0,0 0,-1 1,0-1,0 1,0 0,-1 0,-1 0,4 5,0 0,0 0,-1 1,1-1,-1 1,1 0,-1-1,0 1,0 0,0 1,0-1,0 1,-1-1,1 1,0 0,-1 0,1 0,-1 1,1-1,0 1,-1 0,0 0,1 0,-1 0,1 1,0-1,-1 1,1 0,-1 0,0 1,-4 3,0 0,0 1,1 0,0 1,0 0,0 0,1 0,0 1,1 0,-1 0,2 0,-1 1,1 0,0-1,1 1,0 1,1-1,-1 0,2 1,-1-1,1 9,-2 9,1 0,1 0,1 0,2 0,0 0,2 0,1-1,1 0,2 0,0 0,2 1,24 51,3-2,41 61,-9-16,-45-68,-24-47,-6-20,4 10,0-1,1 0,-1 0,1 0,0 0,1 0,-1 0,1 0,0 0,0 0,1 0,-1 0,1 0,0 0,1 0,-1 0,1 1,0-1,0 0,0 1,1 0,-1-1,1 1,0 0,1 0,-1 1,1-1,-1 1,1-1,0 1,0 0,1 1,0-1,3-2,1 1,0 0,0 0,0 1,0 0,1 1,-1 0,1 1,0 0,-1 0,1 1,3 0,-8 1,0-1,0 1,0 0,0 0,0 0,-1 1,1-1,0 1,-1 0,1 1,-1-1,1 1,-1 0,0 0,0 0,-1 1,1-1,-1 1,1 0,-1 0,0 0,-1 0,3 5,6 17,-11-22,1-1,0 1,0-1,0 0,0 0,1 1,-1-1,1 0,0 0,0 0,0-1,0 1,1 0,-1-1,1 1,-1-1,1 0,0 0,0 0,0 0,0-1,0 1,0-1,0 0,1 1,-1-2,0 1,2 0,6-1,-1-2,1 1,0-1,-1-1,0 0,0 0,0-1,0 0,0-1,-1 0,0 0,0-1,0 0,-1-1,1 0,-2 0,1-1,-1 0,0 0,-1-1,0 0,0 0,-1 0,0-1,-1 0,3-9,-3-36,-4 54,0-1,-1 1,1 0,0-1,-1 1,1 0,-1 0,1-1,-1 1,0 0,1 0,-1 0,0 0,0 0,0 0,0 0,0 0,0 0,0 0,0 0,0 1,-1-1,1 1,0-1,0 0,-1 1,1 0,0-1,-1 1,1 0,0 0,-1 0,1 0,0 0,-1 0,1 0,0 0,-2 1,-3 1,0 0,0 1,1 0,-1 0,1 0,-1 1,1 0,0 0,1 0,-1 0,1 1,0 0,0 0,0 0,1 1,-1-1,1 1,1-1,-1 1,1 0,0 0,0 1,1-1,0 0,0 0,0 1,1-1,0 0,0 5,1-6,0-1,1 0,-1 1,1-1,0 0,0 0,0 0,1 0,-1 0,1 0,0-1,0 1,0-1,1 0,-1 0,1 0,-1 0,1-1,0 0,0 1,2-1,96 33,-20-20,-1-5</inkml:trace>
  <inkml:trace contextRef="#ctx0" brushRef="#br0" timeOffset="57149.066">26464 792,'125'271,"-123"-266,24 40,-25-44,0 0,-1 0,1 0,0 0,0 0,0-1,-1 1,1 0,0-1,0 1,0-1,0 1,1-1,-1 1,0-1,0 0,0 1,0-1,0 0,0 0,0 0,1 0,-1 0,0 0,0 0,0 0,0 0,0-1,1 1,-1 0,0-1,0 1,0-1,0 1,0-1,0 0,0 1,-1-1,1 0,1 0,6-10,1 1,-1-2,-1 1,0-1,-1 0,0-1,-1 1,0-1,-1 0,0-1,-2 7,22-71,-24 78,0 0,0 0,0 1,0-1,0 0,1 0,-1 0,0 0,0 0,0 0,0 0,0 0,0 1,1-1,-1 0,0 0,0 0,0 0,0 0,0 0,0 0,1 0,-1 0,0 0,0 0,0 0,0 0,0 0,1 0,-1 0,0 0,0 0,0 0,0 0,0 0,1 0,-1-1,0 1,0 0,1 23,-1-17,1 0,-1-1,1 1,0 0,0-1,1 0,0 1,0-1,0 0,0 0,1 0,0 0,0 0,0 0,1-1,0 0,0 0,0 0,0 0,0 0,1-1,-1 0,1 0,0 0,0-1,0 1,1-1,-1 0,1-1,3 2,2 0,1 0,-1-1,1 0,-1-1,1 0,0-1,0-1,-1 1,1-2,-1 1,1-2,-1 0,1 0,-1-1,0 0,-1-1,1 0,-1-1,0 0,0 0,6-7,-14 12,0-1,0 0,-1 0,1 0,-1-1,1 1,-1 0,0-1,1 1,-1 0,0-1,-1 0,1 1,0-1,-1 1,1-1,-1 0,0 0,-1 3,0-1,1 1,-1 0,0 0,0 0,0 0,1 0,-1 1,0-1,0 0,1 0,-1 0,0 1,1-1,-1 0,0 1,0-1,1 0,-1 1,1-1,-1 1,0-1,1 1,-1 0,1-1,-1 1,1-1,0 1,-1 0,1-1,0 1,-1 0,1 0,0-1,0 1,-1 0,1 0,0-1,0 1,0 0,0 0,-1 1,1 0,-1 0,0-1,1 1,0 0,-1 0,1 0,0 0,0 0,0 0,0 0,0 0,0-1,1 1,-1 0,1 0,-1 0,1 0,0-1,-1 1,1 0,0-1,0 1,0 0,1-1,-1 1,0-1,0 0,1 1,-1-1,1 0,-1 0,1 0,0 0,-1 0,1 0,0-1,0 1,1 0,77 11,88-34,-85 29,-75-5,1 0,0-1,0 0,0 0,0-1,0 0,0 0,-1-1,6-1,-7 0,0-1,0 0,0 0,0 0,0-1,-1 0,0 0,0-1,0 0,0 0,-1 0,0 0,0-1,1-1,-4 4,0 1,0-1,-1 0,1 0,0 0,-1 0,0 0,0-1,0 1,0 0,0 0,-1-1,1 1,-1-1,0 1,0 0,0-1,0 1,-1 0,1-1,-1 1,0 0,0-1,0 1,-1 0,1 0,-1 0,0 0,1 0,-1 0,-1 1,1-1,-5-3,0 1,-1 0,1 0,-1 1,0 0,0 1,0-1,-1 2,1-1,-1 1,1 0,-1 1,0 0,0 1,1-1,-1 2,0-1,0 1,0 0,1 1,-1 0,1 1,-1 0,1 0,0 0,0 1,0 0,1 1,0 0,-1 0,-4 6,4-5,1 1,1 0,-1 0,1 1,0 0,1 0,0 0,0 1,1-1,0 1,0 2,3-8,-1 1,1-1,0 1,0-1,1 1,-1 0,1-1,-1 1,1 0,0-1,1 1,-1 0,1 0,0-1,-1 1,2-1,-1 1,0-1,1 1,-1-1,1 0,0 0,0 1,0-1,1-1,-1 1,1 0,0-1,2 3,26 11,2-5</inkml:trace>
  <inkml:trace contextRef="#ctx0" brushRef="#br0" timeOffset="57391.931">27761 391,'-18'-11,"-11"-4,-5 0,2 3,3 9,4 10,7 12,6 12,6 0</inkml:trace>
  <inkml:trace contextRef="#ctx0" brushRef="#br0" timeOffset="57660.21">27854 1100,'23'9,"16"3,11 0,9-3,2-2,-1-6,-12-2</inkml:trace>
  <inkml:trace contextRef="#ctx0" brushRef="#br0" timeOffset="52102.519">18604 231,'0'20,"0"19,0 13,2 12,1 9,0 3,-1 0,0-2,-4-6,-2-10,-4-11,-1-13</inkml:trace>
  <inkml:trace contextRef="#ctx0" brushRef="#br0" timeOffset="52727.092">18456 177,'2'0,"-1"0,1-1,-1 1,1 0,-1 0,1 0,0 0,-1 1,1-1,-1 0,1 1,-1-1,1 1,-1-1,0 1,1-1,-1 1,1 0,-1 0,0 0,0 0,0 0,1 0,-1 0,75 51,-3 3,-1 3,17 22,-68-63,-1 0,-1 1,-1 1,-1 1,0 1,-2 0,0 1,-1 0,-1 1,-2 1,0 0,-2 0,7 25,-15-42,-1 1,0-1,0 0,0 0,-1 1,0-1,-1 0,0 0,0 0,0 0,-1-1,0 1,0 0,-1-1,1 0,-1 0,-1 0,1 0,-1-1,0 0,-1 0,1 0,-1 0,0-1,0 0,0 0,0-1,-1 0,0 0,-5 3,-1-1,0 0,0-1,0-1,0 0,-1-1,1 0,-1-1,1 0,-1-2,1 1,-1-1,1-1,-1-1,-3-1,4 0,-1-1,1-1,1 0,-1-1,1-1,0 1,1-2,0 0,-9-9,19 18,1 0,-1 0,0 0,1 0,-1 0,1 0,-1 0,0-1,1 1,-1 0,1 0,-1-1,0 1,1 0,-1-1,1 1,-1-1,1 1,0-1,-1 1,1-1,-1 1,1-1,0 1,-1-1,1 0,0 1,0-1,0 1,-1-1,1 0,0 1,0-1,0 0,0 1,0-1,0 1,0-1,0 0,0 1,0-1,1 0,-1 1,0-1,0 1,1-1,-1 0,0 1,1-1,-1 1,0-1,1 1,-1-1,1 1,-1-1,1 1,-1 0,1-1,-1 1,1 0,-1-1,1 1,0 0,-1 0,1-1,0 1,-1 0,1 0,212 9,-164-11,0-2,-1-2,0-2,0-2,0-2,-2-3,0-1,0-2,-2-3,4-3,-39 20,0-1,0 0,-1 0,1 0,-1-1,-1-1,1 1,-1-1,0 0,-1-1,1 0,-1 0,-1 0,0-1,0 1,-1-1,4-9,-9 15,1 1,-1 0,1 0,-1-1,0 1,0 0,0 0,0 0,-1 0,1 0,0 0,-1 1,1-1,-1 0,0 1,0-1,1 1,-1 0,0-1,0 1,0 0,-1 0,1 0,0 0,0 1,0-1,-1 1,1-1,0 1,-1 0,1 0,0 0,0 0,-1 0,1 0,0 1,-1-1,1 1,0 0,0-1,0 1,0 0,-2 1,-6 1,1 1,0 0,-1 1,1 0,1 0,-1 1,1 0,0 0,0 1,1 0,0 1,0 0,1 0,0 0,0 0,1 1,-3 6,4-8,1-1,0 0,1 0,-1 1,1-1,1 1,-1 0,1 0,0 0,1-1,-1 1,1 0,1 0,-1 0,1 0,1 0,-1-1,1 1,0 0,1-1,-1 1,1-1,0 0,1 0,0 0,2 2,5 2,1-1,0-1,0 0,1-1,-1 0,2-1,-1 0,1-1,0 0,0-2,0 1,0-2,1 0,-1 0,13-2,34 5</inkml:trace>
  <inkml:trace contextRef="#ctx0" brushRef="#br0" timeOffset="53311.528">19887 484,'-8'-2,"-1"0,1 0,-1 1,0 0,1 0,-1 1,0 0,0 1,1 0,-1 0,1 1,-1 0,1 1,-1 0,1 0,0 0,0 1,1 0,-1 1,1 0,-1 1,7-4,-1 0,1 1,0 0,0-1,0 1,0 0,0-1,1 1,-1 0,1 0,0-1,0 1,0 0,0 0,0 0,1 0,-1-1,1 1,0 0,0-1,0 1,0 0,0-1,0 1,1-1,1 2,49 60,-49-60,67 61,-53-52,-1 1,0 1,-1 0,-1 1,0 0,-1 1,-1 1,-1 0,4 10,-14-27,1 1,-1-1,-1 1,1 0,0-1,0 1,-1 0,1 0,-1 0,1 0,-1 0,0-1,0 1,0 0,0 0,0 0,0 0,0 0,-1 0,1 0,-1-1,1 1,-1 0,0 0,0-1,0 1,0 0,0-1,0 1,0-1,0 1,-1-1,1 0,0 1,-1-1,1 0,-1 0,0 0,-6 1,1-1,0 0,0-1,-1 0,1 0,0 0,-1-1,1 0,0-1,0 0,0 0,0 0,0-1,0 0,0 0,1 0,0-1,0 0,0-1,0 1,0-1,1-1,3 5,1 1,0-1,-1 0,1 0,0 0,0-1,0 1,-1 0,2 0,-1-1,0 1,0 0,0-1,0 1,1-1,-1 1,1-1,-1 0,1 1,0-1,-1 1,1-1,0 0,0 1,0-1,0 1,1-1,-1 0,0 1,1-1,-1 1,1-1,-1 1,1-1,0 1,0-1,-1 1,1 0,0-1,0 1,1 0,-1 0,0 0,0 0,0 0,1 0,-1 0,0 0,1 0,15-6,-1 0,1 1,1 1,-1 0,1 1,0 1,4 1,1-2,-13 3,35-6,0-1,-1-3,0-1,17-9,-56 20,0-1,-1 0,1 1,-1-1,0-1,1 1,-1-1,0 0,-1 0,1 0,0 0,-1-1,0 1,0-1,0 0,0 0,0 0,-1 0,0 0,0-1,0 1,0-1,-1 1,0-1,0 0,0 0,0 1,-1-1,0 0,0 0,0 0,-1 0,1 1,-1-1,0 0,-1 1,1-1,-1 0,-1-2,2 5,0 0,0 0,0 0,0 0,0 0,-1 0,1 1,-1-1,1 0,-1 1,0-1,0 1,0 0,1-1,-1 1,0 0,-1 0,1 0,0 0,0 1,0-1,0 1,-1-1,1 1,0 0,0 0,-1 0,1 0,0 0,-1 0,1 1,0-1,0 1,0-1,-1 1,1 0,0 0,0 0,0 0,0 0,1 1,-3 0,-1 6,0 0,0 0,0 1,1-1,1 1,-1 0,1 0,1 0,0 1,0-1,0 1,2-1,-1 1,1-1,0 1,1 0,0-1,1 0,1 6,-1-7,1 0,-1 0,2-1,-1 1,1-1,0 1,0-1,1 0,0-1,0 1,1-1,0 0,0 0,0-1,1 0,0 0,0 0,0-1,5 2,22 9</inkml:trace>
  <inkml:trace contextRef="#ctx0" brushRef="#br0" timeOffset="53710.951">20596 538,'-9'35,"4"-23,1 1,1 0,0-1,1 1,0 0,0 1,2-1,0 0,0 0,1 0,1 0,0 0,1 0,0 0,1-1,2 6,-2-13,0-1,0 0,1 0,-1 0,1 0,0-1,0 1,0-1,0 0,1-1,-1 1,1-1,0-1,-1 1,1-1,0 1,0-2,0 1,0-1,0 0,0 0,0 0,0-1,0 0,0 0,0-1,-1 0,1 0,0 0,-1 0,0-1,1 0,-1 0,0-1,-1 1,1-1,0 0,-1 0,0-1,0 1,-1-1,1 0,3-6,-2 1,1-1,-1 0,-1-1,0 1,0-1,-1 0,-1 1,0-1,-1-1,0 1,-1 0,0 0,1 11,-1 1,0-1,1 1,-1-1,0 1,1-1,-1 1,0-1,0 0,0 1,1-1,-1 1,0-1,0 1,0-1,0 0,0 1,0-1,0 1,0-1,0 0,0 1,-1-1,1 1,0-1,0 0,0 1,-1-1,1 1,0-1,-1 1,1-1,0 1,-1-1,1 1,-1 0,1-1,-1 1,1-1,-1 1,1 0,-1 0,1-1,-1 1,1 0,-1 0,0 0,1-1,-1 1,1 0,-1 0,0 0,1 0,-1 0,1 0,-1 0,0 0,1 0,-1 1,1-1,-1 0,1 0,-1 1,0-1,-5 10,0 1,0-1,1 1,1 1,0-1,0 0,2 1,-1 0,0 9,2-16,1-1,-1 0,1 0,0 1,0-1,1 0,-1 1,1-1,0 0,0 0,0 0,1 0,-1 0,1 0,0 0,0 0,1 0,-1-1,1 1,0-1,0 0,0 0,0 0,0 0,1-1,-1 1,1-1,-1 0,1 0,0 0,0 0,0-1,4 1,25 6,1-1,0-2,0-2,0-1,0-1,0-2,3-2,-31 3,70-4</inkml:trace>
  <inkml:trace contextRef="#ctx0" brushRef="#br0" timeOffset="54575.356">21572 752,'-6'-9,"0"1,0-1,-1 1,0 0,-1 1,1-1,-1 2,-1-1,1 1,-1 0,0 1,-1 0,1 0,-1 1,0 1,0-1,0 2,0-1,-1 1,1 1,-7-1,12 3,-1 0,1 0,0 0,0 1,0-1,0 1,1 0,-1 1,0-1,1 1,0 0,-1 0,1 0,0 1,1-1,-1 1,1 0,-1 0,1 0,1 1,-1-1,0 1,1-1,0 1,0 0,0 0,1 1,-1-2,1-1,0 1,0-1,0 1,1-1,-1 1,1 0,0-1,0 1,0 0,0-1,1 1,0-1,-1 1,1-1,1 1,-1-1,0 1,1-1,0 0,-1 0,1 0,0 0,1 0,-1 0,1 0,-1-1,1 1,0-1,0 0,0 0,0 0,0 0,0 0,0-1,1 1,-1-1,3 0,6 1,0-1,0-1,0 0,0-1,1 0,-1-1,-1 0,1-1,0 0,0-1,-1 0,0-1,0 0,0-1,-1 0,0-1,0 0,0 0,-1-1,0-1,-1 1,6-9,-11 14,-3 3,0-1,0 1,0-1,0 1,0-1,0 1,0-1,0 1,0-1,0 1,0 0,1-1,-1 1,0-1,0 1,0 0,1-1,-1 1,0-1,1 1,-1 0,0-1,1 1,-1 0,0 0,1-1,-1 1,1 0,-1 0,1 0,-1-1,0 1,1 0,-1 0,1 0,-1 0,1 0,-1 0,1 0,-1 0,1 0,-1 0,0 0,1 0,-1 0,1 0,-1 1,1-1,-1 0,1 0,-1 0,0 1,1-1,-1 0,0 1,1-1,-1 0,1 1,0 51,-2-46,0 0,1 0,0 0,0 1,0-1,1 0,0 0,0 0,1 0,-1 0,1 0,1 0,-1-1,1 1,0-1,0 0,0 1,1-1,0-1,1 2,-1-3,0 0,0 0,0 0,1-1,-1 1,1-1,0 0,-1-1,1 1,0-1,0 0,0 0,0-1,0 1,0-1,0 0,0 0,0-1,1 0,-2 1,1-2,0 1,0-1,0 1,0-1,-1 0,1-1,-1 1,0-1,0 0,0 0,0-1,0 1,-1-1,1 1,-1-1,0 0,0-1,0 1,-1 0,0-1,1 1,-2-1,1 0,0-1,5-16,-2-1,0 0,-2 0,0 0,-1 0,-2 0,0-1,-2 1,0 0,-2 0,0 0,-2 0,7 23,-1 0,0 1,0-1,0 0,1 0,-1 0,0 0,0 0,1 0,-1 0,0 0,0 0,0 0,1 0,-1 0,0 0,0 0,1 0,-1 0,0 0,0 0,1 0,-1 0,0 0,0 0,0 0,1 0,-1-1,0 1,0 0,0 0,1 0,-1 0,0-1,0 1,0 0,0 0,1 0,-1 0,0-1,0 1,0 0,0 0,0-1,0 1,0 0,0 0,0-1,0 1,0 0,0 0,0 0,0-1,0 1,0 0,0 0,0-1,0 1,0 0,0 0,0-1,0 1,0 0,-1 0,1 0,0-1,0 1,0 0,0 0,21 15,-11-6,185 79,-192-86,1 1,-1 0,0-1,0 2,0-1,0 0,-1 0,1 1,-1 0,0-1,0 1,0 0,0 0,-1 0,1 0,-1 0,0 0,-1 1,1-1,-1 0,0 1,0-1,0 0,0 0,-1 1,1-1,-1 0,0 0,-1 0,0 2,-2 49,4-52,1 0,-1 0,1 0,0 0,0 0,0-1,0 1,1 0,-1-1,1 1,-1-1,1 0,0 1,0-1,0 0,0 0,0 0,1 0,-1-1,1 1,-1 0,1-1,-1 0,1 0,0 0,0 0,0 0,-1 0,3 0,86 5,-75-6,-1 0,1-1,-1-1,0-1,0 0,0-1,0 0,0-1,-1-1,0 0,0-1,-1-1,0 0,0-1,-1 0,0-1,0 0,-1-1,-1 0,0-1,0 0,0-2,-8 11,0-1,-1 1,1-1,-1 1,1-1,-1 0,0 0,-1 1,1-1,-1 0,1 0,-1 0,0 0,-1 0,1 0,-1 1,0-1,0 0,0 0,0 1,0-1,-1 1,0-1,1 1,-2-1,1 1,0 0,0 0,-1 0,0 0,0 1,1-1,-1 1,-1-1,1 1,0 0,-1 0,1 1,-1-1,-2 0,1 1,1 1,0 0,-1 0,1 1,-1-1,1 1,0 0,0 0,-1 0,1 1,0 0,0 0,0 0,0 0,1 0,-1 1,1-1,-1 1,1 0,0 0,0 1,0-1,1 0,-1 1,1 0,-1-1,1 1,1 0,-1 0,0 1,1-1,0 0,0 0,0 1,1-1,-1 0,1 1,0-1,0 1,1-1,-1 0,1 1,0-1,1 4,4 2,0 0,0 0,1 0,0 0,1-1,0-1,0 1,1-1,0 0,1-1,-1 0,1-1,1 0,-1-1,1 0,0 0,0-1,0 0,1-1,0-1,3 1,43 11,1-3,55 3,4-4</inkml:trace>
  <inkml:trace contextRef="#ctx0" brushRef="#br1" timeOffset="154032.906">21210 6567,'-8'-29,"4"46,3 69,3-1,10 52,-2-18,-4 27,0-140,-3-21,-23-129,-25-376,45 519,0 1,1-1,-1 1,0 0,0-1,0 1,1-1,-1 1,0 0,1-1,-1 1,0-1,1 1,-1 0,1 0,-1-1,0 1,1 0,-1 0,1-1,-1 1,1 0,-1 0,1 0,-1 0,1 0,-1 0,1 0,-1 0,1 0,-1 0,1 0,-1 0,1 0,-1 0,1 0,-1 0,0 0,1 1,-1-1,1 0,-1 0,1 1,-1-1,0 0,1 1,-1-1,1 0,-1 1,0-1,0 0,1 1,-1-1,0 1,0-1,1 1,-1-1,0 1,0-1,0 1,0-1,0 1,13 6,2-3,0-1,0-1,0 0,1-1,-1-1,0-1,0 0,12-2,17-1,585-41,-615 44,-10 0,0 0,0 1,0-1,0 1,0 0,0 0,0 0,0 1,0-1,0 1,0 0,-1 0,1 0,0 1,1 0,-3 2,-1-1,1 0,-1 0,0 1,0-1,-1 1,1-1,-1 1,0-1,1 1,-1-1,-1 1,1 0,-1-1,1 0,-2 3,1 8,-2 80,5-1,5 28,7 40,-13-153,0-6,0 0,0 0,-1 0,1 0,0 0,-1 0,0 1,1-1,-1 0,0 0,0 1,0-1,-1 0,1 0,0 1,-1-1,1 0,-1 0,0 0,0 0,0 0,0 0,0 0,0 0,-1 0,1 0,-1-1,1 1,-1 0,1-1,-1 1,0-1,0 0,0 0,0 0,-1 1,-94 3,-77 4,-52-10,80 0,53 15,69-17,24 0</inkml:trace>
  <inkml:trace contextRef="#ctx0" brushRef="#br1" timeOffset="154738.566">21652 6714,'-2'-1,"0"1,1-1,-1 0,0 0,0 0,1 1,-1-1,0 1,0 0,0-1,0 1,0 0,0 0,1 0,-1 0,0 1,0-1,0 0,0 1,0-1,1 1,-1 0,0 0,0 0,1-1,-1 1,1 1,-1-1,1 0,-1 0,1 1,0-1,0 0,-1 1,1-1,0 1,0 0,0-1,1 1,-1 0,0 0,1-1,-1 1,1 0,-1 0,1 0,0 0,0 0,0 0,0 1,-1 3,-1 0,1 0,1 0,-1 1,1-1,0 1,0-1,1 0,0 0,0 1,1-1,-1 0,1 0,1 0,-1 0,1-1,0 1,0-1,1 1,-1-1,1 0,0 0,1-1,-1 1,1-1,0 0,4 2,0-1,1 0,0-1,0-1,0 1,0-2,0 1,1-1,-1-1,1 0,-1-1,1 0,0 0,-1-1,1 0,-1-1,0-1,1 1,-1-2,0 1,-1-1,1-1,-1 0,1 0,-1-1,-1 0,1 0,-1-1,0 0,-5 1,0 0,0-1,0 1,-1 0,0-1,-1 1,1-1,-1 0,0 0,-1 1,0-1,0 0,0 0,-1 0,0 1,0-1,0 0,-1 1,0-1,-1 1,0 0,0 0,0 0,0 0,-1 0,0 1,-4-5,0 4,0 0,0 1,0 1,-1-1,0 1,0 1,0 0,0 0,0 1,-1 0,1 0,-1 1,1 0,-1 1,0 0,1 1,-1 0,1 0,-1 1,1 0,0 1,0 0,0 0,0 1,0 0,1 1,-1 0,1 0,1 0,-5 5,6-4,1 0,0 1,0 0,1-1,-1 2,1-1,1 0,0 1,0 0,0 0,1 0,0 0,1 0,0 0,0 0,0 0,1 1,1-1,-1 0,1 0,1 1,-2-4,1 23</inkml:trace>
  <inkml:trace contextRef="#ctx0" brushRef="#br2" timeOffset="194523.719">23630 8425,'18'5,"22"1,23 0,25-1,25-4,20-4,18-5,10-2,0 0,-6 2,-14 3,-17 1,-23 2,-24 1,-23 3,-23-1,-21 0,-13-1</inkml:trace>
  <inkml:trace contextRef="#ctx0" brushRef="#br2" timeOffset="195314.605">24231 7650,'-18'12,"0"1,0 0,2 2,-1 0,2 0,0 2,1 0,1 0,0 2,1-1,1 1,1 1,1 0,1 1,0-1,2 1,0 1,-1 12,6-30,0-1,0 1,0-1,0 1,1-1,-1 1,1-1,0 1,0 0,1-1,-1 1,1-1,-1 1,1-1,0 1,1-1,-1 0,0 1,1-1,0 0,0 0,0 0,0 0,0 0,0-1,1 1,0-1,-1 1,1-1,0 0,0 0,0 0,0 0,1-1,-1 1,1-1,7-1,-1 0,1-1,-1-1,1 1,-1-2,1 1,-1-2,0 1,0-1,-1-1,1 0,-1 0,0-1,-1 0,1 0,-1-1,0 0,12-10,0-1,-2 0,0-2,-1 0,-1-1,0 0,-2-1,-1-1,-1 0,-1-1,-1-1,0 1,-3-1,0-1,-1 1,-1-1,-2 0,0-1,-2 1,-1 0,-1-1,-4-17,3 31,-1 0,0 0,-1 1,-1 0,0-1,-1 1,0 1,0-1,-6-5,9 13,0-1,0 2,0-1,-1 0,0 1,1-1,-1 1,0 0,-1 0,1 1,0-1,-1 1,1 0,-1 0,0 0,0 1,0 0,0 0,0 0,0 1,0-1,0 1,0 0,0 1,0-1,-1 1,0 1,1-1,-1 2,1-1,-1 0,1 1,0 0,0 0,1 1,-1 0,0-1,1 1,0 1,0-1,0 1,1-1,0 1,0 0,0 0,0 1,1-1,-2 5,-1 4,1-1,0 1,1-1,0 1,1 0,1 0,1 0,0 11,6 11,1-1,2 0,1 0,2-1,1 0,2-1,1 0,1-2,22 29,112 164,-149-222,-1 1,0-1,1 1,0-1,-1 0,1 0,0 1,0-1,0-1,1 1,-1 0,0-1,1 1,-1-1,1 1,-1-1,1 0,0 0,-1 0,1-1,0 1,0-1,-1 1,1-1,0 0,0 0,0 0,0-1,-1 1,1 0,1-1,19-14,-1-3</inkml:trace>
  <inkml:trace contextRef="#ctx0" brushRef="#br2" timeOffset="195623.854">24712 7985,'-1'3,"-1"-1,1 1,-1 0,1 0,0 0,0 1,0-1,1 0,-1 0,1 0,-1 1,1-1,0 0,1 1,-1-1,0 0,1 0,0 0,0 1,0-1,0 0,0 0,1 0,-1 0,1-1,0 1,0 0,0-1,0 1,0-1,0 1,1-1,-1 0,1 0,0 0,-1-1,1 1,0-1,2 2,4-1,-1 1,1-1,0-1,0 1,0-1,0-1,0 0,0 0,0-1,0 0,0 0,0-1,0-1,-1 1,1-1,-1-1,0 1,0-1,0-1,0 0,-1 0,0 0,0-1,0 0,0 0,-1-1,0 0,-1 0,0 0,0-1,0 1,0-3,-4 7,0-1,0 1,0-1,-1 1,1-1,-1 0,0 1,0-1,0 0,-1 1,1-1,-1 1,0-1,0 1,0-1,-1 1,1-1,-1 1,1 0,-1 0,0 0,-1 0,1 0,0 0,-1 1,1-1,-1 1,0-1,0 1,0 0,0 0,-3-1,-1 0,0 0,0 0,0 1,0 0,0 0,-1 0,1 1,-1 0,1 1,-1-1,1 2,-1-1,1 1,-1 0,-4 2,1 1,0 1,1 0,0 1,0 0,0 1,1 0,0 0,1 1,-1 0,1 1,1-1,0 2,0-1,1 1,0 0,0 0,1 1,1-1,0 1,0 0,0 4,-12 34</inkml:trace>
  <inkml:trace contextRef="#ctx0" brushRef="#br2" timeOffset="196598.819">23723 10725,'182'8,"-1"-8,77-14,-165 8,626-24,-705 31,-39-1,4-2,1 0</inkml:trace>
  <inkml:trace contextRef="#ctx0" brushRef="#br2" timeOffset="198223.477">24191 9268,'2'0,"8"0,11-2,18-1,21-2,20-3,20-2,12 1,9 1,-3 3,-13 2,-23 1</inkml:trace>
  <inkml:trace contextRef="#ctx0" brushRef="#br2" timeOffset="197245.111">24486 9949,'-9'-2,"1"0,-1 0,0 1,0 1,0-1,0 1,0 1,1-1,-1 2,0-1,0 1,1 0,-1 1,1 0,-1 1,1-1,0 2,1-1,-1 1,1 0,0 0,0 1,0 0,1 1,0-1,0 1,-2 5,1-2,1 1,0-1,0 2,2-1,-1 0,1 1,1 0,0 0,1 0,0 0,1 0,0 2,1-8,0 1,0-1,1 0,-1 1,1-1,1 0,-1 0,1 0,1 0,-1 0,1 0,0 0,0-1,0 1,1-1,0 0,0 0,0 0,1-1,-1 0,1 0,0 0,0 0,1-1,0 1,0-1,0 0,1 0,-1 0,1-1,0 0,0-1,-1 1,1-1,0 0,0-1,0 0,0 0,0-1,0 1,0-2,0 1,0-1,-1 0,1 0,0-1,-1 1,0-2,0 1,0-1,0 0,0 0,-1 0,0-1,0 0,0 0,0 0,2-4,6-14,-1-1,-1-1,-1 0,-2 0,0-1,-1 0,-2 0,-1-1,-1 0,-1 1,-1-1,-2-7,3 9,0-9,-1 0,-1 0,-2 0,-2-1,-4-18,7 49,1 0,-1 0,0 0,0 1,0-1,0 0,-1 1,1-1,-1 1,0-1,0 1,0 0,-1 0,1 0,-1 0,1 0,-1 1,0-1,0 1,0 0,-1 0,1 0,0 0,-1 0,0 1,1-1,-1 1,0 0,1 0,-1 1,0-1,0 1,0 0,0 0,0 0,1 0,-1 1,0-1,-2 2,-1 1,1 0,0 0,-1 1,1 0,0 1,1-1,-1 1,1 0,0 0,0 1,1 0,-1-1,1 2,0-1,1 0,0 1,0 0,0-1,-1 7,0 2,0 1,0-1,2 1,0 0,0 0,2 0,0 0,1 10,7 6,0-1,2 1,2-1,0-1,2 0,2-1,0-1,2 0,1-1,1-1,12 11,91 130,-121-165,-2-1,0 0,1 0,-1 0,1 0,-1 0,1 0,-1 0,1 0,0 0,-1-1,1 1,0 0,0 0,0 0,0-1,-1 1,1-1,0 1,0-1,0 1,1-1,-1 1,0-1,0 0,0 1,0-1,0 0,1 0,6-3</inkml:trace>
  <inkml:trace contextRef="#ctx0" brushRef="#br2" timeOffset="197602.177">24900 10191,'-3'3,"0"0,1 0,-1 1,1-1,-1 1,1 0,0-1,0 1,1 0,-1 0,1 1,0-1,0 0,0 0,1 0,-1 1,1-1,0 0,0 1,1-1,-1 0,1 0,0 1,0-1,0 0,1 0,0 0,-1 0,1 0,1-1,-1 1,0 0,1-1,0 0,0 0,0 0,0 0,0 0,1 0,3 0,0 1,0-1,0-1,1 0,-1 0,1 0,0-1,-1 0,1 0,0-1,0 0,-1 0,1-1,0 0,0 0,-1-1,1 0,-3 1,-1 0,1-1,-1 1,0-1,0 0,0 0,0-1,0 1,0-1,-1 0,1 1,-1-2,0 1,0 0,0-1,0 1,0-1,-1 0,0 0,1 0,-2 0,1 0,0-1,-1 1,0 0,0-1,0 1,0-1,-1-2,0 3,-1 0,1 0,-1-1,0 1,0 0,-1 0,1 0,-1 1,0-1,0 0,0 0,0 1,-1 0,1-1,-1 1,0 0,0 0,0 0,0 1,-1-1,1 1,-1 0,1 0,-1 0,-3-1,-1-1,-1 1,1 0,0 0,-1 1,1 0,-1 1,1 0,-1 0,0 1,1 0,-1 1,-2 0,1 1,1 1,-1 1,1 0,0 0,0 0,0 1,1 1,0-1,0 1,0 1,0 0,1 0,0 0,1 1,0 0,0 0,-4 8,-3 6</inkml:trace>
  <inkml:trace contextRef="#ctx0" brushRef="#br3" timeOffset="-199765.308">435 4896,'-78'-37,"74"40,15 7,176 130,-125-85,-2 3,-3 3,36 50,-80-95,-13-17,0 1,0 0,0 0,0 0,0 0,0-1,0 1,0 0,0 0,0 0,0-1,0 1,0 0,0 0,0 0,0-1,0 1,0 0,0 0,0 0,0 0,1-1,-1 1,0 0,0 0,0 0,0 0,0-1,0 1,1 0,-1 0,0 0,0 0,0 0,0 0,1 0,-1 0,0 0,0-1,0 1,1 0,-1 0,0 0,0 0,-3-10</inkml:trace>
  <inkml:trace contextRef="#ctx0" brushRef="#br3" timeOffset="-199336.925">770 4789,'-38'44,"30"-32,-175 324,76-128,98-193,9-15,0 0,-1 0,1 0,-1 0,1 0,0 0,-1 0,1 0,0 0,-1 0,1 0,-1-1,1 1,0 0,-1 0,1 0,0-1,-1 1,1 0,0 0,0-1,-1 1,1 0,0-1,0 1,-1 0,1-1,0 1,0 0,0-1,0 1,-1 0,1-1,0 1,0 0,0-1,0 1,0-1,0 1,0 0,0-1,0 1,0-1,0 1,1 0,-1-1,0 1,0 0,0-1,0 1,0 0,1-1,-1 1,0 0,0-1,1 1,-1 0,0-1,1-16,-1-1</inkml:trace>
  <inkml:trace contextRef="#ctx0" brushRef="#br3" timeOffset="-198647.173">169 4629,'127'-16,"521"-28,-476 26,-171 18,0 0,1 0,-1 0,1 0,-1 0,1-1,-1 1,0 0,1-1,-1 1,0-1,1 1,-1-1,0 1,1-1,-1 0,0 0,0 0,0 0,0 0,0 0,0 0,0 0,0 0,0 0,-1-1,-1-3</inkml:trace>
  <inkml:trace contextRef="#ctx0" brushRef="#br3" timeOffset="-197342.668">169 4629,'-3'-1,"1"1,0 0,0 0,0 0,0 0,-1 1,1-1,0 1,0-1,0 1,0 0,0 0,0-1,0 1,0 1,0-1,1 0,-1 0,0 1,1-1,-1 1,1-1,-1 1,1 0,0 0,0-1,-1 1,1 0,1 0,-1 0,0 0,0 0,1 0,-1 1,1-1,0 0,0 0,-1 0,1 0,1 1,-1-1,-5 13,-25 73,4 1,3 1,1 24,19-92,2 0,0 0,1 0,1 0,1 0,1 0,1 0,1 0,1-1,4 7,6 19,-7-24,-1-1,-1 1,-1 1,-1-1,-1 1,-1 2,-3-24,0-1,-1 1,1-1,0 1,0-1,0 1,0-1,0 1,0-1,1 1,-1-1,0 1,1-1,-1 0,1 1,0-1,-1 0,1 1,0-1,0 0,0 0,0 0,0 1,0-1,0 0,0 0,0-1,1 1,-1 0,0 0,1-1,-1 1,0 0,1-1,-1 1,1-1,-1 0,1 0,-1 1,1-1,-1 0,1 0,-1 0,1 0,0-1,73-2,1-4,40-10,68-7,-6 16,-89 6,1-4,38-10,-33-2,-84 2,-12 5</inkml:trace>
  <inkml:trace contextRef="#ctx0" brushRef="#br3" timeOffset="-195934.85">1090 4549,'5'1,"1"1,-1-1,0 1,0 0,0 1,-1-1,1 1,0 0,-1 0,0 0,0 1,0 0,0-1,0 1,-1 1,3 3,18 17,179 137,43 24,-230-177,-15-8,1-1,-1 0,0 1,1-1,-1 1,0-1,0 1,1 0,-1-1,0 1,0 0,0 0,0 0,0 0,0 0,0 0,0 0,0 0,0 1,-1-1,1 0,-1 0,1 1,-1-1,1 0,-1 1,1-1,-1 0,0 1,0-1,0 1,0-1,0 0,0 1,0-1,0 1,-1-1,1 1,-9 13,-1 0,0-1,0 0,-2 0,0-2,-8 8,15-15,-180 170,-7-9,165-143,12-11,19-15,52-40,-58 41,-3 3</inkml:trace>
  <inkml:trace contextRef="#ctx0" brushRef="#br3" timeOffset="-192709.111">1759 4910,'226'8,"-161"-4,1-3,0-2,12-4,65-2,625-7,449 41,353-28,-801-50,-427 20,855-71,-294 32,1057-103,-1014 123,-732 42,703-25,-78 3,433-27,-830 31,781-27,-470 27,450-22,279-6,208 2,-507 20,-56 20,11-2,-205 6,506 3,-1167-8,-222 6,-50 1,-6-2</inkml:trace>
  <inkml:trace contextRef="#ctx0" brushRef="#br1" timeOffset="157237.579">10301 6688,'3'430,"-4"-419,1 0,0 0,1 0,0-1,1 1,0 0,1-1,0 0,0 1,1-1,1 0,0-1,0 1,0-1,2 0,-1 0,6 5,-8-12,-1-1,0 1,1-1,-1 0,1 0,-1-1,1 1,-1-1,1 0,0 0,-1 0,1 0,0 0,-1-1,1 0,-1 1,1-1,-1-1,0 1,1 0,-1-1,19-5,36-3,1 2,0 3,0 3,48 4,-40-2,193 1,-255 0,-1-1,0 0,0 1,0-1,0-1,0 1,0-1,0 1,0-1,0 0,0-1,0 1,0-1,0 0,-1 1,1-2,-1 1,1 0,-1-1,0 1,0-1,0 0,0 0,0 0,-1-1,0 1,1-1,-1 1,0-3,-6-160,-32-327,36 491,1 1,-1-1,0 1,0-1,0 1,0-1,0 0,0 1,0-1,0 1,0-1,-1 1,1-1,-1 1,1-1,-1 1,0-1,1 1,-1 0,0-1,0 1,0 0,0 0,0 0,0-1,0 1,-1 0,1 0,0 1,-1-1,1 0,0 0,-1 1,1-1,-1 1,1-1,-1 1,1-1,-1 1,-1 0,-108 22,-232-18,196-5,122 0,17 0,-1 0,0 1,1 0,-1 0,0 1,0 0,1 0,-1 1,1 0,-1 0,1 1,0 1,0-1,0 1,0 0,1 1,-5 3,12-7,-16 18,16-19,0-1,0 1,1 0,-1 0,0 0,0-1,1 1,-1 0,0 0,0 0,1 0,-1 0,0 0,1 0,-1-1,0 1,0 0,1 0,-1 0,0 0,1 0,-1 0,0 0,1 1,-1-1,0 0,1 0,-1 0,0 0,0 0,1 0,-1 0,0 1,0-1,1 0,-1 0,0 0,0 1,1-1,-1 0,0 0,0 1,0-1,0 0,1 0,-1 1,0-1,0 0,0 1,0-1,0 0,0 1,0-1,0 0,0 1,0-1,0 0,0 0,0 1,0-1,0 0,0 1,0-1,0 0,0 1,-1-1,1 0,0 0,24-5,-12 2</inkml:trace>
  <inkml:trace contextRef="#ctx0" brushRef="#br1" timeOffset="158112.656">10609 6875,'73'-91,"22"-41,-80 117,-8 29,-5 238,7-100,-9-150,0-1,0 1,0-1,0 0,0 1,0-1,-1 0,1 1,0-1,-1 0,1 1,-1-1,1 0,-1 0,0 1,1-1,-1 0,0 0,0 0,0 0,0 0,0 0,0 0,0 0,0-1,0 1,-1 0,1-1,0 1,0-1,-1 1,1-1,0 1,-1-1,1 0,0 0,-1 0,1 0,0 0,-1 0,1 0,0 0,-1 0,1 0,0-1,-1 1,1-1,0 1,-1-1,1 0,-11-2,-11-3,33 3,255-15,-247 15,-14 0,-9 2</inkml:trace>
  <inkml:trace contextRef="#ctx0" brushRef="#br0" timeOffset="61147.702">9203 8453,'25'440,"4"436,-24-700,19 96,-14 8,-6-72,20 60,-25 40,4-278,3-38,-3-7</inkml:trace>
  <inkml:trace contextRef="#ctx0" brushRef="#br0" timeOffset="63540.142">9230 8581,'0'-70,"-3"-1,-10-41,-47-391,59 495,0 7,1 0,-1-1,0 1,1-1,-1 1,1-1,0 1,0-1,-1 0,1 1,0-1,0 1,0-1,1 0,-1 1,0-1,0 1,1-1,-1 1,1-1,0 1,-1-1,1 1,0 0,0-1,0 1,0 0,0 0,0-1,0 1,1 0,-1 0,0 0,1 0,-1 1,1-1,-1 0,1 0,-1 1,1-1,-1 1,1 0,158 4,264-40,-409 36,508-28,-380 12,124-13,22 11,334-16,-272 15,64-18,-413 37,-1 0,1-1,-1 1,1 0,-1 0,1 1,-1-1,1 0,-1 0,0 1,1-1,-1 1,1-1,-1 1,0-1,1 1,-1 0,0 0,0 0,0-1,0 1,1 0,-1 1,0-1,-1 0,1 0,0 0,0 0,0 1,-1-1,1 0,-1 1,1-1,-1 0,0 1,1-1,-1 1,0-1,0 0,0 1,0-1,0 1,0 0,-16 202,26 267,-7 51,3-431,4 0,12 41,-10-65,-1 29,-3 1,-6 12,11 129,10-56,-2-21,-2 116,-14-161,6 0,9 26,40 508,17 46,-68-590,7 7,-7-101,-2-33,-3-3</inkml:trace>
  <inkml:trace contextRef="#ctx0" brushRef="#br0" timeOffset="77769.188">9377 11130,'-14'36,"1"1,3 1,0 0,3 1,1-1,3 1,0 0,4 30,-2-44,0 562,1-585,-1-1,1 1,0-1,0 1,-1 0,1-1,0 1,0-1,1 1,-1 0,0-1,0 1,1-1,-1 1,1-1,0 1,-1-1,1 1,0-1,0 1,0-1,0 0,0 1,0-1,0 0,0 0,1 0,-1 0,0 0,1 0,-1 0,1-1,-1 1,1 0,-1-1,1 1,0-1,-1 0,1 1,0-1,-1 0,1 0,1 0,46 3,0 3,-1 1,0 2,19 8,134 21,-80-31,115-8,437-43,-584 36,223-6,74 14,-152 1,262-1,-307 27,-10-27,-176 0</inkml:trace>
  <inkml:trace contextRef="#ctx0" brushRef="#br0" timeOffset="78711.187">9725 8491,'-5'-11,"-1"-1,1 9,0 18,2 20,1 22,1 17,0 11,1 5,0-3,1-7,-1-11,0-14,0-24,0-17</inkml:trace>
  <inkml:trace contextRef="#ctx0" brushRef="#br0" timeOffset="79081.277">9645 8607,'-30'-142,"30"142,-1-1,1 0,-1 0,1 1,-1-1,1 0,0 0,-1 0,1 1,0-1,0 0,0 0,-1 0,1 0,0 0,0 0,0 1,0-1,1 0,-1 0,0 0,0 0,1 0,-1 1,0-1,1 0,-1 0,1 0,-1 1,1-1,-1 0,1 1,-1-1,1 0,0 1,-1-1,1 1,0-1,0 1,-1-1,1 1,0-1,0 1,0 0,0 0,0-1,-1 1,1 0,0 0,0 0,0 0,0 0,0 0,0 0,0 0,0 0,0 0,0 1,12 4,1 1,-1 1,0 0,0 0,-1 2,0-1,-1 1,6 7,12 9,-1 1,-2 1,-1 1,-1 1,-2 2,-1 0,-1 1,-2 0,-2 2,-1 0,-1 1,-2 0,2 16,-10-33,-1 0,-1 1,0-1,-2 1,0-1,-1 1,-2 1,3-14,-1 0,0-1,-1 1,1-1,-1 1,0-1,-1 0,1 0,-1 0,0 0,0 0,-1 0,1-1,-1 0,0 0,-1 0,1 0,-1 0,1-1,-1 0,0 0,-1 0,1 0,-5 1,-8 0,0 0,0-2,0 0,0 0,0-2,-1 0,-17-3,16 1,0 2,-1 0,1 0,0 2,-1 1,0 0,-5 5</inkml:trace>
  <inkml:trace contextRef="#ctx0" brushRef="#br0" timeOffset="80027.255">9310 10139,'74'18,"-50"-12,1 1,-1 1,-1 1,1 2,-2 0,1 1,4 4,-18-10,-1 0,1 0,-1 1,0 0,-1 1,1 0,-2 0,1 0,-1 1,-1 0,1 0,-1 0,-1 1,0-1,-1 1,0 0,0 0,0 3,-2-7,-1 0,0 0,0 0,0 0,-1 0,0 0,0 0,0 0,-1 0,0 0,0-1,-1 1,0-1,0 0,0 1,0-1,-1 0,0-1,0 1,0-1,-1 0,1 0,-1 0,0 0,0-1,-4 2,-9 5,0-1,-1-1,0-1,-1 0,1-1,-1-1,-10 1,-90 22,104-22</inkml:trace>
  <inkml:trace contextRef="#ctx0" brushRef="#br0" timeOffset="80505.935">10126 10152,'-1'0,"1"0,-1 0,0 0,1 0,-1 0,1-1,-1 1,1 0,-1 0,0 0,1-1,-1 1,1 0,-1 0,1-1,-1 1,1 0,0-1,-1 1,1-1,-1 1,1-1,0 1,-1 0,1-1,0 1,0-1,-1 1,1-1,0 0,0 1,0-1,0 1,0-1,-1 1,1-1,0 1,0-1,1 0,-1 1,0-1,0 1,0-1,0 1,0-1,1 1,-1-1,-1-5,0 3,0 0,0 0,-1 1,1-1,-1 0,0 1,0-1,0 1,0-1,0 1,-1 0,1 0,-1 0,1 0,-1 1,0-1,0 1,0-1,0 1,0 0,0 0,0 0,0 0,0 1,0-1,-1 1,1 0,0 0,-4-1,1 1,-1 0,1 0,0 1,-1 0,1 0,0 0,0 1,-1 0,1 0,0 1,1-1,-6 4,4 0,0 0,0 0,1 1,-1-1,2 1,-1 1,1-1,0 1,1 0,0 0,0 0,1 0,0 1,0-1,0 6,-12 134,14-141,1 0,0 0,0 0,0 0,1-1,0 1,0 0,1 0,0 0,0-1,0 1,1-1,0 0,1 1,-1-1,1-1,0 1,1 0,0-1,-1 0,2 0,-1-1,1 1,-1-1,4 2,5-3,0 0,0-1,0 0,0-1,0-1,1 0,-1-1,0 0,0-1,0-1,0 0,0-1,-1 0,0-1,0-1,4-2,81-40,-62 25</inkml:trace>
  <inkml:trace contextRef="#ctx0" brushRef="#br0" timeOffset="80780.715">10460 10075,'-8'11,"3"147,5-135,-2 8,2-1,2 1,1 0,1-1,2 0,1 0,4 9,-3-21</inkml:trace>
  <inkml:trace contextRef="#ctx0" brushRef="#br0" timeOffset="81173.664">10768 10049,'-12'21,"-1"-1,0 0,-1 0,-2-2,0 1,-1-2,0 0,-1-1,-2-1,1-1,-2 0,0-2,0 0,-1-1,-1-1,-9 2,16-5,16-6,0 0,0 0,1 0,-1-1,0 1,1 0,-1 0,1 0,-1-1,1 1,-1 0,1-1,-1 1,1 0,0-1,-1 1,1-1,0 1,-1-1,1 1,0-1,0 0,0 1,-1-1,1 0,0 0,0 1,0-1,0 0,0 0,0 0,-1 0,1 0,0 0,0 0,1 0,0 0,261 85,-224-71,0-3,1 0,0-3,0-1,1-2,35-1,-36-5</inkml:trace>
  <inkml:trace contextRef="#ctx0" brushRef="#br0" timeOffset="82012.563">11623 8556,'-15'16,"0"2,1-1,1 1,0 1,2 1,0-1,1 2,1-1,1 1,1 0,1 1,1 3,3-20,0 0,1 0,0 1,0-1,1 0,-1 1,1-1,0 1,1-1,-1 0,1 1,0-1,1 0,-1 0,1 0,0 0,1 0,-1 0,1 0,0-1,0 1,0-1,1 0,-1 0,1 0,0 0,1 0,-1-1,0 0,1 0,0 0,0-1,1 1,1-1,-1-1,2 0,-1 0,0 0,0-1,0 0,0 0,0-1,0 0,0 0,0-1,0 0,0 0,0 0,-1-1,1 0,-1 0,0-1,3-1,9-7,-1 0,0-1,-1-1,-1 0,0-1,-1 0,4-6,-1-1,-1-1,-1 0,-1 0,-1-2,-2 1,0-2,-2 1,0-1,-2-1,-1 1,-2-1,1-7,-4 27,0 1,0-1,-1 0,1 0,-2 1,1-1,-1 0,0 1,0-1,-1 0,0 1,0-1,0 1,-1 0,0 0,-1 0,1 0,-1 0,0 1,0 0,-1-1,0 2,0-1,0 0,-1 1,1 0,-1 0,0 1,0-1,-1 1,1 1,0-1,-1 1,0 0,-6-1,5 3,0 0,0 1,0 0,1 0,-1 1,0 0,1 0,-1 0,1 1,-1 0,1 1,0 0,1 0,-1 0,1 0,0 1,0 0,0 1,1-1,0 1,0 0,0 0,-1 4,-1 0,1 0,0 1,1 0,0 0,1 0,0 0,1 1,0 0,1-1,1 1,-1 0,2 0,0 0,1 9,7 9,0 0,3-1,0 0,2 0,1-1,1-1,2 0,1-1,19 22,-13-15,6 9,-1 1,-3 1,-1 1,-3 2,-2 0,6 22,-10-7</inkml:trace>
  <inkml:trace contextRef="#ctx0" brushRef="#br0" timeOffset="83023.435">12078 10731,'-11'-79,"10"76,0 0,0 1,0-1,-1 1,0-1,1 1,-1 0,0 0,0 0,0 0,0 0,-1 0,1 0,0 1,-1-1,0 1,1 0,-1-1,0 1,1 0,-1 1,0-1,0 0,0 1,0-1,0 1,0 0,-10 1,0 1,1 0,-1 1,0 0,1 0,0 2,0-1,0 2,0-1,1 2,0-1,0 1,1 1,0 0,1 0,-1 1,-3 6,-1-1,0 0,2 2,0 0,1 0,0 1,1 0,1 0,1 1,1 0,1 1,0 0,1 0,1 0,1 0,1 1,1-1,1 8,0-22,0 0,0-1,1 1,0 0,0 0,0-1,1 1,-1-1,1 1,0-1,1 0,-1 1,1-1,0 0,0-1,0 1,0 0,1-1,0 0,-1 0,1 0,0 0,1-1,-1 1,0-1,1 0,-1 0,1 0,0-1,0 0,0 0,-1 0,1 0,0-1,0 0,0 0,0 0,0 0,0-1,0 0,1 0,10-6,0 0,0-1,-1-1,0 0,-1-1,0 0,-1-1,0-1,0 0,-1-1,-1 0,-1 0,0-1,0-1,-2 0,0 0,3-9,4-2,-2-2,-1 0,-1 0,-2-1,0 0,-2 0,-2-1,-1 0,-1 0,-2 0,0 0,-3-8,1 31,-1-1,0 1,0-1,0 1,-1 0,0 0,0 0,-1 0,0 0,0 1,-4-4,7 8,-1 0,0 0,0 0,0 1,0-1,0 0,0 1,-1-1,1 1,-1 0,1 0,-1 0,1 0,-1 0,1 0,-1 1,0-1,0 1,1 0,-1 0,0 0,1 0,-1 0,0 1,0-1,1 1,-1-1,0 1,1 0,-1 0,1 0,-1 0,1 1,-2 0,-5 6,0 0,1 1,-1 0,2 0,0 1,0 0,1 0,0 0,0 1,1 0,1 0,0 0,1 0,0 1,0-1,2 1,-1 0,2 0,0 5,1 13,2-1,1 0,2 0,1 0,1-1,1 0,2-1,1 1,1-2,1 0,4 3,-16-25,23 44,2 0,2-1,3-2,34 38,-49-65</inkml:trace>
  <inkml:trace contextRef="#ctx0" brushRef="#br0" timeOffset="83272.776">11716 10255,'14'-9,"14"-2,15-1,14 3,9 3,7 2,4 2,-3-1,-13-2,-17-1</inkml:trace>
  <inkml:trace contextRef="#ctx0" brushRef="#br1" timeOffset="120407.231">20141 10110,'-701'0,"698"-1,1 1,-1-1,0 1,1 0,-1-1,0 1,1 0,-1 1,0-1,1 0,-1 1,0 0,1 0,-1-1,1 1,-1 1,1-1,-1 0,1 1,0-1,0 1,0 0,0-1,0 1,0 0,0 0,1 0,-1 1,1-1,-1 0,1 1,0-1,0 1,0 0,3 161,6 51,5 479,5-371,50 230,-2-170,11 136,-40-149,-17-132,-3-40,-7 114,-11 10,1-320,1 0,-1 0,0 0,0 0,0 0,-1 0,1 0,0-1,-1 1,0 0,1 0,-1 0,0 0,0-1,0 1,0 0,0-1,0 1,0-1,0 1,-1-1,1 0,-1 1,1-1,-1 0,1 0,-1 0,0 0,0 0,1 0,-1-1,0 1,0-1,0 1,0-1,0 0,0 1,-149 3,91-6,-564 2,44 27,72-17,-258 24,27-10,-542 65,422-37,655-33,-611 34,-733-53,217-28,537-38,211 11,-570-50,742 59,-146 12,-406-7,33 14,43 27,704-4,12-2,0 9,-7 7,-327 39,277-46,50 27,166-27,6-2,1 0,-1 0,1 0,0 1,-1 0,1 0,0 0,0 1,0 0,0 0,1 0,-1 0,1 1,-2 2,-18 23,10-12</inkml:trace>
  <inkml:trace contextRef="#ctx0" brushRef="#br1" timeOffset="123009.411">9219 10417,'-135'-17,"-33"3,-1 6,-157 15,307-6,15-1,0-1,-1 1,1 1,0-1,-1 0,1 1,0 0,-1 0,1 0,0 1,0-1,0 1,0 0,0 0,2 2,1-1,0 0,-1 0,1 0,0 1,0-1,1 0,-1 1,1-1,0 1,0-1,0 1,0-1,0 1,1-1,0 1,0 8,33 262,-15-152,25 154,22 183,-36 115,-18-12,16-11,-21-267,-2 218,9-364,-7-26,1 44,-8-156,0 0,-1 0,1 0,0 0,-1 0,1 0,0 0,-1 0,1 1,0-1,-1 0,1 0,0 0,-1 0,1 0,0 1,0-1,-1 0,1 0,0 1,0-1,-1 0,1 0,0 1,0-1,0 0,-1 0,1 1,0-1,0 0,0 1,0-1,0 0,0 1,0-1,0 0,0 1,0-1,0 0,0 1,-8-7,4 2,0 0,-1 1,1 0,-1 0,0 0,0 0,0 1,0 0,0 0,-1 0,1 1,-1-1,1 1,-1 1,1-1,-1 1,1 0,-1 0,0 0,1 1,-1 0,1 0,-1 1,1-1,0 1,0 1,0-1,0 0,0 1,0 0,0 0,1 1,0-1,-1 1,2 0,-1 0,0 1,1-1,-1 1,1-1,-2 6,2-3,1 0,0 1,0-1,1 1,0 0,0-1,0 1,1 0,0 0,1-1,0 1,0 0,1-1,0 1,0-1,0 1,1-1,0 0,1 0,0-1,0 1,0-1,1 1,-1-1,2-1,-1 1,1-1,0 0,0 0,0 0,0-1,1 0,0 0,0-1,0 0,0 0,0-1,1 0,4 1,-8-2,1-1,-1 1,1-1,-1 0,1 0,-1-1,1 1,-1-1,0 0,1 0,-1-1,0 1,0-1,0 0,0 0,0 0,0-1,0 1,-1-1,1 0,-1 0,0 0,0 0,0-1,0 1,-1-1,1 0,-1 0,0 0,0 0,0-1,2-3,0-1,-1 0,-1 0,1 0,-1 0,-1 0,1-1,-2 1,1 0,-1-1,-1 1,0-1,0 1,-2-7,1 10,0 0,-1 0,0 0,0 0,0 0,-1 1,1-1,-1 1,-1 0,1 0,-1 1,0-1,0 1,0 0,-3-2,5 5,0-1,0 0,0 1,0-1,0 1,-1 0,1 0,0 0,-1 1,1-1,-1 1,1 0,0 0,-1 0,1 0,-1 0,1 1,0 0,-1 0,1 0,0 0,0 0,-1 0,1 1,0 0,0-1,1 1,-1 0,-2 3,-2 2,0 1,0 0,1 1,0 0,1 0,0 0,0 0,1 1,0 0,1 0,0 0,1 0,0 0,0 1,1-1,1 1,-1-1,2 1,-1-1,2 6,-1-14,0 1,-1 0,1-1,0 1,0 0,0-1,1 1,-1-1,1 0,-1 1,1-1,0 0,0 0,0 0,0 0,0 0,0-1,0 1,1-1,-1 1,1-1,-1 0,1 0,-1 0,1 0,0 0,-1-1,1 1,0-1,0 0,-1 0,1 0,0 0,0 0,-1 0,1-1,0 0,0 1,-1-1,1 0,-1 0,1 0,-1-1,1 1,-1-1,0 1,1-1,-1 0,6-3,-1-1,0 1,0-1,0-1,-1 1,0-1,0 0,-1 0,0-1,0 0,0 0,-1 0,-1 0,1-1,-1 1,-1-1,0 0,0 0,0 0,-1 0,-1 0,1 0,-2 0,1 0,-1-1,-1 1,1 0,-1 1,-1-1,0-1,0 7,1-1,-1 1,0-1,0 1,0 0,0 0,0 1,-1-1,1 1,-1-1,0 1,0 0,0 0,0 1,0-1,0 1,0 0,-1 0,1 0,0 1,0 0,-1-1,1 1,-1 1,1-1,0 1,0 0,-1 0,1 0,0 0,0 1,0-1,0 1,0 0,0 0,1 1,-1-1,1 1,-2 1,-128 106,85-71</inkml:trace>
  <inkml:trace contextRef="#ctx0" brushRef="#br1" timeOffset="124319.841">2240 14602,'-1'-2,"0"1,0-1,0 1,0-1,0 1,0-1,0 1,-1 0,1 0,-1 0,1-1,-1 1,1 1,-1-1,1 0,-1 0,0 1,0-1,1 1,-1-1,0 1,0 0,-2-2,-14-2,0 0,-1 1,0 1,1 1,-1 0,0 2,1 0,-1 1,1 0,-1 2,1 0,0 1,0 1,1 1,-12 6,1-5,22-9</inkml:trace>
  <inkml:trace contextRef="#ctx0" brushRef="#br1" timeOffset="125087.304">1826 13372,'0'62,"1"-71,-1 0,0 0,0 0,-1 0,0 0,-1 0,0 1,0-1,-1 1,0-1,0 1,-1 0,0 0,-1 0,1 0,-1 1,-3-2,2 1,-1 1,0 0,0 1,-1 0,0 0,0 0,0 1,-1 0,1 1,-1 0,0 0,-1 1,1 0,-1 1,1 0,-1 0,0 1,1 0,-1 1,0 0,0 1,0 0,1 0,-1 1,1 0,-1 1,-1 1,3 3,1 1,0 0,0 0,1 1,0 0,0 0,1 1,0-1,1 1,0 0,0 0,1 1,1-1,0 1,0 0,1-1,0 1,1 0,0 0,1 3,-2 14,0 0,2 0,1-1,1 1,1 0,5 11,-7-29,1-1,0 0,1 1,-1-2,2 1,-1 0,1-1,1 0,-1 0,2 0,-1-1,1 0,0 0,0-1,0 0,1 0,0 0,1-1,-1-1,3 1,8 1,1-1,1-1,-1-1,0-1,1-1,-1-1,1 0,-1-2,1 0,-1-1,0-1,0-1,0-1,-1-1,0 0,0-2,0 0,-1-1,-1-1,1-1,-5 4,-4 1</inkml:trace>
  <inkml:trace contextRef="#ctx0" brushRef="#br1" timeOffset="125591.965">2214 13225,'-1'1,"-1"-1,1 0,0 0,0 0,0 1,0-1,-1 1,1-1,0 1,0-1,0 1,0 0,0-1,0 1,0 0,0 0,1 0,-1-1,0 1,0 0,1 0,-1 0,0 1,1-1,-1 0,1 0,0 0,-1 0,1 0,0 1,0-1,-1 0,1 0,0 0,0 1,0-1,1 0,-1 0,0 1,0-1,1 0,-1 0,1 1,-2 2,-2 73,3 0,3-1,4 0,6 21,-13-92,0 0,0 0,0-1,1 1,0 0,0 0,0-1,1 1,0-1,0 1,0-1,0 1,0-1,1 0,0 0,0-1,0 1,0 0,1-1,0 0,-1 0,1 0,0 0,5 2,5-1,2-1,-1 0,0-1,1-1,-1 0,0-1,1-1,-1 0,9-3,70-13,-69 11,1 0,0 2,-1 1,1 2,1 0,25 3,-35 1</inkml:trace>
  <inkml:trace contextRef="#ctx0" brushRef="#br1" timeOffset="125883.211">2895 13252,'-4'16,"0"14,3 12,5 9,6 8,3 2,2 1,-2-4,0-5,-1-4,0-9,1-8,-3-11</inkml:trace>
  <inkml:trace contextRef="#ctx0" brushRef="#br1" timeOffset="126312.574">3296 13265,'-27'16,"-247"172,234-152,40-35,0 0,0 0,0 0,0 0,0 0,0 0,0 0,0 0,1 0,-1 0,0 0,1 0,-1 0,1 0,-1-1,1 1,-1 0,1 0,-1 0,1-1,0 1,0 0,-1-1,1 1,0 0,0-1,0 1,-1-1,1 0,0 1,0-1,0 0,0 1,0-1,0 0,0 0,0 0,5 3,38 25,-2 2,-1 1,-2 3,-1 1,11 14,-46-45,2 2,1 1,0-1,0 0,0 0,1 0,0-1,0 0,0-1,0 1,1-1,0-1,0 0,0 0,0 0,0-1,1 0,-1-1,1 0,-1 0,1 0,0-1,-1-1,1 0,2 0,2-4,0 0,0-1,0 0,-1-1,0-1,-1 0,0 0,5-6,2-1</inkml:trace>
  <inkml:trace contextRef="#ctx0" brushRef="#br1" timeOffset="126590.393">3818 13747,'0'13,"2"8,5-1,7-3,7-5,7-9,8-7,7-8,5-3,3-5,1 0,-10 3</inkml:trace>
  <inkml:trace contextRef="#ctx0" brushRef="#br1" timeOffset="127307.474">4566 13292,'27'142,"-6"0,0 117,-29-455,1 26,9-59,-2 216,0 8,0-1,0 1,1 0,-1-1,1 1,0 0,1 0,-1 0,1 0,0 0,0 0,2-2,-3 6,1 0,0 0,-1 0,1 1,0-1,0 1,0-1,-1 1,1-1,0 1,0 0,0 0,0 0,-1 0,1 0,0 0,0 1,0-1,0 1,-1-1,1 1,0-1,0 1,-1 0,1 0,-1 0,1 0,-1 0,1 0,-1 1,1-1,0 2,5 1,20 11,0-1,1-2,0 0,1-2,0-2,0 0,1-2,0-1,1-1,-1-2,13-1,-10-1,-7 0</inkml:trace>
  <inkml:trace contextRef="#ctx0" brushRef="#br1" timeOffset="127579.758">4566 13519,'21'10,"17"2,13-3,10-5,4-6,3-2,-2-3,-5 0,-12 1</inkml:trace>
  <inkml:trace contextRef="#ctx0" brushRef="#br1" timeOffset="127958.772">5342 13318,'-8'-3,"0"1,0 0,0 0,0 0,0 1,-1 0,1 1,0 0,0 0,0 1,-1 0,1 0,0 1,0 0,0 0,0 1,1 0,-1 0,1 1,0 0,0 1,0-1,0 1,1 0,0 1,0 0,0 0,1 0,0 0,0 1,0 0,1 0,0 0,1 1,0-1,-3 8,6-10,-1-1,1 1,0 0,1-1,-1 1,1 0,0-1,0 1,0-1,0 1,1-1,0 0,0 1,0-1,1 0,-1 0,1 0,0-1,0 1,0-1,0 1,80 59,-18-25,-46-29,0 1,0 1,-1 0,-1 2,0 0,0 1,-2 0,1 1,-2 1,11 15,-22-27,-1 1,1-1,-1 1,1-1,-1 1,-1 0,1 0,-1 0,0 0,0 0,0 0,-1 0,1 0,-1 0,0 0,-1 0,0 0,1 0,-1 0,-1 0,1 0,-1 0,0 0,0 0,0-1,-1 1,0-1,0 0,0 0,0 0,-1 0,1 0,-1-1,0 1,-8 2,-1 0,0 0,0-1,-1-1,1 0,-1-1,0-1,0 0,0-1,0 0,0-1,0 0,0-1,0-1,0-1,0 1,-4-4,-27-8,44 14,0-1,0 1,0 0,0-1,0 1,1-1,-1 1,0-1,0 0,1 1,-1-1,1 1,-1-1,0 0,1 0,-1 1,1-1,-1 0,1 0,0 0,-1 0,1 0,0 1,0-1,-1 0,1 0,0 0,0 0,0 0,0 0,0 0,0 0,1 0,-1 0,0 1,0-1,1 0,-1 0,0 0,1 0,-1 0,1 1,-1-1,1 0,-1 0,1 1,48-39,-16 19</inkml:trace>
  <inkml:trace contextRef="#ctx0" brushRef="#br1" timeOffset="128586.618">5743 13505,'0'38,"-1"49,4 0,3 0,6 12,-1-63,2-48,-6-17,-2-1,0 0,-2 0,-1 0,-2-19,0 21,2-62,-4-1,-7-37,5 198,4-67,-1 1,1 0,0-1,0 1,1 0,-1-1,1 1,0-1,0 1,0 0,0-1,1 0,-1 1,1-1,0 0,0 0,0 0,0 0,0 0,1 0,0-1,-1 1,1-1,0 0,0 0,0 0,1 0,-1 0,0-1,1 1,-1-1,1 0,-1 0,1 0,-1 0,1-1,0 0,-1 0,1 0,0 0,0 0,1-1,11-5,0 0,-1-1,0-1,0-1,0 0,-1-1,0 0,-1-1,0-1,-1 0,-1 0,0-2,0 0,12-15,-2 0,-1-2,-1-1,13-30,-16 39,-16 23,1 0,-1 0,1 0,-1 0,1 0,0 0,-1 0,1 0,-1 0,1 0,-1 0,1 0,-1 1,1-1,-1 0,1 0,-1 1,0-1,1 0,-1 1,1-1,-1 1,0-1,1 0,-1 1,0-1,1 1,-1-1,0 1,0-1,1 1,-1-1,0 1,0-1,0 1,0-1,0 1,0-1,0 1,0-1,0 1,0-1,0 1,0 0,0-1,0 1,0-1,27 233,-24-206,1 0,2 0,0 0,2-1,1 0,1 0,2-1,0 0,1-1,11 12,-8-15</inkml:trace>
  <inkml:trace contextRef="#ctx0" brushRef="#br1" timeOffset="130089.145">3845 13893,'474'-11,"-464"11,8-1,0 1,0 0,0 1,1 1,-1 1,-1 1,1 1,15 5,-33-10,-1 0,0 0,0 1,0-1,0 0,1 0,-1 1,0-1,0 0,1 1,-1-1,0 1,1-1,-1 1,0-1,1 1,-1-1,1 1,-1-1,1 1,-1 0,1 0,-1-1,1 1,0 0,-1 0,1-1,0 1,0 0,-1 0,1 0,0-1,0 1,0 0,0 0,0 0,0-1,0 1,1 0,-1 0,0 0,0-1,1 1,-1 0,0 0,1-1,-1 1,1 0,-1 0,1-1,-1 1,1-1,-1 1,1 0,0-1,-1 1,1-1,0 0,-1 1,1-1,0 1,0-1,-1 0,-24 2,-1 0,0-2,0-1,0-2,0 0,1-1,-1-1,-21-3,-115-14,-1 8,-52 6,156 10,54 1,13 0,18 0,112-1,0-6,52-12,111-4,-274 20,-21 0,-15 0,-748-26,735 27,21-1,0 1,0-1,0 0,0 0,0 0,0 0,0 0,0 1,0-1,0 0,0 0,0 0,0 0,0 1,0-1,0 0,0 0,0 0,0 0,-1 0,1 0,0 1,0-1,0 0,0 0,0 0,0 0,-1 0,1 0,0 0,0 0,0 0,0 0,172 9,340-9,-491-1,-47-8,-43 0,0 3,0 3,-6 4,29-1,-15-1,0 2,0 4,-28 6,51 2,53-2,10-8,1-1,0 0,0-2,0-2,-1 0,1-1,0-2,23-7,-45 11,378-99,-513 140,70-26,-1-3,-1-3,-14-1,43-6</inkml:trace>
  <inkml:trace contextRef="#ctx0" brushRef="#br1" timeOffset="130950.362">2508 14923,'-18'7,"-16"6,-10 9,-7 11,-2 12,1 9,6 12,7 12,11 14,10 12,15 10,17 7,18 1,14-5,16-10,15-18,13-15,-9-22</inkml:trace>
  <inkml:trace contextRef="#ctx0" brushRef="#br1" timeOffset="131657.492">3310 15310,'-18'2,"-1"1,1 0,-1 2,1 0,0 1,1 1,-1 0,2 1,-1 1,1 1,0 0,1 1,0 1,1 0,0 1,1 1,1 0,0 1,1 0,-5 8,7-10,1 0,0 0,1 1,1 0,0 0,1 0,0 1,1-1,1 1,0 0,1 1,1-1,0 0,1 0,1 1,0-1,1 0,1 0,0 0,1 0,1-1,0 1,1-1,0 0,1-1,1 1,0-2,1 1,3 2,-1-4,0-1,1-1,0 0,0 0,1-1,0-1,1 0,0-1,0-1,0 0,0 0,1-2,0 0,0 0,0-2,0 0,0 0,0-1,0-1,0-1,0 0,0-1,-1 0,1-2,-1 1,0-2,0 0,-1 0,1-2,-1 1,-1-2,8-5,-7 5,-1-1,0 0,0-1,-1-1,0 0,-1 0,0-1,-1 0,0 0,-1-1,-1-1,0 1,-1-1,-1 0,0 0,-1-1,-1 1,0-1,-1 0,-1 0,0 0,-1 0,-1 0,-1 0,0 0,-1 0,0 1,-2-3,-2 1,-1 0,-1 1,0-1,-2 2,1-1,-2 1,0 1,-1 0,0 1,-1 1,0 0,-1 0,-11-6,16 12,0 1,-1 0,1 0,-1 1,0 0,0 1,0 0,0 0,-1 2,1-1,0 1,-1 1,0 0,1 1,0 0,-1 1,1 0,0 1,-1 0,2 0,-1 2,-8 3,-1 5,0 1,0 1,2 1,0 1,1 0,0 1,1 1,2 1,0 0,1 0,1 2,0-1,2 2,1-1,1 1,0 1,2-1,1 1,0 7,3 76,10-70</inkml:trace>
  <inkml:trace contextRef="#ctx0" brushRef="#br1" timeOffset="131993.595">3270 15217,'-3'-3,"3"2,-1 0,1 0,-1 0,1-1,-1 1,0 0,1 0,-1 0,0 0,1 0,-1 1,0-1,0 0,0 0,0 0,0 1,0-1,0 1,0-1,0 1,0-1,-1 1,1-1,0 1,0 0,0 0,-1-1,1 1,0 0,0 0,0 0,-1 1,1-1,0 0,0 0,0 1,0-1,-1 0,1 1,0-1,0 1,0 0,0-1,0 1,0 0,0 0,0-1,0 1,0 0,-5 83,58 392,-16-18,-18-290,-17-149,-2-6</inkml:trace>
  <inkml:trace contextRef="#ctx0" brushRef="#br1" timeOffset="132240.932">3189 16420,'2'-5,"6"-3,6-3,7-2,7-1,8 3,6-1,6 3,4 3,-1 2,-3 2,-7 2,-7 2,-12 1,-14 0,-9 0</inkml:trace>
  <inkml:trace contextRef="#ctx0" brushRef="#br1" timeOffset="132788.074">3015 15070,'5'0,"8"-3,11-2,13-3,11-5,10-2,3-1,0 3,-2 2,-8 5,-10 2,-12 2</inkml:trace>
  <inkml:trace contextRef="#ctx0" brushRef="#br1" timeOffset="133095.854">3243 15083,'0'7,"4"9,5 13,4 11,3 7,1 8,-3 3,-3 1,-4-9</inkml:trace>
  <inkml:trace contextRef="#ctx0" brushRef="#br1" timeOffset="133590.533">3991 14896,'23'20,"17"17,14 12,11 10,4 8,3 10,-5 8,-11 11,-15 12,-14 15,-20 11,-23 11,-28 9,-29 5,-29-6,2-27</inkml:trace>
  <inkml:trace contextRef="#ctx0" brushRef="#br2" timeOffset="175207.54">7200 8706,'0'0,"-1"1,1-1,0 0,-1 1,1-1,0 0,0 0,0 1,-1-1,1 0,0 1,0-1,0 1,0-1,-1 0,1 1,0-1,0 0,0 1,0-1,0 1,0-1,0 0,0 1,0-1,0 0,1 1,-1-1,0 1,0-1,0 0,0 1,0-1,1 0,-1 1,0-1,0 0,1 1,-1-1,0 0,0 0,1 1,-1-1,0 0,1 0,-1 0,0 1,1-1,-1 0,1 0,-1 0,0 0,1 0,-1 0,0 0,1 0,-1 0,1 0,-1 0,0 0,1 0,-1 0,98 12,-78-12,899 0,-511 0,-251 13,-25 0,24 0,-47-11,-110-1,1-1,0 0,0 0,0 0,0 1,-1-1,1 0,0 0,0 1,0-1,0 0,0 0,0 1,0-1,0 0,0 0,-1 1,1-1,0 0,0 0,0 1,0-1,1 0,-1 0,0 1,0-1,0 0,0 0,0 1,0-1,0 0,0 0,1 1,-1-1,0 0,0 0,0 0,0 1,1-1,-1 0,0 0,0 0,0 0,1 1,-1-1,-9 1</inkml:trace>
  <inkml:trace contextRef="#ctx0" brushRef="#br2" timeOffset="175799.949">7842 7784,'0'-5,"0"1,0 4,2 8,3 10,1 13,0 11,-2 9,-2 7,0 3,-1 1,-1-4,0-5,0-7,-1-9,1-9,0-8</inkml:trace>
  <inkml:trace contextRef="#ctx0" brushRef="#br2" timeOffset="176227.373">7708 7691,'33'8,"-1"2,0 2,-1 1,0 1,-1 2,16 11,-15-8,-1 0,-1 3,-1 0,-2 1,23 26,-39-38,0 0,-1 1,0 1,-1 0,0 0,-1 0,0 1,-2 0,1 0,-2 0,0 1,0 0,-2 0,0 0,0 3,-2-10,0-1,-1 1,0-1,0 1,-1-1,0 1,0-1,0 0,-1 0,0 0,-1 0,0 0,0-1,0 0,-1 0,1 0,-2 0,1-1,0 0,-1 0,0 0,0-1,-1 1,1-2,-1 1,0-1,-2 1,-12 5,-2-2,1 0,-1-1,0-1,0-1,0-2,-1 0,-6-1,-138-4,162 2,14-1,-2 1,9-2</inkml:trace>
  <inkml:trace contextRef="#ctx0" brushRef="#br2" timeOffset="177697.509">8283 8332,'45'-52,"-2"-3,-2-2,-4-1,10-22,-26 47,-20 34,0-1,0 1,0 0,-1 0,1 0,0 0,0 0,-1 0,1 0,-1 1,1-1,-1 0,1 0,-1 0,0 1,0-1,1 0,-1 0,0 0,0 1,0-1,0 0,-1 0,1 1,0-1,0 1,0-2,-3 430,3-428,1 0,-1-1,0 1,0 0,1-1,-1 1,0 0,-1 0,1-1,0 1,0 0,-1-1,1 1,-1 0,1-1,-1 1,0 0,0-1,1 1,-1-1,0 0,0 1,-1-1,1 0,0 1,0-1,-1 0,1 0,0 0,-1 0,1 0,-1-1,1 1,-1 0,0-1,1 1,-1-1,0 1,1-1,-1 0,0 0,0 0,-123-3,248 10,76-2,-177-12,-19 1</inkml:trace>
  <inkml:trace contextRef="#ctx0" brushRef="#br2" timeOffset="183843.822">12441 8680,'45'10,"38"-8,0-4,70-10,-77 5,534-11,-382 17,170-24,-388 24</inkml:trace>
  <inkml:trace contextRef="#ctx0" brushRef="#br2" timeOffset="187879.516">13443 7476,'-12'3,"1"0,0 1,0 0,0 0,0 2,1-1,-1 1,1 0,1 1,-1 0,1 1,1 0,-1 1,1-1,1 1,-4 6,-7 11,1 1,1 1,2 0,1 0,-6 21,10-26,1 1,2 0,0 0,1 0,2 0,0 1,2 0,0 0,1-21,1 1,-1-1,1 1,0-1,0 1,0-1,0 0,1 0,0 0,0 0,0 0,0 0,1 0,-1 0,1-1,0 0,0 1,1-1,-1 0,0 0,1-1,0 1,0-1,0 0,0 0,0 0,0 0,0-1,0 0,1 0,-1 0,1 0,-1-1,1 1,-1-1,1 0,0-1,9-2,0-1,-1 0,1-1,-1-1,0 0,-1-1,0 0,0-1,0 0,-1-1,0 0,-1-1,0 0,0 0,-1-1,0-1,-1 1,-1-1,4-9,4-4,-1-2,-2 1,-1-2,0 0,-3 0,0 0,-2-1,-1-1,-1 1,-1 0,-2-1,-1 0,-1 1,-2-1,-4-17,5 33,-1 0,-1 0,0 1,-1 0,0-1,-1 2,-5-8,9 16,1 1,-1 0,0 0,-1 0,1 0,-1 0,1 1,-1-1,0 1,0 0,0-1,0 1,0 1,0-1,-1 0,1 1,-1 0,1-1,-1 2,1-1,-1 0,0 1,1-1,-1 1,0 0,0 0,1 1,-1-1,0 1,1-1,-1 1,-3 3,0 1,0 0,1-1,0 2,0-1,0 1,0 0,1 0,0 1,0-1,1 1,0 0,0 0,1 1,-1-1,2 1,-1 0,1 0,0 0,1 0,0 0,0 0,0 0,1 0,1 1,-1 35,2-1,2 1,1-1,3 0,2 0,1-1,2 0,2-1,2-1,1 0,19 28,-25-46,-4-6,0 0,0 0,-2 1,0 0,0 0,-2 1,1 7,-5-14</inkml:trace>
  <inkml:trace contextRef="#ctx0" brushRef="#br2" timeOffset="188200.657">13764 7998,'6'-26,"0"0,2 0,0 1,2 0,1 1,1 0,1 1,4-5,-3 11,-14 17,0 0,0 0,0 1,0-1,0 0,0 0,0 1,0-1,0 0,0 0,0 1,0-1,0 0,0 0,0 1,0-1,1 0,-1 0,0 0,0 1,0-1,0 0,1 0,-1 0,0 0,0 1,0-1,1 0,-1 0,0 0,0 0,1 0,-1 0,0 0,0 0,1 0,-1 1,0-1,0 0,1 0,-1 0,0 0,0-1,1 1,-1 0,0 0,0 0,1 0,-1 0,0 0,0 0,1 0,-1 0,0-1,0 1,0 0,1 0,-1 0,0 0,0-1,0 1,0 0,0 0,1 0,-1-1,0 1,0 0,-21 152,17-107,2 0,2 0,2 0,2-1,9 41,-3-33</inkml:trace>
  <inkml:trace contextRef="#ctx0" brushRef="#br2" timeOffset="189483.743">12601 11180,'72'0,"609"-16,-466-2,117-27,-343 47,-4 0</inkml:trace>
  <inkml:trace contextRef="#ctx0" brushRef="#br2" timeOffset="190241.228">13230 10324,'-17'3,"1"0,-1 1,1 0,0 2,0 0,1 1,0 0,0 1,1 1,0 0,0 1,1 0,0 1,1 1,0 0,1 1,0 0,1 0,1 1,0 1,1-1,1 1,0 1,0 1,5-12,1-1,0 1,0-1,0 1,0 0,1-1,0 1,0 0,0-1,1 1,-1 0,1-1,0 1,0-1,1 1,-1-1,1 0,0 1,0-1,1 0,-1 0,1 0,0-1,0 1,0-1,0 0,1 1,0-1,-1-1,1 1,0 0,0-1,0 0,1 0,-1 0,3 0,2 1,1-1,-1 0,1-1,0 0,-1 0,1-1,0-1,-1 1,1-1,0-1,-1 0,1 0,-1-1,0 0,0-1,0 0,0 0,-1-1,1 0,0-1,7-6,0 0,-1-1,0-1,-1 0,0-1,-1-1,-1 0,0 0,2-7,1-5,-2-1,-1 0,-2 0,0-1,-2-1,-1 1,-2-1,-1 0,-1 0,-2-1,-1 1,-1-1,-2 1,-2-4,5 25,-1 0,-1 0,0 0,0 1,-1-1,0 0,-1 1,0 0,0 0,-1 0,0 0,-1 1,0 0,0 0,0 0,-5-3,9 10,0 0,0-1,-1 1,1 0,0 0,-1 1,1-1,-1 0,1 1,-1 0,1-1,-1 1,0 0,1 0,-1 0,1 1,-1-1,1 1,-1-1,1 1,-1 0,1 0,0 0,-1 0,1 0,0 1,0-1,0 1,0-1,0 1,0 0,0 0,0 0,1 0,-2 1,-3 5,0 1,1-1,0 1,0 0,1 1,0-1,0 1,0 4,-3 31,2 1,2-1,2 1,2-1,1 1,3-1,2 0,2 0,6 12,45 224,-58-273,0 4,1 1,1-1,-1 0,2 0,0 0,0-1,1 0,7 11,-1-10</inkml:trace>
  <inkml:trace contextRef="#ctx0" brushRef="#br2" timeOffset="190551.103">13590 10738,'19'-59,"2"0,3 1,12-19,-21 54,-7 42,-7 284,11-239,-3-45</inkml:trace>
  <inkml:trace contextRef="#ctx0" brushRef="#br2" timeOffset="191059.789">13069 9682,'-2'0,"1"3,6 0,10-1,17 1,22-4,20-5,20-7,14-8,6-5,-2-2,-20 3</inkml:trace>
  <inkml:trace contextRef="#ctx0" brushRef="#br2" timeOffset="192359.298">18951 8399,'7'2,"9"3,11 1,12-1,15-1,17-1,17-2,14-2,10-4,6-1,-1-1,-6-1,-12 3,-14 1,-19 1,-17 2,-20 0,-14 1</inkml:trace>
  <inkml:trace contextRef="#ctx0" brushRef="#br2" timeOffset="192913.815">19044 7289,'3'12,"0"12,2 14,0 11,2 10,0 3,0 2,0-2,-2-5,0-8,0-10,-1-9,-1-10</inkml:trace>
  <inkml:trace contextRef="#ctx0" brushRef="#br2" timeOffset="193321.723">18965 7223,'76'66,"-54"-50,12 9,19 12,-1 3,41 43,-80-70,-1 0,0 1,-1 0,0 1,-1 0,-1 1,0 0,-2 1,1-1,-2 2,0-1,1 13,-5-21,-1 0,-1 1,0-1,0 0,0 0,-2 0,1 1,-1-1,0 0,-1 0,0-1,0 1,-1-1,0 1,-1-1,1 0,-2-1,1 1,-1-1,0 0,0-1,-1 1,0-1,0 0,-1-1,0 0,0 0,0-1,0 0,0 0,-1-1,-9 3,-9 0,-1 0,0-2,0-1,0-2,0 0,0-2,0-1,-2-2,31 4,-1 0,0-1,0 1,0 0,1-1,-1 1,0-1,0 1,0 0,0-1,0 1,0-1,0 1,0 0,0-1,0 1,0-1,0 1,0 0,0-1,0 1,0-1,0 1,0 0,-1-1,1 1,0-1,0 1,-1 0,1-1,0 1,0 0,-1 0,1-1,0 1,-1 0,1 0,0-1,-1 1,1 0,0 0,-1 0,1-1,-1 1,1 0,0 0,-1 0,1 0,-1 0,1 0,-1 0,1 0,0 0,-1 0,1 0,-1 0,1 0,0 0,-1 1,1-1,-1 0,1 0,0 0,-1 1,1-1,0 0,-1 0,1 1,18-8,3-1</inkml:trace>
  <inkml:trace contextRef="#ctx0" brushRef="#br2" timeOffset="193664.805">19540 7918,'8'8,"1"-1,0 0,0 0,0-1,1 0,0-1,1 0,-1 0,1-1,0-1,0 1,0-2,4 1,-9-2,0 0,0-1,0 0,0 0,0 0,0-1,0 1,0-1,0-1,-1 1,1-1,0 0,-1-1,1 1,-1-1,0 0,1 0,-2-1,1 0,0 1,-1-2,1 1,-1 0,-1-1,4-3,-4 2,0 0,0 0,0 1,0-2,-1 1,0 0,0 0,-1-1,0 1,0-1,-1 1,1-1,-1 1,-1-1,1 0,-1 1,0-1,-1 1,1 0,-1-1,-1 1,1 0,-1 0,0 0,0 1,-1-1,0 1,0 0,0 0,-1 0,1 0,-1 1,0 0,0 0,-1 0,1 0,-1 1,0 0,0 0,0 1,0 0,0 0,-1 0,1 1,-1-1,1 2,-1-1,1 1,-1 0,1 0,-4 1,4 1,-1 0,0 0,1 0,-1 1,1 0,0 0,0 1,0-1,1 1,-1 1,1-1,0 1,0 0,1 0,-1 0,1 1,0-1,0 1,1 0,0 0,0 1,1-1,-1 1,1-1,0 1,1 0,0 0,0-1,1 1,-1 6,4 15</inkml:trace>
  <inkml:trace contextRef="#ctx0" brushRef="#br3" timeOffset="-201327.697">3431 10163,'-3'0,"0"3,-2 2,-1 1</inkml:trace>
  <inkml:trace contextRef="#ctx0" brushRef="#br0" timeOffset="-166916.124">3644 8800,'0'0</inkml:trace>
  <inkml:trace contextRef="#ctx0" brushRef="#br0" timeOffset="-164221.706">3002 4776,'-3'-1,"0"1,0-1,0 1,0-1,0 1,0 0,0 0,0 0,0 1,0-1,0 1,0 0,0-1,0 1,0 1,0-1,0 0,1 1,-1-1,1 1,-1 0,1 0,-1 0,1 0,0 0,0 0,0 1,0-1,1 1,-1 0,1-1,-2 4,-1 1,1 0,0 0,0 1,1-1,0 1,0 0,0-1,1 1,0 0,1 0,0 0,0 3,1-9,-1-1,0 1,1 0,-1-1,1 1,-1-1,1 1,0-1,0 1,0-1,0 0,0 1,0-1,0 0,0 0,0 0,0 0,1 0,-1 0,1 0,-1 0,0 0,1 0,0-1,-1 1,1-1,-1 1,1-1,0 0,-1 1,1-1,-1 0,1 0,0 0,0-1,57-15,-54 13,0-1,-1 0,1 0,-1 0,0-1,0 0,0 0,0 0,-1 0,0 0,0-1,-1 1,1-1,-1 0,0 0,-1 3,-1 1,1 0,0-1,-1 1,0-1,0 1,0-1,0 1,0-1,0 1,0-1,-1 1,1-1,-1 1,0 0,0-1,0 1,0 0,0-1,0 1,-1 0,1 0,-1 0,0 0,1 1,-1-1,0 0,0 1,0-1,0 1,0-1,0 1,-1 0,1 0,0 0,-1 0,-1 0,-1-1,0 0,0 1,0-1,0 1,0 0,0 0,0 1,0-1,-1 1,1 0,0 1,0-1,-1 1,1 0,0 0,0 1,0 0,0 0,1 0,-1 0,0 1,1-1,0 1,-1 0,1 1,0-1,1 1,-1 0,1 0,-1 0,1 0,0 0,1 1,-1-1,1 1,0 0,0 0,0 0,1 0,-1 0,1 0,1 0,-1 0,1 1,0-1,0 0,0 1,2-2,-1 0,1 0,-1 0,1 0,0 0,1 0,-1-1,1 1,-1-1,1 0,0 0,0 0,1 0,-1 0,1-1,-1 1,1-1,0 0,0 0,0 0,0-1,0 0,0 1,3-1,2 1,-1 0,0-1,1 0,-1 0,1-1,-1 0,1 0,-1-1,0-1,1 1,-1-1,3-1,-8 1,0 1,0 0,0-1,0 1,0-1,0 0,-1 0,1 0,-1 0,1-1,-1 1,0-1,0 1,0-1,0 0,-1 0,1 0,-1 0,1 0,-1 0,0 0,0 0,-1-1,1 1,-1 0,1 0,-1-1,0 1,0 0,-1-1,1 1,-1 0,1 0,-1-1,0 1,0 0,-1 0,1 0,-1 0,1 0,-1 0,0 1,0-1,0 0,0 1,-1 0,1-1,-1 1,1 0,-1 0,0 1,0-1,0 0,-2 0,-1 0,1 0,-1 0,1 1,-1 0,1 0,-1 1,0-1,1 1,-1 0,0 1,1 0,-1-1,1 2,-1-1,1 1,-1-1,1 2,0-1,0 0,0 1,0 0,0 0,1 1,-1-1,1 1,0 0,0 0,0 0,1 1,0-1,0 1,0 0,0 0,0 0,1 0,0 1,0-1,1 1,0-1,0 1,-1 2,2-6,0 0,-1 1,1-1,0 1,0-1,0 0,1 1,-1-1,0 0,1 1,0-1,-1 0,1 0,0 1,0-1,0 0,1 0,-1 0,0 0,1 0,-1 0,1-1,0 1,0-1,0 1,-1-1,1 1,0-1,1 0,-1 0,0 0,0 0,0 0,1-1,-1 1,0-1,1 1,-1-1,2 0,2 1,-1 0,0-1,1 0,-1 0,1-1,-1 1,0-1,1 0,-1-1,0 1,0-1,0 0,0 0,0-1,-1 1,1-1,2-3,-3 2,-1-1,0 1,0-1,0 0,-1 0,1-1,-1 1,-1 0,1-1,-1 1,0-1,0 0,0 1,-1-1,0 0,0 1,-1-1,1 0,-1 1,0-1,-1 1,1-1,-1 1,0 0,-1-1,1 1,-1 0,-1-1,3 4,-1 1,1-1,0 0,0 1,-1 0,1-1,-1 1,1 0,-1 0,0 0,1 0,-1 0,0 0,0 0,1 1,-1-1,0 1,0-1,0 1,0 0,0 0,0 0,0 0,0 0,0 0,0 0,0 1,0-1,1 1,-1-1,0 1,0 0,0-1,1 1,-1 0,0 0,1 1,-4 1,0 1,1 0,0 0,0 0,0 1,0-1,1 1,0 0,0 0,0 0,-2 6,-1 11,1 1,1 0,0 0,2 1,1-1,1 1,1-1,1 0,1 1,1-1,3 7,4 52,7 218,6 13,-9-96,-2-66,-13 92,13-163,-14 40,1-118,-1-1,1 1,-1-1,0 1,0-1,0 0,0 0,0 1,0-1,0 0,0 0,0 0,0 0,0 0,-1 0,1-1,0 1,-1 0,1 0,-1-1,1 1,-1-1,1 0,-1 1,1-1,-1 0,0 0,-17 3</inkml:trace>
  <inkml:trace contextRef="#ctx0" brushRef="#br0" timeOffset="-155775.898">25221 8332,'135'-13,"46"23,-169-8,-9-1,0 0,-1 0,1-1,0 1,0-1,0 1,-1-1,1 0,0 0,0 0,0-1,0 1,0-1,-1 1,1-1,0 0,-1 0,1 0,0-1,-1 1,1 0,-1-1,0 0,1 0,-1 1,0-2,2-10,0-1,-1 0,-1 0,0 0,-1 0,0 0,-1 0,-2-8,2-7,-1-118,0-103,19-109,-7 177,-10-109,-3 124,-6-62,-40-295,-13 188,54 297,1 0,2 0,0-34,0-17,-1-326,-9 326,15 88,-1 1,0-1,0 0,0 1,0-1,0 1,-1-1,1 1,0-1,-1 1,1-1,-1 1,1-1,-1 1,0-1,0 1,0 0,0 0,1-1,-2 1,1 0,0 0,0 0,0 0,0 0,-1 0,1 0,0 1,-1-1,1 0,-1 1,1-1,-1 1,1-1,-1 1,1 0,-1 0,1 0,-1 0,0 0,0 0,-119 13,-66-19,-189-7,189-7,-1078 21,958 7,-32-1,209-8,-80-8,-139-2,170 2,-71 9,97 2,-116 5,-155 39,56-32,-81 13,-38 0,-87-29,214-11,-158 6,-116-12,196 41,6-3,-360 45,395-48,80-3,-455 46,599-43,-458 51,51-13,-123 12,430-49,-150 16,215-8,-204-1,-186 15,116-30,-446-4,241 22,212-19,-140 11,576-19,-538 14,63 13,234-4,206-14,-199 9,-350 68,275-49,-95-11,187-13,165-15,90 3,-1 0,0 1,1-1,-1 0,1 1,0-1,-1 1,1-1,0 1,0 0,0-1,0 1,0 0,0 0,1 0,-1 0,1-1,-1 1,1 0,0 0,-1 0,1 0,0 0,0 0,1 0,-1 0,0 0,1 0,-1 0,1 0,-1 0,1 0,0 0,0 0,0 3,27 295,-26-78,35-72,-24-44,-13-88,-1-9,0-1,1 1,0 0,1-1,-1 1,2-1,-1 1,1-1,1 0,-1 1,1-1,1 0,-1-1,4 6,-2-10,-10-9,-5-1</inkml:trace>
  <inkml:trace contextRef="#ctx0" brushRef="#br0" timeOffset="-154846.309">2601 6487,'10'15,"1"-1,0 0,1-1,0 0,1 0,1-2,0 0,1 0,5 2,8 7,-2-2,1-1,1-2,1 0,0-2,0-1,2-2,-1-1,1-1,0-1,1-2,0-1,0-2,22-1,-25 0,0-1,0-1,0-2,0-1,0-1,-1-1,0-2,0-1,-1-1,0-1,0-1,12-9,3-8,-1-1,-2-2,-1-1,-2-2,-1-2,26-36,-40 37,-20 36,-1-1,0 1,0-1,1 0,-1 1,0-1,0 0,0 1,0-1,0 0,0 1,0-1,0 0,0 0,0 1,0-1,0 0,-1 1,1-1,0 1,0-1,-1 0,1 1,0-1,-1 1,1-1,-1 1,1-1,-1 1,1-1,-1 1,1-1,-1 1,1-1,-1 1,0 0,1 0,-1-1,1 1,-1 0,0 0,1-1,-1 1,0 0,1 0,-1 0,0 0,0 0,1 0,-1 0,0 0,1 1,-1-1,0 0,1 0,-1 1,0-1,-23 5,-4 3</inkml:trace>
  <inkml:trace contextRef="#ctx0" brushRef="#br0" timeOffset="-153962.807">2441 6901,'19'6,"304"190,-293-176,1-2,1-1,1-1,0-2,1-1,0-2,1-1,0-2,36 4,-47-8,-1-1,2-1,-1-1,0-1,0-1,0-2,0 0,-1-1,1-2,-1 0,0-1,0-2,17-9,2-11,-1-2,-2-2,-1-1,-2-2,-1-2,-3-1,0-1,-2-3,32-36,57-90,-118 169,0-1,0 0,0 0,-1 1,1-1,0 0,0 0,-1 0,1 0,-1 0,1 0,-1 0,1 0,-1 0,0 0,1 0,-1 0,0 0,0 0,0-1,0 1,0 0,0 0,0 0,0 0,0 0,-1 0,1 0,0 0,-1-1,1 1,-1 0,1 0,-1 0,1 1,-1-1,0 0,1 0,-1 0,0 0,0 1,0-1,0 0,0 1,1-1,-1 0,0 1,0 0,-1-1,1 1,0-1,0 1,0 0,-1 0,-11-1</inkml:trace>
  <inkml:trace contextRef="#ctx0" brushRef="#br0" timeOffset="-153183.614">2508 7209,'0'-115,"16"135,204 279,-136-162,-48-70,3-1,3-3,3-1,2-2,3-3,2-1,3-3,17 10,-72-62,1 0,0 1,0-1,0 0,0 0,1 0,-1 0,0 0,0 0,0-1,1 1,-1 0,1-1,-1 1,0-1,1 1,-1-1,1 0,-1 1,1-1,-1 0,1 0,-1 0,1 0,-1 0,1 0,-1-1,1 1,-1-1,1 1,-1-1,1 1,-1-1,0 0,1 1,-1-1,0 0,0 0,0 0,1 0,-1 0,0 0,0-1,6-16,-2-1</inkml:trace>
  <inkml:trace contextRef="#ctx0" brushRef="#br0" timeOffset="-152040.105">4072 6661,'-2'0,"0"1,0-1,0 1,0-1,0 1,0 0,0 0,1 0,-1 0,0 0,0 0,1 0,-1 1,1-1,-1 0,1 1,-1 0,1-1,0 1,0 0,0 0,0-1,0 1,0 0,1 0,-1 0,0 0,1 0,0 0,-1 0,1 0,0 0,0 2,-40 198,34-173,-40 181,-16 19,25-110,-49 105,73-194,-2-1,-1 0,-1-1,-1 0,-1-2,-19 20,29-39,0 0,0-1,0-1,0 1,-1-1,0-1,0 0,-1 0,-1-1,-18 9,-67 31,64-19,32-25,1 0,-1 0,1 0,0 0,-1 0,1 0,0 0,0 0,0 0,0 0,0 0,0 0,0 0,0 0,0 0,0 0,1 0,-1 0,0 0,1 0,-1 0,1 0,-1 0,1 0,-1 0,1 0,0 0,0 1,-1-1,1 0,0 1,0-2,7-8</inkml:trace>
  <inkml:trace contextRef="#ctx0" brushRef="#br0" timeOffset="-151562.349">3377 8051,'-4'11,"1"0,0 1,1-1,0 0,0 1,2-1,-1 1,1-1,1 1,0 0,0-2,6 77,5-1,21 82,-2-14,-18-46,-4 0,-5 0,-6 19,2-90,-2-18,-1-19</inkml:trace>
  <inkml:trace contextRef="#ctx0" brushRef="#br0" timeOffset="-150840.279">2388 8185,'21'281,"-5"-125,1 79,-17-229,-1-14,-1-2,-1-7</inkml:trace>
  <inkml:trace contextRef="#ctx0" brushRef="#br0" timeOffset="-150319.157">2281 8212,'9'-6,"1"-1,1 2,-1 0,1 0,0 0,0 2,0-1,0 2,1-1,-1 1,1 1,0 0,4 1,-14 0,31-4,0 2,0 1,0 1,0 2,0 2,0 0,5 4,-31-6,0-1,-1 2,0-1,1 1,-1 0,0 0,0 1,-1 0,1 0,-1 0,0 1,0 0,0 0,-1 0,1 0,-1 1,-1 0,1-1,-1 1,0 1,0-1,-1 0,1 1,-2-1,1 1,-1 0,0 0,0 5,0-8,0 1,0-1,0 1,-1 0,0-1,0 1,0-1,0 1,-1-1,0 1,0-1,0 1,0-1,-1 0,1 1,-1-1,-1 0,1 0,0 0,-1-1,0 1,0 0,0-1,0 0,0 0,-1 0,0 0,1 0,-1-1,0 0,0 1,0-2,-1 1,1 0,-1-1,-138 5,140-6,1 1,0 0,0 0,0 0,-1 0,1 0,0 0,0 0,1 0,-1 1,0-1,0 1,1 0,-1-1,1 1,-1 0,1 0,0 0,0 0,-1 0,2 0,-2 1,-1 9</inkml:trace>
  <inkml:trace contextRef="#ctx0" brushRef="#br0" timeOffset="-149575.146">2294 8880,'4'2,"5"1,4 0,5-1,4 0,5-1,3 0,0-1,0 0,-1 0,-2 0,-5-1,-5 1</inkml:trace>
  <inkml:trace contextRef="#ctx0" brushRef="#br0" timeOffset="-149134.213">2601 8479,'-16'0,"-12"2,-5 3,-3 4,1 1,2 2,4-1,5 0,6-2</inkml:trace>
  <inkml:trace contextRef="#ctx0" brushRef="#br0" timeOffset="-147835.48">3497 8987,'0'5,"0"3,0 1</inkml:trace>
  <inkml:trace contextRef="#ctx0" brushRef="#br0" timeOffset="-125066.813">3484 9134,'0'-1,"0"1,0-1,0 0,1 1,-1-1,0 1,0-1,0 0,1 1,-1-1,0 1,0-1,1 1,-1-1,1 1,-1-1,0 1,1 0,-1-1,1 1,-1-1,1 1,-1 0,1-1,-1 1,1 0,0 0,-1 0,1-1,-1 1,1 0,0 0,-1 0,1 0,-1 0,1 0,0 0,-1 0,1 0,-1 0,1 1,0-1,-1 0,1 0,-1 0,1 1,0-1,387-29,-135-6,-91 8,77-21,-70 30,59-1,378 20,-600-1</inkml:trace>
  <inkml:trace contextRef="#ctx0" brushRef="#br0" timeOffset="-124185.176">5128 7918,'24'8,"179"147,-174-137,-1 2,0 1,-2 1,-1 1,0 1,-2 2,-1 0,-1 1,-1 2,-2 0,-1 0,-1 2,-1 0,-2 1,3 14,-9-10,-1-1,-2 1,-2 0,-1 0,-2 0,-1 0,-2 0,-1-1,-2 1,-2-1,-11 30,-5 1,-2-1,-4-2,-2 0,-3-3,-27 34,54-81,-1 1,-1-1,0-1,-1 0,0-1,-1 0,0-1,-10 6,19-14,19-12,1-5,-1 0</inkml:trace>
  <inkml:trace contextRef="#ctx0" brushRef="#br0" timeOffset="-123231.185">5582 7985,'0'-1,"0"-1,0 1,0 0,0 0,0 0,0 0,0-1,1 1,-1 0,0 0,1 0,-1 0,1 0,-1 0,1 0,0 0,-1 0,1 0,0 0,0 0,-1 1,1-1,0 0,0 0,0 1,0-1,0 1,0-1,0 1,0-1,0 1,1-1,-1 1,0 0,0 0,0 0,0 0,0 0,1 0,-1 0,0 0,0 0,0 0,0 0,0 1,1-1,-1 1,0-1,0 1,0-1,0 1,0-1,1 2,234 87,-220-81,-1 1,0 0,0 1,-1 0,-1 1,0 1,0 0,-1 1,-1 0,0 0,0 2,-2-1,0 1,0 1,-2-1,5 14,6 32,-2 0,-3 1,-3 1,-2 0,-3 0,-3 0,-3 1,-4 19,2-34,-2 0,-2 0,-2-1,-3 0,-11 31,14-54,-1 0,-1-1,-1 0,-2-1,0 0,-1-1,-1-1,-1 0,-1-2,-1 0,-5 3,14-13,0-1,-1-1,0 0,0 0,-1-1,0-1,-7 3,18-8,0 0,1-1,-1 1,1 0,-1 0,0-1,1 1,-1 0,1-1,-1 1,0 0,1-1,-1 1,1-1,0 1,-1-1,1 1,-1-1,1 0,0 1,-1-1,1 1,0-1,0 0,-1 1,1-1,0 0,0 1,0-1,0 0,0 1,0-1,0 0,0 1,0-1,0 0,0 1,0-1,1 0,-1 1,0-1,0 1,1-1,-1 0,0 1,1-1,-1 1,1-1,-1 1,1-1,-1 1,1-1,-1 1,1 0,-1-1,1 1,0 0,0-4,7-15</inkml:trace>
  <inkml:trace contextRef="#ctx0" brushRef="#br0" timeOffset="-122366.986">5743 7985,'129'1,"0"6,0 6,-1 5,-1 6,-1 6,46 20,160 67,-312-109,-1 0,-1 2,1 0,-2 1,1 0,-2 2,0 0,0 1,-1 0,-1 1,0 1,-1 0,0 3,26 27,-32-61,-11-1</inkml:trace>
  <inkml:trace contextRef="#ctx0" brushRef="#br0" timeOffset="-121256.436">5676 9481,'30'11,"-1"-10,-1-2,1-1,-1-2,1 0,-1-2,15-6,-12 5,77-21,-2-5,-1-5,-2-4,87-49,-113 48,-3-4,-2-2,-2-4,-2-2,-3-4,16-21,-73 72,-1 0,0 0,0-1,-1 0,0 0,0-1,-1 0,0 0,-1 0,2-8,7-27,-17 41</inkml:trace>
  <inkml:trace contextRef="#ctx0" brushRef="#br0" timeOffset="-120809.122">7093 8345,'0'6,"0"-1,1 0,-1 0,1 0,0 0,1 0,-1 0,1 0,0 0,0-1,1 1,0-1,-1 1,1-1,0 0,1 0,-1-1,1 1,0-1,0 1,0-1,4 2,111 46,-52-28,-63-22,-1 0,1 0,-1 0,1 0,-1 1,1 0,-1-1,0 1,0 0,0 0,0 1,0-1,0 1,0-1,-1 1,1 0,-1 0,0 0,0 0,0 1,-1-1,1 0,-1 1,1-1,-1 1,0-1,0 1,-1 0,1 0,-1-1,0 1,0 0,0 0,0-1,-1 1,0 0,0 0,-7 7,-1-1,0 0,-1-1,0 0,0-1,-1 0,0 0,0-1,-1 0,0-1,-6 1,8-1,-25 13,1-2,-2-1,0-1,-1-3,-35 8,45-16</inkml:trace>
  <inkml:trace contextRef="#ctx0" brushRef="#br0" timeOffset="-112648.317">14165 8586,'-1'-1,"0"0,0-1,-1 1,1 0,0 0,-1 0,1 0,-1 1,1-1,-1 0,0 1,1-1,-1 1,0-1,1 1,-1 0,0 0,0 0,1 0,-1 0,0 0,0 0,-1 0,-16-1,34 2,109-1,-121-2,-1 1,0-1,0 1,0-1,0 0,0 1,0-1,0 0,-1 0,1-1,-1 1,1 0,-1 0,0-1,0 1,0-1,0 1,0-1,-1 1,1-1,-1 1,1-1,-1 0,0 1,0-1,-1 0,1 1,0-1,-1 1,1-1,-1 1,0-2,0-9,-9-179,-8 0,-22-74,22 150,-54-281,52 258,5-1,5-86,11-252,-15 291,-14 68,28 110,1 8,-1 0,0-1,1 1,-1 0,0 0,0 0,1-1,-1 1,0 0,0 0,0 0,-1-1,1 1,0 0,0 0,-1 0,1-1,-1 1,1 0,-1 0,1 0,-1 0,0 0,1 0,-1 0,0 0,0 0,0 1,0-1,0 0,0 0,0 1,0-1,0 0,0 1,0-1,0 1,0 0,0-1,-1 1,1 0,0 0,0 0,-1-1,-76 20,-270 12,-51-4,97-19,-6 5,-171 14,-10-20,297-9,-303 3,223 12,-124 12,26 21,178-19,-46-5,-295 18,33-13,5 8,-395 67,583-76,211-10,-1-4,-78-2,-65 11,112-6,-160 1,35-8,170-1,0-5,-47-5,-122-25,236 28,1 1,-1 0,1 1,0 0,0 1,0 1,-4 2,-30 12,32-14,1 1,0 1,1 0,-1 1,1 1,1 1,-1 0,2 0,-1 2,-7 7,14-11,0 0,0 0,1 1,0 0,1 0,0 1,0 0,0-1,1 2,1-1,-1 2,-10 137,14-142,-1 44,3 1,2 0,8 33,-2-30,-3 0,-2 0,-2 48,-2-22,4-1,3 0,8 27,25 250,-24-163,-4-60,7-36,-17-96,-1 1,1 0,0-1,0 1,0-1,0 0,0 0,0 0,0 0,0-1,1 1,-1-1,0 0,0 0,0 0,1 0,-1-1,0 1,0-1,0 0,0 0,0 0,0 0,0 0,0-1,3-1,5-1,28-5,0 2,1 2,-1 1,1 2,0 1,1 3,209-15,-126 13,-103-16,-20 8</inkml:trace>
  <inkml:trace contextRef="#ctx0" brushRef="#br0" timeOffset="-111237.239">8417 6060,'-107'67,"-55"11,-91 28,147-64,105-42,1 0,-1 0,1 1,-1-1,1 0,-1 0,1 0,0 1,-1-1,1 0,-1 1,1-1,0 0,-1 1,1-1,0 0,0 1,-1-1,1 0,0 1,0-1,-1 1,1-1,0 1,0-1,0 1,0-1,0 1,0-1,0 1,0-1,0 1,0-1,0 1,0-1,0 0,0 1,0-1,0 1,0-1,1 1,-1-1,0 1,0-1,1 0,-1 1,0-1,0 1,1-1,-1 0,1 1,-1-1,0 0,1 0,-1 1,1-1,27 15,-25-14,222 67,-173-56,-1 2,-1 2,-1 3,27 14,1 15,-65-44,-2-4</inkml:trace>
  <inkml:trace contextRef="#ctx0" brushRef="#br0" timeOffset="-109897.237">11558 5057,'-31'16,"-220"109,50-55,201-70,-1-1,0 1,1 0,-1 0,1 0,-1 0,0 0,1 0,-1 0,1 0,-1 0,0 0,1 1,-1-1,1 0,-1 0,0 0,1 1,-1-1,1 0,-1 1,1-1,-1 1,1-1,0 0,-1 1,1-1,-1 1,1-1,0 1,-1-1,1 1,0-1,0 1,-1 0,1-1,0 1,0-1,0 1,0 0,0-1,0 1,0-1,0 1,0 0,0-1,0 1,0-1,0 1,0 0,1-1,-1 1,0-1,0 1,1-1,-1 1,0-1,1 1,-1-1,1 1,20 17,1 0,0-2,1 0,1-2,0 0,1-2,1-1,0-1,0-1,1-1,5 0,246 62,-233-56,-40-18</inkml:trace>
  <inkml:trace contextRef="#ctx0" brushRef="#br0" timeOffset="32009.81">10181 512,'-27'-2,"1"2,-1 1,1 1,0 1,-1 1,2 2,-1 0,0 2,-18 9,14 0,0 1,2 2,0 1,2 1,0 1,1 1,1 2,-8 12,17-19,1 0,1 1,0 0,2 1,0 1,2 0,0 0,1 1,1 0,2 0,0 0,1 1,1 17,4 316,0-329,1 1,2-1,1 0,1 0,1 0,1-1,2 0,0 0,14 21,14 24,-21-35,1-2,2-1,1 0,2-1,1-2,2 0,0-2,17 13,3-9,2-2,1-2,1-3,11 3,-49-23,246 91,-147-59,-37-18,1-3,1-4,0-3,0-3,1-3,63-6,70 5,-96 2,223 9,33-16,499-71,-556 41,-216 21,-2-5,0-3,-1-5,55-23,-107 32,13-3,-2-2,0-3,26-16,-65 31,-1-1,1 0,-1-1,-1 0,1-1,-2 0,0-1,0 0,-1-1,-1 0,0-1,-1 0,0 0,4-12,-3 0,-2-1,0 0,-2-1,-1 1,-1-1,-2 0,0 0,-2 1,-1-1,-1 0,-2 1,-1-1,0 1,-2 1,-5-9,-1 4,-2 0,-1 1,-1 1,-1 0,-2 2,-1 0,-1 2,-14-12,-47-39,-88-59,136 107,-162-124,-91-70,-9 12,-60-17,299 195,0 2,-2 3,-1 3,0 2,-2 4,-55-10,10 13,0 4,0 5,-1 4,0 6,1 4,0 5,-11 7,-52 16,1 7,3 8,2 8,-5 9,-217 115,232-99</inkml:trace>
  <inkml:trace contextRef="#ctx0" brushRef="#br0" timeOffset="48269.811">25180 10605,'122'-8,"64"-3,343-19,95 0,20 43,-511-14,-1-7,32-9,128 2,-306 15,-5 0</inkml:trace>
  <inkml:trace contextRef="#ctx0" brushRef="#br0" timeOffset="52169.811">26143 10511,'-11'-1,"0"0,0 1,0 0,0 1,0 0,0 0,0 1,0 1,1 0,-1 1,1-1,-1 2,1 0,1 0,-1 1,1 0,0 0,0 1,1 0,0 1,-1 2,7-9,1 1,-1 0,1 0,0-1,0 1,0 0,0 0,0 0,0 0,1 0,-1 0,1 0,-1 1,1-1,0 0,0 0,0 0,0 0,0 1,1-1,-1 0,0 0,1 0,0 0,-1 0,1 0,0 0,0 0,0 0,0 0,1 0,-1-1,0 1,1 0,-1-1,1 1,0-1,-1 0,1 0,1 1,8 3,1 0,-1-1,1 0,0-1,0 0,0-1,0 0,1-1,-1-1,0 0,1 0,-1-1,0-1,1 0,-1-1,0 0,-1-1,11-4,-17 7,0 0,1-1,-1 0,0 0,0 0,0 0,0-1,-1 0,1 0,-1 0,0 0,0-1,0 0,0 0,0 0,-1 0,0 0,0-1,0 0,0 1,-1-1,0 0,0 0,0-1,0 1,-1 0,0-1,0 1,-1 0,1-1,-1 1,0-1,-1-1,-1 2,0-1,-1 1,0-1,0 1,0 0,-1 0,0 1,0-1,0 1,0 0,-1 0,1 0,-1 1,0-1,0 1,0 0,-1 1,1-1,-1 1,0 0,1 1,-1-1,-5 0,0 0,0 1,0 0,0 0,0 1,0 0,0 1,0 0,0 1,0 1,0-1,1 2,-7 2,9-2,-1 0,1 1,0 1,0-1,0 1,1 1,0-1,0 1,1 1,0-1,-5 9,8-12,1 0,-1 0,1 0,0 1,0-1,0 1,1-1,0 1,0 0,0 0,0-1,1 1,-1 0,1 0,1 0,-1 0,1-1,0 1,0 0,0 0,0-1,1 1,0-1,1 3,0-3,0 0,0 0,1 0,-1-1,1 1,0-1,0 0,0 0,0 0,1-1,-1 0,1 0,-1 0,1 0,0 0,0-1,0 0,-1 0,1-1,0 1,3-1,4 1,1-1,0-1,-1 0,1-1,-1 0,1 0,-1-2,0 1,-3-1,0 0,0 0,-1 0,1-1,-1 0,0-1,0 0,-1 0,0-1,0 1,0-2,-1 1,1-3,-4 6,-1 0,1 0,-1 0,0 0,0-1,0 1,-1-1,1 1,-1-1,0 0,-1 0,1 1,-1-1,0 0,0 0,0 0,-1 1,0-1,0 0,0 1,0-1,-1 0,0 1,0 0,0-1,0 1,-1-1,0 1,0 0,-1 0,1 0,-1 0,0 1,0-1,0 1,0 0,0 0,-1 1,1-1,-1 1,0 0,0 0,0 1,0-1,0 1,0 0,0 1,0-1,0 1,0 0,-1 0,1 1,0-1,0 1,0 0,-1 1,-2 0,1 0,0 0,0 1,0 0,0 0,0 1,1 0,0 0,-1 1,2-1,-1 1,0 1,1-1,0 1,0 0,1 0,0 0,0 1,0 0,2-4,1-1,0 1,0 0,1-1,-1 1,1 0,-1 0,1 0,0 0,0-1,0 1,0 0,1 0,-1 0,1 0,0-1,0 1,0 0,0-1,0 1,0 0,1-1,-1 0,1 1,0-1,-1 0,1 0,0 0,1 0,-1 0,0 0,0-1,1 1,-1-1,1 1,-1-1,1 0,0 0,0 0,-1-1,1 1,0 0,0-1,4 2,0-1,1 0,-1 0,0 0,1-1,-1 0,1 0,-1-1,0 0,1 0,-1-1,0 0,0 0,-4 1,0 0,0-1,0 1,0-1,0 1,-1-1,1 0,-1 0,1 0,-1 0,0-1,1 1,-1-1,0 1,-1-1,1 0,0 0,-1 0,0 1,0-1,1-1,-2 1,1 0,0 0,-1 0,1 0,-1-1,0 1,0 0,0-1,0 3,0 0,0 0,0 0,0 0,0 0,0 0,0 0,0 0,-1 0,1 0,0 0,-1 0,1 0,0 0,-1 1,1-1,-1 0,1 0,-1 0,0 1,1-1,-1 0,0 1,1-1,-1 0,0 1,0-1,0 1,0-1,0 1,1 0,-1-1,0 1,0 0,0-1,0 1,0 0,0 0,0 0,0 0,0 0,0 0,0 0,0 0,0 1,0-1,0 0,0 1,0-1,0 0,1 1,-1-1,0 1,0-1,0 1,1 0,-1-1,0 1,1 0,-1 0,0-1,1 1,-1 0,1 0,-1 0,1 0,-10 15,1 1,0 0,1 0,1 1,1 0,1 0,0 1,2-1,0 1,0 0,2 0,1 0,0 5,0 536,-8 76,3-454,15 115,-7-245,-3 0,-1-1,-6 31,1 28,5-108,1 0,0 0,0 0,-1 0,1-1,-1 1,0 0,0-1,1 1,-1 0,0-1,0 1,0-1,-1 1,1-1,0 0,0 1,-1-1,1 0,-1 0,1 0,-1 0,0 0,1 0,-1-1,0 1,1 0,-1-1,0 0,-2 1,-61 0,40-2,-1688 0,1511 0,-714 20,-616 30,1505-49,-1101 54,480-41,-256 39,245-27,172-22,485-3,1 0,-1 0,1 0,-1 0,0 0,1 0,-1 0,1 0,-1-1,1 1,-1 0,1-1,0 1,-1-1,1 0,-1 0,1 1,0-1,0 0,0 0,-1 0,1 0,0 0,0-1,0 1,0 0,1 0,-1-1,0 1,0 0,1-1,-1 1,1-1,-1 1,1-1,0 1,0-1,-1 1,1-1,0 1,0-1,1 1,-1-1,0 1,0-1,-22-389,-23-50,-63-535,41 185,-9 153,50 37,19 357,3 150,5-1,6-38,-3-47,-3 178,0 1,0-1,1 1,-1-1,0 1,1-1,-1 1,1 0,0 0,-1 0,1 0,0 0,0 0,0 0,0 0,-1 1,1-1,0 1,0 0,0-1,0 1,0 0,0 0,0 0,0 0,0 1,0-1,0 0,0 1,0 0,0-1,0 1,0 0,-1 0,1 0,1 0,9 2,75 9,0-3,0-4,18-5,-62 0,43 0,1-3,-1-5,8-4,4-2,0 4,26 4,185-3,-43-5,-60 9,-205 5,0 0,1 0,-1 0,1 0,-1 0,1 1,-1-1,0 1,1-1,-1 1,0-1,1 1,-1 0,0 0,0-1,1 1,-1 0,0 0,0 0,0 0,0 0,-1 1,1-1,0 0,0 0,-1 1,1-1,0 0,-1 1,1-1,-1 0,0 1,0-1,1 1,-1 0,-1 11</inkml:trace>
  <inkml:trace contextRef="#ctx0" brushRef="#br0" timeOffset="53329.81">17387 9709,'-3'22,"-1"0,-1 0,0 0,-2 0,-1-1,0 0,-5 6,10-21,-182 359,145-291,136-218,-55 69,-3-3,-3-1,-4-1,3-25,15-69,-43 158,0 34,-6 16,-1-23,1-1,0 1,0 0,1-1,0 1,1-1,0 1,1-1,0 0,0 0,1 0,1 0,0 0,0-1,3 4,78 71,-68-70,-1 2,0 0,-2 1,1 1,1 4,-9-10,-1 0,-1 0,0 0,0 1,-1 0,-1 0,0 0,-1 1,0 0,-1-1,-1 1,0 0,-1 0,0 0,0-12,-1 1,1-1,-1 0,1 1,-1-1,0 0,0 0,0 0,0 1,0-1,0 0,-1 0,1-1,-1 1,0 0,1 0,-1-1,0 1,0-1,0 1,0-1,0 0,0 0,0 0,0 0,0 0,-1-1,1 1,0 0,-1-1,1 0,0 0,-1 1,1-1,-1-1,1 1,0 0,-1-1,1 1,0-1,-2 0,-23-4,0 2,0 1,0 1,-1 1,1 1,0 1,0 2,0 1,1 1,-26 9,-129 86,153-84,-52 33</inkml:trace>
  <inkml:trace contextRef="#ctx0" brushRef="#br4" timeOffset="83799.811">14058 5873,'0'-2,"-1"1,1 0,-1 0,0 0,1-1,-1 1,0 0,0 0,0 0,0 0,0 0,0 1,0-1,0 0,-1 0,1 1,0-1,0 1,-1-1,1 1,0-1,-1 1,1 0,0 0,-1-1,1 1,0 0,-1 0,1 1,0-1,-1 0,1 0,-1 1,1-1,0 0,0 1,-1-1,1 1,0 0,0-1,0 1,0 0,-1 0,1 0,-39 48,39-44,0 0,0 1,0-1,1 0,0 0,0 0,0 1,1-1,0 0,0 0,0 0,0 0,1 0,0 0,0 0,0-1,0 1,1-1,0 1,0-1,0 0,1 0,-1 0,1-1,0 1,0-1,0 0,0 0,1 0,-1-1,1 1,0-1,-1 0,1 0,0-1,0 0,0 0,1 0,-1 0,1-1,3 1,-1-1,1-1,-1 1,1-1,-1-1,1 0,-1 0,0-1,1 0,-1 0,3-3,-7 5,-1-1,0 0,0 0,0 0,0-1,0 1,0-1,-1 1,1-1,-1 0,0 0,0 0,0 0,0-1,-1 1,1 0,-1-1,0 1,0-1,0 1,0-1,-1 0,1 1,-1-1,0 0,0 0,-1-2,1 2,-1 0,0 0,-1 1,1-1,0 0,-1 1,0-1,0 1,0 0,0 0,-1 0,1 0,-1 0,0 0,0 1,0-1,0 1,0 0,0 0,-1 0,1 0,-1 0,1 1,-1 0,0 0,-2-1,-5-1,0 1,-1 0,1 1,0 0,-1 0,1 1,0 1,-8 1,13-1,1 0,-1 1,1-1,0 1,0 0,0 0,0 1,0-1,0 1,0 0,1 1,0-1,0 1,0 0,0 0,0 0,1 0,-1 1,1-1,0 1,1 0,-1 0,1 0,0 0,0 0,1 1,0-1,-1 0,2 1,-1 2,-1-1,1 0,0 0,0 0,1 0,0 0,0 0,1-1,0 1,0 0,0 0,1 0,0-1,1 1,-1-1,1 1,0-1,1 0,-1 0,1 0,0-1,1 0,0 1,-1-1,2-1,-1 1,0-1,1 0,0 0,0-1,0 1,0-1,6 1,-6-3,0 0,1 0,-1-1,0 0,0 0,1-1,-1 1,0-1,0-1,0 1,0-1,0 0,0-1,-1 1,1-1,-1 0,1-1,-1 1,0-1,-1 0,1 0,-1 0,1-1,-1 0,-1 0,1 0,-1 0,1 0,-1-1,-1 0,1 1,-1-2,0 2,0 0,-1 0,0 0,0 0,0 0,0 0,-1 0,0 0,0-1,0 1,0 0,-1 0,0 0,0 0,-1 0,1 0,-1 0,0 1,-1-1,1 1,-1-1,1 1,-1 0,-1 0,1 0,-1 0,1 0,-1 1,0 0,0 0,0 0,-1 0,1 1,-1-1,0 1,1 0,-1 1,-4-2,-2 0,0 0,1 0,-1 1,0 1,0 0,0 1,0-1,-1 2,1 0,-8 2,14-2,0 0,1 0,-1 0,0 1,0 0,1 0,-1 0,1 1,-1 0,1 0,0 0,0 0,1 0,-1 1,0-1,1 1,0 0,0 0,0 1,1-1,-1 1,1-1,0 1,0 1,0 4,1-1,1 1,-1-1,1 1,1-1,0 1,0-1,1 0,0 1,1-1,0 0,0 0,1 0,0-1,1 0,0 1,0-1,0-1,1 1,0-1,1 0,0 0,0-1,0 0,1 0,0-1,0 0,0 0,1-1,-1 0,1-1,0 0,0 0,0-1,1 0,-1 0,1-1,-1 0,8-1,-11-1,-1 0,1 0,0 0,0-1,-1 0,1 0,0-1,-1 1,0-1,0 0,0-1,0 1,0-1,-1 0,0 0,0-1,0 1,0-1,0 0,-1 0,0 0,0 0,-1-1,1 1,-1-1,0 1,-1-1,1 0,-1 0,0 0,0-5,0 5,0 1,0-1,-1 0,0 1,0-1,0 0,-1 1,0-1,0 0,0 1,-1-1,1 1,-1 0,-1-1,1 1,-1 0,0 0,0 1,0-1,-1 1,1-1,-1 1,0 0,0 0,-1 1,1-1,-1 1,0 0,0 1,0-1,0 1,0 0,-4-1,1 2,0 0,0 1,0 0,0 0,0 1,0 0,0 0,0 1,0 0,1 1,-1 0,1 0,-1 0,1 1,0 0,1 0,-1 1,1 0,0 0,0 1,0-1,1 1,-1 1,2-1,-1 1,1-1,0 1,0 1,-2 6,5-11,0-1,0 1,1 0,-1 0,1 0,0 0,0 0,0 0,0 0,0 0,1 0,-1 0,1 0,0 0,0 0,0 0,0-1,0 1,1 0,-1-1,1 1,0-1,0 0,-1 1,2-1,-1 0,0 0,0 0,1 0,-1-1,1 1,-1-1,1 1,0-1,0 0,-1 0,1 0,0 0,1-1,7 3,0-1,0 0,0-1,1 0,-1-1,0 0,1-1,-1 0,0-1,0 0,0-1,0 0,1-1,-7 2,1 0,-1-1,1 1,-1-1,0 0,0 0,0-1,-1 1,1-1,-1 0,0-1,0 1,0-1,0 1,-1-1,0 0,0-1,0 1,-1 0,1-1,-1 1,-1-1,1 0,-1 0,0-3,0 6,-1 0,0 0,0 0,0 1,0-1,-1 0,1 0,-1 0,1 0,-1 0,0 0,0 1,-1-1,1 0,0 1,-1-1,0 1,1 0,-1-1,0 1,0 0,-1 0,1 0,0 0,-1 1,1-1,-1 0,1 1,-1 0,0 0,1 0,-3-1,-3 0,0 0,1 1,-1 0,0 1,0-1,0 1,1 1,-1-1,0 1,0 1,-7 2,9-4,0 2,-1-1,1 1,0 0,0 0,0 1,0-1,0 1,1 1,-1-1,1 1,0 0,0 0,0 1,1-1,0 1,0 0,0 0,0 0,1 1,-1 0,1-1,0 3,3-6,0-1,0 1,0-1,1 1,-1-1,0 1,1-1,0 1,-1-1,1 0,0 1,-1-1,1 0,0 1,0-1,0 0,0 0,0 0,0 0,0 0,1 0,-1 0,0 0,1-1,-1 1,0 0,1-1,-1 1,1-1,-1 0,1 1,-1-1,1 0,-1 0,2 0,56-1,10-41,-50 37,1 1,0 1,0 1,0 1,0 0,0 1,10 3,23-2,58-3,0-5,6-7,460-27,330-3,66 4,-409 19,546-37,-501 17,646-84,-1021 105,961-75,-260 18,-455 42,11-7,686-45,346 17,-222 23,19 30,-881 17,-427-2,-16-1</inkml:trace>
  <inkml:trace contextRef="#ctx0" brushRef="#br4" timeOffset="85669.811">14151 7116,'0'-1,"0"0,0 0,0 1,0-1,0 0,0 0,0 1,0-1,-1 0,1 0,0 1,-1-1,1 0,0 1,-1-1,1 0,-1 1,1-1,-1 1,1-1,-1 1,0-1,1 1,-1-1,0 1,1 0,-1-1,0 1,1 0,-1-1,0 1,0 0,1 0,-1 0,0 0,0 0,1 0,-1 0,0 0,0 0,1 0,-1 0,0 0,0 0,1 1,-2-1,-27 29,29-29,-155 229,76-103,72-121,18-26,82-185,-81 180,35-54,-45 79,0 1,1-1,-1 1,0 0,1-1,-1 1,0 0,0 1,1-1,-1 0,0 1,1-1,-1 1,0 0,0-1,0 1,0 0,0 0,0 1,0-1,0 0,0 1,0-1,-1 1,1 0,0-1,-1 1,0 0,1 0,-1 0,0 0,0 0,0 1,11 10,219 164,-68-23,-155-149</inkml:trace>
  <inkml:trace contextRef="#ctx0" brushRef="#br4" timeOffset="86789.811">17520 5471,'30'20,"267"164,-81-46,-207-133,30 28,-40-31,1 0,-1 0,0 0,0 0,0 0,0 0,0 0,0-1,-1 1,1 0,-1-1,1 1,-1-1,1 0,-1 1,0-1,0 0,1 0,-1 0,-1 0,-4 4,-151 101,87-62,3 4,2 2,-9 13,71-59,0-1,1 0,-1 0,0 1,1-1,-1 1,1 0,0 0,1 0,-1 0,1 1,-1-1,1 1,1 0,-1-1,1 1,-1 0,4 7</inkml:trace>
  <inkml:trace contextRef="#ctx0" brushRef="#br4" timeOffset="91449.811">25609 5993,'-6'1,"-1"0,1 1,0 0,0 0,1 1,-1-1,0 1,1 0,-1 1,1-1,0 1,0 0,1 1,-1-1,1 1,0 0,0 0,1 0,-1 0,1 1,0-1,0 1,1 0,0 0,0 0,0 0,1 0,0 0,0 1,1-1,-1 0,1 1,1-5,-1 0,0 0,0 0,1-1,-1 1,1 0,0-1,-1 1,1 0,0-1,0 1,0-1,0 1,0-1,0 1,1-1,-1 0,0 0,1 1,-1-1,1 0,-1 0,1-1,0 1,-1 0,1 0,0-1,-1 1,1-1,0 1,1-1,61 3,-60-4,2 2,-1-1,1 0,0 0,-1-1,1 0,0 0,-1 0,1 0,-1-1,0 0,0 0,1-1,-1 1,-1-1,1 0,0-1,-1 1,1-1,-1 0,0 0,0 0,-1 0,1-1,-1 1,0-1,0 0,-1 0,1 0,-1-2,-1 2,0 0,0 0,0 0,-1 0,0 0,0 0,0 0,0 0,-1 1,0-1,0 0,0 0,-1 0,0 0,0 1,0-1,0 1,-1 0,1-1,-1 1,0 0,0 1,-1-1,1 0,-1 1,0 0,0 0,0 0,0 0,-1 1,1-1,-1 1,1 1,-1-1,0 0,0 1,0 0,0 0,1 1,-1-1,0 1,-4 0,3 0,0 1,0 0,-1 0,1 0,0 1,0 0,1 0,-1 1,0-1,1 1,-1 0,1 1,0-1,0 1,1 0,-1 0,1 1,0-1,0 1,0 0,0 0,1 0,0 1,0-1,1 1,-1 0,1 0,0 0,1 0,-1 0,1 0,1 0,-1 0,1 0,0 0,0 1,1 0,0-3,0 0,1-1,-1 1,1 0,0-1,0 1,0-1,1 0,-1 0,1 0,-1 0,1 0,0-1,0 1,1-1,-1 0,0 1,1-2,-1 1,1 0,0-1,2 1,88 16,-88-17,1 0,0 0,-1-1,1 0,-1 0,1 0,0-1,-1 0,1-1,-1 1,1-1,-1 0,0-1,0 1,0-1,0-1,-1 1,1-1,-1 0,0 0,0 0,0-1,0 0,-1 0,0 0,0 0,0-1,-1 1,0-1,0 0,0 0,-1-1,0 1,0 0,0-3,-2 3,0 1,0 0,0-1,-1 1,0 0,0 0,-1 0,1-1,-1 1,0 1,-1-1,1 0,-1 0,0 1,0 0,0-1,-1 1,1 0,-1 1,0-1,0 1,0-1,-1 1,-1 0,-2-3,-1 2,1-1,-1 1,0 0,0 1,-1 0,1 1,0 0,-1 0,0 1,1 0,-1 1,0 0,4 0,1-1,0 1,0 1,-1-1,1 1,0 0,0 0,-1 1,1-1,0 1,1 0,-1 0,0 1,0 0,1-1,0 1,-1 1,1-1,1 1,-1 0,0 0,1 0,0 0,0 0,0 1,0-1,1 1,0 0,0 0,0 0,0 0,1 0,0 0,0 0,0 2,2-4,0 1,0 0,0-1,0 0,1 1,-1-1,1 0,0 1,0-1,0 0,1-1,-1 1,1 0,-1-1,1 1,0-1,0 0,0 0,0 0,1 0,-1 0,0-1,3 1,85 22,-81-23,0 0,0 0,0-1,0-1,0 1,0-2,0 1,8-3,-15 3,0 0,0 0,-1 0,1 0,0 0,-1-1,1 1,-1-1,1 0,-1 0,0 1,1-2,-1 1,0 0,-1 0,1-1,0 1,-1-1,1 1,-1-1,0 1,0-1,0 0,0 0,0 0,0 0,-1 0,0 0,1 0,-1 1,-1-4,1 4,0-1,-1 1,1 0,-1-1,0 1,0 0,0-1,0 1,0 0,0 0,-1 0,1 0,-1 0,1 0,-1 1,0-1,0 0,0 1,0-1,0 1,0 0,0 0,0 0,0 0,-1 0,1 0,0 0,-1 1,1-1,-2 1,-77-6,76 6,-21 1,42 0,287-27,-120 24,97-8,-95-2,108 8,105-23,-155 13,112 1,12 0,-324 13,191-2,0-10,-180 7,311-16,-135 21,-229 1,-1-1,1 1,0-1,0 0,-1 1,1-1,0 0,0 0,-1 0,1 1,0-1,0 0,0 0,0 0,-1 0,1 0,0-1,0 1,0 0,-1 0,1 0,0-1,0 1,-1 0,1-1,0 1,0-1,-1 1,1-1,-1 1,1-1,0 1,-1-1,1 0,-1 1,1-1,-1 0,0 1,1-1,-1 0,0 0,1 1,-1-1,0 0,0 0,0 0,1 1,-1-1,0 0,0 0,0 0,-1 0,1 1,0-1,0 0,0 0,-1 0,1 1,0-1,-1 0,1 1,0-1,-1 0,1 0,-19-12,-3-1</inkml:trace>
  <inkml:trace contextRef="#ctx0" brushRef="#br4" timeOffset="92119.811">27560 5592,'0'0,"-1"0,1 0,-1 1,1-1,0 0,-1 1,1-1,0 0,-1 1,1-1,0 0,0 1,-1-1,1 1,0-1,0 1,0-1,-1 0,1 1,0-1,0 1,0-1,0 1,0-1,0 1,0-1,0 1,0-1,0 1,0-1,0 1,0-1,1 1,-1-1,0 0,0 1,0-1,1 1,-1-1,0 0,1 1,-1-1,0 1,1-1,-1 0,0 0,1 1,-1-1,1 0,-1 0,0 1,1-1,-1 0,1 0,-1 0,1 0,-1 1,1-1,-1 0,1 0,-1 0,18 8,0-1,0 0,1-1,-1-2,19 4,-13-3,47 10,-8-4,0 3,-2 3,0 2,0 3,39 22,-98-44,0 1,0-1,0 0,0 1,0 0,0 0,-1-1,1 1,0 0,0 0,-1 0,1 1,0-1,-1 0,0 1,1-1,-1 1,0-1,1 1,-1 0,0-1,0 1,-1 0,1 0,0 0,0 0,-1 0,1 0,-1 0,0 0,0 0,1 0,-1 0,-1 0,1 0,0 0,0 0,-1 0,1 0,-1 0,0-1,1 1,-1 0,-1 1,-84 60,61-48,-30 18,1 2,3 3,1 2,2 2,-11 14,39-35,5-5</inkml:trace>
  <inkml:trace contextRef="#ctx0" brushRef="#br4" timeOffset="93379.811">29272 5819,'2'0,"3"0,3 0,7 0,6 0,7 0,10-2,6-1,7-1,2 0,1-1,-4 1,-6 1,-8 1,-8 1,-9-3,-8-5,-5 1</inkml:trace>
  <inkml:trace contextRef="#ctx0" brushRef="#br4" timeOffset="94349.811">29740 4856,'10'35,"-1"144,41 536,-13-426,-22-142,-14-71,5-77,-4-7</inkml:trace>
  <inkml:trace contextRef="#ctx0" brushRef="#br4" timeOffset="95879.811">29793 4883,'-6'-19,"0"-2,1 1,1 0,1-1,1 0,1 0,0-9,3 25,0 0,0-1,0 1,1 0,0 0,0 0,0 0,0 1,1-1,0 1,0 0,0 0,0 0,1 1,-1-1,1 1,0 0,0 1,0-1,1 1,-1 0,0 0,1 1,-1-1,1 1,0 0,4-2,5-1,0 1,1 0,-1 1,0 1,1 1,-1 0,13 2,14-1,-15-1,0 2,0 0,-1 2,1 1,-1 1,7 3,32 12,-19-8,0 3,0 2,-2 1,19 13,1 10,-3 2,45 42,-91-73,-1 0,0 1,-1 0,-1 1,0 0,-1 1,-1 1,0 0,-1 0,-1 0,-1 1,-1 1,0-1,3 19,-4-11,-1 0,-1 1,-1 0,-1-1,-2 1,-1 0,0-1,-2 1,-2-1,0 0,-4 9,-46 115,-45 80,76-188,-2-1,-2-1,-1-1,-2-2,-24 20,21-19,22-23,0 1,-1-2,-1 0,-1-1,0 0,0-2,-1 1,-1-2,0-1,0 0,-1-1,0-1,0 0,-1-2,0 0,-12 0,-16-2,-1 3,2 1,-1 3,-25 9,54-14,12-2,0 0,0-1,-1 0,1 0,-1-1,0 0,1 0,-1-1,0 0,-1 0,9-1,-1 1,1 0,-1 0,1-1,-1 1,1-1,-1 1,1 0,0-1,-1 1,1-1,-1 1,1-1,0 1,0-1,-1 1,1-1,0 1,0-1,-1 1,1-1,0 1,0-1,0 0,0 1,0-1,0 1,0-1,0 1,0-1,0 0,0 1,0-1,1 1,-1-1,0 1,0-1,1 1,-1-1,0 1,1-1,-1 1,0-1,1 1,-1-1,1 1,0-3,3-6</inkml:trace>
  <inkml:trace contextRef="#ctx0" brushRef="#br4" timeOffset="98259.811">31023 5405,'1013'-39,"-335"37,-600 8,-80-4,-8-3</inkml:trace>
  <inkml:trace contextRef="#ctx0" brushRef="#br4" timeOffset="98789.811">32253 5177,'-13'-5,"18"3,24 6,0 2,7 0,-1 1,1 2,-1 1,-1 2,14 7,-44-18,0 1,-1-1,1 0,0 1,-1 0,1 0,-1 0,0 0,1 1,-1-1,0 1,0 0,-1-1,1 2,-1-1,1 0,-1 0,0 1,0-1,-1 1,1-1,-1 1,1 0,-1 0,0 0,-1 0,1 0,-1 0,1 0,-1 0,-1 0,1 0,0-1,-1 1,0 0,0 0,0 0,0 0,-1 1,-9 6,0 0,0 0,0-1,-2-1,1 0,-1-1,0 0,-1-1,0 0,0-1,-10 2,12-3,-209 90,189-74,47-14,5-8</inkml:trace>
  <inkml:trace contextRef="#ctx0" brushRef="#br4" timeOffset="99249.811">32573 5324,'12'0,"10"0,10 0,10 0,6-2,6-1,6 0,1-2,-2 1,-5 0,-7 1,-9 1,-9 1,-9 3,-9 1</inkml:trace>
  <inkml:trace contextRef="#ctx0" brushRef="#br4" timeOffset="99709.811">32266 5953,'-2'0,"3"4,5 7,5 5,8 7,5 4,3 5,3 1,2 1,-2-1,-2-4,-4-5,-6-7</inkml:trace>
  <inkml:trace contextRef="#ctx0" brushRef="#br4" timeOffset="129069.81">14445 11915,'0'-16,"0"-10,0-2,0-2,0 3,0 3,0 3,0 4,3 2,0 3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0:31.405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17 910,'0'0,"-1"0,1 0,0 1,0-1,0 0,0 0,0 0,0 1,0-1,0 0,0 0,-1 0,1 1,0-1,0 0,0 0,0 0,-1 0,1 0,0 0,0 1,0-1,-1 0,1 0,0 0,0 0,0 0,-1 0,1 0,0 0,0 0,-1 0,1 0,0 0,0 0,0 0,-1 0,1 0,0 0,0 0,0 0,-1 0,1-1,0 1,0 0,0 0,-1 0,1 0,0 0,0 0,0-1,0 1,-1 0,1 0,0 0,-2 25,2-22,-4 103,5 0,4 0,5-1,7 13,-7-87,-9-38</inkml:trace>
  <inkml:trace contextRef="#ctx0" brushRef="#br0" timeOffset="1323.542">792 950,'-7'23,"-4"16,-1 11,2 6,3 0,2-2,5-6,4-7,2-8,1-7,3-8,-1-7</inkml:trace>
  <inkml:trace contextRef="#ctx0" brushRef="#br0" timeOffset="1578.96">939 910,'0'18,"0"15,0 12,0 6,0 7,0 2,2-3,4-3,2-7,2-7,3-10,0-10,0-11,-1-7</inkml:trace>
  <inkml:trace contextRef="#ctx0" brushRef="#br0" timeOffset="1864.646">1233 897,'-4'20,"-5"16,-2 14,1 9,1 3,3 1,2-1,2-5,2-4,2-10,3-10,4-10,0-9</inkml:trace>
  <inkml:trace contextRef="#ctx0" brushRef="#br0" timeOffset="2110.541">1420 963,'-2'14,"-3"11,-1 11,1 5,1 3,1 1,2 0,0-4,1-2,0-5,2-6,4-7,4-11,2-6</inkml:trace>
  <inkml:trace contextRef="#ctx0" brushRef="#br0" timeOffset="2386.838">1554 937,'0'23,"0"16,0 11,0 4,0-1,2 0,3-5,4-3,1-5,0-7,0-7,-1-6,-3-10,-1-7</inkml:trace>
  <inkml:trace contextRef="#ctx0" brushRef="#br0" timeOffset="2664.679">1674 963,'0'19,"0"16,0 12,0 10,0 3,0 2,0-6,0-8,0-7,2-11,1-10</inkml:trace>
  <inkml:trace contextRef="#ctx0" brushRef="#br0" timeOffset="2665.679">1621 1044,'-7'21,"-2"13,1 7,1 5,4 0,5-3,4-6,4-7,0-7,-2-7</inkml:trace>
  <inkml:trace contextRef="#ctx0" brushRef="#br0" timeOffset="856.536">525 870,'-5'18,"-1"16,0 10,1 9,2 8,3 2,2-1,3-4,3-5,2-6,2-8,1-10,-2-9</inkml:trace>
  <inkml:trace contextRef="#ctx0" brushRef="#br0" timeOffset="1128.035">632 924,'-5'16,"-1"16,0 12,2 10,0 5,2 1,1 0,3-1,3-4,1-5,2-8,0-9,0-10,-1-9</inkml:trace>
  <inkml:trace contextRef="#ctx0" brushRef="#br0" timeOffset="351.062">231 924,'-3'7,"0"6,0 11,1 10,2 8,5 9,0 6,2 4,0-1,1 0,-1-4,1-10,-1-10,-2-18,-1-11</inkml:trace>
  <inkml:trace contextRef="#ctx0" brushRef="#br0" timeOffset="612.93">351 843,'-2'18,"-1"18,2 16,2 10,2 7,2 2,1-1,0-4,-1-6,1-6,-1-11,1-10,0-10</inkml:trace>
  <inkml:trace contextRef="#ctx0" brushRef="#br1" timeOffset="23771.676">5725 1150,'187'-13,"77"27,5-14,-177 19,-90-17,0 0,0 0,-1 1,1-1,-1 1,0-1,1 1,-1 0,0-1,-1 1,1 0,0 0,-1 0,0 0,0-1,1 1,-2 0,1 0,0 0,0 0,-1 0,0-1,0 1,1 0,-1 0,-1-1,1 1,0-1,-1 1,-2 11,-8 32,2 1,2-1,2 2,1 28,9 316,34 12,-25-140,13 55,-22-289,0 7,-1-1,-1 1,-3 0,0 0,-4 8,-1-7,-1-1,-3 1,-1-2,-1 1,-2-2,-2 1,-1-2,-5 6,14-31,-1-1,-1 1,0-2,0 1,0-1,-1-1,0 0,0 0,0-1,-1-1,0 0,0 0,0-1,0-1,-1 0,1-1,-1 0,1 0,-1-2,-1 0,-25 4,-952 75,-79-55,891-23,-246-27,-644 28,817 12,249-15,-1 0,2 0,-1 0,0 0,0 0,1 0,-1-1,1 1,0-1,-1 0,1 1,1-1,-1 0,0 0,1-1,-1 1,1 0,0 0,0-1,0 1,1-1,-1 1,1 0,0-1,0 1,0-1,0 1,1-2,-3-6,-16-207,-12-79,14 214,-7-29,5-1,5-1,4-49,-19-235,28 390,1-61,-3 0,-4 0,-3-3,-14-122,19 127,-3 0,-3 1,-12-38,21 97,-34-215,34-50,9-83,-2 68,8 185,-13 100,0 0,0 0,0 0,0 0,0 0,0 1,0-1,1 0,-1 1,1-1,-1 1,1 0,-1 0,1-1,0 1,0 0,0 0,0 0,0 1,0-1,0 0,0 1,0-1,0 1,0 0,0 0,0 0,0 0,0 0,0 0,0 0,0 1,1-1,12 0,164-10,109 12,107 11,-208-14,-169-1,-18 2,0-1,0 1,0-1,0 1,0-1,0 1,0-1,0 1,0-1,0 1,0-1,0 1,0-1,0 1,-1-1,1 1,0-1,0 1,0 0,-1-1,1 1,0-1,-1 1,1 0,0-1,-1 1,1 0,-1-1,1 1,-1 0,1 0,0-1,-1 1,1 0,-1 0,1 0,-1-1,1 1,-1 0,1 0,-1 0,1 0,-1 0,1 0,-1 0,1 0,-1 1,1-1,-1 0,1 0,-1 0,1 0,-1 1,1-1,-1 0,-36-5,-1 1,0 1,-33 3,30 0,-464 15,398-5,128-7,699-17,-699 14,14-1,-55 5,-350 12,244-12,23-3,-1 5,-72 16,169-22,1 1,-1 0,0 1,0 0,1 0,-1 0,1 1,-1 0,1 0,0 1,1-1,-1 1,0 1,1-1,0 1,0 0,0 0,1 0,0 1,0-1,0 1,1 0,0 0,0 1,0-1,1 1,0-1,0 1,0 2,1 282,-11 355,3-487,-28 139,30-253,6-126,16-745,-16 585,15 1067,-8-515,1-25,-27 241,17-496,-1-22,2-23,-9-239,11 187,1-301,-15-475,17 899,60 582,-52-340,-12 0,-14 13,-21 158,35-819,0 299,-7-295,26-193,-10 457,-3 525,3-240,4 41,-10 1,-11-1,-29 161,25-355,9-52,2-53,16-122,8 1,18-49,-14 77,43-305,-66 434,-2 38,-16 469,14-416,-2 167,-10 1,-13 20,14-200,12-61,0 0,0 0,-1-1,1 1,0 0,0 0,0 0,-1 0,1 0,0 0,0 0,0 0,-1 0,1 0,0 0,0 0,0 0,-1 0,1 0,0 0,0 0,-1 0,1 0,0 0,0 0,0 0,-1 0,1 0,0 0,0 0,0 0,0 1,-1-1,1 0,0 0,0 0,0 0,0 0,0 1,-1-1,1 0,0 0,0 0,0 1,0-1,0 0,0 0,0 0,0 1,0-1,0 0,0 0,0 0,0 1,0-1,0 0,-4-20,2-303,4 99,25-165,-22 355,-1 21,-2 24,-1 337,-1-158,-9 1,-8-2,-19 65,32-241,4-32,24-280,28-87,-33 301,-12 79,-4 22,0 254,-9-40,-14 41,16-253,3-44,3-89,-3 113,1 1,0 0,0-1,1 1,-1-1,0 1,0 0,1-1,-1 1,0-1,1 1,0 0,-1 0,1-1,0 1,-1 0,1 0,0 0,0 0,0 0,0 0,0 0,0 0,1 0,-1 0,0 1,0-1,1 0,-1 1,0-1,1 1,-1-1,0 1,1 0,-1 0,1-1,-1 1,0 0,1 0,-1 1,1-1,-1 0,0 0,1 1,-1-1,0 0,1 1,0 0,232 64,-174-59,0-3,52-4,-51 0,0 2,52 7,-18 1,1-4,-1-4,63-9,-156 8,36-1,0 1,0 2,0 2,3 2,26 2,0-4,0-2,9-4,79 2,49 27,35-40,620 13,-502-28,-98 21,80-13,-99 6,-69 1,-60 1,-108 12,-1 0,1 0,0 1,-1-2,1 1,-1 0,1 0,-1-1,1 1,-1-1,1 0,-1 0,1 0,-1 0,0 0,0-1,1 1,-1-1,0 1,0-1,0 0,-1 0,1 0,0 0,-1 0,1 0,-1 0,0 0,0-1,0 1,0 0,0-1,0 1,-1-1,1 1,0-3,-2-7,0-1,-1 0,-1 1,0-1,0 1,-1 0,-1 0,0 0,-3-4,-17-49,7-10,3 0,4-2,0-29,10 94,-13-125,-5-38,5-115,-8-28,6 142,6-33,4-29,7 148,13-68,-14 142,1 14,-1 0,1 0,-1 0,1 0,-1 0,0 0,0 0,0 0,0 0,0 0,0 0,-1 0,1 0,0 0,-1 0,0 0,0 0,1 0,-1 0,0 0,-1 0,1 1,0-1,0 0,-1 1,1-1,-1 1,1 0,-1-1,0 1,1 0,-1 0,0 0,0 0,0 0,0 0,0 1,0-1,-198 0,-137-25,144 27,141-18,51 17,0-1,0 1,0 0,0 0,0 0,0 0,0 0,0 1,0-1,0 0,0 0,0 1,0-1,0 0,0 1,0-1,0 1,0-1,1 1,-1 0,0-1,0 1,1 0,-1-1,0 1,1 0,-1 0,0 0,1 0,-1 0,1 0,0 0,-1 0,1 0,0 0,-1 0,1 0,0 0,0 0,0 0,0 0,0 0,0 0,0 0,-3 9,-11 31,-2 4</inkml:trace>
  <inkml:trace contextRef="#ctx0" brushRef="#br1" timeOffset="26461.479">4602 3450,'1'-1,"0"0,0 0,-1-1,1 1,-1 0,1-1,-1 1,1-1,-1 1,0 0,0-1,0 1,0-1,0 1,0-1,0 1,0-1,0 1,-1-1,1 1,-1 0,1-1,-1 1,1 0,-1-1,0 1,0 0,1 0,-1 0,0 0,0-1,0 1,0 1,-1-1,1 0,0 0,0 0,-1 0,1 1,0-1,-1 1,1-1,0 1,-1-1,1 1,-1 0,1 0,-1 0,1 0,0 0,-1 0,1 0,-1 0,1 0,-1 1,-11 2,0 1,-1 1,2 0,-1 0,1 2,-1-1,2 2,-1-1,0 2,8-6,-51 38,1 2,-39 42,34-31,44-42,14-12,0 1,-1-1,1 1,0 0,0-1,0 1,0 0,0 0,0-1,0 1,0 0,0 0,0 0,1 0,-1 0,0 0,1 1,-1-1,0 0,1 0,0 0,-1 1,1-1,0 0,-1 0,1 1,0-1,0 0,0 1,0-1,0 0,1 0,-1 1,0-1,1 0,-1 0,0 1,1-1,-1 0,1 0,0 0,0 1,14 20,1 0,2-2,0 0,1-1,0 0,12 6,2 5,89 71,95 59,-174-129,9 11,-52-42,0 0,0-1,0 1,0 0,0 0,0-1,0 1,0 0,0-1,0 1,0 0,1 0,-1-1,0 1,0 0,0 0,0-1,1 1,-1 0,0 0,0-1,1 1,-1 0,0 0,0 0,1 0,-1 0,0-1,0 1,1 0,-1 0,0 0,1 0,-1 0,0 0,1 0,-1 0,0 0,0 0,1 0,-1 0,0 0,1 0,-1 0,0 0,1 1,-1-1,0 0,0 0,1 0,-1 0,0 1,0-1,1 0,-1 0,0 0,0 1,-10-32,8 27,-12-42,2 0,2-1,3 0,1 0,2-2,-3-25,-62-414,68 483,2 4,-1 0,0 0,0 0,1 0,-1 1,0-1,0 0,0 0,0 0,0 0,0 0,-1 0,1 0,0 0,0 0,-1 0,1 0,0 0,-1 1,1-1,-1 0,1 0,-1 0,0 1,1-1,-1 0,0 1,1-1,-1 0,0 1,0-1,0 1,1-1,-1 1,0 0,0-1,0 1,0 0,0 0,0-1,0 1,0 0,0 0,0 0,0 0,0 0,0 0,0 1,-84 78,-319 290,345-326,59-43,1 0,-1 0,0 0,0 0,1-1,-1 1,0 0,0 0,0 0,0-1,1 1,-1 0,0 0,0-1,0 1,0 0,0 0,0-1,1 1,-1 0,0-1,0 1,0 0,0 0,0-1,0 1,0 0,0-1,0 1,0 0,-1 0,1-1,0 1,0 0,0 0,0-1,0 1,0 0,-1 0,1-1,0 1,0 0,0 0,0-1,-1 1,1 0,0 0,0 0,-1 0,1 0,0-1,0 1,-1 0,1 0,0 0,-1 0,31-36,0 2,3 1,0 1,26-17,-55 45,15-12,0 0,1 1,0 1,1 1,0 1,20-7,-13 15,-28 4,1 1,-1-1,0 0,1 1,-1-1,1 0,-1 1,0-1,0 1,1-1,-1 1,0-1,0 0,1 1,-1-1,0 1,0-1,0 1,0-1,0 1,0-1,0 1,1-1,-2 1,1-1,0 1,0-1,0 1,0-1,0 1,0-1,0 1,-1-1,1 1,0-1,0 1,-1-1,1 1,0-1,-1 0,1 1,0-1,-1 0,1 1,-1-1,1 0,-1 0,1 1,0-1,-1 0,0 0,-14 16,-1-1,0-1,-1-1,-1 0,-17 9,-7 5,20-13,-37 35,59-48,0 1,0-1,0 0,0 0,1 0,-1 0,0 0,1 0,-1 0,1 0,-1 0,1 0,-1 0,1 0,0 0,0-1,-1 1,1 0,0 0,0-1,0 1,0-1,0 1,0 0,0-1,0 0,0 1,0-1,0 0,0 1,0-1,0 0,0 0,0 0,1 0,-1 0,0 0,0 0,0 0,0-1,0 1,0 0,0-1,0 1,1 0,252 5,-197 9,-55-15,-1-1,1 1,-1 0,0-1,0 1,1 0,-1-1,0 1,0-1,0 0,0 1,-1-1,1 0,0 0,-1 0,1 1,-1-1,0 0,0 0,1 0,-1 0,0 0,-1 0,2-3,16-200,-18 629,5-400,-1-20,0-15,0-249,-2 314,2-1,2 0,3 0,2 0,12 37,0-38,-21-51,-1-1,1 0,-1 1,1-1,-1 0,1 1,-1-1,1 0,-1 0,1 0,0 1,-1-1,1 0,-1 0,1 0,0 0,-1 0,1 0,0 0,-1 0,1 0,-1 0,1-1,0 1,-1 0,1 0,-1 0,1-1,-1 1,1 0,-1-1,1 1,-1-1,1 1,-1 0,1-1,-1 1,0-1,1 1,-1-1,0 1,1-1,-1 0,0 1,0-1,1 1,-1-1,0 1,0-1,0 0,0 1,0-1,0 0,0 1,0-1,0 1,0-1,0 0,0 1,-1-1,1 1,0-1,0 0,-1 1,1-1,0 1,-1-1,4-20,-1 1,-1-1,-1 0,-1 0,-1 0,0 0,2 20,0 0,-1-1,1 1,0 0,0-1,0 1,-1 0,1-1,-1 1,1 0,-1-1,1 1,-1 0,0 0,0 0,1 0,-1 0,0 0,0 0,0 0,0 0,0 0,0 0,-1 1,1-1,0 0,0 1,0-1,-1 1,1-1,0 1,-1 0,1-1,0 1,-1 0,1 0,0 0,-1 0,1 0,-1 0,1 1,-1-1,-49 23,-8 14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1:30.90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183 586,'-4'-3,"0"0,0 0,0 1,-1 0,1 0,-1 0,1 0,-1 0,0 1,1 0,-1 0,0 1,0-1,0 1,0 0,0 0,0 1,1-1,-1 1,0 0,0 0,0 1,1-1,-1 1,1 0,-1 1,1-1,0 1,0-1,0 1,0 1,1-1,-1 0,0 2,1-3,1 1,-1 0,1 0,0 0,0 0,0 0,0 1,1-1,-1 0,1 1,0-1,0 1,0 0,0-1,1 1,-1 0,1-1,0 1,0 0,1 0,-1-1,1 1,-1 0,1-1,0 1,1-1,-1 1,1-1,-1 0,1 1,0-1,0 0,0 0,1 0,-1-1,1 1,-1 0,1-1,0 0,0 1,0-1,2 0,3-2,1 0,-1 0,1-1,-1 0,0-1,0 0,0 0,0-1,0 0,0 0,-1-1,1 0,-1 0,0-1,0 0,-1 0,1-1,-1 1,-1-1,1-1,2-3,2 0,0 0,-1-1,-1 0,1 0,-2-1,0 0,0-1,-1 0,-1 0,0 0,0 0,-2-1,2-6,-8-13,-13 55,13-14,-1 0,2 0,-1 0,1 1,0-1,1 1,0 0,0-1,1 1,0 0,1 0,-1-1,2 1,-1 0,1-1,1 0,-1 1,2-1,-1 0,1 0,0-1,0 1,1-1,0 0,3 3,12 4</inkml:trace>
  <inkml:trace contextRef="#ctx0" brushRef="#br0" timeOffset="858.631">517 398,'-5'11,"1"1,-1 0,2 0,0 0,0 1,1-1,1 1,0-1,0 1,1-1,1 1,0-1,1 1,1 2,-2-9,0 0,1-1,0 1,0-1,0 1,1-1,0 0,0 0,0 0,0 0,1-1,0 1,0-1,0 0,0 0,1 0,0-1,-1 0,1 0,0 0,1 0,-1-1,0 0,1 0,0 0,-1-1,1 0,0 0,0 0,-1-1,3 1,3-3,-1 1,1-1,-1-1,1 0,-1 0,0-1,0 0,-1-1,1 0,-1-1,0 1,-1-2,1 1,-1-2,0 1,-1-1,0 0,0 0,-1-1,0 0,0 0,-1 0,0-1,-1 1,0-1,-1-1,1 1,-2 0,0-1,0 1,-1-2,-3-20,2 32,0-1,0 1,0 0,0-1,0 1,0-1,0 1,0-1,0 1,0 0,0-1,0 1,0-1,0 1,0 0,-1-1,1 1,0-1,0 1,0 0,-1-1,1 1,0 0,-1 0,1-1,0 1,-1 0,1-1,0 1,-1 0,1 0,0 0,-1-1,1 1,0 0,-1 0,1 0,-1 0,1 0,-1 0,1 0,0 0,-1 0,1 0,-1 0,1 0,0 0,-1 0,1 0,-1 0,1 1,0-1,-1 0,1 0,0 0,-1 1,1-1,0 0,-1 0,1 1,0-1,-1 0,1 1,0-1,0 0,-4 6,0 0,1 0,0 0,0 1,1-1,-1 1,1 0,1-1,0 1,0 0,0 0,0 0,1 0,0 0,1 0,0-1,0 1,0 0,1 0,1 4,1-2,-1-1,1 0,0 0,0 0,1-1,0 1,1-1,0 0,0-1,0 1,1-1,-1 0,1-1,1 0,-1 0,1 0,0-1,0 0,1-1,-1 0,1 0,-1-1,1 0,0 0,0-1,0 0,5-1,-3 1,1-1,-1-1,0 0,1 0,-1-1,0-1,0 0,0 0,0-1,-1-1,1 1,-1-2,0 1,-1-1,0-1,1 0,-2 0,1-1,-1 0,-1-1,6-6,0-10,-2 0,0-1,-2 0,0 0,-2-1,-2 0,0-1,-1 1,-2-1,-1 0,-1 0,-3-14,3 31,1-21,-2 0,-1 0,-1 1,-2-1,-6-19,12 50,-1 0,0 0,0 0,0 0,0 0,0 0,-1 0,1 0,0 0,0 0,-1 0,1 0,0 0,-1 0,1 0,-1 0,0 0,1 0,-1 1,1-1,-1 0,0 0,0 1,0-1,1 0,-1 1,0-1,0 1,0-1,0 1,0-1,0 1,0 0,0-1,0 1,0 0,0 0,0 0,0 0,0 0,0 0,-1 0,1 0,0 0,0 0,0 1,0-1,0 0,0 1,0-1,0 1,1-1,-2 1,-4 7,1 0,0 0,0 0,1 1,-1 0,2 0,0 0,0 0,0 0,1 0,0 8,-5 12,1 0,2 0,1 1,1-1,2 1,1 0,1-1,1 1,2-1,1 0,1-1,2 1,0-1,3 0,-7-18,1 1,0-1,1 0,0-1,1 0,0 0,1 0,-1-1,1-1,9 7,-13-11,0 0,0 0,1 0,-1-1,0 0,1 0,0 0,-1-1,1 1,0-1,0-1,0 1,-1-1,1 0,0-1,0 1,0-1,0 0,-1 0,1-1,-1 0,6-2,-1-2,-1 0,0 0,0-1,-1-1,0 1,0-1,-1 0,0-1,0 0,-1 0,0-1,-1 1,0-1,0 0,-1-1,0 1,-1-1,0 0,-1 1,0-1,-1 0,0-6,-3 56,5 83,-2-116,0-1,1 1,-1 0,1-1,0 1,0-1,1 0,-1 1,1-1,1 0,-1-1,1 1,-1-1,1 1,0-1,1 0,-1 0,5 2,-6-4,-1-1,0 0,1 0,-1 0,1 0,-1 0,1 0,-1-1,1 1,-1-1,1 0,0 1,-1-1,1-1,0 1,-1 0,1-1,-1 1,1-1,-1 0,1 1,-1-1,1-1,-1 1,0 0,1-1,1 0,14-14</inkml:trace>
  <inkml:trace contextRef="#ctx0" brushRef="#br0" timeOffset="1119.452">1065 211,'25'2,"29"2,28-1,22-3,17-2,8 0,-18 0</inkml:trace>
  <inkml:trace contextRef="#ctx0" brushRef="#br0" timeOffset="1656.457">1907 706,'11'-17,"0"-1,-1 0,-1 0,-1-1,-1 0,0-1,-2 1,0-1,-1-1,-1 1,-1 0,-1-1,0 1,-2-1,-1-10,-26-18,28 48,-1 1,0-1,1 0,-1 0,0 1,0-1,0 0,0 1,0-1,0 0,0 1,0 0,0-1,0 1,0 0,0-1,0 1,0 0,0 0,0 0,0 0,0 0,-1 0,1 0,0 0,0 0,0 1,0-1,0 0,0 1,0-1,0 1,0-1,0 1,0-1,0 1,0 0,1-1,-1 1,0 0,0 0,1 0,-1 0,0-1,1 1,-1 0,1 0,-1 0,0 1,0 0,0 0,0-1,0 1,0 0,0 0,0 0,1 0,-1 0,1 0,0 0,-1 0,1 0,0 0,0 0,0 0,0 0,1 0,-1 0,0 0,1 0,0 0,-1 0,1 0,0 0,0 0,0 0,0 0,0-1,1 1,-1-1,0 1,1-1,-1 1,1-1,0 0,-1 1,1-1,0 0,0 0,0-1,0 2,17 2,0 0,-1 0,1-2,0-1,1 0,-1-1,7-2,23 2,-47 0,2-1,0 0,1 0,-1 1,0 0,0 0,0 0,0 0,0 1,1-1,-1 1,0 0,0 1,0-1,-1 0,1 1,0 0,0 0,-1 0,0 1,1-1,-1 1,0 0,0 0,0 0,0 0,-1 0,1 0,-1 1,0-1,1 3,-2 115,-1-119,1 0,-1 0,0 0,0 0,1 0,-1 0,1 1,0-1,0 0,0 0,0-1,0 1,0 0,0 0,0 0,1-1,-1 1,1-1,-1 1,1-1,0 1,0-1,-1 0,1 0,0 0,0 0,0 0,0 0,0-1,0 1,0-1,0 1,1-1,-1 0,0 0,0 0,0 0,0 0,1 0,0-1,87-27,-76 18,-1 0,0-1,-1 0,0-1,0 0,-1-1,-1 0,0-1,-1 0,0-2,1 2,-7 25,-9 24,3-28,1 0,0 0,0 0,1 0,-1 0,2 0,-1 0,1 1,0-1,0 0,1 0,0 0,0 0,1 0,0 0,0 0,1 0,0-1,0 1,0-1,1 0,0 0,4 5,-5-9,0 0,1 0,-1-1,0 1,1-1,-1 0,1 0,0 0,-1-1,1 1,0-1,-1 0,1 0,0 0,-1-1,1 1,0-1,-1 0,1 0,-1 0,1 0,-1-1,2 0,24-12</inkml:trace>
  <inkml:trace contextRef="#ctx0" brushRef="#br0" timeOffset="1918.758">2576 157,'0'16,"4"10,11 5,3-3</inkml:trace>
  <inkml:trace contextRef="#ctx0" brushRef="#br0" timeOffset="2199.652">2830 612,'3'2,"0"-1,0 0,0 0,0 0,0 0,0 0,1-1,-1 1,0-1,1 0,-1 0,0 0,1-1,-1 1,0-1,0 1,1-1,-1 0,0-1,0 1,0 0,0-1,0 0,-1 0,1 1,0-2,-1 1,1 0,-1 0,0-1,0 1,1-2,1-1,0-1,0 0,-1 1,0-1,0 0,0-1,-1 1,0 0,0-1,-1 1,0-1,0 0,0 1,-1-1,0-5,0 8,-1 0,0 0,0 0,0 0,0 0,0 1,-1-1,0 0,0 1,0-1,0 1,0 0,-1 0,0 0,1 0,-1 0,0 0,0 1,-1-1,1 1,-1 0,1 0,-1 0,1 1,-1-1,0 1,0 0,0 0,0 0,0 0,0 1,0 0,0 0,0 0,-2 0,0 0,1 0,0 1,0 0,0-1,-1 2,1-1,0 1,1-1,-1 1,0 1,0-1,1 1,-1 0,1 0,0 0,0 0,0 1,0-1,1 1,0 0,-1 0,1 1,1-1,-1 1,1-1,-1 1,0 3,3-3,0-1,0 0,0 0,0 0,0 0,1 0,0 0,0 0,0 0,1 0,-1 0,1-1,0 1,0-1,0 1,0-1,1 1,-1-1,1 0,0 0,0-1,0 1,0 0,1-1,-1 0,1 0,-1 0,1 0,0 0,0-1,-1 0,2 0,32 16</inkml:trace>
  <inkml:trace contextRef="#ctx0" brushRef="#br0" timeOffset="2471.835">3137 625,'4'-41,"-2"0,-2-1,-2 1,-1 0,-5-17,8 57,-1 0,1 0,0 1,-1-1,1 0,0 0,0 0,0 0,0 0,-1 0,1 0,1 0,-1 0,0 0,0 1,0-1,0 0,1 0,-1 0,0 0,1 0,-1 0,1 1,-1-1,1 0,-1 0,1 1,-1-1,1 0,0 1,-1-1,1 1,0-1,0 0,0 1,-1 0,1-1,0 1,0 0,0-1,0 1,0 0,0 0,0 0,-1-1,1 1,0 0,0 0,0 1,0-1,0 0,0 0,0 0,0 1,0-1,0 1,20 5,-1 2,-1 0,1 1,-1 1,-1 1,0 1,0 1,-1 0,11 12,-25-22,1 0,-1 1,0-1,-1 1,1 0,-1-1,0 1,0 0,0 0,0 0,0 1,-1-1,0 0,0 1,0-1,-1 1,1-1,-1 1,0-1,0 1,-1-1,0 1,1-1,-1 0,-1 1,1-1,0 0,-1 0,0 0,-1 1,-7 15,-10 34,20-52,0 0,0-1,0 1,0-1,0 1,0-1,0 1,1-1,-1 1,1-1,-1 1,1-1,0 1,0-1,-1 0,1 1,0-1,0 0,0 0,0 0,1 0,-1 0,0 0,0 0,1 0,-1 0,0 0,1-1,-1 1,1 0,-1-1,1 0,-1 1,2-1,9 3,-1-2,0 0,1 0,-1-1,1 0,-1-1,1 0,-1-1,0 0,6-2,94-29,4-8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1:29.21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267 461,'-9'-2,"-1"0,0 1,0 0,1 1,-1 0,0 0,0 1,0 0,1 1,-1 0,0 0,1 1,0 1,0-1,0 1,0 1,0 0,1 0,0 1,0 0,1 0,-1 1,1 0,1 0,-1 0,1 1,1 0,-1 0,1 1,1 0,-2 3,5-10,1-1,-1 1,0-1,1 1,-1 0,1-1,0 1,-1 0,1-1,0 1,0 0,0-1,0 1,1 0,-1-1,0 1,1 0,-1-1,1 1,-1 0,1-1,0 1,0-1,0 1,0-1,0 0,0 1,0-1,0 0,0 0,1 0,-1 0,0 0,1 0,-1 0,1 0,-1 0,1-1,-1 1,1 0,0-1,-1 0,1 1,0-1,-1 0,1 0,0 0,-1 0,3 0,9-2,1 0,0-1,0 0,-1-1,0-1,0 0,0-1,-1 0,1-1,-1 0,-1-1,0 0,0-1,0 0,7-10,-4 7,-13 11,-1 0,1 0,-1 1,1-1,0 0,-1 0,1 1,0-1,0 0,-1 1,1-1,0 0,0 1,0-1,0 1,0 0,0-1,0 1,0 0,0-1,0 1,0 0,0 0,0 0,0 0,0 0,0 0,0 0,0 0,0 0,0 1,0-1,0 0,0 1,0-1,0 1,-1-1,1 1,0-1,0 1,0-1,0 1,-1 0,1 0,0-1,-1 1,1 0,-1 0,1 0,0 0,29 125,-2 38,-8 1,-5 40,-14-189,0-7,0 0,-1 0,0-1,-1 1,0 0,0 0,0 0,-1-1,-1 1,-3 7,6-15,-1 1,1-1,-1 0,0 0,1 0,-1 0,0 0,0 0,1 0,-1 0,0 0,0-1,0 1,0 0,0-1,-1 1,1 0,0-1,0 1,0-1,0 0,-1 1,1-1,0 0,0 0,-1 0,1 0,0 0,0 0,-1 0,1 0,0 0,0-1,-1 1,1 0,0-1,0 1,0-1,0 0,0 1,0-1,0 0,0 0,0 1,0-1,0 0,0 0,0 0,0-1,-40-52,31 35,2 0,0-1,1 1,1-2,1 1,1 0,1-1,1 0,0 0,2 0,0 0,1 0,2 0,2-11,-2 20,0 1,1 0,1 0,0 0,0 0,1 1,1 0,-1 0,2 0,-1 1,1 0,1 1,-1 0,1 0,1 1,0 0,3-2,23-14,0-2,-2-1,26-26,-50 42,0-1,0-1,-1 1,0-2,-1 1,-1-1,0 0,0-1,-1 1,-1-1,-1-1,3-12,-6 26,0-1,-1 0,1 1,-1-1,0 0,1 0,-1 0,0 1,0-1,0 0,0 0,0 0,-1 1,1-1,0 0,-1 0,0 1,1-1,-1 0,0 1,0-1,0 1,0-1,0 1,0-1,0 1,0 0,0-1,-1 1,1 0,-1 0,1 0,-1 0,1 0,-1 1,0-1,1 0,-1 1,0-1,1 1,-1-1,0 1,0 0,-1 0,-36 7,56 0,86-2,-83-6,0 2,-1-1,1 2,0 1,-1 0,15 6,-31-8,1 0,-1 1,1-1,-1 1,0 0,0 0,1 1,-1-1,-1 0,1 1,0 0,-1 0,1 0,-1 0,0 0,0 0,0 0,0 1,-1-1,0 1,1-1,-1 1,0 0,-1 0,1-1,-1 1,1 0,-12 107,4-74,6-34,0 1,1-1,-1 1,1 0,-1-1,1 1,0 0,0 0,1-1,-1 1,1 0,0-1,0 1,0-1,0 1,1-1,-1 1,1-1,0 0,0 0,0 0,1 0,-1 0,1 0,-1-1,1 1,0-1,0 0,0 0,3 2,10 1,0-1,1-1,-1 0,1-1,0-1,0 0,0-1,-1-1,1-1,0 0,0-1,-1-1,0-1,2-1,7 0,0-2,-1-1,0-1,0 0,-1-2,-1-1,0-1,-1-1,0 0,6-8,12-31,-39 53,1 0,0-1,0 1,-1-1,1 1,0-1,-1 1,0-1,1 1,-1-1,0 1,0-1,0 1,0-1,0 0,0 1,0-1,0 1,-1-1,1 1,-1-1,1 1,-1-1,1 1,-1-1,0 1,0 0,0-1,0 1,0 0,0 0,0 0,0 0,0 0,-1 0,1 0,0 0,-2-1,-6 0,-1 0,0 1,1 0,-1 0,0 1,0 0,1 1,-1 0,0 0,1 1,-1 1,1-1,0 2,0-1,0 1,0 0,0 1,1 0,0 1,-1 0,3-2,0-1,0 1,0 1,1-1,-1 1,1 0,0 0,1 0,-1 1,1 0,0 0,1 0,-1 0,1 0,1 1,-1-1,1 1,0 0,0 2,3-7,0 1,1 0,-1-1,1 1,-1-1,1 0,0 0,0 0,0 1,0-2,1 1,-1 0,0 0,1-1,-1 1,1-1,-1 0,1 0,0 0,0 0,-1 0,1-1,0 1,0-1,0 1,0-1,0 0,0-1,-1 1,1 0,0-1,0 1,2-2,13 0,-1-1,1-1,-1-1,1 0,-2-1,1-1,0-1,-1 0,-1-1,0-1,0 0,-1-1,13-12,-23 19,-1 1,1-1,-1 1,0-1,0 0,-1 0,1 0,-1-1,0 1,0 0,0-1,0 0,-1 1,0-1,0-2,-1 6,0 1,-1-1,1 0,0 1,-1-1,1 1,-1-1,1 1,0-1,-1 1,0-1,1 1,-1 0,1-1,-1 1,1 0,-1-1,0 1,1 0,-1 0,0 0,1 0,-1-1,1 1,-1 0,0 0,1 0,-1 0,0 0,1 1,-1-1,0 0,1 0,-1 0,0 0,1 1,-1-1,1 0,-1 1,0-1,1 0,-1 1,1-1,-1 1,1-1,-1 1,1-1,0 1,-1-1,1 1,0 0,-1-1,1 1,0-1,0 1,-1 0,1-1,0 1,0 0,0 0,-5 5,-1 2,2-1,-1 1,1-1,1 1,-1 0,1 1,0-1,1 0,0 1,0 6,1-11,1-1,0 1,0-1,0 1,0-1,0 1,1-1,0 1,-1-1,1 1,1-1,-1 0,0 1,1-1,0 0,0 0,0 0,0 0,0 0,0-1,1 1,-1-1,1 1,0-1,0 0,0 0,0 0,0-1,0 1,1 0,7 1,-1 0,2-1,-1 0,0 0,0-1,0-1,1 0,-1 0,0-1,0-1,11-2,29-7</inkml:trace>
  <inkml:trace contextRef="#ctx0" brushRef="#br0" timeOffset="1126.809">1791 328,'22'0,"0"-1,-1 0,1-2,-1 0,1-1,-1-2,-1 0,1-1,-1-1,0-1,10-6,-8 6,0-1,-1-1,-1 0,1-2,-2 0,0-1,-1-1,0-1,-1-1,-1 0,-1-1,1-2,-14 18,-1 1,1-1,-1 0,0 0,0 0,0 0,0 0,0 0,0 0,0 0,-1 0,1 0,-1-1,1 1,-1 0,0 0,0-1,0 1,0 0,0 0,-1 0,1-1,-1 1,1 0,-1 0,0 0,0 0,0 0,0 0,0 0,0 0,-1 0,1 0,-1 1,1-1,-5 0,0 0,-1 1,1 0,0 0,0 1,-1 0,1 0,0 0,-1 0,1 1,0 0,0 1,0 0,0-1,0 2,0-1,0 1,1 0,-1 0,1 0,0 1,0 0,-4 4,-3 2,1 0,0 1,1 0,0 1,1 0,1 1,0 0,0 0,1 1,1 0,0 0,1 0,0 4,-3 12,1 0,2 0,1 1,1 0,2 0,1 3,7 58,4 0,4-1,4-1,5 6,0 0,-4 2,-4 0,-1 34,-14-114,0 0,0 0,-2 0,0 0,-2 0,1 0,-2-1,-1 1,-2 6,7-23,-1 1,1-1,0 1,-1-1,1 0,-1 0,1 1,-1-1,0 0,1 0,-1 1,0-1,0 0,0 0,0 0,0 0,0 0,0 0,0-1,0 1,-1 0,1-1,0 1,0 0,-1-1,1 0,0 1,-1-1,1 0,-1 1,1-1,0 0,-1 0,1 0,-1 0,1-1,0 1,-1 0,1 0,0-1,-1 1,1-1,0 1,-1-1,1 0,0 0,0 1,0-1,0 0,0 0,0 0,0 0,0 0,0 0,0 0,0-1,0 0,-8-12,0-1,1 0,1-1,1 1,0-1,1-1,0 1,1-6,0 10,-17-74,3 0,4-1,4-1,1-63,8 136,0 0,1 0,1 0,0 0,1 1,1-1,0 0,1 1,1-1,0 1,1 1,0-1,6-8,-6 17,-1 1,1 0,0 0,0 0,1 1,-1 0,1 0,-1 1,1 0,0 0,0 1,0-1,0 2,0-1,5 1,12-3,247-41,-266 42,-1 1,1 0,0 0,0 0,-1 0,1 1,0 0,0 0,0 0,-1 1,1-1,0 1,0 0,-1 1,1-1,-1 1,1 0,-1 0,1 0,-1 0,0 1,0 0,-1 0,1 0,0 0,-1 1,0-1,0 1,0 0,0 0,0 0,-1 0,0 1,0 126,-1-129,-1 0,0-1,0 1,1-1,-1 1,1-1,-1 1,1-1,0 1,0-1,0 1,0-1,0 0,0 0,0 1,0-1,0 0,0 0,1 0,-1 0,0 0,1 0,-1-1,1 1,-1 0,1-1,-1 1,1-1,-1 0,1 1,0-1,-1 0,1 0,-1 0,1 0,0 0,-1 0,61-16,-44 4,0-1,0 0,-2-1,1-1,-2-1,0 0,-1-1,-1-1,0 0,-1 0,1-5,-10 18,-10 72,6-63,-1 1,1 0,1 0,-1 0,1 0,-1 0,1 0,1 0,-1-1,1 1,0 0,0 0,0 0,1 0,0-1,0 1,0-1,0 1,1-1,-1 0,1 0,0 0,0 0,1-1,-1 1,1-1,0 0,0 0,0 0,2 0,4 0,0 0,0-1,0-1,1 0,-1 0,1-1,-1 0,0-1,1 0,-1 0,0-1,0-1,1 0,-2 0,1-1,0 0,-1-1,0 0,0 0,0-1,-1 0,0-1,0 0,0 0,-1 0,0-1,-1 0,1-1,-2 1,1-1,-1 0,0-1,5-10,-1 1,-1-1,-1-1,0 0,-2 0,0 0,-1 0,-2-1,0 1,-1-1,-1 0,-1 0,-1 1,-1-1,-1-3,3 20,0 0,0 0,0 1,-1-1,0 0,1 1,-1-1,-1 1,1 0,-1 0,0 0,0 0,0 0,0 0,-1 1,1-1,-1 1,0 0,0 1,0-1,0 0,-1 1,1 0,-1 0,1 1,-1-1,0 1,0 0,1 0,-1 0,0 1,0 0,-4 0,3 2,-1 0,0 0,1 1,0-1,-1 2,1-1,0 1,1 0,-1 0,1 0,0 1,0 0,0 0,0 0,1 1,0-1,0 1,-1 4,-3 4,1-1,1 2,0-1,0 1,2 0,0 0,-2 14,5-18,0 1,0 0,1 0,1 0,0-1,1 1,0 0,0-1,2 1,-1-1,1 0,1 0,0 0,0-1,1 0,1 0,0 0,0-1,1 0,0 0,0-1,1 0,2 1,12 7,0-2,2 0,0-2,0 0,1-2,0-1,1-1,0-1,26 3,49 6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1:22.63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328 359,'10'52,"-9"-92,-2 32,-1 0,0 0,0 0,0 1,-1-1,0 0,0 1,-1 0,0 0,-1 0,1 0,-1 1,0-1,-1 1,0 0,0 1,0 0,0 0,-1 0,0 0,0 1,0 1,0-1,-1 1,0 0,1 1,-1-1,0 2,0-1,0 1,-1 0,1 1,0 0,0 0,-7 2,7 2,0 1,0 0,1 1,0-1,0 1,0 1,1-1,0 1,0 1,1-1,0 1,0-1,0 1,1 1,1-1,-1 1,1-1,1 1,0 0,0 0,1 0,0 0,0 4,-3 6,0 0,2 0,0 0,1 0,1 1,1-1,1 0,0 0,1 0,1 0,1 0,1-1,1 0,0 0,1-1,1 0,1 0,0-1,1 1,-5-12,-1 0,1 0,0-1,0 0,0 0,1 0,-1-1,1 0,0 0,0 0,0-1,0 0,0-1,1 1,-1-2,0 1,1-1,-1 0,1 0,-1-1,0 0,1 0,-1-1,0 0,0 0,0-1,0 1,0-2,-1 1,1-1,2-3,75-75,-51 44,-32 38,-1-1,0 0,1 1,-1-1,1 0,-1 1,1-1,0 1,-1-1,1 1,-1-1,1 1,0-1,-1 1,1 0,0-1,0 1,-1 0,1 0,0-1,0 1,-1 0,1 0,0 0,0 0,0 0,-1 0,1 0,0 0,0 1,0-1,-1 0,1 0,0 1,-1-1,1 0,0 1,0-1,-1 1,1-1,-1 1,1-1,0 1,-1-1,1 1,17 37,-11-20,-4-14,-1 1,1-1,0 0,0 1,1-1,-1-1,1 1,0 0,0-1,0 0,0 0,1 0,-1 0,1-1,-1 0,1 0,0 0,0 0,0-1,0 0,1 0,-1 0,0-1,0 1,0-1,1-1,-1 1,0-1,0 0,0 0,0 0,0-1,0 0,0 0,0 0,0 0,-1-1,1 0,-1 0,0 0,3-3,-3 2,-1 0,0 0,0 0,0-1,0 1,-1-1,1 0,-1 1,-1-1,1 0,-1 0,0 0,0 0,0-1,0 1,-1 0,0 0,0 0,-1-1,1 1,-1 0,0 0,-1 0,1 0,-1 0,0 0,0 1,-1-1,1 0,-1 1,0 0,0 0,0 0,-1 0,0 0,1 1,-1-1,0 1,-1 0,1 0,-1 1,1-1,-1 1,0 0,-4-1,3 0,0 1,0 0,0 0,0 0,-1 1,1 0,0 0,-1 1,1 0,-1 0,1 0,-1 1,1 0,-1 0,1 1,0-1,0 1,0 1,0-1,0 1,0 0,1 1,-1-1,1 1,0 0,0 0,0 1,5-4,-1 0,0 0,1 0,-1 1,1-1,0 0,-1 0,1 0,0 0,0 1,-1-1,1 0,0 0,0 0,1 1,-1-1,0 0,0 0,0 0,1 1,-1-1,1 0,-1 0,1 0,-1 0,1 0,0 0,-1 0,1 0,0 0,0 0,0 0,0-1,0 1,0 0,0 0,0-1,0 1,0-1,0 1,0-1,0 1,1-1,-1 0,0 0,1 1,22 7</inkml:trace>
  <inkml:trace contextRef="#ctx0" brushRef="#br0" timeOffset="451.448">862 440,'14'8,"4"15,0 0,-1 1,-2 1,0 0,-2 1,-1 1,-1 0,2 10,-11-31,-2-4,0 0,0 0,0 0,0 0,1-1,-1 1,0 0,1 0,-1 0,1-1,0 1,0 0,-1-1,1 1,0 0,0-1,1 1,-1-1,0 0,0 1,1-1,-1 0,1 0,-1 0,1 0,-1 0,1 0,0 0,-1 0,1-1,0 1,0-1,0 1,-1-1,1 0,0 1,0-1,0 0,0 0,0-1,-1 1,1 0,0-1,1 0,5-7,0 0,-1-1,0-1,0 1,-1-1,-1 0,1-1,1-6,-1 4,44-124,-39 118,-14 45,1-19,1 0,-1 0,1 0,0 0,1 0,0 1,0-1,1 0,-1 0,1 0,1 0,0 0,0 0,0 0,1 0,0-1,0 1,0-1,1 0,0 0,0 0,1-1,-1 1,3 0,5-1,0 0,0-1,1 0,0-1,0-1,0 0,0 0,0-1,0-1,0-1,0 1,0-2,0 0,0 0,0-2,-1 1,1-2,-1 1,6-5,22-8</inkml:trace>
  <inkml:trace contextRef="#ctx0" brushRef="#br0" timeOffset="1048.592">1664 519,'-4'-2,"0"-1,0 1,0 0,0 0,0 0,0 0,0 1,-1 0,1 0,0 0,-1 0,1 1,-1-1,1 1,-1 0,1 1,-1-1,1 1,-1 0,1 0,0 0,-1 0,1 1,0 0,0 0,0 0,0 0,0 1,1 0,-1 0,-1 2,-1-1,1 0,0 1,0 0,1 1,-1-1,1 1,0-1,0 1,1 0,0 1,0-1,1 1,-1-1,1 1,1 0,-1 0,1-1,1 1,-1 0,1 3,1-6,-1 0,1-1,0 1,1-1,-1 1,1-1,-1 1,1-1,0 0,0 0,1 0,-1 0,1 0,-1 0,1-1,0 1,0-1,0 0,0 0,0 0,1 0,-1-1,1 1,-1-1,1 0,-1 0,1 0,0 0,0-1,-1 1,1-1,0 0,0 0,-1-1,1 1,0-1,-1 1,1-1,0-1,-1 1,1 0,-1-1,3-1,4-2,-1-1,0 0,0-1,-1 0,0 0,0-1,0 0,-1 0,-1-1,1 1,-1-2,-1 1,0-1,0 1,-1-1,0-1,2-7,2-13,-1 0,-1-1,-2 1,-1-1,-1-16,-1 0,-2-1,-2 1,-3 0,-9-40,-1 51,9 43,-4 88,11-69,-3 40,3-1,3 0,3 0,14 63,-16-112,0-1,1 1,0-1,1-1,1 1,0-1,2 1,-7-10,0-1,1 0,-1 1,1-1,-1 0,1-1,0 1,0 0,0-1,1 0,-1 0,0 0,1 0,0 0,-1-1,1 1,0-1,0 0,0 0,-1-1,1 1,0-1,0 0,0 0,0 0,0 0,0-1,3 0,-1-1,0-1,0 1,-1-1,1 0,-1-1,1 1,-1-1,0 0,0 0,-1-1,1 1,-1-1,0 0,-1 0,1-1,-1 1,0-1,0 0,1-2,2-8,0 1,-1-1,-1 0,0 0,-1 0,0-16,-2 19,-2 26,-1 15,0-15,1 1,0-1,1 1,0-1,1 1,1-1,0 0,1 1,0-1,1 0,0-1,4 7,-6-17,0 1,-1-1,1 1,1-1,-1 1,0-1,1 0,-1 0,1 0,0-1,-1 1,1-1,0 1,0-1,0 0,0 0,0 0,0 0,0-1,1 1,-1-1,0 0,1 0,19-3</inkml:trace>
  <inkml:trace contextRef="#ctx0" brushRef="#br0" timeOffset="1325.379">1985 159,'-2'16,"8"9,12 2,4-5</inkml:trace>
  <inkml:trace contextRef="#ctx0" brushRef="#br0" timeOffset="1970.32">2466 346,'-11'-1,"0"0,0 1,0 0,0 1,0 1,0 0,0 0,0 1,1 0,0 1,-1 0,1 1,0 0,1 0,0 1,-1 0,2 1,-1 0,1 1,0-1,1 1,0 1,0 0,0 0,1 0,-1 4,6-10,-1 0,1 1,0-1,0 1,0-1,0 1,1 0,-1-1,1 1,0 0,0-1,0 1,1 0,-1-1,1 1,0 0,0-1,0 1,1-1,-1 0,1 1,0-1,0 0,0 0,0 0,0 0,1 0,-1-1,1 1,6 4,-1 0,1 0,0-1,1 0,0-1,0 0,0 0,0-1,3 0,149 40,-133-28,-28-15,-1-1,1 1,-1-1,0 1,1-1,-1 1,0-1,0 1,1-1,-1 1,0 0,0-1,0 1,0-1,0 1,0 0,0-1,0 1,0-1,0 1,0 0,0-1,0 1,0-1,-1 1,1-1,0 1,0-1,-1 1,1 0,0-1,-1 1,1-1,-1 0,1 1,0-1,-1 1,1-1,-1 0,1 1,-1-1,1 0,-1 1,0-1,1 0,-1 0,1 0,-1 0,1 1,-1-1,0 0,-15 6,-1-1,0 0,0-1,0-1,0 0,-1-2,1 0,-13-1,16 1,-80-1,95 0,-1 0,0 0,0 0,0-1,0 1,1 0,-1 0,0 0,0 0,0 0,0-1,0 1,0 0,1 0,-1 0,0 0,0-1,0 1,0 0,0 0,0 0,0-1,0 1,0 0,0 0,0 0,0-1,0 1,0 0,0 0,0-1,0 1,0 0,0 0,0 0,0 0,0-1,-1 1,1 0,0 0,0 0,0 0,0-1,0 1,-1 0,1 0,25-9,-13 6,89-26,-1-4,-1-5,48-27,-141 63,1-1,-1 0,1 0,-1 0,0-1,0 0,0 0,-1 0,1-1,-1 0,0 0,-1 0,1-1,-1 1,0-1,0 0,-1 0,0-1,0 1,0-1,-1 1,1-4,-4 8,1-1,-1 1,1 0,-1-1,0 1,0-1,0 1,0 0,-1 0,1 0,0 0,-1 0,0 0,1 0,-1 0,0 0,0 1,0-1,0 1,0 0,0-1,-1 1,1 0,0 0,-1 0,1 1,-1-1,1 1,0-1,-1 1,0 0,0 0,-1-1,0 0,0 1,0 0,0 0,0 0,0 1,0-1,0 1,0 0,0 0,0 1,0-1,0 1,1 0,-1 0,0 0,1 0,0 0,-4 4,4-2,0 0,0 1,0-1,1 1,-1 0,1 0,0 0,1 0,-1 0,1 0,0 0,0 1,1-1,0 0,-1 1,2-1,-1 0,1 1,-1-1,2 0,-1 0,0 0,1 0,1 3,1 0,0 1,0-1,1 1,0-1,1 0,-1-1,1 0,1 0,0 0,0 0,0-1,0 0,5 1,0 0,0-1,1 0,0-1,0 0,1-1,-1-1,1 0,0 0,0-2,0 0,0 0,0-1,0-1,0-1,0 0,-1 0,1-1,-1-1,1-1,9-4,-2-2</inkml:trace>
  <inkml:trace contextRef="#ctx0" brushRef="#br0" timeOffset="4312.936">3094 747,'-2'-35,"25"-47,-17 65,-1 0,0 0,-1 0,0-1,-2 1,0-1,-1 0,-1 1,-1-1,-1-7,2 23,0 0,0 0,-1 0,1 0,-1 0,0 0,1 0,-1 0,0 0,0 0,0 0,0 0,-1 0,1 1,-1-1,1 1,-1-1,1 1,-1-1,0 1,1 0,-1 0,0 0,0 0,0 0,0 0,0 0,0 1,0-1,0 1,0-1,-1 1,1 0,0 0,0 0,0 0,0 0,0 1,-1-1,1 1,0-1,0 1,0 0,0 0,0 0,0 0,1 0,-1 0,0 0,0 0,1 1,-1-1,1 1,-1 0,1-1,0 1,-1 1,1-2,0 0,0 0,0 0,1 0,-1 1,0-1,1 0,-1 1,1-1,-1 0,1 1,0-1,0 1,-1-1,1 1,0-1,0 1,0-1,1 0,-1 1,0-1,0 1,1-1,-1 0,1 1,-1-1,1 0,0 1,0-1,-1 0,1 0,0 0,0 0,0 1,0-1,0-1,0 1,1 0,-1 0,0 0,0-1,1 1,-1 0,0-1,1 1,-1-1,1 0,-1 1,0-1,1 0,-1 0,1 0,-1 0,2 0,128 0,-28-3,-101 3,1 0,-1 1,1-1,-1 1,0 0,1-1,-1 1,1 0,-1 0,0 1,0-1,0 0,0 1,0-1,0 1,0 0,0 0,0-1,-1 1,1 0,-1 0,0 1,1-1,-1 0,0 0,0 1,0-1,-1 1,1-1,-1 0,1 1,0 83,-2-66,-1-4,3 42,-1-57,0 1,1-1,-1 1,0-1,1 0,0 1,-1-1,1 0,0 0,-1 1,1-1,0 0,0 0,0 0,0 0,0 0,1 0,-1 0,0 0,0 0,1-1,-1 1,0-1,1 1,-1-1,0 1,1-1,-1 1,1-1,-1 0,1 0,-1 0,1 0,-1 0,1 0,8-3,0 0,0 0,0-1,0 0,0-1,-1 0,0 0,0-1,0 0,-1-1,6-5,-7 6,98-90,-105 96,0 0,0 1,0-1,0 1,0-1,0 0,0 1,0-1,0 0,0 1,0-1,0 1,0-1,0 0,1 1,-1-1,0 0,0 1,0-1,0 0,1 1,-1-1,0 0,0 0,1 1,-1-1,0 0,0 0,1 1,-1-1,0 0,1 0,-1 0,0 1,1-1,-1 0,1 0,-1 0,0 0,1 0,-1 0,0 0,1 0,-1 0,1 0,-1 0,0 0,1 0,-1 0,0 0,1-1,-1 1,0 0,1 0,-1 0,0 0,1-1,-1 1,0 0,1 0,-1-1,0 1,0 0,1 0,-1-1,0 1,0 0,0-1,1 1,-4 37,2-29,0-5,1 1,-1-1,1 1,0-1,0 1,0-1,0 1,0-1,1 1,0-1,0 1,0-1,0 0,0 1,1-1,-1 0,1 0,0 0,0 0,0 0,0 0,1-1,-1 1,1-1,-1 1,1-1,0 0,0 0,0 0,0-1,3 2,1-1,1-1,0 1,0-1,0-1,0 1,0-1,0-1,0 0,0 0,-1 0,1-1,0 0,-1-1,1 1,-1-2,0 1,0-1,0 0,0 0,-1-1,1 0,-1 0,0 0,-1-1,1 0,-1 0,-1 0,1-1,-1 0,0 0,0 0,-1 0,0 0,0-1,-1 0,1-6,-3 9,-1-1,0 1,-1 0,1-1,-1 1,0 0,0 0,0 0,-1 1,0-1,0 1,0-1,0 1,-1 0,0 0,0 0,0 1,0-1,0 1,-1 0,0 0,1 1,-1-1,0 1,0 0,0 0,-1 1,1 0,0 0,-1 0,1 0,0 1,-1 0,1 0,-1 0,1 1,0 0,-1 0,1 0,-4 2,3 1,-1 1,1 0,-1 0,1 0,1 1,-1 0,1 0,0 0,0 1,1-1,0 1,0 0,1 1,0-1,0 1,0-1,1 1,0 0,1 0,0 0,0 0,1 0,0 0,0 0,1 8,1-12,0 0,0 0,0 0,0 0,1 0,0-1,-1 1,1-1,1 0,-1 0,0 0,1 0,-1 0,1-1,0 1,0-1,0 0,0-1,0 1,0 0,1-1,-1 0,1 0,-1-1,0 1,1-1,-1 0,1 0,-1 0,1-1,-1 1,1-1,-1 0,0-1,1 1,-1-1,2 0,32-12</inkml:trace>
  <inkml:trace contextRef="#ctx0" brushRef="#br0" timeOffset="5161.181">4004 38,'-15'-7,"0"1,-1 0,1 1,-1 1,0 1,-1 0,-8 0,20 2,0 1,0 0,0 1,1-1,-1 1,0 0,0 0,1 0,-1 1,1 0,-1-1,1 2,0-1,0 0,0 1,0 0,0 0,0 0,1 0,-1 1,1-1,0 1,0 0,1 0,-1 0,1 0,-2 4,1 1,-1 0,1 0,1 1,0-1,0 1,1 0,0 0,0-1,1 1,1 0,-1 0,2 0,-1-1,1 1,1-1,0 1,0-1,1 0,0 0,1 0,0 0,16 26,1-1,2-2,2 0,15 14,-25-27,128 148,-141-163,-1 0,0-1,1 0,0 0,0 0,0 0,0 0,1 0,-1-1,1 1,-1-1,1 0,0 0,0-1,0 1,0-1,0 0,0 0,0 0,0 0,0-1,1 0,-1 0,0 0,0 0,1 0,-1-1,0 0,0 0,0 0,0-1,0 1,0-1,0 0,1-1,3-4,0-1,0-1,-1 1,-1-1,1-1,-1 1,-1-1,0 0,0 0,-1 0,0-1,-1 0,0 0,0 1,-2-2,1 1,-1-8,-1 19,0 0,-1 0,1 0,0 0,-1 0,1 0,0 0,0 0,-1 0,1-1,0 1,0 0,-1 0,1 0,0 0,0 0,0 0,-1-1,1 1,0 0,0 0,0 0,-1-1,1 1,0 0,0 0,0-1,0 1,0 0,0 0,0-1,-1 1,-8 28,9-24,-3 5,0 0,1 0,1 1,0-1,0 1,0 0,1-1,1 1,0-1,0 1,1-1,2 10,-2-17,-1 1,1-1,0 0,-1 0,1 0,0 0,0-1,1 1,-1 0,0-1,0 1,1-1,-1 0,1 0,-1 0,1 0,-1 0,1-1,0 1,-1-1,1 1,0-1,-1 0,1 0,0 0,-1-1,1 1,0-1,-1 1,1-1,0 0,-1 0,1 0,81-43,-71 35,0 0,-1-1,-1 0,1-1,-2 0,1-1,-2 0,1 0,-2-1,0 0,0-1,-1 0,-1 0,0-2,-7-9,-18 33,14-2,0 1,1 0,-1 0,2 1,-1-1,1 1,0 0,0 0,1 0,0 0,0 0,1 0,0 8,0-12,1 1,0 0,0-1,1 1,-1 0,1-1,0 1,1-1,-1 1,1-1,-1 0,1 1,1-1,-1 0,1 0,-1 0,1-1,0 1,0-1,1 1,-1-1,1 0,-1-1,1 1,1 0,2 0,0 1,1-2,0 1,-1-1,1 0,0-1,0 0,0 0,0-1,0 0,-1 0,1 0,0-1,0-1,0 1,0-1,-1-1,1 1,-1-1,0-1,0 1,0-1,0-1,4-2,-3 1,0 1,-1-2,0 1,0-1,0 0,-1 0,0-1,0 0,-1 0,0 0,0-1,-1 0,0 0,0 0,-1 0,-1 0,0-1,0 1,0-1,-1 0,-11-44,10 53,-1 0,1 0,0-1,0 1,-1 0,1 0,-1 0,1 0,-1 0,1 0,-1 0,1 0,-1 1,0-1,0 0,0 0,1 0,-1 1,0-1,0 0,0 1,0-1,0 1,0-1,0 1,0 0,0-1,0 1,0 0,-1 0,1 0,0-1,0 1,0 0,0 1,0-1,0 0,-1 0,1 0,0 1,0-1,0 0,0 1,0-1,0 1,-3 3,0 0,1 0,-1 1,1 0,0-1,0 1,1 0,-1 0,1 0,0 1,1-1,-1 1,1-1,0 1,0-1,1 1,0-1,0 1,0 0,1-1,-1 1,1-1,1 1,-1-1,3 6,-1-5,0 0,1 1,0-1,0-1,1 1,0-1,0 1,0-1,0-1,1 1,0-1,0 0,0 0,0-1,1 1,-1-2,5 3,124 29,-27-20,-4-6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1:40.27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1022 1,'-43'15,"0"2,1 2,0 1,2 3,1 1,-16 14,-73 44,4 6,3 5,-86 88,205-178,-10 8,0 0,1 2,0-1,1 1,0 1,1-1,1 2,0-1,-1 7,9-21,0 0,0 0,1 0,-1 0,0 0,0 0,1 0,-1 0,0 1,0-1,0 0,1 0,-1 0,0 0,0 0,0 1,1-1,-1 0,0 0,0 0,0 0,0 1,1-1,-1 0,0 0,0 1,0-1,0 0,0 0,0 1,0-1,0 0,0 0,0 1,0-1,0 0,0 0,0 1,0-1,0 0,0 0,0 1,0-1,0 0,0 0,0 1,-1-1,1 0,0 0,16-18,-4-1,0-1</inkml:trace>
  <inkml:trace contextRef="#ctx0" brushRef="#br0" timeOffset="278.807">166 428,'-4'14,"-7"13,-3 10,-1 6,-4 4,0 0,1-3,3-4,3-5,2-6,4-13,2-8</inkml:trace>
  <inkml:trace contextRef="#ctx0" brushRef="#br0" timeOffset="655.386">46 469,'11'23,"-3"-15,0-1,1 1,-1-1,1-1,1 0,-1 0,1-1,0 0,0-1,1 0,-1 0,1-1,0-1,0 1,4-1,48 15,-61-17,1 1,-1 0,0 0,0 0,0 0,0 0,0 0,0 1,0-1,0 1,0-1,-1 1,1 0,-1-1,1 1,-1 0,0 0,1 0,-1 0,0 1,0-1,-1 0,1 0,0 0,-1 1,1-1,-1 0,0 1,0-1,0 1,0-1,0 0,0 1,-1-1,1 0,-1 1,0-1,1 0,-2 1,-1 7,-2 0,1-1,-1 0,0 0,-1 0,0-1,-1 1,-3 2,-17 14,-1-1,-1-1,-2-1,0-2,-1-1,-13 4,36-18,-23 16,32-18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1:44.18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3089 347,'-5'15,"-1"18,1 14,0 12,0 10,0 8,-4 3,-2 0,-2-7,0-11,1-14,3-16</inkml:trace>
  <inkml:trace contextRef="#ctx0" brushRef="#br0" timeOffset="483.324">3035 520,'0'-4,"0"1,0-1,1 0,-1 0,1 0,0 0,0 0,0 1,0-1,1 0,-1 1,1-1,0 1,0-1,0 1,1 0,-1 0,1 0,0 0,0 1,0-1,0 1,0 0,0-1,1 2,-1-1,1 0,-1 1,1-1,0 1,0 0,-1 0,1 0,2 1,4 1,0 1,0 0,-1 1,1 0,0 1,-1 0,0 0,0 1,0 0,0 0,-1 1,0 1,0-1,-1 1,0 0,0 1,0 0,-1 0,0 0,0 3,-5-9,0 0,0 0,0 0,0 0,0 1,-1-1,1 0,-1 0,0 0,0 0,0 1,0-1,0 0,0 0,0 0,-1 1,1-1,-1 0,1 0,-1 0,0 0,0 0,0 0,0 0,0 0,-1 0,1-1,-1 1,1 0,-1-1,1 1,-1-1,0 0,0 1,0-1,-2 2,-1-1,1 1,0-1,-1 0,0-1,1 1,-1-1,0 0,0 0,0 0,0-1,0 0,0 0,1 0,-4-1,6 1,1 0,-1 0,1 0,0-1,-1 1,1 0,-1-1,1 1,0-1,0 0,-1 1,1-1,0 0,0 0,0 0,0 0,0 0,0 0,0 0,0 0,0 0,0 0,1 0,-1-1,0 1,1 0,-1 0,1-1,0 1,-1-1,1 1,0 0,0-1,0 1,0-1,0 1,0 0,0-1,0 1,1-1,-1 1,0 0,28-57,187-195,-192 220,-1-1,-1-1,-3-1,0 0,2-14,-9 0,-19 53,0 8,1 1,0-1,1 1,0 0,1 1,0-1,-1 9,-1-3,-8 23,1 1,2 1,2 0,2 0,2 1,1 0,3 0,2 26,0-63,0-1,0 1,1-1,0 0,0 1,1-1,-1 0,1 0,1 0,-1 0,1 0,0-1,0 1,1-1,0 0,0 0,0 0,0 0,1-1,0 0,0 0,0 0,0 0,1-1,-1 0,1 0,3 1,12-2</inkml:trace>
  <inkml:trace contextRef="#ctx0" brushRef="#br0" timeOffset="944.151">3303 280,'20'-3,"59"9,0 4,73 17,-128-22,0 1,0 1,-1 1,0 1,0 1,5 4,-21-10,-1 0,1 0,-1 1,0 0,0 0,0 0,-1 1,0 0,0 0,0 0,-1 1,0-1,0 1,-1 0,0 0,0 1,0-1,-1 1,0-1,-1 1,1 5,-2 2,-1 1,0-1,-1 0,-1 0,0 0,-1 0,-1 0,0-1,-1 1,-1-2,-5 11,11-23,1-1,0 1,0 0,0-1,0 1,0 0,0 0,0-1,0 1,0 0,-1-1,1 1,0 0,0-1,-1 1,1 0,-1-1,1 1,0-1,-1 1,1-1,-1 1,1-1,-1 1,1-1,-1 1,0-1,1 1,-1-1,0 0,1 0,-1 1,0-1,1 0,-1 0,0 0,1 0,-1 1,0-1,0 0,1 0,-1-1,0 1,1 0,-1 0,0 0,0-1,0-8,0-1,0 0,2 0,-1 0,1 0,0 0,1 0,2-6,1-8,-4 18,1-14,2 0,0 1,1 0,0 0,2 0,1 0,0 1,3-3,-7 17,1 1,-1-1,1 1,0 0,0 0,1 1,-1-1,1 1,-1 0,1 1,0-1,-1 1,1 0,0 1,0-1,0 1,0 1,-1-1,1 1,0 0,0 0,-1 0,1 1,3 1,19 1,98 11,-63-7</inkml:trace>
  <inkml:trace contextRef="#ctx0" brushRef="#br0" timeOffset="-1852.726">282 53,'-27'134,"19"-99,-5 16,3 0,1 1,3 0,1 38,4-84,1-1,0 0,0 1,0-1,0 1,1-1,0 0,0 0,1 1,-1-1,1 0,0 0,0 0,1 0,-1-1,1 1,0-1,1 1,-1-1,1 0,0 0,0-1,0 1,0-1,0 0,1 0,0 0,-1-1,1 0,0 1,3-1,-1-1,0 0,1-1,-1 0,0 0,0-1,0 1,0-2,0 1,0-1,0 0,-1-1,1 1,-1-1,4-2,22-14</inkml:trace>
  <inkml:trace contextRef="#ctx0" brushRef="#br0" timeOffset="-1587.893">1 306,'25'-2,"22"-1,21 0,15 1,11 0,4 6,-15 1</inkml:trace>
  <inkml:trace contextRef="#ctx0" brushRef="#br0" timeOffset="-1235.164">857 467,'-17'0,"-122"9,131-8,1 1,-1 0,1 0,0 1,0 0,0 0,0 0,1 1,-1 0,1 1,0-1,0 1,1 0,-1 1,1-1,-4 6,8-10,0 0,0 0,0 1,0-1,0 0,0 1,1-1,-1 1,0-1,1 1,-1-1,1 1,-1 0,1-1,0 1,0-1,0 1,0 0,0-1,0 1,0 0,0-1,1 1,-1-1,1 1,-1-1,1 1,-1-1,1 1,0-1,0 1,0-1,0 0,0 1,0-1,0 0,0 0,0 0,1 0,-1 0,0 0,1 0,-1-1,2 2,8-1,-1 0,1-1,0 0,0-1,-1 0,1-1,-1 0,1 0,-1-1,0-1,0 0,0 0,0-1,-1 0,3-2,108-86,-120 93,0 0,0-1,1 1,-1 0,0-1,1 1,-1 0,0 0,1 0,-1-1,1 1,-1 0,0 0,1 0,-1 0,1 0,-1 0,0 0,1 0,-1 0,1 0,-1 0,0 0,1 0,-1 0,1 0,-1 0,0 0,1 1,-1-1,0 0,1 0,-1 0,0 1,1-1,-1 0,0 0,1 1,-1-1,0 0,0 1,1-1,-1 0,0 1,0-1,0 1,1-1,-1 0,0 1,0-1,0 0,0 1,0-1,0 1,0-1,0 0,0 1,0-1,0 1,0-1,0 1,0-1,0 0,-1 1,1 34,0-30,0-4,-1 1,0 1,1-1,-1 1,1-1,-1 1,1-1,0 1,0 0,0-1,1 1,-1-1,1 1,-1-1,1 1,0-1,0 1,0-1,0 1,0-1,0 0,1 0,-1 0,1 0,0 0,0 0,-1 0,1 0,0-1,0 1,1-1,-1 1,0-1,0 0,1 0,1 1,11-1,0-1</inkml:trace>
  <inkml:trace contextRef="#ctx0" brushRef="#br0" timeOffset="-307.211">1191 119,'-4'6,"1"-1,-1 1,1 0,0 0,1 0,-1 0,1 0,0 1,1-1,0 1,0-1,0 1,1 1,-1 0,-18 244,18-185,1-66,0-1,0 1,0-1,0 1,0-1,0 1,0-1,0 1,0-1,0 1,0-1,0 0,0 1,0-1,0 1,1-1,-1 1,0-1,0 1,0-1,1 0,-1 1,0-1,1 1,-1-1,0 0,1 1,-1-1,0 0,1 0,-1 1,1-1,-1 0,0 0,1 1,-1-1,1 0,-1 0,1 0,-1 0,1 0,-1 0,1 0,-1 0,1 0,-1 0,1 0,-1 0,0 0,1 0,-1 0,1-1,-1 1,1 0,-1 0,1 0,-1-1,0 1,1-1,23-23,-20 19,2-2,0 0,1 0,-1 1,1-1,1 2,-1-1,1 1,0 0,0 1,0-1,1 2,0-1,-1 1,3 0,-9 3,0 0,1-1,-1 1,0 0,1 0,-1 1,0-1,1 0,-1 1,0-1,0 1,1 0,-1 0,0 0,0 0,0 0,0 0,0 1,-1-1,1 1,0-1,0 1,-1 0,1-1,-1 1,0 0,1 0,-1 0,0 0,0 0,0 1,-1-1,1 0,0 0,-1 1,1-1,-1 0,0 2,1 1,0 1,-1-1,1 1,-1-1,-1 1,1-1,-1 1,0-1,0 1,0-1,-1 0,0 0,0 0,0 0,-1 0,0 2,1-5,0 1,0 0,0 0,0-1,0 1,0-1,-1 0,1 0,-1 0,0 0,1 0,-1 0,0-1,0 1,0-1,0 0,0 0,-1 0,1 0,0 0,0-1,-1 0,1 1,0-1,-1-1,1 1,0 0,0-1,-1 1,1-1,0 0,0 0,0-1,0 1,0 0,0-1,0 0,0 0,1 0,-1 0,1 0,-1 0,1-1,0 1,0-1,0 0,0 0,1 1,0 0,-1 1,2-1,-1 0,0 0,0 0,1 0,-1 0,1 0,-1 0,1 0,0 0,0 0,0 0,0 0,0 0,0 0,1 0,-1 0,1 0,-1 1,1-1,0 0,0 0,0 0,0 0,0 1,0-1,0 0,0 1,1-1,-1 1,1 0,-1-1,1 1,-1 0,1 0,0 0,0 0,-1 0,1 0,0 1,0-1,1 0,17-3,-1 1,1 1,-1 0,1 1,0 2,12 1,7-1,-15 0,-14 0,1 0,-1-1,0 0,1-1,-1 0,0 0,0-1,0-1,4-1,-14 4,1 0,0-1,0 1,0 0,0-1,0 1,-1-1,1 1,0-1,0 1,-1-1,1 0,0 1,-1-1,1 0,-1 1,1-1,-1 0,1 0,-1 0,0 0,1 1,-1-1,0 0,1 0,-1 0,0 0,0 0,0 0,0 0,0 0,0 1,0-1,0 0,0 0,-1 0,1 0,0 0,-1 0,1 0,0 1,-1-1,1 0,-1 0,1 0,-1 1,0-1,1 0,-1 1,0-1,1 1,-1-1,0 1,0-1,1 1,-1-1,0 1,0 0,0-1,0 1,0 0,1 0,-1-1,0 1,0 0,0 0,0 0,0 0,-2 0,0 0,0 0,0-1,0 2,0-1,0 0,0 1,0-1,0 1,0 0,1 0,-1 0,0 0,1 1,-1-1,0 1,1-1,0 1,-1 0,1 0,0 0,0 0,0 0,0 1,1-1,-1 0,0 1,1 0,0-1,0 1,0 0,0 0,0-1,0 1,1 0,-1 0,1 0,0 0,0 0,0 0,0 0,0 0,1 0,0 0,-1 0,1-1,0 1,0 0,0 0,1-1,-1 1,1-1,-1 1,1-1,1 1,4 3,2-1,-1 1,1-1,-1-1,1 0,1 0,-1-1,0 0,1 0,0-1,0 0,-1-1,1 0,0-1,0 0,0-1,3 0,-1 1,-1-1,1-1,-1 0,0 0,0-1,0-1,0 0,0 0,-1-1,0 0,0-1,0 0,0-1,-1 0,-1 0,1-1,-1 0,0-1,-1 0,0 0,0 0,-1-1,0 0,0-2,7-18,-1 0,-2-1,0 0,-3-1,0 1,-2-2,-2 1,-1-1,-1 1,-1-1,0 33,0-6,0 1,0-1,-1 1,0-1,1 1,-2-1,1 1,-1-1,0 1,0 0,0 0,-1 0,1 0,-4-4,4 8,1 0,0 1,0-1,0 0,0 1,0-1,-1 1,1-1,0 1,-1 0,1-1,0 1,0 0,-1 0,1 0,0 0,-1 0,1 0,0 0,-1 1,1-1,0 0,-1 1,1-1,0 1,0 0,0-1,0 1,-1 0,1-1,0 1,0 0,0 0,0 0,1 0,-1 0,-1 1,-30 44,25-34,1 1,1 1,0-1,0 1,2 0,0 0,0 0,1 0,1 0,0 1,1-1,1 0,0 1,1-1,0 0,2 0,-1 0,2 0,-1-1,2 0,0 0,1 0,0 0,0-1,2-1,-1 1,2-1,-1-1,1 1,1-2,9 7,38 14,0-10</inkml:trace>
  <inkml:trace contextRef="#ctx0" brushRef="#br0" timeOffset="2517.106">455 881,'-26'108,"-4"0,-18 32,94-183,-38 36,1 0,0 1,0 0,0 1,0-1,1 2,0 0,0 0,2 0,-9 3,1 0,-1 0,1 1,-1-1,1 1,-1 0,1 0,-1 0,1 0,-1 1,1 0,-1-1,1 1,-1 0,0 1,1-1,-1 1,0-1,0 1,0 0,0 0,0 0,-1 0,1 1,-1-1,1 1,-1 0,0 0,1 1,1 2,0 0,0 1,-1 0,0 0,0 0,-1 0,0 0,0 1,-1-1,0 0,0 1,0 0,-1-1,-1 7,1-12,0-1,-1 0,1 1,0-1,-1 0,0 0,1 0,-1 1,1-1,-1 0,0 0,0 0,0 0,0 0,0 0,0 0,0-1,0 1,0 0,0 0,0-1,0 1,-1-1,1 1,0-1,0 0,-1 1,1-1,0 0,-1 0,1 0,0 0,-1 0,1 0,0 0,0 0,-1 0,1-1,0 1,-1-1,1 1,-48-28,48 27,-1 0,1 0,0 0,-1 0,1-1,0 1,0 0,0-1,0 1,0-1,0 1,0-1,1 1,-1-1,1 0,-1 1,1-1,-1 0,1 1,0-1,0 0,0 0,0 1,0-1,0 0,0 0,1 1,-1-1,1 0,-1 1,1-1,0 1,-1-1,1 0,0 1,0 0,0-1,0 1,0-1,1 1,-1 0,0 0,0 0,1 0,-1 0,1 0,14-7,-1 1,2 1,-1 1,0 0,1 1,0 0,0 2,0 0,0 1,0 1,15 1,-19-1,-13 0,4-1,0 0,0 0,0 0,1 1,-1-1,0 1,0 0,0 1,1-1,-1 1,0-1,0 1,0 1,0-1,0 0,0 1,0 0,0 0,-1 0,1 0,-1 1,0 0,1-1,-1 1,0 0,-1 0,1 1,0-1,-1 1,0-1,0 1,0 0,1 2,-6 96,2-96</inkml:trace>
  <inkml:trace contextRef="#ctx0" brushRef="#br0" timeOffset="2763.926">936 894,'7'14,"12"7,1-1</inkml:trace>
  <inkml:trace contextRef="#ctx0" brushRef="#br0" timeOffset="3225.342">1338 1015,'-23'11,"12"-8,1 2,0-1,0 1,0 1,0 0,1 0,0 1,0 0,1 1,0-1,0 2,1-1,0 1,0 0,1 1,0 0,5-4,0 0,1 0,0 0,0 0,0 0,1 0,0 0,0 0,0-1,1 1,0 0,0-1,1 1,-1-1,1 0,0 0,1 0,-1 0,1 0,0-1,0 0,0 0,1 0,-1 0,1 0,0-1,2 1,40 45,-47-48,1-1,-1 1,0-1,1 1,-1-1,1 1,-1-1,0 1,1 0,-1-1,0 1,0-1,0 1,0 0,1-1,-1 1,0 0,0 0,0-1,0 1,0 0,0-1,-1 1,1 0,0-1,0 1,0-1,-1 1,1 0,0-1,-1 1,1-1,0 1,-1 0,1-1,-1 1,1-1,-1 0,1 1,-1-1,1 1,-1-1,0 0,1 1,-1-1,1 0,-1 0,0 1,1-1,-1 0,0 0,1 0,-1 0,0 0,1 0,-1 0,0 0,-42-2,41 0,-1 1,1-1,-1 0,1 0,0 0,0-1,0 1,0-1,1 1,-1-1,1 1,-1-1,1 0,0 0,0 1,0-1,0 0,1 0,-1 0,1 0,0 0,0 0,0 0,0 0,0 0,1 0,-1 0,1 0,0 0,0 0,0 0,0 0,0 0,1 1,-1-1,1 1,0-1,0 1,0-1,16-25,0 1,2 0,1 2,12-10,10-15,-11 17,-3-3,0 0,-3-2,-1-1,-2 0,-1-2,-3-1,3-10,-20 42,-7 17,-13 41,3 1,1 0,3 1,2 0,2 1,3-1,1 8,2-44,-1-2,1 1,0-1,1 0,0 1,1-1,0 0,1 1,1-1,0 0,0 0,1-1,0 1,5 7,2-7</inkml:trace>
  <inkml:trace contextRef="#ctx0" brushRef="#br0" timeOffset="4335.602">1378 975,'65'11,"0"-3,58-1,-22-2,-71-2,-1-2,1 1,-1 2,0 1,0 1,7 4,-35-10,-1 0,1 0,-1 0,1 0,-1-1,1 1,-1 1,1-1,-1 0,1 0,-1 0,1 0,-1 0,1 0,-1 1,1-1,-1 0,1 0,-1 1,0-1,1 0,-1 0,1 1,-1-1,0 1,1-1,-1 0,0 1,0-1,1 1,-1-1,0 1,0-1,1 1,-1-1,0 1,0-1,0 1,0-1,0 1,0-1,0 1,0-1,0 1,0-1,0 1,0-1,0 1,-1-1,1 0,0 1,0-1,0 1,-1-1,1 1,0-1,-1 1,1-1,0 0,-1 1,-29 13,19-11,-137 55,141-55,1 1,-1 1,1-1,-1 1,2 0,-1 1,0-1,1 1,0 0,0 0,1 1,0 0,0 0,0 0,1 0,0 0,1 0,-3 9,5-14,-1 0,1 0,-1 0,1 0,0 0,0 1,0-1,0 0,0 0,1 0,-1 1,0-1,1 0,0 0,-1 0,1 0,0 0,0 0,0 0,1-1,-1 1,0 0,1 0,-1-1,1 1,-1-1,1 1,0-1,0 0,0 0,-1 0,1 0,0 0,0 0,0 0,1-1,-1 1,0-1,0 1,0-1,2 0,5 1,0 0,1-1,-1 0,0-1,1 0,-1 0,0-1,0-1,3 0,-1-1,-1 1,1-2,-1 1,0-1,-1-1,1 0,-1 0,-1-1,1 0,-1 0,0-1,0 0,-1-1,0 1,-1-1,2-4,-8 3,-10 27,8-13,0 1,0-1,1 1,-1 0,1 0,1 0,-1 0,1 0,-1 0,1 0,1-1,-1 1,1 0,0 0,0 0,1 3,0-6,1-1,-1 0,0 0,0-1,1 1,-1 0,1-1,-1 1,1-1,-1 0,0 0,1 0,-1 0,1 0,-1-1,1 1,-1-1,1 1,-1-1,0 0,0 0,1 0,-1 0,0-1,0 1,0 0,0-1,0 0,0 1,-1-1,19-16,-1-1,-1 0,-1-1,-1-1,0-1,-2 0,-1-1,0 0,-2-1,-1-1,-1 1,-1-2,-1 1,2-15,40-153,-65 244,-6 35,3 2,5 0,2 16,14-34,-2-68,0 0,0 0,0 0,1-1,-1 1,1 0,-1 0,1-1,0 1,0-1,0 1,0 0,0-1,0 1,0-1,0 0,0 1,1-1,-1 0,0 0,1 0,-1 0,1 0,0 0,-1 0,1 0,0-1,-1 1,1-1,0 1,0-1,-1 0,1 0,0 0,0 1,4-3,0 0,0 0,-1 0,1-1,-1 1,0-1,0-1,0 1,0-1,0 0,-1 0,2-2,13-10,-13 10,1 1,0 0,-1 0,1 1,1-1,-1 1,1 1,0 0,0 0,0 0,0 1,0 0,0 1,5-1,-11 4,1 0,-1-1,1 1,-1 0,0 0,0 1,0-1,0 0,0 1,0-1,-1 1,1-1,-1 1,0 0,0 0,0 0,0-1,0 1,0 0,-1 0,0 0,1 0,-1 0,0 1,0-1,-1 0,1 0,-1 0,0 0,1-1,-2 2,1 2,-1 1,0-1,-1 0,1 0,-1 0,0-1,-1 1,1-1,-1 1,0-1,-1 0,1-1,-1 1,0-1,0 0,-1 0,1 0,-1-1,1 0,-1 0,0 0,0-1,-1 0,1 0,0-1,-1 1,1-1,-1-1,-2 1,8-1,0 0,0 1,1-1,-1 0,0 0,0 0,1 0,-1 0,0 0,0 0,0 0,1 0,-1 0,0 0,0 0,0-1,1 1,-1 0,0 0,0-1,1 1,-1-1,0 1,1-1,-1 1,1-1,-1 1,0-1,1 1,-1-1,1 0,-1 1,1-1,0 0,-1 1,1-1,0 0,-1 0,1 1,0-1,0 0,0 0,0 0,0 1,0-1,0 0,0 0,0 0,0 0,23-34,-5 19,2 0,0 2,0 0,1 1,1 2,0 0,1 1,0 1,15-3,-37 11,1 0,-1 0,0 1,1-1,-1 0,1 1,-1-1,1 1,0 0,-1-1,1 1,-1 0,1 0,0 0,-1 0,1 0,-1 1,1-1,0 0,-1 1,1-1,-1 1,1-1,-1 1,1 0,-1 0,0-1,1 1,-1 0,0 0,0 1,0-1,0 0,1 0,-2 0,1 1,0-1,0 1,0-1,-1 1,1-1,0 1,-1-1,0 1,1-1,-1 1,0 0,-7 106,-1-55,8-53,-1 1,1-1,0 1,-1 0,1-1,0 1,0-1,0 1,0 0,-1-1,1 1,0 0,0-1,0 1,0-1,0 1,1 0,-1-1,0 1,0 0,0-1,0 1,1-1,-1 1,0 0,1-1,-1 1,0-1,1 1,-1-1,1 1,-1-1,1 0,-1 1,1-1,-1 1,1-1,-1 0,1 0,-1 1,1-1,0 0,-1 0,1 1,-1-1,1 0,7-6</inkml:trace>
  <inkml:trace contextRef="#ctx0" brushRef="#br0" timeOffset="4964.721">2488 868,'-3'5,"1"0,0 0,0 0,0 0,1 0,0 0,0 1,0-1,1 0,-1 1,1-1,1 1,-1-1,1 0,0 1,0-1,0 0,1 0,0 0,0 0,0 0,1 0,-1 0,1-1,0 1,1-1,-1 0,2 1,7 9,1-1,0-1,1 0,0-1,1 0,0-1,15 7,-21-11,0 0,1-1,0 0,-1-1,1 1,1-2,-1 1,1-2,-1 1,1-2,0 1,0-1,-1-1,1 0,0 0,0-1,0-1,-1 0,1 0,-1-1,1 0,-1-1,0 0,0-1,-1 0,8-5,-7 0,-1-1,0 0,-1-1,0 1,0-2,-2 1,1-1,-2 0,0 0,0 0,-1-1,-1 0,0 0,-1 0,-1 0,0 0,-1 0,0-7,-9-28,9 48,-1 0,1 0,0 0,-1 0,1 0,-1 0,1 0,-1 0,1 1,-1-1,1 0,-1 0,0 0,0 1,1-1,-1 0,0 1,0-1,0 1,0-1,0 1,0-1,1 1,-1 0,0-1,0 1,0 0,0 0,0 0,-1 0,1 0,0 0,0 0,0 0,0 0,0 0,0 1,0-1,0 0,0 1,1-1,-1 0,0 1,0-1,0 1,-8 7,-1 1,2 1,-1-1,2 1,-1 0,1 1,1 0,0 0,0 0,1 1,1 0,0 0,-1 3,-2 3,1 0,0 0,1 0,1 1,1 0,0 0,2 0,0 0,1 0,1 0,1 0,3 14,-3-27,0-1,0 0,1 0,0 0,0 0,0-1,0 1,1-1,0 0,0 0,0 0,0 0,1-1,-1 0,1 0,0 0,0 0,0-1,0 0,1 0,-1 0,1-1,-1 0,1 0,-1 0,1 0,-1-1,4 0,3 0,1-1,0 0,-1 0,1-1,-1-1,1 0,-1-1,0 0,0-1,0 0,-1-1,2-2,-5 4,-1-1,0 0,0 0,0-1,-1 0,0 0,0-1,0 0,-1 0,0 0,-1-1,1 1,-1-1,-1 0,1 0,0-6,-9-4,-10 33,10-5,1 0,1 0,0 1,0-1,1 1,0-1,1 1,0 0,1-1,0 1,0 0,1 0,3 9,-3-17,1 1,-1-1,1 0,0 1,0-1,0 0,1 0,-1-1,1 1,0 0,0-1,0 1,0-1,0 0,0 0,0 0,1-1,-1 1,1-1,-1 0,1 0,0 0,-1 0,1-1,0 1,0-1,-1 0,1 0,0 0,0-1,1 0,19-3</inkml:trace>
  <inkml:trace contextRef="#ctx0" brushRef="#br0" timeOffset="5213.096">3277 935,'-9'11,"6"9,17 5,20 0,4-3</inkml:trace>
  <inkml:trace contextRef="#ctx0" brushRef="#br0" timeOffset="5501.627">4198 868,'-6'14,"-6"15,-2 15,-1 10,0 7,0 0,0-2,3-7,1-10,2-15,6-15,7-21,5-14,4-12,-1-1</inkml:trace>
  <inkml:trace contextRef="#ctx0" brushRef="#br0" timeOffset="5777.41">4159 961,'0'-179,"1"179,-1 0,0 0,0 0,1 0,-1 0,0 0,1 0,-1 0,0 1,0-1,1 0,-1 0,0 0,1 0,-1 0,0-1,0 1,1 0,-1 0,0 0,1 0,-1 0,0 0,0 0,1 0,-1-1,0 1,0 0,0 0,1 0,-1-1,0 1,0 0,0 0,1-1,-1 1,0 0,0 0,0-1,0 1,0 0,0 0,0-1,1 1,-1 0,0-1,0 1,0 0,0 0,0-1,0 1,0 0,-1-1,1 1,0 0,0 0,0-1,0 1,0 0,0-1,0 1,-1 0,1 0,14 23,-13-19,48 85,3-3,3-2,6 0,-52-72,6 7,-1 1,0 1,-2-1,-1 2,5 11,-15-30,0 1,0-1,0 0,0 0,0 0,-1 1,1-1,-1 0,0 0,0 1,0-1,0 0,-1 1,0-1,1 0,-1 0,0 0,0 1,-1-1,1 0,-1 0,1-1,-1 1,0 0,0-1,0 1,-1-1,1 1,-1-1,1 0,-1 0,0 0,1-1,-1 1,-1 0,-12 5,0 0,0-1,-1-1,0 0,0-1,-13 1,-47 6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1:50.84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5736 2778,'306'-160,"-16"0,8 13,5 12,67-8,-246 107,0 5,86-7,-183 34,-17 3,0 0,0 0,-1-1,1-1,-1 1,0-1,0-1,6-3,-15 7,1 0,0 0,-1 0,1-1,-1 1,1 0,-1 0,1-1,-1 1,0 0,1-1,-1 1,1 0,-1-1,0 1,1-1,-1 1,0-1,1 1,-1-1,0 1,0-1,1 1,-1-1,0 1,0-1,0 1,0-1,0 1,0-1,0 1,0-1,0 0,0 1,0-1,0 1,0-1,0 1,0-1,-1 1,1-1,0 1,0-1,-1 1,1-1,0 1,-1-1,1 1,-1 0,1-1,0 1,-1-1,1 1,-1 0,1 0,-1-1,0 1,-30-13,5 8</inkml:trace>
  <inkml:trace contextRef="#ctx0" brushRef="#br0" timeOffset="269.277">7286 1628,'25'-7,"20"-4,15-1,12 2,7 3,-1 6,-4 14,-11 13,-16 15,-15 18,-21 18,-26 20,-28 17,-27 15,-27 9,3-21</inkml:trace>
  <inkml:trace contextRef="#ctx0" brushRef="#br0" timeOffset="3502.773">6177 665,'0'13,"0"22,0 21,0 21,0 14,0 11,0 4,0-1,0-4,-3-13,-2-16,-1-21</inkml:trace>
  <inkml:trace contextRef="#ctx0" brushRef="#br0" timeOffset="4003.848">6043 919,'5'-6,"0"-1,1 1,0 0,0 0,0 1,1-1,-1 1,1 1,1-1,-1 1,1 1,-1-1,1 1,0 1,0-1,0 1,0 1,1 0,-1 0,0 0,1 1,-1 0,0 1,1 0,-1 0,0 1,0 0,0 0,0 1,0 0,0 0,-1 1,1 0,-1 0,0 1,0 0,-1 0,0 1,0 0,0 0,0 0,-1 1,0-1,-3-3,0 0,0 0,0 1,-1-1,1 0,-1 0,0 1,0-1,0 1,-1-1,1 1,-1 0,1-1,-1 1,0-1,-1 1,1-1,-1 1,1 0,-1-1,0 0,-1 1,1-1,0 1,-1-1,0 0,0 0,0 0,0 0,0 0,0-1,-1 1,1-1,-1 1,0-1,0 0,0 0,0 0,0 0,0-1,-1 1,1-1,-1 0,1 0,0 0,-2 0,2-1,1 1,-1-1,0 0,0 1,0-1,0-1,0 1,0 0,0-1,1 1,-1-1,0 0,0 0,1 0,-1 0,0-1,1 1,-1-1,1 1,0-1,-1 0,1 0,0 0,0 0,0 0,1-1,-1 1,0 0,1-1,-1 1,1-1,0 0,0 0,0 1,0-1,1 0,-1 0,1 0,0 0,0 0,0 1,0-1,0 0,1-3,1-7,1-1,1 1,0 0,1 0,0 1,1-1,1 1,4-6,-3 3,31-55,-12 24,-1-1,-3-1,-1-1,-3-1,11-46,-25 68,0 0,-2 0,-2 0,0 0,-2 0,0 0,-2 0,-2 0,0 0,-2 1,-7-18,-25-25,39 69,-1 0,1 1,-1-1,0 0,1 1,-1-1,1 1,-1-1,0 1,0-1,1 1,-1-1,0 1,0 0,1-1,-1 1,0 0,0 0,0 0,0-1,1 1,-1 0,0 0,0 0,0 0,0 1,0-1,1 0,-1 0,0 0,0 1,0-1,1 0,-1 1,0-1,0 1,1-1,-1 1,0-1,1 1,-1 0,-16 35,9 14,3 0,1 0,3 0,2 0,2 0,3 0,4 14,-5-13,2 0,2 0,3-1,2-1,2 0,2-1,16 28,26-1,-57-72,0-1,0 0,0 0,0 0,1 0,-1 0,1 0,-1-1,1 0,-1 0,1 0,0 0,-1 0,1-1,0 0,0 1,-1-1,1-1,0 1,0-1,-1 1,1-1,2-1,14-8</inkml:trace>
  <inkml:trace contextRef="#ctx0" brushRef="#br0" timeOffset="4268.143">6190 398,'9'0,"19"-2,20-6,24-3,21-3,13 2,5 5,-3 10,-20 5</inkml:trace>
  <inkml:trace contextRef="#ctx0" brushRef="#br0" timeOffset="4656.526">6912 905,'-20'-299,"19"287,0 10,0 0,0 0,1 1,-1-1,0 0,1 0,-1 0,1 0,0 0,0 0,0 0,0 1,0-1,0 0,0 0,0 0,1 0,-1 0,1 0,0 0,-1 1,1-1,0 0,0 0,0 1,0-1,0 1,1-1,-1 1,0-1,1 1,-1 0,1 0,-1-1,1 1,0 0,0 1,-1-1,1 0,0 0,0 1,0-1,0 1,-1-1,2 1,162 27,-161-27,-1 1,1 0,-1-1,1 1,-1 0,1 0,-1 1,0-1,0 1,0 0,0-1,0 1,0 1,0-1,-1 0,1 1,-1-1,1 1,-1 0,0 0,0 0,-1 0,1 0,0 0,-1 0,0 1,0-1,1 3,-3 5,0 1,0 0,-1-1,-1 0,0 1,0-1,-1 0,-1 0,0-1,0 1,-1-1,-15 36,20-44,-22 81,22-80,1 0,0-1,0 1,0-1,1 1,-1 0,0-1,1 1,0-1,-1 1,1-1,0 1,0-1,1 0,-1 1,0-1,1 0,-1 0,1 0,0 0,0 0,0 0,0-1,0 1,0-1,0 1,0-1,1 0,-1 0,1 0,1 1,9 1,0-1,1 0,-1-1,0 0,1-1,-1-1,1 0,-1-1,0 0,1-1,8-4,27-5,0-3,-1-2,0-2,32-19,-42 17</inkml:trace>
  <inkml:trace contextRef="#ctx0" brushRef="#br0" timeOffset="1430.988">2380 879,'-4'88,"-4"0,-4-1,-15 50,23-119,-1 3,0 0,1 0,2 1,0-1,1 1,1-1,1 1,1 0,3 13,-3-30,1 0,-1 0,1 0,0 0,0 0,0-1,1 0,0 0,0 0,0 0,0 0,0-1,1 1,-1-1,1-1,0 1,0-1,0 1,0-1,1-1,-1 1,0-1,1 0,-1 0,1-1,0 1,-1-1,1 0,-1-1,1 0,-1 1,1-2,-1 1,0-1,1 1,-1-1,0-1,0 1,0-1,-1 0,1 0,-1 0,2-2,12-13,-3 0</inkml:trace>
  <inkml:trace contextRef="#ctx0" brushRef="#br0" timeOffset="1723.591">2045 1253,'-4'2,"5"1,14-2,20-6,20-7,21-8,19-5,10-3,4 1,-1 5,-18 7</inkml:trace>
  <inkml:trace contextRef="#ctx0" brushRef="#br0" timeOffset="3131.716">3129 1267,'-8'-4,"1"1,-1 0,0 1,0 0,0 0,-1 0,1 1,0 0,-1 1,1 0,0 0,-1 1,1 0,0 0,0 1,-1 0,2 1,-1-1,0 1,0 1,1 0,0 0,0 0,0 1,0 0,1 0,-1 1,1 0,1 0,-1 0,1 1,0 0,1 0,-3 5,2-3,1-1,1 0,-1 1,1-1,1 1,0 0,0 0,1 0,-1 5,2-11,0 0,0 0,0 0,0 0,1-1,-1 1,1 0,-1 0,1 0,0 0,0 0,0-1,1 1,-1 0,1-1,-1 1,1-1,0 0,0 1,0-1,0 0,1 0,-1 0,0-1,1 1,-1-1,1 1,0-1,-1 0,2 1,1-1,0 0,0 0,-1 0,1-1,0 0,0 0,0 0,0 0,0-1,-1 0,1 0,0 0,0 0,-1-1,1 0,-1 0,0 0,1-1,-1 1,0-1,0 0,0 0,74-82,-62 60,-1-1,-2 0,0-1,-2-1,0 0,3-19,-8 94,-6-44,0 8,0 1,0 0,1 0,0-1,1 1,0-1,1 1,1-1,-1 0,2 0,-1 0,2-1,-1 1,2-1,-1-1,1 1,2 1,-6-9,0-1,0 1,0-1,0 0,0 1,0-1,1-1,-1 1,0 0,0-1,1 0,-1 1,0-1,0-1,1 1,-1 0,0-1,1 0,-1 0,0 0,0 0,0 0,0 0,0-1,0 0,0 1,-1-1,1 0,-1 0,1-1,70-73,-59 53,0 0,-1-1,-1-1,-1 0,-2 0,0-1,-2 0,5-26,-1-24,-3 0,-2-41,-1 56,0 106,-17 469,13-464,4-52,33-132,-37 130,0 1,1-1,-1 1,1 0,0 0,0 0,0 0,0 0,1 0,-1 0,1 1,0-1,0 1,-1-1,2 1,-1 0,0 1,0-1,0 0,1 1,-1 0,1 0,-1 0,1 0,0 0,-1 1,1-1,0 1,-1 0,1 1,0-1,-1 0,1 1,0 0,-1 0,4 1,4 2,1 1,-1 0,0 1,-1 1,1-1,-1 1,-1 1,1 0,-1 0,-1 1,1 0,-2 1,1 0,-1 0,-1 0,2 4,-7-12,0 0,0-1,-1 1,1 0,0-1,-1 1,0 0,1 0,-1 0,0-1,0 1,0 0,0 0,0 0,0 0,-1-1,1 1,0 0,-1 0,0-1,1 1,-1 0,0-1,0 1,0 0,0-1,0 1,0-1,0 0,-1 1,1-1,0 0,-1 0,1 0,-1 0,1 0,-1 0,0 0,1-1,-1 1,0 0,-77 14,18-19,60 4,0 0,0 0,0-1,-1 1,1 0,0-1,0 1,0 0,-1-1,1 1,0-1,0 0,0 1,0-1,0 0,0 0,0 0,0 1,1-1,-1 0,0 0,0 0,1 0,-1-1,1 1,-1 0,1 0,-1 0,1 0,-1 0,1-1,0 1,0 0,0 0,0-1,0 1,0 0,0 0,0-1,0 1,1 0,-1 0,0 0,1-1,0 0,3-3,0-1,1 1,0 0,0 0,0 1,0-1,1 1,0 0,-1 1,2-1,-1 1,0 0,1 1,4-2,-9 3,130-46,-97 37,0-1,-1-2,-1-2,0-1,-1-1,10-9,-40 26,-1-1,0 1,0-1,1 1,-1-1,0 1,0-1,1 0,-1 0,0 0,0 0,0 0,0 0,0 0,0 0,0 0,-1 0,1 0,0 0,-1-1,1 1,-1 0,1-1,-1 1,1 0,-1-1,0 1,0 0,0-1,0 1,0-1,0 1,0 0,0-1,0 1,-1-1,1 1,-1 0,1-1,-1 1,1 0,-1 0,0-1,1 1,-1 0,0 0,0 0,0 0,0 0,0 0,0 0,-1 0,-4-2,-1 0,1 1,-1 0,1 0,-1 1,0-1,1 2,-1-1,0 1,0 0,0 0,0 0,1 1,-1 1,0-1,0 1,-2 1,5-2,1 0,-1 1,1-1,-1 1,1 0,0 0,-1 0,1 0,0 1,0-1,1 1,-1 0,0 0,1 0,0 0,0 0,0 0,0 1,0-1,1 1,-1-1,1 1,0 0,0 0,0-1,1 1,-1 0,1 0,0 0,0 0,1 2,0-1,0 1,1-1,0 1,0-1,0 1,0-1,1 0,0 0,0 0,1-1,-1 1,1-1,0 0,0 0,0 0,1 0,0-1,-1 1,1-1,0 0,0-1,5 2,9 4,0-1,0 0,0-2,1 0,19 1,-13-3,0 0,0-3,0 0,0-1,0-2,0 0,0-2,0-1,-1-1,0-1,-1-1,0-1,0-2,-1 0,0-1,-2-2,1 0,-2-1,0-1,-1-1,0 0,-2-2,0 0,-1-1,-1-1,-2 0,0-1,-1 0,-1-1,-1 0,2-12,-3-2,-2 0,-2 0,-2-1,-1 1,-2-1,-1 1,-2-1,-2 1,-2-1,6 32,0 0,0 0,-1 0,0 1,0-1,-1 1,0-1,0 1,-1 0,-3-6,6 12,0-1,1 0,-1 0,0 1,0-1,0 1,0-1,0 0,0 1,0 0,0-1,0 1,0 0,0-1,0 1,0 0,0 0,-1 0,1 0,0 0,0 0,0 0,0 1,0-1,0 0,0 0,0 1,0-1,0 1,0-1,0 1,0-1,0 1,0 0,0-1,1 1,-1 0,0 0,0 0,1 0,-1 0,-27 39,14-7,2-1,1 2,1-1,2 1,1 1,2-1,-1 29,4-50,0 0,1 1,0-1,1 1,1-1,0 1,1-1,0 0,1 1,1-1,0-1,0 1,2 0,-1-1,2 0,-1-1,2 1,-1-1,2 0,-1-1,7 6,3-5,0-1,0-1,1-1,0 0,0-2,1 0,-1-1,2-1,-1-1,0 0,19-1,55 4</inkml:trace>
  <inkml:trace contextRef="#ctx0" brushRef="#br0" timeOffset="5640.608">201 3031,'3'21,"2"13,1 8,-1 3,-1 2,-2-4,0-4,-2-6,1-9</inkml:trace>
  <inkml:trace contextRef="#ctx0" brushRef="#br0" timeOffset="7334.171">0 2830,'14'-12,"1"1,0 0,1 1,0 1,1 0,-1 1,2 1,-1 1,1 0,9-1,-17 5,-1 0,1 1,0 0,0 1,0 0,0 0,0 1,0 0,0 1,0 0,0 1,-1 0,1 0,-1 1,0 0,0 1,-1 0,1 0,-1 1,1 0,0 3,0 0,0 0,-1 1,0 0,-1 1,0 0,0 0,-1 0,-1 0,0 1,-1 0,0 0,0 4,22 168,-16-90,-11-92,1 0,-1 0,1 0,0 0,0 0,0 0,0 0,1 0,-1 0,0 0,1 0,-1 0,1 0,0-1,0 1,0 0,0 0,0 0,0-1,0 1,0-1,1 1,-1-1,0 1,1-1,0 0,-1 1,1-1,0 0,-1 0,1 0,0-1,0 1,0 0,0-1,0 1,0-1,0 0,0 1,1-1,4-5,1 0,-1-1,0 0,-1 0,1 0,-1-1,-1 0,1 0,-1-1,0 1,-1-1,0 0,0 0,0-4,4-6,-1-1,0 0,-2 0,0 0,-2 0,0-1,-1 0,-1 0,-1-11,2 46,0 1,0 0,2-1,0 1,0-1,5 10,-6-19,-1 0,1 0,0 0,0 0,1 0,0-1,0 1,0-1,0 0,1 0,0-1,0 1,0-1,1 0,-1-1,1 1,0-1,6 2,-7-4,-1 0,1 0,-1-1,1 0,-1 0,1 0,0-1,-1 1,1-1,-1 0,0 0,1-1,-1 1,0-1,0 0,0 0,0-1,0 1,0-1,0 0,-1 0,0 0,1 0,5-7,1 0,-1 0,-1-1,0 0,0-1,-1 1,0-4,0 0,0-1,-2 0,0 0,0 0,-2 0,0-1,-1 1,0-1,-2 0,0 0,-1 1,-1-9,2 25,-1 0,1 0,0 1,-1-1,1 0,0 0,-1 0,1 0,0 0,-1 0,1 0,0 0,-1 0,1 1,0-1,-1-1,1 1,0 0,-1 0,1 0,0 0,-1 0,1 0,0 0,-1 0,1 0,0-1,-1 1,1 0,0 0,-1 0,1-1,0 1,0 0,-1-1,1 1,0 0,0 0,0-1,0 1,-1 0,1-1,0 1,0 0,0-1,0 1,0 0,0-1,0 1,0 0,0-1,0 1,0 0,0-1,0 1,0 0,0-1,0 1,0 0,0-1,1 1,-1 0,0-1,-9 29,6-13,1 0,1 0,0 0,1 0,1 0,0 0,2 6,-3-17,1 1,0-1,0 0,1 0,-1 0,1 0,0 0,0-1,0 1,0 0,1-1,0 1,-1-1,1 0,0 0,0 0,1-1,-1 1,1-1,-1 1,1-1,0 0,0-1,0 1,0-1,0 1,0-1,1 0,10-1,1 0,-1-1,0-1,0 0,-1-1,1-1,0 0,-1-1,0-1,0 0,-1-1,0 0,0-1,0 0,-1-1,10-10,-10 8,0-1,-1 0,0-1,-1 0,0-1,-1 0,-1 0,0-1,-1 0,-1-1,0 1,-1-1,-1 0,-1 0,0-1,-1 1,0-1,-2 0,0 1,0-1,-2 1,-1-9,-3 2,6 23,0 0,0 0,0 0,0 0,-1 0,1 1,0-1,0 0,0 0,0 0,0 0,-1 0,1 0,0 0,0 0,0 0,-1 0,1 0,0 0,0 0,0 0,-1 0,1 0,0 0,0 0,0 0,0 0,-1 0,1 0,0 0,0 0,0 0,0 0,-1 0,1 0,0 0,11 135,90 473,-96-572,20 136,0 131,-33-198,8-104,0 0,0 0,0 0,0 0,0 0,0 0,-1 0,1 0,0 0,0 0,-1 1,1-1,-1-1,1 1,-1 0,1 0,-1 0,0 0,1 0,-1 0,0-1,0 1,1 0,-1-1,0 1,0 0,0-1,0 1,0-1,0 1,0-1,0 0,0 1,0-1,0 0,0 0,0 0,0 0,-1 0,1 0,0 0,0 0,0 0,0-1,0 1,0 0,0-1,0 1,0 0,0-1,0 1,0-1,0 0,1 1,-1-1,0 0,0 0,0 1,1-1,-1 0,0 0,0-1,-11-15,0-2,1 0,1 0,1-1,1 0,0-1,2 0,0 0,1-5,1 12,-22-83,5-1,4 0,4-2,5 0,4-10,3 88,0-1,2 0,0 1,2-1,0 1,2-1,0 1,2 0,0 1,1 0,1 0,11-17,-18 34,1 1,0-1,0 1,0-1,0 1,0 0,1 0,0 0,-1 0,1 1,0 0,0 0,0 0,1 0,-1 0,0 1,1 0,-1 0,1 0,-1 0,1 1,-1 0,1 0,-1 0,1 0,0 1,-1 0,1 0,-1 0,0 0,1 1,-1-1,0 1,0 0,0 1,0-1,1 1,3 5,1 0,-1 1,0 0,0 0,-1 0,-1 1,0 0,0 1,0-1,-2 1,1 0,-1 0,-1 1,0-1,-1 1,0 0,-1-1,0 7,0-14,-1 0,0-1,0 1,0 0,0-1,-1 1,0 0,1-1,-1 1,-1-1,1 1,0-1,-1 0,0 1,1-1,-1 0,-1 0,1 0,0 0,-1-1,1 1,-1-1,0 1,0-1,0 0,0 0,0 0,-1-1,1 1,0-1,-1 0,1 1,-1-2,1 1,-1 0,0-1,1 1,-1-1,0 0,1-1,-1 1,-3-1,4 1,1-1,-1 1,1 0,-1-1,1 0,-1 0,1 1,0-2,-1 1,1 0,0 0,0-1,0 1,0-1,0 1,0-1,0 0,0 0,1 0,-1 0,1 0,-1 0,1-1,0 1,0 0,0-1,0 1,0-1,1 1,-1-1,1 1,0-1,-1 1,1-1,0 1,1-1,-1 0,0 1,1-1,-1 1,1-1,90-88,-58 59,-1-1,-1-2,-2 0,-2-2,-1-2,-2 0,-2-1,-1-1,-2-1,-3-1,0-1,-3 0,-2-1,-2-3,-9-40,0 86,-1 0,1 0,0 0,-1 0,0 0,1 0,-1 0,0 0,0 0,0 0,0 0,-1 0,1 0,0 1,-1-1,1 1,-1-1,1 1,-1 0,0-1,0 1,0 0,0 0,0 0,0 0,0 1,0-1,0 0,0 1,0-1,0 1,0 0,0 0,-1 0,1 0,0 0,0 0,-1 1,-7 3,0 0,1 1,-1 1,1-1,0 1,1 1,0 0,0 0,0 0,1 1,0 1,0-1,1 1,0 0,0 0,1 1,1-1,0 1,0 0,0 0,2 1,-2 7,-2 7,1 0,1 1,2 0,0 0,2 0,1-1,1 1,1 0,1 0,2-1,0 0,2 0,0-1,2 0,1 0,0-1,2 0,15 20,-23-35,1 1,0-2,0 1,1 0,0-1,0 0,0-1,1 0,0 0,0-1,1 1,-1-2,1 1,0-1,1-1,-1 0,0 0,1-1,0 0,0 0,-1-1,1-1,0 0,0 0,0 0,0-2,0 1,-1-1,1-1,-1 1,1-2,2 0,2-7,0 1,0-2,-1 0,-1 0,0-1,-1-1,0 0,-1 0,0-1,-2-1,0 1,0-1,-1-1,-1 1,-1-1,3-15,-6 25,1 0,-1 1,0-2,-1 1,0 0,0 0,0 0,-1 0,0-1,-1 1,1 0,-1 0,-1-1,1 1,-1 0,-1 1,1-1,-1 0,-2-3,3 9,0 0,0 0,0 1,0-1,0 0,0 1,0-1,0 1,0 0,0-1,0 1,-1 0,1 0,0 1,0-1,0 0,0 1,0-1,0 1,0 0,0 0,0 0,0 0,0 0,0 0,0 0,1 0,-1 1,1-1,-1 1,1-1,-1 1,1 0,0-1,0 1,0 0,0 0,0 0,0 0,0 0,1 0,-1 0,0 1,-2 5,-1-1,1 0,0 1,0 0,1-1,0 1,1 0,0 0,0 0,0 1,1-1,1 0,-1 0,1 0,1 0,-1 0,1 0,1 0,-1-1,1 1,1-1,-1 0,1 1,1-2,-1 1,1 0,0-1,1 0,-1 0,1-1,0 1,1-1,-1-1,1 1,0-1,4 1,-2-1,0-1,1 0,0 0,-1-1,1-1,0 0,0 0,0-1,0 0,0-1,0 0,1 0,23-7</inkml:trace>
  <inkml:trace contextRef="#ctx0" brushRef="#br0" timeOffset="8720.023">2500 2590,'-3'7,"1"0,-1 0,1 1,0-1,1 0,0 1,0 0,1-1,0 1,0-1,1 1,-1-1,3 7,-2-3,-1-2,1 1,0-1,0 0,1 1,0-1,1 0,0 0,0 0,1-1,0 1,1-1,0 0,0 0,1 0,0-1,5 5,-10-11,1 0,0 0,0 0,0 0,0 0,0 0,0 0,0-1,0 1,0-1,0 0,0 0,0 0,0 0,0 0,0 0,0 0,0 0,1-1,-1 1,0-1,0 0,-1 0,1 0,0 1,0-2,0 1,0 0,-1 0,1 0,-1-1,1 1,-1-1,1 0,-1 1,0-1,1-1,40-71,-35 59,-1-1,-1 1,0-1,-1-1,-1 1,0-1,-1 1,-1-1,-1-2,-2 7,-1 16,-2 21,5-16,0 1,0-1,1 0,0 0,0 0,1 1,0-1,1-1,0 1,2 4,-3-10,-1-1,0 1,1 0,-1 0,1 0,0-1,0 1,0-1,1 0,-1 1,0-1,1 0,-1 0,1-1,0 1,0 0,0-1,-1 0,1 0,1 0,-1 0,0 0,0 0,0-1,0 1,0-1,1 0,-1 0,0 0,0-1,3 0,5-3,-1-1,1 0,-1 0,0-1,0 0,-1-1,0 0,0-1,0 0,-1 0,0-1,-1 0,0 0,-1-1,1 0,-2 0,0 0,2-6,-2 7,0 0,-1 0,-1-1,1 1,-1-1,-1 0,0 1,0-1,-1 0,-1-1,1-1,-2 12,1 0,0 1,-1-1,1 0,0 1,-1-1,1 0,-1 1,1-1,-1 0,1 0,0 1,-1-1,1 0,-1 0,1 0,-1 0,1 1,-1-1,1 0,-1 0,1 0,-1 0,1 0,-1 0,1-1,-1 1,1 0,-1 0,1 0,-1 0,1-1,-1 1,1 0,-1 0,1-1,0 1,-1 0,1-1,-1 1,1 0,0-1,-1 1,1-1,0 1,0 0,-1-1,1 1,0-1,0 1,0-1,0 1,-1-1,-1 7,1 0,-1 0,1 1,0-1,1 0,-1 1,1-1,1 0,-1 1,1-1,0 0,0 0,1 1,0-1,0 0,0-1,1 1,0 0,0-1,0 1,1-1,0 0,0 0,0 0,1-1,-1 1,1-1,0 0,0-1,1 1,-1-1,1 0,-1 0,1-1,0 0,0 0,0 0,12-1,-1-1,0 0,0-1,0-1,0 0,0-2,-1 0,1 0,-1-2,0 0,0-1,-1-1,0 0,0-1,-1 0,0-1,7-7,-13 11,1 0,-1 0,0 0,-1-1,0 0,0-1,0 0,-1 0,0 0,-1-1,1 1,-2-1,1-1,-1 1,1-8,-5 15,0-1,0 1,0-1,0 1,-1-1,1 1,-1 0,0-1,0 1,0 0,0-1,0 1,0 0,-1 0,1 0,-1 0,1 0,-1 1,0-1,1 0,-1 1,0-1,0 1,-1-1,1 1,0 0,0 0,0 0,-1 0,-71-16,70 17,-1 0,1 0,-1 1,1-1,-1 1,1 0,0 0,-1 1,1-1,0 1,0 0,0 0,0 0,1 1,-1-1,0 1,1 0,0 0,0 0,0 0,0 1,0-1,0 1,1 0,0 0,0 0,0 0,0 0,1 0,-1 0,1 1,0-1,0 0,1 1,0-1,-1 1,1-1,1 1,-1-1,1 1,-1-1,1 0,1 1,-1-1,0 0,2 1,1 4,2-1,-1 1,1-1,1-1,-1 1,1-1,1 0,-1 0,1-1,0 0,1-1,-1 0,1 0,0-1,0 0,1 0,-1-1,1 0,0-1,0 0,0-1,-1 0,2 0,-1-1,0 0,0-1,0 0,-1-1,1 0,0 0,0-1,-1 0,0-1,1 0,-1-1,-1 0,3-1,-2-1,0 1,0-2,0 1,-1-1,0-1,-1 0,0 0,0 0,-1 0,0-1,-1 0,0-1,-1 1,0-1,0 0,-1 0,-1 0,1 0,-2-1,0 1,0-1,-1 1,-1 0,0-3,-3 59,17 49,-12-91,0 0,0 0,0 0,1-1,-1 1,1 0,0 0,0-1,0 1,0-1,0 0,0 0,1 0,-1 0,1 0,0 0,-1 0,1-1,0 0,0 1,0-1,0 0,0 0,0-1,0 1,0-1,1 1,0-1,7-2,-1-1,0 0,0-1,0 1,-1-2,1 0,-1 0,0 0,0-1,-1-1,0 0,0 0,0 0,-1-1,0 0,5-8,-4 7,-1 0,0 0,0 0,-1-1,0 0,0 0,-2-1,1 1,-1-1,-1 0,0-1,0 1,-1 0,0-1,-1 1,-1-1,0-4,-4-1,-3 20,5 8,0 0,1 0,0 0,1 0,0 1,1-1,0 0,1 0,0 0,1 0,0 0,1-1,0 1,0-1,6 9,-6-13,0-1,0 0,0 1,1-2,-1 1,1 0,0-1,1 0,-1 0,1-1,-1 0,1 0,0 0,1 0,-1-1,0 0,1 0,-1-1,1 0,-1 0,1-1,-1 1,7-2,3 0,-1 0,1-2,0 0,-1-1,1 0,-1-1,0-1,-1 0,8-5,-2 1,0-1,0 0,-1-2,0 0,-1-2,0 0,-2 0,0-2,0 0,-2-1,0 0,-1-1,-1 0,-1-1,0-1,-2 0,0 0,-2-1,0 0,-2 0,0 0,-1-1,0-15,-7 1,-1 1,-2 0,-2 0,-1 0,-1 1,-2 0,-2 1,-10-18,-8 1,24 57,9 69,16 14,3 0,5-1,34 83,8 0,-63-155</inkml:trace>
  <inkml:trace contextRef="#ctx0" brushRef="#br0" timeOffset="9697.522">4331 2042,'160'-29,"-20"4,-2-6,25-14,-108 22,-75 30,10-1,1 0,-1 1,1 0,0 0,1 1,0 0,0 1,1 0,0 0,0 1,1-1,0 1,1 1,0-1,1 1,0 0,0 0,2 0,-1 0,1 1,1-1,0 1,0-1,1 1,1-1,0 1,1 0,-1-9,0 1,0-1,1 0,-1 1,1-1,0 0,0 0,0 0,0-1,1 1,-1 0,1-1,-1 0,1 1,0-1,0 0,0 0,0-1,0 1,1-1,-1 1,0-1,1 0,-1 0,1-1,-1 1,1-1,-1 0,1 0,-1 0,1 0,0 0,-1-1,1 0,-1 1,1-1,-1-1,0 1,0 0,1-1,-1 0,0 0,0 0,0 0,1-1,8-9,0-1,-2 1,1-2,-2 1,1-2,-2 1,0-1,-1 0,0-1,-1 1,1-9,-4 16,-2 6,-1 1,-1 0,1 1,0-1,0 0,0 0,0 1,0-1,0 0,0 1,0-1,0 0,0 1,1-1,-1 0,0 1,0-1,1 0,-1 1,0-1,1 0,-1 1,0-1,1 1,-1-1,1 1,-1-1,1 1,-1-1,1 1,0 0,-1-1,1 1,0 0,-1-1,1 1,-1 0,1 0,0-1,0 1,-1 0,1 0,0 0,-1 0,1 0,0 0,-1 0,1 0,0 1,0-1,-1 0,1 0,42 118,-42-116,0 1,0-1,0 0,1 0,-1 0,1 0,-1 0,1-1,0 1,-1 0,1-1,0 1,0-1,1 0,-1 0,0 1,0-1,0-1,1 1,-1 0,1-1,-1 1,0-1,1 1,-1-1,1 0,-1 0,1 0,-1-1,0 1,1-1,-1 1,1-1,-1 0,0 0,0 0,1 0,-1 0,0 0,2-2,3-6,1-1,-2 0,1-1,-1 1,-1-1,0 0,0-1,-1 1,-1-1,0 0,-1 0,0 0,0 0,-1 0,-1-1,0-3,-12-152,12 167,0 1,0-1,0 1,0-1,0 1,0-1,0 0,0 1,0-1,0 1,1-1,-1 1,0-1,0 1,1-1,-1 1,0-1,0 1,1-1,-1 1,1-1,-1 1,0 0,1-1,-1 1,1 0,-1-1,1 1,-1 0,1-1,-1 1,1 0,0 0,-1 0,1 0,-1 0,1-1,-1 1,1 0,0 0,-1 0,1 1,-1-1,1 0,-1 0,1 0,0 0,-1 0,1 1,-1-1,36 12,-29-10,16 7,-14-7,0 0,-1 1,1 0,-1 1,1 0,-1 0,0 1,-1 0,1 0,-1 1,0 0,0 0,-1 1,1-1,-2 1,1 1,0 1,13 50,-19-54,0 1,0-1,1 0,0 1,0-1,1 0,0 0,-1 0,2 0,-1 0,0 0,1-1,0 1,0-1,0 0,1 0,0 0,-1 0,1 0,1-1,-1 0,0 0,1 0,0 0,-1-1,1 0,4 1,-1-4,0-1,1 0,-1-1,0 0,-1 0,1-1,0 0,-1 0,0-1,0 1,0-2,-1 1,1-1,-1 0,-1 0,1-1,-1 0,0 0,-1 0,1-2,4-1,-1 0,0-1,0-1,-1 1,-1-1,0-1,-1 1,0-1,-1 0,0 0,-1 0,-1 0,0 0,-1-1,0 1,-1-1,-1-12,1 24,-1 0,1 0,0 1,0-1,-1 0,1 1,-1-1,0 0,1 1,-1-1,0 0,0 1,0-1,0 1,0 0,-1-1,1 1,0 0,-1 0,1 0,0 0,-1 0,0 0,1 0,-1 0,1 1,-1-1,0 0,1 1,-1 0,0-1,0 1,0 0,1 0,-1 0,0 0,0 0,1 0,-1 1,0-1,0 0,1 1,-1 0,0-1,1 1,-1 0,1 0,-1 0,1 0,-1 0,0 0,-4 7,-1-1,1 1,0 1,1-1,0 1,0 0,1 0,0 0,1 1,0 0,0-1,1 1,1 0,-1 0,1 0,1 0,0 0,1 0,0 0,0 2,1-5,0 0,0 0,0 0,1-1,0 1,0-1,1 1,-1-1,2 0,-1-1,1 1,-1-1,1 0,1 0,-1 0,1 0,0-1,0 0,0-1,0 1,1-1,0 0,-1-1,1 0,0 0,0 0,0-1,1 0,4 0,21 2,0-2,0-1,1-2,-1-1,-1-2,1-1,13-5,43-12</inkml:trace>
  <inkml:trace contextRef="#ctx0" brushRef="#br0" timeOffset="11039.654">1110 4489,'1'2,"-1"1,-8-11,5 5,0 0,-1 1,1-1,-1 1,1 0,-1 0,0 0,0 0,0 1,0-1,-1 1,1 0,0 0,0 1,-1-1,1 1,0 0,-1 0,1 0,0 1,0 0,-1 0,1 0,0 0,0 0,0 1,0 0,0 0,0 0,1 0,-1 1,1-1,-1 1,1 0,0 0,0 0,0 1,-3 3,1 0,0 0,1 0,-1 0,1 1,1 0,0 0,0 0,0 0,1 1,0-1,1 1,0-1,0 1,1 0,0-1,0 1,1-1,0 1,1 0,-1-1,2 0,1 6,-2-11,1 0,-1 1,0-1,1 0,0 0,0-1,0 1,0-1,0 1,0-1,1 0,-1 0,1-1,-1 1,1-1,0 1,0-1,0 0,-1-1,1 1,0-1,0 1,0-1,1 0,94-21,-74 10,-2-1,0-1,0-1,-1-1,-1-1,-1-1,0 0,-1-2,-1 0,-1-1,-1-1,0 0,-2-2,0 0,7-31,-25 45,-6 22,7-5,0 0,1 0,0 0,0 0,0 0,1 1,0-1,1 1,0-1,1 4,-1-9,0-1,0 0,0 0,1 0,-1 0,1 0,-1 0,1 0,0 0,0 0,0 0,0 0,0 0,0 0,0-1,1 1,-1 0,1-1,-1 1,1-1,0 0,-1 1,1-1,0 0,0 0,0 0,0 0,0-1,0 1,0 0,0-1,0 0,0 1,0-1,1 0,-1 0,0 0,0 0,0 0,0-1,0 1,2-1,7-3,-1 0,0 0,0-1,0-1,0 1,-1-1,0-1,0 0,-1 0,0-1,0 0,-1 0,0-1,0 0,-1 0,4-8,-8 14,0 0,0 1,0-1,0 0,-1 0,1-1,-1 1,0 0,0 0,0-1,-1 1,1-1,-1 1,1 0,-1-1,0 1,-1-1,1 1,0-1,-1 1,0 0,0-1,0 1,0 0,-1 0,1 0,-2-3,2 6,1-1,-1 1,1 0,-1 0,0 0,1-1,-1 1,1 0,-1 0,0 0,1 0,-1 0,1 0,-1 1,0-1,1 0,-1 0,1 0,-1 0,0 1,1-1,-1 0,1 0,-1 1,1-1,-1 1,1-1,0 0,-1 1,1-1,-1 1,1-1,0 1,-1-1,1 1,0-1,0 1,-1-1,1 1,0 0,0-1,0 1,0-1,0 1,0 0,0-1,0 1,0-1,0 1,-4 32,4-28,1 0,0 0,0 0,0 0,0 0,1-1,0 1,0-1,0 1,0-1,1 0,0 0,0 0,0 0,0 0,1-1,-1 1,1-1,0 0,0 0,0 0,0-1,1 0,-1 1,1-1,-1-1,1 1,0-1,4 1,6 1,0 0,1-2,-1 0,1 0,-1-2,1 0,-1 0,1-2,2 0,54-17,-5-2</inkml:trace>
  <inkml:trace contextRef="#ctx0" brushRef="#br0" timeOffset="12093.241">2567 3714,'0'59,"34"333,-32-373,-2-9,1-1,0 1,1 0,0 0,0 0,1-1,0 0,4 8,-5-16,-1 0,0 0,1 0,-1-1,1 1,-1 0,1-1,0 1,-1-1,1 0,-1 1,1-1,0 0,-1 0,1 0,0 0,-1 0,1-1,0 1,-1 0,1-1,-1 1,1-1,-1 0,1 1,-1-1,1 0,-1 0,1 0,-1 0,0 0,0 0,0-1,0 1,1 0,-2 0,1-1,0 1,0-1,0 1,-1-1,1 1,0-1,-1 0,6-4,3-4,1-3,1 2,0-1,1 1,0 1,1 0,0 0,1 2,0 0,4-2,-16 9,0 0,0 1,0-1,0 1,1-1,-1 1,0 0,0 0,0 0,0 0,0 0,1 0,-1 1,0-1,0 1,0-1,0 1,0 0,0 0,0 0,0 0,0 0,-1 0,1 0,0 1,-1-1,1 1,-1-1,1 1,-1 0,0 0,0-1,1 1,-1 0,-1 0,1 0,0 1,1 3,0-1,0 1,-1 0,0 0,0 0,0 0,-1 0,0 0,0 0,0-1,-1 1,0 0,-1 3,1-4,-1 0,0 0,0 0,0-1,-1 1,1 0,-1-1,0 0,-1 1,1-1,-1 0,1-1,-1 1,0-1,-1 0,1 0,0 0,-1 0,0-1,0 0,0 0,0 0,0 0,0-1,0 0,0 0,-4 0,7-1,0 0,0-1,0 1,0 0,0-1,0 1,0-1,0 0,0 0,0 1,0-1,0-1,0 1,1 0,-1 0,1-1,-1 1,1 0,-1-1,1 0,0 1,-1-1,1 0,0 0,0 0,1 1,-1-1,0 0,1 0,-1 0,1 0,-1-1,1 1,0-1,5-73,0 61,0 1,1 1,0-1,1 1,1 0,0 1,1 0,0 0,1 1,0 0,1 0,0 1,1 1,0 0,0 1,1 0,0 1,0 0,1 1,-1 0,2 1,-1 1,0 0,1 1,12-1,-23 4,0 0,0 1,0-1,0 1,0-1,0 1,0 0,-1 1,1-1,0 1,0-1,-1 1,1 0,-1 1,0-1,0 0,0 1,0 0,0 0,0 0,0 0,-1 0,0 0,0 1,0-1,1 2,28 107,-21-60,-9-50,-1 0,0 0,1 1,0-1,-1 0,1 1,0-1,0 0,0 0,0 0,0 0,1 0,-1 0,1 0,-1 0,1 0,0-1,-1 1,3 0,3-1</inkml:trace>
  <inkml:trace contextRef="#ctx0" brushRef="#br0" timeOffset="12352.596">3035 3714,'4'6,"12"3,11 2,1-1</inkml:trace>
  <inkml:trace contextRef="#ctx0" brushRef="#br0" timeOffset="12851.894">3543 3766,'-18'9,"-9"4,1 0,0 2,1 1,0 2,1 0,22-17,0 0,1 0,-1 0,1 0,-1 0,1 0,-1 0,1 1,0-1,-1 1,1-1,0 1,0-1,0 1,0-1,1 1,-1 0,0-1,1 1,-1 0,1 0,-1 0,1 0,0-1,0 1,0 0,0 0,0 0,0 0,0 0,1-1,-1 1,1 0,-1 0,1-1,0 1,0 0,0-1,0 1,0 0,0-1,9 6,1-2,1 1,-1-1,1-1,0 0,-1 0,8 0,15 6,-31-9,6 0,0 1,0 1,-1 0,1 0,-1 1,0 0,0 0,0 1,0 0,-1 0,0 1,0 0,-1 0,1 1,3 6,-9-11,0-1,-1 1,1 0,-1 0,1 0,-1 0,0 0,0 0,0 0,0 0,0 0,0 0,-1 0,1 0,-1 0,1 0,-1 0,0 0,0-1,1 1,-1 0,-1 0,1-1,0 1,0-1,-1 1,1-1,0 1,-1-1,0 0,1 0,-2 1,-60 26,60-27,0 0,0 0,0-1,0 1,0-1,0 0,0 0,0 0,0 0,0 0,-1-1,1 0,0 1,1-1,-1 0,0 0,0-1,0 1,1-1,-1 1,0-1,1 0,0 0,-1 0,1 0,0 0,0-1,0 1,0 0,1-1,-1 0,1 1,-1-2,0-5,1-1,1 1,-1 0,2 0,-1 0,1 0,1 0,-1 0,1 0,1 0,0 0,0 1,4-8,-3 6,101-237,-53 133,25-90,-58 143,-3-2,-2-1,1-37,-17 44,-6 60,3 6,1 1,0 0,0 0,1 0,1 1,-1-1,2 0,-1 1,1 9,0-4,-6 37,2 0,3 0,2 0,2 0,3 0,2-1,2 1,3-2,1 1,7 10,-14-46,1-1,0 0,1 0,0-1,1 0,1-1,0 0,1 0,0-1,1 0,0-1,1-1,0 0,11 7,17-12,-29-12</inkml:trace>
  <inkml:trace contextRef="#ctx0" brushRef="#br0" timeOffset="13149.831">3516 3419,'14'-2,"17"-3,21-6,21-5,19-2,16 2,10 4,-14 3</inkml:trace>
  <inkml:trace contextRef="#ctx0" brushRef="#br0" timeOffset="14149.278">4492 3660,'-6'-7,"1"0,-1 1,-1-1,1 1,-1 1,0-1,-1 1,1 1,-1-1,0 1,-1 0,5 3,1-1,-1 1,1 1,-1-1,0 0,0 1,1 0,-1 0,0 0,0 0,1 0,-1 1,0 0,0 0,1 0,-1 0,1 0,-1 1,1 0,0-1,-1 1,1 1,0-1,0 0,0 1,1-1,-1 2,-2 1,1 0,0 1,0 0,0 0,1 0,0 1,0-1,0 1,1 0,0-1,0 1,1 0,0 0,0 0,1 0,0 0,0 0,1 0,0 1,-1-3,1 0,-1-1,2 1,-1-1,0 1,1-1,0 1,0-1,0 0,0 0,1 0,-1 0,1-1,0 1,1-1,-1 1,0-1,1 0,0 0,0-1,-1 1,2-1,-1 0,0 0,0 0,1 0,-1-1,1 0,-1 0,1 0,0-1,0 0,0 0,0 0,0-1,0 0,0 0,0 0,-1 0,1-1,0 0,-1 0,1 0,-1 0,0-1,0 0,0 1,0-2,0 1,0 0,-1-1,0 0,0 1,0-1,1-3,5-5,-1-1,-1 0,0-1,-1 0,0 0,-1 0,2-13,-4 19,-1 0,0 0,0-1,-1 1,0-1,0 1,-1-1,-1 1,1-1,-1 1,0-1,-3-7,3 16,0 0,0 0,0 1,0-1,1 0,-1 0,0 1,0-1,0 1,1-1,-1 1,0-1,0 1,1-1,-1 1,1 0,-1-1,0 1,1 0,-1-1,1 1,-1 0,1 0,0 0,-1-1,1 1,0 0,0 0,0 0,-1 0,1 0,0 0,0-1,0 1,0 0,0 0,1 0,-1 0,0 0,0 0,1 0,-2 8,0 1,2 0,-1 0,1 0,0-1,1 1,0 0,1-1,0 1,1-1,-1 0,2 0,-1-1,1 1,1-1,-1 0,1 0,1-1,-1 1,4 1,-7-7,0 0,0 0,0 0,1 0,-1-1,0 1,0-1,1 0,-1 0,1 0,-1-1,1 1,0-1,-1 0,1 0,-1 0,1 0,0-1,-1 1,1-1,-1 0,1 0,-1 0,0-1,1 1,-1-1,0 1,0-1,0 0,0-1,-1 1,1 0,0-2,6-4,0-1,-1 0,-1-1,0 0,0 0,-1 0,0-1,-1 0,2-6,4-19,-3-1,0 0,-3-1,-1 0,-2 0,-1 1,-4-22,-12-271,13 319,2 27,-1 15,-3 67,5-1,4 0,4 0,11 44,5-72,-4-82,-19 9,5-4,-1 1,1 0,1 0,-1 1,1 0,0 0,1 1,-1 0,1 0,0 1,0 0,3 0,-7 2,-1 1,1 0,0 0,0 0,0 1,0-1,-1 1,1 0,0 1,0-1,0 1,0 0,0 0,-1 1,1-1,-1 1,1 0,-1 0,1 1,-1-1,0 1,0 0,-1 0,1 0,2 3,-1 1,0 0,0 0,-1 0,0 0,0 1,-1 0,0 0,0 0,-1 0,0 0,0 0,-1 0,0 1,0-1,-1 1,0 0,0-4,0-1,0 1,-1-1,0 1,1-1,-1 0,0 0,-1 1,1-1,-1 0,0 0,0 0,0 0,-1-1,1 1,-1-1,0 1,0-1,0 0,0 0,-1 0,1 0,-1-1,0 0,1 1,-1-1,0 0,-1-1,1 1,-4 0,5-1,-1-1,1 1,0-1,-1 0,1 0,-1-1,1 1,0 0,-1-1,1 0,0 0,0 0,0 0,0-1,0 1,0-1,0 0,0 0,0 0,1 0,-1 0,1 0,-1-1,1 1,0-1,0 0,0 1,0-1,1 0,-1 0,1 0,0-1,0 1,0 0,0 0,0-1,1 1,0 0,-1-1,1 1,1-1,-1 1,0 0,1-1,-1 1,1 0,0 0,0-1,4-10,1 0,0 0,0 0,1 1,1 0,0 0,1 1,1 0,-1 1,2 0,0 0,0 1,1 1,0 0,0 0,1 1,0 1,1 0,0 1,8-3,-19 8,-1-1,1 1,0 0,-1 0,1 0,0 1,0-1,0 1,0-1,0 1,0 0,0 0,-1 0,1 1,0-1,0 1,0-1,0 1,0 0,-1 0,1 0,0 0,-1 1,1-1,-1 1,1 0,-1-1,0 1,0 0,0 0,0 1,0-1,0 0,-1 1,1-1,-1 1,1-1,-1 2,43 134,-44-137,1 1,-1-1,0 1,1-1,-1 0,1 1,0-1,-1 0,1 0,0 1,0-1,0 0,0 0,0 0,0 0,0 0,0 0,0 0,0 0,0-1,1 1,-1 0,0-1,1 1,-1-1,0 1,1-1,-1 0,1 0,-1 1,1-1,-1 0,1 0,-1 0,0-1,1 1,-1 0,1 0,-1-1,0 1,1-1,-1 1,0-1,1 0,-1 1,0-1,1-1,8-11</inkml:trace>
  <inkml:trace contextRef="#ctx0" brushRef="#br0" timeOffset="14370.644">5107 3111,'-4'9,"2"6,7 4,7 4,1-3</inkml:trace>
  <inkml:trace contextRef="#ctx0" brushRef="#br0" timeOffset="14788.692">5575 3459,'32'-11,"0"-1,-1-1,0-2,-2-1,0-1,0-2,-2-1,0-1,-2-1,5-6,-18 15,0 0,-1-1,-1-1,0 0,-1 0,0-1,-1 0,3-10,-8 18,0 0,-1 0,0 0,0 0,-1 0,0 0,0-1,-1 1,0 0,-1-1,1 1,-2 0,1 0,-1-1,0 1,-1 0,0 1,0-1,-1-1,1 5,0 0,0 0,-1 0,1 0,-1 1,1 0,-1 0,0 0,0 0,-1 0,1 1,0 0,-1 0,0 0,1 0,-1 1,0 0,0 0,0 0,0 1,0-1,0 1,0 0,0 1,1-1,-1 1,0 0,0 0,0 0,0 1,1 0,-1 0,1 0,-1 1,1-1,0 1,0 0,0 0,0 0,-1 3,-7 8,1 1,1 1,1 0,0 0,1 1,0 0,2 0,0 1,1-1,0 2,2-1,0 0,1 1,1-1,1 18,-1-3,0 0,3 1,1-1,3 12,-4-33,0-1,1 1,1-1,0 0,0 0,1 0,0 0,1-1,0 0,1 0,0-1,1 1,7 7,-8-12,1 0,-1 0,1-1,0 0,0 0,1-1,-1 0,1 0,-1-1,1 0,0-1,0 1,0-2,0 1,0-2,-1 1,1-1,0 0,0-1,0 0,-1 0,1-1,-1 0,1-1,-1 1,-1-2,1 1,0-1,-1 0,0-1,0 0,1-1,7-7,0-1,-1 0,0 0,-2-2,0 1,0-2,-2 0,0 0,3-10,6-8,-9 50,-2 22,-8-28,0 0,1 1,0-1,1 0,-1 0,2 0,-1 0,1 0,0 0,1 0,0-1,0 0,1 0,0 0,0 0,0-1,1 0,0 0,0 0,1-1,-1 0,1 0,2 0,-5-4,-1 0,0-1,0 0,1 0,-1 0,0 0,1 0,-1 0,0-1,0 0,0 0,1 0,-1 0,0 0,0 0,0-1,-1 0,1 1,0-1,0 0,-1 0,1-1,-1 1,19-18</inkml:trace>
  <inkml:trace contextRef="#ctx0" brushRef="#br0" timeOffset="15059.937">6350 2858,'-13'-9,"-8"-4,-1 2,2 4,5 8,4 8,5 8,6 4,2 0</inkml:trace>
  <inkml:trace contextRef="#ctx0" brushRef="#br0" timeOffset="15920.407">4372 4863,'0'0,"0"1,1-1,-1 1,0 0,0 0,1-1,-1 1,0 0,0-1,0 1,0 0,0 0,0-1,0 1,0 0,0-1,0 1,-1 0,1 0,0-1,0 1,-1 0,1-1,0 1,-1-1,1 1,-1 0,1-1,-1 1,1-1,-1 1,1-1,-1 1,1-1,-1 0,0 1,1-1,-1 0,0 1,1-1,-2 0,-19-103,16 66,-2-11,4 11,-3 1,-1-1,-1 1,-3 1,0-1,-14-24,2 27,23 33,-1-1,1 1,0 0,-1-1,0 1,1-1,-1 1,1 0,-1-1,1 1,-1 0,0 0,1-1,-1 1,1 0,-1 0,0 0,1 0,-1 0,0 0,1 0,-1 0,0 0,1 0,-1 0,0 1,1-1,-1 0,1 0,-1 1,0-1,1 0,-1 1,1-1,-1 0,1 1,-1-1,1 1,-1-1,1 1,0-1,-1 1,1-1,0 1,-1 0,1-1,0 1,0-1,-1 1,1 0,0-1,0 1,0 0,-3 6,1 0,0 0,1 0,0 0,0 1,0-1,1 0,0 1,0-1,1 0,0 1,0-1,0-4,-1 1,1-1,0 0,0 0,0 0,0 0,1 1,-1-2,1 1,0 0,0 0,0-1,0 1,0-1,1 1,-1-1,1 0,-1 0,1 0,0 0,0 0,0-1,0 0,0 1,0-1,0 0,2 0,9-2,-1 0,1 0,-1-2,1 1,-1-2,0 0,0 0,0-2,-1 1,1-2,-1 1,-1-2,1 1,9-10,-10 10,102-59,-111 65,1 0,0 0,-1 1,1-1,0 1,-1-1,1 1,0 0,0 0,-1 1,1-1,0 0,-1 1,1 0,0-1,-1 1,1 0,-1 0,1 1,-1-1,0 0,1 1,-1 0,0-1,0 1,0 0,0 0,1 2,38 70,-36-64,61 141,-6 2,5 42,-55-165,-2 0,-1 0,-2 0,-1 1,-1 0,-1 0,-2 0,-1 0,-4 19,5-46,-1 1,0-1,1 1,-2-1,1 0,0 1,-1-1,0 0,0 0,0 0,0 0,-1 0,1 0,-1-1,0 1,0-1,-1 0,1 0,-1 0,1 0,-1-1,0 1,0-1,0 0,0 0,-1-1,1 1,0-1,-1 0,1 0,-1 0,1-1,-1 1,1-1,-1 0,1-1,-5 0,-9-6,0-2,0 0,1-2,1 1,0-2,0 0,1-1,1-1,0 0,1-1,0 0,0-2,9 11,-10-8,1 0,1-1,0 0,1-1,1-1,0 0,2 0,0-1,0 0,2 0,-1-5,8 18,0-1,0 1,1 0,0 0,0-1,0 1,0 0,1 1,0-1,0 0,0 1,0 0,1-1,0 1,0 1,0-1,0 1,1-1,-1 1,1 0,0 1,0-1,0 1,0 0,0 0,0 1,2-1,11-6,103-56,85-59,-145 81</inkml:trace>
  <inkml:trace contextRef="#ctx0" brushRef="#br0" timeOffset="16187.125">5200 4274,'0'19,"0"14,3 11,2 8,3 5,1 1,0-3,1-5,-1-5,0-9,1-7,-1-10</inkml:trace>
  <inkml:trace contextRef="#ctx0" brushRef="#br0" timeOffset="16523.394">5548 4234,'-29'67,"-3"-1,-3-2,-24 31,52-83,-1 0,-1-1,0 0,0 0,-1-1,0-1,-1 1,0-2,-1 0,0 0,-1 0,-7-2,20-6,0 0,1 0,-1 0,0 0,0 0,0-1,0 1,0 0,1 0,-1 0,0 0,0-1,0 1,0 0,0 0,0 0,0-1,0 1,0 0,0 0,0-1,0 1,0 0,0 0,0 0,0-1,0 1,0 0,0 0,0-1,0 1,0 0,0 0,0 0,0-1,0 1,-1 0,1 0,0 0,0-1,0 1,0 0,0 0,-1 0,1 0,0 0,14-6,0 1,1 0,0 1,0 1,0 1,0 0,0 1,15 0,-12 0,496-2,-488 4,-1 2,1 0,-1 2,0 0,0 2,5 3,-19-6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2:38.03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1779 151,'-158'-19,"16"-3,-109-4,-178-15,153 2,244 38,13-1,-1 2,1 0,-1 0,1 2,-1 1,1 0,0 1,-11 5,19-2,1 1,0 1,0-1,1 2,0-1,0 1,1 1,0-1,1 2,0-1,1 1,0-1,1 2,1-1,0 0,-2 11,-8 25,2 0,3 1,-2 33,1-15,-4 220,1 21,6 178,-1 305,1-708,-4-1,-12 38,-9 58,26-106,6-62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2:39.86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96,'30'0,"-1"0,1-2,0-2,-1 0,25-8,21-8,2 2,0 4,1 4,0 3,49 3,746 5,-866-2,0 1,0 0,0 0,0 0,0 1,0 0,0 1,0-1,0 1,-1 1,1-1,-1 1,0 0,1 1,-1 0,-1 0,1 0,-1 0,1 1,-1 0,-1 0,1 0,-1 1,2 2,8 25,-1 0,-2 0,-2 1,3 19,-1 31,-4 1,-3 0,-7 62,2-28,0 264,-4-277,1-43,2 1,3 0,4 13,16 146,-14-65,-2 164,10-257,-15-66,0 1,0 0,0-1,0 1,0-1,0 1,1 0,-1-1,0 1,0 0,0-1,0 1,0 0,0-1,1 1,-1 0,0-1,0 1,1 0,-1-1,0 1,0 0,1 0,-1-1,0 1,1 0,-1 0,0 0,1-1,-1 1,0 0,1 0,-1 0,0 0,1 0,-1 0,1 0,-1 0,0 0,1 0,-1 0,0 0,1 0,-1 0,1 0,-1 0,0 0,1 1,-1-1,0 0,1 0,-1 0,0 1,1-1,-1 0,0 0,0 1,1-1,-1 0,4-27,-1-5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2:41.859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2168 255,'-256'-101,"169"76,0 4,-63-6,14 4,55 10,-1 3,-34 3,-119-15,-20 16,156 7,-67 25,140-22,0 1,0 2,0 0,0 1,2 2,-1 1,1 0,0 2,2 1,-13 9,29-15,-1 0,1 0,0 0,1 1,0 0,0 0,1 0,0 1,1 0,0-1,0 1,1 0,-1 10,-11 37,4-25,1 1,1 0,2 0,1 1,2 0,1 10,-5 343,0 78,8-287,-1 584,14-575,0 62,-14-208,-1-44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2:47.079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144 1116,'2'7,"1"0,1 0,-1 1,1-2,0 1,1 0,-1-1,1 0,1 0,-1 0,2 0,7 7,0-1,1 0,1-1,-1 0,2-2,-1 0,1 0,1-2,-1 0,13 2,189 35,-153-34,-2 2,2-2,-1-4,1-2,0-3,0-3,19-5,-16-6,0-2,-1-3,-1-3,-1-3,-1-3,7-6,-36 11,0-2,-1-1,-2-2,-1-1,28-31,-47 45,0-1,-1 0,-1-1,0 0,-2 0,0-1,0-1,-2 1,0-1,-1-1,-1 1,1-9,2-17,-3-1,-1 1,-3 0,-3-38,-1 55,-2 0,-2 0,0 0,-1 1,-2 0,-1 1,0 0,-2 1,-1 0,-1 1,-1 1,-1 0,0 1,-2 1,-1 1,-5-3,11 7,0 2,-1-1,-1 2,0 0,-1 1,0 1,-1 0,0 2,0 0,-18-5,-21 3,0 2,0 2,-1 3,0 3,-14 3,-13-2,65 0,-76-3,-1 5,1 4,0 4,-86 22,151-27,0 1,0 2,1 1,0 1,1 1,0 2,1 1,1 1,0 2,1 0,1 2,1 0,0 2,-12 16,19-10,2 0,1 1,1 1,2 0,1 0,1 1,1 1,2-1,2 1,0 0,2 0,2 1,1-1,1 0,2 0,7 31,-2-23,1-1,2 0,1 0,17 31,-20-42,-8-17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2:48.80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2083 28,'-500'-21,"337"14,-146 14,226 4,0 3,1 4,1 4,-57 23,91-26,0 2,1 2,2 2,0 2,2 2,1 1,1 3,2 1,1 2,-4 6,1 3,3 0,-10 20,41-57,-1 2,2-1,-1 1,2-1,-1 1,1 1,1-1,0 0,0 1,1 0,0 0,1-1,0 1,1 0,0 0,1 0,0 0,1 0,0 0,3 10,13 20,1 0,2-1,1-1,16 18,-23-34,-12-18,14 25,1-1,2 0,1-2,0 0,2-1,1-2,2 0,0-2,24 16,6-12,1-2,1-3,1-3,1-2,0-3,1-2,0-3,0-3,1-2,30-4,-24 0,0-2,0-4,0-2,-1-3,0-3,22-11,-73 22,30-8,-1-1,0-2,-1-2,-1-2,0-2,-1-2,-2-1,-1-2,4-6,-25 16,-1 0,-1-2,-1 0,0-1,-2 0,0-1,-1 0,-1-1,-1-1,0 0,-2 0,1-6,2-9,-2 0,-1 0,-2-1,-1 0,-3 0,0-1,-3 1,-1 0,-5-22,-3 27,-3 0,0 1,-2 1,-1 0,-2 1,0 1,-2 0,-2 2,0 1,-2 0,-4-1,-4-10,11 12,17 18,-1 1,0-1,0 1,0-1,-1 2,0-1,0 0,-1 1,0 1,0-1,0 1,0 0,0 0,-1 1,0 0,0 1,0-1,-3 1,-89 16,39 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2:56.82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0,'0'338,"32"-87,-3-48,-18 314,-3 110,-2-537,3-1,8 18,12 111,13 462,-25-372,-15 129,-4-205,2 1073,14-905,-4-243,-7-147,-2-18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2:57.94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0 329,'14'17,"-1"0,-1 1,-1 1,-1 0,0 0,-2 1,0 0,-1 0,2 12,0-5,5 15,-6-12,2-1,1 0,1-1,1 0,2-1,11 15,-25-40,0 0,0 1,1-1,-1 0,1 0,-1-1,1 1,0 0,0 0,-1-1,1 1,1-1,-1 1,0-1,0 0,0 0,1 0,-1 0,0-1,1 1,-1 0,1-1,-1 0,1 0,-1 1,1-1,-1-1,1 1,-1 0,0-1,3 0,3-4,0-2,0 1,-1-1,0 0,0 0,-1-1,1 0,-2 0,1-1,-1 1,3-9,1 2,225-392,-176 318,4 3,26-24,-54 72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3:00.309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424 854,'-13'-3,"0"0,0 1,-1 1,1 0,0 1,0 0,0 1,-1 1,1 0,0 0,0 1,1 1,-1 1,1-1,0 2,0 0,0 0,1 1,0 0,1 1,-1 1,-4 4,4-5,0 0,1 1,0 0,0 1,1 0,1 0,-1 1,2 0,-1 0,2 1,-1 0,2 0,-1 0,2 1,0 0,0 0,1 0,1 2,1-12,1 0,0 1,1-1,-1 0,1 0,-1 0,1 0,0 0,0 0,0 0,0 0,1 0,-1-1,1 1,0 0,0-1,0 1,0-1,0 0,0 0,1 0,-1 0,1 0,-1 0,1 0,0-1,0 0,-1 1,4 0,1 0,-1-1,1 0,0 0,-1 0,1-1,0 0,-1 0,1 0,0-1,-1 0,1-1,0 1,4-3,14-8,-1-2,0-1,-1 0,-1-2,0-1,-1 0,-1-2,-1 0,-1-1,0-1,-2-1,-1 0,0-1,-2-1,-1 0,3-9,14-40,-2-1,-4-1,-4 0,-2-2,-4 0,-4-1,-3 0,-3-61,-7 47,-9 75,-2 43,1 25,2 0,2 1,2 1,-1 48,-2 56,8 149,3-275,1-1,2 1,0 0,3-1,0 0,1 0,2-1,1 0,11 20,-19-43,1 1,0-1,0-1,0 1,0 0,1-1,0 0,0 0,0 0,0 0,1 0,-1-1,1 0,0 0,0 0,0-1,1 0,-1 0,0 0,1 0,-1-1,1 0,0 0,-1-1,1 1,0-1,-1 0,1-1,0 0,-1 1,1-2,-1 1,1-1,-1 0,1 0,-1 0,0-1,0 1,0-2,10-10,-1-1,-1-1,0 0,-1 0,-1-1,-1-1,0 0,-2 0,0-1,0 0,-2-1,-1 1,0-1,0-8,17-75,-17 117,-5 52,-1-52,0 0,0 0,1 0,1 0,0 0,1 0,0 0,2 0,-1-1,2 1,-1-1,2 0,0 0,0-1,2 0,2 5,-6-14,-1 0,1 0,-1 0,1 0,0-1,0 1,0-1,0 0,1 0,-1-1,0 1,1-1,0 0,1 0,25 2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3:00.58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69 3,'-16'-2,"-5"1,1 4,8 5,14 6,14 3,6-1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3:00.91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0 917,'62'-35,"-1"-2,33-29,-77 53,45-30,-2-3,-2-2,-2-3,-3-2,39-51,-79 89,-1 0,-1-1,-1-1,0 0,-1 0,-1 0,-1-1,0-1,-2 1,0-1,0 0,-2 0,-1 0,0-1,-1 1,-1 0,-3-16,3 31,-1 0,0 0,0 0,0 0,0 0,-1 1,1-1,-1 0,0 1,0 0,0-1,-1 1,1 0,-1 0,0 0,0 1,0-1,0 0,0 1,0 0,-1 0,1 0,-1 0,0 1,1-1,-1 1,0 0,0 0,0 1,0-1,0 1,0-1,0 1,0 0,0 1,0-1,0 1,1 0,-4 1,-6 5,1 1,0 0,1 1,0 0,0 1,1 0,0 0,1 1,0 1,1 0,0 0,1 0,0 1,1 0,1 0,0 1,1 0,-1 5,-13 53,4 0,3 1,4 1,2 0,4 0,3 0,7 38,5 106,9 303,-24-431,-5 0,-3 0,-5-1,-18 64,27-130,0-1,-2 1,-1-1,0 0,-2-1,-1 0,0-1,-1 0,-4 4,-15 0,5-15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3:02.01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0 605,'90'-29,"-2"-5,28-17,-80 35,323-158,-335 162,-1-1,0-1,-1-1,0-1,-2-1,0 0,0-2,-2-1,6-8,-22 26,0 1,0-1,0 0,-1 0,1 0,0-1,-1 1,0 0,0 0,1-1,-1 1,-1-1,1 1,0-1,-1 1,1-1,-1 0,0 1,0-1,0 0,0 1,0-1,0 1,-1-1,1 0,-1 1,0-1,0 1,0-1,0 1,0 0,-1-1,1 1,0 0,-1 0,0 0,0 0,1 0,-1 0,0 1,-1-1,1 1,0-1,-1 1,-7-1,0 0,-1 1,1 0,0 1,-1 1,1-1,0 2,-1-1,1 1,0 1,0 0,1 0,-1 1,0 0,1 1,0 0,0 1,1-1,-1 2,1-1,-5 7,6-7,0 0,1 1,0 0,0 0,0 0,1 1,1 0,-1 0,1 0,0 0,1 1,0 0,0 0,1-1,0 1,1 1,0-1,0 0,1 0,0 0,1 0,0 1,0-1,1 0,0 0,1-1,0 1,0 0,4 5,4 5,1-2,1 0,1 0,0-1,1-1,1 0,0-2,1 1,1-2,0 0,0-2,1 0,0 0,1-2,0-1,1 0,-1-1,8 0,-19-3,-1 0,1-1,-1 0,1-1,0 1,0-2,0 1,0-1,0 0,0-1,-1 0,1-1,0 0,0 0,-1-1,0 0,1 0,-1-1,0 0,-1 0,1-1,-1 0,0-1,0 1,0-1,1-3,4-13,-1 0,-2-1,0-1,-1 0,-2 0,0 0,-1-1,-2 1,-1-1,0 0,-2 0,-3-21,3 41,0-163,0 167,0 0,0 0,1 0,-1 0,0 0,0 0,1 0,-1 0,1 0,-1 0,1 0,-1 0,1 1,-1-1,1 0,0 0,-1 0,1 1,0-1,0 0,0 1,0-1,0 1,-1-1,1 1,0-1,0 1,0-1,0 1,0 0,0 0,0 0,1 0,-1-1,0 1,0 0,0 1,0-1,0 0,0 0,46 16,-34-11,216 84,-223-87,-1 0,0 0,0 1,0 0,0-1,0 2,0-1,-1 0,1 1,-1 0,0 0,-1 0,1 1,-1-1,1 1,-1 0,-1 0,1 0,-1 0,0 0,0 1,0-1,-1 1,0-1,0 1,0-1,-1 1,1 4,-52 224,50-232,1 0,0-1,0 1,0 0,0-1,0 1,1-1,-1 1,0 0,1-1,-1 1,1-1,0 1,-1-1,1 0,0 1,0-1,0 1,0-1,0 0,0 0,0 0,1 0,-1 0,0 0,1 0,-1 0,0 0,1 0,-1-1,1 1,-1-1,1 1,0-1,-1 0,1 1,-1-1,1 0,0 0,-1 0,1 0,1-1,69-14,-26-4,-1-2,-1-2,20-15,29-15,-92 52,0 0,0 0,0 0,0 0,0 0,0 1,0-1,0 0,0 1,0-1,0 1,1-1,-1 1,0-1,0 1,1 0,-1 0,0 0,1 0,-1 0,0 0,0 0,1 0,-1 0,0 0,1 1,-1-1,0 1,0-1,0 1,0-1,1 1,-1 0,0-1,0 1,0 0,0 0,0 0,-1 0,1 0,0 0,0 0,0 0,-1 0,1 0,-1 0,1 1,-1-1,1 0,-1 0,0 1,2 2,-1 1,0 0,0 0,1 0,-1-1,1 1,0-1,1 1,-1-1,1 0,0 0,0 0,0 0,1 0,-1-1,1 0,0 1,0-1,0-1,0 1,4 2,4-3,0 0,0 0,0-1,0-1,0 0,0 0,0-1,0-1,0 0,-1 0,1-1,0-1,-1 0,0-1,0 0,0 0,-1-1,0-1,0 0,0 0,-1-1,0 0,0 0,-1-1,0-1,-1 1,3-6,-5 8,-1 1,0-1,0 0,-1-1,0 1,0-1,0 1,-1-1,-1 0,1 0,-1 0,0 0,-1 0,0 0,0 0,-1 0,0 0,0 0,-1 1,0-1,-1 0,1 1,-1-1,-1 1,1 0,-1 0,-1 0,1 0,-1 1,0 0,-1 0,1 0,-1 1,0 0,-2-1,-3 0,-1 1,1 0,-1 1,1 1,-1 0,0 0,0 1,0 1,-1 0,1 0,0 1,-1 1,1 0,0 1,0 0,0 1,0 0,1 1,-1 0,1 1,0 0,0 1,0 1,1-1,0 1,0 1,1 0,0 0,0 1,1 0,0 1,1-1,0 2,1-1,0 1,-1 1,5-7,-1-1,1 1,0-1,1 1,-1 0,1 0,0 0,0 0,0 0,0 0,1 0,0 0,0 0,1 0,-1 0,1 0,0 0,1-1,-1 1,1 0,0 0,0-1,0 1,1-1,-1 0,1 1,0-1,0-1,1 1,-1 0,1-1,0 0,4 3,1-1,1 0,0-1,0 0,1 0,-1-1,1-1,-1 0,1 0,0-1,0-1,0 0,0 0,0-1,-1 0,1-1,0 0,-1-1,1 0,0-1,39-15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3:02.27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167 1,'-16'2,"-12"6,-6 6,1 4,5 7,9 4,11 3,14 3,6-4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3:02.55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45,'23'7,"18"2,22-5,19-7,19-11,17-9,-11-1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3:02.87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0 541,'28'2,"0"-1,0-1,0-2,0 0,0-2,-1-1,0-1,0-2,0 0,-1-2,0-1,-1-1,0-1,-1-1,16-12,-21 15,-1 0,0-2,-1 0,-1 0,0-2,0 0,-1-1,-1 0,-1-1,-1-1,0 0,-1 0,-1-1,-1-1,0 0,4-16,-12 32,1 0,-1 0,0 0,0 0,-1-1,1 1,-1 0,0-1,0 1,0 0,-1 0,0-1,1 1,-1 0,-1 0,1 0,-1 0,1 0,-1 0,0 0,-1 0,1 1,-1-1,1 1,-1 0,0 0,0 0,-1 0,1 0,0 1,-1-1,0 1,0 0,1 0,-1 0,0 1,0-1,-4 0,1 3,-1 1,0 0,1 0,-1 0,1 1,0 0,0 0,0 1,0 0,1 0,0 1,0-1,0 2,0-1,1 0,-1 1,1 0,1 0,-1 1,1-1,-3 8,-11 22,1 1,2 1,1 0,3 1,1 0,1 1,3 0,1 0,2 1,1 19,-2 156,14 77,-2-142,-5 0,-8 0,-20 124,19-226,-3-1,-1 0,-3 0,-1-1,-3-1,-2-1,-2 0,-16 25,-7-18,5-20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3:03.61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1296,'165'-32,"-65"12,0-4,-2-4,-1-4,-1-5,-2-4,12-11,-36 1,-70 51,1-1,-1 1,0-1,1 1,-1 0,1-1,-1 1,0-1,1 1,-1-1,0 1,0-1,1 1,-1-1,0 0,0 1,0-1,0 1,0-1,0 1,1-1,-1 0,-1 1,1-1,0 1,0-1,0 1,0-1,0 0,0 1,-1-1,1 1,0-1,0 1,-1-1,1 1,0-1,-1 1,1-1,-1 1,1 0,-1-1,1 1,0 0,-1-1,1 1,-1 0,0 0,1-1,-1 1,1 0,-1 0,1 0,-1 0,1-1,-1 1,0 0,1 0,-1 0,1 1,-1-1,0 0,-10 0,0 1,0 0,1 1,-1 0,0 1,1 0,-1 0,1 1,0 1,0 0,-6 4,1-2,0 0,1 0,0 1,0 1,1 1,0 0,0 0,1 1,1 1,0 0,1 1,0 0,1 0,0 1,-5 11,13-22,1 0,-1 0,0 0,1 0,0 0,-1 0,1 1,1-1,-1 0,0 0,1 0,-1 0,1 0,0 0,0 0,0 0,1 0,-1-1,1 1,-1 0,1-1,0 1,0-1,0 0,0 1,1-1,-1 0,0 0,1 0,0-1,-1 1,1-1,0 1,0-1,0 0,0 0,1 0,8 3,0-1,0 0,0-1,0 0,1-1,-1 0,1-1,11-1,-10-1,0 0,0-1,-1 0,1-1,-1-1,0 0,0-1,-1 0,0-1,0 0,0-1,-1 0,0-1,-1 0,0-1,0 0,-1-1,0 0,-1 0,0-1,5-11,-2 2,-12 22,1-1,0 0,0 0,0 1,0-1,0 0,0 0,0 1,0-1,0 0,-1 1,1-1,0 0,0 1,1-1,-1 0,0 1,0-1,0 0,0 0,0 1,0-1,0 0,0 0,0 1,1-1,-1 0,0 0,0 1,0-1,1 0,-1 0,0 1,0-1,1 0,-1 0,0 0,0 0,1 1,-1-1,0 0,0 0,1 0,-1 0,0 0,1 0,-1 0,0 0,1 0,-1 0,0 0,0 0,1 0,-1 0,0 0,1 0,-1 0,0-1,1 36,-1-34,-1 7,0-5,0 1,0-1,1 1,-1 0,1-1,0 1,0 0,0 0,0-1,1 1,0 0,-1-1,1 1,0 0,1-1,-1 1,1-1,-1 0,1 0,0 1,1-1,-1 0,0-1,1 1,-1 0,1-1,0 1,0-1,0 0,0 0,0 0,2 0,5-3,-1 0,1-1,-1 0,1-1,-1 0,0 0,0-1,-1-1,1 1,-1-1,0-1,0 1,0-1,-1-1,0 1,0-1,0-1,0-1,20-21,-1 0,-2-2,-2-1,0-1,-3 0,0-2,-3 0,-1-1,-1 0,2-17,4-27,-2-2,-5 0,-3-1,-2-33,-8 116,3-49,-2-1,-2 1,-7-47,8 93,-1 0,1-1,-1 1,0 0,0 0,-1-1,1 1,-1 0,0 0,0 1,0-1,0 0,-1 1,0-1,1 1,-2-1,2 3,1 1,-1 0,1-1,-1 1,0 0,1 0,-1 0,1 0,-1 0,1 0,-1 1,0-1,1 1,-1-1,1 1,-1-1,1 1,0 0,-1 0,1-1,0 1,-1 0,1 0,0 0,0 1,0-1,0 0,0 0,0 1,0-1,0 0,1 1,-1 1,-10 15,1 1,2 1,0-1,1 1,0 1,2-1,1 1,-1 11,4-29,-7 57,2 1,3 0,2 0,3 0,3 0,3 0,2-1,2 0,4-1,2-1,2 0,3-1,2-2,3 0,5 3,17 17,-33-56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3:03.87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1,'16'2,"19"3,19 1,21-1,19-3,15-3,8 0,-5 0,-13-1,-22 1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3:04.15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37 293,'1'7,"0"-1,0 0,0 0,1 0,0 0,0 0,0 0,1-1,0 1,0-1,0 1,1-1,0 0,0 0,0-1,1 1,-1-1,1 0,0 0,0-1,1 0,-1 1,1-2,-1 1,1-1,0 1,0-2,0 1,0-1,0 0,1 0,-1 0,0-1,0 0,1 0,-1-1,0 0,0 0,0 0,0-1,3-1,1 0,1-1,-1-1,-1 1,1-1,-1-1,1 0,-2 0,1-1,-1 0,0-1,0 0,-1 0,0 0,-1-1,1 0,-2 0,1-1,-2 0,1 0,-1 0,0 0,-1 0,-1-1,1 0,-2 1,1-1,-2 0,1 0,-1 0,-1 0,0 0,-1 0,0 1,0-1,-1 1,-1-1,0 1,0 0,-3-5,3 10,0 0,0 1,-1-1,1 1,-1 0,0 0,0 1,0-1,0 1,-1 0,1 1,-1-1,0 1,0 0,0 0,0 1,0 0,0 0,0 0,0 1,0 0,-1 0,1 1,0-1,0 1,0 1,0-1,0 1,0 0,0 0,1 1,-5 2,-3 2,-1 0,1 2,0-1,1 1,0 1,1 1,0-1,0 2,1-1,0 1,1 1,1 0,0 0,1 1,0-1,1 2,1-1,-1 2,5-12,0 0,1 0,-1 0,1 0,0 0,0 0,0 0,0 0,1 0,0 0,-1 0,1 0,1 0,-1 0,1-1,-1 1,1 0,0-1,0 1,1-1,-1 0,1 0,0 0,-1 0,1 0,0-1,1 1,-1-1,0 0,1 0,-1 0,1 0,0-1,0 1,0-1,-1 0,1 0,3 0,6 1,-1 0,1-1,-1-1,1 0,-1 0,1-1,8-2,34-8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3:04.40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274 9,'-20'-4,"-14"0,-11 8,-1 10,2 12,7 10,8 11,13 11,13 9,14 7,5-9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3:04.71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1,'9'16,"8"12,7 6,9-1,11-1,8-6,10-8,5-6,3-11,-2-9,-5-8,-11-6,-15 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3:05.63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523 521,'-17'-7,"0"2,0 0,0 1,-1 1,0 1,1 0,-1 1,0 1,1 1,-1 1,0 0,1 1,-1 1,1 0,0 1,1 1,-1 1,-2 2,7-3,-1 0,1 1,1 0,-1 1,1 0,0 1,1 0,0 1,1 0,0 1,0 0,1 0,1 1,0 0,0 0,1 0,1 1,0 0,1 0,0 1,1-1,1 1,-1 4,2-13,1 0,-1 1,1-1,1 0,-1 0,0 0,1 0,0 0,0 0,1 0,0 0,-1 0,1 0,1-1,-1 1,1-1,0 0,0 1,0-1,0-1,1 1,0 0,0-1,0 0,0 0,0 0,0 0,1-1,0 1,-1-1,1 0,1-1,6 1,0-2,-1 0,1 0,0-1,0-1,0 1,-1-2,1 0,-1 0,0-1,0-1,0 0,0 0,-1-1,0 0,0-1,-1 0,1-1,-2 0,6-5,16-16,-2 0,0-2,-3-1,0-1,-2-1,-2-1,-1-1,-1-1,-3 0,0-1,-3-1,-1-1,-2 0,-2 0,-2 0,-1-1,-2 0,-2-28,-13-29,11 97,1 0,0-1,0 1,-1 0,1 0,-1 0,1 0,-1 0,1 0,-1 0,0 0,1 0,-1 1,0-1,0 0,0 0,0 1,0-1,1 0,-1 1,0-1,0 1,-1-1,1 1,0-1,0 1,0 0,0 0,0 0,0-1,0 1,-1 0,1 0,0 0,0 1,0-1,0 0,0 0,0 1,0-1,-1 0,1 1,0-1,0 1,0 0,0-1,1 1,-1 0,0-1,0 1,0 0,1 0,-1 0,0 0,1 0,-1 0,0 0,1 0,-1 0,1 0,0 0,-1 0,1 0,0 0,0 0,0 1,-15 28,1-1,2 2,1 0,2 0,1 1,1 0,2 1,1 3,-3-3,2 0,2 0,0 1,3-1,0 1,2-1,2 0,1 0,2 0,1-1,1 1,6 9,-11-32,1-1,1-1,-1 1,1-1,1 0,0 0,0-1,0 0,1 0,0-1,0 0,1 0,0-1,0 0,0 0,0-1,1 0,0-1,-1 0,1-1,1 0,-1 0,0-1,0-1,0 0,1 0,-1-1,7-1,-2-1,1-1,-1-1,0 0,0-1,0-1,-1 0,0-1,0-1,-1 0,0 0,-1-2,0 1,0-2,-1 1,-1-2,2-1,1-4,1-1,-2-1,-1 0,0 0,-2-1,0-1,-1 1,-1-1,-2 0,0-1,-1-1,-2 13,-2 0,1 0,-2-1,1 1,-2 0,1 0,-1 0,-3-7,5 15,-1 0,0 1,0-1,0 0,0 0,-1 1,1-1,-1 0,0 1,1-1,-1 1,0 0,0 0,-1 0,1 0,0 0,-1 0,1 0,-1 1,0 0,1-1,-1 1,0 0,0 0,0 0,1 1,-1-1,0 1,0-1,0 1,0 0,0 0,0 0,-1 1,-5 2,1 1,-1 0,1 0,0 1,0 0,1 1,-1-1,1 1,0 1,1 0,0-1,0 2,0-1,1 1,0 0,0 0,1 0,0 1,1-1,0 1,-2 7,1-5,0-1,1 0,0 1,1 0,0-1,0 1,1 0,1 0,0 0,0 0,1 0,1 0,0 0,0-1,1 1,0-1,1 1,0-1,0 0,2-1,-1 1,1-1,0 0,1 0,4 2,1-1,0 0,0-1,1-1,0 0,1 0,-1-2,1 1,1-2,-1 0,1-1,7 2,182 19,-80-21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3:07.61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535 1108,'-14'-2,"-1"1,0 1,0 1,1 0,-1 1,1 0,-1 1,1 1,0 0,0 1,0 0,1 1,0 1,0 0,-1 2,-12 4,1 1,1 0,1 2,0 1,1 1,1 0,1 2,0 0,1 2,2 0,0 1,2 0,-6 12,19-31,-1 0,2 0,-1 0,0 1,1-1,-1 0,1 1,1-1,-1 1,0-1,1 1,0-1,0 1,1 0,-1-1,1 1,0-1,0 1,0-1,1 0,0 0,-1 1,2-1,-1 0,0 0,1-1,0 1,-1 0,1-1,1 0,-1 0,0 0,1 0,2 1,12 5,0-2,1 0,0-1,0 0,1-2,0 0,-1-2,1 0,0-1,0-1,0 0,17-4,53-6,0-3,-1-5,-1-3,-1-4,-1-4,46-23,-91 36,0-1,-1-2,-1-1,-1-3,-1-1,-1-1,14-15,-46 38,-1 0,0 0,-1 0,1-1,0 1,-1-1,1 1,-1-1,0 0,0 0,0 0,0 0,-1 0,1-1,-1 1,0-1,0 1,0-1,0 1,0-1,-1 1,0-1,0 1,0-1,0 0,0 1,-1-1,1 1,-1-1,0 1,0-1,-1 1,1-1,-1 1,1 0,-1 0,-1-1,-6-1,0 1,0-1,0 2,-1 0,0 0,1 0,-1 2,0-1,0 1,0 0,0 1,0 0,0 1,-1 0,2 1,-1 0,0 0,0 1,1 0,-1 1,0 1,-5 0,0 0,0 1,0 1,1 1,0 0,1 1,0 0,0 1,1 1,0-1,1 2,0 0,1 0,0 1,1 0,1 1,0 0,0 0,2 1,-1 1,6-11,-1-1,1 0,1 1,-1-1,0 0,1 1,0-1,0 1,0-1,1 1,-1-1,1 0,0 1,1-1,-1 0,1 0,-1 0,1 0,0 0,1 0,-1 0,1-1,0 1,0-1,0 1,0-1,0 0,1-1,-1 1,1 0,0-1,1 1,7 0,1 0,0 0,-1-1,1 0,0-1,0-1,0 0,0-1,0 0,0-1,0-1,0 0,-1 0,0-1,1-1,-2 0,1-1,0 0,-1-1,0 0,-1 0,0-1,0-1,0 0,-1 0,-1-1,1 0,1-4,-3 3,0 0,-1 1,0-2,-1 1,0-1,-1 0,0 0,-1 0,0 0,-1-1,0-3,-5 36,2-1,0 0,1 1,0-1,2 1,0-1,2 0,0 0,0 0,2-1,1 1,0-1,1-1,8 13,-9-21,1 0,-1 0,2-1,-1 0,1-1,0 0,1 0,-1-1,1 0,11 4,-17-8,-1-1,1 1,0-1,0 0,0 0,0 0,0-1,0 1,0-1,0 0,0 0,0 0,0-1,0 0,0 1,0-1,-1-1,1 1,0 0,0-1,-1 0,1 0,-1 0,1 0,-1-1,0 1,0-1,0 0,0 0,-1 0,1 0,0-2,6-11,-2-1,0 0,0 0,-2 0,0 0,-1-1,-1 0,-1 0,0 0,-1 0,-1-5,3-24,-1 20,2 0,0 0,2 0,1 1,1-1,5-10,-9 29,-1 0,1 0,1 0,-1 1,2 0,-1 0,1 0,-1 0,2 1,-1 0,1 0,0 1,0 0,0 0,1 1,0 0,0 0,0 1,0 0,1 0,7-1,-5 2,0 1,0 1,0 0,1 0,-1 1,0 0,0 1,0 1,0-1,-1 2,1-1,-1 2,0-1,0 1,0 1,0 0,-1 0,0 1,-1 0,1 1,-1-1,-1 2,1-1,-2 1,1 0,-1 0,0 1,-1 0,2 4,7 26,-1 1,-2-1,-2 2,-2 0,-1 0,-2 0,-3 0,-1 0,-1 1,-5 12,5-21,-2 42,-1-27,2 1,2 0,3-1,2 1,8 35,-9-72,0 0,0 0,2-1,-1 0,2 0,-1 0,7 7,-11-16,-1 0,1-1,0 1,0-1,0 0,1 0,-1 1,0-1,1-1,0 1,-1 0,1-1,0 1,0-1,0 0,0 0,0 0,0 0,0 0,0-1,0 1,0-1,0 0,0 0,1 0,-1-1,0 1,0-1,0 1,0-1,0 0,0 0,0 0,0-1,0 1,4-6,0 1,0-1,0-1,-1 1,0-1,-1 0,0 0,0-1,0 1,-1-1,-1 0,1-1,-1 1,-1 0,0-1,1-9,2-5,-2-1,0 0,-1 0,-2 0,-1 1,0-1,-2 0,-1 0,-1 1,-1 0,-1 0,-1 0,-1 1,-1 0,-1 1,-1 0,-1 1,-1 0,-1 1,-1 1,0 0,-1 1,-1 1,-1 1,-1 0,0 1,-1 2,-14-8,-6 4,-1 2,-1 2,0 1,0 3,-6 1,42 6,-17-4,27-1,81-12,538-131,-530 131,-91 19,0 0,0-1,0 1,0 0,0 0,0 0,1 0,-1 1,0-1,0 0,0 0,0 1,0-1,0 0,0 1,-1-1,1 1,0 0,0-1,0 1,0-1,0 1,-1 0,1 0,0 0,-1-1,1 1,-1 0,1 0,-1 0,1 0,-1 0,1 0,-1 0,0 0,0 0,1 0,-1 0,0 1,-10 42,9-42,-6 19,-18 87,25-105,0-1,0 0,0 1,1-1,-1 0,1 1,-1-1,1 0,0 0,0 0,0 1,0-1,0 0,0 0,1-1,-1 1,1 0,-1 0,1-1,0 1,-1-1,1 1,0-1,0 0,0 1,0-1,0 0,1-1,-1 1,0 0,0 0,1-1,-1 0,0 1,0-1,1 0,-1 0,0 0,1 0,-1-1,1 1,95-27,-77 15,-1 0,0-2,-1 0,-1-1,0-1,-1-1,0 0,-2-1,0-1,-1-1,-1 1,-1-2,-1 0,-1 0,0-1,-2-1,-1 1,2-11,-7 97,-2-62,-2 26,2-1,0 0,2 0,1 0,5 19,-6-40,0 1,0-1,0 0,0 0,1 0,0 0,1 0,-1-1,1 1,0-1,0 0,1 0,-1 0,1-1,0 0,0 0,1 0,-1 0,1-1,0 0,0 0,0-1,0 0,1 0,-1 0,4 0,6-1,1-1,0-1,-1-1,1 0,-1-1,1 0,-1-2,0 0,-1-1,1 0,-1-1,0-1,-1 0,0-1,0-1,-1 0,0-1,-1 0,0-1,-1-1,0 0,3-6,16-26,-2-1,-2-2,-2-1,-3-1,-1 0,-3-2,-2 0,-3-1,-1 0,-3-1,0-44,-1 28,-2-1,-4-1,-3 1,-6-27,7 83,-1 0,-1 0,0 0,-1 0,-1 1,0 0,-1-1,-1 2,-5-10,10 20,-1 0,1 0,-1 1,0-1,1 1,-1 0,0 0,0 0,-1 0,1 0,0 1,-1-1,1 1,0 0,-1 0,0 0,1 1,-1-1,1 1,-1 0,0 0,1 0,-1 0,0 1,1-1,-1 1,1 0,-1 0,1 1,-1-1,1 1,0-1,0 1,0 0,0 0,0 0,0 1,0-1,1 1,-1 0,1-1,0 1,0 0,-2 3,-14 18,1 0,1 1,2 0,0 2,2-1,0 2,2 0,2 0,0 0,-2 18,0-2,2 0,1 1,3 0,1 0,3 0,1 0,3 0,1-1,2 1,2-1,2-1,2 1,2-2,19 38,-10-37,2-1,2-1,1-1,3-2,0-1,19 14,16 11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3:09.41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387 1092,'-1'-5,"0"-1,-1 1,1 0,-1-1,0 1,0 0,-1 0,0 0,1 0,-2 1,1-1,0 1,-1 0,0 0,0 0,0 0,0 1,-1-1,0 1,1 0,-1 1,0-1,0 1,-1 0,1 0,0 0,-1 1,1 0,-4-1,-1 1,1 0,0 0,0 1,-1 0,1 1,0 0,0 0,0 1,0 0,0 1,0 0,1 0,-1 1,1 0,-6 4,3 0,1 0,1 1,0 0,0 0,0 1,1 0,1 0,0 1,0 0,1 0,1 1,-1 0,2 0,0 0,0 0,1 1,1 0,0-1,1 1,0 0,1 0,0 0,1-1,3 13,-2-19,0-1,1 1,0-1,0 0,0 0,0 0,1 0,0-1,0 1,0-1,0 0,1 0,0-1,0 1,0-1,0 0,0 0,1-1,-1 0,1 0,-1 0,1 0,0-1,0 0,0 0,0-1,0 1,0-2,0 1,0 0,0-1,-1 0,1-1,0 1,0-1,-1 0,1 0,4-3,12-6,-1 0,-1-2,0 0,0-1,-2-1,0-1,0 0,-2-1,0-1,-1-1,0 0,-2-1,0 0,-2-1,0-1,-1 0,-1-1,0-1,-1 0,-1-1,-1 0,-2 0,0-1,-1 1,-2-1,-1-17,-5 95,4-32,-2 2,1 0,2 0,0 0,1 1,1-1,0 0,2-1,1 1,1 0,1-1,0 0,2-1,0 0,3 3,-7-18,-1 1,1-1,0 0,0 0,1-1,-1 0,1 0,0 0,0 0,0-1,1 0,-1-1,1 1,-1-1,1 0,0-1,0 0,0 0,0 0,0-1,0 0,0 0,0-1,0 0,3-1,4-1,0-1,0-1,-1 0,1-1,-1 0,-1-1,1 0,-1-1,-1-1,1 0,-1 0,-1-1,4-5,-1 0,-1-1,0-1,-2 0,1 0,-2-1,-1 0,0 0,-1-1,-1 0,-1-1,0 1,-2-1,0 0,-1 0,-1 0,-1 0,-2-9,-6-14,-6 69,10-7,1 1,0-1,2 1,0 0,1 0,1-1,1 1,0 0,2-1,0 1,1-1,2 0,-1-1,2 0,0 0,6 7,-11-20,0 0,1 0,0 0,0-1,0 1,1-1,-1 0,1 0,0-1,0 1,0-1,1 0,-1-1,1 1,-1-1,1 0,0-1,0 1,0-1,0 0,0-1,0 1,0-1,0 0,0-1,0 0,0 1,0-2,0 1,5-3,5-6,-2 0,0-1,0-1,-1 0,0-1,-1 0,-1-1,0 0,-1-1,0 0,-1 0,-1-1,-1-1,0 1,-1-1,3-14,33-142,-38 164,-1 27,-2-9,4 26,2 1,1-1,2 0,1-1,4 5,-9-26,0 0,0 0,1-1,0 0,1-1,1 1,0-2,0 1,1-1,1-1,-1 0,1 0,1-1,11 6,-15-10,1 0,-1-1,1 0,0-1,0 1,0-2,0 1,0-2,0 1,0-1,0 0,1-1,-1 0,0 0,0-1,0-1,0 1,-1-1,1-1,-1 1,0-2,7-3,3-4,-1 0,-1-1,1-1,-2 0,0-2,-1 1,-1-2,0 0,4-9,10-19,-2-1,-3-1,-1-1,-3-1,-2-1,-2 0,6-45,-1-24,-6 0,-2-103,-11 106,-3 99,-4 29,-5 47,1 0,4 1,0 43,6-91,-5 58,2 0,3 0,4 0,2 0,3 0,10 31,-15-89,-1 0,1 0,1-1,0 0,0 1,2-1,-1-1,1 1,1-1,-1 0,2-1,-1 0,2 0,-1 0,1-1,0 0,1-1,-1 0,2 0,-1-1,1-1,0 0,0 0,0-1,0 0,1-1,0-1,0 1,0-2,1 0,-1-2,-1 0,1-1,0 0,-1-1,1-1,-1 1,0-2,0 0,-1 0,1-1,-1 0,0-1,-1 0,0 0,0-1,0 0,-1-1,0 0,0-2,7-9,0 0,-2-1,0 0,-2-1,0 0,-2-1,0-1,3-16,-9 33,0 1,-1-1,0 0,0 0,-1 0,0 0,0 0,-1 0,1 0,-2 0,1 0,-1 0,0 0,0 0,-1 0,0 0,0 1,-1-1,0 1,0-1,0 1,-2-1,3 6,1 0,-1 0,0 0,0 0,0 0,0 1,0-1,0 1,0-1,0 1,0 0,0 0,0 0,0 0,0 0,0 0,0 0,0 1,0-1,0 1,0 0,0-1,0 1,0 0,1 0,-1 0,0 0,0 1,1-1,-1 0,1 1,-45 50,40-42,0 0,1 0,0 0,0 1,1 0,1 0,0 0,0 1,1-1,0 1,1-1,1 1,0 0,0-1,1 1,1-1,0 1,0-1,1 0,1 1,-1-1,2-1,0 1,0-1,1 0,0 0,1 0,6 7,0-6,0 0,1-1,1 0,-1-1,2-1,-1 0,1-1,0-1,0 0,1-1,-1-1,1-1,0 0,1-1,-1-1,0-1,0 0,1-1,-1-1,13-3,14-7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3:09.70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0 132,'30'-5,"34"-5,37-7,34-6,29-5,23 1,-21 5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3:10.28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1 706,'22'-25,"0"0,-2-1,-1-1,-1-1,-1-1,-2 0,-1-1,-1-1,-2 0,-1-1,-1 0,-2 0,-1-1,-1 0,-2 0,-2 0,-1 0,-2-7,2 31,0-1,-1 1,-1-1,0 1,0 0,-1 0,0 0,0 0,-1 0,0 1,-3-5,6 12,0 0,0 0,0 0,-1 0,1 0,0 1,0-1,-1 0,1 1,0-1,-1 1,1-1,0 1,-1 0,1 0,-1-1,1 1,-1 0,1 0,0 0,-1 1,1-1,-1 0,1 1,0-1,-1 0,1 1,0 0,-1-1,1 1,0 0,0-1,0 1,-1 0,1 0,0 0,0 0,0 0,1 0,-1 1,0-1,0 0,0 0,1 1,-1-1,1 0,-1 1,1-1,0 0,-1 1,1-1,0 1,0-1,0 1,0-1,0 0,0 1,0-1,1 1,-1-1,1 1,-1 0,0 1,0 0,0-1,1 1,-1-1,1 1,0-1,0 1,0-1,0 1,0-1,1 0,-1 0,1 1,-1-1,1 0,0 0,-1 0,1-1,0 1,1 0,-1-1,0 0,0 1,1-1,-1 0,0 0,1 0,-1 0,3 0,84 13,-84-13,81 1,-61-3,-1 1,1 2,-1 0,1 1,-1 2,0 0,1 2,-20-5,-1 0,1 1,-1-1,1 1,-1 0,0 0,0 1,0-1,0 1,-1-1,0 1,0 0,0 1,0-1,0 1,-1-1,0 1,0 0,0-1,0 1,-1 0,0 0,0 0,0 1,-1-1,0 4,4 46,16 79,-18-129,0 1,1-1,-1 0,1 1,0-1,0 0,1-1,-1 1,1 0,0-1,0 0,1 0,-1 0,1-1,0 1,0-1,0 0,0-1,1 1,-1-1,3 1,7-1,0-1,-1 0,1-1,0-1,0 0,-1-1,1 0,-1-1,0-1,1 0,-2-1,1-1,0 0,-1-1,-1 0,1-1,-1 0,0-1,-1-1,0 1,3-6,1 1,0-2,-1 1,-1-2,-1 0,0 0,-1-1,2-9,-4 12,-5 28,-4 11,1-1,1 1,2 0,0-1,7 23,-9-38,1 0,0 0,0 0,1 0,0-1,0 0,1 0,0 0,0 0,0 0,1-1,0 0,1-1,-1 1,1-1,0 0,0-1,4 2,-8-4,-1-1,0 0,1 0,0 0,-1 0,1-1,-1 1,1-1,0 0,-1 1,1-1,0 0,0-1,-1 1,1 0,0-1,-1 1,1-1,-1 0,1 0,-1 0,1 0,-1-1,0 1,1-1,-1 1,0-1,0 0,0 1,0-1,0 0,-1-1,1 1,-1 0,1 0,-1-1,13-21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3:10.56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5 0,'-4'16,"7"12,10 8,3-2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3:10.73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1 280,'9'12,"0"0,1 0,1-1,0 0,0-1,1 0,0-1,7 3,-15-9,0-1,0 1,0-1,1-1,-1 1,0-1,1 1,-1-1,1 0,0-1,-1 1,1-1,0 0,-1 0,1-1,0 1,-1-1,1 0,-1 0,1-1,-1 1,0-1,1 0,-1 0,0 0,0-1,0 1,-1-1,3-2,1-3,-1-1,0 0,-1 0,0 0,0-1,-1 0,0 0,0 0,-1 0,-1 0,0-1,0 1,-1-1,0 1,-1-1,0 0,-1 1,0-1,-1 0,0 1,-1 0,0-1,0 1,-1 0,0 1,-1-1,0 1,-1 0,-3-4,5 6,-1 1,-1 0,1 0,-1 1,0 0,0 0,-1 0,1 1,-1-1,-7-2,11 6,1 0,-1 0,0 0,0 0,0 0,0 0,0 1,1-1,-1 1,0 0,0 0,0 0,0 1,0-1,0 1,0-1,0 1,0 0,0 0,0 0,1 0,-1 1,0-1,1 1,-1 0,1 0,0 0,0 0,0 0,-1 0,-16 29,6 3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3:11.13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0 638,'18'-35,"-2"-2,-1 1,-2-2,-1 0,-2 0,1-21,-1-26,-5 1,-2-1,-6-18,12 118,0-1,0 0,2 0,0-1,0-1,10 9,4-3,1-2,1 0,0-2,0-1,17 5,71 35,-111-51,0 0,1 1,-1-1,0 1,0 0,0 0,-1 1,1-1,-1 1,0-1,0 1,0 0,0 1,-1-1,1 0,-1 1,0-1,0 1,-1-1,0 1,0 0,0 0,0 0,-1 0,1 0,-1 0,-1 2,-2 6,0 0,-1-1,-1 1,0-1,-1 0,0 0,-1 0,0-1,-4 4,-39 79,49-93,1 1,-1-1,1 0,-1 0,1 0,0 0,0 1,0-1,0 0,0 0,0 0,0 1,0-1,0 0,1 0,-1 0,0 0,1 1,-1-1,1 0,-1 0,1 0,-1 0,1 0,0 0,0 0,-1 0,1-1,0 1,0 0,0 0,0-1,0 1,0 0,0-1,0 1,0-1,1 1,-1-1,0 0,0 1,0-1,12 2,0 0,0-1,0 0,0-1,0-1,0 0,0 0,-1-1,11-4,61-13,-2-4,36-16,40-18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3:14.44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29 398,'-27'-83,"26"77,6 13,8 16,27 63,-20-39,2-1,3-1,1-1,2-1,18 20,-44-61,-1 0,0 1,1-1,-1 0,1 0,0 0,0 0,0 0,0 0,0 0,0-1,0 1,0-1,1 0,-1 1,1-1,-1 0,1-1,-1 1,1 0,0-1,-1 1,1-1,0 0,-1 0,1 0,0 0,-1 0,1-1,0 1,-1-1,1 1,1-2,3-5,1 0,-2-1,1 0,-1 0,0-1,-1 1,0-1,0-1,-1 1,0-1,0 1,-1-2,2-2,60-179,-42 114,4 2,20-37,-42 101,0 1,1 1,0-1,0 1,1 0,1 1,0-1,0 2,1-1,0 1,0 0,1 1,0 0,0 1,1 0,1 0,19-4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3:15.28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1 244,'2'26,"2"1,0-1,2 0,0-1,2 1,1-1,1-1,1 0,2 0,13 20,-23-40,0 1,0-1,1 0,-1 0,1-1,0 1,0-1,0 0,1 0,-1 0,1-1,-1 1,1-1,0 0,0-1,0 1,0-1,0 0,0 0,1-1,-1 1,0-1,0 0,1 0,-1-1,0 0,0 0,0 0,0-1,0 1,0-1,2-1,16-11,-1-2,0 0,-1-1,-1-1,-1-1,0 0,-1-2,-2 0,0-1,9-17,10-17,-3-1,-2-1,-3-2,2-12,-6 13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3:16.31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1 381,'0'-51,"24"98,-16-31,0 1,1-2,1 1,0-1,1-1,8 8,-15-17,1 0,0-1,0 1,0-1,0-1,1 1,-1-1,1 0,0 0,0 0,0-1,0 0,1 0,-1-1,0 1,1-2,-1 1,1-1,0 1,0-2,8-3,0-1,0-1,0 0,-1-1,0-1,0 0,-1-1,0 0,0-1,-1 0,-1-1,0-1,0 0,-1 0,0-1,-1 0,-1-1,0 0,-1 0,1-5,13-28,-3 0,-2-2,-2 0,5-36,-8 35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3:17.45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22 194,'0'-1,"0"1,-1-1,1 1,-1 0,1 0,-1-1,1 1,-1 0,1 0,-1-1,1 1,-1 0,1 0,-1 0,1 0,-1 0,1 0,-1 0,1 0,-1 0,1 0,-1 0,1 0,-1 0,1 0,-1 0,1 1,-1-1,1 0,-1 0,1 1,-1-1,1 0,-1 1,1-1,0 0,-1 1,1-1,-1 0,1 1,0-1,0 1,-1-1,1 1,0-1,0 1,0-1,-1 1,1-1,0 1,0-1,0 1,0-1,0 1,0 0,0-1,0 1,0-1,0 1,0-1,1 1,-1-1,0 1,0-1,0 1,1-1,-1 1,0-1,1 1,1 24,2-1,1 1,1-1,1 0,1 0,1-1,1 0,2 0,-7-9,2-1,-1 0,1 0,1-1,1 0,-1 0,2-1,0 0,0-1,0 0,2 0,-1-1,1-1,0 0,11 5,-19-12,1 1,0-1,-1 0,1 0,0-1,0 0,-1 0,1 0,0 0,0 0,-1-1,1 0,0 0,-1-1,1 1,-1-1,0 0,1 0,-1 0,0-1,0 1,0-1,-1 0,1 0,-1-1,1 1,7-9,0-1,-1 0,0 0,-1-1,0 0,5-14,86-246,-96 262,0 0,1 0,1 1,0 0,0 0,1 0,0 0,1 1,0 1,1-1,0 1,0 1,1 0,0 0,1 1,9-6,26-7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3:18.85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0 256,'1'0,"0"0,0 0,0 0,0 0,0 0,0 0,0 0,0 1,0-1,0 0,0 1,0-1,0 1,0-1,-1 1,1-1,0 1,0-1,0 1,-1 0,1-1,0 1,-1 0,1 0,-1 0,1 0,-1-1,1 1,-1 0,0 0,1 0,107 215,-106-213,-1-1,1 1,0-1,0 1,0-1,0 0,0 1,0-1,1-1,-1 1,1 0,-1 0,1-1,0 1,-1-1,1 0,0 0,0 0,0 0,0-1,0 1,0-1,0 0,0 0,0 0,0 0,0 0,0-1,0 1,0-1,0 0,0 0,0 0,0 0,0 0,-1-1,1 1,1-2,13-12,-1 0,-1-2,-1 0,0 0,-1-1,-1-1,-1 0,-1-1,3-8,-3 11,133-245,-110 213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3:19.72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1 104,'4'19,"5"12,4 8,3 2,3-2,5-3,5-7,7-8,7-16,9-14,9-18,9-16,8-13,4-14,-1-13,-13 8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4:31.38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275 358,'-14'1,"-1"2,1 0,0 0,1 1,-1 1,1 0,0 1,0 1,0 0,1 0,0 2,1-1,-1 1,2 1,-8 8,12-13,1-1,0 1,0 1,0-1,1 1,-1 0,2 0,-1 0,0 0,1 1,1 0,-1-1,1 1,0 0,0 0,1 0,0 0,0 1,1-1,0 0,0 6,3-9,0-1,0 0,0 0,0 0,0 0,0-1,1 1,-1-1,1 0,0 0,0 0,0 0,0-1,0 1,0-1,0 0,0-1,0 1,1-1,-1 1,0-1,0-1,1 1,-1 0,0-1,0 0,0 0,1 0,-1-1,-1 1,1-1,0 0,3-2,8-4,1-1,-1 0,0-2,-1 1,0-2,-1 0,0 0,-1-1,-1-1,0 0,-1-1,0 0,-1 0,-1-1,0 0,-1-1,-1 1,0-1,-2 0,0-1,-1 1,0-1,-2 0,0 0,-1 0,-1-5,2-1,-2 0,-1-1,-1 1,-1 0,-1 0,-1 0,-4-9,10 32,0 0,0-1,0 1,0 0,0-1,0 1,-1 0,1 0,-1-1,1 1,0 0,-1 0,0 0,1-1,-1 1,0 0,0 0,1 0,-1 0,0 0,0 0,0 1,0-1,0 0,0 0,-1 1,1-1,0 1,0-1,0 1,-1-1,1 1,0 0,-1-1,1 1,0 0,0 0,-1 0,1 0,0 0,-1 0,1 1,0-1,-1 0,1 1,-1 0,-4 7,1 1,0 0,1 0,0 1,1 0,0-1,0 1,1 0,0 0,0 8,-1 0,-5 28,2 0,2 0,2 0,4 46,0-69,0 0,2 0,1 0,1-1,0 1,2-2,1 1,0-1,2 0,12 17,-19-30,1-1,0 1,0-1,1-1,0 1,0-1,1 0,-1 0,2-1,-1 0,0 0,1-1,0 0,0 0,0-1,0 0,1 0,-1-1,1 0,-1 0,1-1,0 0,0-1,0 0,0-1,-1 1,1-2,0 1,-1-1,1 0,-1-1,1 0,-1 0,2-2,1-6,-1 1,0-1,-1-1,0 1,-1-2,0 1,-1-1,0 0,-1-1,-1 1,0-1,-1 0,0-1,-1 1,-1-1,0 1,-1-1,-1 0,0 1,-2-13,2 21,1 1,-1-1,0 1,0-1,-1 1,1-1,-1 1,-1-1,1 1,-1 0,0 0,0 0,0 0,-1 0,1 0,-1 0,-1 1,1 0,-1-1,1 1,-1 0,-2-1,4 5,0 0,1-1,-1 1,1 1,-1-1,0 0,1 0,-1 1,1-1,-1 0,1 1,-1 0,1-1,-1 1,1 0,0 0,-1 0,1 0,0 0,0 0,0 0,0 0,0 0,0 1,0-1,0 0,0 1,0-1,1 0,-1 1,1-1,-1 2,-16 53,17-49,-1 1,1-1,0 1,1-1,-1 1,2 0,-1-1,1 0,0 1,0-1,1 0,0 0,0 0,1-1,0 1,0-1,1 0,0 0,4 4,3 3,0-2,2 0,-1-1,1 0,1-1,-1 0,2-1,2 0,57 23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4:36.61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281 410,'-20'-11,"-14"-2,-10 6,-5 11,2 14,7 11,9 7,16 4,19 0,24-2,24-8,23-8,18-9,-8-6</inkml:trace>
  <inkml:trace contextRef="#ctx0" brushRef="#br0" timeOffset="1332.187">936 504,'-10'-8,"0"0,0 1,-1 0,0 0,-1 1,1 1,-1 0,0 1,0 0,-1 0,1 2,-1-1,0 2,0 0,1 0,-1 1,0 1,0 0,0 0,1 1,-1 1,1 1,0-1,0 2,0 0,0 0,-7 5,16-8,0 0,1 0,-1 0,1 0,-1 0,1 1,0-1,0 0,0 1,0 0,0 0,1-1,-1 1,1 0,0 0,0 0,0 1,0-1,0 0,1 0,-1 0,1 1,0-1,0 0,0 0,1 1,-1-1,1 0,0 0,-1 0,1 0,1 0,-1 0,0 0,1 0,0 0,1 2,7 3,1 0,0 0,0-1,0-1,1 0,0 0,1-1,-1-1,1 0,0 0,0-2,0 1,0-2,1 0,-1 0,13-2,-17 2,-1 0,0 0,1-1,-1 0,1-1,-1 0,0 0,0-1,0 0,1 0,-2-1,1 0,0 0,-1-1,1 0,-1 0,0-1,0 0,-1 0,2-1,-8 9,1-1,-1 1,1 0,0 0,0-1,0 1,0 0,1-1,-1 1,1-1,-1 0,1 1,0-1,0 0,0 0,0 0,0 0,1 0,-1-1,1 1,-1-1,1 0,0 1,3 0,1 0,0-1,0 0,0 0,0 0,1-1,-1 0,0-1,0 1,0-1,0 0,0-1,0 0,-1 0,1-1,0 1,-1-2,0 1,1 0,-1-1,-1-1,1 1,-1-1,1 1,-1-1,-1-1,1 1,-1-1,0 0,0 0,-1 0,1 0,-1-1,-1 1,1-1,-1-2,24-59,23-42,-47 107,0 0,0 0,0 0,0 1,1-1,-1 1,1-1,0 1,0 0,0 0,0 1,0-1,0 0,0 1,0 0,1 0,-1 0,0 0,1 0,-1 1,1-1,-1 1,1 0,-1 0,1 1,-1-1,1 1,-1-1,1 1,-1 0,3 1,3 3,1-1,-1 1,0 1,-1-1,1 2,-1-1,0 1,-1 0,0 1,2 2,4 6,0 1,-2 1,0 0,-1 0,-1 1,0 1,-2-1,0 1,-1 1,-1-1,0 6,4 42,-3-1,-2 59,1 18,-3-124,0 0,1 0,2-1,0 1,0-1,2 0,7 14,-10-25,0-1,0 0,0 0,1 0,0-1,0 0,1 0,-1 0,2 0,-1-1,0 0,1 0,0-1,0 0,0 0,1-1,-1 1,1-2,0 1,2-1,-7-1,1 0,0-1,-1 1,1-1,0 0,-1 0,1-1,0 1,-1-1,1 0,-1 0,1 0,-1 0,1 0,-1-1,0 0,1 1,-1-1,0 0,0-1,-1 1,1-1,0 1,-1-1,1 0,-1 0,0 0,0 0,0 0,0 0,-1-1,4-6,-1 1,-1-1,0 0,0 0,-1-1,0 1,-1 0,0-1,-1 1,0-8,-4-12,-1 0,-1 0,-1 0,-2 1,-1 0,-1 0,-1 1,-2 1,-1 0,-1 1,-1 0,-1 2,-1 0,-1 1,-16-13,9 13,-1 1,-1 2,0 1,-31-15,60 34,1 0,-1 0,0 0,1 0,-1 0,0 0,1 0,-1-1,0 1,0 0,1 0,-1 0,0 0,1-1,-1 1,0 0,0 0,0-1,1 1,-1 0,0 0,0-1,0 1,1 0,-1-1,0 1,0 0,0-1,0 1,0 0,0 0,0-1,0 1,0 0,0-1,0 1,0 0,0-1,0 1,0 0,0-1,0 1,0-1,404-39,-253 27,-150 12,0 1,0 0,1 1,-1-1,0 0,0 0,0 0,0 1,0-1,1 0,-1 1,0-1,0 1,0 0,0-1,0 1,0 0,0 0,-1-1,1 1,0 0,0 0,-1 0,1 0,0 0,-1 0,1 0,-1 0,1 0,-1 0,0 1,1-1,-1 0,0 0,0 0,0 0,0 1,0-1,0 0,0 0,0 0,0 0,-1 1,1-1,0 0,-1 0,1 0,-1 0,1 0,-1 0,0 0,1 0,-1 0,0 0,0 0,0 0,-19 78,20-76,0-1,0 1,0 0,0-1,1 1,-1-1,1 1,0-1,-1 0,1 1,0-1,1 0,-1 1,0-1,1 0,-1 0,1 0,-1 0,1 0,0-1,0 1,0 0,0-1,0 1,0-1,1 0,-1 0,0 0,1 0,1 0,7 3,0-1,0-1,1 0,-1-1,1 0,0 0,-1-2,1 1,-1-1,1-1,-1 0,1-1,-1 0,0 0,0-1,-1-1,1 0,-1 0,0-1,0-1,4-3,-10 7,-1-1,1 0,0 0,-1 0,0 0,0 0,0-1,-1 0,0 1,1-1,-2 0,1 0,0 0,-1 0,0 0,0-1,-1 1,1 0,-1 0,-1-1,1 1,-1-2,1 6,0 1,1 0,-1-1,0 1,0-1,0 1,0 0,0-1,0 1,0 0,0-1,0 1,-1 0,1-1,0 1,0 0,0-1,0 1,0 0,-1-1,1 1,0 0,0-1,0 1,-1 0,1 0,0-1,0 1,-1 0,1 0,0 0,-1-1,1 1,0 0,-1 0,1 0,0 0,-1 0,1 0,0 0,-1 0,1 0,0 0,-1 0,1 0,0 0,-1 0,1 0,-1 0,1 0,0 0,-1 0,1 0,0 0,0 1,-1-1,1 0,0 0,-1 0,1 1,0-1,-1 0,-9 23,10-16,0 0,0 0,0 1,1-1,0 0,1 0,0-1,0 1,0 0,1 0,0-1,0 0,0 1,1-1,0-1,0 1,1 0,-1-1,1 0,0 0,1-1,-1 1,1-1,0 0,0 0,0-1,1 0,-1 0,1-1,0 1,-1-1,1-1,0 0,0 1,0-2,0 1,3-1,1 1,1-1,0 0,-1 0,1-1,-1-1,1 0,-1 0,1-1,-1-1,0 0,0 0,-1-1,1 0,-1-1,0 0,-1-1,1 0,-1-1,-1 1,1-2,-2 1,1-1,-1-1,0 1,-1-1,0 0,0 0,-1-3,4-13,-1-1,-1 0,-2-1,-1 1,-1-1,-1 0,-1 0,-2 0,-1 0,-1 1,-1-1,-2 0,-1 1,-2-4,7 20,-1 1,0 0,0 0,-1 1,0-1,-1 1,0 0,0 0,-1 0,0 1,-1 0,0 0,0 1,0-1,-1 2,0-1,-1 1,1 0,-3 0,8 5,-1 0,1 1,0-1,0 1,0 0,0 0,-1 0,1 1,0-1,0 1,0 0,0-1,0 1,0 1,0-1,0 0,0 1,0-1,1 1,-1 0,1 0,-1 0,1 0,0 1,0-1,-2 2,-40 75,37-57,1-1,1 1,1 0,1 0,1 1,1-1,1 1,0-1,2 0,1 1,1-1,1 0,0 0,2-1,0 0,2 0,0-1,2 0,0 0,1-1,0-1,2 0,0-1,1 0,1-1,1-1,0 0,0-2,2 0,0 0,0-2,21 9,24 4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4:36.00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1 307,'20'0,"23"0,25 0,23-2,21-3,14-1,7-2,-4 1,-12-1,-18 1,-24 2</inkml:trace>
  <inkml:trace contextRef="#ctx0" brushRef="#br0" timeOffset="322.168">695 0,'58'34,"2"-3,1-2,1-3,5-2,94 42,-77-18,-82-46,1 0,-1-1,0 1,0 0,0 0,0 1,-1-1,1 0,-1 0,1 1,-1-1,0 1,1 0,-2-1,1 1,0 0,0-1,-1 1,1 0,-1 0,0 0,0 0,0-1,0 1,-1 0,1 0,-1 0,0-1,1 1,-1 0,-1 0,-6 9,0 0,-1-1,0-1,-1 1,0-2,0 1,-1-1,-1-1,1 0,-1 0,-10 3,15-7,-272 156,260-146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4:31.91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1 851,'24'-7,"1"-1,-1-1,0 0,-1-2,0-1,-1-1,0-1,-1-1,0 0,-2-2,0 0,0-2,10-14,-25 28,1 0,-2 0,1 0,0 0,-1-1,0 1,0-1,-1 0,0 0,0 0,0 0,0 0,-1 0,0-1,-1 1,1-1,-1 1,-1 0,1-1,-1 1,0 0,-1-3,1 7,0 0,0 1,-1-1,1 0,-1 0,1 1,-1-1,0 1,0-1,0 1,0 0,0 0,0 0,0 0,0 0,0 0,0 1,0-1,0 1,-1-1,1 1,0 0,-1 0,1 0,0 0,0 0,-1 0,1 1,0-1,0 1,-2 0,-2 1,0 1,0-1,1 1,0 0,-1 0,1 0,0 1,1-1,-1 1,1 1,-3 1,2 2,-1 0,2 1,-1 0,1 0,0 0,1 0,0 0,0 1,1-1,0 1,1 0,0-1,1 1,0 0,0 0,1 0,0-1,1 1,0 0,0-1,1 1,1-1,-1 0,1 0,1-1,0 1,0-1,1 0,0 0,0 0,1-1,0 0,0 0,0-1,1 0,4 2,105 50,-63-41</inkml:trace>
  <inkml:trace contextRef="#ctx0" brushRef="#br0" timeOffset="283.409">535 584,'7'20,"13"14,16 10,14 5,12 2,8 0,1-4,-6-6,-8-7,-14-10</inkml:trace>
  <inkml:trace contextRef="#ctx0" brushRef="#br0" timeOffset="471.941">923 557,'-14'4,"-13"9,-9 11,-8 13,-3 14,0 11,3 7,7 3,10-3,11-8,9-13</inkml:trace>
  <inkml:trace contextRef="#ctx0" brushRef="#br0" timeOffset="844.51">1377 691,'-7'-3,"-1"1,1-1,-1 1,1 1,-1-1,0 1,0 1,1-1,-1 1,0 1,0 0,0 0,1 0,-1 1,1 0,-1 0,1 1,0 0,0 0,0 1,0 0,0 0,1 1,0 0,0 0,0 0,1 0,-1 1,1 1,1-2,1 1,0 0,1 0,-1 0,1 0,0 0,1 0,-1 1,1-1,0 0,1 1,0-1,0 1,0-1,1 1,0-1,0 1,0-1,1 0,0 0,0 0,1 0,0 0,0 0,0-1,1 1,-1-1,1 0,1 0,-1 0,1-1,-1 1,3 0,8 5,0-2,0 0,0-1,1 0,0-1,0-1,1 0,-1-2,1 0,0 0,0-2,0 0,0-1,0-1,0 0,0-1,0-1,0-1,-1 0,14-6,-21 7,1 0,-1-1,0 0,0-1,-1 0,1 0,-1-1,0 0,-1 0,1-1,-1 0,0 0,-1-1,0 1,0-2,-1 1,0 0,0-1,-1 0,0 0,-1-1,0 1,0-1,-1 1,0-1,-1 0,0 0,0 0,-1 0,-1 0,0-3,1 9,0 0,-1 0,1 0,-1 0,0 0,0 0,-1 0,1 1,-1-1,1 0,-1 1,-1-1,1 1,0 0,-1-1,-2-1,3 5,1 1,-1-1,1 1,-1 0,1 0,-1 0,1 0,-1 0,1 0,0 0,0 1,0-1,0 0,-1 1,2-1,-1 1,0-1,0 1,0-1,1 1,-1 0,1-1,-1 1,1 0,0-1,0 1,0 0,0 0,0-1,0 1,0 1,-1 13,1 1,0 0,1-1,1 1,1-1,0 1,1-1,1 0,0 0,1-1,1 0,0 0,1 0,1-1,0 0,1 0,1-1,1 1,10 6</inkml:trace>
  <inkml:trace contextRef="#ctx0" brushRef="#br0" timeOffset="1054.491">1698 383,'-13'-2,"-8"-1,1 2,7 4,16 2,8-1</inkml:trace>
  <inkml:trace contextRef="#ctx0" brushRef="#br0" timeOffset="1240.993">2086 183,'-7'20,"-2"21,5 21,8 16,7 16,9 9,6 4,0-1,1-5,-5-10,-5-14,-7-15,-4-19</inkml:trace>
  <inkml:trace contextRef="#ctx0" brushRef="#br0" timeOffset="1599.257">2033 704,'260'24,"124"21,-351-39,-33-6,0 0,0 0,-1 1,1-1,0 0,0 0,0 1,0-1,0 0,0 0,0 1,-1-1,1 0,0 0,0 1,0-1,0 0,0 0,0 1,0-1,0 0,0 0,0 1,-73 2,44-4,0 2,0 2,0 0,1 2,0 1,-5 3,29-8,0 0,0 0,1 0,-1 0,0 1,1-1,-1 1,1 0,0 0,-1 1,1-1,0 1,1-1,-1 1,0 0,1 0,-1 0,1 0,0 1,0-1,0 0,1 1,-1 0,1-1,0 1,0 0,0 0,0 0,1-1,0 1,-1 0,1 0,1 0,-1 0,1 0,-1 0,1 0,0-1,0 1,1 0,-1-1,2 2,6 5,2-1,-1 0,1-1,0 0,0-1,1 0,0-1,0 0,1-1,0-1,0 0,0 0,0-1,0-1,1 0,-1-1,10 0,24 3</inkml:trace>
  <inkml:trace contextRef="#ctx0" brushRef="#br0" timeOffset="2204.277">2741 1025,'6'5,"1"0,0-1,0 1,0-1,0-1,1 1,-1-1,1 0,0-1,0 0,0 0,0-1,0 0,0 0,1-1,-1 0,0 0,0-1,0 0,0-1,0 0,0 0,0-1,0 1,-1-2,1 1,-1-1,0 0,4-4,-1-6,-1 0,0-1,-1 0,-1-1,0 0,-1 0,-1 0,0 0,-2-1,1 0,-2 0,0-16,7-43,-4 0,-3-1,-3 0,-4 1,-3-1,-5-8,8 56,0 1,-3 0,0 1,-2 0,0 0,-2 1,-1 0,-3-2,16 27,0 0,0 0,-1 0,1 0,0 0,0 0,-1 0,1 0,-1 1,1-1,-1 0,1 0,-1 0,1 0,-1 1,0-1,0 0,1 1,-1-1,0 0,0 1,0-1,1 1,-1-1,0 1,0 0,0-1,0 1,0 0,0-1,0 1,0 0,0 0,0 0,0 0,0 0,0 0,0 0,0 1,0-1,0 0,0 1,0-1,0 0,0 1,0-1,0 1,1-1,-1 1,0 0,0-1,1 1,-1 0,0-1,1 1,-1 0,0 0,1 0,-1 0,1-1,0 1,-1 0,1 1,-4 15,1 0,1 1,0-1,1 1,1-1,1 1,2 6,-3-17,13 89,5 0,4-1,4-2,4 0,23 45,40 89,-92-224,0 1,0-1,0 0,1 0,-1 0,1 0,0 0,0 0,0 0,0-1,0 1,1-1,-1 1,1-1,-1 0,1 0,0 0,0 0,0-1,0 1,0-1,1 0,-1 0,0 0,1 0,-1-1,0 1,1-1,-1 0,1 0,-1 0,0 0,1 0,-1-1,3 0,12-8,-1 0,0-1,0-1,-1 0,0-2,-1 1,0-2,-1 0,-1-1,0 0,8-13,-10 19,-12 26,-2 2,-5 76,9-91,-1-1,1 1,-1 0,1-1,0 1,1-1,-1 1,1-1,-1 0,1 1,0-1,0 0,1 0,-1 0,1 0,-1-1,1 1,0-1,0 0,0 1,0-1,0-1,1 1,0 0,29 8,1-5</inkml:trace>
  <inkml:trace contextRef="#ctx0" brushRef="#br0" timeOffset="2405.737">3690 704,'-14'0,"-6"0,-3 0,-1-2,-4-3,3-1</inkml:trace>
  <inkml:trace contextRef="#ctx0" brushRef="#br0" timeOffset="2586.252">2969 436,'18'-2,"17"-3,21-1,22-1,18 0,12-1,5 1,-18 2</inkml:trace>
  <inkml:trace contextRef="#ctx0" brushRef="#br0" timeOffset="2819.612">3944 745,'-3'20,"0"14,1 8,4 3,5-1,5-3,3-7,2-9,-3-9</inkml:trace>
  <inkml:trace contextRef="#ctx0" brushRef="#br0" timeOffset="3097.458">3931 303,'-14'-16,"-9"-10,-2-2,0 3,2 6,1 11,1 13,0 11,4 2</inkml:trace>
  <inkml:trace contextRef="#ctx0" brushRef="#br0" timeOffset="3350.779">2621 811,'0'19,"0"16,0 12,4 10,7 3,5-1,3-4,-3-11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4:28.34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275 676,'0'1,"0"-1,1 1,-1 0,1-1,-1 1,1-1,-1 1,1-1,-1 1,1-1,0 1,-1-1,1 1,-1-1,1 0,0 1,0-1,-1 0,1 0,0 0,0 1,-1-1,1 0,0 0,0 0,-1 0,1 0,0 0,0-1,-1 1,1 0,0 0,0 0,-1-1,1 1,0 0,-1-1,1 1,0-1,-1 1,1-1,-1 1,1-1,-1 1,1-1,-1 1,1-1,-1 0,4-37,-7 33,0 1,-1 0,1 0,-1 0,0 0,0 1,0 0,0-1,-1 2,1-1,-1 0,0 1,0 0,0 0,0 0,0 1,0-1,0 1,-1 1,1-1,0 1,0 0,-1 0,1 0,0 1,-1 0,-1 0,-2 1,0 0,0 0,1 1,-1 0,1 1,-1 0,1 0,0 1,1 0,-1 0,1 0,0 1,0 1,1-1,0 1,0 0,0 0,1 1,0-1,1 1,-1 1,2-1,-1 0,1 1,0 0,1 0,0 0,0 0,1 0,1 0,-1 0,1 0,1 0,0 3,0-6,1 0,0 0,0 0,1 0,0-1,0 1,0-1,0 0,1 1,0-2,0 1,0 0,1-1,0 0,-1 0,1 0,1-1,-1 0,1 0,-1 0,1 0,0-1,0 0,0 0,1 0,16 3,-1 0,0-2,1 0,-1-2,1 0,10-2,-11 0,1 0,0-2,-1 0,1-2,-1 0,0-2,-1 0,0-1,0-1,0-2,-1 0,10-7,-27 16,-1 1,1-1,0 0,-1 1,0-1,1 0,-1 0,0-1,0 1,0 0,0-1,0 1,-1-1,1 0,-1 1,0-1,0 0,0 0,0 0,0 0,0 0,-1 0,0 0,1 0,-1 0,-1-2,1 5,0 0,0-1,0 1,-1 0,1-1,0 1,-1 0,1 0,0 0,-1-1,1 1,0 0,-1 0,1 0,0 0,-1-1,1 1,0 0,-1 0,1 0,0 0,-1 0,1 0,-1 0,1 0,0 0,-1 0,1 0,0 1,-1-1,1 0,-1 0,1 0,0 0,-1 1,1-1,0 0,0 0,-1 0,1 1,0-1,-1 0,1 1,0-1,0 0,0 1,-1-1,1 0,0 1,0-1,0 0,0 1,0-1,0 0,0 1,0-1,-1 1,1-1,0 0,1 1,-1-1,-6 26,6-22,1 1,0-1,0 0,0 0,0 1,1-1,0 0,0 0,0-1,0 1,1 0,-1-1,1 1,0-1,0 0,0 0,0 0,1 0,-1-1,1 1,-1-1,1 0,1 0,98 31,-92-31,0-1,0 0,0 0,1-1,-1 0,0-1,0 0,0-1,0 0,0-1,0 0,-1-1,1 0,-1-1,0 0,0-1,-1 1,0-2,8-5,-15 9,1 0,-1 1,0-1,0 0,0 0,0-1,-1 1,1 0,-1 0,0-1,0 1,0-1,0 1,0-1,-1 1,0-1,0 0,0 1,0-1,0 1,-1-1,1 1,-1-1,0 1,0-1,-1 1,1 0,-1-1,1 1,-3-2,0-2,-1 0,-1 1,1-1,-1 1,0 1,0-1,-1 1,0 0,0 0,0 1,0 0,-7-3,2 3,0-1,-1 2,1 0,-1 0,0 1,1 1,-1 0,0 0,-11 2,19-1,0 1,0-1,0 1,-1 0,1 1,0-1,0 1,1 0,-1 0,0 0,1 1,-1 0,1 0,0 0,0 0,0 1,0-1,0 1,1 0,0 0,0 0,0 1,0-1,1 1,-1 1,-4 30,9-2</inkml:trace>
  <inkml:trace contextRef="#ctx0" brushRef="#br0" timeOffset="685.026">1264 756,'-1'-438,"1"402,-1-1,-3 1,0 0,-3 0,-1 1,-2-4,-19-12,28 50,0 0,1 0,-1 0,0 0,0 0,-1 1,1-1,0 0,0 1,0-1,0 1,-1-1,1 1,0-1,0 1,-1 0,1 0,0 0,-1 0,1 0,0 0,0 0,-1 0,1 0,0 0,-1 1,1-1,0 1,0-1,0 1,-1-1,1 1,0 0,0-1,0 1,0 0,0 0,0 0,0 0,0 0,0 0,-7 12,1 0,0 0,0 0,1 1,1 0,1 0,0 0,0 1,1-1,1 1,1 0,0 0,1 10,-2 13,2 1,2 0,1-1,2 0,2 1,1-2,2 1,2-1,1-1,2 0,1-1,2-1,1 0,2-2,1 0,3 1,-23-31,0 2,1 1,-1-1,1 0,0-1,0 1,0 0,1-1,-1 0,1 1,0-2,0 1,0 0,0-1,1 0,-1 0,1 0,-1 0,1-1,-1 1,1-1,0-1,0 1,0 0,0-1,-1 0,4-1,2-5,0-1,0 0,0-1,-1 0,0-1,-1 0,0 0,0 0,-1-1,0-2,10-10,25-38,-41 60,-1 0,1 0,-1 0,1 0,-1 0,1 0,-1 1,1-1,-1 0,1 0,-1 0,1 1,-1-1,0 0,1 1,-1-1,0 0,1 1,-1-1,0 1,1-1,-1 0,0 1,0-1,1 1,-1-1,0 1,0-1,0 1,0-1,1 1,-1-1,0 1,0-1,0 1,0-1,0 1,0-1,-1 1,1-1,0 1,0-1,0 1,0-1,-1 1,1-1,0 0,0 1,-1-1,1 1,0-1,-1 0,1 2,0 19,-1-17,0 1,0 0,1-1,-1 1,1 0,0-1,1 1,-1 0,1-1,0 1,0 0,0-1,1 1,-1-1,1 0,0 0,1 1,-1-1,1 0,0-1,-1 1,2-1,-1 1,0-1,1 0,2 2,3-2,1 1,-1-2,1 0,0 0,0-1,0 0,0 0,-1-1,1-1,0 1,0-2,0 1,0-1,-1-1,1 0,-1 0,0-1,0 0,5-4,-10 6,0-1,0 1,-1-1,1 0,-1 0,0-1,0 1,0-1,-1 1,1-1,-1 0,0 0,0 0,0 0,-1-1,1 1,-1 0,0-1,0 1,0-1,-1 1,0-1,0 1,0-1,0 1,-1-1,0 1,1-1,-2 1,1-1,-2-4,0-1,0 1,-1-1,-1 1,1 0,-2 1,1-1,-1 1,0 0,-1 1,0-1,0 1,-2-1,0 1,-1 1,0 0,0 1,-1 0,1 0,-1 1,0 1,0 0,-1 0,1 1,-1 0,1 1,-5 1,10-1,0 1,0 0,0 0,1 1,-1 0,0 0,0 0,1 1,-1 0,1 0,-1 0,1 1,0-1,0 1,0 1,0-1,1 1,-1-1,1 1,0 1,0-1,0 1,1-1,0 1,0 0,0 0,0 1,2-2,-1 0,1 0,0 1,0-1,1 0,-1 1,1-1,0 1,0-1,1 1,-1-1,1 1,0-1,0 0,1 0,-1 1,3 3,16 30</inkml:trace>
  <inkml:trace contextRef="#ctx0" brushRef="#br0" timeOffset="934.995">2307 702,'-17'-14,"-1"2,0-1,-1 2,0 1,-1 0,0 1,-1 1,1 1,-1 1,-1 1,1 1,-16-1,32 4,0 0,1 1,-1 0,0 0,0 0,0 0,1 1,-1 0,0 0,0 0,1 0,-1 1,1 0,-1 0,1 0,0 0,0 1,0 0,0 0,0 0,1 0,-1 0,1 1,0-1,0 1,0 0,1 0,-1 0,0 3,1 0,1 0,0 0,0 0,0 0,1 0,0 0,0 0,1 1,0-1,0 0,1 0,0-1,0 1,1 0,-1 0,1-1,1 0,-1 0,1 0,0 0,1 0,-1-1,1 1,0-1,1-1,-1 1,1-1,0 0,0 0,0 0,1-1,-1 0,1-1,-1 1,1-1,0 0,1-1,8 4,1 0,0-1,1-2,-1 1,0-2,1 0,-1-1,1-1,0-1,27-5</inkml:trace>
  <inkml:trace contextRef="#ctx0" brushRef="#br0" timeOffset="1539.038">2307 702,'-1'-5,"0"-1,0 1,-1 0,0 0,0 0,0 0,0 0,-1 0,0 0,0 1,0-1,0 1,-1 0,0 0,1 0,-2 1,-3-4,6 7,1 1,-1-1,1 1,-1-1,1 1,0-1,-1 1,1 0,-1-1,1 1,0 0,0 0,0 0,-1 0,1 0,0 1,0-1,1 0,-1 0,0 1,0-1,0 0,1 1,-1-1,1 1,-1-1,1 1,0-1,-1 1,1-1,0 1,0 0,0 0,0 8,-1 0,1 0,1 0,0 0,1 0,0 0,0 0,1 0,0-1,1 1,0-1,0 0,1 0,0 0,1-1,0 0,0 0,1 0,0-1,0 0,1 0,0-1,0 0,0 0,1-1,0 0,0 0,0-1,0 0,8 1,-3 0,1-1,0 0,0-1,0 0,0-1,0-1,16-1,-27 0,1 0,0 0,0-1,0 0,0 0,-1 0,1 0,-1-1,1 0,-1 0,1 0,-1-1,0 1,0-1,0 0,0 0,-1 0,1-1,-1 1,0-1,0 0,0 0,0 0,-1 0,0 0,2-4,-1-6,0-1,-1 1,-1-1,0 1,-1-1,0 0,-1 0,-1 1,0-1,-1 1,-1-1,0 1,-5-9,-6-4,14 27,1 0,-1-1,1 1,-1 0,1 0,-1 0,1 0,-1 0,1 0,-1 1,0-1,1 0,-1 0,1 0,0 0,-1 0,1 1,-1-1,1 0,-1 1,1-1,-1 0,1 1,0-1,-1 0,1 1,0-1,-1 1,1-1,0 0,0 1,-1-1,1 1,0-1,0 1,0-1,0 1,0-1,-1 1,1-1,0 1,0-1,0 1,0-1,1 1,-1-1,0 1,0-1,0 1,0-1,0 1,1-1,-1 1,0-1,-2 14,1 0,1 0,0 0,1 0,0 0,1 0,0-1,1 1,1-1,0 1,1-1,5 10,-6-16,-1-1,1 1,0-1,1 0,-1 0,1 0,0-1,1 0,-1 0,1 0,0-1,0 0,1 0,-1 0,1-1,0 0,0 0,0 0,0-1,0 0,1-1,-1 0,0 0,6 0,-7-1,1 0,-1-1,0 0,1 0,-1 0,0-1,0 0,0 0,0-1,0 1,-1-1,1 0,-1-1,0 0,0 1,0-1,0-1,-1 1,1-1,-1 0,-1 0,1 0,0 0,-1-1,0 0,1-3,1-4,1-1,-2 0,0 1,-1-2,0 1,-1 0,-1 0,0-1,-1 1,0-1,-2-3,-2-2,4 21,0-1,0 0,0 0,0 1,0-1,0 0,0 0,-1 1,1-1,0 0,0 0,0 0,0 1,0-1,0 0,0 0,0 0,-1 1,1-1,0 0,0 0,0 0,0 1,-1-1,1 0,0 0,0 0,0 0,-1 0,1 0,0 1,0-1,-1 0,1 0,0 0,0 0,0 0,-1 0,1 0,0 0,0 0,-1 0,1 0,0 0,0 0,-1 0,1 0,0-1,0 1,-1 0,1 0,0 0,0 0,0 0,-1 0,1-1,0 1,0 0,0 0,0 0,-1 0,1-1,0 1,0 0,0-1,-3 9,1 0,0 0,0 0,1 0,0 0,1 0,-1 0,1 0,1 0,0 0,0 0,1 0,-1 0,2 0,-1-1,1 1,0-1,1 1,0-1,0 0,0 0,1-1,0 0,0 1,1-2,0 1,0-1,0 1,4 1,2-1,0-1,1 0,-1-1,1 0,0-1,1 0,-1-1,0 0,1-2,-1 1,0-1,1-1,-1-1,1 0,-1 0,0-1,0-1,-1-1,1 1,0-2,22-11</inkml:trace>
  <inkml:trace contextRef="#ctx0" brushRef="#br0" timeOffset="1891.503">3376 756,'27'42,"-18"-34,2 0,-1 0,1-1,0 0,0-1,0 0,1-1,0 0,0-1,1 0,-1-1,1-1,0 0,12 1,-20-3,0 0,0-1,0 1,0-1,0 0,0 0,0 0,0-1,0 1,0-1,-1-1,1 1,-1-1,0 1,1-1,-1 0,-1-1,1 1,0-1,-1 0,0 1,0-2,0 1,0 0,0 0,-1-1,0 0,0 1,0-1,-1 0,0 0,1 0,-2 0,1 0,-1 0,1 0,-1 0,-1 0,1 0,-2-4,2 2,0 1,-1-1,1 1,-2 0,1-1,-1 1,0 0,0 0,0 0,-1 0,0 1,-1-1,1 1,-1 0,0 0,0 0,0 0,-1 1,0-1,0 1,0 0,0 1,0-1,-1 1,0 0,0 1,1-1,-2 1,1 0,0 0,0 1,0 0,-1 0,1 1,-1 0,1 0,-4 0,1 3,0 0,1 1,-1 0,1 0,-1 1,1 0,0 0,1 1,0 0,0 0,0 1,0-1,1 2,0-1,1 1,-4 6,6-9,0-1,1 1,-1-1,1 1,0 0,1 0,-1 0,1 0,0 0,0 0,0 0,1 1,0-1,0 0,0 0,1 0,0 0,0 0,0 1,0-1,1-1,0 1,0 0,0 0,1-1,0 1,-1-1,2 0,-1 0,0 0,1 0,68 35,-35-29</inkml:trace>
  <inkml:trace contextRef="#ctx0" brushRef="#br0" timeOffset="2168.236">3723 382,'-9'-18,"-5"-13,-5-6,-2 1,1 7,2 8,1 13,3 11,3 15,2 16,3 13,5 8,3-6</inkml:trace>
  <inkml:trace contextRef="#ctx0" brushRef="#br0" timeOffset="2456.442">3670 836,'20'11,"14"4,15-3,12-8,12-9,-6-4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4:22.13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5179 869,'7'7,"4"4,1 1</inkml:trace>
  <inkml:trace contextRef="#ctx0" brushRef="#br0" timeOffset="2984.302">419 401,'1'0,"-1"-1,1 0,0 0,-1 0,1 0,-1 0,0 0,1 0,-1 1,0-1,0 0,1 0,-1 0,0 0,0 0,0 0,0-1,0 1,0 0,-1 0,1 1,0-1,0 0,-1 0,1 0,-1 0,1 0,-1 0,1 0,-1 0,0 0,0-3,-5-16,0 1,-2 0,0 1,-1 0,-1 0,-1 1,0 0,-1 1,-1 0,0 1,-1 0,-1 1,0 1,-2-1,13 12,0-1,1 1,-1 0,0 0,-1 0,1 0,0 1,0 0,-1 0,1 0,-1 0,1 1,-1-1,1 1,-1 0,1 1,-1-1,1 1,-1 0,1 0,0 0,-1 0,1 1,0 0,0 0,0 0,0 0,1 1,-1 0,0 0,1-1,-1 3,-8 10,0 1,1 0,1 1,1 0,1 1,0 0,1 0,1 1,0 0,2 0,0 0,1 0,0 16,-1-10,1 0,2 0,0 1,1-1,2 0,0 1,2-1,1-1,1 1,1 0,1-1,1-1,1 0,5 9,-9-24,1-1,0 1,0-1,0 0,1-1,0 0,0 0,0-1,1 0,0 0,0-1,0 0,0-1,1 0,-1 0,1-1,0 0,0-1,0 0,0-1,0 0,0 0,0-1,0 0,-1-1,2 0,1-1,0 1,1-2,-1 0,0 0,0-1,-1-1,0 1,0-2,0 0,-1 0,0-1,0 0,-1-1,0 0,0 0,-1-1,0 0,-1-1,0 1,1-5,3-24,-18 62,7-16,1-1,0 0,0 1,0-1,1 0,0 0,0 0,1 0,0 0,0-1,0 1,1-1,-1 0,1 0,0 0,1 0,-1-1,1 0,0 0,0 0,1 0,4 3,0-1,0 0,0-1,1 0,0-1,0 0,0-1,1 0,-1 0,1-1,2-1,-11 0,-1 0,1-1,0 0,0 0,0 0,0 0,0 0,0 0,0-1,0 0,0 1,0-1,0 0,0 0,-1-1,1 1,0-1,-1 1,1-1,-1 0,0 0,0 0,1 0,-1 0,-1 0,1-1,0 1,0-1,-1 1,1-1,-1 0,0 1,0-1,0 0,0 0,0-1,0-5,0 1,0 0,-1-1,0 1,0-1,-1 1,0-1,-1 1,0 0,0 0,-1 0,0 0,0 0,-1 0,1 1,-2 0,1 0,-1 0,0 0,-1 1,0-1,0 1,0 1,0-1,-1 1,0 0,0 1,-1 0,1 0,-1 0,0 1,0 0,0 1,0 0,-4-1,-74 8,87-5,-1 0,0 0,1 1,-1-1,0 0,1 0,-1 1,0-1,1 0,-1 0,0 1,1-1,-1 0,0 1,0-1,1 0,-1 1,0-1,0 1,0-1,0 0,0 1,1-1,-1 1,0-1,0 0,0 1,0-1,0 1,0-1,0 1,-1-1,1 0,0 1,0-1,0 1,0-1,0 0,-1 1,1-1,0 0,0 1,0-1,-1 0,1 1,0-1,-1 0,1 1,19-1,1-1,-1 0,0-1,0-1,0-1,17-6,-8 3,18-5,-25 5,1 2,0 0,0 1,0 2,0 0,5 1,-23 1,-1 1,1 0,-1-1,1 1,-1 0,1 1,-1-1,0 1,0-1,0 1,0 0,0 0,0 0,0 1,-1-1,1 1,-1-1,1 1,-1 0,0 0,0 0,0 0,-1 0,1 1,-1-1,0 0,0 1,0-1,0 1,-1-1,1 1,-1-1,0 1,0 2,5 57,-5-45,1 1,1-1,1 1,1-1,0 0,1 1,-3-15,-1-1,1 1,0 0,0-1,0 1,1-1,-1 0,1 0,0 0,-1 0,1 0,1 0,-1-1,0 1,1-1,-1 0,1 0,0-1,-1 1,1-1,0 0,0 1,0-2,0 1,0 0,0-1,0 0,1 0,-1 0,0-1,0 1,1-1,4-1,0 1,0-2,0 1,0-2,-1 1,1-1,-1 0,0-1,0 0,-1 0,1 0,-1-1,6-7,-6 5,0 0,-1-1,0 0,0 0,-1 0,0-1,-1 0,0 0,-1 0,0-1,0 1,-1-1,0 1,-1-1,-1 0,1 0,-2 1,1-1,-2 0,1 1,-1-1,-1 1,-4-11,8 21,-1 1,0-1,0 1,0-1,0 0,0 1,0-1,0 0,0 1,-1-1,1 0,0 1,0-1,0 0,0 1,0-1,-1 0,1 1,0-1,0 0,0 1,-1-1,1 0,0 0,-1 1,1-1,0 0,0 0,-1 0,1 1,0-1,-1 0,1 0,-1 0,1 0,0 0,-1 0,1 0,0 0,-1 0,1 0,0 0,-1 0,1 0,-1 0,1 0,0 0,-1 0,1 0,0 0,-1-1,1 1,0 0,-1 0,0 17,0 1,0-1,2 0,0 1,1-1,1 0,1 1,0-2,5 12,-7-22,0 1,1-1,0 0,0 0,1 0,0-1,0 1,0-1,0 0,1 0,0 0,0-1,0 1,1-1,0 0,-1-1,1 0,0 0,1 0,-1 0,0-1,1 0,0-1,-1 1,1-1,1 0,0-2,1 0,-1 0,1-1,-1 0,1 0,-1-1,0 0,0 0,0-1,0 0,-1-1,0 0,0 0,0 0,0-1,-1 0,0 0,0 0,-1-1,0 0,0 0,0-1,-1 1,0-1,-1 0,1 0,-2 0,1-1,-1 1,0-1,-1 1,0-1,0 1,-1-2,0 6,2-4,0-1,-2 1,1-1,-1 1,0-1,0 1,-1-1,0 1,-1-1,0 1,-3-8,4 16,1 0,-1-1,1 1,-1 0,0-1,1 1,-1 0,0 0,0 0,1 0,-1 0,0 0,1 0,-1 0,0 0,0 0,1 0,-1 0,0 0,1 0,-1 1,0-1,1 0,-1 1,0-1,1 0,-1 1,1-1,-1 1,0-1,1 1,-1-1,1 1,0-1,-1 1,1-1,-1 1,1 0,0-1,-1 1,1 0,0-1,0 1,0 0,0-1,-1 1,1 0,0 0,0-1,0 1,0 0,-4 9,0 1,1 0,0-1,0 1,1 0,1 0,0 0,0 0,1 0,0 1,1-1,1 0,-1 0,2 0,-1-1,2 1,-1 0,5 5,-5-10,2-1,-1 0,1 0,0 0,0 0,0-1,1 0,-1 0,1-1,0 1,0-1,0 0,0-1,1 0,-1 0,1 0,0-1,2 1,9 0,1 0,-1-1,0-1,0-1,1 0,5-3,-16 4,1 0,0-2,-1 1,1-1,-1 0,1 0,-1-1,0 0,0-1,0 0,-1 0,1-1,-1 1,0-2,-1 1,1-1,-1 0,0 0,0-1,-1 0,0 0,0 0,0 0,-1-1,-1 0,2-2,-2-4,-1 1,-1 0,0 0,-1-1,0 1,-1 0,0 0,-1-1,0 1,-2 0,1 0,-2 1,-4-12,-12-5,21 29,-1-1,1 1,-1 0,1-1,0 1,-1 0,1 0,-1-1,1 1,-1 0,1 0,-1 0,1 0,-1 0,0 0,1-1,-1 1,1 0,-1 1,1-1,-1 0,1 0,-1 0,1 0,-1 0,1 0,-1 1,1-1,-1 0,1 0,-1 1,1-1,-1 0,1 1,0-1,-1 1,1-1,0 0,-1 1,1-1,0 1,-1-1,1 1,0-1,0 1,0-1,0 1,-1-1,1 1,0-1,0 1,0-1,0 1,0-1,0 1,0-1,0 1,0 0,1-1,-5 28,2 1,1-1,1 0,1 0,2 0,6 27,-5-21,46 383,-34-205,-17-212,1 0,0 0,0 0,-1 0,1 0,0 0,0 0,-1 0,1 0,0 0,0 0,-1 0,-18-221,8-10,10 200,-2-31,3-169,14 178,-14 52,1 0,-1 0,1 0,-1 0,1 0,0 1,-1-1,1 0,0 0,0 0,-1 1,1-1,0 1,0-1,0 0,0 1,0 0,0-1,0 1,0-1,0 1,0 0,0 0,0 0,0 0,0 0,0 0,0 0,0 0,0 0,1 0,-1 0,0 1,0-1,0 0,0 1,0-1,0 1,-1-1,1 1,0-1,0 1,0 0,0-1,0 2,11 9,0 1,-1 1,0 0,-1 0,0 1,-1 0,-1 1,1 2,0 0,0-3,-1 0,0 1,-1 1,-1-1,-1 1,0 0,-1 0,1 9,-5-23,0 1,0-1,0 0,0 1,-1-1,1 0,-1 0,1 1,-1-1,0 0,0 0,0 0,0 0,0 0,-1 0,1 0,-1 0,1-1,-1 1,1 0,-1-1,0 1,0-1,0 0,0 0,0 0,0 0,0 0,0 0,0 0,-1-1,1 1,0-1,0 1,-2-1,-17 4</inkml:trace>
  <inkml:trace contextRef="#ctx0" brushRef="#br0" timeOffset="3770.261">2091 803,'177'-145,"-142"122,-1-2,-1-1,-2-2,-1-1,-1-1,-1-2,3-7,-24 28,0 1,0-1,-1-1,-1 1,0-1,0 0,-1 0,-1 0,0-1,-1 1,0-1,-1 0,0 0,-1 1,-1-1,0 0,0 1,-1-1,-1 0,0 1,-1 0,-2-5,3 13,0-1,0 1,0 0,-1 0,0 0,0 1,0-1,0 1,0 0,0 0,-1 1,0-1,1 1,-1 0,0 0,0 0,0 1,0 0,-1 0,1 0,0 1,0-1,-1 1,1 1,0-1,0 1,-1 0,1 0,0 0,0 1,0-1,0 1,1 0,-1 1,0-1,1 1,-1 0,1 0,0 1,0-1,1 1,-2 2,-7 9,0 1,2 1,0 0,1 0,1 1,0 0,2 0,0 1,1 0,1 0,0 0,2 1,0-1,1 1,1-1,1 1,1 4,0 1,0 1,2-1,1 0,1 0,1-1,1 0,1 0,1 0,1-1,8 12,-10-21,-1-1,1-1,1 0,1 0,-1-1,2 0,-1-1,1 0,1-1,0 0,0-1,1-1,0 0,0 0,1-2,0 0,13 3,-18-7,1 0,-1-1,1 0,-1 0,1-1,-1-1,0 0,0 0,1-1,-1 0,-1-1,1 0,-1-1,1 0,-1 0,0-1,-1 0,0 0,0-1,0 0,-1-1,0 0,0 0,-1 0,0-1,0 0,-1 0,0 0,-1-1,0 1,-1-1,3-9,-2 8,0-1,-1 0,0 0,0 0,-1 0,-1 0,0-1,-1 1,0 0,-1-1,0 1,-1 0,0 0,-3-8,4 18,0 0,1 0,-1 0,0 0,0 1,0-1,0 0,-1 1,1-1,0 1,-1-1,1 1,-1 0,1-1,-1 1,0 0,1 0,-1 0,0 0,0 1,0-1,0 0,0 1,0-1,0 1,1 0,-2-1,1 1,0 0,0 0,0 1,0-1,0 0,1 1,-1-1,0 1,0-1,0 1,0 0,0 0,-1 1,-4 4,-1 1,1 0,1 0,-1 1,1 0,1 0,-1 0,1 0,1 1,0 0,0 0,1 1,0-1,0 1,1-1,0 1,1 0,0-1,1 1,0 0,0 0,1 0,1 5,0-6,0 0,1-1,0 1,1-1,-1 1,1-1,1 0,0 0,0-1,0 0,1 1,0-2,1 1,-1-1,1 0,0 0,1-1,-1 0,1 0,0-1,1 0,-1-1,1 1,0-1,8 2,-1 0,1-1,0-1,0 0,1-1,-1-1,0-1,0-1,1 0,-1-1,0-1,8-2,-15 2,-1 1,1-2,0 1,-1-2,0 1,0-1,0 0,0-1,-1 0,0-1,0 1,-1-1,0-1,0 0,0 0,-1 0,-1 0,1-1,-1 0,-1 0,0-1,0 1,0-1,-2 0,3-9,-2-23,-1 1,-2-1,-2 0,-2 0,-2 1,-1 0,-3 0,-5-14,-11-52,-36-92,53 178,9 21,0 1,0-1,0 0,1 0,-1 0,0 1,0-1,0 0,0 0,1 1,-1-1,0 0,0 1,0-1,0 0,0 0,0 1,0-1,0 0,0 1,0-1,0 0,0 1,0-1,0 0,0 0,0 1,0-1,0 0,0 1,-1-1,1 0,0 0,0 1,0-1,0 0,-1 0,1 0,0 1,0-1,-1 0,1 0,0 0,0 1,-1-1,1 0,0 0,0 0,-1 0,1 0,0 0,-1 0,1 0,0 0,0 0,-1 0,1 0,0 0,-1 0,1 0,37 338,1 64,-37-387,1 1,1-1,0 0,1 0,0 0,1-1,1 1,0-1,1-1,1 1,0-1,1 0,0-1,9 10,-14-19,-1-1,0 1,1-1,0 0,-1 0,1-1,0 1,0-1,0 1,0-1,0 0,0-1,0 1,3-1,18-2</inkml:trace>
  <inkml:trace contextRef="#ctx0" brushRef="#br0" timeOffset="4056.502">2973 294,'27'-2,"34"-1,41-2,37-3,30-1,-15-1</inkml:trace>
  <inkml:trace contextRef="#ctx0" brushRef="#br0" timeOffset="5056.22">3816 695,'-8'-2,"0"1,1 0,-1 0,0 0,0 1,0 0,0 1,0-1,1 1,-1 1,0 0,1 0,-1 0,1 1,0 0,-1 1,2-1,-1 2,0-1,1 0,0 1,0 0,0 1,0 0,1-1,0 2,0-1,1 0,0 1,0 0,1 0,-1 0,1 1,1-1,-2 6,3-10,1-1,-1 1,1-1,-1 1,1-1,0 1,0-1,0 1,0-1,0 1,1-1,-1 1,1-1,0 1,0-1,0 0,0 1,0-1,0 0,0 0,1 0,-1 0,1 0,0 0,-1 0,1 0,0-1,0 1,0-1,0 1,1-1,-1 0,0 0,0 0,1 0,-1 0,1 0,-1-1,0 1,3-1,8 0,1 0,-1-1,0-1,0 0,0-1,0-1,0 0,-1 0,1-1,-1-1,0 0,-1 0,0-1,0-1,0 0,-1-1,0 0,-1 0,0-1,3-4,-3 5,-1-1,0 0,0-1,-1 0,-1 0,0 0,0-1,-1 0,-1 0,4-12,-9 24,1 1,-1-1,1 0,-1 0,1 0,0 1,-1-1,1 0,-1 0,1 0,-1 0,1 0,-1 0,1 0,-1 0,1 0,-1 0,1 0,-1 0,1 0,0-1,-1 1,1 0,-1 0,1 0,-1-1,1 1,0 0,-1 0,1-1,0 1,-1 0,1-1,0 1,-1 0,1-1,0 1,0-1,-1 1,1-1,0 1,0 0,0-1,0 1,0-1,-1 1,1-1,0 1,-6 11,1 2,0-1,1 0,0 1,1 0,0 0,1 0,0 0,1 0,1 2,0-8,0-1,0 0,1 0,0 1,0-1,1 0,0 0,0 0,0 0,0-1,1 1,0-1,0 1,1-1,0 0,0 0,0-1,0 1,1-1,-1 0,1 0,0 0,1-1,-1 1,0-1,1-1,0 1,0-1,0 0,0 0,0-1,0 1,0-2,0 1,1-1,-1 1,6-2,-7 1,0-1,1 1,-1-1,1 0,-1-1,0 0,0 1,0-2,0 1,0 0,0-1,-1 0,1 0,-1 0,0-1,0 0,0 0,0 0,-1 0,1 0,-1-1,0 1,0-1,1-3,0-2,0 0,-1 0,0 0,0-1,-1 1,-1-1,1 0,-2 0,0 0,0 1,-1-1,0-1,-3-13,-2 0,-1 1,-1-1,-1 1,-9-18,17 41,0 0,0 0,0 0,0-1,0 1,0 0,1 0,-1-1,1 1,-1 0,1-1,-1 1,1 0,0-1,-1 1,1-1,0 1,0-1,0 1,0 0,0-1,1 1,-1-1,0 1,1 0,-1-1,1 1,-1 0,1-1,0 1,-1 0,1 0,0-1,0 1,0 0,0 0,0 0,0 0,0 0,1 1,-1-1,1 0,7-1,0 1,1 1,-1 0,1 0,-1 1,1 0,-1 1,0 0,0 0,1 1,2 0,16 3,-1 1,0 1,-1 2,0 0,21 13,-40-19,0 0,0 1,0-1,0 1,-1 1,0-1,0 1,-1 0,0 1,0-1,0 1,0 0,-1 0,-1 0,1 1,-1-1,0 1,-1 0,0 0,0 0,-1 0,0 1,-10 155,9-161,1 0,-1 0,1 0,0 0,0 0,0 0,1 0,-1 0,0-1,1 1,0 0,0-1,0 0,0 1,0-1,0 0,0 0,1 0,-1 0,1 0,0-1,-1 1,1-1,0 1,0-1,0 0,0 0,3 0,89 1,-75-4,-1-1,0-1,0-1,0-1,-1 0,1-2,-2 0,1-1,-1 0,-1-2,1 0,-2-1,0 0,0-1,-1-1,-1 0,0-1,-1 0,-1-1,0-1,-1 0,5-11,-10 14,0 0,-1 0,0-1,-1 1,-1-1,0 1,-1-1,-1 0,0 0,-1 1,-2-11,2 21,0 1,0 0,-1 0,1 0,0 0,-1 0,0 0,0 0,0 1,0-1,0 1,0-1,-1 1,1 0,-1 0,0 0,0 0,1 0,-1 1,0-1,0 1,-1 0,1 0,0 0,0 0,-1 1,1-1,0 1,-3 0,-3-1,0 1,1 1,-1 0,0 0,0 1,1 0,-1 0,1 1,0 0,-7 4,7-4,1 2,-1-1,1 1,0 0,0 0,1 1,0 0,0 0,0 1,1 0,-1 0,2 0,-1 0,1 1,0-1,1 1,0 0,0 1,0-1,1 0,1 1,-1-1,1 1,1-1,0 1,0 0,1-1,-1 1,2-1,-1 1,2-1,-1 1,1-1,0 0,0 0,1-1,3 6,9 4,0-1,1 0,0-1,2-1,-1-1,2 0,0-1,0-2,1 0,0-1,1-1,0-1,0-1,1 0,2-2,2 3,0-1,0-2,0-1,1 0,-1-3,1 0,-1-1,1-2,-1-1,0-1,8-3,3-8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4:43.25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23 1,'7'25,"4"24,5 22,5 15,0 11,2 2,-1-1,-3-7,-3-9,-5-12,-5-13,-5-14,-2-15</inkml:trace>
  <inkml:trace contextRef="#ctx0" brushRef="#br0" timeOffset="629.91">585 241,'-26'-3,"1"2,0 0,-1 1,1 2,0 1,0 0,0 2,0 1,1 1,0 1,-4 3,0-3,1 2,1 0,0 2,0 1,1 1,1 1,0 1,-4 5,24-18,0 0,0 1,1 0,-1-1,1 2,0-1,0 0,0 0,1 1,-1 0,1-1,0 1,1 0,-1 0,1 0,0 0,0 0,0 1,1-1,0 0,0 0,0 0,1 1,-1-1,1 0,1 0,-1 0,1 0,-1 0,2 1,10 13,1-2,1 1,0-2,1 0,1-1,0-1,1 0,0-2,1 0,1-1,0-1,7 3,14 8,1-2,1-2,0-1,1-3,1-1,0-3,1-1,-1-3,1-1,11-2,-51-2,0 0,-1 0,1 0,-1-1,1 0,-1 0,1 0,-1-1,0 0,1 0,-1 0,0 0,0-1,-1 0,1 0,0 0,-1-1,0 0,0 0,0 0,0 0,-1 0,3-4,1-7,-1-1,0 1,-1-1,-1 0,-1-1,0 1,-1 0,0-1,-2 0,0 1,-2-12,2 15,-2-27,-7 53,2 26,2 1,2 0,1 0,3 13,0-29,0-1,1 1,2-1,0 0,2 0,0 0,1 0,2-1,0-1,2 1,8 13,15 15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4:42.56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59 395,'-10'-22,"0"0,2-1,0 0,2 0,1-1,0 0,2 0,1 0,0 0,2 0,1-1,1 0,-2 6,3-50,0 73,-1 0,1-1,0 0,0 1,1-1,-1-1,1 1,-1 0,1-1,0 0,0 0,0 0,0 0,0 0,0-1,1 0,-1 0,0 0,1 0,-1-1,1 0,-1 0,1 0,3-1,-2 2,235-5,-168-1,-72 5,1 0,-1-1,1 1,-1 0,0 0,1 0,-1 0,1 1,-1-1,1 0,-1 0,1 1,-1-1,1 1,-1 0,0-1,0 1,1 0,-1 0,0-1,0 1,0 0,1 0,-1 0,-1 1,1-1,0 0,0 0,0 0,0 1,-1-1,1 0,-1 1,1-1,-1 1,1-1,-1 1,0-1,0 1,0-1,0 1,0-1,0 1,0 0,-7 215,12-75,6 0,21 91,-18-136,1 82,-15-174,0-1,-1 1,1-1,-1 1,0-1,0 1,-1-1,1 0,-1 0,0 0,0 1,0-2,-1 1,0 0,1 0,-1-1,0 0,-1 1,1-1,-1 0,1-1,-1 1,0-1,0 1,0-1,0 0,0-1,-1 1,1-1,0 0,-1 0,-13 2,0-2,1 0,-1-1,0 0,0-2,0 0,0-1,1-1,-1-1,1 0,0-1,1-1,0 0,0-2,0 0,1 0,0-1,-12-12,18 16,1-1,0 0,0-1,1 1,0-1,0-1,1 0,0 0,0 0,1 0,0-1,1 0,0 0,1 0,0 0,0-1,1 1,0-1,1 0,1 0,-1-3,2 8,0 1,0-1,1 1,-1-1,1 1,0 0,1-1,-1 1,1 0,0 0,1 1,-1-1,1 1,-1 0,1 0,1 0,-1 0,1 0,-1 1,1 0,5-2,114-43,-77 36,0 2,1 3,0 2,0 1,28 3,-4 13,-58-6</inkml:trace>
  <inkml:trace contextRef="#ctx0" brushRef="#br0" timeOffset="373.669">795 863,'4'-20,"2"1,0 0,2 0,0 0,1 1,0 0,2 1,0 0,1 1,0 0,1 1,12-10,-24 24,22-19,-23 19,1 1,-1 0,1 0,-1 0,1-1,-1 1,1 0,-1 0,1 0,-1 0,1 0,-1 0,1 0,-1 0,1 0,-1 0,1 0,-1 1,1-1,-1 0,1 0,-1 0,1 1,-1-1,0 0,1 0,-1 1,1-1,-1 0,0 1,1-1,-1 0,0 1,1-1,-1 1,0-1,0 1,1-1,-1 1,0-1,0 1,0-1,0 1,0-1,0 1,0-1,0 1,0-1,0 1,0-1,0 1,0-1,0 1,3 190,19 87,-21-260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5:03.50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29,'13'0,"19"0,22 0,22 0,21-2,14-3,9-1,4 0,0 2,-6 1,-9 2,-9 0,-11 1,-13 0,-20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5:03.95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63 84,'-1'-1,"0"0,0 1,0-1,0 0,0 1,0-1,0 1,0-1,0 1,0 0,0-1,0 1,0 0,0 0,-1-1,1 1,0 0,0 0,0 0,0 1,-1-1,1 0,0 0,0 1,0-1,0 0,0 1,0-1,0 1,0 0,0-1,0 1,0 0,0 0,0-1,0 1,1 0,-1 0,0 0,1 0,-1 0,0 0,1 0,-1 0,1 0,0 0,-1 0,1 0,0 1,0-1,0 0,0 0,-1 0,2 0,-1 1,0-1,0 0,0 0,0 0,1 0,-1 0,1 0,-1 1,1 0,2 1,-1 1,1-1,0 1,0-1,0 0,0 0,1 0,-1-1,1 1,0-1,0 0,0 0,0 0,0 0,0-1,0 0,1 0,-1 0,0 0,1-1,-1 1,2-1,-4 0,1 1,-1-1,1 0,-1 0,1 0,0 0,-1 0,1-1,-1 1,1-1,-1 1,0-1,1 0,-1 0,0 0,1 0,-1-1,0 1,0 0,0-1,0 0,0 1,0-1,-1 0,1 0,0 0,-1 0,0 0,1-1,-1 1,0 0,0-1,0 1,-1 0,1-1,0 1,-1-1,0 0,-1-3,-1 0,0 0,-1 0,1 1,-1-1,0 1,-1 0,1 0,-1 0,0 0,0 0,-1 1,1 0,-1 0,0 0,0 1,0-1,-1 1,1 0,-1 1,1-1,-1 1,0 0,0 1,0 0,-2-1,7 1,-1 1,0-1,1 0,-1 1,0-1,0 1,1 0,-1-1,0 1,0 0,1 0,-1 0,0 0,0 1,0-1,1 0,-1 1,0-1,1 1,-1 0,0-1,1 1,-1 0,1 0,-1 0,1 0,-1 0,1 0,0 1,0-1,-1 0,1 1,0-1,0 1,0-1,1 1,-1-1,0 1,1 0,-1 0,0-1,1 1,0 0,0 0,-1-1,1 1,0 0,15 71,-1-35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5:04.22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43 210,'11'-6,"7"-8,1-5,-1-7,-5-2,-4-3,-4 3,-6 4,-7 5,-6 7,-4 9,-5 13,0 13,1 12,5 9,9 4,7-7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5:04.73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0,'16'0,"17"0,13 2,11 1,7 0,4 2,2-1,0 0,2-1,3-1,1-1,-11-1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5:02.38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133 93,'-15'22,"2"0,1 0,0 1,2 0,1 1,0 0,2 1,1 0,1 0,1 0,1 1,1-1,2 1,0 2,-1-8,1 1,0-1,2 1,0-1,2 0,0 0,1 0,1 0,1-1,0 0,2 0,0-1,9 13,-17-28,1-1,-1 0,0 1,0-1,1 0,0 0,-1 0,1 0,0 0,0-1,0 1,0 0,0-1,0 0,0 1,1-1,-1 0,0 0,1 0,-1 0,1-1,-1 1,1-1,-1 1,1-1,-1 0,1 0,0 0,-1 0,1-1,-1 1,1-1,-1 0,1 1,-1-1,1 0,-1 0,0 0,0-1,1 1,0-1,4-9,0 0,-1 0,0 0,0-1,-1 0,-1 0,0 0,0 0,-1-1,-1 1,0-1,-1 0,-1-5,7-62,-4-1,-3 1,-4-1,-3 1,-6-13,11 81,2 5,-1 1,0-1,0 0,0 1,-1 0,0-1,-1 1,1 0,-1 0,0 0,-1 0,0 1,0-2,3 6,0 1,0 0,0-1,0 1,0 0,0-1,0 1,0 0,0 0,0 0,0 0,0 0,0 0,0 0,0 0,0 0,0 0,0 1,0-1,0 0,0 1,0-1,0 1,0-1,0 1,0-1,1 1,-1 0,0-1,0 1,1 0,-1 0,0 0,1-1,-1 1,1 0,-1 0,1 0,-10 14,0 1,1-1,1 2,1-1,0 1,1 0,-2 10,1-5,-20 66,4 1,4 0,4 3,5-18</inkml:trace>
  <inkml:trace contextRef="#ctx0" brushRef="#br0" timeOffset="490.814">521 27,'-11'115,"8"357,6-408,-3-64,0 0,0 0,0-1,1 1,-1 0,0 0,0 0,0 0,1-1,-1 1,0 0,0 0,1 0,-1 0,0 0,0 0,1 0,-1 0,0 0,0 0,1 0,-1 0,0 0,0 0,1 0,-1 0,0 0,0 0,1 0,-1 0,0 0,0 0,0 0,1 0,-1 1,0-1,0 0,0 0,1 0,-1 0,0 1,0-1,0 0,0 0,1 0,-1 1,0-1,0 0,0 0,0 1,0-1,0 0,0 0,0 1,0-1,0 0,0 0,0 1,0-1,0 0,0 0,14-26,-10 17,2-1,-1 1,1-1,1 2,0-1,0 1,1 0,0 0,0 1,1 0,5-3,-10 7,0 1,1-1,0 1,-1 0,1 0,0 0,0 1,0 0,0 0,0 0,0 0,0 1,0 0,0 0,0 0,0 1,0 0,0 0,0 0,0 0,0 1,0 0,4 2,-6-2,1 1,-1 0,1-1,-1 1,0 1,0-1,0 0,-1 1,1-1,-1 1,0 0,0 0,0 0,0 0,-1 0,0 0,1 0,-2 0,1 1,0-1,-1 0,0 1,0-1,0 0,0 1,-1-1,0 0,0 1,0-1,0 0,-1 0,1 0,-1 0,0 0,-1 0,1-1,0 1,-1-1,0 1,0-1,-2 2,-10 8,0-1,-1-1,0 0,-1-1,0-1,0-1,-1 0,0-1,-4 0,-10 5,32-12</inkml:trace>
  <inkml:trace contextRef="#ctx0" brushRef="#br0" timeOffset="833.949">1203 428,'-145'-9,"143"9,-1 0,1 0,0 0,0 0,0 1,0-1,-1 1,1-1,0 1,0 0,0-1,0 1,0 0,0 1,1-1,-1 0,0 0,1 1,-1-1,0 1,1-1,0 1,-1 0,1 0,0-1,0 1,0 0,0 0,0 0,0 0,1 0,-1 1,1-1,-1 0,1 0,0 0,0 0,0 1,4 7,0 0,1-1,0 1,0-1,1 0,0-1,1 1,0-1,0-1,1 1,0-1,0-1,3 2,49 42,-28-24,0 1,-2 1,-2 1,5 8,-31-36,0 1,0 0,0 0,0 0,-1 0,1 0,-1 0,1 0,-1 1,1-1,-1 1,0-1,0 1,-1-1,1 1,0-1,-1 1,1 0,-1-1,0 1,0 0,0-1,0 1,-1 0,1-1,-1 1,0-1,1 1,-1 0,0-1,0 0,-1 1,1-1,0 0,-2 2,-8 4,0 0,0-2,-1 1,0-1,0-1,-1 0,1-1,-11 3,7-2,-137 40,77-25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5:09.57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7152 512,'2'-4,"0"0,-1 0,1 0,-1 0,0 0,0 0,0 0,0 0,-1-1,1 1,-1 0,0 0,-1-1,1 1,-1 0,0 0,0 0,0-1,0 1,-1 0,0 1,0-1,0 0,0 0,0 1,-1-1,0 1,1 0,-1 0,-1 0,1 0,0 0,-1 1,-1-2,-4 3,1-1,0 1,-1 1,1 0,-1 0,1 1,-1 0,1 0,-1 1,1 0,0 0,0 1,0 0,0 0,1 1,-1 0,1 1,0 0,0 0,0 0,1 1,0-1,0 2,1-1,-5 6,7-9,-1 0,1 1,-1 0,1 0,0 0,0 0,1 0,-1 0,1 1,0-1,0 1,1-1,-1 1,1 0,0 0,0 0,1 0,-1 0,1 0,0 0,1 0,-1-1,1 1,0 0,0 0,0 0,1 0,-1-1,1 1,1-1,1 4,4-2,0-2,1 1,-1-1,1 0,0-1,0 0,0 0,0-1,0-1,1 1,-1-1,0-1,1 0,-1 0,1-1,-1 0,1 0,-1-1,0 0,0-1,0 0,0-1,-1 0,1 0,-1-1,1 0,3-3,-1 0,-1 0,1-1,-1 0,-1 0,0-1,0-1,-1 1,-1-2,1 1,-2-1,0 0,0 0,-1 0,0-1,-1 0,-1 0,0-1,3-17,-1 0,-2 0,-1 0,-1-1,-2 1,-1-1,-2-6,3 24,-1 0,-1 0,0 0,0 1,-1-1,-1 1,0 0,-5-8,10 20,-1 0,1 1,-1-1,1 0,0 0,-1 0,0 1,1-1,-1 0,0 1,1-1,-1 1,0-1,1 0,-1 1,0 0,0-1,0 1,0-1,1 1,-1 0,0 0,0-1,0 1,0 0,0 0,0 0,0 0,0 0,0 0,0 0,1 1,-1-1,0 0,0 0,0 1,0-1,0 0,0 1,1-1,-1 1,0-1,0 1,1 0,-1-1,0 1,1 0,-1-1,1 1,-1 0,1 0,-1-1,1 1,-1 0,1 1,-26 51,17-17,1 2,1-1,3 1,0 0,3 0,1 0,2 0,5 25,-4-38,2-1,0 0,2 0,0 0,2-1,0 0,2 0,0-1,2-1,1 1,-7-12,0 0,1-1,0 0,1 0,0-1,0 0,1-1,0 0,0 0,0-1,1 0,0-1,0-1,1 1,0-2,-1 1,1-2,0 0,0 0,0-1,4 0,-6-1,0-1,0 0,-1-1,1 0,0 0,-1-1,1 0,-1-1,0 0,0 0,0-1,-1 0,0-1,0 1,0-2,0 1,-1-1,0 0,-1-1,0 0,0 0,0 0,-1 0,0-1,-1 0,0 0,0 0,-1-1,1-5,-1 5,0 1,0-1,-1 0,-1 1,0-1,0 0,-1 0,0 0,0 0,-1 0,-1 1,0-1,0 0,-1 1,-3-9,4 16,1 0,-1 0,0 0,0 0,1 1,-1-1,0 1,-1 0,1-1,0 1,0 0,-1 0,1 0,0 1,-1-1,1 1,0-1,-1 1,1 0,-1 0,1 0,-1 0,1 0,-1 0,1 1,-1-1,1 1,0 0,-1-1,1 1,0 0,-1 1,1-1,0 0,0 1,0-1,0 1,1-1,-1 1,0 0,1 0,-1 0,1 0,-1 0,1 1,-4 4,0 1,0 0,1 0,0 1,1-1,0 1,0 0,1 0,0 0,1 0,0 0,0 0,1 1,0-1,0 0,1 0,0 0,1 1,0-1,1-1,0 1,0 0,1-1,0 1,0-1,1 0,0-1,0 1,1-1,0 0,0 0,1-1,0 1,0-2,5 4,9 6,2-1,-1-1,2-1,-1-1,2-1,-1-1,2-1,10 2,38 7</inkml:trace>
  <inkml:trace contextRef="#ctx0" brushRef="#br0" timeOffset="-2119.647">3262 512,'15'12,"-1"1,-1 0,0 1,-1 1,0 0,-1 1,-1 0,0 0,-1 1,-1 0,-1 1,-1-1,0 2,-1-1,-1 1,0-1,-2 1,0 0,-1 0,-1 6,0 4,15-40,92-229,-107 240,0-1,-1 1,1-1,0 1,0-1,0 1,0-1,0 1,0-1,0 0,0 1,0-1,0 1,1-1,-1 1,0-1,0 1,0-1,1 1,-1 0,0-1,0 1,1-1,-1 1,0-1,1 1,-1 0,0-1,1 1,-1 0,1 0,-1-1,1 1,-1 0,1 0,-1-1,1 1,-1 0,1 0,-1 0,1 0,-1 0,1 0,-1 0,1 0,-1 0,1 0,-1 0,1 0,-1 0,1 0,-1 0,1 1,-1-1,1 0,-1 0,1 1,-1-1,0 0,1 1,-1-1,1 0,-1 1,0-1,1 0,-1 1,0-1,0 1,7 35,-6-23,1-1,1 0,0 0,0 0,1-1,1 1,3 6,-2-10,-1-1,1 0,0 0,1 0,-1 0,1-1,1 0,-1-1,1 1,0-2,0 1,1-1,-1 0,1-1,0 0,0 0,0-1,0 0,0-1,1 0,-1 0,0-1,8 0,-9-1,1 1,-1-1,0 0,1-1,-1 0,0 0,0 0,0-1,-1-1,1 1,-1-1,0-1,0 1,0-1,0 0,-1-1,0 1,0-1,0-1,-1 1,0-1,0 0,-1 0,0 0,0-1,2-5,-4 5,0 0,-1 0,1 0,-2 0,1 0,-1-1,0 1,-1 0,0 0,0 0,-1 0,0 0,0 0,0 3,1 1,0 0,-1 0,0 0,0 0,0 0,-1 0,1 0,-1 1,0-1,0 1,0 0,0 0,-1 0,1 0,-1 0,1 1,-1 0,0 0,0 0,0 0,-1 0,1 1,-2-1,4 2,-1 0,0 0,1 0,-1 0,0 0,1 1,-1-1,0 1,1 0,-1 0,1 0,-1 0,1 0,0 0,-1 1,1-1,0 1,0-1,0 1,0 0,0 0,0 0,1 0,-1 0,1 0,-1 1,1-1,-1 2,-19 73,23-67,0 0,1 0,-1 0,2 0,0-1,0 1,0-1,1 0,1 0,0-1,0 1,0-1,1 0,0-1,1 0,-1 0,1-1,1 0,-1 0,1-1,0 0,1 0,-1-1,1 0,0-1,2 1,27 9</inkml:trace>
  <inkml:trace contextRef="#ctx0" brushRef="#br0" timeOffset="-1811.869">4184 592,'13'22,"1"-1,1 0,1-1,1-1,1 0,0-1,1-1,3 0,-14-10,-3-3,-1 1,1-1,0 0,1 0,-1 0,1-1,0 0,-1 0,2 0,-1-1,0 0,0 0,1 0,-1-1,7 1,-11-3,0-1,1 1,-1-1,0 1,0-1,0 0,0 0,0 0,0 0,-1 0,1 0,-1 0,1-1,-1 1,0 0,0-1,0 1,0-1,0 1,-1-1,1 0,-1 1,1-1,-1-1,1-1,9-40,-7 28,0 0,1 0,1 1,1-1,0 1,1 1,1-1,1 0,8-6</inkml:trace>
  <inkml:trace contextRef="#ctx0" brushRef="#br0" timeOffset="-1432.536">4746 632,'-4'5,"1"-1,0 1,0 0,0 0,1 0,0 0,0 0,0 1,1-1,-1 0,1 1,1-1,-1 1,1 0,0-1,0 1,0-1,1 1,0 0,0-1,1 0,-1 1,1-1,0 0,1 0,-1 0,1 0,0 0,0 0,0-1,1 0,0 1,0-1,0-1,3 3,-1-2,0-1,1 0,-1 0,1 0,0-1,0 0,0-1,0 1,0-1,0-1,0 1,0-1,0 0,1-1,-1 0,0 0,0-1,0 1,0-1,-1-1,1 0,0 1,-1-2,0 1,0-1,0 0,0 0,-1-1,1 0,-1 0,0 0,-1 0,1-1,-1 0,0 0,0 0,-1 0,0-1,0 0,0 0,-2 1,0 0,-1 1,1-1,-1 1,0-1,-1 0,1 1,-1-1,0 0,-1 1,1-1,-1 1,0 0,0 0,-1-1,0 2,0-1,0 0,0 0,-1 1,1 0,-1 0,0 0,-1 0,1 0,-1 1,1 0,-1 0,0 0,0 1,-1-1,1 1,0 1,-3-2,-1 0,-1 1,1 0,-1 0,0 1,1 0,-1 0,0 1,0 1,0 0,1 0,-1 1,0 0,1 0,0 1,-1 1,1-1,-8 6,16-9,0 1,0 0,0 0,0 0,0 0,0 0,0 0,0 0,0 0,0 0,1 1,-1-1,0 0,1 0,-1 1,1-1,0 1,-1-1,1 0,0 1,0-1,0 0,0 1,0-1,0 1,0-1,0 0,0 1,1-1,-1 1,1-1,-1 0,1 0,-1 1,1-1,0 0,0 0,0 0,-1 0,1 1,0-1,0 0,0-1,1 1,-1 0,0 0,20 16</inkml:trace>
  <inkml:trace contextRef="#ctx0" brushRef="#br0" timeOffset="-1150.027">5308 579,'-5'9,"-1"7,0 6,6 6,5 3,6-2,4-4,1-5,-2-7</inkml:trace>
  <inkml:trace contextRef="#ctx0" brushRef="#br0" timeOffset="-889.502">5214 311,'-5'-5,"4"4,10 6,11 9,2 2</inkml:trace>
  <inkml:trace contextRef="#ctx0" brushRef="#br0" timeOffset="-671.526">5548 806,'28'-14,"-1"-1,0-2,-1 0,-1-2,2-3,-18 14,0 0,-1 0,0-1,-1 0,0-1,0 1,-1-1,0-1,-1 1,0-1,-1 0,0 0,-1 0,0-1,0 1,-3 8,1 0,-1 0,1 0,-1 0,0 0,0 0,-1 0,1 0,-1 1,1-1,-1 0,0 0,0 0,0 1,0-1,-1 1,1-1,-1 1,0-1,1 1,-1 0,0 0,0-1,0 2,-1-1,1 0,0 0,-1 1,1-1,-1 1,0 0,1 0,-1 0,0 0,0 0,0 0,1 1,-1 0,-2-1,-3 1,0 0,1 1,-1 0,1 0,0 0,-1 1,1 0,0 1,0 0,0 0,0 0,1 1,-1 0,1 0,0 1,0-1,0 1,-1 2,3-3,1-1,-1 1,1-1,0 1,0 0,0 0,1 1,-1-1,1 1,0-1,0 1,1-1,-1 1,1 0,0 0,1 0,-1 0,1 0,0 0,0 0,0 0,1 0,-1 0,1-1,0 1,1 0,-1 0,1 0,2 1,0 0,1 1,0-2,-1 1,2-1,-1 1,1-1,-1-1,1 1,1-1,-1 0,1 0,-1-1,1 0,0 0,0-1,6 2,125 20,-69-18</inkml:trace>
  <inkml:trace contextRef="#ctx0" brushRef="#br0" timeOffset="-4108.759">348 899,'-1'-7,"0"0,0 1,0-1,-1 0,0 1,-1-1,1 1,-1 0,0 0,-1 0,1 0,-1 1,-1-1,1 1,-1 0,1 0,-2 0,1 1,0 0,-1 0,0 0,0 1,0 0,0 0,0 0,-1 1,1 0,-1 0,1 1,-1 0,0 0,-3 0,4 1,-1 0,1 0,0 1,0 0,-1 0,1 0,0 1,0 0,1 0,-1 1,0-1,1 1,-1 0,1 1,0-1,0 1,0 0,1 1,-1-1,1 1,0 0,0 0,1 0,-1 0,1 1,0-1,1 1,0 0,-1 0,2 0,-1 0,1 0,0 0,0 0,1 0,-1 1,1-1,1 0,-1 0,1 1,0-1,1 2,3-2,-1 0,1 0,0-1,1 1,-1-1,1 0,0-1,0 0,1 0,-1 0,1 0,0-1,0 0,0-1,0 0,1 0,-1 0,0-1,1 0,-1 0,1-1,-1 0,1-1,0 1,-1-1,0-1,1 1,-1-1,0-1,0 1,0-1,0-1,0 1,-1-1,6-4,-5 1,-1-1,0 0,-1 0,0 0,0-1,-1 1,0-1,0 0,-1-1,0 1,-1 0,0-1,0 0,-1 1,0-1,-1 0,0 0,-1 0,0 1,0-1,-2-2,3 61,25 53,-12-72</inkml:trace>
  <inkml:trace contextRef="#ctx0" brushRef="#br0" timeOffset="-3727.524">575 699,'87'156,"-82"-146,0 0,0-1,1 1,0-1,0 0,1 0,1-1,-1 0,1 0,1-1,-1 0,1-1,0 1,1-2,0 1,0-1,8 2,-16-6,-1-1,1 0,0 0,0 0,0 0,0 0,0 0,0 0,0 0,0-1,-1 1,1-1,0 0,0 1,0-1,-1 0,1 0,0 0,-1 0,1 0,-1-1,1 1,-1 0,0-1,0 1,1-1,-1 1,0-1,0 1,0-1,-1 0,1 0,0 1,-1-1,1-1,10-68,-10-97,-1 166,0 0,0 1,0-1,0 0,0 0,0 0,1 1,-1-1,0 0,1 0,0 1,-1-1,1 0,0 1,0-1,0 1,0-1,0 1,0-1,0 1,1 0,-1 0,0-1,1 1,-1 0,1 0,-1 0,1 1,-1-1,1 0,0 1,0-1,-1 1,1-1,0 1,0 0,1-1,14 9,0 3</inkml:trace>
  <inkml:trace contextRef="#ctx0" brushRef="#br0" timeOffset="-2844.614">1190 1006,'18'-12,"0"0,-1-1,-1-2,0 1,-1-2,0 0,-1 0,-1-2,-1 0,0 0,-1-1,-1 0,-1-1,-1 0,-1 0,0-1,-2 0,0 0,-1-2,-4 21,1 1,-1-1,1 0,-1 0,0 0,0 0,1 0,-1 0,-1 0,1 0,0 0,0 0,-1 0,1 0,-1 0,0 0,1 0,-1 1,0-1,0 0,0 0,0 1,-1-1,1 1,0-1,-1 1,1-1,-1 1,1 0,-1 0,0 0,1 0,-1 0,0 0,0 0,0 1,1-1,-1 0,0 1,0 0,0-1,0 1,-2 0,-2 3,0 1,0 0,0 0,1 0,-1 0,1 1,0 0,1 0,-1 0,1 1,0 0,0 0,0 0,1 0,0 0,0 1,1-1,-2 7,1-7,1 2,-1-1,1 0,1 0,-1 1,1-1,1 1,-1-1,1 1,0-1,1 1,0-1,0 1,1-1,-1 0,2 1,-1-1,1 0,0 0,0-1,1 1,0-1,0 0,1 0,0 0,0 0,0-1,1 0,1 1,3 2,1 0,0-1,1-1,0 0,0 0,0-1,1-1,0 0,-1 0,1-2,1 0,-1 0,0-1,0 0,1-2,-1 1,0-2,0 1,0-2,0 0,1-1,-7 0,1 0,-1-1,0 0,0 0,-1-1,1 1,-1-1,-1-1,1 1,-1-1,0 0,0-1,-1 1,0-1,-1 0,1 0,-2 0,1 0,-1 0,0-1,-1 1,0-1,0 1,-1-1,0 1,0-5,0 12,0 1,1-1,-1 1,0-1,0 0,1 1,-1-1,0 1,0-1,0 0,0 1,0-1,0 1,0-1,0 0,0 1,0-1,0 0,0 1,0-1,0 1,0-1,-1 0,1 1,0-1,0 1,-1-1,1 1,0-1,-1 1,1-1,-1 1,1-1,-1 1,1 0,-1-1,1 1,-1-1,1 1,-1 0,1 0,-1-1,0 1,1 0,-1 0,1 0,-1 0,0 0,1 0,-1 0,1 0,-1 0,0 0,-2 7,0 1,1-1,0 1,0 0,1 0,0 0,0 0,1 0,0 0,0 0,1 0,0 0,1-1,0 1,1 3,-2-6,1 0,1 0,-1 0,1 0,-1-1,1 1,1-1,-1 0,1 0,-1 0,1 0,0-1,0 1,1-1,-1 0,1 0,0-1,-1 0,1 1,0-1,0-1,1 1,-1-1,0 0,0 0,1-1,-1 1,1-1,2-1,0 1,0-1,0 0,0 0,0-1,-1 0,1 0,0-1,-1 0,0 0,0-1,0 0,0 0,0-1,-1 0,0 0,0 0,0-1,-1 0,4-5,-5 6,-1 1,0-1,0-1,0 1,-1 0,1-1,-1 1,-1-1,1 0,-1 1,0-1,0 0,-1 0,1 0,-1 0,-1 0,1 0,-1 1,0-1,-1-2,2 7,0 1,0-1,0 0,0 1,-1-1,1 0,0 1,0-1,-1 1,1-1,0 0,-1 1,1-1,-1 1,1-1,0 1,-1-1,1 1,-1 0,0-1,1 1,-1 0,1-1,-1 1,1 0,-1 0,0-1,1 1,-1 0,0 0,1 0,-1 0,0 0,1 0,-1 0,0 0,1 0,-1 0,0 0,1 0,-1 1,1-1,-1 0,0 0,1 1,-1-1,1 0,-1 1,1-1,-1 0,1 1,-1-1,1 1,-1-1,1 1,-1-1,1 1,-18 36,17-33,-1 1,1 0,0 0,0 0,0 0,1 0,0 0,0 0,0 0,0 0,1 0,0 0,0 0,0-1,1 1,-1 0,1 0,0-1,1 1,-1-1,1 0,0 0,0 0,0 0,0 0,1-1,-1 1,5 2,-1-3,0 0,1 0,-1-1,1 0,-1 0,1-1,-1 0,1 0,0-1,0 0,-1 0,1-1,0 0,-1 0,1-1,-1 0,1 0,-1-1,0 0,0 0,0-1,0 0,-1 0,0 0,1-1,-2 0,1 0,0-1,-1 0,0 1,-1-2,1 1,-1-1,0 1,-1-1,1 0,-1 0,-1-1,1 1,-1-1,-1 3,1 0,-1 0,0-1,0 1,0 0,-1 0,0 0,0-1,0 1,-1 0,0 0,0 0,0 0,0 0,-1 0,0 0,0 0,0 0,-1 1,-1-4,2 8,1 0,-1 0,1 0,-1 1,1-1,-1 0,1 0,0 1,-1-1,1 1,-1 0,1-1,0 1,0 0,-1 0,1 0,0-1,0 1,0 0,0 1,0-1,0 0,0 0,0 0,1 1,-1-1,0 0,1 1,-1-1,1 0,-1 1,1-1,0 1,-1-1,1 1,0-1,0 1,0-1,0 1,1-1,-1 2,0 1,0 1,1 0,-1 0,1-1,0 1,0-1,0 1,1-1,0 1,0-1,0 0,0 0,0 0,1 0,0 0,0 0,0-1,0 1,1-1,-1 0,1 0,87 52,-31-35,-3-4</inkml:trace>
  <inkml:trace contextRef="#ctx0" brushRef="#br0" timeOffset="12985.784">5053 1902,'-7'-4,"1"0,-1 0,0 0,-1 1,1 0,0 0,-1 1,0-1,0 2,1-1,-1 1,0 1,0-1,0 1,0 1,0-1,0 2,0-1,0 1,1 0,-1 0,1 1,-1 0,1 0,0 1,0 0,0 0,1 1,-1 0,1 0,0 0,-4 6,8-9,-1 0,1 1,0-1,-1 1,1 0,0-1,0 1,1 0,-1 0,1 0,-1 0,1 0,0 1,0-1,1 0,-1 1,1-1,-1 0,1 1,0-1,0 0,0 1,1-1,-1 1,1-1,0 0,0 0,0 1,0-1,1 0,-1 0,1 0,0 0,0-1,0 1,0 0,0-1,1 1,2 0,0-1,0 0,0-1,0 1,0-1,0 0,0 0,0-1,0 0,0 1,1-2,-1 1,0-1,0 1,0-1,0-1,0 1,0-1,0 0,0 0,-1 0,1-1,6-3,1-1,-2 0,1 0,-1-1,0-1,-1 1,0-2,4-4,-2-1,0-1,-1 0,-1-1,0 0,-2-1,0 1,0-1,-2-1,0 1,1-17,1-16,-3-1,-2 1,-3-22,1 72,0-21,0 1,-2 0,0 0,-2 0,0 0,-3-5,7 24,0 1,0 0,0-1,-1 1,1-1,0 1,-1 0,1-1,-1 1,1 0,-1-1,0 1,0 0,1 0,-1-1,0 1,0 0,0 0,0 0,0 0,-1 0,1 1,0-1,0 0,-1 1,1-1,0 0,-1 1,1-1,0 1,-1 0,1 0,-1-1,1 1,0 0,-1 0,1 0,-1 0,1 1,-1-1,1 0,0 0,-1 1,1-1,-1 1,1 0,-6 6,1 0,0 0,0 1,1 0,0 0,1 0,0 0,0 1,0 0,1 0,1 0,-1 3,2-9,-9 30,1 0,3 0,0 1,2-1,1 1,2 0,2 0,1 0,3 12,-5-36,1-1,0 0,1 0,0-1,0 1,1 0,0-1,0 1,1-1,0 0,1 0,0 0,0-1,1 0,-1 0,2 0,-1-1,1 1,0-2,0 1,1-1,-1 0,1 0,0-1,0 0,1-1,-1 0,1 0,0-1,0 0,8 1,-7-4,1 0,0-1,0 0,-1-1,1 0,-1-1,0 0,0 0,0-1,-1 0,1-1,-1 0,-1-1,1 0,-1 0,0-1,-1 0,0 0,0 0,0-1,-1 0,-1-1,0 1,0-1,-1 0,0 0,0-1,-1 1,-1-1,0 0,0 1,-1-3,0 11,-1-1,1 1,-1 0,0-1,1 1,-1-1,0 1,0 0,-1-1,1 1,0 0,-1-1,1 1,-1 0,0-1,0 1,0 0,0 0,0 0,-1 0,1 0,0 0,-1 0,0 0,1 1,-1-1,0 1,0-1,0 1,0 0,0-1,0 1,0 0,0 0,0 1,-1-1,1 0,0 1,-1-1,1 1,0 0,-1 0,1 0,-1 0,1 0,0 0,-1 1,1-1,0 1,-1 0,1 0,-2 0,-1 3,1-1,-1 1,1 0,0 0,0 1,1-1,-1 1,1 0,0 0,0 0,1 0,-1 1,1-1,0 0,1 1,-1 0,1-1,0 1,1 0,-1 0,1 0,0-1,0 1,1 0,0 0,0 0,0-1,1 1,0-1,0 1,0-1,1 0,3 5,2 0,0 0,1 0,0-1,1 0,0-1,0 0,1-1,0 0,1-1,-1 0,1 0,0-2,0 1,8 1,52 15</inkml:trace>
  <inkml:trace contextRef="#ctx0" brushRef="#br0" timeOffset="13356.068">6229 1261,'13'47,"-1"0,-3 1,-2 0,-2 0,-2 1,-3-1,-2 19,-24 188,25-251,0 1,0-1,1 1,-1-1,1 1,0-1,0 1,1-1,0 0,-1 1,1-1,1 1,-1-1,1 0,-1 0,1 0,0 0,1 0,-1 0,1-1,0 1,0-1,0 1,0-1,0 0,1 0,-1-1,1 1,0-1,0 0,0 0,0 0,0 0,0-1,0 1,1-1,2 0,2-1,0-1,0 0,0 0,1-1,-1-1,0 1,-1-1,1-1,-1 0,1 0,-1 0,0-1,-1 0,1-1,-1 0,0 0,0 0,-1-1,0 0,0 0,-1-1,1 0,1-4,14-29</inkml:trace>
  <inkml:trace contextRef="#ctx0" brushRef="#br0" timeOffset="13621.393">6016 1528,'-18'-3,"-11"0,-3 1,10-1,16 2,24 0,28 0,28 1,23 0,16 0,5 2,-7 6,-21 1</inkml:trace>
  <inkml:trace contextRef="#ctx0" brushRef="#br0" timeOffset="9746.191">321 1661,'-1'-83,"1"84,0-1,0 0,0 0,-1 0,1 0,0 0,0 0,0 0,0 0,-1 0,1 0,0 0,0 0,0 0,0 0,-1 0,1 0,0 0,0 0,0 0,0 0,-1 0,1 0,0 0,0 0,0 0,0 0,0 0,-1 0,1-1,-5 25,-12 92,4 0,3 116,11-205,1-1,1 1,1-1,1 0,2 2,-5-20,0 0,1 0,0-1,0 0,1 1,0-1,0 0,1-1,0 1,0-1,0 0,1 0,0-1,0 1,0-1,1-1,-1 1,6 1,-3-3,0-1,0-1,1 0,-1 0,0-1,1 0,-1-1,0 0,1 0,-1-1,0 0,0-1,0 0,0 0,-1-1,1 0,-1 0,0-1,0 0,1-2,21-11</inkml:trace>
  <inkml:trace contextRef="#ctx0" brushRef="#br0" timeOffset="10039.371">0 1916,'7'0,"13"0,20-3,20-4,22-4,14-3,9 2,1 2,-7 6,-9 8,-19 2</inkml:trace>
  <inkml:trace contextRef="#ctx0" brushRef="#br0" timeOffset="10468.666">975 2036,'-22'-3,"0"1,0 0,-1 2,1 1,0 1,-18 3,32-3,1 0,0 0,0 0,0 1,0 0,0 1,0-1,1 1,0 1,0-1,0 1,0 0,1 0,0 1,0-1,0 1,1 1,0-1,0 0,0 1,-1 5,1-2,1-1,0 1,0 0,1 0,1 0,0 0,0 0,1 0,0 0,0 0,1 0,1 0,2 8,-3-13,1 1,0 0,0-1,0 1,1-1,0 0,0 0,0 0,1 0,-1 0,1-1,0 0,1 0,-1 0,1 0,-1-1,1 1,0-1,1 0,-1-1,0 1,1-1,0 0,0-1,4 1,1-2,-1 0,1 0,0 0,-1-2,1 1,-1-1,0-1,1 0,-1 0,0-1,-1 0,1-1,-1 0,0-1,0 0,0 0,-1-1,0 0,0 0,-1-1,0 0,0 0,-1-1,0 1,-1-1,0-1,0 1,-1-1,0 0,0 0,-1 0,-1-1,1-2,-4-55,1 68,0 0,-1 0,1-1,0 1,-1 0,1 0,-1-1,1 1,-1 0,1 0,-1 0,1 0,0-1,-1 1,1 0,-1 0,1 0,-1 0,1 0,-1 0,1 1,-1-1,1 0,-1 0,1 0,-1 0,1 0,0 1,-1-1,1 0,-1 0,1 1,0-1,-1 0,1 1,0-1,-1 0,1 1,0-1,-1 1,1-1,0 0,0 1,0-1,-1 1,1-1,0 1,0-1,0 1,0-1,0 1,0-1,0 1,0-1,0 0,0 1,0-1,0 1,0-1,0 1,0-1,1 1,-1-1,0 1,-2 9,-1 0,2 0,-1 1,1-1,1 1,0-1,0 0,1 1,1-1,0 1,1 4,-1-10,-1 0,1 0,0 0,0 0,1 0,-1-1,1 0,0 1,0-1,1 0,-1 0,1-1,0 1,0-1,0 0,0 0,1 0,-1 0,1-1,0 0,0 0,0 0,5 1,-5-2,0 0,0-1,0 0,1 0,-1 0,0 0,0-1,0 0,0 0,0 0,0-1,0 0,0 0,0 0,0 0,-1-1,0 0,2 0,20-17</inkml:trace>
  <inkml:trace contextRef="#ctx0" brushRef="#br0" timeOffset="12028.3">1310 2036,'1'-86,"1"19,-3 0,-2 1,-4-1,-13-57,15 106,-2 31,30 187,16 142,-26-267,-13-74,0 0,1-1,-1 1,0 0,0-1,0 1,0 0,1-1,-1 1,0-1,1 1,-1 0,0-1,1 1,-1-1,1 1,-1-1,0 1,1-1,-1 0,1 1,0-1,-1 1,1-1,-1 0,1 0,0 1,-1-1,1 0,-1 0,1 0,0 0,-1 0,1 1,0-1,-1 0,1-1,0 1,-1 0,1 0,0 0,-1 0,1 0,0-1,-1 1,1 0,25-24,-20 17,6-6,0 1,1 0,1 1,0 1,0 0,4-1,-14 8,0 1,0 0,0 0,0 1,0-1,0 1,0 0,0 0,1 0,-1 1,0-1,1 1,-1 0,1 1,-1-1,0 1,0-1,1 1,-1 1,0-1,0 0,0 1,0 0,0 0,0 0,-1 1,3 1,0 1,-1 1,0 0,0 0,0 0,-1 1,0-1,0 1,-1 0,0 1,0-1,0 0,-1 1,0-1,-1 1,0 0,0 0,0 0,-1-1,0 1,-1 0,0 0,0 0,0-1,-1 1,-1-1,1 1,-1-1,0 0,-1 0,1 0,-1 0,-1-1,1 1,-1-1,-4 3,6-6,0 0,0-1,-1 1,1-1,-1 1,0-1,0 0,0-1,0 1,0-1,0 1,0-1,0 0,-1-1,1 1,0-1,-1 0,1 0,0 0,-1-1,1 1,0-1,0 0,0 0,0-1,0 1,0-1,0 0,0 0,0 0,1-1,-1 1,1-1,-1 0,1 0,0 0,0-1,-1 1,0-1,0 0,1 0,0 0,-1-1,1 1,1-1,-1 0,1 0,0 0,0 0,0 0,0 0,1 0,0-2,2 4,1 1,0-1,0 1,0 0,0-1,0 1,0 0,1 0,-1 1,1-1,-1 0,1 1,0 0,-1-1,1 1,0 0,0 1,0-1,0 0,0 1,0-1,0 1,0 0,0 0,0 0,0 1,9-3,51-7,-25 5,1-1,-1-3,0-1,-1-1,0-3,-1 0,4-5,-35 17,0-2,-1 1,1-1,-1 1,1-1,-1-1,0 1,0 0,-1-1,1 0,-1 0,1 0,-1 0,0-1,-1 1,1-1,-1 0,0 1,0-1,-1 0,1 0,-1-1,0 1,0 0,-1 0,0-5,0 8,-1 0,1 0,-1 1,0-1,0 0,0 0,0 1,0-1,0 0,0 1,0-1,-1 1,1-1,-1 1,1 0,-1 0,1 0,-1-1,0 2,0-1,1 0,-1 0,0 0,0 1,0-1,0 1,0 0,0-1,0 1,0 0,0 0,0 0,0 1,0-1,0 0,-65 26,62-23,1 1,0 0,-1 1,1-1,1 0,-1 1,1 0,-1 0,1 0,1 0,-1 1,1-1,0 1,0 0,1-1,-1 1,1 0,1 0,-1 0,1 0,0 0,0 0,1 0,-1-1,1 1,1 0,-1 0,1-1,0 1,0 0,1-1,0 0,0 0,0 0,0 0,1 0,0-1,0 1,3 2,6 0,-1 0,1-2,-1 1,1-2,1 1,-1-2,1 0,0 0,-1-2,1 1,0-2,0 0,0-1,0 0,0-1,-1 0,1-1,-1-1,1 0,-1-1,9-4,-10 3,0-1,0 0,-1-1,0 0,-1 0,1-1,-2-1,1 0,-1 0,-1-1,0 0,0 0,-1-1,-1 1,0-2,0 1,-1-1,-1 0,2-8,4-24,-1-1,-3-1,-1 1,-3-1,-2-4,0 48,2-38,-1 1,-3-1,-1 0,-2 0,-2 1,-7-24,13 60,0 0,0 0,0 0,0 0,0 0,-1 0,1 1,-1-1,0 0,-1 1,1-1,0 1,-1 0,0 0,0 0,0 0,0 0,0 1,-1 0,1-1,-1 1,1 0,-1 1,0-1,0 1,0-1,1 1,-2 0,1 0,0 1,0 0,0-1,0 1,0 0,0 1,0-1,0 1,0 0,-2 1,-5 5,2 2,-1-1,1 2,0-1,1 1,0 0,1 1,0 0,1 0,0 0,0 1,2 0,-1 0,1 0,1 1,0 0,1-1,0 4,-3 7,0 0,2 0,0 0,2 0,0 0,2 0,0 1,2-1,0 0,2-1,0 1,2-1,0 0,2 0,0-1,1 0,2 0,0-2,1 1,0-1,2-1,0-1,1 0,1-1,1-1,7 6,-19-16,1 0,0 0,-1-1,2 0,-1 0,0 0,1-1,-1 0,1-1,0 0,0 0,0 0,0-1,0 0,0-1,1 0,-1 0,0-1,0 0,0 0,0-1,0 0,0 0,0-1,-1 0,1 0,-1-1,0 0,0-1,0 1,-1-1,1-1,4-9,-1 0,-1 0,0-1,-2-1,1 0,-2 0,0 0,-2 0,3-13,-2 10,-8 35,1 1,0 0,1 1,1-1,0 0,2 13,-1-26,0-1,0 1,1 0,-1-1,0 1,1-1,-1 1,1-1,0 0,0 0,0 0,0 0,0 0,0 0,1 0,-1-1,1 1,-1-1,1 0,-1 1,1-1,0-1,0 1,0 0,-1-1,1 1,0-1,0 0,0 0,0 0,2 0,89-24,-87 20,1 0,-1-1,0 0,0-1,0 1,-1-1,0-1,0 1,-1-1,1 0,-2 0,1-1,-1 1,3-6,-7 12,0 0,0 0,0 1,0-1,1 0,-1 0,0 1,0-1,1 0,-1 1,0-1,1 0,-1 1,1-1,-1 0,1 1,0-1,-1 1,1-1,-1 1,1-1,0 1,-1 0,1-1,0 1,-1 0,1 0,0-1,0 1,0 0,-1 0,1 0,0 0,0 0,-1 0,1 0,0 0,0 0,-1 0,1 0,0 1,0-1,-1 0,1 0,0 1,0-1,-1 1,1-1,-1 0,1 1,0-1,-1 1,1 0,-1-1,1 1,19 18,-10-8,1-1,1 1,-1-2,1 0,1 0,0-1,0-1,1 0,8 3,-5-6,0 1,1-2,-1 0,1-1,0-1,0-1,-1 0,1-2,0 0,0 0,-1-2,0 0,0-1,0-1,0 0,-1-2,0 0,0 0,-1-1,0-1,-1-1,0 0,-1-1,0 0,-1-1,0-1,-1 0,0 0,-1-1,5-11,-2-3,0-1,-3 0,0-1,-2 0,-1 0,-2-1,-1 1,-1-1,-2 0,-1 0,-2-6,1 20,-1 0,-1 0,-1 0,0 1,-1-1,-7-14,10 26,-1 1,1 0,-1 0,0 0,0 0,0 1,-1-1,1 1,-1 0,0 0,-1 0,1 0,-1 1,1 0,-1 0,0 0,0 0,0 1,-1 0,1 0,0 1,-1-1,-4 0,3 2,0 0,0 1,1-1,-1 1,0 1,1-1,-1 1,1 0,0 1,-1 0,1 0,0 0,1 0,-1 1,1 0,-1 0,1 1,0 0,-77 97,70-80,1 0,1 0,0 1,2 0,1 1,0 0,2 0,1 0,-1 22,4-31,1 1,0-1,1 1,1 0,1-1,0 0,1 0,0 0,1 0,1 0,0-1,1 0,1 0,0-1,1 0,2 1,7 5,0-2,2 0,0-1,1-1,1 0,0-2,1-1,0-1,1-1,0 0,1-2,0-1,0-1,1-1,63 12</inkml:trace>
  <inkml:trace contextRef="#ctx0" brushRef="#br0" timeOffset="14776.511">6577 2076,'9'-69,"-2"21,-2 0,-2 0,-3-34,1 78,-2 0,1 0,0 0,-1 0,1 0,-1 1,0-1,-1 0,1 0,0 0,-1 1,0-1,0 1,0-1,-1 1,1 0,-1 0,1 0,-2-1,95 33,-54-21,-26-5,99 35,-105-36,-1 1,1 0,-1 0,0 0,0 0,0 0,0 1,-1 0,1 0,-1 0,0 0,0 0,0 1,-1-1,0 1,0 0,0 0,0-1,-1 1,1 1,-1 0,-10 109,9-112,0 0,0 0,1 0,-1 0,1 0,-1 0,1 0,0 0,0 0,0-1,1 1,-1 0,1-1,-1 1,1-1,0 1,0-1,0 0,0 0,0 0,1 0,-1 0,0-1,1 1,0-1,-1 1,1-1,0 0,1 1,89 12,-72-14,0-2,0 0,0-2,-1 0,1-1,-1-1,18-8,-28 10,-1 0,1-1,-1 0,0-1,0 0,-1 0,0-1,0 0,0 0,-1-1,0 0,-1 0,0-1,0 0,-1 0,4-7,-8 13,1-1,0 1,-1-1,0 1,0-1,0 0,0 1,-1-1,0 0,1 0,-1 1,-1-1,1 0,0 0,-1 1,0-1,0 0,0 1,0-1,0 1,-1-1,0 1,0 0,0-1,0 1,0 0,0 0,-1 1,0-1,1 0,-1 1,0-1,0 1,0 0,-1 0,1 1,0-1,-1 0,-2 0,-1 0,0 1,0 0,1 0,-1 0,0 1,0 0,0 1,0-1,0 1,0 0,1 1,-1 0,0 0,1 0,0 1,-1 0,1 0,0 1,1 0,-1 0,0 0,1 0,0 1,0 0,1 0,-1 0,1 1,0 0,1-1,-1 1,1 1,0-1,0 0,1 1,0-1,0 1,1 0,0 0,0 3,1-6,1 1,-1-1,1 1,0-1,1 1,-1-1,1 0,0 1,0-1,0 0,1 0,-1-1,1 1,0 0,0-1,0 0,0 1,1-1,0-1,-1 1,1 0,0-1,0 0,0 0,1 0,8 4,0-1,1 0,0-1,-1-1,2 0,-1-1,8 0,-15 0,-1-1,1-1,0 1,0-1,0 0,0 0,0-1,0 0,0-1,-1 1,1-1,0 0,-1-1,0 0,1 0,-1 0,0-1,-1 1,1-1,0-1,-1 1,0-1,0 0,-1 0,1-1,-1 1,0-1,-1 0,1 0,-1 0,1-5,-1-1,0 0,0 0,-2 0,1-1,-2 1,0-1,0 1,-1 0,-2-8,4 19,-1 1,0-1,0 0,0 1,1-1,-1 0,0 1,0-1,0 0,0 1,0-1,0 0,-1 1,1-1,0 0,0 1,0-1,-1 1,1-1,0 0,0 1,-1-1,1 1,-1-1,1 1,-1-1,1 1,0-1,-1 1,0-1,1 1,-1 0,1-1,-1 1,1 0,-1-1,0 1,1 0,-1 0,0 0,1 0,-1-1,0 1,1 0,-1 0,0 0,1 0,-1 1,0-1,1 0,-1 0,0 0,1 0,-1 1,1-1,-1 0,0 1,1-1,-1 0,1 1,-1-1,1 1,-1-1,1 1,-1-1,1 1,0-1,-1 1,-23 42,21-37,1 0,0 0,0 0,0 0,1 0,0 0,0 0,0 1,1-1,0 0,0 1,1-1,0 0,0 0,0 0,1 1,0-1,0-1,1 1,-1 0,1 0,0-1,1 0,-1 1,1-2,0 1,1 0,-1-1,1 1,0-1,0 0,0-1,5 3,-4-3,0-1,0-1,0 1,0-1,0-1,0 1,0-1,1 0,-1 0,0 0,0-1,0 0,0 0,0-1,0 0,0 0,0 0,-1-1,1 0,-1 0,0 0,0 0,0-1,0 0,-1 0,1-1,-1 1,0-1,0 0,-1 0,1 0,-1 0,0-1,1-2,0-3,0 1,0-1,-1-1,0 1,-1 0,-1-1,1 1,-2-1,0 0,0 1,-1-1,0 0,1 11,0 1,0-1,0 1,0-1,0 0,0 1,0-1,0 1,0-1,0 1,0-1,0 1,0-1,0 1,0-1,0 1,-1-1,1 0,0 1,0 0,-1-1,1 1,0-1,-1 1,1-1,0 1,-1 0,1-1,-1 1,1 0,-1-1,1 1,0 0,-1-1,0 1,1 0,-1 0,1 0,-1 0,1-1,-1 1,1 0,-1 0,1 0,-1 0,1 0,-1 0,0 1,1-1,-1 0,1 0,-1 0,1 0,-1 1,1-1,-1 0,1 0,-1 1,1-1,0 0,-1 1,1-1,-19 31,16-24,1-1,-1 1,1 0,0 0,1 0,0 0,0 0,0 0,1 0,0 0,0 0,1 0,0 0,0 0,0 0,1 0,0 0,1-1,-1 1,2-1,-1 1,0-1,1 0,0 0,1-1,-1 1,1-1,0 0,0 0,1-1,-1 1,1-1,0-1,0 1,1-1,-1 0,1 0,-2-2,0 0,-1-1,1 1,0-1,-1 0,1-1,0 1,-1-1,1 0,0 0,-1 0,1-1,-1 1,0-1,1 0,-1 0,0-1,0 1,-1-1,1 0,0 0,-1 0,0-1,1 1,-2-1,1 0,0 0,-1 0,1-1,6-10,-2 0,0 0,0-1,-2 0,0 0,0 0,0-10,0-33,-5 59,0-1,0 1,1 0,-1-1,0 1,0 0,0-1,0 1,0 0,-1-1,1 1,0 0,0-1,0 1,0 0,0-1,0 1,0 0,-1 0,1-1,0 1,0 0,0-1,-1 1,1 0,0 0,0 0,-1-1,1 1,0 0,-1 0,1 0,0 0,-1-1,1 1,0 0,-1 0,1 0,0 0,-1 0,1 0,0 0,-1 0,1 0,0 0,-1 0,1 0,0 0,-1 0,1 0,0 1,-1-1,1 0,0 0,0 0,-1 0,1 1,0-1,-1 0,1 0,0 0,0 1,0-1,-1 0,1 1,0-1,0 0,0 1,-15 19,9-9,2 0,-1 0,2 0,-1 0,2 1,-1-1,1 1,1 0,0 3,1-11,0 1,0-1,0 0,1 1,-1-1,1 0,0 1,0-1,1 0,-1 0,1 0,0 0,0 0,0 0,1 0,-1-1,1 1,0-1,0 0,0 0,0 0,1 0,-1 0,1-1,0 0,0 1,26 7,-2-4</inkml:trace>
  <inkml:trace contextRef="#ctx0" brushRef="#br0" timeOffset="15326.703">8168 1715,'5'0,"0"0,0 0,0 1,0 0,0 0,0 0,0 1,-1 0,1 0,0 0,-1 0,0 1,1-1,-1 1,0 0,-1 1,1-1,0 1,-1-1,0 2,11 8,-2 1,0 1,-1 0,0 1,-2 0,1 1,-2 0,0 0,-1 1,-1-1,-1 2,0-1,-2 0,0 1,-1 0,0 1,-1 46,-2 1,-3 0,-12 60,7-56,9-70,-3 10,1 0,0 1,1-1,0 1,1-1,0 1,0-1,2 0,-1 1,1-1,1 0,0 0,1 0,0 0,0-1,1 1,1-1,2 3,-6-11,0 0,0 0,0 0,1 0,-1-1,1 1,-1-1,1 1,0-1,-1 0,1 0,0 0,0-1,0 1,-1-1,1 1,0-1,0 0,0 0,0 0,0-1,0 1,0-1,-1 0,1 1,0-1,0 0,-1-1,1 1,-1 0,1-1,-1 1,4-3,-1 0,0-1,-1 1,1-1,-1 0,0 0,0 0,0-1,-1 0,0 1,0-1,0 0,1-6,3-14,-2 1,-1-1,-1 0,-1-1,-1 1,-1 0,-2 0,-1-1,0 1,-2 1,-1-1,-2 1,0 0,-6-12,5 17,0 1,-2 1,0-1,-1 2,0-1,-2 2,0 0,-1 0,-15-12,9 10,21 17,0 0,0 0,0 1,0-1,0 0,0 0,0 0,0 1,1-1,-1 0,0 0,1 0,-1 1,1-1,-1 0,0 1,1-1,-1 0,1 1,0-1,-1 1,1-1,0 1,-1-1,1 1,0-1,-1 1,1 0,0-1,0 1,0 0,-1-1,1 1,0 0,0 0,0 0,-1 0,1 0,0 0,0 0,0 0,0 0,-1 0,1 1,0-1,0 0,0 1,-1-1,1 0,0 1,-1-1,1 1,0-1,4 0,283-22,-276 21,-9 0,1 0,-1 0,0 1,1 0,-1-1,1 1,-1 0,0 1,1-1,-1 1,0-1,1 1,-1 0,0 1,1-1,-3 1,0 0,0 0,-1 0,1 0,-1-1,1 1,-1 0,0 0,0 0,0 0,0 0,0 0,0 0,-1 0,1 0,-1 0,1 0,-1 0,0 0,1-1,-2 2,0 5,-1 1,-13 79,16-85,0 1,0-1,0 1,0-1,1 1,-1-1,1 1,0-1,0 1,0-1,0 0,1 0,-1 1,1-1,0 0,0 0,0-1,0 1,0 0,1-1,-1 1,1-1,1 1,38 5,-21-11</inkml:trace>
  <inkml:trace contextRef="#ctx0" brushRef="#br0" timeOffset="15600.539">8690 1581,'9'0,"3"0</inkml:trace>
  <inkml:trace contextRef="#ctx0" brushRef="#br0" timeOffset="15926.691">8957 1019,'-9'28,"2"0,1 0,1 0,1 1,2 0,1 0,2 23,-1-49,6 170,17 73,-9-106,-9-73,16 97,-21-161,0-1,1 0,-1 0,1 0,0 0,0 0,0 0,0 0,0 0,0 0,0 0,1 0,-1-1,1 1,-1-1,1 1,0-1,-1 1,1-1,0 0,0 0,0 0,0 0,0 0,0 0,0-1,0 1,0-1,1 1,-1-1,0 0,0 0,0 0,1 0,-1 0,0 0,0-1,0 1,0-1,1 0,-1 1,1-2,10-5,0-1,0-1,-1 0,0-1,-1 0,0-1,-1 0,0-1,-1 0,0 0,-1-1,0 0,-1-1,0 1,-2-1,4-10,20-71,-30 96,1-1,0 0,0 0,0 0,0 0,-1 0,1 0,0 0,0 0,0 0,0 0,-1 0,1 0,0 0,0 0,0 0,-1 0,1 0,0 0,0 0,0 0,0 0,-1 0,1 0,0 0,0 0,0 0,0-1,-1 1,1 0,0 0,0 0,0 0,0 0,0 0,-1-1,1 1,0 0,0 0,0 0,0 0,0-1,0 1,0 0,0 0,0 0,0-1,0 1,0 0,0 0,-10 17,5-4,0 1,1 0,1-1,0 1,1 0,0 1,1-1,1 3,0-12,0 0,0 0,1 0,-1-1,1 1,0 0,1 0,-1-1,1 1,0-1,0 1,1-1,-1 0,1 0,0 0,0 0,0 0,0-1,1 1,-1-1,1 0,0 0,0-1,0 1,3 1,20 5,-2-4</inkml:trace>
  <inkml:trace contextRef="#ctx0" brushRef="#br0" timeOffset="16097.781">9345 1661,'-14'-5,"-7"-3,-1-3,2 1</inkml:trace>
  <inkml:trace contextRef="#ctx0" brushRef="#br0" timeOffset="16330.737">8756 1274,'21'0,"20"0,19 0,17 2,14 3,10 4,1 3,-7 3,-20-1</inkml:trace>
  <inkml:trace contextRef="#ctx0" brushRef="#br0" timeOffset="16596.589">9371 2009,'16'-1,"0"1,0-2,0 0,-1-1,1-1,-1 0,0-1,0-1,0 0,1-2,-9 5,0-1,-1 0,0 0,1-1,-2 0,1 0,0-1,-1 1,0-1,-1 0,1 0,-1-1,0 1,-1-1,1 0,-1 0,-1 0,1-1,-1 1,-1-1,2-5,-3 10,0 0,0 0,0 0,0 0,0 1,-1-1,1 0,-1 0,0 0,1 0,-2 0,1 0,0 1,0-1,-1 0,0 1,1 0,-1-1,0 1,0 0,0 0,0 0,-1 0,1 0,-1 0,1 1,-1-1,1 1,-1-1,0 1,0 0,0 0,1 1,-1-1,0 1,0-1,0 1,0 0,0 0,0 0,0 0,0 1,0-1,-1 1,-4 1,1 0,-1 0,1 1,0 0,0 1,0-1,0 1,0 1,1-1,0 1,0 0,0 0,0 1,1 0,0 0,0 0,1 1,0-1,0 1,0 0,1 0,0 1,0-1,1 1,0-1,1 1,-1 0,1 0,1-1,-1 1,1 0,1 0,0 0,0 0,0-1,1 1,0 0,0-1,1 1,0-1,1 0,-1 0,2 1,6 4,1 0,1 0,0-2,0 1,1-2,0 1,0-2,1 0,1-1,-1-1,1 0,0-1,0 0,4-1,36 10</inkml:trace>
  <inkml:trace contextRef="#ctx0" brushRef="#br0" timeOffset="17878.982">428 3279,'-10'-2,"0"1,0 0,0 1,0 0,0 0,0 1,0 0,0 1,0 0,0 1,1 0,-1 0,1 1,0 1,0-1,0 1,1 1,0-1,0 2,0-1,1 1,0 0,-5 6,10-10,-1 1,1-1,0 1,-1 0,2 0,-1 0,0 0,1 0,0 1,0-1,0 0,0 1,1-1,0 0,0 1,0-1,0 1,1-1,0 0,-1 1,2-1,-1 0,0 0,1 0,0 0,0 0,0 0,0 0,1-1,-1 1,1-1,0 0,0 1,0-1,1-1,-1 1,1 0,3 1,-1-2,1 0,0-1,0 1,1-1,-1-1,0 1,0-1,0-1,0 1,0-1,0-1,0 1,0-1,0 0,0-1,-1 1,1-1,-1-1,0 1,1-1,2-3,1 0,1-1,-1-1,0 0,-1 0,0-1,-1 0,0-1,0 0,-1 0,0-1,1-4,-5 9,1-1,-1-1,-1 1,1 0,-1-1,-1 1,0-1,0 1,-1-1,0 0,0 1,-1-5,-12-2,2 36,10-11,1 0,0-1,0 1,1 0,1-1,0 1,0-1,0 1,1-1,1 0,0 0,0 0,0-1,1 1,1-1,-1 0,1 0,1-1,-1 0,1 0,0-1,1 1,0-1,0-1,0 0,0 0,1-1,0 0,0 0,0-1,0 0,1 0,0-1,28 8</inkml:trace>
  <inkml:trace contextRef="#ctx0" brushRef="#br0" timeOffset="18827.018">642 3373,'45'-49,"-2"-2,-2-1,-3-3,5-11,-32 50,0-1,-2 0,1-1,-2 1,0-2,-2 1,0-1,-1 0,0-1,-2 1,0-8,-2 25,-1 0,0 1,0-1,-1 0,1 0,0 0,-1 0,1 0,-1 0,0 0,1 0,-1 1,0-1,0 0,0 1,-1-1,1 1,0-1,0 1,-1-1,1 1,-1 0,1 0,-1 0,0 0,1 0,-1 0,0 0,0 0,0 1,1-1,-1 1,0-1,0 1,0 0,0-1,0 1,0 0,0 1,0-1,0 0,0 0,0 1,0-1,1 1,-3 0,-3 2,-1 0,1 0,-1 1,1 0,1 0,-1 0,0 1,1 0,0 0,0 1,1 0,-1 0,1 0,1 1,-1-1,1 1,0 0,0 0,1 1,-1 3,-3 9,1-1,1 1,0 1,2-1,0 0,2 1,0 11,1-13,0 0,2 0,0 0,1-1,1 1,1 0,1-1,0 0,1-1,1 1,1-1,0-1,1 1,1-2,0 0,1 0,1-1,1 0,-1-1,2-1,0 0,0-1,1 0,1-2,5 3,-10-6,1-1,0-1,0 1,0-2,1 0,-1-1,1 0,-1-1,1 0,0-1,0-1,-1 0,1-1,-1 0,9-3,25-10</inkml:trace>
  <inkml:trace contextRef="#ctx0" brushRef="#br0" timeOffset="19619.089">2072 2811,'-13'38,"12"-32,-7 423,-6-261,14-143,0-25,1 1,-1-1,1 1,-1-1,1 1,-1-1,1 1,-1-1,1 1,0-1,-1 0,1 0,0 1,-1-1,1 0,0 0,-1 1,1-1,0 0,-1 0,1 0,0 0,-1 0,1 0,0 0,-1-1,1 1,0 0,-1 0,1 0,0-1,-1 1,1 0,0-1,-1 1,1 0,-1-1,1 1,-1-1,1 1,-1-1,1 1,-1-1,0 1,1-1,-1 0,0 1,1-1,-1 1,0-1,0 0,1 1,-1-1,3-2,10-9,-3 2,1 1,-1-1,2 2,-1 0,1 0,0 1,1 0,0 1,0 0,0 1,12-2,-23 7,1 1,0-1,-1 1,1-1,-1 1,1 0,-1 0,0 0,1 1,-1-1,0 0,0 1,0 0,0-1,0 1,0 0,0 0,0 0,-1 0,1 0,-1 0,0 1,1-1,-1 1,0-1,-1 0,1 1,0 0,-1-1,1 1,-1-1,0 1,0 0,0-1,0 1,0-1,0 1,-1 0,1-1,-1 1,0-1,0 1,0-1,0 0,0 1,-1-1,0 2,-2 3,0 0,0-1,0 1,0-1,-1 0,0 0,-1-1,1 1,-1-1,0 0,0-1,-1 0,1 0,-1 0,0 0,0-1,0-1,-1 1,1-1,0 0,-1-1,-5 1,10-2,1 0,-1-1,1 1,-1-1,1 1,0-1,0 0,-1 0,1 0,0 0,0-1,0 1,0 0,0-1,0 1,0-1,1 0,-1 0,1 0,-1 0,1 0,0 0,-1 0,1 0,0 0,0-1,1 1,-1 0,0-1,1 1,0 0,-1-1,1 1,0-1,0 1,0-1,1 1,-1 0,1-1,-1 1,1-1,0 1,-1 0,1 0,1-1,-1 1,0 0,0 0,1 0,0-1,8-9,0-1,1 1,0 1,1 0,0 0,1 1,0 1,1 0,-1 1,2 0,-1 1,5-1,-7 2,1 0,0 1,0 0,1 1,-1 1,1 0,0 0,8 1,-19 3,1 1,0-1,0 1,-1 0,1 0,-1 1,0-1,0 1,1-1,-2 1,1 0,0 0,0 0,-1 1,0-1,0 0,0 1,0 0,0-1,-1 1,1 0,-1 0,0 0,-1 0,1 0,-1 0,1 0,-1 0,0 3,4 11,-2-9,-1 0,1 0,0 0,0-1,1 1,0-1,1 0,0 0,0 0,1 0,-1-1,2 1,4 4,3-5,-2-5</inkml:trace>
  <inkml:trace contextRef="#ctx0" brushRef="#br0" timeOffset="19884.471">2419 3012,'21'16,"20"7,3 0</inkml:trace>
  <inkml:trace contextRef="#ctx0" brushRef="#br0" timeOffset="20364.732">3061 3172,'-37'-1,"-1"3,1 1,0 1,0 2,-4 3,39-8,-1-1,1 1,0-1,0 1,0 0,0 0,0 0,0 0,0 0,0 1,0-1,0 0,1 1,-1 0,1-1,-1 1,1 0,-1 0,1 0,0 0,0 0,0 0,0 0,0 0,1 0,-1 0,1 0,-1 1,1-1,0 0,0 0,0 1,0-1,0 0,0 1,0-1,1 0,0 0,-1 0,1 1,0-1,0 0,0 0,0 0,0 0,1 0,8 12,1 0,0-1,1-1,0 0,1 0,6 2,11 13,-14-13,1 0,-1 1,-1 0,-1 1,0 0,9 16,-22-30,1-1,-1 1,0 0,0 0,0 0,0 0,0 0,-1 1,1-1,-1 0,1 0,-1 0,0 1,0-1,0 0,0 1,0-1,0 0,-1 0,1 0,-1 1,1-1,-1 0,0 0,0 0,0 0,0 0,0 0,-1 0,1 0,0-1,-1 1,1 0,-1-1,0 1,0-1,1 0,-1 0,0 1,0-1,-2 0,0 2,1-1,-1 0,0 0,0-1,1 1,-1-1,0 0,0 0,-1 0,1 0,0-1,0 1,0-1,0 0,-1-1,1 1,0-1,0 0,0 0,0 0,0 0,0-1,0 1,0-1,1 0,-1 0,1-1,-1 1,1-1,0 0,0 1,0-2,0 1,0 0,1 0,0-1,-1 1,1-1,1 0,-2-1,3-6,0-1,1 1,1 0,-1 0,2 0,-1 0,2 0,-1 1,2-1,-1 1,1 0,1 0,0 0,0 1,1 0,1-1,-2 2,67-102,-16 27,-4-3,26-57,-69 122,-1-1,-1 0,0 0,-2-1,-1 0,0 0,-2-1,-1 1,0-18,-12 11,10 29,-1 1,1 0,-1-1,1 1,-1 0,1 0,-1 0,1-1,-1 1,0 0,1 0,-1 0,1 0,-1 0,0 0,1 0,-1 0,1 0,-1 0,0 1,1-1,-1 0,1 0,-1 0,1 1,-1-1,1 0,-1 1,1-1,-1 0,1 1,-1-1,1 1,0-1,-1 1,1-1,-1 1,1-1,0 1,0-1,-1 1,1-1,0 1,0-1,0 1,0 0,0-1,-1 1,-4 14,-1 1,2-1,0 1,1 0,0 0,1 0,1 1,1-1,0 0,2 9,3 26,2 0,2-1,2 0,2-1,3-1,1 0,3-1,1 0,3-2,2-1,1-1,3-1,-9-12</inkml:trace>
  <inkml:trace contextRef="#ctx0" brushRef="#br0" timeOffset="20612.31">2941 2972,'25'0,"26"2,26 3,21 6,16 7,5 7,0 7,-8 2,-22-4</inkml:trace>
  <inkml:trace contextRef="#ctx0" brushRef="#br0" timeOffset="21536.101">3863 3253,'-61'-1,"-103"7,159-7,1 2,0-1,0 0,0 1,0-1,0 1,-1 0,1 1,1-1,-1 1,0 0,0 0,1 0,-1 0,1 0,-1 1,1 0,0 0,0 0,0 0,0 0,1 0,0 1,-1-1,1 1,0 0,1 0,-1-1,0 3,4-2,-1-1,1 0,0 1,0-1,1 0,-1 0,1 0,-1-1,1 1,0 0,0-1,0 0,0 0,0 0,1 0,-1 0,1-1,-1 1,1-1,0 0,-1 0,1 0,0-1,0 1,1-1,5 2,0 1,0-2,1 1,-1-2,0 1,0-1,1-1,-1 0,0 0,0-1,0 0,0-1,0 0,-1-1,1 0,-1 0,0-1,0 0,-1-1,1 0,-1 0,0-1,-2-3,-17 34,10-21,1-1,-1 0,1 1,0 0,0-1,0 1,0-1,0 1,1-1,-1 1,1-1,-1 1,1-1,0 0,0 1,0-1,0 0,0 0,1 1,-1-1,1 0,0 0,-1-1,1 1,0 0,0 0,0-1,0 0,0 1,0-1,1 0,-1 0,0 0,1 0,1 0,3 2,1-1,0 0,0-1,0 0,0 0,0-1,0 0,0 0,0-1,0 0,1 0,0-2,0 0,0 0,0-1,0 0,0 0,-1-1,1 0,-1-1,-1 0,1 0,-1 0,0-1,0 0,-1-1,0 0,0 1,-1-2,0 1,-1-1,2-4,5-12,-1-1,-2 1,0-2,-2 1,-1-1,1-22,0-18,-2 0,-3-1,-4 1,-2 0,-8-31,8 75,1 19,2 14,0 18,8 559,-5-560,13 75,-14-101,0 0,0-1,0 1,0 0,1-1,-1 1,0 0,0-1,1 1,-1-1,1 1,-1 0,0-1,1 1,-1-1,1 1,-1-1,1 0,0 1,-1-1,1 1,-1-1,1 0,0 1,-1-1,1 0,0 0,-1 0,1 0,0 1,-1-1,1 0,0 0,0 0,-1 0,1-1,0 1,-1 0,1 0,0 0,-1 0,1-1,0 1,-1 0,1-1,-1 1,1 0,0-1,-1 0,30-28,-24 22,2-4,2-1,0 1,0 1,1 0,0 1,0 0,1 0,1 1,-1 1,1 0,0 1,11-4,-20 10,0-1,0 1,-1 0,1 0,0 0,0 0,0 0,-1 1,1 0,0 0,-1 0,1 0,0 0,-1 1,1 0,-1-1,0 1,0 1,0-1,0 0,0 1,0-1,-1 1,1 0,-1 0,1 0,-1 0,0 1,-1-1,1 0,1 4,3 7,-1 1,0-1,-1 1,0 0,-1 0,-1 0,0 5,-13 72,10-89,0 0,0 0,0 0,0 0,-1 0,0 0,1-1,-1 1,0-1,0 1,-1-1,1 0,0 0,-1 0,1 0,-1 0,0 0,1-1,-1 1,0-1,0 0,0 0,0 0,0 0,-1 0,1-1,-1 1,-1-3,-1 1,1-1,0 0,0 0,1-1,-1 0,0 0,1 0,-1 0,1 0,0-1,0 0,1 0,-1 0,1 0,0-1,0 1,0-1,1 0,-1 0,1 0,0 0,1 0,-1 0,1 0,0-1,0 1,1 0,0-1,0 1,0-4,0 2,1 1,-1 0,1-1,0 1,1 0,0 0,0 0,0 0,1 0,-1 1,1-1,1 1,-1 0,1-1,0 2,0-1,0 0,1 1,0 0,0 0,0 0,0 0,0 1,1 0,-1 0,3 0,5-3,0 1,0 1,0-1,0 2,1 0,-1 1,1 0,0 1,0 1,0 0,9 2,-18-2,0 0,0 1,0-1,0 1,0 1,0-1,0 1,0 0,0 0,-1 0,1 0,-1 1,1 0,-1 0,0 0,0 1,-1-1,1 1,-1 0,0 0,0 0,0 0,0 1,-1-1,1 1,-1-1,0 1,0 2,17 117,-19-122,1 0,-1 0,1 0,0 0,0-1,0 1,0 0,0-1,0 1,0 0,0-1,0 1,1-1,-1 0,1 1,-1-1,1 0,0 0,-1 0,1 0,0 0,0-1,0 1,-1 0,1-1,0 1,0-1,0 0,0 0,0 0,0 0,13-1</inkml:trace>
  <inkml:trace contextRef="#ctx0" brushRef="#br0" timeOffset="23172.86">4612 2905,'39'10,"1"-1,0-3,0-1,1-2,-1-1,40-5,-45 4,-1-2,1-2,-1-1,0-2,0-1,-1-2,0-1,0-2,-1-1,-1-1,0-2,-1-1,21-16,-44 28,-1-1,1 0,-1 0,0 0,0-1,-1 0,0 0,-1-1,1 0,-1 1,-1-1,1 0,-1-1,-1 1,0-1,0 1,0-1,-1 0,0 1,-1-1,0 0,-1 0,1 0,-2 1,1-1,-1 1,-1-1,1 1,-1-1,-1 1,0-1,-2 0,0 1,-1 0,0 0,0 0,-1 1,0 0,0 1,0 0,-1 0,0 1,0 0,-1 0,1 1,-1 0,0 1,0 0,0 1,0 0,-1 0,1 1,0 0,-1 1,1 0,-1 1,1 0,0 1,-1 0,1 1,0 0,0 0,1 1,-1 0,1 1,0 0,0 0,0 1,1 0,-7 7,1 3,2 1,0 0,1 1,0 0,2 1,0 0,1 1,1 0,1 0,1 0,0 1,2-1,0 1,2 0,0 0,1 0,1 0,1 0,1 0,1 0,1-1,7 20,-4-11,1-1,2 0,0 0,2-1,2-1,0 0,1-1,2-1,0 0,2-2,0 0,1-1,2-1,0-1,4 1,-22-16,0-1,-1 1,1-1,0 0,1-1,-1 1,0-1,1 0,-1-1,1 1,0-1,-1 0,1-1,0 1,0-1,0 0,-1 0,1-1,0 0,0 0,-1 0,1-1,-1 0,5-1,1-8,-1 0,1-1,-2 0,0 0,0-1,-1 0,-1-1,0 0,-1 0,0 0,-1-1,0-2,-3 11,28-92,-38 123,-14 71,22-93,0 1,0 0,0-1,0 1,1 0,0-1,0 1,0-1,0 1,0-1,1 0,-1 1,1-1,0 0,0 0,0 0,1 0,-1 0,1-1,-1 1,1-1,0 0,0 1,0-1,1 0,7 3,1-1,-1 0,1-1,0 0,0-1,0 0,0-1,0 0,0-1,0 0,0-1,0 0,0-1,0-1,5-1,-11 2,1-1,-1 0,0 0,0 0,0-1,0 0,-1 0,1-1,-1 1,0-1,-1 0,1-1,-1 1,0-1,0 0,-1 0,1 0,-1 0,-1 0,1-1,-1 0,0 1,0-3,5 3,-2 28,-1-5,-1-10,0-1,1 1,0-1,0 0,0 0,1 0,0 0,0-1,0 0,1 0,-1 0,1-1,0 0,1 0,-1-1,1 1,0-1,0-1,0 1,5 0,4 1,0 0,0-1,0-1,0-1,0 0,1-1,-1-1,0 0,1-1,-3 0,-1-1,0 0,1-1,-1-1,0 0,-1 0,1-2,-1 1,0-1,-1-1,0 0,0-1,-1 0,0-1,0 0,-1 0,-1-1,1 0,-2-1,0 0,0 0,-1 0,1-5,6-25,-1 0,-3-2,-1 1,-2-1,-3 0,-1 0,-4-42,2 53,-2 1,-2-1,-1 1,-5-17,7 39,1 0,-2-1,0 1,0 1,0-1,-1 1,-1 0,1 0,-2 0,1 1,-1-1,0 2,-1-1,0 1,-6-4,9 8,1 0,-1 1,0-1,0 1,1 0,-1 1,-1-1,1 1,0 0,0 1,0-1,-1 1,1 0,0 0,0 0,-1 1,1 0,0 0,0 0,0 1,0 0,0 0,0 0,1 0,-1 1,-4 3,1-1,-1 1,2 1,-1 0,1 0,0 0,0 1,1 0,0 0,1 1,-1-1,-2 8,1 3,0 0,1 0,0 1,2-1,0 1,2 0,0 0,1 1,1-1,0 0,2 0,1 0,0 0,6 17,0-5,1 0,2-1,1-1,2 0,1 0,1-2,1 0,16 18,-20-29,0 0,2-1,0-1,0 0,2-1,16 10,-29-21,0 1,1-1,-1 0,1-1,0 1,0-1,0 0,0 0,0-1,0 0,0 0,1-1,-1 1,0-1,0-1,1 1,-1-1,0 0,0 0,0-1,0 0,0 0,0-1,0 1,-1-1,1-1,7-7,0-1,-1 0,-1-1,0 0,-1-1,-1 0,0-1,-1 1,0-2,-1 1,-1-1,0-1,-1 1,-1-1,-1 1,0-4,0 1,-4 19,0 0,1 0,-1 0,0 0,1 0,-1 0,1 0,-1 0,0 1,1-1,-1 0,1 0,-1 1,0-1,1 0,-1 1,1-1,-1 0,1 1,-1-1,1 1,0-1,-1 1,1-1,-1 1,1-1,0 1,-1-1,1 1,0-1,0 1,0 0,-1-1,1 1,0 0,0-1,0 1,0-1,0 1,0 0,0-1,0 1,0 0,-6 11,1 1,0 0,1 1,0-1,1 1,1 0,0-1,1 1,0 4,1-14,0 0,0 0,1 0,-1 1,1-1,0 0,0 0,0 0,1 0,0 0,-1 0,1-1,0 1,1-1,-1 1,1-1,-1 0,1 1,0-2,0 1,1 0,-1 0,0-1,1 0,0 0,-1 0,1 0,0 0,0-1,0 0,0 0,2 0,4 0,0 0,0-1,0 0,0-1,0 0,0 0,0-1,0-1,-1 0,1 0,-1-1,1 0,-1 0,-1-1,1 0,-1-1,0 0,0 0,0-1,-1 0,0 0,0-1,-1 0,0 0,-1 0,1-1,-2 0,1 0,-1 0,0-3,28-81,-32 84,-5 24,2-2,1 1,0-1,0 1,2-1,-1 1,2-1,1 10,-2-19,1 0,0 0,0 0,0 0,1 0,-1 0,1 0,0-1,0 1,0-1,0 1,1-1,-1 0,1 0,0 0,0 0,0 0,1-1,-1 0,0 1,1-1,0 0,-1-1,1 1,0 0,0-1,1 0,3 1,-1-1,1 0,0-1,-1 1,1-1,0-1,-1 0,1 0,0 0,-1-1,0 0,1-1,-1 1,0-1,0-1,0 1,-1-1,1 0,-1-1,0 0,0 0,-1 0,9-9,0 0,-1-1,-1-1,0 0,-2 0,1-1,7-18,6-27,-29 72,1 1,0 0,1 0,0 0,1 0,0 0,0 0,1 1,1-1,1 12,-1-18,0 0,1 1,0-1,0 0,1 0,-1 0,1 0,0 0,0 0,1-1,-1 1,1-1,0 1,0-1,1 0,-1 0,1-1,0 1,0-1,0 1,0-1,1-1,-1 1,5 2,29 5,-2-5</inkml:trace>
  <inkml:trace contextRef="#ctx0" brushRef="#br0" timeOffset="23466.82">7486 2664,'-13'-4,"-10"-2,-3 0,8 6,18 5,23 6,7 1</inkml:trace>
  <inkml:trace contextRef="#ctx0" brushRef="#br0" timeOffset="24316.818">8368 3092,'0'0,"0"0,-1 0,1 0,-1 0,1 0,-1 0,1 0,0 0,-1 0,1-1,-1 1,1 0,-1 0,1 0,0 0,-1-1,1 1,0 0,-1-1,1 1,0 0,-1 0,1-1,0 1,0 0,-1-1,1 1,0-1,0 1,0 0,-1-1,1 1,0-1,0 1,0-1,0 1,0 0,0-1,0 1,0-1,0 1,0-1,0 1,0 0,0-1,0 1,1-1,-1 1,0-1,0 1,0 0,0-2,-25-210,-3 86,25 120,4 18,1-7,0 0,0 0,0 0,1-1,-1 1,1-1,1 1,-1-1,1 0,-1 0,1-1,0 1,0-1,1 0,-1 0,1 0,-1 0,1-1,0 0,0 0,0 0,0-1,3 1,125 13,-3-29,-129 15,0-1,0 0,0 0,0 1,0-1,0 1,0-1,0 1,0-1,0 1,0 0,0-1,-1 1,1 0,0 0,0-1,-1 1,1 0,-1 0,1 0,0 0,-1 0,0 0,1 0,-1 0,0 0,1 0,-1 0,0 0,0 1,0-1,0 0,0 0,0 0,0 0,0 0,-1 0,1 0,0 0,0 0,-1 0,1 0,-1 0,1 0,-1 0,0 0,1 0,-1 0,0 0,1-1,-1 1,0 0,-3 11,-5 36,2 2,3-1,1 0,3 1,1-1,3 1,2-1,2 0,5 12,56 229,-68-285,1 1,-1-1,0 1,-1-1,1 1,-1 0,0-1,0 1,-1-1,0 1,0-1,0 1,-1-1,1 1,-1-1,-1 0,1 0,-1 0,0 0,0-1,0 1,0-1,-1 1,0-1,0 0,0-1,0 1,-1-1,-1 1,-4 1,-1-2,1 1,-1-1,0-1,0 0,0-1,0 0,0 0,-1-1,1-1,0 0,0 0,0-1,0 0,0-1,1-1,-1 1,1-2,-9-4,10 5,1-1,0 0,0 0,1 0,-1-1,1 0,0-1,1 1,0-1,0-1,0 1,1-1,0 0,1 0,0 0,0-1,0 0,1 0,1 1,-1-2,2 1,-1 0,0-9,5 4,0 0,1 0,0 0,1 1,1 0,0 0,0 0,2 1,-1 0,1 0,1 1,0 0,1 1,0-1,1 2,0 0,2-1,11-14,13-14,-1-2,-2-2,-1-2,-3 0,-2-2,-1-1,14-38,-41 86,0-1,0 1,0 0,0-1,0 1,0-1,0 1,0 0,0-1,1 1,-1 0,0-1,0 1,1-1,-1 1,0-1,1 1,-1-1,0 1,1-1,-1 1,1-1,-1 1,1-1,-1 1,1-1,-1 0,1 0,0 1,-1-1,1 0,-1 0,1 1,0-1,-1 0,1 0,0 0,-1 0,1 0,0 0,-1 0,1 0,-1 0,1 0,0-1,-1 1,1 0,0 0,-1-1,1 1,-1 0,1 0,-1-1,1 1,-1-1,1 1,-1-1,1 1,-1-1,0 1,1-1,-1 1,1-1,-1 1,0-1,1 0,-1 3,7 10</inkml:trace>
  <inkml:trace contextRef="#ctx0" brushRef="#br0" timeOffset="24858.606">9077 2824,'0'-4,"0"-10,2 18,17 208,-17-191,-1 0,0 1,-2-1,0 0,-2 0,0 0,-2 0,0 0,-1-1,-1 0,-1 0,0 0,-12 17,18-33,-1-1,1 1,-1-1,0 0,0 0,0 0,0 0,-1 0,1-1,-1 1,0-1,1 0,-1 0,0-1,0 1,0-1,-1 0,1 0,0 0,-1 0,3-2,1 1,0-1,0 1,0-1,0 0,0 1,0-1,0 0,0 0,0 0,1 0,-1 0,0 0,0 0,1 0,-1 0,1 0,-1 0,1 0,-1 0,1 0,0-1,-1 1,1 0,0 0,0-1,0 1,0 0,0 0,0-1,0 1,1 0,-1 0,0 0,1-1,-1 1,1 0,2-12</inkml:trace>
  <inkml:trace contextRef="#ctx0" brushRef="#br0" timeOffset="25314.965">9345 2905,'-267'104,"153"-45,114-59,-1 1,0-1,1 0,-1 1,0 0,0-1,1 1,-1-1,1 1,-1 0,1-1,-1 1,1 0,-1 0,1-1,0 1,-1 0,1 0,0 0,0-1,-1 1,1 0,0 0,0 0,0 0,0 0,0-1,0 1,0 0,1 0,-1 0,0 0,0 0,1-1,-1 1,0 0,1 0,-1-1,1 1,-1 0,1-1,-1 1,1 0,0-1,-1 1,1-1,0 1,-1-1,2 1,42 21,-41-20,42 15,-13-6,0 1,0 2,-2 1,0 1,-1 1,0 2,11 11,6 15,-36-34,0 0,0-1,1 0,1-1,0 0,0-1,1 0,0-1,0 0,11 3,10-3,-1-1,1-1,0-3,0 0,0-2,6-2,-33 2,-4 0,0 0,0 1,0-1,0 0,0-1,0 1,0 0,0-1,0 0,0 0,-1 0,1 0,0 0,0 0,-1-1,1 1,-1-1,1 0,-1 1,0-1,1-1,-1-9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5:36.55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602 428,'-11'1,"1"0,0 0,-1 1,1 1,0 0,0 0,0 1,1 0,-1 0,1 1,0 1,0-1,1 1,0 1,0 0,0 0,1 0,0 1,0 0,1 1,-2 2,2 3,0 0,1 1,0-1,1 1,1 0,0 0,1 1,1-1,0 0,1 1,0-1,2 0,0 1,0-1,2 0,0 0,0-1,7 13,-9-21,1 0,1 0,-1 0,1 0,0-1,0 0,1 0,-1 0,1 0,0-1,0 1,1-2,-1 1,1 0,0-1,0 0,0 0,1-1,-1 0,1 0,-1 0,1-1,-1 0,1 0,0-1,0 0,-1 0,1 0,0-1,-1 0,1-1,-1 1,1-1,4-2,-1-1,0 0,-1-1,0 0,0 0,-1-1,0 0,0-1,0 0,-1 0,0-1,-1 1,0-1,0-1,-1 1,0-1,1-3,7-21,-1-1,-1 0,-2 0,0-9,-1 5,-1-1,-2 0,-2 0,-2-1,-1 1,-5-25,5 59,0-1,0 1,-1-1,0 1,0-1,-1 1,0 0,0 0,0 0,-1 0,0 0,0 0,-1 0,1 1,-1 0,0 0,-1 0,1 0,-1 1,0-1,0 1,0 0,-1 1,1-1,-1 1,0 1,0-1,0 1,0 0,-1 0,1 0,0 1,-6 0,3 2,0 2,-1-1,1 1,0 1,1 0,-1 0,0 1,1 0,0 0,1 1,-1 0,1 0,0 1,0-1,1 2,0-1,0 1,1 0,0 0,0 0,1 1,0 0,1 0,0 0,0 0,1 0,0 1,0-1,1 1,1-1,-1 1,2 0,-1-1,1 1,1-1,0 1,0 1,8 14,1 0,1 0,0-1,2-1,1 0,1-1,1 0,1-2,10 10,-14-14,24 26,-20-24,-1-1,0 2,-2 0,0 1,-1 1,-1 0,-1 1,-1 0,-1 1,-1 0,2 13,-5 17,-4-43</inkml:trace>
  <inkml:trace contextRef="#ctx0" brushRef="#br0" timeOffset="993.526">1164 616,'112'0,"656"18,-620-2,-147-16,0 0,-1-1,1 1,0 0,0 0,-1-1,1 1,0 0,0 0,0 0,-1 0,1 0,0 0,0 1,-1-1,1 0,0 0,0 0,-1 1,1-1,0 0,-1 1,1-1,0 1,-1-1,1 1,0-1,-1 1,1-1,-1 1,1-1,-1 1,0 0,1-1,-1 1,1 0,-1-1,0 1,0 0,1 0,-1-1,0 1,0 0,0 0,0 0,0-1,0 1,0 0,0 0,0-1,0 1,-1 0,1 0,0-1,0 1,-1 0,1-1,0 1,-1 0,1-1,-1 1,0 0,-8 6</inkml:trace>
  <inkml:trace contextRef="#ctx0" brushRef="#br0" timeOffset="1395.973">1992 308,'-1'1,"1"0,-1 0,0 0,0 0,1 0,-1 0,1 0,-1 1,1-1,0 0,-1 0,1 0,0 1,0-1,0 0,0 0,0 1,0-1,0 0,0 0,0 1,0-1,1 0,-1 0,1 0,-1 1,1-1,-1 0,1 0,0 0,-1 0,1 0,0 0,0 0,0 0,12 18,2 0,0-1,2-1,0 0,0-1,1-1,12 7,-25-18,94 68,62 53,-158-123,0 0,0 1,-1-1,1 0,-1 1,0-1,0 1,0 0,0 0,0 0,-1 0,1 0,-1 0,1 0,-1 1,0-1,-1 0,1 1,-1-1,1 1,-1-1,0 0,0 1,0-1,-1 1,1-1,-2 4,-3-1,0 1,0-1,-1 0,0 0,0-1,0 0,-1 0,0 0,0-1,0 0,0 0,-1-1,0 0,-7 2,5 0,-380 135,363-126,11-3</inkml:trace>
  <inkml:trace contextRef="#ctx0" brushRef="#br0" timeOffset="2040.839">3008 415,'-9'-4,"0"1,0 0,0 0,0 1,0 0,-1 1,1 0,0 0,-1 1,1 1,-1-1,1 1,-1 1,1 0,0 0,0 1,0 0,0 0,1 1,-1 0,1 1,0 0,0 0,0 1,1 0,0 0,0 1,0 0,-1 6,1 1,0 0,1 1,1-1,0 1,1 0,0 0,1 0,1 1,1-1,0 1,1 0,0-1,2 1,0-1,0 1,1-1,1 0,1 0,0-1,1 1,6 10,-11-20,1 0,1 1,-1-1,1 0,0-1,0 1,0 0,1-1,-1 0,1 1,0-2,0 1,1 0,-1-1,1 0,0 0,0 0,0 0,0-1,0 0,0 0,1-1,-1 1,1-1,-1 0,1 0,0-1,-1 0,1 0,0 0,-1-1,1 0,-1 0,1 0,-1-1,1 1,-1-1,3-2,16-15,-1-1,-1-1,0-1,-2-1,-1-1,-1 0,12-21,-8 13,-2-2,-1 0,-1-1,-2 0,4-18,-14 37,-1-1,-1 0,0 0,-1 0,-1 0,-1-1,-1 1,0 0,-1-1,-1 1,0 0,-1 0,-3-7,2 14,1 1,-1 0,-1 0,0 0,0 0,-1 1,0-1,0 2,-1-1,0 1,0 0,-1 0,0 1,0 0,0 0,-1 1,0 0,0 0,0 1,-1 1,1-1,-1 2,0-1,0 1,0 1,0 0,0 0,0 1,0 0,0 1,0 0,0 0,0 1,0 1,0 0,0 0,-3 2,7 0,0 0,0 0,1 0,-1 1,1 0,1 0,-1 0,1 0,0 1,0 0,1 0,0 0,0 0,1 0,0 1,0-1,1 1,0-1,0 1,1-1,-1 1,2 0,-1-1,1 1,0 0,1-1,0 0,0 1,1-1,-1 0,2 0,-1 0,1 0,0-1,0 0,1 1,2 2,128 151,4 8,-127-148,0 1,-1 1,-2 0,0 0,-2 1,0 0,-1 0,-2 0,0 1,-1 0,-2 0,0 0,-3 17,0 37,3-77,-1 0,0-1,0 1,0 0,1 0,-1-1,0 1,1 0,-1-1,1 1,-1 0,1-1,-1 1,1-1,-1 1,1-1,0 1,-1-1,1 1,0-1,-1 0,1 1,0-1,-1 0,1 1,0-1,0 0,-1 0,1 0,0 0,0 0,0 0,-1 0,1 0,0 0,0 0,-1 0,1-1,0 1,0 0,-1 0,1-1,0 1,-1 0,1-1,0 1,-1-1,1 1,0-1,-1 1,1-1,14-10</inkml:trace>
  <inkml:trace contextRef="#ctx0" brushRef="#br0" timeOffset="2386.914">3370 335,'2'-4,"5"-5,9 0,10 2,10 1,13 0,9 1,6 1,-1 0,-5-1,-7 2,-10 0,-10 2,-10 0</inkml:trace>
  <inkml:trace contextRef="#ctx0" brushRef="#br0" timeOffset="2610.847">3703 1,'0'18,"0"18,2 13,4 11,2 8,5 6,2 7,1 3,0 1,-2-3,-3-4,-1-15</inkml:trace>
  <inkml:trace contextRef="#ctx0" brushRef="#br0" timeOffset="3700.153">0 1659,'545'-16,"1170"-68,-181-49,-1245 109,133 12,-77 13,-349-1</inkml:trace>
  <inkml:trace contextRef="#ctx0" brushRef="#br0" timeOffset="4590.679">4278 14,'5'407,"-7"317,-3-591,-10 1127,65-407,-39-705,8 0,5-1,33 103,-31-157,5 9,-5 1,-4 1,-5 1,-2 34,-12-58,-3-29,2 1,3-1,2 0,2-1,2 1,4 4,18 22,-26-95,-8-7</inkml:trace>
  <inkml:trace contextRef="#ctx0" brushRef="#br0" timeOffset="5492.916">4707 1338,'31'12,"0"0,2-3,-1 0,1-2,0-2,31 2,-60-7,202 16,1-9,56-11,230-22,-479 25,43 8,-56-1,-5-1</inkml:trace>
  <inkml:trace contextRef="#ctx0" brushRef="#br0" timeOffset="7360.191">602 2100,'-6'4,"0"0,0 1,0-1,1 1,0 1,0-1,1 1,-1-1,1 1,0 1,1-1,-1 1,1-1,1 1,-1 0,1 0,-1 5,-3 9,2-1,0 1,1 0,0 0,2 1,1-1,1 0,0 0,2 6,1-14,-1-1,2 1,-1-1,2 0,0 0,0-1,1 0,0 0,1 0,1-1,-1 0,1-1,1 0,0 0,5 3,-8-8,0-1,1-1,-1 1,0-1,1 0,-1-1,1 1,0-2,-1 1,1-1,0 0,0 0,-1-1,1 0,-1-1,1 0,-1 0,1 0,-1-1,0 0,0-1,0 1,-1-1,1-1,-1 1,0-1,0 0,-1-1,1 1,-1-1,0 0,-1 0,0-1,0 1,2-5,1-6,0-1,-2 0,0 0,-1 0,-1-1,0 1,-2-1,0-8,0 12,1 0,0-1,-2 1,0 0,0-1,-2 1,0 0,0 0,-2 0,0 0,0 1,-2-1,1 1,-2 0,0 1,-1-1,0 2,-5-6,-76-55,86 71,0 0,0 0,0 0,0 0,0 0,0 1,-1-1,1 1,-1 0,1 0,-1 0,1 1,-1-1,1 1,-1 0,1 0,-1 0,0 0,1 1,-1-1,1 1,-1 0,1 0,0 0,-1 1,1-1,0 1,0 0,0 0,0 0,-2 2,-4 2,1 1,0 0,1 1,0-1,0 1,0 1,1-1,0 1,1 0,-2 5,1-3,1 0,0 0,1 1,0 0,1 0,0 0,1 0,0 0,1 1,0-1,1 1,2 11,3-9</inkml:trace>
  <inkml:trace contextRef="#ctx0" brushRef="#br0" timeOffset="8799.733">1430 2301,'569'13,"-285"-13,-295 0,-1 0</inkml:trace>
  <inkml:trace contextRef="#ctx0" brushRef="#br0" timeOffset="9207.645">2046 2020,'56'51,"207"111,-260-160,70 59,-72-59,1 0,0 0,-1 0,1 0,-1 0,0 0,0 0,0 1,0-1,0 0,0 1,0-1,-1 1,0-1,1 1,-1-1,0 1,0-1,0 1,0-1,-1 1,1-1,-1 1,1-1,-1 0,0 1,0-1,0 0,0 1,0-1,-1 0,1 0,-1 0,1 0,-2 1,-12 10,0-1,-2 0,1-1,-1-1,-1 0,0-2,-6 3,4-2,-163 72,182-82,0 1,0 0,0 0,-1 1,1-1,0 0,0 0,0 0,0 1,0-1,0 1,0-1,1 0,-1 1,0 0,0-1,0 1,0 0,0-1,1 1,-1 0,0 0,1-1,-1 1,1 0,-1 0,1 0,-1 0,1 0,-1 0,1 0,0 0,0 0,-1 0,1 0,0 0,0 0,0 0,0 0,0 0,0 0,1 0,-1 0,0 0,0 0,1 0,-1 1,15 3</inkml:trace>
  <inkml:trace contextRef="#ctx0" brushRef="#br0" timeOffset="9745.203">2848 2194,'-7'2,"1"1,-1 0,1 0,-1 1,1 0,0 0,0 0,1 1,0 0,-1 0,1 0,1 0,-1 1,1 0,0 0,1 0,-1 1,1-1,0 1,1 0,-1 0,2 0,-1 0,1 0,0 0,0 0,1 0,0 1,0-1,0 0,1 0,0 0,2 5,1-2,1-1,0 1,0-1,1 0,1 0,-1 0,1-1,0 0,1-1,0 1,0-2,1 1,0-1,0 0,0-1,1 0,0 0,0-1,0-1,0 0,1 0,-1-1,1 0,0 0,-1-2,1 1,0-1,0-1,0 0,-1 0,1-1,-1-1,1 1,-1-2,0 0,-2 1,0-1,-1 0,0-1,0 0,0 0,-1-1,1 1,-1-1,-1-1,1 1,-1-1,0 0,-1 0,0-1,0 1,0-1,-1 0,0 0,0 0,-1 0,1-7,0-2,-1-1,0 1,-1-1,-1 0,-1 1,-1-1,0 1,-1 0,-1-1,-1-1,2 4,-1 0,-1 1,0 0,-1 0,-1 0,0 1,-1 0,0 0,-1 1,0 0,-1 0,0 1,-1 1,0 0,-1 0,0 1,-1 0,1 1,-2 1,1 0,-10-3,18 9,0 0,0 1,0 0,0-1,0 2,0-1,0 1,0-1,0 1,0 1,0-1,0 1,0 0,0 0,1 0,-1 0,1 1,0 0,0 0,0 0,0 1,0-1,1 1,-1 0,1 0,0 0,0 0,1 1,-2 1,-4 9,0 1,0 1,2-1,0 1,1 0,1 1,-2 14,-5 128,11-120</inkml:trace>
  <inkml:trace contextRef="#ctx0" brushRef="#br0" timeOffset="11407.593">5121 522,'0'34,"0"-52,-1-244,1 255,1 4,-1 0,1 1,-1-1,0 0,0 0,0 0,-1 0,1 0,-1 0,1 0,-1 0,0 0,0 0,0 0,-1 1,1-1,-1 1,1-1,-1 1,0-1,0 1,0 0,0 0,0 0,-1 0,1 0,1 2,0 0,0 0,0 0,0 0,0 0,0 1,1-1,-1 0,0 0,0 1,0-1,1 0,-1 1,0-1,0 1,1-1,-1 1,0 0,1-1,-1 1,0 0,1-1,-1 1,1 0,0-1,-1 1,1 0,-1 0,1 0,0 0,0-1,-1 1,1 0,0 0,0 0,0 0,0 0,0 0,0-1,0 1,0 0,1 0,-1 0,0 0,0 0,1-1,-1 1,1 0,-1 0,0-1,1 1,-1 0,1 0,0-1,4 4,0-1,0-1,1 1,-1-1,1 0,-1 0,1 0,0-1,0 0,-1 0,1-1,0 1,0-1,2-1,1 2,252-16,-258 15,0 0,0 0,-1 1,1-1,0 1,-1-1,1 1,0 0,-1 0,1 0,-1 0,0 1,1-1,-1 0,0 1,0 0,0 0,0-1,0 1,0 1,0-1,-1 0,1 0,-1 1,1-1,-1 0,0 1,0-1,0 1,-1 0,1 1,11 91,-12-83,-13 301,0-105,10-26,4-180,-1 0,0 0,0-1,1 1,-1 0,-1 0,1 0,0 0,0 0,-1 0,1 0,-1 0,1 0,-1-1,0 1,0 0,0 0,0-1,0 1,0-1,0 1,-1-1,1 1,-1-1,1 0,-1 0,1 1,-1-1,0 0,1-1,-1 1,0 0,0 0,1-1,-1 1,-2 0,-9-1,0-1,0 0,0 0,-1-1,1-1,1 0,-1-1,0 0,1-1,0 0,0-1,1-1,-1 0,1 0,1-1,-1 0,2-1,-1 0,1-1,-2-3,4 4,1 0,0 0,0-1,1 0,0 0,1 0,0-1,1 1,0-1,1 0,0 0,1 0,0 0,0-1,1 1,1 0,0 0,2-10,-2 16,1-1,0 1,1 0,-1-1,1 1,0 0,0 1,1-1,-1 0,1 1,0 0,0 0,1 0,-1 0,1 1,0 0,0 0,0 0,0 0,0 1,2 0,122-34,-115 34,332-37,-309 34</inkml:trace>
  <inkml:trace contextRef="#ctx0" brushRef="#br0" timeOffset="11696.489">6057 282,'0'2,"0"10,0 12,0 13,0 10,0 10,0 5,0 3,0-1,-3-2,0-6,0-9,0-12</inkml:trace>
  <inkml:trace contextRef="#ctx0" brushRef="#br0" timeOffset="12005.775">6497 335,'-56'24,"1"1,1 3,1 2,-38 30,56-37,22-14,-41 37,54-43,1 0,-1 1,1-1,0 0,0 0,0 0,0 0,1 0,-1 0,1-1,-1 1,1 0,0-1,0 1,0-1,1 0,-1 1,0-1,1 0,0-1,-1 1,1 0,0-1,0 1,0-1,0 0,0 0,0 0,1 0,1 1,59 29,1-4,2-2,0-3,1-3,1-4,1-2,60 3,-102-14</inkml:trace>
  <inkml:trace contextRef="#ctx0" brushRef="#br0" timeOffset="24209.707">5094 1886,'-4'1,"0"0,1 1,-1 0,1 0,-1 0,1 0,0 1,0-1,0 1,0 0,1 0,-1 0,1 0,0 0,-1 0,2 1,-1-1,0 1,1 0,-1-1,1 1,0 0,0 0,0 0,-11 42,1 0,3 0,1 1,3 0,1 29,2-62,2-1,-1 0,2 0,0 1,0-1,1-1,1 1,0 0,5 7,-7-15,0 0,0-1,1 0,0 1,0-1,0 0,1-1,-1 1,1-1,0 1,0-1,0 0,0 0,1-1,-1 1,1-1,-1 0,1 0,0-1,0 1,0-1,0 0,0-1,0 1,0-1,2 0,3-1,-1 0,1-1,0 0,-1-1,1 0,-1-1,0 0,0 0,-1-1,1 0,-1 0,0-1,0 0,-1-1,0 0,0 0,0 0,-1-1,0 0,-1 0,1 0,-2-1,1 0,-1 0,-1 0,1-1,-2 1,1-1,0-8,1-6,-1-1,-1 1,-1-1,-1 0,-2 1,0-1,-2 1,0 0,-2 0,0 0,-2 0,-1 1,0 1,-4-5,7 17,0 0,0 1,-1 0,0 0,-1 0,0 1,0 0,0 1,-5-3,10 8,0 0,0 0,0 0,0 0,0 0,0 1,0 0,-1 0,1 0,-1 0,1 0,-1 1,1-1,-1 1,1 0,-1 0,1 0,-1 1,1-1,-1 1,1 0,-1 0,1 0,0 0,-1 1,1-1,0 1,0 0,0 0,0 0,-1 2,-9 11,0 1,1 0,1 1,1 0,0 1,1 0,1 1,1 0,0 0,2 0,0 1,-1 13,2-14,0-1,2 1,0 0,1 0,0 0,2 0,2 10,4 7</inkml:trace>
  <inkml:trace contextRef="#ctx0" brushRef="#br0" timeOffset="24593.299">5615 1819,'0'4,"5"9,5 9,9 12,10 9,8 9,11 4,5 2,3-1,-1-7,-6-7,-6-9,-11-7,-10-7,-10-6</inkml:trace>
  <inkml:trace contextRef="#ctx0" brushRef="#br0" timeOffset="25075.233">6057 1846,'-1'0,"1"1,0-1,0 0,0 0,0 0,-1 0,1 0,0 1,0-1,-1 0,1 0,0 0,0 0,0 0,-1 0,1 0,0 0,0 0,-1 0,1 0,0 0,0 0,-1 0,1 0,0 0,0 0,-1 0,1 0,0 0,0 0,-1 0,1 0,0-1,0 1,0 0,-1 0,1 0,0 0,0-1,0 1,-1 0,1 0,0 0,0-1,0 1,0 0,0 0,0 0,0-1,0 1,-1 0,1 0,0-1,0 1,0 0,0 0,0-1,0 1,0 0,0 0,0-1,1 1,-1 0,-15 20,-45 84,6 3,-21 62,69-156,-63 172,63-173,1-4</inkml:trace>
  <inkml:trace contextRef="#ctx0" brushRef="#br0" timeOffset="25642.135">5561 2153,'16'0,"21"0,23-2,21-3,15-3,10-1,0 0,-6-1,-14 1,-17 0,-15 1,-15 2,-14 0,-11-1,-8 0</inkml:trace>
  <inkml:trace contextRef="#ctx0" brushRef="#br0" timeOffset="27772.855">789 3183,'-5'-1,"1"0,-1 1,0 0,1-1,-1 2,0-1,1 0,-1 1,1 0,-1 0,1 0,-1 1,1-1,0 1,-1 0,1 0,0 1,0-1,1 1,-1 0,0 0,1 0,0 1,0-1,0 1,0-1,1 1,-2 2,-2 5,0 0,0 1,1 0,1 0,0 0,1 0,0 1,1-1,-1 12,2-10,0 1,1 0,0-1,2 1,-1-1,2 1,0-1,1 0,0 0,1 0,0-1,2 0,-1 0,1 0,1-1,1 0,-1 0,3 0,-1 1,1-1,1 0,0-1,1 0,0-1,0-1,1 0,0-1,1 0,-12-7,0 0,1 0,-1 0,0-1,0 1,0-1,1 0,-1 0,0 0,0 0,1-1,-1 1,0-1,0 0,0 0,0 0,0 0,0-1,0 1,0-1,0 0,0 1,-1-1,1 0,-1-1,0 1,1 0,-1-1,1-2,46-85,-42 63,-1-1,-1 1,-2-1,0 0,-2 0,-2 1,0-1,-2 0,0 0,-3 1,0 0,-1 0,-2 0,0 1,-2 0,-1 1,-1 0,-1 1,-4-2,12 15,-1 1,0 1,-1-1,0 1,0 1,-1-1,0 1,-4-2,10 8,0 1,0-1,0 0,0 1,0 0,0-1,0 1,0 0,0 1,-1-1,1 1,0-1,-1 1,1 0,0 0,-1 0,1 1,0-1,-1 1,1 0,0 0,0 0,0 0,0 1,0-1,0 1,0-1,0 1,1 0,-1 0,-1 3,-7 6,2 2,0 0,0 0,1 0,1 1,0 0,1 1,0-1,1 1,1 0,1 0,0 1,0-1,2 1,0 0,1 5,13 100,1-73</inkml:trace>
  <inkml:trace contextRef="#ctx0" brushRef="#br0" timeOffset="28490.062">1578 3343,'54'11,"91"-9,0-6,71-13,46-2,-254 16,-15 0</inkml:trace>
  <inkml:trace contextRef="#ctx0" brushRef="#br0" timeOffset="28889.821">2153 3102,'-1'0,"0"0,0 0,1 0,-1 0,0 0,0 1,0-1,0 0,1 0,-1 0,0 1,0-1,1 1,-1-1,0 0,1 1,-1-1,0 1,1 0,-1-1,1 1,-1-1,1 1,-1 0,1-1,-1 1,1 0,-1 0,1-1,0 1,0 0,-1 0,1 0,0-1,0 1,0 0,0 0,0 0,0 0,0-1,0 1,0 0,0 0,1 0,-1-1,0 1,1 0,-1 0,0-1,1 1,-1 0,1 0,-1-1,1 1,-1-1,1 1,-1 0,1-1,0 1,-1-1,1 1,0-1,0 0,-1 1,1-1,0 0,0 1,16 9,1-1,0-1,0 0,1-1,-1-1,20 4,1 1,-13-4,7 2,-1 0,0 2,-1 2,0 0,-1 2,0 2,16 12,-43-27,1 0,-1 1,0-1,0 1,0 0,0-1,-1 2,1-1,-1 0,0 0,0 1,0-1,0 1,0-1,-1 1,0 0,0 0,0 0,0 0,0 0,-1 0,0 0,0 0,0 0,0 0,0 0,-6 6,0 1,-1-2,1 1,-2-1,1 0,-2 0,1-1,-1 0,0 0,-1-1,1 0,-1-1,-1 0,1-1,-9 3,13-5,-269 133,235-108,42-20,9-4</inkml:trace>
  <inkml:trace contextRef="#ctx0" brushRef="#br0" timeOffset="29654.657">2848 3424,'59'-105,"-5"-2,28-79,-74 173,-7 35,-1-17,3 53,2 1,3-1,2-1,3 0,5 10,14 66,-29-118,9 75,-12-86,0-1,-1 0,1 0,-1 1,1-1,-1 0,0 0,0 0,-1 0,1 0,-1 0,1 0,-1 0,0-1,0 1,0 0,0-1,-1 0,1 0,-1 1,1-1,-1-1,0 1,0 0,-1 0,-1 0,0 1,-1-1,1 0,0-1,-1 1,1-1,-1 0,1-1,-1 1,0-1,1 0,-1-1,0 1,1-1,-1 0,1 0,-2-1,7 1,0 1,-1 0,1-1,0 1,-1 0,1-1,0 1,0-1,-1 1,1-1,0 1,0-1,0 1,0-1,0 1,0 0,-1-1,1 1,0-1,0 1,0-1,1 1,-1-1,0 1,0-1,0 1,0-1,0 1,1-1,-1 1,0-1,0 1,1 0,-1-1,0 1,1-1,-1 1,0 0,1-1,-1 1,0 0,1 0,-1-1,1 1,-1 0,1 0,-1 0,0-1,1 1,-1 0,1 0,-1 0,1 0,-1 0,1 0,-1 0,1 0,-1 0,1 0,-1 0,1 0,-1 1,1-1,-1 0,1 0,-1 0,0 1,1-1,-1 0,1 1,370-56,-264 43,-80 8,-10 2</inkml:trace>
  <inkml:trace contextRef="#ctx0" brushRef="#br0" timeOffset="32497.67">5027 3290,'95'-163,"17"-26,-112 188,0 1,0-1,1 0,-1 1,0-1,0 0,1 1,-1-1,1 0,-1 1,0-1,1 1,-1-1,1 1,-1-1,1 1,0-1,-1 1,1-1,-1 1,1 0,0-1,-1 1,1 0,0 0,0-1,-1 1,1 0,0 0,-1 0,1 0,0 0,0 0,-1 0,1 0,0 0,0 0,-1 1,1-1,0 0,-1 0,1 1,0-1,-1 0,1 1,-1-1,1 1,0-1,-1 1,1-1,-1 1,1-1,-1 1,1-1,-1 1,0 0,1-1,-1 1,0 0,0-1,1 1,-1 0,0-1,0 1,10 27,-2 1,-1-1,-1 1,-2 0,-1 0,0 20,5 160,-5-180,-3 68,-3-91,0-1,-1 0,1 0,-1-1,0 1,0-1,-1 0,1 0,-1 0,0-1,0 1,0-1,0 0,-1-1,1 1,-1-1,0 0,-2 0,-7 4,-73 22,153-33,20-4,-32 2,0 3,1 2,12 2,-46-1,-19-2</inkml:trace>
  <inkml:trace contextRef="#ctx0" brushRef="#br0" timeOffset="32837.032">5802 3063,'2'0,"4"4,2 7,5 7,6 11,8 11,8 8,7 5,8 0,4-2,2-5,-1-6,-6-5,-6-8,-9-7,-10-12,-9-6</inkml:trace>
  <inkml:trace contextRef="#ctx0" brushRef="#br0" timeOffset="33119.468">6310 3076,'-7'-5,"-4"4,-5 10,-5 14,-2 11,-5 11,-5 10,-2 4,-3 2,-2-3,1-5,6-4,6-7,4-5,8-6,5-7,7-8,4-6</inkml:trace>
  <inkml:trace contextRef="#ctx0" brushRef="#br0" timeOffset="33494.411">5735 3383,'12'-4,"16"-2,23 0,23 2,19-2,14-2,8-1,1-2,-4 1,-13 0,-16 0,-20 1,-18 2,-22 2,-17 3,-9 0</inkml:trace>
  <inkml:trace contextRef="#ctx0" brushRef="#br0" timeOffset="35001.126">735 4774,'129'-307,"-102"223,-27 85,0-1,0 0,0 0,0 1,0-1,0 0,0 0,0 1,0-1,0 0,0 0,0 1,0-1,0 0,0 1,0-1,0 0,0 0,0 0,1 1,-1-1,0 0,0 0,0 1,0-1,1 0,-1 0,0 0,0 0,0 1,1-1,-1 0,0 0,0 0,1 0,-1 0,0 0,0 0,1 1,-1-1,0 0,1 0,-1 0,0 0,0 0,1 0,-1 0,0-1,0 1,1 0,-1 0,0 0,0 0,4 33,3 383,-8-273,2-115,0-20,0 0,-1-1,0 1,0-1,-1 1,1 0,-2-1,1 1,-1-1,0 0,-1 1,0-1,-2 4,3-9,0-1,0 1,0 0,0-1,0 0,0 1,0-1,-1 0,1 0,0 0,-1 0,1-1,-1 1,1-1,-1 1,1-1,-1 0,0 0,1 0,-1-1,1 1,-1 0,1-1,-1 0,1 1,-1-1,1 0,0 0,0 0,-1-1,0 0,3 2,0-1,0 1,-1-1,1 1,0-1,0 1,0-1,-1 1,1-1,0 1,0-1,0 1,0-1,0 1,0-1,0 0,0 1,0-1,1 1,-1-1,0 1,0-1,0 1,1-1,-1 1,0-1,0 1,1-1,-1 1,1 0,-1-1,0 1,1 0,-1-1,1 1,-1 0,1-1,-1 1,0 0,1 0,-1-1,1 1,0 0,-1 0,1 0,-1 0,1 0,-1 0,1 0,-1 0,1 0,-1 0,1 0,0 0,-1 0,1 0,-1 0,1 1,-1-1,1 0,-1 0,75-14,1 2,66 0,-12 7,-120 5</inkml:trace>
  <inkml:trace contextRef="#ctx0" brushRef="#br0" timeOffset="35664.004">1631 4667,'196'-9,"-1"-8,61-19,-107 15,90-6,-237 27,-13 1,-3-1</inkml:trace>
  <inkml:trace contextRef="#ctx0" brushRef="#br0" timeOffset="36003.27">2393 4319,'1'4,"-1"0,1 0,0 0,0 0,0-1,0 1,1 0,-1-1,1 1,0-1,0 1,0-1,1 0,-1 0,1 0,0 0,0 0,0-1,0 1,0-1,3 2,79 37,67 1,31 13,-179-54,0 1,0-1,0 1,-1 0,1 0,0 0,-1 0,0 1,1-1,-1 1,0 0,0 0,0 0,-1 0,1 1,-1-1,0 1,0-1,0 1,0 0,-1 0,1 0,-1 0,0 0,0 0,-1 0,1 0,-1 0,0 0,0 1,0-1,-1 0,1 0,-1 0,-1 3,-6 10,-2 0,0 0,-1 0,-1-2,0 1,-1-2,-1 1,0-2,-1 0,0-1,-13 8,26-19,-60 47,-2-4,-68 36,112-69</inkml:trace>
  <inkml:trace contextRef="#ctx0" brushRef="#br0" timeOffset="36420.984">3089 4559,'-6'5,"1"-1,-1 0,1 1,1 0,-1 0,1 1,0-1,0 1,0 0,1 0,0 0,0 0,0 1,1-1,0 1,1 0,-1-1,1 1,0 0,1 0,0 0,0 0,0 0,1-1,0 1,0 0,1 0,0-1,0 1,1-1,-1 1,1-1,1 0,1 2,7 2,0-1,1-1,0 0,0 0,1-2,0 0,0 0,0-1,1-1,0 0,0-1,0-1,0 0,0-1,1-1,10-1,-15 3,0-2,0 1,0-1,-1-1,1 0,0-1,0 0,-1 0,1-1,-1 0,0-1,0-1,0 1,0-1,-1-1,0 0,0 0,-1-1,1 0,-2 0,1-1,-1 0,0-1,0 1,-1-1,0-1,-1 1,2-4,-4 1,-1 0,0 0,0 0,-2 0,1-1,-1 1,-1 0,0 0,-1 0,0 0,-1 0,0 0,-1 1,0-1,-1 1,0 0,-1 0,0 1,-7-9,3 5,0 1,0 1,-1 0,-1 1,0 0,-1 0,0 1,0 1,-1 0,0 1,-1 1,1 0,-2 1,-9-3,15 6,0 0,0 1,0 0,0 1,0 0,0 0,0 1,0 0,-1 1,1 0,0 1,0 0,0 0,1 1,-1 1,1-1,-1 2,1-1,0 1,1 0,-1 1,1 0,0 1,1-1,-1 2,1-1,1 1,0 0,0 0,0 0,1 1,0 0,1 0,0 1,0-1,-2 10,1 44,9-5</inkml:trace>
  <inkml:trace contextRef="#ctx0" brushRef="#br0" timeOffset="37352.028">4572 5027,'-1'66,"2"-1,4 0,2 0,3 0,3-1,2-1,4 0,9 18,-13-49,-8-19,-1 1,-1 0,1 0,-2 0,0 1,1 11,-6-13,8-17,2-6</inkml:trace>
  <inkml:trace contextRef="#ctx0" brushRef="#br0" timeOffset="38059.319">4986 4332,'3'7,"2"9,6 9,7 11,8 9,8 8,7 6,5 3,0-1,-1-1,-3-5,-4-6,-7-7,-6-9,-7-8,-7-5,-5-9,-4-6</inkml:trace>
  <inkml:trace contextRef="#ctx0" brushRef="#br0" timeOffset="38339.344">5468 4346,'-11'6,"0"-1,0 2,1-1,-1 1,1 1,1 0,-1 1,2-1,-1 2,1-1,0 1,1 1,-4 6,-65 153,40-77,-93 172,121-250</inkml:trace>
  <inkml:trace contextRef="#ctx0" brushRef="#br0" timeOffset="38703.988">4866 4680,'14'4,"18"5,19 0,20-2,15-1,10-5,-1-4,-5-2,-11-2,-12-2,-15 0,-14 1,-14 3</inkml:trace>
  <inkml:trace contextRef="#ctx0" brushRef="#br0" timeOffset="39871.168">6083 4506,'10'-38,"2"1,1 0,2 0,19-32,-25 51,-5 9,-3 5,1 0,-1 1,1-1,0 1,0-1,0 1,1 0,-1 0,1 0,-1 0,1 0,0 0,0 1,1-1,-3 4,0-1,0 1,0 0,0 0,0-1,0 1,0 0,0 0,0 0,0 0,0 0,0 0,-1 0,1 0,0 0,-1 1,1-1,-1 0,0 0,1 1,-1-1,0 0,0 0,1 1,-1-1,0 0,0 1,-1-1,1 0,0 1,-1 0,2 0,10 198,-11 126,1-322,-1 0,1 0,-1 0,0 0,0 0,-1 0,1 0,-1 0,0 0,0 0,-1 0,1 0,-1 0,1-1,-1 1,0-1,-1 1,1-1,0 0,-1 0,0 0,0 0,0 0,0-1,0 1,0-1,-1 0,1 0,-4 1,2-1,-1-1,1 0,0-1,-1 1,1-1,0 0,-1 0,1 0,0-1,0 0,-1 0,1 0,0-1,0 0,0 0,-1-1,6 3,0-1,0 1,0-1,-1 1,1-1,0 1,0-1,1 1,-1-1,0 1,0-1,0 1,0-1,0 0,0 1,1-1,-1 1,0 0,0-1,1 1,-1-1,0 1,1-1,-1 1,1 0,-1-1,0 1,1 0,-1-1,1 1,-1 0,1 0,-1-1,1 1,-1 0,1 0,-1 0,1 0,-1 0,1-1,-1 1,1 0,0 0,-1 0,1 1,-1-1,1 0,-1 0,1 0,-1 0,1 0,-1 1,1-1,183-7,-61-2,0-4,3-7,-86 19,-40 6</inkml:trace>
  <inkml:trace contextRef="#ctx0" brushRef="#br0" timeOffset="41196.938">776 6057,'115'-218,"-6"31,-109 187,0 1,0-1,0 1,0-1,1 1,-1-1,0 0,1 1,-1-1,0 1,1-1,-1 0,0 1,1-1,-1 0,0 1,1-1,-1 0,1 0,-1 1,1-1,-1 0,1 0,-1 0,1 0,-1 0,1 1,-1-1,1 0,-1 0,1 0,-1 0,1-1,-1 1,1 0,-1 0,1 0,-1 0,1 0,-1-1,1 1,-1 0,0 0,1-1,-1 1,1 0,-1-1,0 1,1 0,-1-1,0 1,1-1,-1 1,0 0,0-1,1 1,-1-1,27 240,-14-112,-6 0,-5 35,-2-155,0 1,0-1,0 0,-1 0,0 0,0 0,-1 0,0 0,0-1,0 1,-1 0,0-1,-1 0,1 1,-1-2,0 1,-9 5</inkml:trace>
  <inkml:trace contextRef="#ctx0" brushRef="#br0" timeOffset="41490.858">883 6392,'16'0,"14"0,14-3,12 0,14-2,7-3,-9 0</inkml:trace>
  <inkml:trace contextRef="#ctx0" brushRef="#br0" timeOffset="41992.83">1698 6031,'23'2,"21"-1,19-4,16-3,14-5,7-3,2-2,-7 0,-11 3,-12 3,-15 4,-14 2,-15 3</inkml:trace>
  <inkml:trace contextRef="#ctx0" brushRef="#br0" timeOffset="42354.71">2327 5750,'-1'2,"0"0,0 0,1 0,-1 1,0-1,1 0,0 1,0-1,0 0,0 0,0 1,0-1,0 0,1 1,-1-1,1 0,0 0,-1 0,1 0,0 1,0-1,1 0,-1-1,0 1,1 0,-1 0,1 0,-1-1,2 1,58 41,-19-24,1-1,1-2,19 3,126 51,-185-69,-1 0,0 0,0 0,-1 0,1 0,0 1,0-1,0 1,-1-1,1 1,-1 0,0 0,1 1,-1-1,0 0,0 1,0-1,-1 1,1-1,0 1,-1 0,0 0,0 0,0 0,0 0,0 0,-1 0,1 0,-1 0,0 0,1 0,-2 1,1-1,0 0,-1 0,1 0,-1 0,0 0,0 0,0 0,0 0,-1 0,0 0,-9 10,-2-1,1 0,-2 0,0-1,0-1,-1-1,0 0,-13 5,13-5,-296 151,290-146</inkml:trace>
  <inkml:trace contextRef="#ctx0" brushRef="#br0" timeOffset="42955.355">3035 5896,'165'-198,"-65"54,-89 124,-11 21,0-1,0 0,0 0,0 1,0-1,0 0,0 0,0 0,0 1,1-1,-1 0,0 0,0 0,0 0,0 1,0-1,0 0,1 0,-1 0,0 0,0 0,0 1,0-1,1 0,-1 0,0 0,0 0,0 0,1 0,-1 0,0 0,0 0,0 0,1 0,-1 0,0 0,0 0,0 0,1 0,-1 0,0 0,0 0,0 0,1 0,-1 0,0 0,0 0,0 0,1 0,-1-1,0 1,0 0,0 0,0 0,1 0,-1-1,-1 23,1-22,-10 117,6-1,6 34,6 101,-26-137,16-109,0 0,0 0,0 0,0 0,-1 0,0 0,0-1,0 1,0-1,-1 0,0 0,1 0,-2-1,1 1,0-1,-1 0,1 0,-1 0,-3 1,2-4,1 0,-1 0,1-1,0 0,0 0,-1 0,1 0,0-1,0 0,0 0,0 0,0 0,1-1,-1 0,1 0,0 0,-1-1,2 1,-1-1,0 0,1 0,-1 0,1-1,0 1,1-1,-1 0,1 0,0 0,-1-2,3 6,0-1,1 1,-1-1,0 1,0-1,1 0,-1 1,1-1,-1 1,1-1,-1 1,1 0,0-1,0 1,0 0,0-1,0 1,0 0,0 0,0 0,0 0,1 0,-1 0,0 0,1 0,-1 1,1-1,-1 1,1-1,-1 1,1-1,-1 1,1 0,-1-1,1 1,-1 0,1 0,0 0,-1 1,1-1,-1 0,1 0,-1 1,1-1,1 1,0-1,442-1,-385-1</inkml:trace>
  <inkml:trace contextRef="#ctx0" brushRef="#br0" timeOffset="44055.52">4720 5669,'-1'103,"5"0,5 0,7 23,10-16,5-2,30 65,-55-154,1-2,0 0,-1 0,-1 1,-1 0,-1 0,0 0,-1 0,-1 14,-3-34,2-4</inkml:trace>
  <inkml:trace contextRef="#ctx0" brushRef="#br0" timeOffset="47656.616">5201 5736,'2'7,"6"11,5 10,8 11,5 8,4 7,5 4,2 2,0-4,1-4,-2-4,-3-8,-2-8,-2-8,-3-7,-7-10,-5-10,-7-4</inkml:trace>
  <inkml:trace contextRef="#ctx0" brushRef="#br0" timeOffset="47953.614">5548 5763,'-9'0,"-5"7,-5 9,-6 13,-6 10,-4 11,-1 8,-1 3,4-2,5-4,7-5,7-6,7-8,3-9,3-8</inkml:trace>
  <inkml:trace contextRef="#ctx0" brushRef="#br0" timeOffset="48211.52">5107 6070,'2'0,"6"0,8 0,12 0,16-2,13-1,14-2,8-3,1 1,0-2,-8 2,-9-1,-11 1,-14 2</inkml:trace>
  <inkml:trace contextRef="#ctx0" brushRef="#br0" timeOffset="48689.276">6203 5870,'-11'7,"-1"1,1 0,1 1,0 0,0 1,0 0,2 0,-1 1,1 0,1 1,0 0,0 0,-4 12,8-17,1 0,0 0,0 0,0 0,0 1,1-1,1 0,-1 1,1-1,0 0,1 1,0-1,0 0,1 1,-1-1,2 0,-1 0,1 0,0-1,0 1,1-1,0 1,0-1,0 0,1-1,2 3,-1-2,1 0,0 0,0-1,0 0,1 0,0 0,0-1,0-1,0 1,1-1,0-1,-1 0,1 0,0 0,0-1,0 0,0-1,0 0,0-1,0 0,0 0,0-1,-1 0,1 0,0-1,6-3,-5 2,0-1,-1 0,1 0,-1-1,0 0,-1-1,1 0,-1 0,-1-1,1 0,-1 0,-1-1,0 0,0 0,0 0,-1-1,-1 0,0 0,0 0,-1-1,0 1,0-3,-2 0,0 0,-1 0,-1-1,0 1,0 0,-2 0,1 0,-2 0,0 0,0 1,-1-1,-1 1,0 0,0 1,-1-1,-1 1,0 1,-6-6,8 8,0 1,-1 0,1 1,-2 0,1 0,-1 0,0 1,0 0,0 1,-1-1,1 2,-1-1,0 1,0 1,-1-1,1 2,0-1,-1 1,1 1,-1-1,1 2,-1-1,1 1,-1 1,1 0,-2 1,-2 2,1 1,-1 1,1 0,1 1,-1 0,1 1,1 0,-1 0,2 1,-1 1,2 0,-1 0,1 1,1 0,0 0,1 0,0 1,1 0,1 0,-3 10,-7 29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6:41.44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508 289,'167'-22,"54"15,-79 7,383-46,-103 6,-386 37,255-28,-244 22,32-7,0 3,0 4,33 2,411-17,-337 15,109-21,-155 18,77 5,-49 3,371 13,-116 3,-223-18,117 1,551 55,-677-36,138 30,47 33,48 45,-378-109,0 2,-1 1,-1 3,-1 2,-1 2,0 1,-2 3,14 12,-35-18,0 0,-2 1,0 1,-2 0,0 2,-2-1,0 2,-2 0,-1 0,-1 1,-1 0,0 7,3 4,18 71,-4 2,-6 1,-5 0,-3 20,11 381,-17-437,14 226,14 1,8-68,-16-101,-5 0,-4 36,14 357,-5 199,-39-208,13-415,-1 153,-13 23,-44 348,57-595,-3 63,-4-1,-5-1,-3 0,-19 54,-73 176,95-294,-2-2,-1 0,-1-1,-1 0,-2-2,0 0,-1-1,-2-1,0-2,-1 0,-6 2,-12 4,-2-1,0-2,-1-3,-1-1,-1-3,0-1,-2-3,1-1,-1-3,0-3,-5-1,-496 42,177-26,-15-17,226-3,-188-2,-51-19,75-2,-60 14,-126-3,-370-42,511 46,-66-8,-84-15,-13 6,303 16,-63-18,253 25,1-3,0-1,1-2,-1-1,1-3,1-1,1-2,0-1,0-2,2-2,-5-5,23 12,-7-2,0-2,1 0,1-2,1 0,1-2,0 0,2-2,0 0,2-1,0 0,-12-27,-56-244,74 259,-16-47,3-2,-4-44,11 22,-2-106,14 66,-3-81,10-1,12-35,-1 144,10-107,-7-97,-9-77,-12-312,1 588,6 0,12-73,14-30,-3-164,-27-127,-6 395,-23-121,28 224,-3-31,3-1,2 0,2 0,4-19,2-144,6 61,1-68,-15 212,1-1,1 0,0 0,0 1,1-1,1 1,0-1,0 1,1 0,1 0,0 0,0 1,1 0,6-8,-5 13,2-1,-1 2,1-1,-1 1,1 0,0 1,1 0,-1 0,1 1,-1 0,1 1,-1 0,1 1,0 0,-1 0,1 1,0 0,1 1,30 0,117-2,-129-8,-19 3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6:55.90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131 0,'-16'34,"15"-32,-15 23,2 1,0 0,1 1,2 1,1 0,1 0,2 1,0 0,2 0,1 1,2 0,1-1,1 1,1 0,55 155,-15-67,-27-66,3-1,2-1,12 21,-21-51,49 121,-57-133,-1-1,1 1,-1 0,-1 0,1 0,-1 0,-1 0,0 0,0 0,0 0,-1 0,0-1,-1 1,0-1,0 1,0-1,-5 6,-97 154,96-147,1 0,1 0,1 0,1 1,1 0,1 1,0-1,2 0,0 1,2-1,0 1,1-1,2 0,0 0,1 0,1 0,1-1,6 12,28 62,36 100,7 118,-80-296,-1 1,0-1,-2 1,0 0,0 0,-2-1,0 1,-1 0,-1-1,0 1,-1-1,-1 0,0 0,-1 0,-7 11,-18 24,21-37,0 1,1 1,1 0,0 0,1 0,1 1,0 0,1 0,1 1,0 5,3-6,1-1,0 0,1 1,1-1,0 0,1 0,1 0,1 0,0 0,1-1,0 0,2 0,7 12,7 6,-13-21,-1 0,0 0,0 1,-1 0,-1 1,0-1,-1 1,0 0,-2 1,1-1,-2 1,1 3,-34 222,31-171,2 0,3-1,3 1,13 43,49 246,-59-305,-3-30,-2 1,0 0,-2 0,0 0,-2 0,-1 1,0-1,-2 1,-1-1,-1 0,-1 0,-2 0,0 0,-2 2,-36 59,36-74,0 1,0 1,1 0,0 0,1 0,1 1,0-1,1 1,1 0,0 1,1-1,0 1,1-1,0 1,2-1,0 1,0-1,1 1,3 6,152 301,-149-297,-1 1,-2 0,-1 0,-1 0,-1 1,-1-1,-2 1,0-1,-2 0,-1 0,-1 1,-14 54,-4-1,-28 64,23-69,16-39,1 1,1 0,2 0,2 1,2 0,1 0,2 8,14 166,-12-203,-1 0,0 0,-1 0,0-1,0 1,-1 0,0 0,0 0,-1-1,0 1,-1-1,0 0,0 0,0 0,-1-1,-1 0,1 1,-6 4,-186 169,194-179,0 1,0-1,1 1,-1 0,1 0,-1 0,1 0,0 1,0-1,1 1,-1-1,1 1,-1-1,1 1,0 0,0 0,1-1,-1 1,1 0,0 0,0 0,0 0,1-1,-1 1,1 0,0 0,0 0,0-1,1 1,-1 0,113 111,-102-103,-1 0,0 1,-1 0,0 0,-1 1,-1 1,0-1,-1 1,0 1,-1-1,-1 1,-1 0,0 0,-1 1,1 14,-5 97,-1-89,1 0,2 0,2 0,2 0,3 8,19 40,-18-64,-1 1,-2 0,0 0,-1 0,-1 7,-5-19,0 0,0 0,-1 0,-1-1,0 1,0-1,-1 1,-1-1,0 0,0-1,-28 89,32-87,1 1,0 0,1-1,0 1,1-1,0 1,1-1,0 0,1 0,1 0,-1 0,2-1,0 1,0-2,1 1,7 7,55 107,-67-119,0 0,0 0,0 0,-1 0,0 1,-1-1,1 0,-1 1,0-1,-1 0,1 0,-1 1,-1-1,1 0,-1 0,0 0,0 0,-1 0,0 0,0-1,-1 2,-46 48,43-50,1 1,-1 0,1 0,1 0,-1 1,1 0,0 0,1 0,0 1,0 0,0 0,1 0,0 2,1 8,1-1,1 1,0-1,1 1,2-1,-1 0,2 0,0 0,1 0,1 0,3 3,18 75,6 89,-30-154,-3-18,1 1,1-1,0 1,1-1,0 0,1 0,0 0,4 6,-3-8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7:00.28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1363 110,'-35'-8,"0"1,-1 2,1 2,-1 1,0 1,0 2,0 2,1 1,-1 2,1 1,0 2,1 1,-3 3,-18 8,2 2,1 2,0 2,2 3,2 1,0 3,3 2,1 2,1 1,3 3,1 1,2 2,-30 47,43-52,2 1,2 0,1 2,2 0,3 1,1 0,2 2,2-1,2 1,2 0,1 16,-23 265,27-299,0-1,2 1,1-1,1 0,1 0,1 0,2-1,1 1,0-2,2 0,1 0,13 18,1 4,2-2,2 0,3-2,1-2,1-1,3-1,5 1,-10-18,2-2,0-2,2 0,0-3,0-1,1-2,1-1,0-2,0-2,1-2,3-1,289 12,-288-13,0-2,0-3,-1-1,1-2,19-6,-34 7,0-1,0-1,-1-2,0 0,0-3,-1 0,0-1,-1-2,-1 0,0-2,-1-1,0-1,0-2,-16 11,10-7,-2 0,0-2,0 0,-2-1,0 0,-1-1,-1 0,-1-1,-1-1,5-16,44-273,-36 194,-5-1,-6-1,-2-69,-12-142,-2 292,-2 0,-2 1,-2 0,-1 0,-2 1,-14-29,18 43,-1 0,0 0,-2 1,-1 1,0 0,-2 1,0 0,-1 1,-1 1,0 1,-1 0,-1 1,-14-8,-74-36,-107-43,190 92,-5-4,0 2,-1 1,-1 2,0 0,0 3,0 0,-1 2,-28 0,11 6,1 3,-1 1,-32 10,-36 11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7:13.42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120 162,'-21'107,"17"-64,3 0,1 0,2 0,2-1,5 16,8 289,80 622,-79-856,9 99,-28 532,-7-357,-11-69,-2-133,8 0,7 10,-8 64,1-78,0-29,-25 225,22-15,17 625,-15-738,15 183,25-18,-13-137,2-29,-3-53,2 19,-9-141,-2 123,-13-14,10 72,1-103,0-112,1 0,2 0,2-1,1 0,2 0,2 0,1-1,2-1,1 0,2-1,2-1,9 12,-23-37,3 5,0 0,1-1,1 0,0 0,1-1,0-1,1 0,0 0,0-1,1 0,1-2,1 1,52 11,-36-16,-19-2,0 1,0-1,1-1,-1 0,1-1,-1-1,1 1,-1-2,0 0,1 0,-1-1,0-1,0 0,-1-1,5-2,-5 0,0 0,-1-1,0 0,0-1,-1 0,0 0,-1-1,0 0,0-1,-1 0,0 0,-1-1,-1 1,1-1,-2 0,0-1,0 1,-1-1,-1 0,0 0,-1-3,25-167,-14 121,3-49,-7-72,-2 19,-7 102,1 61,-1-21,1 0,2 0,0 0,1 0,5-14,37-170,-40 171,-2 0,-1 0,-1-1,-3-16,0-17,10-129,-3 151,-2 0,-3 0,-3-20,-10-95,14-40,12 41,-13 104,-3-1,-2 1,-4-11,3 23,3 0,1 0,4-30,-3-71,-12 11,5 16,-33-141,35 75,8 111,-2-206,25 147,34-82,-15 52,-37 144,-1 0,-1-1,0 0,-2 0,0 0,-1 0,-1-14,-2-252,-12 144,0 28,13-244,13 206,-13-560,13 606,2-10,-2-77,-6 17,0-24,-8 122,-10-29,9-133,2 39,13 111,13-66,-11 0,-16-3,-32 44,1 31,-27-34,33 74,-60-103,77 116,1-1,1 0,2 0,1 0,1-26,-7-56,-51-166,58 265,-1 0,-1 1,0 0,-1 0,-1 0,0 1,-1 0,0 0,-1 1,-3-4,-10-11,16 18,0 0,-1 0,0 1,0 0,-1 0,0 1,-1 0,1 1,-1-1,-1 2,1-1,-8-2,-6 0,0 1,-1 2,1 0,-1 1,0 1,-1 1,-18 2,26 4,0 0,0 1,1 1,-1 1,2 0,-1 1,1 0,0 2,1 0,0 0,0 1,1 1,1 0,0 1,-7 10,-10 6,-55 53,-3 4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7:24.22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568 40,'-5'-5,"-1"1,1 0,-1 1,0-1,0 1,0 0,0 0,0 1,-1 0,1 0,-1 1,0-1,1 1,-1 1,0-1,0 1,1 0,-1 1,0 0,1 0,-1 0,0 1,1 0,-1 0,1 1,0 0,0 0,0 0,0 1,1-1,-5 5,-8 3,0 1,2 1,0 0,0 1,1 0,1 1,0 1,1 1,1 0,0 0,2 1,-6 13,3 2,1 0,3 1,0 0,2 0,2 1,1 0,1 0,2 9,3 449,13-129,-6-148,24 124,-13-67,-13-145,5 0,9 21,53 390,-49-366,-8 2,-7 25,22 121,-15-191,0 95,-18 291,-12-272,-5 15,-5 159,17-270,-23 132,20-207,-7 46,0 5,4-1,6 17,9 10,13 74,24 81,-31 19,31-45,-39-276,-2 30,2-1,2 0,0 0,3 0,0 0,10 24,62 198,-9-58,19 83,-29-136,3 43,-5-116,-21-33,42 72,-68-98,0 0,1-1,0-1,0 0,1 0,1-1,-1-1,10 5,-13-10,-1 0,0-1,1 0,-1 0,1-1,0 0,-1 0,1-1,-1 0,0-1,1 0,-1 0,0-1,0 0,0 0,0-1,-1 0,1 0,-1-1,4-3,5-9,0 0,-2-1,0 0,-1-1,-1-1,0 0,-2 0,7-19,-10 24,1-7,-1 0,-2 0,0 0,-1-1,-1 1,-1-1,-1-21,0-4,12-89,-11 131,8-27,-2 1,-1-1,-1-1,-2 1,0-26,-5-127,16 106,11-147,-26-80,-14 166,15-105,12 140,0 9,1-49,-14-491,13 463,-13-40,14 94,-15-98,-24 114,9-87,39-44,-13 50,9 69,-17-107,-12 18,-1 99,8 90,-8-41,2 0,3-1,2-13,-8-47,-15-120,9 132,13 88,0-1,0 1,2-1,1 0,-1-19,-36-152,25-46,14-91,14 215,-7 75,2-1,1 1,2 1,2 0,3-4,-9 22,12-28,18-61,-26-26,2-14,-15-134,15 141,-7-49,7-2,-7 14,-9 111,16-135,-36 101,5 44,-29-57,12 41,14 24,-2 2,-2 0,-2 1,-2 2,-2 0,-6-4,19 26,10 10,-1 1,0 0,-1 1,0 0,0 0,0 1,-1 0,-1 1,1 0,-6-3,-158-66,41 27,38 30,-52-6,99 19,-36 4,-18 46,-134 89,85-48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7:39.39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325 128,'-13'-2,"0"1,0 0,0 0,0 2,0 0,0 0,0 1,0 0,0 1,1 1,-1 0,1 1,0 0,0 1,1 0,0 1,0 0,0 1,1 0,-6 6,13-11,-28 31,31-34,-1 1,0 0,1 0,-1 0,1 0,-1-1,1 1,-1 0,1 0,-1 0,1 0,0 0,0 0,-1 0,1 0,0 0,0 0,0 0,0 0,0 0,0 0,1 1,-1-1,0 0,0 0,1-1,-1 1,1 0,-1 0,1 0,-1 0,1 0,-1 0,1 0,0-1,0 1,-1 0,2 0,7 3,0 0,0 0,0-1,0-1,1 0,-1 0,1 0,6-1,6 2,-12-2,-1 0,1 0,-1 1,0 0,0 1,0 0,0 0,-1 1,1 0,-1 1,0 0,0 0,0 1,-1 0,0 0,0 0,0 1,-1 0,0 1,-1-1,1 1,-1 0,-1 0,0 1,0-1,0 1,-1 2,0 0,-1-1,0 1,-1 0,0 1,0-1,-1 0,-1 0,0 4,0-11,1 0,-1 1,0-1,-1 0,1 0,-1 0,0 0,0 0,0 0,0 0,-1-1,1 1,-1-1,0 0,0 0,0 0,-1 0,1 0,-1-1,1 1,-1-1,0 0,0 0,0-1,0 1,2-1,0-1,-1 0,1 1,0-1,0 0,-1 0,1 0,0-1,0 1,-1-1,1 1,0-1,0 1,0-1,0 0,0 0,0 0,0-1,0 1,0 0,0-1,1 1,-1-1,0 1,1-1,0 0,-1 0,1 1,0-1,0 0,0 0,0 0,0-1,0 1,1 0,-1 0,1 0,-1-1,1 1,0 0,0 0,0-1,0 1,1 0,-1 0,0 0,1-1,0 1,-1 0,1 0,5-19,1 0,1 0,1 1,0 1,1 0,2 0,0 1,0 0,2 1,11-11,0-3,-7 8,-3 6,0-2,0 0,-2 0,0-2,-2 1,0-2,-1 1,-1-1,4-19,-19 63,1 44,4 0,2 0,3 0,3 0,14 54,-2-33,-18-87,-1 0,0 0,0-1,0 1,0 0,0 0,0 0,1 0,-1 0,0 0,0 0,0-1,0 1,1 0,-1 0,0 0,0 0,0 0,0 0,1 0,-1 0,0 0,0 0,0 0,1 0,-1 0,0 0,0 0,0 0,0 0,1 0,-1 0,0 1,0-1,0 0,0 0,1 0,-1 0,0 0,0 0,0 0,0 1,0-1,0 0,1 0,-1 0,0 0,0 0,0 1,0-1,0 0,0 0,0 0,0 1,0-1,2-18,-5 2,-1 0,-1 0,0 1,-1 0,0 0,-2 0,0 1,0 0,-1 0,-1 1,0 0,-1 1,0 0,-1 1,0 0,-1 1,0 0,-1 1,-6-3,-52-31,73 42,-1 1,0-1,0 0,1 1,-1-1,0 1,1-1,-1 1,1-1,-1 0,0 1,1-1,-1 1,1 0,0-1,-1 1,1-1,-1 1,1 0,0 0,-1-1,1 1,-1 0,1 0,0 0,-1-1,1 1,0 0,0 0,-1 0,1 0,0 0,-1 1,1-1,0 0,-1 0,1 0,0 1,-1-1,1 0,-1 0,1 1,0-1,-1 1,1-1,1 0,306-12,-266 8</inkml:trace>
  <inkml:trace contextRef="#ctx0" brushRef="#br0" timeOffset="529.668">1194 356,'-2'24,"-1"23,2 17,4 13,1 7,1 5,-2 2,-1-2,-2-7,-2-10,-3-10,-3-14,0-15</inkml:trace>
  <inkml:trace contextRef="#ctx0" brushRef="#br0" timeOffset="851.808">1100 676,'-46'-141,"45"138,1 0,0 1,-1-1,1 0,0 0,0 0,0 1,1-1,-1 0,1 0,0 1,-1-1,1 0,0 1,1-1,-1 1,0-1,1 1,-1-1,1 1,0 0,0 0,0 0,0 0,0 0,0 0,0 1,1-1,-1 1,1 0,-1-1,1 1,-1 0,5-2,-1 0,1 0,-1 0,1 1,0 0,0 0,0 1,0-1,0 2,0-1,0 1,0 0,1 0,-1 1,0 0,0 1,0-1,0 1,-1 0,1 1,0 0,-1 0,0 0,0 1,0 0,0 0,0 1,-1-1,0 1,2 2,-6-4,1 1,-1-1,0 0,0 0,0 1,0-1,-1 0,0 1,1-1,-1 1,0-1,-1 1,1-1,-1 0,1 1,-1-1,0 0,0 1,-1-1,1 0,-1 0,1 0,-1 0,0 0,0 0,0-1,0 1,-1-1,1 1,-1-1,-6 7,0-1,0-1,-1 0,0 0,0-1,-1 0,0 0,0-1,10-5,-2 2,0 0,-1-1,0 1,1-1,-1 0,0 0,0 0,0-1,1 1,-1-1,0 0,0 0,0 0,0 0,-4-2,3-5,5-1</inkml:trace>
  <inkml:trace contextRef="#ctx0" brushRef="#br0" timeOffset="1375.755">1354 650,'16'-14,"0"1,-2-2,1 0,-2-1,0 0,-1-1,0-1,-2 1,0-2,-1 0,-1 0,0 0,-2-1,0 0,-2 0,2-9,-16-24,9 52,1 0,0 0,-1 0,1 0,-1 0,1 0,-1 0,1 0,-1 0,0 0,0 0,1 0,-1 0,0 1,0-1,0 0,0 1,0-1,0 1,0-1,0 1,0-1,0 1,0 0,0-1,0 1,0 0,0 0,0 0,-1 0,1 0,0 0,0 0,0 0,0 1,0-1,0 0,0 1,0-1,0 0,0 1,0-1,0 1,0 0,-1 0,1 0,-1 1,1-1,0 1,0-1,0 1,0-1,0 1,0 0,0-1,1 1,-1 0,1 0,-1 0,1 0,-1 0,1 0,0-1,0 1,0 0,0 0,1 0,-1 0,0 0,1 0,-1 0,1-1,0 1,-1 0,1 0,0-1,0 1,0 0,0-1,1 1,-1-1,0 0,1 1,-1-1,1 0,-1 0,1 0,-1 0,1 0,0 0,0 0,-1 0,1-1,0 1,0-1,0 1,77 30,-76-29,0 1,0 0,0 0,-1 1,1-1,-1 0,0 1,0 0,0-1,-1 1,1 0,-1 0,0 0,0 0,0 0,0 0,-1 0,1 1,-1-1,0 0,-1 0,1 0,-1 0,0 0,0 2,0 11,-1 16,7 63,-2-92,0 0,0 0,0 0,1 0,0-1,0 1,0-1,0 0,0 0,1-1,-1 1,1-1,0 0,-1 0,1 0,0-1,0 0,0 0,1 0,-1 0,0-1,0 0,0 0,0 0,0-1,1 0,2-1,0 2,9 0,0-1,0 0,0-1,-1-1,1-1,0 0,1-2,-9 2</inkml:trace>
  <inkml:trace contextRef="#ctx0" brushRef="#br0" timeOffset="2374.958">1929 663,'132'-168,"-129"164,0 1,-1-1,1 1,-1 0,0-1,0 1,-1-1,1 0,-1 1,0-1,0 0,0 0,0 0,0 0,-1 0,0 0,0 0,0-1,-1 5,0-1,0 0,-1 0,1 0,0 1,0-1,0 1,-1-1,1 1,0-1,-1 1,1 0,0-1,-1 1,1 0,-1 0,1 0,0 0,-1 1,1-1,0 0,-1 0,1 1,0-1,-1 1,1-1,0 1,0 0,-1-1,1 1,0 0,0 0,0 0,0 0,0 0,0 0,-9 5,0 0,1 1,0 0,0 1,0 0,1 0,1 1,-1-1,1 2,1-1,0 1,0 0,1 0,0 1,-3 10,9-15,-1 0,2 0,-1 0,1 0,0-1,0 1,0-1,1 1,0-1,0 0,0 0,1 0,-1-1,1 1,0-1,1 0,-1 0,1 0,0-1,0 1,0-1,0 0,0-1,1 1,-1-1,1 0,4 0,12 8,0-2,0 0,1-2,0 0,0-2,1 0,-1-2,2-1,-22 0,0-1,1 0,-1 0,0 0,0-1,0 1,0-1,0 0,0 0,0 0,0 0,0 0,0-1,-1 1,1-1,0 1,-1-1,1 0,-1 0,2-3,6-10</inkml:trace>
  <inkml:trace contextRef="#ctx0" brushRef="#br0" timeOffset="3661.879">2304 543,'3'-119,"-3"118,0-1,1 1,-1 0,1-1,-1 1,1 0,-1 0,1-1,0 1,-1 0,1 0,0 0,0 0,0 0,0 0,0 0,0 0,0 0,0 0,0 0,1 1,-1-1,0 0,0 1,1-1,-1 1,0 0,1-1,-1 1,1 0,-1 0,0 0,1 0,-1 0,0 0,1 0,-1 0,1 1,-1-1,0 0,1 1,-1-1,0 1,1 0,51 36,-44-26,0 1,-1-1,0 2,-1-1,0 1,-1 0,-1 1,0-1,-1 1,0 0,-1 0,1 11,5 179,-10-172,0 23,-1-23,2 0,1 0,1-1,6 21,-8-46,1-1,1 1,-1-1,1 0,0 1,0-1,0 0,1 0,0 0,0 0,0-1,0 1,1-1,0 0,0 0,0 0,0-1,1 1,-1-1,1 0,0 0,0 0,0-1,0 0,0 0,1 0,-1-1,1 0,-1 0,1 0,-1 0,1-1,0 0,-1 0,1-1,-1 0,1 0,-1 0,5-2,-1-3,-1 0,1-1,-1 0,0-1,-1 0,0 0,0 0,-1-1,0 0,-1-1,0 1,0-1,-1 0,0 0,0 0,-2-1,1 1,-1-1,-1 0,0 1,0-5,-1 2,0 0,0 0,-2 0,0 0,0 1,-1-1,-1 1,0-1,0 1,-1 1,-1-1,0 1,-1-1,0 2,0-1,-1 1,-1 0,0 1,0 0,-8-6,-1 0,-1 1,0 1,-1 1,-1 1,0 0,0 2,0 0,-2 2,1 0,0 2,-4-1,0 2,-1 0,1 2,0 1,-1 0,-13 3,58 2,29-4,1-2,0-2,-1-2,0-2,0-2,-1-2,0-3,-1-1,-1-2,26-15,-67 31,5-1,0-1,0 0,0 0,-1-1,1 0,-1-1,-1 1,1-1,-1 0,0-1,1-1,-6 7,0 0,-1 0,1-1,-1 1,1 0,0 0,-1-1,0 1,1-1,-1 1,0 0,0-1,0 1,0 0,0-1,0 1,0-1,0 1,-1 0,1-1,0 1,-1 0,1-1,-1 1,1 0,-1 0,0-1,0 1,0 0,1 0,-1 0,0 0,0 0,0 0,-1 0,1 0,0 1,0-1,0 0,-1 1,1-1,0 1,0-1,-2 1,0-2,0 1,-1 0,1 0,-1 0,0 0,1 0,-1 1,0 0,1 0,-1 0,0 0,1 0,-1 1,1 0,-1 0,1 0,-2 0,0 4,1 0,-1 0,1 0,0 1,0-1,1 1,-1 0,1 0,1 0,-1 1,1-1,0 1,1-1,-1 1,1-1,1 1,-1 0,1 0,0 0,1-1,-1 1,1 0,1-1,-1 1,1-1,1 3,0 1,0-1,0 0,0 0,1 0,1 0,0 0,0-1,0 0,1 0,0-1,1 1,0-1,0-1,0 1,1-1,0-1,0 1,0-1,1-1,0 1,0-2,0 1,0-1,1 0,-1-1,8 1,-11-3,-1-1,1 1,-1-1,1 0,-1 0,1-1,-1 1,0-1,1 0,-1-1,0 1,-1-1,1 0,0-1,-1 1,1-1,-1 1,0-1,-1-1,1 1,-1 0,1-1,-1 0,-1 0,1-1,5-8,0-2,-1 1,-1-1,-1 0,0 0,-2-1,3-14,-4 6,-2 18,0 14,0 123,1-127,0 0,-1 0,1-1,0 1,0 0,1-1,-1 1,1-1,-1 1,1-1,0 1,-1-1,1 0,0 0,1 0,-1 0,0 0,1-1,-1 1,1-1,-1 1,1-1,-1 0,1 0,0 0,0-1,0 1,-1 0,1-1,0 0,0 0,0 0,0 0,0 0,2-1,3 0,0 0,0-1,0 0,0 0,0-1,-1 0,1 0,-1-1,0 0,0 0,0-1,2-1,-2-1,0 0,0 0,-1-1,0 0,0 0,-1-1,0 1,0-1,-1 0,0 0,-1-1,0 1,0-1,-1 0,0 1,0-8,-5 36,2 0,1-1,0 1,1 0,1 0,2 9,-3-22,1-1,-1 0,1 0,0 0,0 0,0 0,1 0,-1-1,1 1,0-1,1 1,-1-1,1 0,0-1,0 1,0-1,0 1,0-1,1-1,0 1,-1 0,1-1,0 0,0 0,2 0,-1-1,0 0,-1 0,1 0,0-1,0 1,0-1,0-1,-1 1,1-1,0 0,0-1,-1 1,1-1,-1 0,1 0,-1-1,0 0,0 0,0 0,0 0,0-1,-1 0,0 0,0 0,0 0,0-1,0 0,4-6,-1-1,0 0,0 0,-2 0,1-1,-2 0,1 0,-2 0,0-1,0 1,-1-5,-2-21,-1 0,-2-1,-2 1,-1 1,-3-1,0 1,-3 0,-1 1,-3-2,9 18,4 10,-1 1,0-1,0 1,-1 0,0 0,-1 0,0 1,-2-2,7 10,1 1,0 0,-1 0,1-1,0 1,-1 0,1 0,-1 0,1-1,-1 1,1 0,0 0,-1 0,1 0,-1 0,1 0,-1 0,1 0,-1 0,1 0,0 0,-1 0,1 0,-1 0,1 0,-1 1,1-1,0 0,-1 0,1 0,-1 1,1-1,0 0,-1 1,1-1,0 0,0 0,-1 1,1-1,0 1,-1-1,1 0,0 1,0-1,0 1,0-1,-1 0,1 1,0-1,0 1,0-1,0 1,0-1,0 1,0-1,0 0,0 1,0-1,1 1,-1-1,0 1,0-1,0 0,0 1,-3 32,1 1,1 0,2-1,3 20,-4-49,1 24,1 1,2-1,0 0,2 0,1 0,1-1,2 0,0-1,2 0,1 0,1-1,2 0,44 28,-34-39</inkml:trace>
  <inkml:trace contextRef="#ctx0" brushRef="#br0" timeOffset="4134.827">3373 222,'15'6,"1"0,0-2,0 0,0-1,1 0,-1-1,12-1,-9 1,49 2,-40-3,1 0,-1 2,1 1,-1 1,0 1,-1 2,0 1,6 3,-28-9,0 0,0 0,-1 0,1 0,-1 1,0 0,0 0,0 0,0 0,-1 1,1-1,-1 1,-1 0,1 0,-1 0,1 0,-1 0,-1 1,2 3,3 110,-5-34,-1-81,0 1,1 0,0-1,-1 1,2-1,-1 1,0-1,1 1,0-1,0 0,0 0,0 0,1 0,0 0,0-1,0 1,0-1,0 1,1-1,-1 0,1-1,0 1,0 0,0-1,0 0,0 0,1 0,-1-1,0 0,1 1,-1-2,1 1,4 0,-1 0,1 0,-1-1,1-1,0 1,-1-2,1 1,-1-1,0 0,0-1,0 1,0-2,0 1,0-1,-1-1,5-2,-8 4,0 0,1-1,-1 1,0-1,-1 0,1 0,-1 0,1-1,-1 1,-1-1,1 0,-1 0,1 0,-1 0,-1 0,1 0,-1-1,0 1,0 0,0-1,-1 1,0-1,0 1,-1-1,1 1,-2-3,0 2,0 0,0 1,-1-1,0 0,0 1,-1 0,0-1,1 1,-2 1,1-1,-1 1,1-1,-1 1,0 1,-1-1,1 1,0 0,-1 0,0 0,0 1,0 0,0 0,0 0,0 1,-1 0,1 0,0 1,0 0,-1 0,1 0,0 1,-1 0,1 0,0 1,0-1,0 1,0 1,0-1,0 1,1 0,-1 0,1 1,0-1,0 1,0 0,-1 2,-1 1,1 0,0 0,1 1,-1 0,1 0,1 0,-1 0,2 1,-4 8,6-14,0-1,0 1,0 0,1 0,-1 0,1 1,0-1,0 0,0 0,0 0,0 0,0 0,1 0,0 0,-1 0,1 0,0 0,1 0,-1-1,0 1,1 0,0-1,-1 1,1-1,0 1,0-1,1 0,-1 0,0 0,1 0,0 0,26 11,0-5</inkml:trace>
  <inkml:trace contextRef="#ctx0" brushRef="#br0" timeOffset="4394.665">4148 75,'-16'0,"-9"4,-6 7,-2 5,3 5,6 3,7 3,14 0,14 1,11 0,3-5</inkml:trace>
  <inkml:trace contextRef="#ctx0" brushRef="#br0" timeOffset="4623.543">4362 757,'19'13,"12"5,5 2,2-3,-6-5</inkml:trace>
  <inkml:trace contextRef="#ctx0" brushRef="#br0" timeOffset="5154.922">85 1585,'0'7,"0"12,0 13,0 17,0 15,-3 9,-4 6,-5 1,-1-4,-1-8,-1-13,2-21,6-23,7-20,2-8</inkml:trace>
  <inkml:trace contextRef="#ctx0" brushRef="#br0" timeOffset="5688.706">18 1839,'0'-27,"-1"7,0-1,2 1,0 0,1 0,1 0,1 1,1-1,0 1,5-9,-8 24,0 1,1-1,-1 0,1 1,0 0,0 0,0 0,0 0,0 0,1 0,-1 1,1 0,0 0,-1 0,1 0,0 0,0 1,1 0,-1 0,0 0,0 0,0 1,1-1,-1 1,0 0,1 0,-1 1,0-1,0 1,1 0,0 1,7 1,0 0,-1 1,1 1,-1 0,0 0,-1 1,1 1,-1 0,0 0,5 5,-12-10,0 0,1 1,-1-1,0 1,0-1,-1 1,1 0,-1 0,1 0,-1 1,0-1,0 0,0 1,0 0,-1-1,0 1,1 0,-2 0,1-1,0 1,-1 0,1 0,-1 0,0 0,0 0,-1 0,1 0,-1 0,0 0,0-1,0 1,-1 0,1 0,-1-1,0 1,0-1,0 0,0 1,-1-1,1 0,-4 1,-1-1,1 1,0-1,-1 0,0-1,0 1,0-2,0 1,0-1,0 0,0 0,0 0,0-1,-1-1,1 1,-5-2,11 2,0 0,0 0,0 0,0-1,0 1,0 0,0-1,0 1,0-1,0 1,0-1,0 1,0-1,0 0,0 1,1-1,-1 0,0 0,1 0,-1 1,0-1,1 0,-1 0,1 0,-1 0,1 0,0 0,-1 0,1 0,0 0,0-1,0 1,-1 0,1 0,0 0,1 0,-1 0,0 0,0 0,0 0,1 0,-1 0,0 0,1 0,-1 0,1 0,-1 0,34-43,14-1,-23 24,-2 0,0-2,-2-1,0 0,-2-1,-1-2,-1 1,-1-2,-1 0,-5 0,-2 0,0-1,-2 0,-1 0,-2 0,-1 0,-1-1,-1 1,-1-1,-4-9,-1 10,6 29,0 1,0-1,0 0,0 1,0-1,0 0,0 1,0-1,0 1,0-1,-1 0,1 1,0-1,0 0,0 1,0-1,-1 0,1 0,0 1,0-1,-1 0,1 0,0 1,-1-1,1 0,0 0,-1 0,1 1,0-1,-1 0,1 0,0 0,-1 0,1 0,0 0,-1 0,1 0,0 0,-1 0,1 0,-1 0,1 0,0 0,-1 0,1 0,0 0,-1 0,1-1,0 1,-1 0,1 0,0 0,0-1,-1 1,-11 67,3 0,2 1,3 40,3-87,-1 22,-1 2,2-1,2 0,2 0,6 25,-9-63,0 0,1 0,0 0,1 0,-1 0,1 0,0 0,1-1,-1 1,1-1,0 0,1 0,-1 0,1 0,0 0,0-1,0 0,1 0,0 0,-1 0,1-1,1 0,-1 0,0 0,1 0,-1-1,1 0,0 0,0-1,0 1,0-1,0-1,0 1,0-1,5 0,-5-2,0 1,1-1,-1-1,0 1,-1-1,1 0,0 0,-1-1,0 0,1 1,-2-2,1 1,0-1,-1 1,3-6,13-17</inkml:trace>
  <inkml:trace contextRef="#ctx0" brushRef="#br0" timeOffset="5965.047">111 1358,'16'2,"19"1,19 0,17-1,11 0,9-1,0 6,-16 3</inkml:trace>
  <inkml:trace contextRef="#ctx0" brushRef="#br0" timeOffset="6333.191">780 1800,'11'-217,"-12"206,0 9,0 0,0 0,1-1,-1 1,1 0,-1-1,1 1,0 0,0-1,0 1,0 0,1 0,-1-1,0 1,1 0,0-1,-1 1,1 0,0 0,0 0,1 0,-1 0,0 0,1 0,-1 0,1 1,-1-1,1 0,0 1,0-1,-1 1,1 0,0 0,2-1,91 21,-64-11,-5-2,0 1,-1 1,1 1,-2 1,10 6,-32-15,0 1,1-1,-1 0,0 1,0-1,0 1,0 0,0 0,-1-1,1 1,0 0,-1 1,0-1,1 0,-1 0,0 1,0-1,0 0,0 1,-1-1,1 1,-1-1,1 1,-1 0,0-1,0 1,0-1,0 1,-1-1,1 1,-1-1,1 1,-1-1,0 1,0-1,0 1,-97 176,97-178,0 1,1-1,-1 1,0 0,1-1,-1 1,1 0,0 0,0-1,0 1,-1 0,2-1,-1 1,0 0,0 0,0-1,1 1,-1 0,1-1,0 1,-1 0,1-1,0 1,0-1,0 1,0-1,0 0,0 1,0-1,0 0,1 0,-1 0,0 0,1 0,-1 0,1 0,1 0,12 4,1-1,0 0,-1-1,1-1,1-1,-1 0,0-1,0-1,0 0,0-1,6-2,49-7,-4 0</inkml:trace>
  <inkml:trace contextRef="#ctx0" brushRef="#br0" timeOffset="6957.666">2237 1412,'-13'0,"-1"2,1 0,-1 0,1 1,0 1,0 0,0 1,0 0,1 1,0 0,0 1,1 1,0 0,0 0,1 1,0 0,0 1,1 0,1 1,-1 0,2 0,-1 0,2 1,0 0,0 1,1-1,0 1,-2 13,5-22,0 1,0-1,1 1,-1-1,1 1,0-1,1 1,-1 0,1 0,0-1,0 1,0 0,1-1,-1 1,1 0,0-1,1 1,-1-1,1 1,0-1,0 0,0 0,1 1,-1-2,1 1,0 0,0 0,1-1,-1 0,1 0,-1 0,1 0,0 0,0-1,0 0,1 1,-1-2,4 2,-1-2,0-1,0 0,0-1,0 0,-1 0,1 0,0-1,0 0,-1 0,1-1,-1 0,1 0,-1 0,0-1,-1 0,1 0,1-1,82-90,-77 79,-1-1,-1 0,0 0,-1-2,-1 1,-1-1,-1 0,0 0,-1-1,-1 0,-1 0,-1 0,-1 0,0 0,-2 0,0 0,-1 0,-2 0,-4-17,7 31,-1 0,0 1,0-1,-1 1,0 0,0 0,0 0,0 0,-1 0,0 1,0 0,0-1,0 2,-1-1,1 0,-1 1,0 0,0 0,-1 0,1 1,0-1,-1 1,0 1,1-1,-1 1,0 0,0 0,1 1,-1-1,0 1,0 1,0-1,0 1,0 0,1 0,-1 1,0 0,1 0,-6 2,6-1,0 1,-1-1,1 1,1 0,-1 0,0 0,1 1,0-1,0 1,0 0,1 0,0 1,0-1,0 1,0-1,1 1,0 0,0 0,1 0,0 0,0 0,0 0,1 1,0-1,0 0,0 0,1 0,0 1,2 11,0 0,2-1,0 0,1 0,0 0,2 0,0-1,0 0,4 2,57 84,-38-59,-1 1,-3 1,-2 2,5 16,4 46,-28-83</inkml:trace>
  <inkml:trace contextRef="#ctx0" brushRef="#br0" timeOffset="7249.215">2544 1813,'0'-215,"0"249,-1 18,2 0,2 0,3 0,1 0,4 4,19 15,-16-48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8:10.08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0,'13'21,"14"17,14 19,11 15,6 14,2 11,-5 4,-9 3,-12 2,-17 0,-20-3,-26-3,-26-7,-24-9,-23-10,5-19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7:47.47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787 1,'-16'11,"-10"15,-5 17,-4 18,0 15,-2 14,2 9,1 7,3 1,1-5,2-3,3-5,2-4,2-7,2-11,5-12,4-17</inkml:trace>
  <inkml:trace contextRef="#ctx0" brushRef="#br0" timeOffset="682.318">640 54,'-37'21,"1"2,2 1,0 2,-1 3,-27 20,114-95,-21 22,1 1,1 1,1 2,1 1,1 2,3 0,-36 16,-2 0,1 0,0-1,0 1,-1 0,1 1,0-1,0 0,0 0,0 1,0-1,0 1,1 0,-1 0,0-1,0 1,0 1,0-1,0 0,0 0,0 1,0-1,0 1,0 0,0 0,0-1,0 1,0 0,-1 1,1-1,0 0,-1 0,1 1,-1-1,2 2,11 90,-8-74,1 0,1 0,1 0,0-1,1 0,1-1,7 8,-17-25,-1 1,1-1,-1 0,0 0,1 1,-1-1,0 0,1 1,-1-1,0 1,0-1,1 0,-1 1,0-1,0 1,0-1,0 1,1-1,-1 1,0-1,0 1,0-1,0 1,0-1,0 1,0-1,0 0,-1 1,1-1,0 1,0-1,0 1,0-1,-1 1,1-1,0 0,0 1,-1-1,1 1,0-1,-1 0,1 1,0-1,-1 0,1 0,-1 1,1-1,0 0,-1 0,1 1,-1-1,1 0,-1 0,1 0,-1 0,1 0,0 0,-1 0,0 0,-32-1,29 1,-365-52,310 56,59-4,-1 0,1 0,-1 1,1-1,-1 0,1 0,-1 0,1 1,-1-1,1 0,0 1,-1-1,1 0,0 1,-1-1,1 1,0-1,-1 1,1-1,0 1,0-1,-1 0,1 1,0-1,0 1,0-1,0 1,0 0,0-1,0 1,0-1,0 1,0-1,0 1,0-1,0 1,0-1,0 1,1-1,-1 1,0-1,0 1,0-1,1 1,-1-1,0 0,1 1,8 9</inkml:trace>
  <inkml:trace contextRef="#ctx0" brushRef="#br0" timeOffset="1760.629">974 949,'-106'28,"101"-26,0 0,0 1,0-1,0 1,1 0,-1 0,1 0,0 1,0 0,0 0,0 0,1 0,0 0,0 1,0-1,0 1,1 0,-2 4,4 0,0 0,0 0,1-1,0 1,1 0,0-1,0 1,1-1,0 1,1-1,-1 0,2-1,-1 1,1-1,0 1,1-2,-1 1,1 0,5 3,-8-7,35 41,57 85,-93-127,0 0,-1 0,1 0,-1 0,0 0,0 0,0 0,0 1,0-1,0 0,-1 1,1-1,-1 1,0-1,1 0,-1 1,0-1,-1 1,1-1,0 1,-1-1,1 1,-1-1,0 0,0 1,0-1,0 0,0 0,0 0,0 0,-1 0,1 0,-1 0,0 0,1 0,-1-1,0 1,0-1,0 1,0-1,-1 0,1 0,-2 1,-1 0,0 0,-1-1,1 0,-1 0,1-1,-1 1,0-1,1 0,-1-1,1 1,-1-1,1 0,-1-1,-1 0,5 1,-1 0,1 0,0 0,0 0,0 0,0-1,0 1,0-1,0 0,1 0,-1 1,0-1,1 0,0 0,-1-1,1 1,0 0,0 0,0 0,0-1,1 1,-1-1,1 1,-1 0,1-1,0 1,0-1,0 1,0-1,0 1,1-1,-1 1,1-1,5-14,0 0,2 1,0 0,0 1,2 0,0 0,0 1,2 0,-1 1,2 0,0 1,9-6,-7 3,27-25,-23 25,0-2,0 0,-2-1,0-1,-1 0,-1-1,-1-1,0 0,-2-1,-1-1,0 0,-2 0,6-23,-13 11,-2 35,0-1,0 0,0 1,0-1,0 0,0 1,0-1,0 0,0 0,0 1,0-1,0 1,-1-1,1 0,0 1,0-1,-1 0,1 1,0-1,-1 1,1-1,-1 1,1-1,-1 1,1-1,-1 1,1-1,-1 1,1 0,-1-1,0 1,1 0,-1 0,1-1,-1 1,0 0,1 0,-1 0,0 0,1 0,-1 0,0 0,1 0,-1 0,0 0,-2 2,1 0,0 0,-1 0,1 0,0 1,0-1,0 1,0-1,1 1,-1 0,1-1,-1 1,1 0,0 0,0 0,0 0,1 0,-1 1,1-1,0 0,-7 40,2-1,3 1,1 0,2 0,2 0,3 10,-4-26,2-1,1 1,1-1,1 0,1-1,5 9,-13-34,0 1,0 0,1 1,-1-1,0 0,1 0,-1 0,1 0,-1 0,1 0,0 0,-1 0,1 0,0 0,0 0,0-1,-1 1,1 0,0 0,0-1,0 1,0-1,0 1,0-1,0 1,1-1,-1 0,0 1,0-1,1 0,2-6</inkml:trace>
  <inkml:trace contextRef="#ctx0" brushRef="#br0" timeOffset="2738.727">1068 1151,'626'0,"-582"-3,-50 0,-26-1,1 1,0 2,-1 1,-25 3,-20 15,75-17,0 0,0 0,0 1,-1-1,1 0,1 1,-1 0,0-1,0 1,1 0,-1 0,1 0,-1 0,1 0,0 0,0 0,0 1,0-1,0 0,0 1,0-1,1 0,0 1,-1-1,1 1,0-1,0 1,0-1,1 1,-1 0,2 3,1 1,0-1,1 0,-1 0,1-1,0 1,0-1,1 1,0-1,0-1,0 1,0-1,1 1,-1-2,1 1,0-1,0 0,1 0,-1 0,1-1,-1 0,1 0,0-1,0 0,-1 0,1-1,0 1,0-2,0 1,1-1,-2 0,0-1,0 1,0-1,0-1,0 1,0-1,-1 0,0 0,1-1,-1 0,-1 1,1-2,0 1,-1-1,0 1,0-1,0 0,-1 0,0-1,0 1,0-1,0 0,-1 1,0-1,0 0,-1-1,0 1,1-4,-3 20,1-1,0 1,1-1,0 1,1-1,0 0,0 0,1 1,0-1,1 1,-3-6,1 0,-1-1,1 1,0-1,0 1,0-1,0 0,1 0,-1 0,1 0,0 0,0-1,0 1,0-1,0 1,0-1,1 0,-1-1,1 1,-1-1,1 1,0-1,0 0,-1 0,1-1,0 1,0-1,3 0,-3-1,-1 1,1-1,0-1,-1 1,1 0,-1-1,0 0,1 0,-1 0,0 0,0 0,0-1,-1 1,1-1,0 0,-1 0,0 0,0 0,0 0,0 0,0-1,-1 1,1-1,0-3,20-90,-10-28,-12 123,1 0,0 0,0 1,0-1,0 0,0 1,0-1,0 1,1-1,-1 1,0-1,1 1,-1 0,1 0,0 0,-1 0,1 0,0 0,-1 0,1 1,0-1,0 0,0 1,0 0,0-1,0 1,0 0,-1 0,1 0,0 0,0 0,1 1,62 15,-62-15,5 1,0 0,-1 1,1 0,-1 0,0 0,0 1,0 0,-1 1,1 0,-1 0,0 0,0 0,-1 1,0 0,0 0,0 1,-1-1,0 1,0 0,0 0,-1 1,0-1,-1 0,0 1,1 2,1 130,-4-136,1-1,0 0,0 0,0 0,1 0,-1 0,1 0,-1-1,1 1,0 0,0-1,1 1,-1-1,0 0,1 0,-1 0,1 0,0 0,-1 0,1-1,0 1,0-1,0 0,0 0,1 0,1 0,4 1,0 0,0-1,0 0,0-1,1 0,-1-1,0 0,0 0,1-1,1 0,-1 0,0 0,0-2,0 1,0-1,-1 0,1-1,-1 0,0-1,0 0,-1 0,0-1,0 0,-1-1,0 1,0-1,0-1,-1 1,0-1,-1 0,0-1,-1 1,0-1,0 0,-1 0,0 0,-1 0,0 0,0-1,-1 1,-1-5,0 10,-2 0,1-1,0 1,-1 0,0 0,0 0,-1 0,1 0,-1 1,0-1,0 1,-1 0,0-1,3 3,-1 1,1-1,0 1,0-1,-1 1,1 0,-1 0,1 0,-1 0,0 0,1 0,-1 0,0 1,0-1,1 1,-1-1,0 1,0 0,0-1,0 1,0 0,0 0,1 0,-1 1,0-1,0 0,0 1,0-1,1 1,-1 0,0-1,0 1,1 0,-1 0,1 0,-1 0,1 0,-2 1,1 3,-1 0,1 0,0 0,0 0,0 1,1-1,0 0,0 1,0-1,1 1,0-1,0 1,0-1,0 0,1 1,0-1,0 1,1-1,0 0,-1 0,2 0,-1 0,1 0,-1 0,1 0,0-1,1 0,1 3,6 5,0 0,1 0,0-1,1 0,0-1,0-1,1 0,0-1,1 0,0-1,0-1,3 0,34 13</inkml:trace>
  <inkml:trace contextRef="#ctx0" brushRef="#br0" timeOffset="3185.755">3259 1084,'5'32,"2"1,1-2,1 1,2-1,1 0,1-1,2-1,14 22,-25-45,-2-1,1 0,0 0,0 0,0-1,0 1,1-1,0 0,0 0,0-1,0 1,1-1,-1 0,1 0,0 0,2 0,-5-4,1 0,-1 0,1-1,-1 1,1-1,-1 1,0-1,0 0,0 0,0 0,0 0,-1-1,1 1,0 0,-1-1,0 1,0-1,1 1,-1-1,-1 0,1 1,0-1,-1 0,1-1,1-4,59-196,-53 183,0 4</inkml:trace>
  <inkml:trace contextRef="#ctx0" brushRef="#br0" timeOffset="3446.919">3768 1177,'-3'18,"1"13,-1 6,0 3,2-1,2-1,4-4,3-5,2-5,2-7,2-8,-3-6</inkml:trace>
  <inkml:trace contextRef="#ctx0" brushRef="#br0" timeOffset="3712.258">3621 923,'14'9,"11"6,8 1,-2-1</inkml:trace>
  <inkml:trace contextRef="#ctx0" brushRef="#br0" timeOffset="3981.54">3995 1230,'5'16,"1"10,0 3,-1 0,-2-1,-1-4,-1-9,0-6</inkml:trace>
  <inkml:trace contextRef="#ctx0" brushRef="#br0" timeOffset="3982.54">3915 856,'-11'-9,"0"-3,7 1,4 1</inkml:trace>
  <inkml:trace contextRef="#ctx0" brushRef="#br0" timeOffset="4217.952">4356 616,'0'23,"0"18,0 17,0 13,2 10,1 5,2 3,3-2,2-6,1-9,0-10,-3-11,-3-12,1-12,-1-14,-2-15,-3-15,-2-3</inkml:trace>
  <inkml:trace contextRef="#ctx0" brushRef="#br0" timeOffset="5474.005">4196 1110,'278'14,"-250"-12,-15-2,0 0,0 1,0 1,0 0,-1 1,1 0,0 0,-1 2,0 0,1 0,-10-1,1 1,-1-1,0 1,0-1,0 1,-1 0,1 0,-1 0,0 1,-1-1,1 0,-1 1,0-1,-1 1,1-1,-1 1,0-1,-1 1,1-1,-1 1,0-1,0 1,-1-1,0 0,-1 3,-1 14,3-10,-1-7,0-1,1 1,-1 0,1-1,0 1,1 0,-1 0,1 0,0 0,0-1,1 1,-1 0,1 0,0 0,0-1,1 1,0 0,-1-1,1 0,1 1,-1-1,1 0,0 0,-1 0,2 0,-1-1,0 1,1-1,2 2,0-2,-1-1,1 0,0 0,0 0,0-1,0 1,0-1,0-1,0 0,0 1,0-2,1 1,-1-1,0 0,0 0,0 0,0-1,-1 0,1-1,0 1,-1-1,0 0,1 0,-1 0,0-1,-1 0,1 0,-1 0,1-1,-1 1,0-1,-1 0,0 0,1-1,-1 1,-1-1,1 1,-1-1,0 0,-1 0,1 0,-1 0,0-3,-2 1,0 1,0-1,-1 0,0 0,0 1,-1-1,0 1,-1 0,1 0,-1 0,-1 0,1 1,-1-1,0 1,-1 0,1 1,-1-1,0 1,-1 0,1 1,-1 0,0 0,0 0,0 1,-1 0,1 0,-1 1,1 0,-1 0,0 1,0 0,0 0,0 1,0 0,0 0,0 1,0 0,1 0,-1 1,0 0,1 1,-1-1,1 1,0 1,0-1,0 1,0 1,0-1,1 1,0 0,-4 5,8-7,0 0,0 0,0 0,0 1,1-1,-1 0,1 1,0-1,0 1,0 0,1-1,-1 1,1-1,0 1,0 0,0-1,0 1,1 0,0-1,-1 1,1-1,0 1,1-1,-1 1,1-1,-1 0,1 0,1 2,3 3,0-1,0 0,1 0,0 0,0-1,0 0,1-1,0 1,0-1,5 2,15 5,0-1,1-1,0-2,1-1,0-1,0-1,0-2,0-1,27-2,-42 0,0-1,0 0,0-1,0-1,-1 0,1-1,6-3,-18 5,1 1,-1 0,0-1,1 0,-1 0,0 0,0 0,0 0,-1-1,1 1,0-1,-1 0,0 0,1 1,-1-2,0 1,-1 0,1 0,-1-1,1 1,-1-1,0 1,0-1,0 1,-1-1,1 0,-1 1,0-1,0 0,0 1,-1-1,0-1,-1-6,-1 0,-1 1,0 0,-1 0,0 0,0 0,-1 1,0 0,0 0,-1 0,-1 1,1 0,-1 1,-1-1,1 1,-7-2,13 6,0 1,-1 1,0-1,1 0,-1 1,0-1,0 1,0 0,0 0,0 0,0 0,0 1,0-1,0 1,-1 0,1 0,0 0,0 0,0 1,0-1,-1 1,1 0,0-1,0 1,0 1,0-1,1 0,-1 1,0 0,1-1,-1 1,1 0,-1 0,1 1,0-1,0 0,0 1,0-1,0 1,0 1,-1 1,0 1,0-1,0 1,1 0,0 0,0 0,1 0,-1 1,1-1,1 0,-1 1,1-1,0 0,1 1,0-1,-1 0,2 0,-1 0,1 1,0-1,0-1,1 1,0 0,0 0,0-1,1 0,-1 0,1 0,1 0,-1 0,0-1,1 0,0 0,3 1,0-1,1-1,0 0,0 0,0-1,0 0,0-1,1 0,-1 0,0-1,1-1,-1 1,0-1,0-1,0 0,0 0,0-1,0 0,0 0,-1-1,1 0,-1-1,2-1,-12 10,-1 1,2 0,-1-1,0 1,1 0,0 0,0 0,0 0,1 1,0-1,0 0,0 0,1 0,-1 0,1 0,0 0,1 2,1-4,0-1,1 0,-1 0,0 0,1 0,-1 0,1-1,-1 0,1 0,0 0,0 0,-1 0,1-1,0 1,0-1,0 0,0 0,-1-1,1 1,0-1,0 0,0 0,-1 0,1 0,-1-1,1 0,-1 1,1-1,-1 0,0-1,0 1,0-1,2-2,5-4,-1 0,0-1,-1 0,0-1,-1 0,0 0,-1-1,0 0,-1 0,0 0,-1 0,0-1,1-10,16-39,-21 61,0-1,0 1,0 0,0 0,1 0,-1 0,0-1,0 1,1 0,-1 0,1 0,-1 0,1 0,0 0,-1 0,1 0,0 0,0 1,-1-1,1 0,0 0,0 0,0 1,0-1,0 1,0-1,0 1,0-1,0 1,0-1,1 1,-1 0,0 0,0 0,0-1,0 1,1 0,-1 1,0-1,0 0,0 0,0 0,0 1,1-1,-1 0,0 1,0-1,0 1,0-1,0 1,4 7,1 0,-2 0,1 0,-1 1,-1-1,0 1,0 0,0 0,-1 0,0 3,-2-11,28 166,-27-162,0-1,0 1,0 0,1-1,0 1,0-1,0 1,0-1,1 0,0 0,0 0,0 0,0 0,0-1,1 1,0-1,-1 0,1 0,0-1,1 1,-1-1,0 0,1 0,-1 0,1-1,0 1,-1-1,1 0,0 0,0-1,0 0,1 0,7 1,0-2,0 0,0 0,0-1,0 0,-1-2,1 1,-1-1,0-1,0 0,-1-1,1 0,-1-1,-1 0,2-2,-5 4,-1 0,0 0,0-1,0 0,0 0,-1-1,0 1,-1-1,1 0,-1-1,-1 1,1-1,-1 1,-1-1,1 0,-1 0,-1 0,1 0,-2-1,1 1,-1 0,0-1,-1-7,1 14,0-1,0 1,-1-1,1 1,0-1,-1 1,0 0,1-1,-1 1,0 0,0-1,0 1,-1 0,1 0,-1 0,1 0,-1 0,1 0,-1 1,0-1,0 0,0 1,0 0,0-1,0 1,0 0,-1 0,1 0,0 0,-1 0,1 1,0-1,-1 1,1 0,-1-1,1 1,-1 0,1 0,-1 1,1-1,-1 0,1 1,0 0,-1-1,1 1,0 0,-1 1,-3 4,0 0,1 0,-1 1,2 0,-1 0,1 0,0 0,0 1,1-1,0 1,0 0,1 0,0 0,1 1,0-1,0 0,0 1,1-1,1 0,0 6,1-4,1 1,1-1,-1 0,2 0,-1 0,1-1,1 0,0 0,0 0,0 0,1-1,1 0,-1-1,2 1,-1-1,0-1,1 0,0 0,1-1,-1 0,5 1,26 13</inkml:trace>
  <inkml:trace contextRef="#ctx0" brushRef="#br0" timeOffset="6177.456">746 1953,'-2'18,"-1"17,-2 15,0 9,0 7,2 3,1 1,1-2,0-6,1-8,0-12,0-13</inkml:trace>
  <inkml:trace contextRef="#ctx0" brushRef="#br0" timeOffset="6751.019">587 2086,'22'-6,"0"0,1 2,0 0,0 2,0 0,0 1,0 2,0 0,0 2,0 0,-1 2,1 0,10 5,-33-10,15 3,-1 1,0 0,0 1,-1 1,1 0,-1 0,9 7,-21-13,0 1,-1-1,1 0,0 1,0-1,0 1,0-1,-1 1,1 0,0-1,0 1,-1 0,1-1,-1 1,1 0,-1 0,1-1,-1 1,1 0,-1 0,1 0,-1 0,0 0,0 0,0 0,1 0,-1 0,0 0,0 0,0 0,0 0,0-1,-1 1,1 0,0 0,0 0,-1 0,1 0,0 0,-1 0,1 0,-1-1,1 1,-1 0,0 0,1-1,-1 1,0 0,1-1,-1 1,0 0,0-1,0 1,1-1,-1 0,0 1,0-1,0 0,0 1,0-1,-59 18,39-14,0-1,-1 0,1-2,0-1,-1 0,-2-2,24 2,0 0,0-1,1 1,-1 0,0 0,0-1,0 1,1 0,-1 0,0-1,0 1,0 0,0-1,1 1,-1 0,0-1,0 1,0 0,0-1,0 1,0 0,0-1,0 1,0 0,0-1,0 1,0 0,-1-1,1 1,0 0,0-1,0 1,0 0,0-1,-1 1,1 0,0 0,0-1,-1 1,1 0,0 0,0-1,-1 1,1 0,0 0,0 0,-1 0,1-1,0 1,-1 0,1 0,0 0,-1 0,1 0,0 0,-1 0,1 0,0 0,-1 0,1 0,0 0,-1 0,1 0,0 0,-1 0,1 1,0-1,-1 0,25-14,57-20,-44 19,0-2,-1 0,-1-3,6-5,-31 18,0-1,0 0,-1-1,0 0,0 0,-1 0,-1-1,1-1,-2 1,1-1,-1-1,-1 1,0-1,-1 0,2-6,-2 0,-1-1,0 1,-2 0,0-1,-1 1,0-1,-2 1,0 0,-1-1,-1 1,-1 1,0-1,-1 1,-1-1,-1 2,0-1,-3-2,10 17,0 0,0 0,0 0,0 0,0 0,0 0,0 0,0 1,-1-1,1 0,-1 1,1-1,-1 1,0-1,0 1,1 0,-1 0,0 0,0 0,0 0,0 0,0 1,-1-1,1 0,0 1,0 0,0 0,0-1,-1 1,1 0,0 1,0-1,0 0,-1 1,1-1,-1 2,-3 3,1 2,0-1,1 1,-1-1,2 1,-1 0,1 1,0-1,0 0,1 1,0 0,0 0,1-1,0 1,0 3,0-6,-6 29,2 1,1 1,2-1,2 0,1 0,1 1,2-1,2 0,1-1,2 0,5 14,-9-37,0 0,0 0,1-1,1 1,0-1,0 0,1-1,0 0,1 0,0-1,0 0,1-1,-1 0,2 0,-1-1,1 0,0-1,0 0,1-1,-1 0,1-1,0 0,0-1,0 0,0-1,0 0,9-1,13-5</inkml:trace>
  <inkml:trace contextRef="#ctx0" brushRef="#br0" timeOffset="7012.329">881 1805,'20'3,"23"0,22-1,21 1,16-2,8 3,0 2,-18 0</inkml:trace>
  <inkml:trace contextRef="#ctx0" brushRef="#br0" timeOffset="7399.642">1562 2273,'9'-9,"0"0,0-1,0-1,-2 1,1-1,-1-1,-1 1,0-1,-1 0,0 0,-1-1,0 0,-1 1,0-1,-1-1,0 1,-2 0,1 0,-1 0,-1-1,-2-10,2 22,1-1,-1 1,0 0,1-1,-1 1,0 0,-1 0,1 0,0-1,0 1,-1 1,1-1,-1 0,0 0,0 0,1 1,-1-1,0 1,0 0,-1-1,1 1,0 0,0 0,0 1,-1-1,1 0,-1 1,1-1,0 1,-1 0,1 0,-1-1,1 2,0-1,-1 0,1 1,-1-1,1 1,0-1,-1 1,1 0,0 0,0 0,0 1,0-1,0 0,0 1,0-1,0 1,0 0,1-1,-2 3,3-3,0 1,0 0,0-1,0 1,0 0,1-1,-1 1,1-1,-1 1,1-1,-1 1,1-1,0 1,0-1,0 1,0-1,0 0,0 0,0 1,0-1,0 0,1 0,-1 0,0 0,1 0,-1-1,1 1,-1 0,1-1,-1 1,1-1,0 1,-1-1,1 0,-1 0,1 1,0-1,-1-1,1 1,0 0,-1 0,2-1,265 17,-265-15,0-1,0 0,0 1,0 0,0 0,0 0,0 0,0 0,0 1,0-1,-1 1,1-1,-1 1,1 0,-1 0,0 1,1-1,-1 0,0 1,-1-1,1 1,0-1,-1 1,1 0,-1 0,0 0,0 0,0 0,0 0,-1 0,1 0,-1 0,0 0,0 0,0 0,0 1,0-1,-1 0,0 0,1 0,-1 0,-24 62,-4 28,29-90,0-1,0 0,0 0,0 0,1 0,-1 0,1 0,0 0,-1 0,1 0,0 0,0 0,0-1,0 1,1 0,-1 0,0-1,1 1,-1-1,1 1,0-1,-1 0,1 0,0 0,0 0,0 0,0 0,0 0,0 0,0-1,1 1,72 9,95-21,-77-1</inkml:trace>
  <inkml:trace contextRef="#ctx0" brushRef="#br0" timeOffset="8012.848">3220 1859,'-18'5,"0"1,0 0,0 1,1 2,1-1,-1 2,1 0,1 1,0 1,0 0,1 1,1 0,0 1,1 1,1 0,0 0,1 1,0 1,1 2,3-9,0 1,1 1,1-1,0 0,1 1,0 0,0 0,1 0,1 0,0 3,1-11,0 0,0 0,1 1,-1-1,1 0,0 0,0 0,1 0,-1 0,1 0,0-1,0 1,0 0,0-1,0 1,1-1,0 0,0 0,0 0,0 0,0-1,0 1,1-1,-1 0,1 1,0-2,0 1,0 0,-1-1,1 0,1 0,2 1,1-1,0 0,0 0,0-1,0 0,0 0,-1-1,1 0,0 0,0-1,-1 0,1 0,-1-1,1 0,-1 0,0-1,0 0,-1 0,1-1,-1 1,1-2,5-5,0 1,-1-2,0 1,-1-2,0 1,-1-1,-1-1,0 0,0 0,-1-3,2-5,-2 0,-1-1,-1 0,-1 0,0 0,-2 0,-1-1,-1 1,-1-1,-1 1,-4-22,6 39,-1 1,0-1,0 0,0 1,0-1,-1 1,0-1,0 1,-1 0,1 0,-1 0,0 0,-1 0,1 1,-1-1,0 1,0 0,0 0,-1 0,1 1,-1 0,0-1,0 2,0-1,0 1,0-1,-1 1,1 1,-3-1,-3 4,1 0,0 1,-1 0,1 1,1 0,-1 1,0 0,1 0,0 1,0 0,1 1,0 0,0 0,1 1,-1 0,2 0,-1 1,1 0,0 0,1 0,0 1,1-1,-2 5,1-3,1 1,0-1,1 1,0 0,0 0,1 1,1-1,0 0,1 0,0 1,1-1,0 0,1 0,1 0,0 0,0 0,1 0,0-1,1 1,1-1,0-1,0 1,6 6,8 7,2 0,0-2,2 0,0-2,1-1,1-1,10 5,76 57,-92-63</inkml:trace>
  <inkml:trace contextRef="#ctx0" brushRef="#br0" timeOffset="8763.096">3487 2541,'16'-23,"-1"-1,0-1,-2-1,-1 1,-1-2,-1 0,5-24,-13 124,-4 255,2-326,1 0,-1 0,0 0,1 0,-1 0,0 0,0 0,-1 0,1 0,0 0,-1 0,1 0,-1 0,0 0,1 0,-1 0,0-1,0 1,0 0,0 0,-1-1,1 1,0-1,-1 1,1-1,-1 0,1 1,-1-1,0 0,0 0,1 0,-1 0,0-1,0 1,0 0,0-1,0 1,-1-1,-75-1,93 8,318-4,-291 2,-35-2</inkml:trace>
  <inkml:trace contextRef="#ctx0" brushRef="#br0" timeOffset="16517.907">212 2915,'-14'16,"-11"16,-6 17,-2 14,0 11,3 12,7 10,7 4,9 1,10-3,9-7,9-8,8-10,6-14,4-12,-1-12,-6-12</inkml:trace>
  <inkml:trace contextRef="#ctx0" brushRef="#br0" timeOffset="17303.974">426 3677,'15'-34,"-2"-1,-1 0,-2-1,-2 0,1-14,6-18,-16 66,1 0,0 1,0-1,0 0,1 0,-1 1,0-1,1 0,-1 1,1-1,-1 0,1 1,0-1,0 1,0-1,0 1,0-1,0 1,0 0,0-1,0 1,1 0,-1 0,0 0,1 0,-1 0,1 0,-1 0,1 1,0-1,-1 0,1 1,0 0,-1-1,1 1,0 0,0 0,-1 0,1 0,0 0,0 0,-1 0,1 1,0-1,0 1,1 0,8 5,1 1,-1 1,-1 0,0 0,0 1,0 0,-1 1,0 0,-1 0,0 1,-1 0,0 1,-1 0,0-1,-1 2,0-1,2 13,-6-23,0 0,0 0,0 1,-1-1,1 0,-1 1,0-1,1 0,-1 1,0-1,0 1,0-1,-1 0,1 1,-1-1,1 0,-1 1,0-1,0 0,0 0,0 1,0-1,0 0,-1 0,1 0,-1-1,1 1,-1 0,0-1,0 1,1-1,-1 1,0-1,0 0,-1 0,1 1,0-2,0 1,-1 0,1 0,0-1,-1 1,1-1,0 0,-1 0,1 0,-2 0,1 0,1-1,-1 1,0-1,0 0,1 0,-1 0,1 0,-1-1,1 1,-1-1,1 1,0-1,0 0,-1 0,1 0,1 0,-1 0,0 0,0-1,1 1,-1-1,1 1,0-1,0 1,0-1,0 0,0 0,2 1,0 1,0-1,0 0,0 0,1 1,-1-1,0 1,1-1,-1 1,1 0,-1-1,1 1,0 0,0 0,-1 0,1 0,0 0,0 1,0-1,0 0,0 1,0 0,0-1,2 1,0-1,85-22,-57 17,0-2,-1 0,0-3,0 0,-1-2,0-1,-2-1,0-2,7-6,-30 19,0-1,-1 1,1-1,-1 0,0-1,0 1,-1-1,0 1,0-1,0 0,0-1,-3 6,1-1,-1 0,1 1,-1-1,0 0,0 0,0 1,0-1,0 0,0 1,0-1,0 0,-1 0,1 1,-1-1,1 0,-1 1,0-1,1 1,-1-1,0 1,0-1,0 1,0 0,0-1,-1 1,1 0,0 0,0 0,-1 0,1 0,-1 0,1 0,-1 0,0 1,1-1,-1 1,1-1,-1 1,0-1,0 1,1 0,-1 0,-3-1,-1 0,1 1,0 0,-1 0,1 0,0 1,0-1,-1 1,1 1,0-1,0 1,0 0,0 0,0 0,1 1,-1-1,1 1,-1 0,1 1,0-1,0 1,1 0,-1 0,1 0,0 0,0 0,0 1,0-1,1 1,0 0,0 0,-1 3,4-4,-1 1,1-1,1 1,-1-1,1 1,-1-1,1 0,0 0,1 0,-1 0,1 0,0-1,0 1,0-1,0 0,0 1,1-2,0 1,-1 0,1-1,0 1,0-1,0 0,1-1,-1 1,0-1,1 1,-1-1,1-1,3 1,113 19,-60-16</inkml:trace>
  <inkml:trace contextRef="#ctx0" brushRef="#br0" timeOffset="18213.799">1802 3222,'14'22,"-2"1,0 0,-2 1,0 0,-2 0,-1 1,-1 0,0 0,-2 7,14 49,4-30,-21-50,0 0,0 0,0 0,0-1,1 1,-1 0,0 0,0-1,1 1,-1-1,0 1,1-1,-1 1,0-1,1 0,-1 0,1 1,-1-1,1 0,-1 0,0-1,1 1,-1 0,1 0,-1-1,0 1,1-1,-1 1,0-1,1 1,-1-1,0 0,0 0,0 0,0 0,1 0,12-11,-1-1,0 0,-1-1,0-1,-1 1,-1-2,-1 0,8-15,24-55,-42 141,1-51,0 0,0 0,0 0,0 0,1 0,0 0,0-1,0 1,0 0,0 0,1 0,0-1,0 1,0-1,0 1,0-1,1 0,-1 0,1 0,0 0,0-1,0 1,0-1,1 1,-1-1,1 0,-1-1,1 1,-1 0,1-1,0 0,0 0,1 0,15 2,1 0,-1-2,0 0,1-1,-1-1,0-1,0-1,0-1,0-1,0 0,-1-2,10-4,-24 9,-5 2,0-1,1 1,-1-1,1 1,-1-1,1 1,-1 0,1-1,-1 1,1 0,-1-1,1 1,0 0,-1 0,1-1,-1 1,1 0,0 0,-1 0,1 0,0 0,-1 0,1 0,0 0,-1 0,1 0,0 0,-1 1,1-1,-1 0,1 0,0 0,-1 1,1-1,-1 0,1 1,-1-1,1 1,-1-1,1 1,-1-1,0 1,1-1,-1 1,1-1,-1 1,0-1,0 1,1 0,-1-1,0 1,0-1,0 1,0 0,0 0,1 1,-1 1,0-1,1 0,-1 1,1-1,0 0,-1 1,1-1,0 0,1 0,-1 0,0 0,0 0,1 0,0 0,-1 0,1-1,0 1,0 0,0-1,0 0,0 1,0-1,0 0,0 0,0 0,1 0,-1-1,0 1,1 0,-1-1,0 0,1 0,-1 1,1-1,4 0,0 0,0 0,0-1,0 0,0 0,0 0,0-1,0 0,-1 0,1-1,5-3,-7 3,-1 0,1 0,-1-1,0 1,0-1,0 0,-1 0,0-1,0 1,0-1,0 0,0 0,-1 1,0-2,0 1,1-5,-2 8,-1-1,1 0,-1 0,0 1,0-1,0 0,0 0,0 1,0-1,-1 0,1 0,-1 1,0-1,0 1,0-1,0 0,0 1,-1 0,1-1,-1 1,0 0,1 0,-1 0,0 0,0 0,0 0,-1 0,1 1,0-1,-1 1,1-1,-1 1,-1-1,-4-1,0 1,-1-1,1 1,0 0,-1 1,1 0,0 0,-1 1,1 0,-1 1,1 0,-1 0,1 1,0 0,-1 0,1 1,0 0,1 0,-1 1,1 0,-1 0,1 1,0 0,1 0,-1 1,1 0,0 0,1 0,-4 5,8-9,0 0,0 0,1 1,-1-1,0 0,1 1,-1-1,1 1,0-1,0 1,0-1,0 0,0 1,1-1,-1 1,1-1,-1 0,1 1,0-1,0 0,1 1,11 18</inkml:trace>
  <inkml:trace contextRef="#ctx0" brushRef="#br0" timeOffset="18689.143">2926 2875,'-2'1,"-1"0,1 1,0-1,0 1,0 0,0-1,0 1,1 0,-1 0,0 1,1-1,0 0,-1 0,1 1,0-1,0 1,0-1,1 1,-1-1,0 1,1 1,0-3,-8 37,3 1,1-1,2 1,2 0,1 0,2-1,2 1,8 31,-13-66,4 25,0-1,2 1,1-1,1-1,2 0,1 0,0 0,9 11,-18-34,0 0,1-1,-1 1,1 0,-1-1,1 0,0 0,0 0,1 0,-1 0,1 0,-1-1,1 0,0 0,0 0,0 0,0 0,0-1,0 0,0 0,1 0,-1 0,0-1,1 1,-1-1,0 0,1-1,-1 1,0-1,1 0,-1 0,0 0,0 0,0-1,0 0,0 0,0 0,2-1,1-4,1 1,-1-1,-1-1,1 1,-1-1,0 0,-1-1,0 1,0-1,-1 0,0 0,-1-1,1 1,-2-1,0 1,0-1,-1 0,0 0,0 0,-1-6,0 18,-1-1,1 0,-1 0,1 0,-1 0,1 0,-1 0,1-1,-1 1,0 0,0 0,1 0,-1 0,0-1,0 1,0 0,0-1,0 1,0-1,0 1,0-1,0 0,0 1,0-1,0 0,0 1,0-1,0 0,0 0,-1 0,1 0,0 0,0-1,0 1,0 0,0 0,0-1,0 1,0 0,0-1,0 1,0-1,0 0,0 1,0-1,0 0,0 1,1-1,-1 0,0 0,0 0,1 0,-1 0,1 0,-1 0,1 0,-1 0,1 0,0 0,-1 0,1 0,0 0,0 0,0 0,0 0,0 0,0 0,0-1,0 0,-3 7,1 1,-1-1,1 0,0 1,0-1,1 1,0-1,0 1,0 0,0 0,1-1,0 1,1 0,-1 0,1-1,0 1,0 0,1-1,-1 1,1-1,1 0,-1 1,1-1,0 0,0 0,0-1,1 1,0-1,-1 1,2-1,-1 0,0-1,3 2,7 2,1 0,0-1,0-1,0 0,1-1,0-1,-1 0,1-2,0 1,1-2,14-1,15-1</inkml:trace>
  <inkml:trace contextRef="#ctx0" brushRef="#br0" timeOffset="18908.556">2752 3209,'-16'-2,"-7"-1,2 0,11-2,20 1,23-2,27-2,26 0,20 1,16 3,-13 1</inkml:trace>
  <inkml:trace contextRef="#ctx0" brushRef="#br0" timeOffset="20156.678">3901 3503,'-3'-6,"0"-1,-1 1,0 0,0 1,-1-1,1 1,-1 0,0 0,0 0,-1 1,0-1,0 1,0 1,0-1,0 1,-1 0,1 1,-1-1,0 1,0 1,0-1,0 1,0 0,0 1,0 0,0 0,0 0,0 1,0 0,0 0,0 1,0 0,1 0,-1 1,0-1,-2 3,0-1,0 0,1 1,-1 0,1 1,0-1,0 2,0-1,1 1,0 0,1 1,-1-1,1 1,1 0,0 1,0 0,0 0,1 0,1 0,-2 7,5-15,0 1,0 0,0 0,0 0,1-1,-1 1,0 0,1 0,0-1,-1 1,1 0,0-1,0 1,0-1,0 1,0-1,0 0,1 1,-1-1,0 0,1 0,-1 0,1 0,-1 0,1 0,0 0,-1 0,1-1,0 1,-1-1,3 1,58 8,-48-8,0-1,0 0,0-1,0-1,0 0,-1-1,1 0,-1-1,0-1,0 0,0-1,0 0,-1-1,0 0,-1-1,1 0,4-6,-14 12,1 0,-1 0,0 0,0-1,-1 1,1 0,0-1,-1 0,0 1,1-1,-1 0,0 0,0 0,-1 0,1 1,0-1,-1 0,0 0,0 0,0 0,0 0,0 0,-1 0,1 0,-2-3,1 5,0 1,0-1,0 1,-1 0,1-1,0 1,0 0,0 0,-1 0,1 0,0 0,0 0,0 0,-1 0,1 0,0 1,0-1,0 0,0 1,-1-1,1 1,0 0,0-1,0 1,0 0,0-1,0 1,0 0,1 0,-1 0,0 0,0 0,1 0,-1 0,0 0,1 0,-1 0,1 0,0 0,-1 1,1-1,0 0,0 0,-1 0,1 1,0-1,-2 3,1 0,-1 0,0 1,1-1,0 0,0 1,1-1,-1 1,1-1,0 1,0-1,0 1,1-1,-1 1,1-1,0 0,1 1,-1-1,1 0,0 0,0 0,0 0,0 0,1 0,-1 0,1-1,0 0,0 1,1-1,-1 0,0 0,1-1,0 1,0-1,2 1,0 0,0-1,0 0,1 0,-1-1,1 0,-1 0,1 0,-1-1,1 0,-1 0,1-1,-1 1,1-1,-1-1,1 0,-1 0,0 0,0 0,0-1,0 0,0 0,-1-1,0 0,1 1,-1-2,0 1,-1-1,1 0,-1 0,0 0,0 0,-1-1,2-3,17-73,-21 73,0 1,0-1,0 1,1 0,0-1,1 1,0 0,0 0,1 0,0 1,1-1,-1 1,1 0,1 0,-1 1,1-1,0 1,0 1,1-1,-4 4,0 1,0-1,0 1,0 0,0 0,1 0,-1 0,0 1,0-1,1 1,-1 0,0 0,1 0,-1 0,0 1,0-1,1 1,-1 0,0 0,0 0,0 0,0 1,0-1,0 1,0 0,-1 0,1 0,0 0,-1 0,2 2,2 3,0-1,-1 1,0 1,0-1,-1 1,0-1,0 1,-1 1,0-1,0 0,0 3,2 28,0-1,-3 1,-1 0,-2 0,-1-1,-6 26,-1 30,8-79,1 1,0 0,1-1,1 1,0 0,5 14,-6-27,0 1,0 0,0 0,1 0,-1-1,1 1,0-1,0 1,0-1,1 0,-1 0,1 0,-1 0,1 0,0-1,0 1,1-1,-1 0,0 0,1 0,0 0,-1 0,1-1,0 0,-1 0,1 0,0 0,0 0,2-1,-2 0,0 0,-1-1,1 1,-1-1,1 0,-1 0,1 0,-1 0,1-1,-1 0,0 1,0-1,0 0,0 0,0-1,0 1,0-1,-1 1,1-1,-1 0,0 0,0 0,0 0,0-1,-1 1,1 0,-1-1,1 0,1-7,1 1,-2-1,1 1,-1-1,-1 0,0 0,-1 0,0 0,0-1,-2-2,-1 0,0 0,-1 0,0 1,-2-1,1 1,-1 0,-1 0,0 1,-1 0,-1 0,0 1,0 0,-1 0,0 1,-1 1,0 0,0 0,-1 1,0 0,-1 1,0 1,0 0,0 0,-1 2,1-1,-1 2,-9-2,-35 2,148 7,-6-9,1-3,81-19,-130 20,32 1,-67 7,1 0,-1 0,0 1,0-1,-1 0,1 1,0-1,0 0,-1 1,1-1,0 1,-1-1,0 1,1 0,-1-1,0 1,0-1,0 1,0-1,0 1,0 0,0-1,-1 1,1-1,0 1,-1-1,1 1,-1-1,0 1,1-1,-1 1,0-1,0 0,0 1,0-1,0 0,0 0,-1 0,-1 5,1-3,0-1,0 1,1 0,-1 0,1 0,-1 0,1 0,0 0,0 0,1 0,-1 1,1-1,-1 0,1 0,0 1,0-1,0 0,1 0,-1 0,1 1,0-1,0 0,0 0,0 0,0 0,1 0,-1 0,1 0,0-1,0 1,1 1,4-1,-1 0,0-1,1 0,0 0,-1 0,1-1,0 0,0 0,0-1,-1 0,1 0,0-1,0 0,0 0,0 0,-1-1,1 0,-1 0,1-1,-1 0,0 0,0 0,0-1,0 0,-1 0,0 0,0-1,0 0,0 0,-1 0,1 0,-1-2,-1 2,0 0,-1 0,0-1,0 1,-1-1,0 1,0-1,0 1,0-1,-1 0,0 1,0-1,0 0,-1 1,0-1,0 0,-1 1,1-1,-1 1,0 0,-1 0,1 0,-1 0,0 0,0 0,-1 1,1-1,-4-2,1 1,0 0,0 0,-1 1,0 0,0 0,0 0,-1 1,1 0,-1 0,0 1,0 0,-1 1,1 0,0 0,-1 1,0 0,1 0,-7 1,6 1,1 0,0 1,-1 0,1 0,0 1,0 0,0 0,0 1,1 0,0 1,-1-1,-3 5,7-6,0 0,1 0,-1 0,1 1,0-1,0 1,0-1,1 1,-1 0,1 0,0 1,0-1,0 0,1 1,0-1,-1 1,1-1,1 1,-1 0,1-1,0 1,0 0,1 3,0-3,0-1,0 0,1 0,0-1,-1 1,1 0,1 0,-1-1,0 1,1-1,0 0,0 0,0 0,0 0,0-1,1 1,-1-1,1 0,0 1,-1-2,1 1,1 0,91 19,-54-20</inkml:trace>
  <inkml:trace contextRef="#ctx0" brushRef="#br0" timeOffset="20421.589">4890 3155,'-15'-6,"-11"-3,-3 0,2 5,5 6,7 6,7 6,8 8,8 6,6 6,-1-4</inkml:trace>
  <inkml:trace contextRef="#ctx0" brushRef="#br0" timeOffset="20634.164">4918 3637,'20'0,"19"0,15 0,16 0,13-2,-7-1</inkml:trace>
  <inkml:trace contextRef="#ctx0" brushRef="#br0" timeOffset="21086.951">6174 3076,'-10'-1,"1"1,-1 0,1 0,0 1,-1 0,1 1,0 0,0 1,0 0,0 0,0 1,1 0,-1 0,1 1,0 0,1 1,-1 0,-6 6,-2 4,0 0,1 1,1 1,0 0,2 1,0 1,-3 8,4-7,1 1,1 0,1 1,1 0,-2 16,7-30,1 1,0-1,0 1,0-1,2 1,-1-1,1 1,0-1,1 1,0-1,1 0,0 0,0 0,1 0,2 4,-2-7,1 0,0 0,0 0,0-1,0 0,1 0,0 0,0-1,0 0,1 0,-1-1,1 1,0-1,0-1,0 0,0 0,1 0,-1 0,0-1,1-1,-1 1,1-1,2-1,3 1,0-1,0-1,0 0,0-1,-1 0,1-1,-1-1,0 0,0 0,-1-1,1-1,-1 0,0-1,1-2,-1 0,-1-1,0 0,0 0,-1-1,-1-1,0 1,-1-2,0 1,-1-1,0 1,-1-2,-1 1,0 0,0-8,1-8,-1 0,-2-1,-1 1,-1-1,-2 0,-1 1,-1-4,2 18,-1-1,0 1,-1 0,-1 0,0 0,-1 1,-1-1,0 2,-1-1,0 1,-2 0,1 0,-10-8,16 19,-1 1,1-1,-1 0,0 1,0 0,0 0,0 0,0 1,0-1,0 1,-1 0,1 0,0 0,-1 1,1 0,-1-1,1 2,-1-1,1 0,-1 1,1 0,0 0,-1 0,1 1,0-1,0 1,0 0,0 0,0 0,1 1,-1 0,1-1,-1 1,1 0,0 1,-3 2,-5 8,1 0,0 1,1 0,1 1,0 0,1 0,1 0,1 1,0 0,1 0,0 0,2 1,0-1,1 1,1-1,0 1,3 10,-1-8,2-1,0 1,1-1,1 0,1 0,1 0,0-1,1-1,1 1,5 4,129 153,-20-28,-91-96,-23-34</inkml:trace>
  <inkml:trace contextRef="#ctx0" brushRef="#br0" timeOffset="21378.27">6575 3811,'36'-209,"-36"209,0 0,0 0,0 1,1-1,-1 0,0 0,0 0,1 0,-1 0,0 0,0 0,1 0,-1 0,0 0,1 1,-1-1,0-1,0 1,1 0,-1 0,0 0,2 26,0-1,2 0,1 0,1 0,0 0,2-1,1 0,1 0,2-1,5 8,-1-9</inkml:trace>
  <inkml:trace contextRef="#ctx0" brushRef="#br0" timeOffset="21672.895">6549 3129,'18'2,"15"1,12 0,8-1,5 0,0-1,-4 0,-6-3,-10-1,-10 0</inkml:trace>
  <inkml:trace contextRef="#ctx0" brushRef="#br0" timeOffset="21948.934">6749 2982,'-5'13,"2"15,2 10,5 11,1 6,2 3,2 0,4 0,3-4,2-3,-2-11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8:26.83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8:30.16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475 120,'-18'3,"1"0,-1 1,1 1,-1 1,2 0,-1 1,1 1,0 0,0 1,1 1,0 1,1 0,0 1,-7 8,1-3,5-5,1 2,0 0,1 1,1 0,1 1,0 0,0 1,-5 15,13-25,0 0,0 0,1 0,0 0,0 0,1 1,0-1,1 0,-1 1,1-1,1 1,-1-1,1 0,1 1,-1-1,1 0,0 0,1 0,2 6,83 203,-81-206,0 0,0 0,1-1,0 0,1 0,0-1,0 0,1 0,0-1,0-1,1 1,-1-2,1 1,1-2,-1 1,1-2,0 0,0 0,0-1,0 0,0-1,0 0,0-1,0-1,7 0,25 1,0-1,-1-2,1-2,-1-2,33-10,-55 12,-1-2,0 0,-1-1,0-1,0 0,-1-2,0 0,-1-1,0-1,-1 0,15-16,-14 8,0-1,-2 0,0-1,-2 0,0-1,-2-1,0 0,-2 0,-1-1,-1 0,1-9,9-125,-16 147,0 1,-1 0,-1-1,0 1,0 0,-1 0,-1 0,0 0,-3-7,1 10,0-1,-1 0,0 1,-1 0,0 1,0-1,-1 1,0 1,-1-1,1 1,-1 1,-1 0,1 0,-1 1,0 0,0 1,-1 0,1 0,-1 1,0 1,0-1,-3 1,-33-4,-1 1,-1 3,1 1,0 3,0 2,0 2,1 2,0 2,-13 5,14-2,0 2,2 1,0 3,0 1,-25 18,61-33,0 0,0 1,1 0,-1 0,1 1,1-1,-1 2,1-1,1 1,-1 0,1 0,1 0,-1 1,1 0,1 0,0 0,-1 3,-21 92,12-51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8:33.16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599 60,'-21'-8,"-1"1,1 1,-1 0,0 2,0 1,0 0,0 2,-1 1,1 0,0 2,-9 1,17-3,1 1,0 1,-1-1,1 2,0 0,0 0,0 2,1-1,0 2,-1-1,2 2,-1-1,1 2,0 0,0 0,1 0,-5 7,1 7,0 0,2 1,0 0,2 1,1 0,0 0,2 1,1 0,-3 26,8-43,1 1,0 0,0 0,1 0,0-1,1 1,0 0,0-1,1 1,0-1,0 0,1 0,0 0,0 0,1-1,0 0,0 0,1 0,0 0,4 2,6 7,1-2,0 0,1-1,1-1,0-1,0 0,1-1,1-2,0 0,0-1,0-1,1-1,-1 0,1-2,1-1,20 0,-23 1,1-2,0 0,0 0,-1-2,1-1,0 0,-1-2,0 0,0-2,0 0,0-1,-1-1,0 0,-1-2,0 0,0-1,14-13,-17 10,-2-1,0-1,-1-1,0 0,-1 0,-1-1,-1 0,-1-1,0 0,-1 0,-1-1,-1 0,-1 0,-1 0,0 0,-2-1,0 1,-2-1,0-2,-1 13,0 1,-1 0,0 0,0 1,-1-1,0 1,0-1,-1 1,0 1,-1-1,1 1,-2 0,1 0,-1 0,-5-3,-5-8,5 8,0 2,-1-1,0 2,0-1,-1 2,1 0,-2 1,1 0,0 1,-1 0,0 1,0 1,0 1,0 0,0 1,0 0,0 1,0 1,-8 2,0 0,0 1,0 1,1 1,0 1,0 1,1 1,-12 7,-5 3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8:39.74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361 202,'-9'0,"-4"0,-1-1,1 1,-1 1,1 1,0 0,0 0,0 2,0-1,0 2,-11 4,12-2,0-1,1 1,-1 1,1 0,1 1,-1 0,2 0,-1 1,1 0,1 1,0 0,0 0,1 1,1 0,0 0,-4 11,2 2,1 0,0 1,2-1,1 1,2 0,0 0,2 0,0 5,2-22,1 0,-1 0,1 0,1 0,0 0,0-1,1 1,-1-1,2 0,-1 0,1-1,1 0,-1 0,1 0,0-1,1 0,0-1,7 5,111 98,-111-100,1-1,-1 0,1-1,0 0,1-1,-1-1,1-1,0 0,0-2,0 0,2 0,50 6,172 6,-135 1,19 3,1-6,20-4,358-8,-131-13,628 15,-982-3,-1 0,1-1,-1-1,1-1,-1 0,0-2,6-3,46-14,-55 19,1-1,-1-1,0 0,0-1,-1 0,0-1,0-1,-1 0,-1-1,0-1,0 0,-1 0,0-1,-1 0,-1-1,3-6,21-83,-21 54,-7 32,2-1,-1 1,-1-1,-1 0,0-1,-1 1,-1-1,-1 1,-1-1,-1 1,0-1,-1 1,-2-5,-9-24,-31-70,41 112,0 0,0 0,-1 0,1 1,-1 0,-1 0,1 0,0 0,-1 1,0-1,0 1,0 1,0-1,0 0,0 1,-1 0,1 1,-1-1,0 1,-2 0,-240-25,-275-47,331 57,-2 8,-47 9,-67 13,178-8,0 5,-51 15,-222 43,67 1,319-67,1 0,-1 1,1 0,1 1,-1 1,1 1,-5 2,-104 30,135-49,4 2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8:42.74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2317 90,'26'102,"-11"-29,-2 0,-4 1,-4 0,-2 1,-6 36,3-82,-3 1,0 0,-2-1,-1 1,-1-1,-1-1,-11 24,17-48,-1 0,0 0,1 0,-1-1,-1 1,1-1,0 0,-1 0,0 0,0 0,0 0,0-1,0 0,0 0,-1 0,1 0,0-1,-1 0,0 0,1 0,-1 0,0-1,1 1,-1-1,0-1,-4 1,-472 6,-33 17,196-5,-292 55,472-36,137-37,-1 1,0-1,0 0,1 0,-1 0,0 0,0 0,1 0,-1 0,0-1,1 1,-1 0,0-1,1 0,-1 1,0-1,1 0,-1 0,1 0,-1 0,1 0,0 0,-1 0,1 0,0-1,0 1,0 0,0-1,0 1,0-1,0 1,0-1,1 0,-1 1,1-1,-1 0,1 1,-1-1,1-1,-31-180,-32-346,56 475,1-1,3 0,3 0,2-6,-2 60,0-1,0 1,0 0,0-1,0 1,0 0,1-1,-1 1,0 0,1-1,-1 1,1 0,-1 0,1-1,0 1,-1 0,1 0,0 0,0 0,0 0,0 0,0 0,0 0,0 1,0-1,0 0,0 0,0 1,1-1,-1 1,0-1,1 1,-1 0,0-1,0 1,1 0,-1 0,0 0,1 0,-1 0,1 0,-1 0,0 1,0-1,1 0,-1 1,0-1,1 1,-1-1,0 1,0 0,0-1,0 1,0 0,0 0,1 0,75 38,-43-35,0-1,0-2,0-2,24-3,-49 3,630-62,-31 27,101 28,-626 7,-66-6,-26-2,-8 5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8:45.64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77 82,'-3'1,"0"1,1 0,-1-1,0 1,1 0,-1 0,1 0,0 0,0 1,0-1,0 1,0-1,0 1,1 0,-1-1,1 1,0 0,0 0,0 1,-3 4,0 1,0 0,1 0,0 0,1 0,0 0,1 1,-1-1,2 1,-1-1,2 1,-1-1,1 1,1-1,-1 0,2 1,-1-1,2 3,4 9,1-1,0-1,2 0,0 0,1-1,0-1,14 15,-19-28,-1 0,1 0,0-1,0 0,0 0,0-1,1 0,-1 0,1-1,-1 0,1 0,-1-1,1 0,0 0,-1-1,1 0,-1 0,1 0,1-2,-4 2,0-1,1 0,-1 0,0 0,0-1,0 1,0-1,0 0,-1-1,0 1,1-1,-1 0,0 0,-1 0,1-1,-1 1,0-1,0 0,0 0,0-3,37-109,-37 107,0-5,0-1,0 1,-2-1,0 0,0 0,-2 0,0 0,0 0,-2 1,-3-13,4 22,0 0,-1 0,0 0,0 0,0 0,-1 1,1-1,-1 1,-1 0,1 0,-1 1,0-1,0 1,0 0,0 1,-1-1,0 1,1 0,-1 0,0 1,-1-1,1 1,0 1,-1-1,1 1,-1 1,1-1,-1 1,-4 0,-1 0,0 1,0 0,0 1,0 1,0-1,0 2,1 0,-1 0,1 1,0 0,0 1,1 1,0-1,0 2,1-1,-1 1,2 1,-1 0,1 0,0 0,-2 5,-7 12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8:46.46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6 0,'-1'1,"1"-1,-1 1,1-1,0 1,-1-1,1 1,0 0,-1-1,1 1,0 0,-1-1,1 1,0 0,0 0,0-1,0 1,0 0,0-1,0 1,0 0,0 0,0-1,0 1,0 0,1-1,-1 1,0 0,0-1,1 1,-1 0,0-1,1 1,-1-1,1 1,-1 0,1-1,-1 1,18 31,1-1,2-1,1-1,1 0,2-2,0-1,2-1,1-1,10 5,177 137,-204-156,-5-5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8:46.79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525 1,'-10'0,"-4"2,-5 6,-4 3,-2 7,-2 4,-3 6,-3 5,-3 6,-4 3,-2 1,-1 0,0 0,2-3,7-6,7-9,5-6,6-7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8:47.25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12,'321'6,"-93"1,176-20,-291 2,-104 11,-7 2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8:54.95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8:58.52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616 85,'-17'-11,"-46"-18,-110 30,158 0,0 0,1 1,0 1,-1 0,1 1,0 0,1 1,-1 1,1 0,0 1,0 1,1 0,0 0,0 1,1 0,-3 5,13-13,-9 6,0 2,0-1,1 1,0 1,1-1,0 2,1-1,0 1,0 0,1 0,0 1,0 4,-2 13,1 0,1 1,2-1,1 1,1 0,2 2,2-12,0 0,1-1,2 0,0 0,0 0,2 0,1-1,0 0,8 12,-9-22,1 1,0-1,0 0,1-1,0 0,0 0,0-1,1 0,0-1,0 0,1 0,0-1,-1-1,1 0,0 0,1-1,-1 0,1-1,-5 1,7 2,0 0,0-1,0 0,1-1,-1-1,0 0,1-1,-1 0,1-1,-1-1,0 0,0-1,0-1,0 0,0-1,1-1,12-9,-5 3,0-1,-1-1,0 0,-1-2,7-7,-19 16,0 0,0-1,0 0,-1 0,0-1,-1 0,0 0,-1-1,1 1,-2-1,0-1,0 1,0 0,-1-1,0-7,-2-227,-3 232,0 0,-1 0,-1 0,0 0,-1 1,0-1,-1 1,-1 1,1-1,-2 1,0 0,0 0,-1 1,0 1,-1-1,0 1,0 1,-1 0,0 0,0 1,-1 1,0 0,0 0,-1 1,1 1,-1 0,-2 1,-68-9,45 10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9:01.24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643 48,'-4'-5,"0"1,-1 0,0 0,0 0,0 1,-1-1,1 1,-1 1,0-1,1 1,-1 0,0 0,0 0,-1 1,1 0,0 1,0-1,-1 1,1 0,0 0,0 1,-1 0,-4 2,-10-3,-31 0,29-1,0 1,0 1,-1 1,1 1,0 2,-9 2,20-3,0-2,0 1,1 1,-1 0,1 1,0 0,0 0,1 1,-1 0,1 1,1 1,-1-1,1 1,1 1,0 0,-4 5,1 4,0 1,2 0,0 0,1 1,1 0,1 1,1-1,1 1,1 0,0 1,2 8,0-17,1 1,1-1,0 0,1 1,1-1,0 0,0 0,1-1,3 7,7 12,-12-23,1-1,-1 1,1-1,1 0,-1-1,1 1,1 0,-1-1,1 0,0 0,0 0,1-1,0 0,0 0,0 0,0-1,4 2,126 42,-17-27,41-19,-139-5,-1-1,1-1,-1-1,0 0,0-2,-1 0,0-1,5-4,-10 3,0-1,-1-1,-1 0,0 0,-1-2,0 1,-1-1,-1-1,0 1,-1-2,0 1,-2-1,0 0,3-13,-5 14,-1-1,0 1,-1-1,-1 0,-1 1,0-1,-1 0,-1-7,0 12,-1 0,0-1,0 1,-1 1,-1-1,0 0,0 1,-1 0,0 1,-1-1,0 1,0 0,-1 1,0 0,-9-7,2 5,0 1,0 1,-1 0,0 1,0 1,-1 1,0 0,-4 0,-6 1,0 2,0 1,-1 1,1 1,0 1,-1 2,1 1,-25 7,18-5,-72 16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9:06.40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112 207,'-1'8,"-1"1,1-1,-2 1,1-1,-1 0,0 0,-1 0,0-1,0 1,-1-1,-1 2,-17 32,12-11,1 1,2 1,1-1,1 1,2 0,1 1,2-1,1 0,3 21,-3-26,1 183,1-199,1-1,0 1,1-1,0 0,0 0,1-1,0 1,1-1,0 0,0 0,1-1,0 0,1 0,0-1,0 0,0 0,1-1,0 0,1-1,-1 0,1 0,0-1,0 0,6 1,151 36,-105-29,0-3,0-2,0-3,1-3,33-4,16 1,62 1,77-13,140-15,-51 5,124-2,-423 27,-1-2,1-2,-1-2,40-10,315-64,-372 72,-1-1,1 0,-1-2,-1-1,0-1,-1 0,0-2,-1 0,0-2,-1 0,-1 0,14-19,-23 27,0-1,0-1,-1 1,-1-1,0 0,0-1,-1 1,0-1,-1 0,0-1,0 1,-2-1,1 1,-2-1,1 0,-2 0,1 0,-2 0,0-7,-1 4,0 1,-1 0,-1 0,0 0,-1 0,-1 1,0 0,0 0,-1 0,-1 1,0 0,-1 1,0-1,-1 2,0-1,0 1,-1 1,-9-6,-48-23,0 3,-2 3,-2 3,-14-1,-59-15,-3 6,0 7,-10 5,-13 8,0 6,-1 8,-24 9,3-2,-113 6,69 15,-116 29,341-49,-28 4,1 1,0 2,1 2,0 1,0 3,-134 60,110-40,55-29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9:09.61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182 214,'0'64,"0"69,-16 130,15-257,-10 182,11-185,1 0,-1 0,1 0,0-1,0 1,0 0,1-1,-1 1,0-1,1 1,0-1,-1 0,1 0,0 1,0-1,1-1,-1 1,0 0,0 0,1-1,-1 1,1-1,0 0,-1 0,1 0,0 0,0 0,1-1,85 11,-83-11,343 11,-189 2,1-7,45-9,270-25,-449 27,220-8,221-38,-316 37,-149 9,-1 0,1 0,0-1,-1 1,1-1,-1 0,1 1,-1-1,0 0,0 0,0-1,0 1,0 0,0-1,-1 1,1-1,-1 1,1-1,-1 0,0 0,0 1,-1-1,1 0,0 0,-1 0,0 0,0 0,0 0,0 0,0 0,0 0,-1 0,1 0,-1 0,0 0,0 1,-1-3,1-17,-8-124,-7 0,-22-88,36 220,2 7,0 0,-1 0,0 0,0 0,0 0,-1 1,0-1,0 0,-1 1,0-1,0 1,0 0,-1 0,0 0,0 1,0-1,-1 1,0 0,0 0,0 1,-1-1,1 1,-1 1,-4-3,-19-2,1 2,-1 1,1 1,-1 1,0 2,0 1,-1 1,-75-2,-689-36,677 37,0 5,-77 15,-439 88,404-56,218-48,3-1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9:11.36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22 201,'-14'0,"24"-16,121-144,-109 136,-21 24,-1 0,1 0,-1 0,1-1,-1 1,1 0,-1 0,1 0,-1 0,1 0,-1 0,1 0,-1 1,1-1,-1 0,1 0,-1 0,1 0,-1 1,1-1,-1 0,1 0,-1 1,0-1,1 0,-1 1,1-1,-1 0,0 1,0-1,1 1,-1-1,0 0,1 1,-1-1,0 1,0-1,0 1,0-1,0 1,1-1,-1 1,0-1,0 1,0-1,0 1,0-1,-1 1,1-1,0 1,0-1,0 1,0-1,0 1,-1-1,1 1,0-1,0 1,-1-1,1 1,-15 183,9 93,6-273,-1 0,1 0,-1 1,1-1,-1 0,0 0,-1 0,1 0,-1-1,0 1,0 0,0 0,0-1,0 0,-1 1,0-1,0 0,0 0,0 0,0-1,0 1,-1-1,1 0,-1 0,0 0,1 0,-1 0,0-1,0 0,0 0,-4 1,2-1,0-1,0 1,1-1,-1 0,0 0,0 0,0-1,1 0,-1 0,0-1,1 0,-1 0,-1-1,23-1,335 2,-247 2,-92-2,-6-1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9:12.07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0,'9'9,"8"8,5 7,6 7,3 5,0 5,0 5,1 1,0 3,-1-2,1-3,0-6,-1-4,-2-9,-3-6,-3-6,-7-8,-5-6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9:12.35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345 1,'0'2,"0"6,-5 5,-6 8,-5 7,-8 8,-5 5,-6 4,-3 3,0 1,2-3,3-6,7-4,5-9,7-6,3-8,4-5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9:12.79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1,'18'0,"18"0,15 0,14 0,9 0,8 2,3 1,2 0,-1-1,-6 0,-5-1,-9-1,-8-2,-12-1,-12 1,-9-1,-13 1,-9 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9:18.94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9:22.66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447 49,'-8'-5,"1"1,-1 1,0-1,-1 1,1 1,0 0,-1 0,1 0,-1 1,0 0,0 1,1 0,-1 0,0 1,1 0,-1 1,1 0,-1 0,1 0,-3 3,-6 1,0 0,1 2,0 0,1 1,-1 1,2 0,0 1,0 0,1 1,0 1,1 0,0 1,1 0,1 0,0 2,1-1,1 1,-3 7,7-9,0 1,0 0,1 0,1 0,1 0,0 0,1 0,0 0,3 10,-2 19,1-30,0 0,1-1,0 1,1-1,1 0,0 0,1-1,0 1,1-1,0-1,1 1,0-1,1 0,0-1,1 0,0-1,0 0,1 0,0-1,1-1,2 2,1-2,1 0,0 0,1-2,0 0,-1 0,1-2,1 0,-1-1,0-1,3-1,116 13,-124-14,0 0,-1-1,1 0,0 0,-1-2,1 1,-1-1,0-1,0 0,0-1,-1 0,0-1,1-1,125-84,-126 82,0-1,-1 0,0-1,-1 1,0-2,-1 1,-1-1,0 0,0 0,-2-1,1 0,-2 0,1-5,2-18,-2 0,-2 1,-1-1,-3-16,1-9,1 56,0-1,-1 1,0-1,-1 1,0 0,0 0,0 0,0 0,-1 0,0 0,0 1,-1-1,0 1,0 0,0 0,0 0,-1 1,0 0,1 0,-2 0,1 0,0 1,-1-1,0 1,0 1,0-1,0 1,0 0,0 1,0-1,-1 1,0 0,-154-30,122 27,-84 1,95 8,1 2,-1 2,2 0,-1 2,1 0,1 2,0 1,1 1,-9 8,12-8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9:25.49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711 40,'-82'-21,"-46"7,-71 10,185 5,1 0,0 2,0-1,0 2,0 0,0 0,1 1,0 0,0 1,0 1,1 0,0 1,0 0,1 0,0 1,1 0,-1 1,2 0,-1 1,2 0,-1 0,2 0,-1 1,2 0,-1 0,2 1,-1 0,2-1,0 1,-1 7,2 0,-2-8,2 0,-1 0,2 1,-1-1,2 0,0 1,0 0,1-1,0 0,1 1,1-1,0 0,1 0,0 0,1 0,0-1,1 0,0 0,4 5,68 61,-63-66,1-1,1 0,0-2,0 0,1 0,-1-2,2 0,16 3,158 20,-179-29,-1 0,0-1,0 0,0-1,0-1,0 0,0 0,0-2,-1 1,6-4,-5 1,0 0,-1 0,1-1,-1-1,-1 0,0-1,0 0,-1-1,0 0,-1 0,0-1,-1 0,0-1,-1 0,0 0,2-10,-3 3,-2 0,0-1,-1 0,-1 0,-1 0,-1 0,-2-13,1-14,0 38,0 0,-2 1,1-1,-1 1,0 0,-1-1,0 2,-1-1,0 0,0 1,-1 0,0 0,-2-2,-1-2,5 6,0 0,0 0,-1 1,0 0,0 0,0 0,-1 1,0 0,0 0,0 0,0 0,0 1,-1 0,1 1,-1 0,0 0,0 0,0 0,0 1,0 0,0 1,0 0,-7 0,-113 36,100-29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9:40.09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1,'2'0,"3"0,1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9:42.44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644 31,'0'-1,"1"1,-1-1,0 1,1 0,-1-1,0 1,0-1,1 1,-1-1,0 1,0-1,0 1,0-1,0 1,0-1,1 1,-1-1,0 0,-1 1,1-1,0 1,0-1,0 1,0-1,0 1,0-1,-1 1,1-1,0 1,0-1,-1 1,1 0,0-1,-1 1,1-1,0 1,-1 0,1-1,-1 1,1 0,0-1,-1 1,1 0,-1 0,1-1,-1 1,1 0,-1 0,1 0,-1 0,1 0,-1 0,0 0,-29-7,13 6,1 0,-1 1,0 1,0 0,1 2,-1 0,1 0,-1 2,1 0,1 1,-4 2,-7 4,1 1,0 2,0 0,2 2,-14 12,28-21,0 0,1 1,0 0,0 1,1-1,1 1,-1 1,2-1,-1 1,1 0,1 0,0 1,1-1,-2 11,3-5,1 0,0 0,2 0,0 0,0 0,2 0,0 0,1-1,1 1,0-1,1 0,1 0,0-1,2 0,-1 0,2-1,0 0,0-1,2 0,-1 0,2-1,-1-1,2 0,13 8,167 84,-91-53,-69-37,0-1,1-1,0-2,1-1,0-2,0-2,1-1,-1-2,1-1,126 12,-47 2,0-5,12-5,-1-7,-127 3,0-1,0 1,0 0,0 0,0 0,0-1,0 1,0 0,0 0,0-1,0 1,0 0,0 0,0-1,0 1,0 0,0 0,0 0,0-1,0 1,0 0,0 0,0-1,0 1,0 0,1 0,-1 0,0 0,0-1,0 1,0 0,1 0,-1 0,0 0,0-1,0 1,1 0,-1 0,0 0,0 0,0 0,1 0,-1 0,0 0,0 0,1 0,-22-1,35 9,189 14,312-8,-442-11,87 3,80-10,-207 2,0-2,0-1,0-1,-1-2,0-1,0-2,-1-1,-1-2,0 0,28-19,-48 23,-1 0,0 0,-1 0,0-1,0-1,-1 1,-1-1,0 0,-1-1,0 1,-1-1,0 0,-1 0,0 0,-1-1,-1 1,0-1,-1 1,0-1,-2-9,-1 8,-2-1,0 1,0 0,-2 1,1-1,-2 1,0 1,-1-1,0 1,-1 1,0 0,-1 0,0 1,-1 0,-1 1,1 1,-1 0,-1 0,-6-1,-25-13,0 2,-2 3,-1 1,0 3,-1 1,-45-4,81 14,-521-111,438 96,0 4,0 4,-1 4,-15 4,10 2,-445 11,462-4,0 3,1 5,1 3,0 3,1 4,2 4,-40 22,42-9,2 3,-17 17,70-46,-36 23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9:44.65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600 85,'-54'-1,"1"3,-1 2,1 2,-13 6,49-9,0 2,0 0,0 2,1-1,-1 2,2 0,-1 1,1 1,1 0,-1 1,2 1,0 0,0 0,-7 10,10-8,0 0,1 0,1 1,0 0,1 0,0 0,1 1,1 1,1-1,0 0,0 12,3-19,0 0,0 1,1-1,1 0,0 1,0-1,1 0,0 1,0-1,1 0,0-1,1 1,0 0,0-1,1 0,0 0,1 0,-1-1,1 0,1 0,3 4,13 5,-1-1,2-1,0 0,0-2,2-1,-1-1,1-1,4-1,131 39,1-7,3-7,1-8,42-3,-102-12,1-5,-1-4,1-5,-1-4,0-6,21-8,44-31,-159 48,-1 0,0-1,-1 0,1-1,-1 0,0-1,-1 1,0-2,0 0,-1 0,0 0,0-1,1-4,-5 7,-1 0,0-1,0 1,-1-1,0 0,0 0,-1 0,0 0,0 0,-1 0,0 0,0 0,-1 0,0 0,-1 0,0 0,0 0,0 0,-1 1,-1-1,1 1,-1 0,-2-3,-7-10,0 0,-1 1,-1 1,-1 0,-1 1,0 1,-11-7,-32-20,-1 4,-3 2,0 3,-3 3,0 3,-2 2,-1 4,-27-4,-15-1,-1 5,0 4,-1 5,-1 6,0 4,0 6,-43 8,-98 28,26 9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9:49.95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0 326,'19'-24,"157"-275,-176 299,0 0,0 1,1-1,-1 0,0 0,0 0,0 0,1 1,-1-1,0 0,0 0,1 0,-1 0,0 0,0 0,1 0,-1 0,0 0,0 0,1 0,-1 0,0 0,0 0,1 0,-1 0,0 0,0 0,1 0,-1 0,0 0,0 0,1 0,-1 0,0-1,0 1,0 0,1 0,-1 0,0 0,0-1,0 1,0 0,1 0,-1 0,0-1,0 1,0 0,0 0,0-1,0 1,0 0,0 0,0-1,1 1,-2 27,0-21,22 393,-20-390,0 0,0 0,-1 0,-1 0,1 0,-1 0,-1 0,1-1,-2 1,1 0,-1-1,0 0,-1 0,0 0,-1 0,1 0,-1-1,-1 0,1 0,-1 0,-1 0,-35 0,63-16,315-7,-308 16,53-9,-70 3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9:50.40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1,'29'24,"81"85,114 85,-196-171,-1 0,-1 2,-1 1,-2 1,8 12,-23-27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9:50.72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444 0,'-3'0,"-2"0,-5 5,-8 8,-10 9,-7 9,-6 9,-4 9,0 5,0 3,3-2,5-3,6-6,8-7,8-7,5-9,3-11,4-7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9:51.21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15,'41'-10,"460"6,-288 5,-211-1,-1-1,0 1,0 0,1 0,-1 0,0 0,0 0,1 0,-1 0,0 0,0 1,1-1,-1 0,0 1,0-1,0 1,0-1,0 1,0 0,1-1,-1 1,0 0,-1 0,1 0,0-1,0 1,0 0,0 0,-1 1,-6 3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19:59.641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0:15.54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 0,'-5'2,"1"4,4-1,1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0:17.38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579 85,'0'-3,"1"0,-1 0,0 0,0 0,-1 0,1 0,-1 0,0 0,1 0,-1 0,0 1,-1-1,1 0,0 1,-1-1,1 1,-1-1,0 1,0 0,0 0,0 0,0 0,-1 0,1 0,0 0,-1 1,0-1,1 1,-1 0,0 0,1 0,-1 0,0 0,-15-2,1 0,0 2,-1 0,1 0,-1 2,-5 1,-21-1,32-1,1 0,0 1,-1 0,1 1,0 0,0 1,0 0,0 1,0 0,1 0,-1 1,1 1,0 0,-7 6,-1 3,1 0,1 1,1 1,0 0,1 1,1 0,0 2,2-1,0 1,1 1,2 0,-2 4,6-6,0 1,2-1,0 1,1 0,1 0,0-1,2 1,0 0,5 17,-5-26,0-1,1 0,0 1,1-1,-1-1,2 1,0-1,0 1,0-1,1-1,1 1,0-1,0 0,0-1,1 1,0-1,0-1,1 0,0 0,0-1,0 0,10 4,21 4,0-2,1-1,1-3,2-1,-27-5,1-2,-1 0,0-1,0-1,0-1,-1 0,1-1,-1 0,0-2,0 0,-1-1,0 0,-1-1,1-1,-2 0,1-1,-1 0,-1-1,0-1,-1 0,3-5,49-108,-55 109,-1-1,0 0,-2 0,0 0,-1-1,-1 0,-1 0,-1 0,0-10,-4 16,-1 0,0 1,-1-1,0 1,0 0,-2 1,1-1,-1 1,-1 1,0-1,-1 1,0 1,0-1,-1 2,0-1,-8-4,7 6,-1 0,0 1,0 0,-1 1,0 0,0 1,0 1,0 0,-1 0,1 2,-1-1,1 2,-1 0,1 0,-1 2,1-1,-10 4,-16 1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0:19.19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615 107,'-7'-7,"0"0,-1 1,0 0,-1 0,1 1,-1 0,0 0,-1 1,1 0,-1 1,1 0,-1 0,0 1,0 1,0-1,0 2,0-1,-1 1,1 1,0 0,-3 1,-10 1,0 2,0 0,0 1,1 2,0 0,1 1,0 1,0 1,1 1,1 1,0 0,-8 9,13-7,2 1,-1 0,2 1,1 0,0 1,1 0,0 0,2 1,0 0,2 0,0 1,1 0,0 0,2 0,1 0,0 4,1-11,1 1,1 0,0-1,1 1,0-1,1 0,1 0,0 0,0 0,2-1,-1 0,1 0,1-1,0 0,1 0,0-1,1 0,0 0,0-1,1-1,0 0,0 0,1-1,3 1,4 2,0 0,1-1,0-1,1 0,-1-2,1-1,1 0,-1-1,1-2,-1 0,16-1,-17-1,-1 0,1-1,-1 0,0-2,0 0,0-2,0 0,-1-1,1 0,-1-2,-1 0,0-1,0-1,15-11,-18 9,0-1,-1-1,-1 0,0 0,-1-1,-1-1,0 0,-1 0,-1-1,0 0,-1 0,-1-1,-1 0,0 0,-2 0,0 0,-1-1,0 0,-2 1,0-1,-1 0,-1 1,-1-1,-1 1,0 0,-1 0,-3-6,2 5,-1 0,0 0,-1 1,-1 0,-1 0,0 1,-1 1,-1-1,-1 2,0 0,-1 0,-1 1,-12-8,17 17,-1 1,0 1,0 0,0 0,0 1,-1 0,1 1,-1 1,1 0,-1 0,1 1,0 0,-1 1,1 1,0-1,0 2,0 0,0 0,1 1,-3 1,-41 15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0:22.59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166 95,'-5'-1,"0"1,1-1,-1 1,0 0,1 0,-1 1,0-1,1 1,-1 0,1 0,-1 0,1 1,-1 0,1 0,0 0,0 0,0 1,0-1,0 1,1 0,-1 0,1 0,0 1,0-1,0 1,0 0,1 0,-1 0,0 3,-3 5,0 0,1 1,0-1,2 1,-1 0,2 1,-1-1,2 0,-1 12,2-14,-1 0,2 0,-1 0,1-1,1 1,0 0,1 0,0-1,0 1,1-1,1 0,-1 0,2-1,-1 1,1-1,1 0,0-1,0 1,0-2,1 1,0-1,1 0,0 0,0-1,0 0,1-1,0 0,0-1,0 0,0 0,3-1,-8-2,1 0,-1-1,0 0,1 0,-1 0,0-1,1 0,-1 0,0 0,0 0,0-1,0 0,0 0,0 0,0-1,-1 0,1 0,-1 0,0 0,0-1,0 1,0-1,-1 0,1 0,-1-1,2-3,2-4,1-2,-2 1,0-1,0 0,-1 0,-1-1,-1 1,0-1,-1 0,3-6,-2 0,-1 1,-1-1,0 0,-2 0,0 0,-1 0,-2 0,0 1,-1-1,-1 1,-7-16,11 31,-1 0,0 0,0 0,-1 0,0 1,1-1,-1 1,-1 0,1 0,-1 0,1 1,-1 0,0 0,-1 0,1 0,0 1,-1 0,1 0,-1 0,0 1,1 0,-1 0,0 0,0 1,0 0,0 0,1 1,-1-1,0 1,0 0,1 1,-2 0,-4 2,0 0,0 1,0 1,1 0,0 0,0 1,1 0,0 1,0 0,0 0,1 1,1 0,-1 0,1 1,1 0,0 0,0 1,1-1,1 1,0 0,0 1,1-1,0 1,1 0,1-1,-1 1,2 0,0 2,6 32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0:22.92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0,'9'16,"8"12,8 8,6 7,7 3,6 3,5-1,3 2,-1-4,-1-3,-6-6,-7-7,-8-7,-9-7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0:23.19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360 0,'-13'19,"-10"14,-3 11,-1 10,-1 6,-2 5,-1 3,-2 1,0-5,4-6,1-6,5-7,2-12,6-11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0:23.47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26,'16'-2,"21"-1,25 0,25 1,19-2,14 0,1 1,-6 0,-14 2,-19 2,-25 4,-24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0:31.387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0:34.775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586 25,'-17'-4,"-1"0,0 1,0 1,0 0,0 2,0 0,0 1,0 1,0 0,1 1,-1 1,-1 2,7-3,-1 1,1 0,0 1,0 0,0 1,1 0,0 1,0 0,0 1,1 0,0 1,1 0,0 1,1-1,-1 2,1 0,-1 5,3-8,0 1,1-1,0 1,0 1,1-1,1 1,-1-1,2 1,-1 0,1 0,1 0,-1 6,5 157,-2-165,0-1,1 0,0 1,1-1,-1 0,1 0,1 0,-1-1,1 1,0-1,1 0,0 0,0 0,0-1,0 0,6 4,103 68,-106-73,8 3,0-1,0 0,1-2,0 0,-1-1,1 0,1-1,-1-1,0-1,0-1,0 0,5-2,-5 0,0-1,0-1,0-1,-1 0,0-1,0-1,-1 0,0-1,0-1,-1 0,0-1,-1-1,0 0,-1 0,0-1,-1-1,-1 0,0-1,-1 0,0 0,1-7,-1 4,0 0,-2 0,-1-1,0 0,-1 0,-1 0,-1-1,0 1,-1-12,-1 9,0 15,0-1,-1 1,1 0,-1 0,-1 0,1 0,-1-1,0 1,-1 0,0 0,0 0,-1 1,1-1,-1 1,-1-1,1 1,-1 0,-1-1,-6-4,-1 0,0 1,-1 1,0 0,-1 1,1 0,-2 1,1 0,-1 1,0 1,0 1,0 0,-1 1,1 0,-1 1,0 1,0 1,-7 0,-38 11,0 2,1 3,1 3,1 2,1 3,1 2,-6 7,-36 15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0:37.384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578 90,'-31'-34,"14"25,-1 1,0 1,-1 1,0 0,1 2,-2 0,1 1,0 1,-1 1,1 0,-1 2,-13 1,18 1,0 0,0 0,1 2,-1 0,1 0,0 2,1 0,-1 0,1 1,1 1,0 0,0 0,1 1,0 1,-9 11,11-7,0 0,1 2,1-1,0 1,1-1,1 2,1-1,0 1,1-1,1 1,1 0,0 0,2 1,-3-3,2-1,0 1,0-1,2 1,0-1,0 1,2-1,0 0,0 0,2 0,6 13,-3-14,0-1,1 0,0-1,1 0,1 0,-1-2,2 1,0-1,0-1,0 0,1-1,1-1,-1 0,1-1,0 0,1-1,-1-1,1 0,0-2,0 1,0-2,0 0,0-1,0-1,1 0,0-5,-1-1,0 0,0 0,-1-2,0 0,0-1,-1 0,0-1,-1-1,0 0,-1-1,-1 0,0-1,2-4,-2 2,-2-1,0 0,-1-1,-1 0,0 0,-2-1,0 0,-1 0,0 0,-2 0,-1 0,0-1,-1 1,-1 0,-1-1,-2-5,2 10,-2 1,0 0,-1 0,0 0,-1 1,0 0,-1 0,-1 0,0 1,-1 0,0 0,0 1,-2 1,1-1,-1 2,-1-1,0 2,2 1,0 1,-1 1,0-1,0 2,0 0,-1 0,0 1,1 0,-1 1,0 1,0 0,-1 0,1 1,0 1,0 0,0 0,0 2,1-1,-1 1,-8 4,-43 10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0:40.182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405 176,'-20'0,"9"-1,0 0,1 1,-1 0,0 1,0 0,1 0,-1 1,0 1,1 0,0 0,0 1,0 0,0 1,0 0,1 0,-8 7,-3 7,1 1,1 1,1 1,1 1,1 0,1 0,1 2,1 0,1 0,1 1,1 0,2 1,0-1,2 2,1-1,1 0,2 1,1 0,0-1,3 3,2-4,1 0,2 0,0 0,2-1,1-1,1 0,1 0,1-1,1-1,1 0,1-1,0-1,2 0,1-2,0 0,1-1,20 12,2-4,1-1,1-3,1-1,1-3,0-1,2-3,-1-2,1-2,1-2,0-2,0-2,0-3,11-2,636 26,-413-12,0-12,43-16,277-16,-589 32,-1-2,1 0,-1 0,0-1,1-1,-1-1,-1 0,1 0,-1-2,0 1,1-2,8-9,0 0,-1-1,-1-1,-1-1,10-13,-14 16,-2-1,0 0,0-1,-2 0,-1 0,0-2,-1 1,-2-1,0 0,-1-1,0-1,2-48,-3 0,-3-1,-4-19,-1 75,0 0,-2 0,1 1,-2 0,0 0,-1 0,0 1,-2 0,1 0,-11-11,-9-20,18 31,0 1,0 0,-2 0,1 1,-2 0,1 1,-2 1,1 0,-2 0,1 2,-1 0,0 0,-1 2,-7-3,-64-27,-1 5,-76-17,5 19,-1 7,-55 4,95 7,-165-9,0 11,-77 17,177 9,-163 37,-20 28,328-74,-10 1,0 2,1 2,-9 5,58-18,-1 0,1 0,-1 0,0 0,1-1,-1 1,1 0,-1 0,0 0,1 0,-1 1,1-1,-1 0,0 0,1 0,-1 0,1 1,-1-1,1 0,-1 0,1 1,-1-1,1 0,-1 1,1-1,-1 1,1-1,0 0,-1 1,1-1,0 1,-1-1,1 1,0-1,-1 1,1 0,0-1,0 1,0-1,0 1,0-1,0 1,0 0,0-1,0 1,0-1,0 1,0 0,0-1,0 1,0-1,0 1,1-1,-1 1,0 0,0-1,1 1,-1-1,0 1,1-1,-1 0,1 1,-1-1,1 1,34 8,-15-6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0:42.438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506 1176,'1206'-24,"-738"-6,-458 29,-7 2,0-1,0 1,0-1,0 0,0 0,0 0,0-1,0 1,0-1,0 1,0-1,0 0,-1 0,1-1,0 1,-1 0,1-1,-1 0,1 1,-1-1,0 0,1 0,-1 0,0-1,0 1,-1 0,1-1,-1 1,1-1,0-1,-30-86,14 36,2 0,2-2,2 1,4-1,1 0,3-10,2 19,-3-1,-2 1,-2 0,-2 0,-2 1,-2 0,-2 1,-17-41,23 73,0 0,-1 0,0 0,-1 1,-1 0,0 1,0 0,-1 0,-6-3,14 13,0-1,0 0,0 1,0 0,0 0,-1 0,1 0,0 0,-1 0,1 1,-1 0,1 0,-1 0,1 0,0 0,-1 1,1 0,-1-1,1 1,0 0,0 1,0-1,-1 0,0 2,-38 8,-167-1,-349 10,-192-31,498-10,248 20,-1 1,1 0,-1 1,1-1,0 1,-1 0,1 0,0 0,-1 1,1-1,0 1,0 0,0 0,1 1,-1-1,0 1,1 0,0 0,-1 0,1 0,1 0,-1 1,0-1,1 1,-1 0,1 0,0 0,1 0,-1 0,1 0,-1 1,1-1,1 0,-1 1,0 2,1 268,0-192,-9 655,8-649,1-88,1-1,-1 0,0 0,1 0,-1 1,0-1,1 0,-1 0,0 0,1 1,-1-1,0 0,1 0,-1 0,1 0,-1 0,0 0,1 0,-1 0,1 0,-1 0,0 0,1 0,-1 0,1-1,-1 1,0 0,1 0,-1 0,0 0,1-1,-1 1,0 0,1 0,-1-1,0 1,1 0,-1-1,0 1,0 0,1-1,-1 1,0 0,0-1,0 1,0 0,0-1,1 1,-1-1,0 1,0 0,0-1,0 1,0-1,0 1,0 0,0-1,4-10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0:44.203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1,'4'1,"0"0,0 0,0 0,0 1,0 0,0 0,0 0,-1 0,1 0,-1 1,0 0,0-1,0 1,0 0,0 1,-1-1,3 4,1-1,218 299,-82-127,-140-176,-7-8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0:44.503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339 3,'-5'-3,"-3"5,-7 8,-6 9,-6 11,-4 11,-2 8,-1 7,2 1,0 0,5-3,1-7,6-5,4-7,5-9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0:44.884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0,'23'10,"19"2,15-1,17-1,12-6,9-3,4-4,-3-2,-6-1,-13-1,-16 1,-16 2,-14 1,-10 2,-6 0,-6 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0:45.518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132 181,'-7'1,"0"0,1 1,0 0,-1 0,1 0,0 1,0 0,0 0,1 1,-1 0,1 0,0 0,0 0,0 1,1 0,-1 0,1 0,0 0,1 1,-1 0,1-1,0 1,0 1,1-1,0 0,0 0,1 1,-1-1,1 1,1 3,2 2,0 1,1-1,1 0,0 0,1-1,0 1,1-1,0 0,1-1,0 1,1-1,0-1,0 1,1-1,0-1,1 1,0-2,0 1,0-2,1 1,0-1,1-1,-1 0,1-1,0 0,7 1,-9-2,1 0,-1-1,1-1,-1 0,1 0,0-1,0 0,-1-1,1 0,0-1,-1 0,1-1,-1 0,0 0,0-1,0-1,-1 1,1-2,-1 1,0-1,0-1,-1 0,0 0,0 0,-1-1,0 0,0-1,-1 1,0-1,-1 0,1-1,-2 0,4-9,-5 7,-1 0,0 0,-1-1,0 1,-1 0,-1-1,0 1,0-1,-1 1,-1 0,0 0,-1 0,0 1,-1-1,0 1,-6-10,1 4,-1 0,-1 0,0 1,-1 1,-1 0,-1 1,0 0,0 1,-18-10,30 19,-1 1,0 0,1 0,-1 0,0 1,-1-1,1 1,0 0,-1 0,1 1,-1-1,1 1,-1 0,0 0,0 0,0 1,1 0,-1 0,0 0,0 0,0 1,1 0,-1 0,0 0,1 0,-1 1,1 0,-1 0,1 0,0 1,0-1,-1 2,-5 9,1 1,0 0,1 0,1 1,1 0,0 1,0-1,-2 16,0-5,-15 49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1:00.579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369 182,'-1'-2,"-1"0,1-1,-1 1,0 1,0-1,1 0,-1 0,0 1,-1-1,1 1,0-1,0 1,-1 0,1 0,0 0,-1 0,1 1,-1-1,1 1,-1-1,0 1,1 0,-1 0,1 0,-1 0,1 1,-1-1,1 1,-1-1,1 1,-1 0,-1 1,-7 0,0 0,0 1,1 0,0 1,0 1,0-1,0 1,0 1,1 0,0 0,0 1,1 0,0 1,0 0,1 0,0 0,-5 8,5-7,0 1,0 0,1 0,0 1,0 0,2 0,-1 0,1 0,1 1,0 0,1 0,0-1,0 10,1 8,2 0,0 1,2-1,2 0,0-1,3 3,-5-19,1 0,1-1,0 1,0-1,2 0,-1-1,1 1,0-1,1-1,1 1,-1-2,1 1,1-1,-1 0,8 4,-2-2,0-1,0 0,1-1,0 0,1-1,-1-1,1-1,0-1,1 0,-1-1,1-1,0 0,-1-1,1-1,0-1,0-1,-1 0,1-1,-1-1,2-1,-1-1,0 0,0-2,0 0,-1-1,0 0,-1-1,0-1,-1-1,0 0,-1-1,0 0,-1-2,0 1,-2-1,8-12,-7 5,0 0,-2-2,0 1,-2-1,0-1,-2 1,0-1,-2 0,-1-1,-1 1,-1 0,-1-1,-2 0,-2 13,-1 0,-1 0,0 0,0 1,-2 0,1 0,-2 1,1 0,-1 0,-1 1,0 1,-1-1,0 1,0 1,0 0,-1 1,-13-6,-3-6,-1 1,-1 1,-1 2,0 1,-1 1,0 2,-1 1,-22-3,44 11,0 1,0 1,1-1,-1 2,0 0,0 0,1 1,-1 0,1 1,-1 0,1 0,0 1,0 1,1 0,-1 0,1 1,0 0,1 0,-1 1,-23 23,2 1,0 1,2 2,-17 27,-6 10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1:02.754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525 72,'-12'-4,"1"1,-1 0,0 1,0 1,0 0,0 0,-1 1,1 0,0 1,0 1,0 0,0 1,-4 1,-3 0,1 0,0 1,0 1,1 0,0 2,0 0,1 1,0 0,0 1,1 1,0 1,1 0,-1 2,0 6,1 0,2 0,0 1,1 1,1 0,0 0,2 1,1 0,-2 15,5-21,0 2,1-1,1 0,1 0,1 1,1-1,0 1,1-1,1 0,5 17,-6-25,2 1,0-1,0 0,0 0,2 0,-1-1,1 1,0-1,1-1,0 1,0-1,1 0,0-1,1 0,-1 0,1-1,1 0,7 3,10 3,1-1,0-2,1 0,0-2,0-2,0 0,1-2,-1-1,12-1,-18-1,1 0,0-1,-1-1,0-1,0-1,0-2,0 0,0-1,-1-1,-1-1,1-1,-2-1,1-1,-1-1,-1-1,5-5,-7 6,-1-1,-1-1,0-1,-1 0,0 0,-1-2,-2 0,1 0,-2-1,-1 0,0-1,-1 0,-1 0,-1-1,1-9,-9-169,1 189,-1-1,0 0,-1 0,0 1,0 0,-1 0,0 0,-1 0,-1 0,1 1,-1 0,-1 0,1 0,-2 1,1 0,-1 1,0 0,-1 0,0 0,0 1,0 1,0-1,-1 1,-6-1,-21-4,1 2,-2 1,1 2,-1 2,1 2,-1 1,0 1,0 3,1 1,-36 9,-8 2,4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1:04.346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675 61,'-14'-3,"0"2,0 0,0 0,0 1,0 1,0 0,0 1,0 1,0 0,0 1,1 1,-1 0,1 0,1 1,-1 1,1 0,0 1,0 0,1 1,1 0,-1 1,1 0,-2 4,1-1,0 0,0 1,1 1,1-1,0 2,1-1,1 1,1 0,0 1,1-1,0 1,2 0,0 1,1-1,0 17,0-20,1 0,0 1,1-1,1 0,0 0,1 0,0 0,1 0,1-1,0 1,1-1,0 0,1 0,1-1,0 1,0-1,1-1,10 11,-3-11,2 0,-1-1,1-1,1-1,0 0,0-1,1-1,-1-1,1 0,0-2,1 0,-1-1,0-1,1-1,-1 0,1-2,-1 0,0-1,10-3,-15 3,0 1,0-2,0 0,-1 0,1-1,-1-1,0-1,-1 1,0-2,0 0,0 0,-1-1,-1 0,1-1,-1-1,-1 1,0-1,-1-1,0 0,0 0,-1 0,-1-1,0 0,-1-1,-1 1,0-1,0 0,-1-1,-2-7,0 0,-2 0,0 0,-1 0,-2 0,0 0,-1 1,-1 0,-1 0,-1 0,-1 1,-1 0,0 1,-2 0,0 1,-1 0,-1 1,0 0,-2 1,-13-11,19 18,0 1,0 0,-1 1,0 0,-1 0,1 2,-1-1,0 1,-1 1,1 0,-1 1,1 0,-1 1,0 1,0 0,0 0,0 1,0 1,0 0,0 1,0 1,0 0,-8 3,-27 16,1 1,2 3,0 1,1 3,2 1,2 3,0 1,3 1,-17 23,-20 19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1:05.759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713 68,'-4'-5,"-1"1,1-1,-1 1,0 0,-1 0,1 1,-1 0,1-1,-1 2,0-1,0 1,0 0,0 0,-1 1,1-1,-1 1,1 1,0-1,-1 1,-2 1,0-2,-73-8,0 4,0 3,-15 5,87-3,0 0,0 1,1 0,-1 0,0 1,0 1,1 0,0 0,-1 1,1 0,0 0,1 1,-1 0,1 1,0 0,0 0,1 1,0 0,0 0,1 0,-1 1,2 0,-1 1,1-1,-1 3,0 9,0 1,2-1,0 1,1 0,1 0,1 0,1 0,1 0,1 3,-1-16,0 1,1 0,0 0,0-1,1 1,0-1,0 0,1 0,0 0,1-1,0 1,0-1,0 0,1 0,0-1,0 0,1 0,0 0,0-1,0 0,1 0,0-1,-1 0,2 0,-1-1,0 0,1 0,5 0,5 3,0-2,1 0,0-2,0 0,0-1,0-1,-1 0,1-2,0 0,0-2,-1 0,1-1,-1-1,-1 0,5-4,-8 0,-1 0,0-1,0-1,-1-1,-1 0,0 0,-1-1,0-1,-1 1,-1-2,0 0,-1 0,-1 0,2-8,-6 19,-2 3,1-1,-1 1,0 0,0-1,0 1,0-1,0 0,-1 1,1-1,-1 1,1-1,-1 0,0 1,0-1,0 0,-1 0,1 1,-1-1,1 1,-1-1,0 0,0 1,-8-5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1:13.047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1:40.091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1,'433'7,"-204"2,-215-2,-22-1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1:40.318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0,'20'9,"19"3,13 0,10-3,6-2,2-3,1-2,-8-3,-9-2,-12 0,-13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1:41.275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55,'18'-4,"15"-2,12-3,8 2,8-2,4 2,3 1,-2 3,-6 0,-10 2,-11 1,-12 5,-13 6,-13 5,-14 6,-14 2,-2-2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1:41.551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13,'11'0,"18"0,20 0,17 0,13-2,10-1,-2 0,-9 1,-17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1:43.621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 0,'-4'5,"-2"5,5 7,4 6,8 7,7 4,6 6,5 6,5 3,1 3,0-1,-3-2,-4-5,-4-5,-7-5,-5-6,-6-8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1:43.883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471 1,'-19'9,"-9"10,-8 10,-2 13,-2 9,2 6,1 4,-1-1,0-4,1-7,3-7,5-9,5-10,4-8,6-8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1:44.107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91,'18'-2,"17"-1,19-2,19-3,14-1,11-3,5-1,1 2,-5 0,-8 3,-12 1,-10 6,-16 2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1:44.401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12 399,'-5'-98,"2"77,1 0,1 0,1 0,0 0,2 1,0-1,1 0,2 1,0-1,1 1,7-15,7 6,-19 28,-1 1,0-1,1 1,-1-1,0 1,1-1,-1 1,1-1,-1 1,1 0,-1-1,1 1,-1-1,1 1,-1 0,1 0,-1-1,1 1,0 0,-1 0,1 0,-1 0,1 0,0 0,-1 0,1 0,0 0,-1 0,1 0,-1 0,1 0,0 0,-1 0,1 1,-1-1,1 0,-1 0,1 1,0-1,-1 0,1 1,-1-1,0 1,1-1,-1 1,1-1,-1 1,0-1,1 1,-1-1,0 1,3 6,-1 1,0 0,0-1,-1 1,0 0,-1 0,0 0,0 0,0-1,-2 6,1 2,-41 407,36-331,2-12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1:45.154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1,'4'2,"9"6,8 3,11 7,8 7,6 6,5 5,1 5,-2 5,-3 4,-4-1,-8 0,-7-6,-9-4,-5-7,-5-9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1:45.421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539 0,'-16'0,"-12"3,-6 4,-2 7,1 7,0 7,1 7,-1 10,-1 11,-1 7,-1 4,1 2,3-4,4-6,5-8,5-11,4-13,4-10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1:45.694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0 102,'14'-4,"15"-4,17-3,17 0,15 0,13 2,11 0,5 0,-3 0,-8 1,-8 1,-19 2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1:46.024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0 331,'10'-41,"1"-1,2 1,2 1,15-29,-25 58,-2 3,0 0,1 0,0 0,0 0,1 0,0 1,0 0,1 0,0 0,4-3,-9 10,1 0,-1 1,1-1,-1 0,0 1,0-1,1 1,-1 0,0-1,0 1,0 0,0 0,0-1,0 1,0 0,0 0,0 0,0 0,0 1,0-1,-1 0,1 0,-1 0,1 1,-1-1,1 0,-1 1,0-1,1 0,-1 1,0-1,0 0,0 1,0-1,0 0,0 1,-1-1,1 1,0-1,30 279,18-22,-32-180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2:00.683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37 44,'-32'-43,"27"42,14 18,28 38,2-2,3-2,2-1,3-3,17 13,-5-2,-35-29,-21-20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2:00.961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302 6,'0'-2,"-2"-1,-6 4,-5 10,-8 9,-5 10,-4 10,-2 6,-1 6,2-1,4-1,3-5,4-5,6-8,2-9,4-8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2:01.255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1 123,'16'-5,"19"-3,14-3,13-2,10-1,6 0,3 2,0 1,-3 2,-4 1,-6-1,-16 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2:01.771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129 117,'-6'2,"0"1,0-1,0 1,0 1,0-1,1 1,-1 0,1 0,0 0,0 1,1 0,-1 0,1 0,0 0,0 1,1-1,-1 1,2 0,-1 0,0 1,1-1,0 0,1 1,-1 4,0-2,0-1,1 0,0 1,0-1,1 1,1-1,-1 1,1-1,1 0,-1 1,1-1,1 0,0 0,0 0,0 0,1-1,0 1,1-1,-1 0,1 0,1-1,-1 1,1-1,0-1,1 1,0-1,2 2,8 0,1-1,0-1,1 0,-1-1,1-1,0-1,0-1,0 0,0-2,0 0,0-1,-12 3,1-1,-1 0,0-1,0 0,0 0,0 0,0-1,0 0,0-1,0 1,-1-1,1-1,-1 1,0-1,0 0,0 0,-1-1,1 0,-1 0,0 0,-1 0,1-1,-1 0,0 0,0 0,-1 0,0-1,0 0,2-8,-2-1,0 0,0 1,-2-1,0 0,-1 0,0 0,-1 0,-1 0,-1 0,0 0,-1 1,-1-1,0 1,-1 0,2 7,0-1,-1 1,0 0,0 1,-1-1,0 1,0 0,-1 1,1-1,-2 1,1 1,-1-1,1 1,-1 1,-1-1,1 1,-1 1,1 0,-1 0,0 0,0 1,0 1,-1 0,1 0,0 0,-1 1,1 1,0 0,0 0,0 0,-2 2,-9 4,1 1,0 1,0 1,1 0,0 2,1 0,1 1,0 0,0 2,-1 2,-21 19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2:02.658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518 0,'-21'1,"-1"1,0 1,0 1,1 1,-1 0,1 2,1 0,-1 2,2 0,-1 1,1 1,0 1,1 1,1 0,0 1,0 2,4-5,2 1,0 1,0-1,1 2,0-1,2 1,-1 1,2 0,0 0,1 0,0 1,1 0,1 0,0 0,2 1,-1-1,2 1,0-1,2 1,-1 0,3 6,-1-11,2 1,-1-1,1 1,1-1,1-1,-1 1,2-1,-1 0,2 0,-1 0,2-1,-1-1,1 1,1-2,-1 1,2-1,8 5,2 1,1-1,1-1,0-1,1-2,0 0,0-1,1-1,15 1,-26-5,0 0,1-1,-1-1,1-1,-1 0,1 0,-1-1,1-1,-1-1,0 0,0-1,0 0,0-1,-1-1,0 0,0 0,0-2,-1 1,0-2,10-9,-9 6,0-1,-1 0,-1-1,0-1,-1 0,-1 0,0-1,-2 0,1 0,-2-1,0 0,-1 0,-1-1,0 1,-1-1,-1 0,-1 0,-1 0,0 0,-1 0,-1 1,-1-1,0 0,-1 1,-1 0,-1 0,-1 0,0 0,-1 1,-9-14,6 17,0 1,0 0,-1 1,-1 1,0 0,0 0,-1 1,-1 1,1 1,-1 0,0 0,-1 2,1 0,-1 0,0 2,0 0,-4 0,-10 1,0 0,0 2,-1 1,1 2,0 1,1 1,-1 1,1 2,-1 1,-89 37,11 3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2:03.933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497 106,'-11'-7,"-1"0,0 0,0 1,0 1,-1 0,1 0,-1 1,-1 1,1 1,0-1,-1 2,1 0,-1 1,1 0,-1 1,1 0,0 1,-1 1,1 0,0 1,1 0,-1 1,1 0,-1 1,2 1,-1 0,1 0,0 1,0 1,1-1,0 2,1-1,0 2,1-1,0 1,0 0,1 1,0 1,0-3,2 1,-1 0,1 1,1-1,0 1,1 0,0 0,1 0,0 0,1 0,0 1,1-1,0 0,1 0,1 1,0-1,0 0,1 0,1 0,0-1,0 1,1-1,1 0,0 0,1-1,3 6,6-4,0 0,0 0,1-2,0 0,1-1,0 0,1-2,0 0,0-1,0-1,1-1,0 0,-1-2,1 0,0-1,0-2,8 0,-16 1,0 0,0-1,0-1,1 0,-1 0,-1-1,1-1,0 0,-1 0,0-1,0-1,0 0,-1 0,1-1,-2 0,1-1,-1 0,0-1,-1 0,0 0,0-1,5-8,-6 6,-1 0,0 0,0-1,-2 1,1-1,-1 0,-1-1,-1 1,0 0,0-1,-2 1,1-1,-2 0,0 1,0-1,-1 1,-1-1,0 1,-1 0,-1 0,0 1,0-1,-1 1,-1 0,0 1,-1-1,0 1,0 1,-1 0,-1 0,-3-2,2 0,-1 2,0-1,0 1,-1 1,0 0,-1 1,0 1,0 0,-1 1,0 0,0 1,0 1,0 0,-1 1,0 1,1 1,-1 0,0 1,0 0,0 1,1 1,-1 1,0 0,1 1,0 1,0 0,-5 3,-52 43,7 7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3:27.83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1,'2'13,"6"17,3 18,5 17,1 19,-1 14,-4 12,-2 3,-2-2,-3-8,-2-11,-2-14,-1-16,0-13,0-13,-1-18,1-11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3:27.45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74,'376'-26,"227"2,200 32,-139 4,7-29,-282-3,-352 17,-16-1</inkml:trace>
  <inkml:trace contextRef="#ctx0" brushRef="#br0" timeOffset="881.096">4105 127,'0'2,"-1"0,0 0,1 0,0 0,-1 0,1 0,0 0,0 0,0 0,0 0,0 0,0 0,1-1,-1 1,1 0,-1 0,1 0,0 0,0 0,0-1,0 1,0 0,0-1,0 1,0-1,1 1,-1-1,1 1,-1-1,1 0,0 0,-1 0,1 0,0 0,0 0,-1-1,1 1,0 0,0-1,0 1,0-1,0 0,0 0,0 0,0 0,0 0,0 0,0 0,0-1,0 1,0-1,2-1,-1-1,1 1,-1-1,0 0,0 0,0 0,-1 0,1 0,-1-1,1 1,-1-1,0 1,0-1,-1 0,1 0,-1 0,0 0,0 0,0 0,-1 0,1-1,-1 1,0 1,0 1,1 0,-1-1,0 1,-1 0,1-1,0 1,-1 0,1 0,-1-1,0 1,1 0,-1 0,0 0,-1 0,1 0,0 0,0 0,-1 0,1 0,-1 1,0-1,1 0,-1 1,0 0,0-1,0 1,0 0,0 0,0 0,-1 0,1 0,0 1,0-1,-1 1,1-1,0 1,0 0,-2 0,-2 1,0 0,0 1,0 0,1 0,-1 0,1 0,-1 1,1 0,0 0,0 1,0-1,1 1,-1 0,1 0,0 1,0-1,1 1,-1 0,1 0,0 0,0 1,0-1,-1 5,-8 18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3:24.24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282 339,'-2'-19,"-5"35,-161 640,160-626,3-27,4-17,2-85,5 1,5-8,-8 77,5-58,3 0,5 1,3 0,4 2,19-44,-13 81,-28 47,0 0,0 0,0 0,0 0,1 1,-1-1,0 0,0 1,0-1,0 1,0-1,0 1,0 0,0-1,-1 1,1 0,0 0,0 0,-1-1,1 1,0 0,-1 0,1 0,-1 0,1 0,-1 0,1 0,-1 0,0 1,1-1,-1 0,0 0,0 0,0-1,12 36,-2 1,-1 0,-2 0,-1 7,1-3,45 291,-13 13,-37-319</inkml:trace>
  <inkml:trace contextRef="#ctx0" brushRef="#br0" timeOffset="280.255">1 713,'13'-5,"19"-3,20-3,18-2,14-1,6 0,2 0,-6 0,-18 2</inkml:trace>
  <inkml:trace contextRef="#ctx0" brushRef="#br0" timeOffset="675.195">829 125,'-19'-14,"8"43,-10 251,18-182,-6 272,8-357,1-1,1 1,0 0,0-1,1 0,1 1,0-1,0 0,1 0,1 0,0-1,1 0,0 0,1 0,5 7,-9-16,0 1,0-1,1 0,-1 0,0 0,1-1,0 1,-1-1,1 0,0 0,-1 0,1 0,0-1,0 1,0-1,0 0,-1 0,1-1,0 1,0-1,0 0,-1 0,1 0,0 0,-1-1,1 1,-1-1,1 0,-1 0,1-1,8-5,0-1,-1 0,0-1,0 0,-1 0,-1-1,5-7,-2 1,0-1,-1 0,-1 0,-1-1,-1 0,0-1,-1 0,-1 0,-2-1,0 1,0-1,-2-6,-11-23,9 48,-1 1,1 0,-1 0,1 0,-1 1,0-1,0 0,1 0,-1 0,0 0,0 1,0-1,0 0,0 1,0-1,0 1,0-1,0 1,0-1,0 1,0 0,-1 0,1-1,0 1,0 0,0 0,0 0,0 0,-1 0,1 1,0-1,0 0,0 0,0 1,0-1,0 1,0-1,0 1,0-1,0 1,-1 0,-6 6,0 0,1 0,0 0,0 1,0 1,1-1,1 1,-1 0,1 0,1 1,0-1,0 1,1 0,0 0,-1 9,1-10,1 0,0-1,0 1,1 0,0 0,1 0,0 0,0 0,1 0,0 0,1 0,0 0,0 0,1-1,0 1,0-1,1 0,0 0,1 0,0 0,0-1,0 0,1 0,0 0,0-1,1 0,2 2,1-2,0-1,0 0,1 0,0-1,-1 0,1-1,0-1,1 1,-1-2,0 0,5 0,22-1</inkml:trace>
  <inkml:trace contextRef="#ctx0" brushRef="#br0" timeOffset="1657.16">670 419,'124'-3,"4"3,340 11,-445-10,-1 0,1 2,0 0,0 1,-1 2,0 0,0 1,-1 1,1 2,6 4,-23-10,0-1,-1 1,1 1,-1-1,0 0,0 1,-1 0,0 0,1 0,-2 1,1-1,0 1,-1-1,0 1,-1 0,1 0,-1 0,0 0,-1 0,1 0,-1 0,0 0,-1 0,0 0,1 0,-2 0,1 0,-1-1,0 1,-1 2,-63 206,65-212,1 1,-1-1,1 0,-1 0,1 1,0-1,0 0,0 1,0-1,0 0,1 0,-1 1,1-1,-1 0,1 0,0 1,0-1,0 0,0 0,0 0,0 0,1-1,-1 1,1 0,-1 0,1-1,0 1,-1-1,1 1,0-1,0 0,0 0,0 0,0 0,0 0,1 0,-1-1,0 1,0-1,1 1,-1-1,0 0,1 0,-1 0,0 0,0 0,1-1,0 1,10-5,0 0,-1 0,1-1,-1 0,0-1,-1-1,0 0,0 0,0-1,-1-1,-1 1,0-2,0 1,-1-1,0-1,-1 1,2-6,-3 9,-1 0,0-1,0 0,-1 0,0 0,0 0,-1-1,-1 1,0-1,1-4,-11 27,4-2,1 1,0-1,0 1,1 0,0 0,1 0,1 0,0 0,0 0,1 0,1-1,0 1,0 0,1-1,1 1,5 10,-4-16,1-1,0 0,1 0,-1-1,1 1,0-2,0 1,0-1,0 0,1 0,-1-1,1 0,0 0,-1-1,1 0,0 0,0-1,0 0,0 0,0-1,-1 0,1-1,0 0,-1 0,1 0,-1-1,1 0,-1 0,4-3,1-1,0 0,-1-1,0 0,0 0,-1-1,0 0,-1-1,0-1,0 1,-1-1,0-1,-1 1,-1-1,0 0,0-1,-1 0,1-5,4-17,-1-1,-2 0,-1-1,-2 0,-1-33,-2 10,-3 0,-3 0,-2 0,-3 0,-2 1,-10-21,1 27,20 53,1 0,0 0,-1 0,1-1,-1 1,1 0,0 0,-1 0,1 0,-1 0,1 0,-1 0,1 0,-1 0,1 0,0 0,-1 0,1 0,-1 1,1-1,-1 0,1 0,0 0,-1 1,1-1,0 0,-1 0,1 1,0-1,-1 0,1 1,0-1,-1 0,1 1,0-1,0 1,0-1,-1 0,1 1,0-1,0 1,0-1,0 1,0-1,0 0,0 1,0-1,0 1,0-1,0 1,0-1,0 0,0 1,0-1,0 1,1-1,-1 1,0-1,-7 47,2 0,2-1,2 1,2 0,5 31,1-3,2 0,5-1,2 0,4-1,2-1,5 0,29 24,-54-94,1 1,-1 0,1-1,-1 0,1 1,0-1,0 0,0 0,0-1,0 1,0-1,1 1,-1-1,0 0,1 0,-1-1,1 1,-1-1,1 0,-1 1,1-2,-1 1,1 0,-1-1,1 1,-1-1,0 0,1 0,1-1,10-8,0 0,0 0,-1-2,-1 1,0-2,-1 0,0 0,-1-1,6-9,-5 7,63-85,-74 101,-1 0,1 1,0-1,-1 0,1 1,0-1,-1 1,1-1,-1 1,1-1,-1 1,1-1,-1 1,1-1,-1 1,0 0,1-1,-1 1,0 0,1-1,-1 1,0 0,0 0,0-1,1 1,-1 0,0 0,0-1,0 1,0 0,0 0,-1-1,1 1,0 0,0 0,0-1,-1 1,1 0,0-1,-1 1,1 0,-1-1,1 1,0-1,-1 1,1 1,-8 45,5-30,0 0,1 0,0 0,2 1,0-1,2 15,-1-29,0 1,-1-1,1 0,0 0,1 0,-1 0,0 0,1 0,0-1,-1 1,1 0,0-1,0 1,1-1,-1 0,0 0,1 0,0 0,-1 0,1 0,0-1,0 1,0-1,0 0,0 0,0 0,0 0,0-1,0 1,1-1,0 0,21 1</inkml:trace>
  <inkml:trace contextRef="#ctx0" brushRef="#br0" timeOffset="1905.013">2701 472,'-16'-11,"-10"-9,-7-2,2 1</inkml:trace>
  <inkml:trace contextRef="#ctx0" brushRef="#br0" timeOffset="2077.55">2207 205,'16'-4,"18"-2,23-3,19 0,17-1,11 3,4 2,-1 7,-18 2</inkml:trace>
  <inkml:trace contextRef="#ctx0" brushRef="#br0" timeOffset="2498.426">3116 967,'29'-14,"-1"-3,-1 0,-1-1,0-2,-1-1,-1 0,-2-2,19-23,-36 39,-1-1,0 1,0-1,0 0,-1-1,-1 1,1-1,-1 1,0-4,-1 9,-1 0,0-1,0 1,0 0,0 0,0-1,0 1,-1 0,0 0,1 0,-1 0,0 0,-1-1,1 2,-1-1,1 0,-1 0,0 0,0 1,0-1,0 1,0 0,-1-1,1 1,-1 0,0 0,-3-1,0 0,-1 1,1-1,0 1,-1 1,1-1,-1 1,0 0,0 1,1-1,-1 1,0 1,1-1,-1 1,0 1,1-1,-1 1,1 0,-1 0,1 1,0 0,0 0,0 0,1 1,-1 0,1 0,0 1,0-1,0 1,0 0,1 0,0 1,0-1,1 1,-1 0,1 0,1 0,-1 0,-1 5,1 1,0-1,1 1,0 0,1 1,0-1,1 0,0 0,1 0,1 0,0 0,0 0,1 0,1 0,-1-1,2 0,0 1,0-2,1 1,7 9,-3-6,0-1,1 0,1-1,0 0,0-1,1 0,0-1,1 0,0-1,1-1,0 0,0-1,1-1,5 1,-1-1,0-2,1 0,0-1,0-1,0-1,0-1,11-1,15-4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3:34.22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223 23,'-8'-3,"0"0,0 1,0 0,-1 0,1 1,-1 0,1 0,-1 1,1 0,-1 0,1 1,-1 0,1 1,0 0,-1 0,1 1,0 0,1 0,-1 1,0 0,1 0,0 1,0 0,-5 5,10-7,0 0,0 0,0 0,1 1,-1-1,1 0,0 1,0-1,0 1,0-1,1 1,0-1,-1 1,1 0,0-1,1 1,-1 0,1-1,0 1,-1-1,2 1,-1-1,0 0,1 1,-1-1,1 0,0 0,0 0,0 0,1 0,-1 0,0-1,1 1,0-1,0 0,0 0,0 0,0 0,0 0,0-1,3 2,20 9,-1-2,1 0,1-1,0-2,0-1,1-1,-1-1,1-2,0-1,0 0,0-3,25-3,-39 5,0-1,1-1,-1 0,0 0,1-2,-2 0,1 0,0-1,-1-1,0 0,0-1,-1-1,0 0,0 0,0-1,-2-1,1 1,-1-2,7-8,-15 16,0 0,-1 0,1-1,-1 1,0 0,0-1,0 1,0-1,0 1,-1-1,1 0,-1 1,0-1,0 1,-1-1,1 1,-1-1,1 0,-1 1,0 0,-1-1,1 1,0 0,-1-1,0 1,0 0,0 0,0 0,0 1,-1-1,1 0,-1 1,0 0,0-1,1 1,-2 0,3 2,0-1,0 1,0 0,0-1,0 1,-1 0,1 0,0 0,0-1,0 1,0 1,0-1,-1 0,1 0,0 0,0 0,0 1,0-1,0 1,0-1,0 1,0-1,0 1,0 0,0-1,0 1,0 0,0 0,0-1,1 1,-1 0,0 0,1 0,-1 0,1 0,-1 0,1 0,-1 0,1 1,0-1,-1 0,1 0,-3 51,5-45,1 0,-1 0,1 0,1 0,-1-1,1 0,0 1,1-2,-1 1,1 0,0-1,1 0,-1 0,1 0,0-1,0 0,1 0,2 1,6 2,1 0,-1-1,1 0,0-1,0-1,0-1,13 1,-20-2,0-1,-1 0,1 0,0-1,0 0,0 0,0-1,0-1,0 1,-1-2,1 1,-1-1,1 0,-1-1,0 0,0 0,0 0,-1-1,0-1,0 1,0-1,-1 0,1-1,-1 1,-1-1,0-1,0 1,0-1,-2 2,0-1,0 0,-1 0,0 0,0 0,-1 0,0 0,0 0,-1 0,0 0,0-1,0 1,-1-1,1 8,0-1,0 0,0 1,0-1,0 1,0-1,0 0,0 1,-1-1,1 1,0-1,0 0,0 1,-1-1,1 1,0-1,-1 1,1-1,-1 1,1-1,0 1,-1-1,1 1,-1 0,1-1,-1 1,1 0,-1-1,1 1,-1 0,0 0,1-1,-1 1,1 0,-1 0,0 0,1 0,-1 0,1 0,-1 0,0 0,1 0,-1 0,0 0,1 0,-1 0,1 1,-1-1,0 0,1 0,-1 1,1-1,-1 0,1 1,-1-1,1 1,-1-1,1 1,-20 32,19-29,1 1,0 0,0 0,0-1,1 1,-1 0,1-1,0 1,0 0,1-1,0 1,-1-1,2 0,-1 0,0 0,1 0,-1 0,1 0,1 0,-1-1,0 0,1 1,3 1,5 5,1-1,1 0,-1-1,1 0,0-2,11 5,14 1,0-1,0-2,1-2,0-1,10-2,24 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3:39.99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11,'9'-5,"3"-1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3:40.9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577 339,'-23'3,"-1"0,1 1,0 2,0 0,1 1,0 2,0 0,1 1,-7 5,-2 1,0 1,1 1,1 2,1 0,1 2,1 1,-6 8,19-17,-1 0,2 0,0 1,1 1,1 0,0 1,1-1,1 1,0 1,2 0,0-1,1 2,0-1,1 3,3-16,-1 0,1 0,-1 1,1-1,1 0,-1 0,1 0,0 1,0-1,1 0,-1 0,1 0,0 0,1-1,-1 1,1-1,0 1,0-1,0 0,0 0,1 0,0 0,0-1,0 1,0-1,0 0,1-1,-1 1,1-1,0 1,0-2,0 1,0 0,0-1,5 1,8-2,0 0,0-2,0 0,-1-1,1-1,-1 0,0-1,0-1,0-1,-1 0,0-1,0-1,-1-1,0 0,4-4,13-8,0-2,-1-2,-1 0,-2-2,-1-1,-1-2,-1 0,-2-1,-1-2,-2 0,-1-1,-2-1,-1-1,-2 0,4-23,-14 48,-1 0,-1 0,0 0,-1 0,0 0,-1 0,0 0,-1 0,0 0,-1 0,0 0,-1 0,-1 0,1 1,-2-1,0 1,0 0,-1 1,0-1,-1 1,0 0,-1 1,0 0,0 0,-1 0,0 1,-1 1,0 0,-3-2,1 3,0 1,0 0,0 1,-1 0,0 1,0 0,0 1,0 1,0 0,0 1,-1 0,1 1,0 1,0 0,0 0,0 1,1 1,-1 0,1 1,0 0,0 1,1 1,-1 0,1 0,1 1,-1 0,1 1,1 0,0 0,0 1,1 1,0-1,1 1,0 0,1 1,0 0,0 1,0 7,2 1,0-1,1 1,1-1,1 1,0 0,2 0,1-1,0 1,2 0,5 17,5 14,3-2,2 0,2-1,4 3,54 95,-46-91,-3 3,-2 0,-2 2,9 39,-27-69</inkml:trace>
  <inkml:trace contextRef="#ctx0" brushRef="#br0" timeOffset="373.996">817 1142,'47'-93,"-4"-2,-4-2,11-51,-44 130,-1 46,0 450,7-280,1-176,-6-22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3:31.30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3596 722,'57'-48,"-2"-3,-2-2,41-54,-79 87,-1 0,0 0,-1-1,-2-1,0 0,-1-1,-1 0,-2-1,0 1,-1-1,-1-1,-2 1,1-17,-3 36,-1 0,1 0,-1 0,0 0,0 0,-1 1,0-1,1 0,-2 0,1 0,0 1,-1-1,0 1,0-1,0 1,-1 0,1 0,-1 0,0 0,0 0,-1 1,1-1,-1 1,1 0,-1 0,0 0,0 0,-1 1,1 0,0 0,-1 0,-4-1,4 2,-1 1,0-1,0 1,1 1,-1-1,0 1,1 0,-1 0,1 1,-1-1,1 1,0 0,-1 1,1-1,0 1,1 0,-1 1,0-1,1 1,0 0,0 0,0 0,0 0,1 1,-5 5,1 1,0-1,1 1,0 1,1-1,1 1,-1 0,2 0,0 0,-1 8,2 4,2 0,0 0,2 0,1 1,0-2,2 1,1 0,1-1,0 0,2 0,1-1,1-1,0 1,2-2,0 0,2 0,0-1,1-1,0 0,2-2,2 2,-11-10,1 0,-1-1,1 0,0-1,1 0,0-1,0 0,0 0,3 0,-10-4,1 0,-1 0,0 0,1-1,-1 1,1-1,-1 0,1 0,-1-1,1 1,-1-1,0 0,1 0,-1-1,0 1,0-1,0 0,0 0,0 0,0-1,-1 1,1-1,-1 0,1 0,2-3,6-10,0-1,-1 0,-1 0,0-1,-2 0,0 0,-1-1,0 0,-2-2,-7 28,1 0,-1 0,1 0,0 0,1 0,-1 0,1 0,1 0,0 0,0 0,0-1,0 1,1 0,1 0,-1-1,1 1,2 3,1-4,0-1,0 0,0 0,1 0,0-1,0 0,0-1,0 1,1-1,0-1,-1 1,1-2,0 1,0-1,0 0,0 0,0-1,0 0,0 0,0-1,0 0,0-1,0 0,-1 0,1 0,0-1,-1 0,0-1,0 0,0 0,0 0,-1-1,1 0,-1 0,0-1,-1 0,3-3,-1 0,-1 0,-1-1,0 0,0-1,-1 1,0-1,-1 1,0-1,-1 0,0 0,0-1,-1 1,-1 0,0 0,-2-9,2 21,0-1,-1 1,1-1,-1 1,1-1,-1 1,1-1,-1 1,1-1,-1 1,1-1,-1 0,0 1,1-1,-1 0,0 1,1-1,-1 0,0 0,0 0,1 0,-1 0,0 0,1 0,-1 0,0 0,0 0,1 0,-1 0,0 0,1-1,-1 1,0 0,1 0,-1-1,0 1,1 0,-1-1,1 1,-1-1,1 1,-1-1,1 1,-1-1,1 1,-1-1,1 0,0 1,-1-1,1 0,0 1,-1-1,1 0,0 1,0-1,0 0,0 1,0-1,0 0,0 0,0 1,0-1,0 0,0 1,0-1,1 0,-4 7,0 1,1 0,0-1,0 1,1 0,0 0,0 0,0 0,1 1,0-1,1 0,-1 0,1 0,1 0,-1 0,1 0,1-1,-1 1,1 0,0-1,1 0,-1 0,1 0,0 0,1 0,0-1,0 0,0 0,0 0,1-1,-1 1,1-1,0-1,0 1,1-1,1 0,42 17,0-6</inkml:trace>
  <inkml:trace contextRef="#ctx0" brushRef="#br0" timeOffset="1847.106">5267 428,'-31'-1,"20"0,1 0,-1 1,0 0,1 0,-1 1,0 1,1-1,-1 2,1 0,0 0,0 0,0 2,0-1,-8 6,15-7,1 0,-1 1,1-1,0 0,0 1,0-1,1 1,-1 0,1-1,0 1,0 0,0 0,1 0,-1 0,1 0,0-1,0 1,0 0,1 0,0 0,-1 0,1 0,0 0,1-1,-1 1,1 0,-1-1,1 1,0-1,1 0,-1 0,0 0,1 0,0 0,0 0,0 0,0-1,0 0,0 1,1-1,-1-1,1 1,3 1,9 7,0-2,1 0,0-1,0 0,1-1,0-1,0-1,0-1,0 0,1-1,-1-1,1-1,-1-1,1 0,-1-2,1 0,-1-1,0 0,-1-2,1 0,-1-1,16-9,-26 13,-1 0,0-1,1 0,-1-1,-1 1,1-1,-1 0,1-1,-2 1,1-1,0 0,-1 0,0 0,-1-1,0 1,0-1,0 0,0 0,-1 0,-1 0,1-1,-1 1,0 0,-1-1,1 1,-1-1,-1 1,0 0,0-1,0 1,-1 0,0 0,0 0,-2-3,1 4,-1 1,1-1,-1 1,0 0,-1 0,1 0,-1 1,0-1,0 1,0 0,-1 1,1-1,-1 1,0 0,0 1,0-1,0 1,-1 0,1 1,-4-1,10 2,1 1,-1-1,0 1,0-1,0 0,1 1,-1-1,0 1,0-1,0 1,0-1,0 1,0-1,0 1,0-1,0 1,0-1,0 1,0-1,0 1,-1-1,1 1,0-1,0 0,0 1,-1-1,1 1,0-1,0 0,-1 1,1-1,0 1,-1-1,1 0,-1 0,1 1,0-1,-1 0,1 0,-1 1,1-1,-1 0,1 0,-1 0,1 0,-1 0,1 0,-1 1,1-1,-1 0,1-1,-1 1,1 0,0 0,-1 0,1 0,-1 0,1 0,-1-1,1 1,-1 0,1 0,0 0,-1-1,1 1,-1 0,1-1,0 1,-1 0,10 4,0 1,0-1,1 0,-1-1,1 0,-1 0,1-1,8 0,-5 1,88 12,88 23,-184-37,-1 1,1-1,0 1,-1 0,1 0,-1 1,1 0,-1-1,0 1,0 1,-1-1,1 0,0 1,-1 0,0 0,0 0,0 0,-1 1,1-1,-1 0,0 1,0 0,-1 0,1-1,-1 3,-3 128,2-133,1 0,-1 0,1 0,0 0,0 0,-1 0,1-1,0 1,1 0,-1-1,0 1,0-1,1 1,-1-1,1 0,-1 1,1-1,0 0,-1 0,1 0,0 0,0-1,-1 1,1 0,0-1,0 1,0-1,0 1,0-1,2 0,61-4,-51 1,0 0,-1-1,1-1,-1 0,1-1,-1-1,-1 0,0 0,0-1,0-1,-1 0,0-1,-1 0,0 0,0-1,-1 0,-1-1,0 0,-1 0,0-1,2-5,-8 17,0 0,-1-1,1 1,0 0,-1-1,1 1,-1-1,1 1,-1-1,1 1,-1-1,0 1,0-1,0 1,0-1,0 1,0-1,0 1,-1-1,1 1,0-1,-1 1,1-1,-1 1,0 0,1-1,-1 1,0 0,0 0,0-1,0 1,0 0,0 0,0 0,0 0,-1 0,1 0,0 0,0 1,-1-1,1 0,-1 1,1-1,-1 1,1 0,-1-1,1 1,-1 0,1 0,-1 0,1 0,-1 0,1 0,-1 0,1 0,-1 1,1-1,-1 1,-3 0,0 1,0 0,1 0,-1 0,0 0,1 1,-1 0,1 0,0 0,0 1,0-1,1 1,-1 0,1 0,0 0,0 0,0 1,1-1,-1 1,1-1,0 1,0 0,1 0,0 0,-1 0,2 0,-1 1,1-1,-1 0,1 0,1 0,-1 1,1-1,0 0,0 0,0 0,1 0,0 0,0 0,0-1,2 3,7 2,0-1,0-1,0 1,1-2,0 0,1 0,0-1,-1-1,1 0,1-1,-1 0,0-1,1 0,0-2,11 1,7 3,0-1,0-2,1-1,-1-2,0 0,0-3,0 0,-1-2,0-2,0 0,-1-2,0-2,11-6,15-36,-55 53,1 0,-1 1,0-1,0 0,0 0,0 0,-1 0,1 0,-1 0,1 0,-1 0,1 0,-1 0,0-1,0 1,0 0,0 0,-1 0,1 0,0 0,-1 0,1 0,-1 0,0 0,0 0,0 0,0 0,0 0,0 0,-1 1,1-1,0 0,-1 1,-1-2,-5-1,-1-1,1 1,-1 0,-1 1,1 0,0 0,-1 1,0 0,1 1,-1 0,0 0,0 1,1 1,-9 1,10-3,0 1,0 0,1 1,-1 0,0 0,1 1,-1 0,1 0,-1 0,1 1,0 0,0 1,1 0,-1 0,1 0,-1 1,1 0,1 0,-1 0,1 1,0 0,0 0,-1 1,6-4,-1-1,0 1,0-1,1 1,0-1,-1 1,1-1,0 1,0-1,0 1,1-1,-1 1,1-1,-1 1,1-1,0 1,0-1,0 0,0 1,0-1,1 0,-1 0,1 0,-1 0,1 0,0 0,0 0,-1-1,1 1,1-1,-1 1,2 0,78 32,-67-29,1-2,0 0,0-1,-1 0,2-1,-1-1,0-1,0 0,0-1,-1-1,1-1,0 0,-1 0,1-2,-12 3,1 0,-1 0,0 0,0-1,0 1,-1-1,1 0,-1 0,0 0,0-1,0 1,-1-1,0 1,1-2,-2 4,0 0,0-1,0 1,-1 0,1 0,-1-1,1 1,-1-1,0 1,0 0,0-1,0 1,0-1,0 1,-1 0,1-1,-1 1,0 0,1 0,-1-1,0 1,0 0,-1 0,1 0,0 0,-1 0,1 0,-1 0,0 1,1-1,-2 0,3 2,-1-1,1 1,-1-1,0 1,0-1,1 1,-1-1,0 1,0-1,0 1,1 0,-1 0,0-1,0 1,0 0,0 0,0 0,0 0,0 0,1 0,-1 0,0 0,0 0,0 1,0-1,0 0,1 0,-1 1,0-1,0 1,0-1,1 1,-1-1,0 1,1-1,-1 1,0 0,1-1,-1 1,1 0,-1-1,1 1,-1 0,1 0,-1 0,1-1,0 1,0 0,-1 1,-2 45,5-41,1 1,0-1,1 0,0 0,0 0,0 0,0-1,1 1,0-1,0 0,1-1,-1 1,1-1,0 0,0-1,0 1,1-1,-1 0,1-1,0 0,0 0,-1 0,1-1,1 0,-1 0,0-1,0 0,0 0,0-1,0 1,0-2,0 1,0-1,0 0,-1 0,1-1,0 0,4-5,-1-1,0 0,0 0,-1-1,0-1,-1 1,0-1,0-1,-1 0,-1 0,0 0,-1 0,0-1,-1 0,1-6,24-52,-29 68,1 1,-1 0,1 0,-1 1,1-1,0 0,0 0,0 0,0 0,0 1,0-1,0 0,1 1,-1-1,1 1,-1-1,1 1,-1 0,1 0,0 0,0-1,-1 2,1-1,0 0,0 0,0 1,0-1,0 1,0-1,0 1,0 0,0 0,0 0,2 0,3 6,0 1,0 0,-1 0,0 0,0 1,-1 0,0 0,-1 0,1 1,-1 0,-1 0,0 0,0 0,10 37,-1 1,-3 0,-1 0,-3 1,-2-1,-2 33,2 8,-3-71,0 25,1-1,3 1,1 0,2-1,1 0,3-1,1 0,2-1,7 13,14-6,-35-45,1 0,0 0,-1 0,1 0,0 0,0-1,0 1,0 0,0 0,0-1,0 1,0-1,0 1,0-1,0 1,0-1,1 0,-1 1,0-1,0 0,0 0,1 0,-1 0,0 0,0 0,0 0,0-1,1 1,-1 0,0-1,0 1,0 0,0-1,0 0,0 1,0-1,0 0,0 1,0-1,0 0,0 0,0 0,0 0,2-6,1-1,-1 1,-1-1,1 1,-1-1,-1 0,0 0,0 0,0 0,-1 0,0 0,-1-3,2 0,-2-23,-1 1,-2-1,-1 1,-2 0,-1 1,-1-1,-2 2,-1-1,-2 2,-1 0,-1 0,-2 2,0 0,-2 1,-1 1,-1 0,-2 2,-20-17,-18-3,62 44,0 0,0 0,0 0,1 0,-1 0,0-1,0 1,0 0,1 0,-1 0,0 0,0-1,0 1,0 0,1 0,-1 0,0-1,0 1,0 0,0 0,0 0,0-1,0 1,0 0,0 0,1-1,-1 1,0 0,0 0,0-1,-1 1,1 0,0 0,0-1,0 1,0 0,0 0,0 0,0-1,0 1,0 0,0 0,-1-1,1 1,0 0,0 0,0 0,0 0,-1-1,1 1,0 0,0 0,0 0,-1 0,1 0,0 0,0 0,0-1,-1 1,1 0,0 0,0 0,-1 0,26 0,-17 0,105-4,0-5,-1-5,22-10,-63 15,-70 10,-1-1,1 1,-1 0,1 0,-1-1,0 1,0 0,1 0,-1 0,0-1,0 1,0 0,0 0,0 0,0 0,0 0,0-1,0 1,0 0,0 0,-1 0,1-1,0 1,-1 0,1 0,0-1,-1 1,1 0,-1 0,1-1,-1 1,0-1,1 1,-1 0,0-1,1 1,-1-1,0 0,1 1,-1-1,0 1,0-1,0 0,0 1,-2 1,-2 3,-26 37,30-41,1 0,-1 0,0 1,1-1,0 0,-1 0,1 0,0 1,0-1,-1 0,1 0,0 1,0-1,0 0,1 0,-1 1,0-1,0 0,1 0,-1 1,0-1,1 0,0 0,-1 0,1 0,0 0,-1 0,1 0,0 0,0 0,0 0,0 0,0 0,0-1,0 1,0 0,1 0,6 2,1 0,1 0,-1-1,0 0,0 0,1-1,-1-1,1 0,-1 0,1 0,-1-1,1-1,-1 0,0 0,0 0,0-1,7-4,-8 4,0-1,0 0,0-1,-1 0,1 0,-1 0,-1-1,1 0,-1 0,0-1,0 0,-1 0,2-4,-4 8,-1-1,0 0,0 1,-1-1,1 0,-1 0,0 0,0 0,0 0,-1-1,1 1,-1 0,0 0,0 0,0 0,-1-1,0 1,1 0,-1 0,-1 0,1 0,-1 0,1 1,-1-1,0 0,-1 1,1-1,0 1,-2-1,-1-1,-1-1,1 2,-1-1,0 1,-1 0,1 0,-1 1,0-1,0 2,0-1,0 1,0 0,-1 0,1 1,0 0,-1 0,1 1,-1 0,1 0,-4 1,5 0,0-1,1 1,-1 0,1 0,-1 1,1-1,-1 1,1 1,0-1,0 1,0 0,0 0,1 0,-1 0,1 1,0 0,0 0,0 0,0 1,1-1,-1 1,1 0,1 0,-1 0,1 0,-1 0,1 1,2-3,-1 1,0-1,1 1,0-1,-1 1,1-1,1 1,-1 0,0-1,1 1,0-1,0 1,0-1,0 0,1 1,-1-1,1 0,0 0,0 0,0 0,0 0,0 0,1-1,-1 1,1-1,0 0,2 2,4 2,0 0,0 0,1-1,0-1,0 0,0 0,0-1,8 1,20 4</inkml:trace>
  <inkml:trace contextRef="#ctx0" brushRef="#br0" timeOffset="2132.344">8195 121,'-16'-7,"-12"-2,-4 0,2 4,4 10,5 8,7 12,6 0</inkml:trace>
  <inkml:trace contextRef="#ctx0" brushRef="#br0" timeOffset="2397.147">8168 642,'18'7,"13"2,11-3,8-4,8-10,3-8,3-8,-10 0</inkml:trace>
  <inkml:trace contextRef="#ctx0" brushRef="#br0" timeOffset="-1789.279">0 682,'23'2,"23"1,20 0,16-3,12-1,4-3,0-1,-8 0,-13 2,-14 1,-16 0,-16 4,-13 3,-10 3,-8 3,-7 1,-1-1</inkml:trace>
  <inkml:trace contextRef="#ctx0" brushRef="#br0" timeOffset="-1087.106">1376 909,'27'-72,"4"1,2 2,3 1,42-59,-40 87,-36 41,-1-1,1 1,0-1,-1 1,1 0,0 0,-1 0,1 0,-1 0,0 0,1 0,-1 0,0 0,1 1,-1-1,0 0,0 1,0-1,0 1,-1-1,1 1,0 0,-1-1,1 1,-1 0,1-1,-1 1,0 0,0 0,1-1,-1 2,2 4,75 219,-77-226,-1 0,0-1,1 1,-1 0,0-1,1 1,-1 0,0 0,0 0,1-1,-1 1,0 0,0 0,0 0,1 0,-1 1,0-1,0 0,1 0,-1 0,0 1,0-1,1 0,-1 0,0 1,1-1,-1 1,0-1,1 1,-1-1,1 1,-1-1,1 1,-1 0,1-1,-1 1,1 0,0-1,-1 1,1 0,0-1,0 1,-1 0,1 0,0-1,0 1,0 0,0 0,0-1,0 1,0 0,0 0,0 0,0-1,0 1,1 0,-1 0,0-1,1 1,-1 0,0-1,1 1,-1 0,1-1,-1 1,1-1,-1 1,1 0,-8-5,1-1,-1 1,1-1,0 0,0-1,0 0,1 0,0 0,0 0,-2-4,7 9,0-1,0 1,0-1,0 0,0 1,0-1,0 1,0-1,0 1,1-1,-1 1,1-1,-1 1,1-1,0 1,-1 0,1-1,0 1,0 0,0 0,0-1,0 1,0 0,0 0,1 0,-1 0,0 0,1 1,-1-1,0 0,1 1,-1-1,1 1,-1-1,1 1,-1 0,1-1,-1 1,1 0,-1 0,1 0,-1 0,1 0,0 1,-1-1,1 0,-1 1,1-1,3-1,133-15,-97 13,0-1,-1-2,0-2,0-2,0-1,-1-2,4-4,15-31,-57 47,0-1,0 1,0-1,0 1,0-1,0 1,-1-1,1 1,-1-1,1 0,-1 1,0-1,0 0,0 1,0-1,0 0,0 0,0 1,0-1,-1 0,1 1,0-1,-1 1,0-1,1 0,-1 1,0-1,0 1,0 0,0-1,0 1,0 0,0-1,0 1,-1 0,1 0,0 0,-1 0,1 0,-1 0,1 1,-1-1,-3-2,1 0,-1 1,0-1,0 1,0 0,0 1,0-1,0 1,-1 0,1 0,0 1,-1 0,1 0,-1 0,1 0,0 1,-1 0,1 0,0 0,0 1,0 0,0 0,0 0,0 0,0 1,1 0,-1 0,1 0,0 1,0-1,0 1,0 0,1 0,-1 1,1-1,0 0,-1 5,3-6,0 0,0 1,0-1,1 1,0 0,-1-1,1 1,1-1,-1 1,0-1,1 1,0-1,0 1,0-1,0 1,0-1,1 0,-1 0,1 1,0-1,0 0,0-1,1 1,-1 0,1-1,-1 1,1-1,0 0,0 0,2 2,8 4,-1-1,1 0,0-1,0 0,1-1,-1 0,3-1,142 19,-82-21</inkml:trace>
  <inkml:trace contextRef="#ctx0" brushRef="#br0" timeOffset="4576.74">1818 1658,'-21'-9,"0"0,-1 2,0 1,0 0,0 2,-21-2,37 5,0 1,0 0,0 0,0 0,0 1,0 0,0 0,0 0,0 1,0 0,0 0,0 0,1 1,0 0,-1 0,1 1,0-1,0 1,1 0,-1 0,1 1,0-1,0 1,0 0,1 0,0 0,-2 4,2-5,0 1,1 0,0 1,0-1,0 0,0 1,1-1,0 1,0-1,1 1,-1-1,1 1,1 0,-1-1,1 1,-1-1,2 1,-1-1,1 1,-1-1,2 0,-1 0,0 0,1 0,0 0,0 0,1-1,-1 1,1-1,0 0,0 0,0-1,1 1,-1-1,1 0,0 0,0 0,0-1,0 0,0 0,0 0,1 0,-1-1,1 0,3 0,-2-1,1-1,-1 0,0-1,0 0,0 0,0 0,0-1,0 0,0 0,-1-1,0 0,0 0,0 0,0-1,0 0,-1 0,0-1,0 1,-1-1,1 0,1-5,7-9,-1-1,-2 0,0-1,-1 0,-1-1,-1-2,4-20,-20 64,7-8,0-1,1 1,1-1,0 1,0-1,1 1,0 0,1-1,0 0,1 1,0-1,0 0,1-1,1 1,-1 0,2-1,-1 0,1-1,0 1,1-1,0 0,1-1,-1 1,1-1,1-1,-1 0,1 0,0-1,1 0,-1 0,4 0,19 7</inkml:trace>
  <inkml:trace contextRef="#ctx0" brushRef="#br0" timeOffset="6183.424">2447 1671,'-188'65,"118"-17,69-46,-1-1,1 1,-1 0,1-1,0 1,-1 0,1 0,0 0,0 0,1 0,-1 0,0 0,1 0,-1 0,1 0,-1 0,1 0,0 0,0 1,0-1,0 0,1 0,-1 0,0 0,1 0,0 1,-1-1,1 0,0 0,0-1,0 1,0 0,0 0,1 0,-1-1,1 1,-1 0,9 5,0 0,0-1,0 0,0 0,1-1,0 0,0-1,1-1,-1 1,1-2,0 0,0 0,-1-1,4 0,23 1,0-1,0-2,0-1,0-2,0-2,-1-1,0-2,-1-2,33-14,-59 22,-1 0,1-1,-1 0,1-1,-1 0,0 0,-1-1,1-1,-1 1,-1-1,1 0,-1-1,0 0,-1 0,0 0,0-1,-1 0,0 0,3-7,-8 14,1 0,-1 0,1 0,-1 0,0 1,1-1,-1 0,0 0,-1 0,1 0,0 0,0 0,-1 0,1 0,-1 1,0-1,0 0,1 0,-1 1,0-1,0 0,0 1,-1-1,1 1,0 0,-1-1,1 1,-1 0,1 0,-1-1,1 1,-1 1,0-1,0 0,1 0,-1 1,0-1,0 1,-1-1,-79 1,78 0,0 0,1 1,-1-1,0 1,0 0,0 0,0 0,1 1,-1-1,0 1,1 0,-1 0,1 0,0 0,0 1,0-1,0 1,0 0,1 0,-1 0,1 0,0 1,-1-1,2 0,-1 1,0 0,1-1,-1 1,1 0,0 0,1 0,-1 0,1-1,-1 1,1 0,0 0,0 0,1 0,-1 0,1 0,0 0,0 0,0 0,1-1,0 1,9 8,0-1,1 0,0-1,1 0,0-1,1-1,0 0,0 0,1-2,0 0,0 0,0-2,1 0,13 2,-7-1,-1-1,1-1,0 0,-1-2,1-1,18-2,-31 2,-1-2,1 1,-1-1,0-1,0 1,0-1,0-1,0 0,0 0,-1 0,0-1,0 0,0 0,-1-1,0 1,0-2,0 1,4-7,3-12,-1 0,-1-1,-1 0,-1-1,-2 0,0 0,-2-1,-1 1,-1-20,-1 33,12-93,-5-1,-5-14,-4 118,1-4,-1-1,0 1,0 0,0-1,-1 1,-1 0,1 0,-1 0,-1 0,1 0,-1 0,-1 1,1-1,-1 1,-1 0,-1-1,4 7,-1 0,1 0,-1 1,1-1,-1 1,0-1,1 1,-1 0,0 0,1 1,-1-1,0 0,1 1,-1 0,1-1,-1 1,1 0,-1 0,1 1,0-1,-1 0,1 1,0-1,0 1,0 0,0 0,0 0,0 0,1 0,-1 0,1 0,-1 1,1-1,0 0,0 1,0-1,0 1,0 2,-14 26,2 1,1 0,2 1,1 1,1-1,2 1,1 1,1 27,1-29,2 0,2 1,1-1,1 0,2 0,1 0,7 18,-9-36,1 0,1-1,1 1,0-1,0 0,2-1,-1 0,2 0,0-1,0 0,1-1,0 0,1-1,1 0,-1 0,1-2,2 1,1-1,0-1,1-1,-1 0,2-1,-1-1,0 0,1-2,0 0,0 0,-1-2,1 0,0-2,0 0,-1 0,1-2,-1 0,0-1,0-1,0 0,-1-1,0-1,0-1,-1 0,0-1,-1 0,0-2,4-3,-13 9,0 0,0 0,0-1,-1 0,0 1,0-2,-1 1,1 0,-2-1,2-2,-3 7,-1 0,1 0,-1 0,1 0,-1 0,0 0,0 1,0-1,-1 0,1 0,-1 0,0 0,1 0,-1 1,0-1,-1 0,1 1,0-1,-1 1,1-1,-1 1,0 0,0-1,0 1,0 0,0 0,-1 0,1 1,-2-2,-5-1,0 0,-1 1,1 0,-1 0,0 1,0 0,0 1,0 0,0 0,0 1,0 1,0 0,1 0,-1 1,0 0,0 1,1 0,-1 0,1 1,0 0,0 1,0 0,-4 3,7-3,1-1,-1 1,1 0,0 1,0-1,1 1,0 0,0 0,0 0,1 1,-1-1,0 6,3-9,-1 0,2 0,-1 1,0-1,1 0,-1 0,1 1,0-1,0 0,0 1,1-1,-1 0,1 0,0 1,0-1,0 0,0 0,1 0,-1 0,1 0,-1 0,1-1,0 1,0 0,0-1,1 1,-1-1,2 1,6 3,1-1,0 0,0 0,0-1,1-1,-1 0,1-1,0 0,-1 0,1-1,0-1,0 0,0-1,0 0,0-1,-1 0,1-1,-1 0,1-1,-1 0,0-1,-4 3,0-1,-1 0,1 0,-1-1,0 0,0 0,0 0,0-1,-1 0,1 0,-1 0,-1 0,1-1,-1 0,0 0,0-1,-1 1,0-1,0 1,0-1,0-4,-3 12,-1 0,1 0,-1-1,1 1,-1 0,0-1,0 1,1 0,-1-1,0 1,0-1,1 1,-1-1,0 1,0-1,0 0,0 0,0 1,0-1,0 0,0 0,1 0,-1 0,0 0,0 0,0 0,0 0,0 0,0 0,0-1,0 1,0 0,0-1,1 1,-1-1,0 1,0-1,0 1,1-1,-1 1,0-1,1 0,-1 1,0-1,1 0,-1 0,1 1,-1-1,1 0,-1 0,1 0,0 0,0 0,-1 0,1 0,0 1,0-1,0 0,0 0,0 0,0 0,0 0,0 0,0 0,0 0,1-1,-4 5,1-1,0 1,-1-1,1 1,0 0,0 0,1 0,-1 0,0 0,1 0,0 0,0 0,0 1,0-1,0 1,1-1,0 0,-1 1,1-1,0 1,1-1,-1 1,1-1,-1 0,1 1,0-1,0 0,1 0,-1 1,1-1,-1 0,1 0,0-1,0 1,0 0,3 1,4 0,1-2,0 1,0-1,0-1,0 0,0 0,1-1,-1 0,0-1,0 0,0 0,0-1,0-1,0 0,9-3,-5 1,-1 1,1-2,-1 0,0 0,0-2,-1 1,0-1,0-1,-1 0,0-1,0 0,-1-1,-1 0,0 0,0-1,-1-1,-1 1,0-1,5-12,-9 12,-3 11,-1 1,1-1,0 0,1 1,-1-1,0 0,0 1,1-1,-1 0,1 1,-1-1,1 1,0-1,0 1,-1-1,1 1,0 0,0-1,0 1,1 0,-1 0,0 0,0 0,1 0,-1 0,0 0,1 0,-1 1,1-1,-1 0,1 1,0-1,-1 1,1-1,9 5,-1-1,1 1,-1 0,0 1,-1 1,1-1,-1 1,7 6,-2-2,-3-2,8 4,0 1,0 1,-1 0,-1 2,0 0,-1 1,7 10,-22-26,0 0,0 0,0 0,-1 1,1-1,0 0,0 0,-1 0,1 1,-1-1,1 0,-1 1,0-1,1 0,-1 1,0-1,0 1,0-1,0 0,0 1,0-1,0 0,-1 1,1-1,0 0,-1 1,1-1,-1 0,1 1,-1-1,0 0,0 0,1 0,-1 0,0 0,0 0,0 0,0 0,0 0,-1 0,1 0,0 0,0-1,0 1,-1-1,1 1,0-1,-1 1,1-1,0 0,-1 0,0 1,-4 0,0 0,-1-1,1 1,0-1,0-1,-1 1,1-1,0 0,0 0,0-1,0 0,0 0,-1-1,4 2,1 0,0 0,-1 0,1 0,0 0,0-1,0 1,0-1,0 0,0 1,0-1,1 0,-1 0,1 0,-1 0,1 0,0-1,0 1,0 0,0-1,0 1,0-1,1 1,-1 0,1-1,0 0,-1 1,1-1,0 1,1-1,-1 1,0-1,1-1,4-5,0 0,0 1,1-1,1 1,-1 1,1-1,0 1,1 0,-1 1,2-1,-1 2,0-1,1 1,0 0,1 1,1 0,5-6,1 2,0 0,1 1,0 1,0 1,0 0,0 1,1 1,0 1,10 0,-26 3,-1 1,1-1,0 1,-1 0,1 0,-1-1,0 2,1-1,-1 0,0 0,0 1,-1-1,1 1,0 0,-1-1,0 1,1 0,-1 0,0 0,-1 0,1 0,0 0,-1 0,0 0,1 0,-1 0,0 0,-1 0,1 0,-1 0,1 0,-1 0,0 0,0 0,0 0,0 0,-1 14,8 72,-5-86,-1-1,1 1,0-1,0 1,0-1,0 0,0 1,1-1,-1 0,1 0,0 0,-1 0,1 0,0 0,0 0,0-1,0 1,0-1,1 1,-1-1,0 0,1 0,-1 0,1 0,-1 0,1-1,-1 1,1-1,0 0,-1 1,1-1,0-1,16-1</inkml:trace>
  <inkml:trace contextRef="#ctx0" brushRef="#br0" timeOffset="6442.284">4786 1297,'-14'-2,"-4"1,1 3,9 4,14 3,6 0</inkml:trace>
  <inkml:trace contextRef="#ctx0" brushRef="#br0" timeOffset="6691.618">6149 1578,'2'13,"4"15,0 10,-1 9,2 2,-2 1,0-7,-2-10</inkml:trace>
  <inkml:trace contextRef="#ctx0" brushRef="#br0" timeOffset="7150.391">6029 1471,'37'-2,"-1"1,1 2,-1 2,1 1,-1 2,0 2,-1 1,19 8,-39-14,-1 1,0 1,-1 0,1 1,-1 1,0 0,0 0,-1 1,0 1,-1 0,0 1,0 0,-1 1,0 0,-1 0,0 1,-1 0,-1 1,1 0,-2 0,0 0,-1 1,4 14,-8 86,0-113,0 1,-1-1,1 0,0 0,0 0,0 0,0 0,0 0,0 0,0 0,0 0,1 0,-1 0,0-1,0 1,1 0,-1-1,1 1,-1-1,0 0,1 1,-1-1,1 0,-1 0,1 0,-1 0,0 0,1 0,-1-1,1 1,-1 0,0-1,1 1,-1-1,0 1,1-1,-1 0,0 1,0-1,1 0,-1 0,0 0,0 0,1-1,26-14,-1-1,-1-1,0-1,-1-2,-1 0,-2-2,0 0,-1-2,-1 0,7-14,-14 23,-12 16,-1 1,1-1,0 1,-1-1,1 1,-1-1,1 1,-1 0,1-1,-1 1,1 0,-1 0,0-1,1 1,-1 0,0 0,0-1,1 1,-1 0,0 0,0 0,0-1,0 1,0 0,0 0,0 0,-1-1,1 1,0 0,0 0,-1 0,1-1,0 1,-1 0,1-1,-1 1,1 0,-1-1,1 1,-1 2,0 4,0 1,1-1,-1 0,2 0,-1 1,1-1,0 0,0 0,1 0,0 0,0 0,0 0,1 0,0-1,1 1,-1-1,1 0,1 0,-1 0,1-1,0 1,0-1,0 0,1-1,0 1,0-1,2 1,7 2,-1 0,2 0,-1-2,1 0,0-1,11 2,37 5</inkml:trace>
  <inkml:trace contextRef="#ctx0" brushRef="#br0" timeOffset="7770.366">7727 1711,'-11'-1,"-16"-3,0 0,-1 3,1 0,-1 1,1 2,-15 3,40-5,0 0,-1 0,1 0,-1 1,1-1,0 1,-1-1,1 1,0 0,0 0,-1 0,1 0,0 1,0-1,0 0,0 1,1 0,-1-1,0 1,1 0,-1 0,1 0,-1 0,1 0,0 0,0 0,0 0,0 1,0-1,1 0,-1 1,1-1,-1 1,1-1,0 0,0 1,0 1,5 2,0 0,0 0,0 0,1-1,-1 0,1 0,0 0,1-1,-1 0,1 0,0-1,0 0,0 0,1-1,-1 1,0-1,1-1,0 0,-1 0,1 0,0-1,0 0,3 1,1 0,-1 0,0-1,0-1,0 1,0-2,0 0,0 0,-1-1,1 0,0-1,-1 0,0 0,0-2,-1 1,1-1,-1 0,0-1,-1 0,1 0,-1-1,-1 0,0-1,0 0,0 0,-1 0,-1 0,1-3,12-38,-3-1,-2 0,-3-1,-1-1,-3 1,-1-30,-3-27,-14 79,11 30,0-1,0 1,0 0,0 0,0 0,0 0,0 0,1 1,-1-1,0 0,0 0,0 0,0 1,0-1,1 1,-1-1,0 1,0-1,0 1,1-1,-1 1,0-1,1 1,-1 0,1-1,-1 1,0 0,1 0,0 0,-1-1,1 1,-1 0,1 0,0 0,-13 24,1 1,2 0,0 1,2 0,1 0,1 1,1-1,1 1,1 27,2-36,1 0,1 0,0-1,2 1,0 0,1-1,1 1,0-1,1 0,2 0,-4-9,1 0,0 1,0-2,1 1,0-1,1 0,0 0,0 0,1-1,-1-1,2 1,-1-1,1 0,0-1,0 0,0-1,1 0,9 3,-10-4,1-1,-1-1,1 1,0-2,0 1,-1-1,1-1,0 0,-1 0,1-1,0 0,-1-1,0 0,0 0,0-1,0 0,0-1,-1 0,0 0,5-4,-2 0,0-1,0 1,-1-2,-1 1,1-1,-2-1,0 0,0 0,-1 0,0-1,-1 0,-1 0,3-11,-2-16,-18 48,10-4,0 1,0-1,0 1,0 0,1 0,0 0,0-1,0 1,1 0,0 0,0 0,0 1,0-1,1 0,0-1,0 1,0 0,1 0,0 0,-1-1,2 1,-1-1,0 1,1-1,0 0,0 0,0 0,1 0,-1-1,1 1,0-1,0 0,0 0,1 0,17 8</inkml:trace>
  <inkml:trace contextRef="#ctx0" brushRef="#br0" timeOffset="8029.675">8289 1243,'6'12,"4"3</inkml:trace>
  <inkml:trace contextRef="#ctx0" brushRef="#br0" timeOffset="8410.654">9117 1537,'-53'-24,"40"16,-1 0,0 1,0 1,-1 0,1 1,-2 1,1 0,0 1,-1 0,1 1,-1 1,1 1,-1 0,0 1,-2 1,13 0,0 0,0 0,1 0,-1 0,0 1,1 0,-1 0,1 0,0 0,0 1,0 0,1 0,-1 0,1 0,0 0,0 1,0-1,1 1,0 0,0 0,0 0,0 0,1 0,0 0,0 1,0-1,0 0,1 0,0 1,0-1,1 0,-1 1,1-1,1 0,-1 0,0 0,1 0,0 0,1 0,-1 0,1 0,0-1,2 4,9 5,0 0,1 0,1-2,0 0,0 0,1-2,0 0,1-1,0 0,1-2,-1 0,1-1,0-1,0-1,0 0,1-2,2 0,2 2,1 0,-1-2,1-1,-1-1,1 0,-1-2,0-1,0-1,0-2,0 0,-1-1,-1-1,1-1,-1-1,-1-1,17-13,-32 21,-1 0,1 0,-1-1,0 0,0 0,-1 0,1-1,-1 1,-1-1,1 0,-1 0,0 0,0-1,0 1,-1-1,0 1,-1-1,1 0,-1 0,-1 0,1 1,-1-1,0 0,-1 0,0 0,0 0,0 0,-1 1,0-1,0 0,-1 1,-2-5,0 6,0-1,0 1,0 0,-1 0,0 1,0 0,-1 0,1 0,-1 1,1 0,-1 0,0 1,0-1,0 2,-1-1,1 1,0 0,-1 0,1 1,-1 0,1 1,-4 0,6-1,-1 1,1 0,-1 0,1 0,0 1,-1 0,1 0,0 0,0 1,1-1,-1 1,0 0,1 1,0-1,-1 1,2 0,-1 0,0 0,1 0,0 1,-1-1,2 1,-1 0,1 0,0 0,0 0,0 1,0-1,1 0,0 2,0 1,1-1,0 1,1-1,-1 1,1-1,1 1,0-1,0 0,0 0,1 0,0 0,0 0,0 0,1-1,0 0,1 0,0 0,2 2,6 7,0-1,2-1,-1-1,2 0,0 0,10 4,5 1,0-3,0 0,1-2,1-1,0-2,1-1,0-2,2-1,27 3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3:42.68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1 990,'650'-25,"-207"3,350 14,-791 9,-12-1</inkml:trace>
  <inkml:trace contextRef="#ctx0" brushRef="#br0" timeOffset="352.058">1538 669,'169'48,"114"50,-270-93,17 5,-1 2,-1 0,0 2,0 1,22 17,-47-31,0 1,0 0,0-1,-1 1,1 0,-1 1,1-1,-1 0,0 1,0-1,0 1,0 0,-1 0,1 0,-1-1,1 1,-1 1,0-1,0 0,0 0,-1 0,1 1,-1-1,0 0,0 0,0 1,0-1,0 0,-1 1,0-1,1 0,-1 0,0 0,-1 0,1 0,0 0,-2 2,-9 9,0-1,-1 0,0-1,-1-1,-1 0,1-1,-2 0,1-1,-17 6,14-5,-378 186,353-172</inkml:trace>
  <inkml:trace contextRef="#ctx0" brushRef="#br0" timeOffset="989.016">2969 723,'-27'14,"1"2,0 1,2 1,0 1,1 1,1 1,0 1,2 0,1 2,-10 16,15-21,1 2,0-1,2 2,0 0,1 0,2 1,-3 11,9-31,1 1,0-1,0 1,0 0,0 0,0-1,1 1,0 0,0 0,0 0,0 0,1-1,-1 1,1 0,0 0,0-1,0 1,1 0,0-1,-1 1,1-1,0 0,0 0,1 0,-1 0,1 0,-1 0,1 0,1-1,5 2,1-1,-1-1,1 1,0-2,0 0,0 0,0 0,0-1,0-1,0 0,0 0,0-1,0 0,0-1,-1 0,1-1,-1 1,0-2,7-4,11-3,0-3,-1 0,-1-1,0-2,-1 0,-1-2,-1 0,-1-2,-1 0,-1-1,0-1,-2-1,-1-1,-1 0,-2-1,0 0,-2-1,0-1,-3 0,0 0,-2 0,-1-1,-1 0,-1-5,-2 24,-1-1,0 1,-1-1,0 0,0 1,-1 0,-1-1,0 1,-1 0,0 0,0 0,-1 1,-1 0,0 0,0 0,-1 0,0 1,-1 0,0 1,0 0,-1 0,0 1,0 0,-2-1,1 2,1 1,-1 1,0 0,0 0,0 1,-1 0,1 1,-1 0,1 0,-1 1,0 1,0 0,1 0,-1 1,0 1,1 0,-1 0,1 1,-1 0,1 1,0 0,0 0,1 1,0 1,-1-1,2 2,-1-1,1 1,0 0,0 1,1 0,0 0,0 1,1-1,1 2,-1-1,-2 8,3-1,0 0,2 1,0-1,1 1,0 0,1 0,1 0,1 0,1 0,0 0,1-1,3 9,5 15,2-1,1 0,2-1,13 21,134 203,-73-127,-77-116,-1 1,-2 1,0-1,-1 2,0-1,-2 1,-1 0,0 7,-2 1</inkml:trace>
  <inkml:trace contextRef="#ctx0" brushRef="#br0" timeOffset="1306.678">3557 1351,'101'-380,"-92"357,-9 23,-1 1,1-1,0 0,0 1,-1-1,1 0,0 0,0 1,0-1,0 0,-1 1,1-1,0 0,0 1,0-1,0 0,0 1,0-1,0 0,0 1,0-1,0 1,0-1,0 0,0 1,0-1,0 0,1 1,-1-1,0 0,0 1,0-1,0 0,1 0,-1 1,0-1,0 0,1 1,-1-1,0 0,0 0,1 0,-1 1,0-1,1 0,-1 0,0 0,1 0,-1 0,0 1,1-1,-1 0,0 0,1 0,-1 0,0 0,1 0,-1 0,0 0,1 0,-1-1,0 1,1 0,-1 0,0 0,1 0,-1 0,0-1,1 1,-1 1,47 293,-36-253,1 1,3-1,1-1,19 33,-27-59</inkml:trace>
  <inkml:trace contextRef="#ctx0" brushRef="#br0" timeOffset="1596.904">3490 362,'11'-7,"16"-4,21-3,20-2,19 1,11 0,5 0,-4 3,-12 3,-19 2,-22 0,-20 3</inkml:trace>
  <inkml:trace contextRef="#ctx0" brushRef="#br0" timeOffset="1872.168">3877 0,'-2'19,"-1"21,2 22,7 19,3 17,6 11,2 6,0 1,-2-19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3:47.89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391 522,'-21'7,"0"2,0 1,1 0,1 1,0 1,0 1,1 1,1 0,1 1,0 1,0 1,2 0,0 1,1 1,-10 18,10-19,1 0,0 1,2 1,0 0,1 0,1 1,1 0,1 0,1 1,1-1,1 1,0 0,1 19,4-34,-1-1,1 1,0 0,0-1,1 1,0-1,0 0,0 0,1 0,0 0,0-1,0 1,1-1,0 0,0 0,0-1,1 1,-1-1,1-1,0 1,0-1,1 0,-1 0,1-1,-1 1,1-2,0 1,0-1,-1 0,1 0,0-1,0 0,0 0,0 0,0-1,0 0,0-1,6-2,5 0,0-2,0 0,0-1,-1-1,0 0,-1-2,0 0,0 0,-1-2,0 0,-1 0,-1-1,0-1,-1-1,0 1,-1-2,-1 0,6-11,3-9,-2 0,-2-1,-2 0,0-1,-3-1,-1 0,-3 0,1-16,-2 27,-2-1,-1 1,-2-1,0 0,-2 1,-1 0,-2-1,0 1,-2 1,-1-1,-6-11,10 31,0 0,-1 0,0 1,-1 0,0 0,0 0,0 1,-1-1,0 2,0-1,-1 1,1 0,-1 1,0-1,0 2,-1-1,1 1,-1 0,1 1,-1 0,0 0,0 1,0 0,0 1,0 0,0 0,0 1,0 0,0 1,0 0,0 0,0 1,1 0,0 1,-4 1,1 1,1 1,0 0,1 0,-1 1,1 0,1 1,0 0,0 0,1 0,0 1,0 0,1 1,1 0,0 0,0 0,1 0,0 1,1-1,1 1,0 0,0 0,1 0,1 0,0 0,0 0,1 0,1 0,0 0,1 0,0 0,13 40,2 0,3-1,2-1,2-1,3-1,1-1,2-2,35 39,10 20,-44-60,-3 1,-2 1,-1 2,-3 0,-2 2,8 29,-8-11,-20-67,0 0,0 0,0 0,0-1,0 1,0 0,0-1,0 1,0 0,1-1,-1 0,0 1,0-1,1 0,-1 1,0-1,1 0,-1 0,0 0,1 0,-1 0,0 0,0-1,1 1,-1 0,0-1,0 1,1-1,-1 1,0-1,0 0,0 1,0-1,0 0,0 0,0 0,0 0,0 0,0 0,0 0,-1 0,1 0,0 0,-1 0,1-1,2 0,38-39,-2-2,-1-2,15-27,-51 71,-2 0,-1 1,1-1,0 1,0-1,0 1,0-1,1 1,-1-1,0 1,0-1,0 1,0-1,0 1,1-1,-1 1,0-1,0 1,1 0,-1-1,0 1,1-1,-1 1,0 0,1-1,-1 1,1 0,-1-1,0 1,1 0,-1 0,1 0,-1-1,1 1,-1 0,1 0,-1 0,1 0,-1 0,1 0,-1 0,1 0,-1 0,1 0,-1 0,1 0,-1 0,1 0,-1 1,1-1,-1 0,1 0,-1 0,1 1,-1-1,0 0,1 1,-1-1,1 0,-1 1,0-1,1 0,-1 1,0-1,0 1,1-1,-1 1,0-1,2 11,0-1,0 1,1-1,1 0,-1 0,2-1,-1 1,2-1,-1 0,1 0,0 0,1-1,0 0,0-1,1 1,0-1,0-1,1 1,-1-1,1-1,1 0,3 2,-1-3,0 0,0-1,0 0,0-1,0 0,1-1,-1-1,1 1,-1-2,1 0,-1-1,0 0,7-2,-13 3,0-1,0 0,0-1,0 1,-1-1,1 0,-1-1,1 1,-1-1,-1 0,1 0,0 0,-1-1,0 0,0 0,0 0,-1 0,0-1,0 1,0-1,0 0,-1 0,0 1,0-2,-1 1,0 0,0-3,-1-1,0-1,-1 1,-1-1,0 1,0 0,-1-1,0 1,-1 1,0-1,0 0,-1 1,-1 0,1 0,-2 1,1-1,-1 1,0 1,-1-1,1 1,-1 1,-1-1,0 1,0 1,0 0,0 0,-1 1,1 0,-1 0,0 1,-1 0,1 1,0 0,-1 1,1 0,-1 1,1 0,-9 1,7 1,0-1,0 2,0-1,1 2,-1-1,1 2,0-1,0 2,0-1,1 2,0-1,0 1,1 1,-1 0,2 0,-1 0,1 1,1 1,-1-1,2 1,-1 1,1-1,1 1,0 0,-2 6,-8 31</inkml:trace>
  <inkml:trace contextRef="#ctx0" brushRef="#br0" timeOffset="559.034">859 322,'18'-3,"18"0,13 1,13-1,7-1,3-2,-2-3,-8-2,-14 2</inkml:trace>
  <inkml:trace contextRef="#ctx0" brushRef="#br0" timeOffset="835.295">1166 0,'-4'23,"-2"26,4 27,11 25,7 21,1 15,-2-16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3:46.58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1 320,'25'0,"26"0,30 0,29 0,22 0,18-2,14-3,3-3,-5 0,-16-1,-20 1,-25 1,-29 3</inkml:trace>
  <inkml:trace contextRef="#ctx0" brushRef="#br0" timeOffset="317.153">1084 13,'1'-1,"0"0,0 0,1 0,-1 0,0 0,0 0,1 0,-1 1,1-1,-1 0,1 1,-1-1,1 1,-1 0,1-1,-1 1,1 0,-1 0,1 0,-1 0,1 0,0 0,-1 1,1-1,-1 0,1 1,-1-1,1 1,3 0,67 14,0 3,-1 3,1 5,-51-19,50 15,-2 4,-1 2,-1 4,30 20,-92-50,0 0,1 1,-1 0,0 0,0 0,-1 1,1 0,-1 0,1 0,-1 0,-1 1,1-1,0 1,-1 0,0 0,-1 1,1-1,-1 0,0 1,0-1,0 1,-1 0,0 0,0 0,0-1,-1 3,-4 1,-1-1,0 0,-1 0,0 0,0-1,0 0,-1 0,0 0,-1-1,1 0,-1 0,0-1,-1 0,1-1,-1 0,0 0,-6 1,13-3,-386 148,342-130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3:45.70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539 378,'-24'5,"1"1,0 1,1 1,0 1,0 1,0 1,2 1,-1 1,1 0,1 2,1 0,0 1,1 1,-11 14,5-6,1 1,1 1,1 1,2 1,1 0,1 2,1 0,2 0,1 1,2 1,1 0,1 0,-2 32,8-57,1 0,0 0,0 0,1 1,0-1,0 0,1 0,0 0,0 0,1 0,0 0,1 0,-1 0,1-1,1 1,0-1,0 0,0 0,1 0,0-1,0 1,1-1,-1-1,1 1,1-1,-1 0,1 0,0-1,0 0,6 3,2-6,1 0,0-1,0 0,0-1,0-1,-1-1,1 0,-1-1,0-1,0 0,0-1,0-1,-1 0,0-1,-1 0,0-1,0-1,11-10,7-5,-2-2,0 0,-1-2,-2-1,-1-2,-2 0,-1-1,-1-1,-2-1,12-33,-9 14,-3-1,-2-1,-3 0,-2-1,-2-1,-3 0,-3-8,-9-88,4 145,-1 1,0-1,0 1,0-1,-1 1,-1 0,1 0,-1 1,-1-1,1 1,-1 0,0 0,-1 0,0 1,0 0,-3-3,4 6,1 1,-1-1,0 1,0 0,0 0,0 0,0 1,0-1,0 1,-1 1,1-1,-1 1,1 0,0 0,-1 0,1 1,0 0,0 0,-1 0,1 1,0 0,0 0,-3 1,-6 4,0 1,0 0,0 1,1 0,0 1,1 1,-4 4,-6 11,1 1,1 1,1 1,2 0,1 2,1 0,2 0,1 1,1 1,2 0,1 0,2 1,1 0,2 0,1 0,2 1,1-1,2 0,1 0,9 32,-1-19,3-1,2-1,2 0,1-2,3 0,1-1,2-2,2 0,1-2,3-1,0-1,22 16,-19-22,-9-11</inkml:trace>
  <inkml:trace contextRef="#ctx0" brushRef="#br0" timeOffset="321.653">872 1233,'-3'13,"0"0,1 0,0 0,1 0,1 1,0-1,1 11,0-20,0 1,0-1,0 1,0-1,1 0,0 1,0-1,0 0,0 0,0-1,1 1,0 0,0-1,0 1,0-1,1 0,-1 0,1 0,-1-1,1 1,0-1,0 0,0 0,1 0,7 1,-1 0,0 0,1-1,-1-1,1 0,0-1,-1 0,1-1,-1 0,1 0,-1-2,1 1,-1-1,0-1,0 0,0-1,-1 0,0 0,0-1,0-1,0 1,-1-2,0 1,-1-1,0-1,0 1,-1-1,0-1,0 1,-1-1,0 0,-1-1,2-4,-5 8,-1 1,0-1,0 0,0 0,-1 0,0 0,0 0,-1 0,0 1,0-1,0 0,-1 0,0 1,-1-1,1 1,-1 0,0-1,-1 1,1 1,-1-1,-1 0,1 1,-1 0,0 0,-4-3,2 1,-2 1,1 0,-1 0,0 1,0 0,0 1,-1 0,0 0,0 1,0 0,0 1,0 0,0 1,0 0,-1 0,-9 1,13 0,0 1,0-1,0 1,0 0,0 1,0 0,0 0,0 0,0 1,1 0,-1 0,1 1,0-1,0 1,1 1,-1-1,1 1,0 0,0 0,0 1,1 0,0-1,0 1,0 1,1-1,0 0,0 1,0 0,1-1,0 1,1 0,-1 0,1 1,1-1,-1 5,14 42,8-4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4:14.30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0,'14'9,"14"6,15-1,14 1,13-3,9-3,7-4,-1-2,-4-1,-11-2,-11 0,-12-1,-12 0,-11 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4:17.35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205 670,'-14'9,"15"-35,54-172,-46 156,-2 0,-2-1,-2 1,-2-1,-3-28,2 64,0 0,0 0,-1-1,0 1,0 0,-1 0,0 0,0 0,-1 0,0 1,0-1,0 1,-1 0,0 0,0 0,0 0,-1 1,0-1,0 1,-1 1,1-1,-1 1,0 0,0 0,0 0,-1 1,1 0,-1 0,0 1,-5-2,6 3,1 1,-1-1,0 1,0 0,0 1,1-1,-1 1,0 0,0 1,1-1,-1 1,1 0,0 1,-1-1,1 1,0 0,0 0,1 1,-1-1,1 1,0 0,0 0,0 1,0-1,1 1,-1 0,1 0,-2 4,6-6,-1 0,1 1,-1-1,1 0,0 0,0 0,0 0,1 0,-1 0,1 0,0 0,0 0,0-1,0 1,0-1,0 0,1 1,-1-1,1 0,-1 0,1 0,0-1,0 1,0-1,0 0,0 0,0 0,0 0,1 0,-1 0,1-1,37 10,1-1,-1-2,1-3,0-1,42-2,-61-1,245-2,-263 2,-4 0,1-1,0 1,1 0,-1 0,0-1,0 1,0 0,0 1,0-1,0 0,0 1,0-1,0 1,0 0,-1-1,1 1,0 0,0 0,0 0,-1 0,1 1,-1-1,1 0,-1 1,1-1,-1 1,0-1,0 1,1 0,-1 0,0 0,-9 71,2-45,-6 40,4 0,3 1,3 0,2 0,4 0,3-1,11 46,12 25,-13-70,-3 1,2 48,-15-109,0-1,0 1,-1-1,0 1,0 0,-1-1,0 1,-1-1,1 1,-2-1,1 0,-1 0,-1 0,1 0,-1 0,-1-1,1 0,-1 1,-1-2,1 1,-1-1,0 0,-1 0,1 0,-1-1,0 0,0-1,-1 1,0-1,1-1,-1 0,-1 0,0 0,1-2,0-1,0 0,0 0,0-1,0 0,0 0,0-1,0 0,0-1,0 1,1-2,-1 1,1-1,0 0,0 0,0-1,1 0,0 0,0-1,0 1,0-1,1-1,0 1,0-1,1 0,0 0,0 0,1 0,0-1,0 0,0 1,1-1,0 0,1 0,0 0,0-2,-1-7,0 0,1-1,1 1,0 0,2-1,0 1,1 0,0 0,2 0,0 0,1 1,0 0,1 0,1 0,1 1,0 1,1-1,1 1,11-15,1 2,1 1,2 1,0 1,2 2,0 0,1 2,13-5,-34 20,2-2,1 1,-1 0,1 1,0 0,0 1,0 0,1 1,8-2,-17 6,-1-1,1 1,-1 0,1 0,-1 0,0 0,1 0,-1 1,0-1,0 0,0 1,0 0,0 0,0-1,0 1,-1 0,1 1,-1-1,1 0,-1 0,0 1,0-1,0 0,0 1,0-1,-1 1,1-1,-1 1,1 0,-1-1,0 1,0-1,0 1,0 0,-1 0,6 22,-2-19,1 1,0 0,0-1,1 0,-1 0,1-1,1 1,-1-1,1 0,0 0,0-1,0 1,1-2,-1 1,1-1,0 0,0 0,0 0,0-1,1 0,-1-1,1 0,-1 0,1-1,-1 1,1-2,-1 1,1-1,-1 0,1-1,-1 1,1-2,3-1,-6 3,0 0,0 0,0-1,0 0,0 0,-1-1,1 1,-1-1,1 0,-1 0,0 0,0-1,0 1,-1-1,1 0,-1 0,0-1,0 1,0 0,-1-1,0 0,0 0,0 0,0 0,-1 0,1 0,-1 0,-1 0,1 0,-1 0,0-1,0 1,0 0,-1 0,0-1,0-1,-1 4,1 0,-1 0,0-1,0 1,0 1,-1-1,1 0,-1 0,1 1,-1 0,0-1,0 1,0 0,0 0,0 1,0-1,-1 1,1-1,-1 1,1 0,-1 0,1 1,-1-1,1 1,-1 0,0 0,1 0,-1 0,-1 1,-8 0,0 0,0 2,0-1,1 2,-1 0,1 0,-8 5,8-4,0 1,1 1,-1 0,2 0,-1 1,1 0,0 1,1 0,0 1,0 0,1 0,1 1,0 0,-3 6,8-14,1 0,0-1,0 1,1 0,-1 0,0 0,1-1,0 1,0 0,0 0,0 0,0 0,0 0,1 0,0-1,-1 1,1 0,0 0,0-1,0 1,1 0,-1-1,1 1,-1-1,1 0,0 1,0-1,0 0,0 0,0 0,1-1,-1 1,0 0,1-1,0 0,0 1,33 15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4:19.2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2 459,'-2'-39,"2"-1,2 1,2-1,1 1,2 0,2 1,1-1,2 2,5-8,-16 41,0 1,1-1,-1 1,1 0,0-1,0 1,0 0,0 0,0 0,1 0,-1 1,1-1,0 1,0-1,0 1,0 0,0 0,0 0,1 1,-1-1,1 1,-1 0,1 0,-1 0,1 0,0 0,0 1,-1 0,3 0,6 4,0 1,0 0,-1 1,1 0,-1 1,-1 0,1 1,-1 0,-1 0,5 6,1 0,1-2,0 1,-2 1,0 1,0 0,-2 1,1 0,-2 0,5 11,-14-24,-1 0,0 0,0 0,0 0,0 0,0 0,-1 0,1 0,-1 0,0 0,0 0,0 1,0-1,0 0,-1 0,0 0,1 0,-1 0,0 0,0 0,-1 0,1 0,-1-1,1 1,-1 0,0-1,0 1,0-1,0 0,-1 0,1 0,0 0,-1 0,0 0,-1 1,-3 1,0 0,0-1,-1 1,1-1,0-1,-1 1,0-1,0-1,1 1,-1-2,0 1,0-1,-1 0,8 0,1 0,-1 1,1-1,-1 0,1 0,-1 0,1 0,-1 0,0 0,1 0,-1 0,1-1,-1 1,1 0,-1 0,1 0,-1 0,1-1,-1 1,1 0,0-1,-1 1,1 0,-1-1,1 1,0 0,-1-1,1 1,0-1,-1 1,1-1,0 1,-1-1,1 1,0-1,0 1,0-1,0 1,0-1,0 1,-1-1,1 1,0-1,0 1,1-1,-1 0,0 1,0-1,0 1,0-1,0 1,24-21,0 12,1 1,0 0,0 2,0 2,1 0,0 1,34-6,-35 5,-7 3,0-2,0 0,-1-1,1 0,-1-2,-1 0,1-1,-1 0,0-2,0 0,4-4,-18 12,0-1,1 0,-1 0,0 1,0-1,-1 0,1 0,0-1,-1 1,1 0,-1-1,0 1,0-1,1 1,-2-1,1 1,0-1,-1 0,1 1,-1-1,0 0,1 1,-1-1,-1 0,1 0,0 1,-1-1,1 0,-1 1,0-1,0 1,0-1,0 1,0-1,-1 1,1 0,-1-1,0 1,1 0,-1 0,0 0,0 0,0 1,0-1,-2-1,-1 0,1 1,-1-1,0 0,0 1,0 0,0 0,0 1,0 0,0 0,0 0,-1 0,1 1,0-1,-1 1,1 1,0-1,-1 1,1 0,0 0,0 1,0-1,0 1,0 0,0 1,0-1,1 1,-1 0,1 0,0 0,0 1,0-1,0 1,0 0,0 2,-1 2,1 0,0 0,1 1,0-1,0 1,1 0,0 0,1 0,0 0,0 0,1 0,0 0,1 0,0 0,0 0,1 0,0 0,0 0,1 0,0-1,1 0,0 1,0-1,1-1,0 1,0-1,1 0,0 0,0 0,1-1,-1 0,1 0,1 0,-1-1,2 0,12 8,1-1,0-1,0-1,1 0,1-2,13 2,55 13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4:17.61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1,'2'27,"3"25,5 22,4 19,1 9,0 4,-2-3,-3-10,-6-12,-6-14,-4-17,-2-17</inkml:trace>
  <inkml:trace contextRef="#ctx0" brushRef="#br0" timeOffset="398.932">482 148,'-236'281,"43"-94,173-170,21-16,-1-1,0 1,0 0,0-1,0 1,0 0,1-1,-1 1,0-1,1 1,-1 0,0-1,1 1,-1-1,1 1,-1-1,1 1,-1-1,1 1,-1-1,1 0,-1 1,1-1,0 0,-1 1,1-1,0 0,-1 0,1 0,0 1,-1-1,1 0,0 0,-1 0,1 0,0 0,-1 0,1-1,0 1,-1 0,1 0,0 0,-1-1,1 1,-1 0,1 0,0-1,-1 1,1-1,-1 1,1-1,-1 1,1-1,3 1,10-2,1 1,-1 0,1 2,0-1,-1 2,1 0,-1 1,0 0,1 1,-2 1,1 0,0 1,-1 0,0 1,10 7,51 46,-62-48,0 0,0-1,1 0,0-1,1-1,0 0,1-1,0-1,0 0,1-1,0 0,0-1,0-1,0-1,1 0,4-1,18-6,-4-4</inkml:trace>
  <inkml:trace contextRef="#ctx0" brushRef="#br0" timeOffset="671.205">883 803,'7'5,"0"0,0-1,1 0,-1 0,1-1,0 0,0 0,1-1,-1 0,0 0,1-1,-1 0,1 0,-1-1,1 0,0-1,-1 0,4-1,-9 0,0 1,0-1,0 0,0 0,-1-1,1 1,-1 0,0-1,1 0,-1 1,0-1,-1 0,1 0,0 0,-1 0,0-1,0 1,0 0,0-1,0 1,-1 0,1-1,-1 1,0-1,0 1,0 0,0-1,-1 1,0-1,1 1,-1 0,0-1,-1 1,1 0,0 0,-1 0,0 0,0 0,0 0,0 1,0-1,0 1,-1-1,1 1,-3-2,-1-2,0 1,0 0,-1 0,1 1,-1 0,0 0,0 0,-1 1,1 0,-1 0,1 1,-1 0,0 1,0-1,0 2,0-1,0 1,0 0,0 0,0 1,0 1,0-1,0 1,1 0,-1 1,1 0,-1 0,1 0,0 1,0 0,1 1,-1-1,1 1,0 1,0-1,0 1,1 0,0 0,0 1,1-1,0 1,0 0,0 0,1 1,0-1,1 1,-1-1,1 1,1 0,0 0,-1 5,6 26,6-5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4:14.83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13 666,'0'23,"0"23,0 23,0 16,3 11,0 7,-1 2,1-3,-2-6,0-7,-2-10,-2-12,-2-15,-3-15,1-16</inkml:trace>
  <inkml:trace contextRef="#ctx0" brushRef="#br0" timeOffset="277.419">0 934,'3'-149,"-2"147,0 0,1 0,-1 0,0 0,1 0,-1 0,1 0,0 0,-1 1,1-1,0 0,0 1,0 0,0-1,0 1,0 0,1 0,-1 0,0 1,0-1,1 0,-1 1,1-1,-1 1,0 0,1 0,-1 0,1 0,-1 1,1-1,-1 0,0 1,1 0,-1-1,0 1,0 0,1 0,-1 1,0-1,0 0,0 1,1 0,36 14,-1 1,0 3,-2 0,0 3,18 15,-7 7,-46-43,-1 0,0-1,0 1,0-1,0 1,0 0,0-1,-1 1,1 0,0-1,-1 1,1-1,-1 1,0-1,1 1,-1-1,0 1,0-1,0 0,0 1,0-1,0 0,-1 0,1 0,0 0,0 0,-1 0,1 0,-1 0,1-1,-1 1,1-1,-1 1,1-1,-1 1,0-1,1 0,-1 0,0 1,1-1,-1-1,-1 1,-230 35,213-29</inkml:trace>
  <inkml:trace contextRef="#ctx0" brushRef="#br0" timeOffset="666.07">562 934,'-9'-104,"5"-1,4-1,5 1,5-1,25-244,-39 297,3 53,1-1,-1 1,1-1,-1 1,0 0,1-1,-1 1,0 0,0 0,1-1,-1 1,0 0,1 0,-1 0,0 0,0 0,1 0,-1 0,0 0,0 0,1 0,-1 0,0 1,0-1,1 0,-1 0,0 1,1-1,-1 0,0 1,1-1,-1 1,1-1,-1 1,1-1,-1 1,1-1,-1 1,1 0,-1-1,1 1,0 0,-1-1,1 1,0 0,0-1,-1 1,1 0,0 0,0-1,0 1,0 0,0 0,0-1,0 1,0 0,0 0,1-1,-1 2,-9 31,3 0,0 0,2 1,1 0,2 0,3 16,1 66,5 1,6-1,23 90,-34-194,-2 4,2 0,0-1,1 0,0 1,1-2,1 1,0 0,2-1,-1-1,1 1,1-1,1 0,-1-1,2 0,2 1,-10-11,1 0,0 0,0 0,0-1,0 1,0-1,0 0,0 0,1 0,-1-1,0 1,0-1,1 0,-1-1,0 1,1-1,-1 1,0-1,0-1,0 1,2-1,22-10</inkml:trace>
  <inkml:trace contextRef="#ctx0" brushRef="#br0" timeOffset="930.901">228 439,'31'-2,"34"-1,31 0,26 3,13 8,1 10,-21 2</inkml:trace>
  <inkml:trace contextRef="#ctx0" brushRef="#br0" timeOffset="1327.351">1030 1134,'12'-12,"0"-1,0-1,-2 0,0-1,0 0,-1 0,-1-1,-1 0,0-1,-1 0,-1 0,-1 0,0 0,-1-1,-1 1,-1-1,0-13,-2 25,0 0,-1 0,1 0,-1 0,-1 1,1-1,-1 1,0 0,0-1,0 1,-1 0,0 1,0-1,0 1,0 0,-1 0,0 0,0 0,0 1,0 0,0 0,-1 0,1 1,-1 0,0 0,0 0,1 1,-1 0,0 0,0 0,-1 1,1 0,-3 0,-22 14,31-14,-1 1,1-1,0 1,-1-1,1 1,0 0,0-1,-1 1,1-1,0 1,0 0,0-1,0 1,0-1,0 1,0 0,0-1,0 1,0 0,0-1,0 1,1 0,-1-1,0 1,0-1,1 1,-1-1,0 1,1 0,-1-1,0 1,1-1,-1 0,1 1,-1-1,1 1,-1-1,1 0,-1 1,1-1,-1 0,1 1,0-1,-1 0,1 0,-1 0,1 0,0 1,-1-1,1 0,17 5,1 0,-1-1,1 0,-1-2,1 0,0-2,19 0,-6 0,199 0,-229 0,0-1,1 0,-1 1,0 0,0-1,1 1,-1 0,0 0,0 0,1 1,-1-1,0 0,1 1,-1-1,0 1,0 0,0 0,0 0,0 0,0 0,0 0,0 1,0-1,0 1,-1-1,1 1,-1 0,1-1,-1 1,0 0,1 0,-1 0,0 0,0 0,0 0,-1 1,1-1,0 0,-1 0,1 2,-24 77,19-73,0 0,1 0,0 0,1 0,-1 1,2-1,-1 1,1-1,0 1,1-1,0 1,1 0,0-1,0 1,0-1,2 4,0-7,-1-1,1 0,0 0,0-1,0 1,0-1,0 1,1-1,0 0,0 0,0-1,0 1,0-1,0 0,0 0,1 0,-1-1,1 1,0-1,-1 0,4 0,103 1,-46-13,-5-4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4:24.8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1 667,'11'-65,"2"1,4 0,3 1,8-16,25-79,-12 12,-39 142,-3 3,1 1,0-1,0 0,0 1,-1-1,1 0,0 0,0 1,0-1,0 0,0 0,1 1,-1-1,0 0,0 1,0-1,0 0,1 0,-1 1,0-1,1 1,-1-1,1 0,-1 1,1-1,-1 1,1-1,-1 1,1-1,-1 1,1-1,-1 1,1 0,0-1,-1 1,1 0,0-1,-1 1,1 0,0 0,0 0,-1 0,1 0,0 0,0 0,-1 0,1 0,0 0,-1 0,1 0,0 0,0 0,-1 1,1-1,0 0,-1 1,1-1,-1 0,1 1,0-1,-1 1,63 119,-48-86,4 7,-1 1,-3 0,-1 1,0 12,-13-54,-1 1,1-1,-1 1,1 0,-1-1,0 1,1-1,-1 1,0 0,0-1,0 1,0-1,-1 1,1-1,0 1,-1 0,1-1,-1 1,1-1,-1 1,0-1,0 0,1 1,-1-1,0 0,0 1,-1-1,0-2,0-1,0 0,0 0,1 0,-1 0,1 0,0-1,-1 1,1 0,0-1,0 1,0-1,1 1,-1-1,1 1,-1-1,1 1,0-1,0 0,-1-1,0-4,-1-1,1 1,1-1,-1 1,1-1,1 0,0 1,0-1,1 1,0-1,0 1,1 0,0-1,0 2,1-1,0 0,1 1,-1-1,1 1,1 1,-1-1,1 1,0 0,1 0,0 0,0 1,5-3,-8 5,0 0,0 0,0 1,1-1,0 1,-1 0,1 0,0 0,0 1,0 0,0 0,0 0,0 0,0 1,0 0,0 0,0 0,0 1,0 0,0 0,0 0,0 0,0 1,0 0,-1 0,1 0,-1 1,1-1,-1 1,0 0,0 0,0 1,3 3,-2 2,0 1,-1 0,-1 0,1 1,-2-1,1 1,-2 0,1-1,-1 7,-1-7,1 0,0-1,1 1,0-1,0 1,1-1,1 0,-1 0,1 0,1-1,4 8,-7-14,-1 0,1 0,-1 0,1-1,0 1,0 0,0-1,0 0,0 1,0-1,0 0,0 0,1 0,-1 0,0-1,1 1,-1 0,1-1,-1 0,0 0,1 1,-1-1,1-1,-1 1,1 0,-1-1,0 1,1-1,-1 0,0 0,1 1,-1-2,0 1,17-10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4:25.72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1,'49'6,"0"3,-1 1,0 3,-1 2,0 1,35 20,-68-30,-1 1,0 1,-1 0,0 1,0 0,0 1,-1 0,-1 1,0 0,0 1,-1 0,-1 0,0 1,-1 0,0 0,-1 1,0 0,-1 0,-1 0,0 1,-1 0,0 5,-3 127,0-145,0 0,-1-1,2 1,-1 0,0-1,0 1,0 0,1-1,-1 1,1 0,0-1,-1 1,1-1,0 1,0-1,0 0,0 1,0-1,0 0,0 0,0 1,1-1,-1 0,0 0,1 0,-1 0,1-1,-1 1,1 0,-1-1,1 1,-1-1,1 1,0-1,-1 0,1 0,0 0,-1 0,1 0,0 0,-1 0,1 0,0-1,-1 1,1 0,0-1,0 0,12-4,0-1,-1-1,0 0,0-1,-1 0,0-1,0 0,-1-1,0-1,-1 1,0-1,-1-1,0 0,-1 0,0-1,-1 0,0-1,-1 1,-1-1,0 0,2-13,-6-8,-14 52,9-10,2-1,-1 0,1 1,0-1,0 1,0 0,1-1,0 1,1 0,0 0,0 0,0 0,1 0,0-1,0 1,0 0,1 0,0-1,1 1,-1-1,1 0,1 0,-1 0,1 0,0 0,0-1,1 0,-1 0,1 0,0 0,1-1,0 1,4-1,1-1,-1 0,0 0,1-1,0-1,-1 0,1 0,0-1,0 0,0-1,-1 0,1-1,0 0,-1-1,0 0,1-1,-1 0,-1 0,1-1,0 0,-1-1,0 0,-1-1,1 1,-1-2,-1 1,1-1,-1 0,0-1,-1 1,0-1,-1-1,0 1,0-1,-1 0,0 0,0 0,-1-3,-1-18,-2 31,0-1,0 1,0-1,0 1,0-1,0 1,0-1,0 1,0 0,0-1,0 1,0-1,-1 1,1-1,0 1,0-1,0 1,-1-1,1 1,0 0,0-1,-1 1,1 0,0-1,-1 1,1 0,0-1,-1 1,1 0,-1 0,1-1,0 1,-1 0,1 0,-1 0,1-1,-1 1,1 0,-1 0,1 0,-1 0,1 0,-1 0,1 0,-1 0,1 0,0 0,-1 1,1-1,-1 0,1 0,-1 0,1 0,-1 1,1-1,0 0,-4 5,0-1,0 1,1 0,-1 0,1 0,0 0,1 0,0 1,-1-1,2 1,-1 0,1-1,0 1,0 0,0 0,1 0,0 0,0 0,1 4,0-5,-1 0,1 0,1 0,-1 0,1 0,0-1,0 1,0-1,0 1,1-1,0 0,0 0,0 0,0 0,1-1,0 1,-1-1,1 0,0 0,1 0,-1 0,0-1,1 0,0 0,-1 0,1-1,1 1,8 2,0 0,0-1,1-1,-1-1,1 0,-1 0,1-2,13-1,-17 1,0 0,-1-1,1-1,-1 1,1-2,-1 1,0-2,-1 1,1-1,-1 0,0-1,0 0,0-1,-1 0,0 0,-1-1,1 0,-1 0,-1-1,0 1,0-1,-1-1,0 1,0-1,-1 0,0 0,-1-1,1 79,-3-61,0 0,1 0,0-1,0 1,0 0,1-1,0 0,0 1,0-1,1-1,0 1,0 0,0-1,1 0,1 1,10 7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4:25.96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1,'5'13,"1"5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4:26.90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129 866,'55'-239,"-34"161,-3-1,-3-1,-4-1,-4 0,-2-16,-20 8,14 86,0 1,0 0,0 0,0-1,0 1,0 0,-1 0,1 0,-1 0,1 0,-1 1,0-1,0 0,0 1,0-1,0 1,0 0,0 0,0 0,0 0,-1 0,1 0,0 0,-1 1,1-1,0 1,-1 0,1 0,-1 0,1 0,-1 0,1 0,-1 0,1 1,-6 2,0 1,1-1,0 2,-1-1,2 1,-1 0,0 0,1 1,0 0,0 0,1 0,0 1,0-1,0 2,1-1,0 0,0 1,-1 6,-7 10,2 1,0 1,2 0,1 0,1 1,1-1,1 1,2 1,0-1,2 0,1 0,2 0,0 0,2 0,0 0,2-1,1 0,2 0,0-1,1-1,2 1,0-2,2 0,0 0,2-2,16 18,-25-31,1 1,0-2,1 1,0-1,0 0,0-1,1-1,0 1,0-2,0 1,1-1,-1-1,1 0,0-1,0-1,0 1,0-2,0 1,0-2,0 0,0 0,0-1,0-1,0 0,-1 0,1-1,-1-1,0 0,0 0,2-3,-3 1,0-1,0 0,-1-1,0 0,-1-1,0 1,0-2,-1 1,0-1,-1 0,-1 0,1-1,-2 0,0 0,0 0,0-4,-3 13,-1 0,1 0,-1 0,0 0,0 1,0-1,0 0,0 0,-1 0,1 1,-1-1,0 0,0 0,0 1,0-1,0 1,0-1,-1 1,1-1,-1 1,0 0,0 0,0 0,0 0,0 0,0 0,0 0,-1 1,1-1,-1 1,1 0,-1-1,1 1,-1 0,0 1,0-1,1 0,-1 1,0 0,0-1,0 1,0 0,1 1,-1-1,-2 1,-2 0,1 0,-1 1,0 0,0 1,1-1,0 1,-1 1,1-1,0 1,0 0,1 0,-1 1,1 0,0 0,1 0,-1 0,1 1,-1 0,3-3,0 0,-1 0,1 1,1-1,-1 0,0 1,1-1,0 1,0-1,0 1,0 0,0 0,1-1,0 1,0 0,0 0,0 0,0-1,1 1,0 0,-1 0,1-1,1 1,-1-1,1 1,-1-1,1 1,0-1,0 0,0 0,1 0,-1 0,3 2,4 1,0-1,1 0,0 0,0 0,0-2,1 1,-1-1,1-1,0 0,0 0,0-1,-1 0,1-1,0-1,0 1,0-2,0 0,9-2,-13 3,-1 0,1 0,-1-1,0 0,1 0,-1 0,0-1,0 0,0 0,-1-1,1 1,-1-1,1-1,-1 1,-1-1,1 0,-1 0,0 0,0 0,0-1,-1 1,1-1,-2 0,1 0,0-1,-1 1,-1 0,2-6,-3 12,-1 1,1 0,-1 0,0 0,1-1,-1 1,0 0,1 0,-1-1,0 1,0-1,0 1,0-1,1 1,-1-1,0 0,0 1,0-1,0 0,0 1,0-1,0 0,0 0,0 0,0 0,0 0,0 0,0 0,0-1,0 1,0 0,0 0,0-1,0 1,0-1,0 1,1-1,-1 1,0-1,0 1,0-1,1 0,-1 1,0-1,1 0,-1 0,1 0,-1 1,1-1,-1 0,1 0,-1 0,1 0,0 0,0 0,-1 0,1 0,0 0,0 0,0 0,0 0,0 0,0 0,0 0,1-1,-3 6,1-1,0 1,0 0,0-1,0 1,1 0,0 0,-1 0,2-1,-1 1,0 0,1 0,-1 0,1-1,0 1,0 0,1-1,-1 1,1-1,-1 0,1 1,0-1,1 0,-1 0,0 0,1 0,0 0,0-1,2 2,2 2,1 0,0-1,0 1,0-2,0 1,1-1,0-1,0 1,0-2,0 1,6 0,-9-2,-1 0,1-1,0 1,0-1,0 0,-1-1,1 0,0 0,0 0,-1 0,1-1,-1 0,1 0,-1 0,0-1,0 0,0 0,0 0,0-1,-1 1,1-1,-1 0,0 0,-1-1,1 1,0-1,-1 0,0 0,-1 0,1 0,-1-1,0 1,0-1,0 1,-1-1,0 0,0 1,0-7,-2-1,0 0,0 1,-1-1,-1 0,0 1,-1-1,0 1,-1 0,0 0,-1 1,-1 0,0 0,0 0,-1 1,0 0,-6-6,41 24,301 81,-325-88,1 0,0 0,-1 0,1 1,-1 0,1 0,-1 0,0 0,0 0,0 1,0-1,0 1,0 0,-1 0,1 0,-1 0,0 0,0 0,0 1,0-1,-1 1,0 0,1-1,-1 1,0 0,-1 0,1-1,-1 1,1 0,-1 0,-1 0,1 0,0 0,-1-1,-1 5,-59 138,61-144,0-1,-1 1,1 0,0-1,0 1,0-1,1 1,-1 0,0-1,0 1,1-1,-1 1,1 0,-1-1,1 1,0-1,0 0,0 1,0-1,0 0,0 1,0-1,0 0,0 0,0 0,1 0,-1 0,0 0,1 0,-1-1,1 1,-1 0,1-1,57 13,-16-13,1-1,-1-3,0-2,0-1,33-11,-2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4:19.96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510 220,'0'16,"0"19,0 17,0 15,0 11,0 7,0 3,0 1,2-4,2-8,-1-9,-1-12,0-16</inkml:trace>
  <inkml:trace contextRef="#ctx0" brushRef="#br0" timeOffset="275.974">404 380,'0'-6,"1"1,0-1,0 1,0 0,1-1,0 1,0 0,0 0,1 0,-1 0,1 1,0-1,1 1,-1-1,1 1,0 0,0 1,0-1,0 1,1-1,-1 1,1 1,0-1,0 1,0-1,10-2,0 0,1 1,-1 0,1 1,0 1,0 1,-1 0,1 1,0 0,0 2,0 0,-1 0,1 2,-1 0,1 0,-1 2,-1 0,1 0,5 5,-17-9,1 0,-1 0,0 0,0 0,0 1,-1 0,1-1,0 1,-1 0,0 0,0 0,0 1,0-1,0 1,-1-1,1 1,-1-1,0 1,0 0,0-1,-1 1,1 0,-1 0,0 0,0-1,0 1,-1 0,1 0,-1-1,0 1,0 0,0 0,0-1,-1 1,0-1,0 0,0 1,0-1,-2 3,-10 7,0 0,0-1,-2-1,1 0,-1-1,-1-1,0 0,0-1,-1-1,0 0,13-5,-37 15</inkml:trace>
  <inkml:trace contextRef="#ctx0" brushRef="#br0" timeOffset="990.134">1059 514,'-3'-49,"-2"0,-2 0,-8-23,6 22,-20-80,30 123,13 18,12 1,1 0,1-2,0-1,0-1,29 4,70 21,-124-33,1 1,-1 0,1 0,-1 0,0 0,1 1,-1-1,0 1,0 0,0 0,0 0,-1 0,1 0,0 1,-1-1,0 1,1 0,-1-1,0 1,-1 0,1 0,0 1,-1-1,0 0,1 0,-1 1,-1-1,1 1,0-1,-1 1,0-1,0 1,0-1,0 1,0-1,-1 1,0 3,-27 57,23-55,0 0,1 0,0 0,0 1,1 0,0 0,1 0,0 0,1 0,0 4,1-10,1-1,-1 0,1 0,0 0,0 1,1-1,-1 0,1-1,-1 1,1 0,0 0,0-1,0 1,0-1,1 1,-1-1,1 0,-1 0,1 0,0 0,0-1,0 1,0-1,0 0,0 0,0 0,0 0,2 0,94 12,-84-13,0 0,0-1,0-1,-1-1,1 0,-1-1,1 0,-1-1,10-6,-23 11,0 0,0 0,0 0,0 0,0 0,0 0,0 0,-1 0,1 0,0 0,0 1,0-1,0 0,0 1,0-1,-1 1,1-1,0 1,0-1,-1 1,1 0,0-1,-1 1,1 0,-1-1,1 1,0 0,-1 0,0 0,1-1,-1 1,0 0,1 0,-1 0,0 0,0 0,0 0,1 0,-1 0,9 16,-4-12,1 0,1-1,-1 1,1-1,0-1,0 1,0-1,0-1,0 1,1-1,-1 0,1-1,-1 0,1 0,0 0,-1-1,1 0,0-1,-1 0,1 0,0-1,0 0,-5 1,1 1,-1-1,0 0,0-1,0 1,-1 0,1-1,0 0,0 0,-1 0,1 0,-1 0,0 0,0 0,1-1,-2 1,1-1,0 0,0 0,-1 1,1-1,-1 0,0 0,0 0,0 0,-1-1,1 1,-1 0,1 0,-1 0,0-1,0 1,-1 0,1 0,0 0,-1-1,0 1,0 0,0 0,0 0,-1 0,1 0,-1 1,1-1,-1 0,-2-2,-3-1,1-1,-2 1,1 0,0 0,-1 1,0 0,0 0,-1 1,1 0,-1 1,0 0,0 0,0 1,0 0,-1 0,1 1,0 1,-8-1,15 1,-1 0,0 0,1 0,-1 0,1 0,-1 1,1-1,-1 1,0 0,1-1,0 1,-1 0,1 1,0-1,-1 0,1 1,0-1,0 1,0-1,0 1,0 0,1 0,-1 0,0 0,1 0,0 0,-1 1,1-1,0 0,0 1,0-1,1 1,-1-1,0 1,1-1,0 1,-1 0,1-1,0 1,1-1,-1 3,15 21,6-3</inkml:trace>
  <inkml:trace contextRef="#ctx0" brushRef="#br0" timeOffset="1379.089">2182 340,'-9'-1,"0"1,0-1,0 1,0 1,1-1,-1 2,0-1,1 1,-1 0,-5 3,11-4,0 1,0-1,0 1,1-1,-1 1,0 0,1 0,0 0,0 1,-1-1,1 0,0 1,1 0,-1-1,0 1,1 0,0 0,-1 0,1 0,0 0,1 0,-1 0,0 0,1 0,0 0,0 0,0 0,0 1,0-1,0 0,1 1,1 3,0 0,0 1,1-1,-1 0,2 0,-1 0,1-1,0 1,0-1,1 0,0 0,0 0,0-1,1 0,0 0,0 0,2 1,10 6,0-1,1 0,0-2,0 0,15 4,-13-5,1-1,0-1,0 0,0-2,0-1,1-1,0 0,-1-2,1-1,0 0,-1-2,1-1,-1 0,0-2,0-1,1-1,-17 6,0-1,0-1,0 1,0-1,-1 0,1 0,-1-1,0 1,0-1,-1 0,0-1,0 1,0-1,0 0,-1 1,0-2,0 1,0 0,-1-1,0 1,-1-1,1 1,-1-1,0 0,-1 0,0 0,0 1,0-1,-1 0,0 0,0 1,-1-1,0 0,0 1,0-1,-1 1,0 0,0 0,-1-1,2 4,0 0,0 1,0-1,0 0,0 1,-1-1,1 1,-1 0,1 0,-1 0,0 0,0 0,0 1,0-1,0 1,0 0,-1 0,1 0,0 0,0 0,-1 1,1 0,-1-1,1 1,0 1,-1-1,1 0,0 1,-1-1,1 1,0 0,0 0,-1 1,1-1,0 1,0-1,1 1,-1 0,0 0,0 0,-1 2,1 0,0 0,0 1,0-1,1 1,-1-1,1 1,0 0,0 0,1 0,0 0,0 0,0 1,0-1,1 0,0 0,0 1,0-1,0 0,1 0,0 0,0 1,1-1,-1 0,1 0,0 0,3 5,0 0,0 0,1 0,0-1,1 0,0 0,0 0,1-1,0 0,0-1,4 3,102 48,-57-40</inkml:trace>
  <inkml:trace contextRef="#ctx0" brushRef="#br0" timeOffset="2269.945">3224 420,'-136'-16,"131"16,-1 0,1 1,0-1,0 1,0 0,0 1,0-1,0 1,0 0,1 1,-1-1,1 1,-1-1,1 1,0 1,0-1,0 0,0 1,1 0,0 0,0 0,0 0,0 1,-2 3,4-5,-1 0,1 0,0 0,0-1,0 1,0 0,1 0,-1 0,1 1,0-1,0 0,0 0,0 0,1 0,-1 0,1 0,-1 0,1 0,0 0,0 0,1 0,-1-1,1 1,-1 0,1-1,0 1,0-1,0 0,0 1,0-1,0 0,1 0,-1 0,1-1,0 1,-1-1,1 1,0-1,0 0,0 0,0 0,0 0,0-1,0 1,2-1,4 1,1 0,0-1,0-1,-1 1,1-1,0-1,-1 0,1 0,-1-1,0-1,0 1,0-1,0-1,0 1,-1-1,0-1,0 0,-1 0,1-1,-1 1,-1-1,1-1,-1 0,0 0,-1 0,0 0,0-1,-1 0,0 0,-1 0,0 0,0-2,8-24,-2 0,-1 0,-2-1,-1 1,-2-1,-2-1,-1 1,-4-27,-11 14,14 48,0 0,1 0,-1 0,0 1,1-1,-1 0,0 1,0-1,0 1,0-1,0 1,0-1,0 1,0-1,0 1,0 0,0 0,0-1,0 1,0 0,0 0,0 0,0 0,0 0,0 1,0-1,0 0,0 0,0 1,0-1,0 0,0 1,0-1,1 1,-1-1,0 1,0 0,0-1,0 1,1 0,-1 0,0-1,1 1,-1 0,0 1,-10 12,1 0,1 1,0 0,1 1,0 0,2 0,0 1,0-1,2 1,0 1,-1 11,-1 2,1 1,2 0,1 0,2 0,0 0,3 4,-1-22,0 0,0 1,1-1,1-1,1 1,0 0,0-1,2 0,-1-1,2 1,0-1,0 0,1-1,8 8,-13-15,1 1,0-1,0 0,0-1,0 1,1-1,-1 0,1-1,0 1,0-1,0 0,0-1,0 1,0-1,1 0,-1-1,0 0,0 0,1 0,-1 0,0-1,1 0,-1-1,0 1,0-1,0 0,0-1,-1 1,1-1,-1-1,1 1,-1-1,0 1,4-6,0 1,-1 0,-1-1,1 0,-1-1,-1 0,0 0,0 0,-1-1,0 1,-1-1,0-1,-1 1,0 0,-1-1,0 0,-1 1,0-1,-1 0,-1-3,2 13,-1 0,-1 1,1-1,0 0,0 1,0-1,-1 0,1 1,-1-1,0 1,1-1,-1 1,0-1,0 1,0-1,0 1,0 0,0-1,0 1,0 0,-1 0,1 0,0 0,-1 0,1 0,-1 0,1 1,-1-1,1 0,-1 1,0-1,1 1,-1 0,0 0,1-1,-1 1,0 0,1 0,-1 0,0 1,1-1,-1 0,0 1,1-1,-1 1,1-1,-1 1,1 0,-1 0,-5 4,0 0,1 0,0 1,0 0,0 0,0 0,1 1,0 0,1 0,0 0,0 0,0 1,1 0,0-1,0 1,1 1,0-1,1 0,-1 0,2 1,-1-1,1 0,0 1,1-1,0 1,0-1,1 0,0 0,1 0,0 0,0 0,0 0,1-1,0 0,2 3,1-3,0-1,0 1,1-1,-1-1,1 0,1 0,-1 0,1-1,-1 0,1-1,0 0,1 0,3 0,30 6</inkml:trace>
  <inkml:trace contextRef="#ctx0" brushRef="#br0" timeOffset="3351.665">3879 661,'-7'-7,"0"1,0 0,-1 0,0 1,0 0,0 0,-1 1,1 0,-1 1,0-1,-5 0,9 3,1 0,0 1,-1-1,1 1,0 0,-1 0,1 0,0 0,-1 1,1 0,0 0,0 0,-1 0,1 1,0 0,0 0,1 0,-1 0,0 0,1 1,-1 0,1-1,0 1,0 1,0-1,0 0,1 0,1 0,-1 0,1 0,-1 0,1 0,0 0,1 0,-1 0,0 0,1 0,0 1,0-1,0 0,0 0,0 0,0 1,1-1,0 0,0 0,0 0,0 0,0 0,0 0,1 0,-1 0,1-1,0 1,0 0,0-1,0 0,0 1,1-1,-1 0,1 0,0 0,-1-1,1 1,0-1,0 1,0-1,0 0,0 0,0 0,0 0,0-1,0 0,3 1,0 1,0-1,0 1,0-1,1 0,-1-1,0 1,0-1,0 0,1-1,-1 0,0 0,0 0,0 0,0-1,0 0,0-1,-1 1,1-1,-1 0,0 0,1-1,-2 0,1 0,-12 17,1-1,0 2,1-1,0 0,1 1,0 0,1 0,1 0,0 0,1 1,1 6,0-20,-1 0,1-1,0 1,0 0,0 0,0 0,0 0,0 0,0 0,0 0,0-1,1 1,-1 0,0 0,1 0,-1 0,0-1,1 1,-1 0,1 0,-1-1,1 1,-1 0,1-1,0 1,-1 0,1-1,0 1,-1-1,1 1,0-1,0 1,0-1,-1 0,1 1,0-1,0 0,0 0,0 0,0 0,0 0,-1 1,1-2,0 1,0 0,0 0,0 0,0 0,0 0,-1-1,1 1,0 0,0-1,0 1,-1-1,1 1,0-1,0 1,-1-1,1 0,15-8,0-1,-1-1,-1 0,0-1,0 0,10-14,53-43,-77 68,1 0,0 0,-1 1,1-1,-1 0,1 0,0 1,0-1,-1 1,1-1,0 1,0-1,0 1,0-1,-1 1,1 0,0-1,0 1,0 0,0 0,0 0,0-1,0 1,0 0,0 0,0 1,0-1,0 0,0 0,0 0,-1 1,1-1,0 0,0 1,0-1,0 1,0-1,-1 1,1-1,0 1,0 0,-1-1,1 1,0 0,-1 0,1-1,-1 1,1 0,-1 0,0 0,1 0,-1 0,0-1,1 1,-1 0,0 0,0 0,0 0,0 0,0 1,0 9,-1 1,0 0,0 0,-2-1,1 1,-1-1,-1 0,0 0,-4 6,4-5,-88 194,65-154,2 0,3 2,2 0,2 1,3 1,2 1,-2 28,14-76,0 0,0 0,1 0,0 0,1 0,0 0,0 0,1 0,0 0,1 0,-1-1,2 1,-1-1,1 0,1 0,-1 0,5 4,-9-11,1 0,0 0,0 0,0 0,0 0,0 0,0 0,1-1,-1 1,0 0,0-1,0 1,1-1,-1 1,0-1,1 0,-1 1,0-1,1 0,-1 0,0 0,1 0,-1 0,0 0,1-1,-1 1,0 0,1-1,-1 1,0-1,0 1,1-1,-1 0,0 1,0-1,0 0,0 0,0 0,0 0,0 0,0 0,0 0,-1 0,1-1,26-56,-18 7,-3-1,-1 0,-3 0,-4-41,2 72,-1-34,-3 0,-3 1,-7-30,12 78,1 5,1-1,-1 1,0-1,1 1,-1-1,1 1,-1-1,1 0,0 1,-1-1,1 0,0 1,0-1,0 0,0 1,1-1,-1 0,0 1,1-1,-1 1,1-1,0 1,-1-1,1 1,0-1,0 1,0-1,0 1,0 0,0 0,0-1,0 1,1 0,-1 0,0 0,2 0,10 0,-1 0,0 1,0 0,1 2,-1-1,0 1,0 1,0 0,2 1,8 2,-1-1,-11-4,0 1,0 0,-1 1,1 0,-1 1,0 0,0 0,0 1,0 0,0 1,-8-3,0-1,0 1,-1 0,1-1,0 1,-1 0,0 0,1-1,-1 1,0 0,-1 0,1 0,0-1,-1 1,0 0,0 0,1-1,-1 1,-1-1,1 1,0-1,-1 1,1-1,-1 0,0 1,0-1,0 0,-7 14,8-13,-1 0,0-1,1 1,0 0,0-1,0 1,0 0,0 0,0 0,1 0,-1 0,1 0,0 0,0 0,0 0,1 0,-1 0,0 0,1 0,0 0,0 0,0 0,0-1,0 1,1 0,-1-1,1 1,0-1,0 1,-1-1,2 0,-1 1,1-1,2 1,1-1,-1 0,1-1,-1 1,1-1,0 0,-1 0,1-1,0 0,0 0,-1 0,1-1,0 0,-1 0,1 0,0-1,-1 0,0 0,1 0,-1 0,0-1,0 0,0 0,-1-1,1 1,-1-1,1 0,-1 0,-1-1,1 1,-1-1,1 1,-1-1,0 0,-1-1,0 1,1 0,-1-1,-1 1,1-1,-1 1,0-1,-1 0,1 0,-1 1,0-1,-1 0,1 0,-1 1,0-1,0 0,-2-1,2 2,0 1,-1-1,0 1,0 0,0-1,-1 1,1 0,-1 0,0 1,0-1,0 1,-1-1,1 1,-1 0,0 0,0 0,0 1,0-1,0 1,0 0,-1 0,1 1,-1-1,0 1,1 0,-1 0,0 1,0-1,1 1,-1 0,0 1,0-1,1 1,-1 0,0 0,1 0,-1 0,1 1,-1 0,1 0,0 0,0 1,0-1,0 1,0 0,0 0,1 0,-1 1,1-1,-1 3,1-1,0 0,0 0,1 1,0-1,0 1,0 0,1-1,0 1,0 0,0 0,1 0,0 0,0 0,0-1,1 1,0 0,0 0,0 0,1-1,0 1,1 2,12 19</inkml:trace>
  <inkml:trace contextRef="#ctx0" brushRef="#br0" timeOffset="3629.535">4467 808,'-10'15,"0"-1,0 2,2-1,0 1,0 1,2-1,0 1,1 0,0 1,2-1,0 1,1 0,0 7,-4 21,3 0,1 1,2-1,3 1,4 26,-4-63,-1 0,1 0,1 0,-1 0,2 0,-1-1,2 0,-1 0,1 0,0-1,1 0,0 0,0 0,1-1,0 0,0-1,1 1,-1-2,1 1,1-1,-1-1,1 0,0 0,0-1,2 1,119 23,-72-21</inkml:trace>
  <inkml:trace contextRef="#ctx0" brushRef="#br0" timeOffset="13153.607">243 1971,'-6'-3,"0"0,-1 0,1 0,-1 1,0 0,0 0,0 1,0 0,0 0,0 1,0 0,0 0,0 0,-1 1,1 0,0 0,1 1,-1 0,0 0,0 1,1 0,-1 0,1 0,0 1,0 0,0 0,1 1,0-1,-1 1,1 0,1 1,-5 5,6-7,0 0,0 0,0 1,1-1,0 1,-1 0,2-1,-1 1,0 0,1 0,0 0,0 1,1-1,0 0,-1 0,2 0,-1 0,0 1,1-1,0 0,0 0,1 0,0 0,-1 0,2-1,-1 1,0-1,1 1,0-1,0 0,0 0,1 0,-1 0,1 0,0-1,0 0,0 0,4 2,0-3,0 0,0 0,1-1,-1-1,0 1,1-1,-1-1,0 1,0-2,1 1,-1-1,0 0,0-1,0 0,-1 0,1 0,-1-1,0 0,0-1,0 0,0 0,-1 0,0-1,0 0,0 0,-1 0,0-1,0 0,-1 0,0 0,0-1,0 1,-1-1,0 0,-1 0,1-5,-1 5,0-1,-1 1,-1 0,1-1,-1 1,-1-1,0 1,0 0,0-1,-1 1,-1 0,-1-5,4 13,0-1,0 0,0 0,0 1,0-1,0 0,-1 0,1 1,0-1,-1 0,1 1,0-1,-1 0,1 1,-1-1,1 1,-1-1,1 1,-1-1,1 1,-1-1,0 1,1-1,-1 1,0 0,1-1,-1 1,0 0,1 0,-1 0,0-1,0 1,1 0,-1 0,0 0,0 0,1 0,-1 0,0 0,0 0,1 1,-1-1,0 0,1 0,-1 1,0-1,0 0,1 1,-1-1,1 1,-1-1,0 1,1-1,-1 1,1-1,-1 1,1-1,-1 1,-19 41,19-34,0 0,0-1,0 1,1 0,0 0,1-1,-1 1,2 0,-1-1,1 1,0-1,0 1,1-1,0 0,1 0,-1 0,1 0,1-1,-1 0,1 1,0-2,1 1,-1-1,1 1,0-1,0-1,1 0,0 1,-1-2,1 1,0-1,7 2,64 11,-45-15</inkml:trace>
  <inkml:trace contextRef="#ctx0" brushRef="#br0" timeOffset="13963.973">578 2025,'-6'-46,"-1"70,7-17,0 0,0 0,0 0,1-1,0 1,0 0,0 0,1-1,0 1,1-1,-1 1,1-1,0 0,1 0,-1 0,1-1,1 1,-1-1,1 0,0 0,0-1,0 1,0-1,1 0,0-1,0 1,0-1,0 0,0-1,1 1,-1-1,1-1,5 2,-5-3,0 0,0 0,0 0,0-1,0 0,0 0,-1-1,1 0,0 0,-1-1,1 0,-1 0,0 0,0-1,0 0,-1 0,1 0,-1-1,0 1,0-2,-1 1,1 0,-1-1,0 0,-1 0,1 0,-1 0,-1 0,1-1,-1 1,0-1,1-5,4-70,-17 108,9-18,1 0,-1 0,2 0,-1 0,1 0,0 0,1-1,0 1,0 0,1-1,0 1,0-1,1 0,0 0,0 0,0-1,1 1,0-1,0 0,1 0,0-1,0 0,0 0,0 0,1-1,0 0,0 0,0-1,0 1,1-2,-1 1,1-1,0 0,0-1,0 1,-1-2,1 1,0-1,0 0,0-1,0 0,0 0,0-1,-1 0,6-2,-2-1,0-1,-1 0,0-1,-1 0,0-1,0 0,0 0,-1-1,0 0,-1 0,0-1,0 0,-1 0,3-7,5-13,-1-1,-1 0,-2 0,5-25,0-6,-3 0,-2-2,-3 1,-2-31,-13 26,8 66,-1 1,1-1,0 1,0 0,-1-1,1 1,-1 0,1 0,-1-1,0 1,1 0,-1 0,0 0,0 0,0-1,0 1,0 1,0-1,0 0,0 0,0 0,-1 0,1 1,0-1,0 1,-1-1,1 1,0-1,-1 1,1 0,0 0,-1-1,1 1,-1 0,1 0,0 1,-1-1,1 0,-1 0,1 1,0-1,-1 0,1 1,-1 0,-6 5,0-1,1 1,0 1,0-1,0 1,1 0,0 1,0 0,1 0,0 0,1 0,0 1,0 0,-2 6,-4 11,1 0,1 0,1 1,2 0,0 0,2 1,1-1,1 1,1 0,2-1,1 1,1-1,1 0,1 0,2 0,0-1,2 0,1-1,1 0,1-1,1 0,2-1,2 3,-15-21,0 0,0-1,1 1,-1-1,1 0,0 0,0 0,0 0,1-1,-1 1,1-1,0-1,0 1,0 0,0-1,0 0,1 0,-1-1,1 0,-1 0,1 0,-1 0,1-1,0 0,-1 0,1-1,-1 1,1-1,-1 0,1-1,-1 1,1-1,3-2,4-8,0 0,-2 0,1-1,-2 0,1-1,-2-1,0 1,-1-1,0-1,-1 0,-1 0,-1 0,0 0,2-13,-7-11,0 40,0 0,-1-1,1 1,-1 0,1 0,-1 0,1 0,-1 0,1-1,-1 1,1 0,-1 0,1 0,-1 0,1 0,-1 0,1 1,-1-1,1 0,-1 0,1 0,0 0,-1 1,1-1,-1 0,1 0,-1 1,1-1,0 0,-1 1,1-1,0 0,-1 1,1-1,0 0,-1 1,1-1,0 1,0-1,0 1,-1-1,1 1,0-1,0 1,0-1,0 1,-5 9,1 0,0 0,1 0,0 1,1 0,0-1,0 1,1 0,1 0,0 0,0 0,1 0,1-1,0 1,0 0,2 2,-2-5,1-1,0 1,0-1,1 0,0 0,1 0,-1-1,1 1,1-1,-1 0,1-1,0 1,0-1,1 0,-1-1,1 0,0 0,0 0,1-1,-1 0,1 0,-1-1,2 1,19 0</inkml:trace>
  <inkml:trace contextRef="#ctx0" brushRef="#br0" timeOffset="14150.475">1152 1677,'27'0,"28"3,26 4,21 6,10 8,-13 1</inkml:trace>
  <inkml:trace contextRef="#ctx0" brushRef="#br0" timeOffset="14751.909">1834 2426,'18'-20,"-1"0,-1-2,-1 0,-1 0,-1-2,-1 0,0 0,-2-1,-2 0,0 0,-1-1,-2-1,3-24,-7 48,0-1,-1 0,1 0,-1 0,0 0,0 0,0 0,-1 0,1 1,-1-1,0 0,0 0,0 0,0 1,-1-1,0 1,0-1,0 1,0 0,0-1,0 1,-1 0,-2-2,4 5,-1 1,1-1,0 0,0 0,-1 1,1-1,0 1,0-1,0 1,-1-1,1 1,0 0,0-1,0 1,0 0,0 0,0 0,0 0,1 0,-1 0,0 0,1 0,-1 0,0 0,1 1,-1-1,1 0,0 0,-1 1,1-1,0 0,0 0,-1 1,1-1,0 0,1 1,-1-1,0 0,0 0,0 1,1-1,-1 0,1 0,-1 1,1-1,-1 0,1 0,0 0,0 0,0 1,5 5,1 0,0-1,1 0,0 0,0-1,0 0,0 0,1-1,-1 0,1 0,0-1,5 1,10 6,-22-10,4 2,1 0,-1 0,0 0,0 1,0 0,0 0,-1 0,1 1,-1 0,0 0,0 0,0 1,0-1,-1 1,0 0,0 1,0-1,-1 1,1 0,-1 0,-1 0,2 3,3 117,-4-123,0 1,0-1,1 0,-1 0,1 0,0 0,0 0,0-1,0 0,0 0,0 0,0 0,1-1,-1 1,1-1,-1 0,1-1,-1 1,1-1,0 0,-1 0,1 0,0-1,-1 1,1-1,-1 0,1-1,-1 1,1-1,8-3,0 0,0-1,0 0,-1-1,0-1,0 0,-1 0,0-1,0-1,-1 0,-1 0,1-1,-2 0,1-1,-37 120,27-101,0 0,0 0,1 1,-1-1,2 0,-1 0,1 0,0 0,0 0,1 0,0 0,0 0,1-1,0 1,0-1,3 5,7 6</inkml:trace>
  <inkml:trace contextRef="#ctx0" brushRef="#br0" timeOffset="15013.71">2555 1851,'-6'16,"1"12,7 6,3-4</inkml:trace>
  <inkml:trace contextRef="#ctx0" brushRef="#br0" timeOffset="15275.526">2649 2452,'8'6,"0"0,0-1,0 0,0-1,1 0,-1 0,1-1,0 0,0 0,1-1,-1-1,0 1,1-1,-1-1,1 0,1 0,-5-1,0 1,0-1,0 0,-1-1,1 1,0-1,-1 0,1 0,-1-1,0 0,0 0,0 0,0-1,-1 1,1-1,-1 0,0 0,0-1,0 1,0-1,-1 0,0 0,0 0,0 0,-1-1,1-1,-2 4,0 0,1 0,-1-1,0 1,0-1,-1 1,1-1,-1 1,0-1,0 1,0-1,0 1,0-1,-1 0,0 1,0 0,0-1,0 1,0-1,-1 1,1 0,-1 0,0 0,0 0,0 0,0 0,-1 1,1-1,-1 1,1-1,-1 1,0 0,0 0,0 0,0 1,0-1,-1 1,1-1,0 1,-1 0,1 0,-1 1,1-1,-1 1,0 0,1 0,-1 0,-2 0,0 1,0-1,1 2,-1-1,1 0,-1 1,1 0,0 0,-1 1,1 0,0-1,1 2,-1-1,0 0,1 1,0 0,0 0,0 0,0 1,1-1,0 1,0 0,0 0,0 0,1 0,0 1,0-1,0 1,1-1,0 1,0-1,0 1,0 0,1 0,1 4,1 24</inkml:trace>
  <inkml:trace contextRef="#ctx0" brushRef="#br0" timeOffset="15602.652">3037 2506,'27'-230,"-18"170,-8 59,1 1,-1 0,1-1,-1 1,0 0,1 0,-1-1,1 1,-1 0,1 1,-1-1,1 0,-1 0,1 1,-1-1,1 0,-1 1,0 0,1-1,-1 1,0 0,1 0,-1 0,0-1,0 1,0 0,0 1,0-1,0 0,3 1,34 24,-2 2,0 1,-2 2,8 10,-39-38,0 0,0 0,0 0,0 0,0 1,-1-1,0 1,1 0,-1 0,-1 0,1 0,0 0,-1 0,0 0,0 0,0 1,-1-1,1 0,-1 0,0 1,0-1,-1 0,1 1,-1-1,0 0,0 0,-1 1,1-1,-1 0,0 0,0 1,-94 114,95-118,0 0,0 1,0-1,0 0,1 1,-1-1,1 1,-1-1,1 1,-1-1,1 1,0-1,0 1,0-1,0 1,0 0,0-1,0 1,0-1,1 1,-1-1,0 1,1-1,-1 1,1-1,0 0,0 1,-1-1,1 0,0 1,0-1,0 0,0 0,0 0,1 0,-1 0,0 0,0 0,1 0,-1 0,1-1,-1 1,69 20,-15-14,0-2,0-2,45-4,-42-2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4:32.09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312 851,'13'-35,"-13"32,0 1,0-1,0 1,0-1,0 1,0-1,0 1,-1-1,1 1,-1-1,0 1,0-1,0 1,0 0,0 0,0-1,0 1,-1 0,1 0,-1 0,0 0,0 1,1-1,-1 0,0 1,-1-1,1 1,0 0,0-1,0 1,-1 0,1 1,-1-1,1 0,0 1,-1-1,1 1,-1 0,-9 0,0 0,1 1,0 1,-1 0,1 1,0 0,0 0,0 1,0 1,1 0,0 0,0 1,0 1,0-1,1 1,1 1,-1 0,1 0,0 1,1-1,0 2,0-1,1 1,-3 8,5-14,1 1,0 0,0-1,0 1,1 0,0 1,0-1,0 0,0 1,1-1,0 1,0-1,1 1,0-1,-1 1,2 0,-1-1,1 1,0-1,0 1,0-1,1 1,0-1,0 0,0 0,1 0,2 4,6-1,0-1,1 0,0 0,0-2,1 1,-1-2,1 1,0-2,1 0,-1 0,0-2,1 1,-1-2,1 1,-1-2,4 0,32 0,0-2,0-2,0-3,0-1,-2-3,1-1,-2-3,0-2,9-6,-43 19,0 0,0-1,0-1,-1 0,0 0,0-1,-1-1,0 0,-1 0,0-1,0 0,-1 0,2-4,-9 13,-1 0,1 0,0 0,-1 0,0 0,1 0,-1-1,1 1,-1 0,0 0,0 0,0 0,0-1,0 1,0 0,0 0,0 0,0-1,0 1,-1 0,1 0,0 0,-1 0,1 0,-1 0,1 0,-1 0,0 0,1 0,-1 0,0 0,0 0,0 0,0 0,0 1,1-1,-1 0,-1 1,1-1,0 1,0-1,0 1,0-1,0 1,0 0,0 0,-1-1,1 1,0 0,-1 0,-63 0,42 4,0 1,0 1,0 1,1 1,0 1,1 1,0 1,0 1,0 1,-18 25,39-37,-1 0,0 0,1 0,-1 0,0 0,1 1,-1-1,1 0,0 0,-1 1,1-1,0 0,0 1,0-1,0 0,0 1,0-1,0 0,0 0,1 1,-1-1,0 0,1 1,-1-1,1 0,0 0,-1 0,1 0,0 0,0 0,-1 0,1 0,0 0,0 0,0 0,0 0,0 0,0-1,12 6,0 0,0-1,0-1,0 0,1-1,-1-1,1 0,0 0,-1-1,1-1,0-1,7 0,-4 1,1-1,0-1,-1 0,0-1,1-1,-1 0,0-2,-1 0,0 0,0-2,0 0,-1-1,2-1,-16 9,0 1,1-1,-1 0,0 0,1 0,-1 0,0 0,0 0,0 0,0 0,0 0,0 0,0-1,0 1,0 0,-1-1,1 1,-1 0,1-1,-1 1,1-1,-1 1,0-1,0 1,1-1,-1 1,0-1,0 0,-1 1,1-1,0 1,0-1,-1 1,1-1,-1 1,0 0,1-1,-1 1,0 0,0-1,1 1,-2-1,1 1,0 1,0-1,0 1,0 0,0-1,0 1,0 0,0 0,0 0,0 0,0-1,0 1,0 1,-1-1,1 0,0 0,0 0,0 1,0-1,0 0,0 1,0-1,1 1,-1-1,0 1,0-1,0 1,0 0,1-1,-1 1,0 0,0 0,1 0,-1 0,1-1,-1 1,1 0,-1 0,1 0,-1 0,1 0,0 1,-10 45,10-43,1 1,0-1,0 1,0-1,1 0,-1 0,1 0,0 0,0 0,0 0,1 0,-1 0,1-1,0 1,0-1,0 0,0 0,1 0,-1 0,1-1,0 0,0 1,0-1,1 0,6 3,0 0,1-1,0-1,-1 0,1-1,0 0,0 0,7-1,-12 0,0 0,0-1,1 0,-1 0,0 0,0-1,0 0,0-1,0 0,0 0,0 0,0-1,-1 0,1 0,-1 0,0-1,0 0,0 0,-1-1,1 0,-1 0,0 0,-1 0,1-1,-1 0,0 0,0 0,-1 0,0-1,2-4,0-104,-6 61,1 51,0 1,0 0,0-1,0 1,1-1,-1 1,1 0,0-1,0 1,-1 0,1 0,1 0,-1 0,0 0,0 0,1 0,-1 0,1 0,0 1,0-1,-1 0,1 1,0 0,0-1,0 1,0 0,1 0,-1 0,0 0,0 1,1-1,-1 0,0 1,1 0,-1 0,0-1,1 1,-1 1,1-1,1 0,5 1,1 1,-1 0,0 0,0 1,1 0,-2 1,1-1,0 2,-1-1,0 1,0 1,0 0,0 0,-1 0,0 1,-1 0,1 0,4 8,0 0,-1 2,0-1,-1 1,-1 0,-1 1,0 0,-2 0,0 0,0 5,2 32,-2 0,-3 1,-2-1,-2 1,-9 46,-4 130,15-212,2 0,-1 0,2-1,1 1,5 15,-8-30,0-1,1 0,-1 1,1-1,0 0,0 0,0 0,1 0,0 0,-1-1,1 1,1-1,-1 1,0-1,1 0,-1-1,1 1,0-1,0 1,0-1,0 0,1-1,-1 1,0-1,1 0,-1 0,4 1,-3-2,0-1,0 1,0-1,0 0,0 0,0-1,0 1,0-1,0 0,-1 0,1-1,-1 1,0-1,1 0,-1 0,0-1,-1 1,1-1,-1 0,1 0,-1 0,0 0,-1 0,1-1,0-1,4-7,-1 0,-1 0,0 0,-1 0,0-1,-1 0,-1 0,1-12,-3 1,-2-1,-1 1,-2 0,0 0,-1 0,-2 0,0 1,-1 1,-2-1,0 2,-2-1,0 2,-2 0,0 0,-1 1,-3 0,-1-2,-1 1,0 1,-2 2,-1 0,0 1,-1 1,0 1,-2 2,0 0,0 2,-1 1,-27-6,14 6,39 9,-12-3,24-1,257-33,-175 23,-1-4,-1-4,36-17,-69 11,-58 29,1 0,0 0,-1 0,1 0,0 0,0 0,-1 0,1 0,0 0,0 0,-1 0,1 0,0 0,-1 0,1-1,0 1,0 0,0 0,-1 0,1 0,0-1,0 1,0 0,-1 0,1-1,0 1,0 0,0 0,0-1,0 1,-1 0,1 0,0-1,0 1,0 0,0 0,0-1,0 1,0 0,0-1,0 1,0 0,0 0,0-1,0 1,1 0,-3 0,1 1,-1 1,1-1,-1 0,1 0,0 1,0-1,0 0,0 1,0-1,0 1,0 0,0-1,0 1,1-1,-1 1,1 0,-1 0,1 0,0-1,0 1,-1 0,1 0,1 0,-1-1,0 1,0 0,1 0,-1-1,1 1,-1 0,1 0,0 0,38 49,-33-46,0-1,0 1,0-1,0 0,1-1,-1 0,1 0,0 0,0-1,0 0,1 0,-1 0,0-1,1-1,-1 1,0-1,1 0,-1-1,1 0,-1 0,0 0,0-1,0 0,1-1,-2 1,1-1,0-1,-1 1,1-1,-1 0,0-1,1-1,1-5,0 0,-1 0,0-1,-1 0,-1 0,0 0,0-1,1-10,2 0,-9 24,1-1,0 0,0 1,0-1,0 0,-1 1,1-1,0 0,0 1,0-1,0 0,0 1,0-1,0 0,0 1,0-1,0 0,0 1,0-1,0 0,0 1,1-1,-1 0,0 1,0-1,0 0,0 1,1-1,-1 0,0 1,0-1,0 0,1 0,-1 1,0-1,1 0,-1 0,0 0,0 0,1 1,-1-1,0 0,1 0,-1 0,0 0,1 0,-1 0,1 0,-1 0,0 0,1 0,-1 0,0 0,1 0,-1 0,0 0,1 0,-1 0,0 0,1-1,-1 1,0 0,1 0,-1 0,0 0,0-1,1 1,0 4,1 6,2 0,-1 0,1 0,1-1,-1 1,2-1,-1 0,1-1,1 1,-1-1,2 0,-1-1,1 0,0 0,0 0,1-1,0 0,0-1,0 0,1-1,-1 0,1 0,3 0,3-1,1 0,0-1,-1-1,1 0,0-2,0 0,-1 0,1-2,-1 0,1-1,-1-1,0 0,-1-1,1-1,-1 0,-1-1,1 0,-1-2,-1 0,0 0,0-1,-1-1,0 0,-1 0,0-1,-1-1,-1 1,0-2,-1 1,0-2,6-23,-2-1,-2 0,-2 0,-1-1,-2 0,-2 0,-1 0,-3-1,-1-4,2 15,-2 0,0 1,-2-1,-1 1,-2 0,-1 0,-1 1,-1 0,-13-23,21 47,0 1,-1 0,1-1,-1 1,0 0,0 1,0-1,0 0,-1 1,0 0,1 0,-1 0,-1 0,1 1,0-1,0 1,-1 0,1 0,-1 1,0-1,0 1,1 0,-1 1,0-1,0 1,0 0,0 0,-2 0,1 2,0 0,0 1,0 0,1 0,-1 0,1 0,0 1,-1 0,2 0,-1 1,0-1,1 1,0 0,0 0,0 0,1 1,0-1,0 1,0 0,-38 121,34-87,1 0,3 0,1 1,2-1,1 0,3 1,1-1,2 0,1-1,3 0,1 0,1-1,3-1,1 0,1-1,6 4,-17-26,2-1,-1 0,2-1,0 0,0 0,1-1,0 0,1-1,0-1,1 0,0 0,0-1,1-1,0 0,0-1,1-1,-1 0,2 0,-9-5,0 0,0 0,0 0,0-1,0 0,0 0,0-1,0 0,0 0,-1 0,1-1,-1 0,0 0,0-1,0 0,0 0,-1 0,2-1,82-96,-26-7,-67 120,1 0,0 0,1 1,1-1,0 1,0-1,2 9,-1-17,1 0,-1 0,1 1,0-1,0 0,0 0,1 0,0 0,0 0,0-1,0 1,0 0,1-1,-1 0,1 1,0-1,0 0,0-1,0 1,1 0,-1-1,1 0,0 0,-1 0,3 1,5-1,0 0,0 0,-1-1,1 0,0-1,0-1,0 1,0-2,0 0,0 0,-1-1,1 0,-1 0,0-1,0-1,0 0,-1 0,1-1,-1 0,-1-1,1 0,-1 0,0-1,-1 0,0 0,0-1,0 1,-1-2,-1 1,0-1,0 0,2-6,-2-26,-6 42,1 0,-1 0,1 0,-1 0,1 0,-1 0,0 0,1 0,-1 0,1 1,-1-1,1 0,-1 0,0 0,1 1,-1-1,1 0,-1 1,1-1,0 0,-1 1,1-1,-1 1,1-1,0 1,-1-1,1 1,0-1,-1 1,1-1,0 1,0-1,0 1,-1-1,1 1,0-1,0 1,0 0,0-1,0 1,0-1,0 1,0 0,0-1,1 1,-1-1,0 1,0 4,-1-1,1 0,0 1,1-1,-1 0,1 0,0 1,0-1,0 0,1 0,-1 0,1 0,0 0,0 0,1-1,-1 1,1-1,-1 1,1-1,0 0,0 0,1 0,-1-1,1 1,0 0,5 2,0 1,1-2,-1 1,1-1,0-1,0 0,0 0,0-1,11 2,-11-3,1-1,0 1,0-2,-1 1,1-2,0 1,-1-1,0-1,1 0,-1 0,0-1,0-1,-1 1,1-2,-1 1,0-1,0-1,-1 1,0-1,0-1,-1 0,0 0,0 0,-1-1,0 0,0 0,-1 0,0-1,-1 0,3-8,-5 102,-2-74,1 0,0 0,1 0,0 0,1 0,-1-1,2 1,0-1,0 0,1 0,0-1,0 1,6 6,8 4</inkml:trace>
  <inkml:trace contextRef="#ctx0" brushRef="#br0" timeOffset="273.265">4162 355,'-11'12,"-4"3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4:40.21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274 0,'-20'21,"-14"20,-8 17,-3 18,0 20,7 21,9 20,12 15,14 11,14-1,16-7,15-14,15-17,7-21,6-21,-10-25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4:41.53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1 578,'0'-18,"2"0,0-1,1 2,1-1,1 0,0 1,2 0,-1 0,127-338,-106 292,-26 63,0 0,0 0,0 0,0 0,0 0,0 0,0 0,-1 1,1-1,0 0,0 0,0 1,0-1,-1 1,1-1,0 1,0-1,-1 1,1-1,0 1,-1-1,1 1,-1 0,1 0,-1-1,1 1,-1 0,1 0,-1-1,0 1,1 0,-1 0,0 0,0 0,1 0,-1-1,0 1,0 0,0 1,0-2,47 187,-31-113,11 74,-27-148,-1 0,1-1,0 1,-1 0,1 0,-1-1,1 1,-1 0,1 0,-1 0,1-1,-1 1,1 0,-1 0,1 0,-1 0,1 0,-1 0,1 0,-1 0,1 0,-1 0,1 1,-1-1,1 0,-1 0,1 0,-1 1,1-1,-1 0,1 0,0 1,-1-1,1 0,-1 1,1-1,0 1,-1-1,1 0,0 1,0-1,-1 1,1-1,0 1,0-1,0 1,-1-1,1 1,0-1,0 1,-6-15,1 0,0 0,0 0,2-1,0 1,0-1,1 0,1 0,1-2,1 15,0-1,1 0,0 0,-1 0,1 1,0-1,0 1,0-1,1 1,-1 0,1 0,-1 0,1 0,0 0,-1 1,1-1,0 1,0 0,0 0,0 0,0 0,1 0,-1 1,0-1,0 1,0 0,1 0,-1 0,0 0,0 1,0-1,1 1,-1 0,1 0,10 0,14 0,1-1,-1 0,0-3,1 0,-1-2,0 0,-1-3,1 0,-2-1,1-2,-1-1,7-5,20-39,-52 54,0 1,0-1,0-1,0 1,0 0,0 0,-1 0,1 0,-1 0,0-1,1 1,-1 0,0 0,0-1,-1 1,1 0,0 0,-1 0,1-1,-1 1,0 0,0 0,0 0,0 0,0 0,0 0,0 0,-1 1,1-1,0 0,-1 1,0-2,-5 0,1-1,0 1,-1 0,0 1,0 0,0 0,0 0,0 1,0 0,0 0,0 1,0 0,0 0,-1 0,1 1,0 0,0 1,0 0,0 0,1 0,-1 1,0 0,1 0,0 0,0 1,0 0,0 1,0-1,1 1,-5 5,7-7,0 1,0 0,0-1,1 1,-1 1,1-1,0 0,0 0,0 1,1-1,0 1,0 0,0-1,0 1,1 0,-1 0,1-1,0 1,1 0,-1 0,1-1,0 1,0 0,1-1,-1 1,1-1,0 1,0-1,1 0,-1 0,1 0,0 0,2 2,10 5,0 0,0-1,1-1,0-1,1 0,-1-1,2-1,-1 0,1-1,-1-1,1-1,0-1,1 0,16-1,54 1,-9-5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4:45.49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180 1,'-7'0,"-1"0,1 0,0 1,0-1,0 2,-1-1,1 1,0 0,1 0,-1 1,0 0,1 0,-1 1,1 0,0 0,0 0,1 1,-1 0,1 0,0 0,0 1,1-1,0 1,0 0,0 1,0-1,1 1,0-1,1 1,0 0,0 0,0 0,1 0,-1 7,2-8,1-1,0 1,0-1,1 0,-1 1,1-1,0 0,1 0,-1 0,1-1,0 1,0 0,0-1,1 0,0 0,0 0,0 0,0-1,0 1,1-1,-1 0,1-1,0 1,0-1,0 0,4 1,9 4,0-2,0 0,0-1,0-1,1-1,-1 0,8-2,-5 0,-1-1,1-1,-1-1,1-1,-1-1,0 0,0-2,-1 0,3-2,-14 5,0 0,1 0,-1-1,-1 0,1-1,-1 1,0-1,0-1,-1 1,0-1,0-1,0 1,-1-1,0 0,0 0,-1 0,-1 0,1-1,-1 0,0 0,0-3,-3 11,1 0,-1 0,1 0,-1 0,0 0,1 0,-1 0,0 0,0 0,0 0,1 0,-1-1,0 1,-1 0,1 0,0 0,0 0,0 0,-1 0,1 0,0 0,-1 0,1 0,-1 0,1 0,-1 0,0 0,1 0,-1 0,0 0,0 0,0 1,1-1,-1 0,0 1,0-1,0 1,0-1,0 1,0-1,0 1,0-1,-1 1,1 0,0 0,0 0,0 0,0 0,0 0,0 0,-1 0,1 0,0 0,0 0,0 1,0-1,-1 1,-1 3,-1 0,0 0,1 1,0-1,0 1,0 0,1 0,0 0,0 0,0 0,0 0,1 1,0-1,0 1,0-1,1 1,0-1,0 1,1 4,-1-3,1 0,0 1,1-1,0 0,0 0,0 0,1 0,0 0,0-1,1 1,0-1,0 0,0 0,1 0,0-1,0 0,0 0,1 0,0 0,0-1,0 0,0 0,1-1,0 0,-1 0,1 0,0-1,4 1,1 1,0-1,0-1,0 0,0 0,1-1,-1-1,0 0,1 0,-1-1,0-1,1 0,-1-1,0-1,-1 1,1-2,9-4,-13 3,0 0,0-1,-1 0,0 0,-1-1,1 0,-1 0,-1-1,0 1,0-1,0 0,-1-1,-1 1,1-1,-2 1,1-1,-1 0,-1 0,0 0,0 0,-1 0,-1-10,-4-21,5 40,0 1,0-1,0 0,0 0,0 0,0 0,-1 1,1-1,0 0,0 0,-1 1,1-1,-1 0,1 0,0 1,-1-1,1 0,-1 1,0-1,1 1,-1-1,1 1,-1-1,0 1,0-1,1 1,-1-1,0 1,0 0,1 0,-1-1,0 1,0 0,0 0,1 0,-1 0,0 0,0 0,0 0,0 0,1 0,-1 0,0 0,-2 3,0 0,0 0,1 0,0 0,-1 0,1 0,0 1,1-1,-1 1,0-1,1 1,0 0,0 0,0-1,0 1,1 0,-1 3,1 1,-1-1,1 1,0-1,1 0,0 1,0-1,0 0,1 0,0 0,0 0,1 0,0 0,0 0,1-1,0 0,0 1,0-1,1-1,0 1,0-1,0 0,1 0,1 1,9 6,2 0,-1 0,1-2,1 0,0-1,0-1,16 4,148 27,-101-29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4:42.68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0 860,'37'-33,"-1"-1,-2-2,-2-1,-1-2,-2-1,-2-1,-2-1,1-5,-12 16,-1-1,-1 0,-2 0,-1-1,-1 0,-2-1,-2 1,-1-1,-1 0,-2-18,-18-34,18 84,-1 0,0-1,0 1,0 0,0-1,0 1,0 0,0 0,-1 0,1 0,-1 0,0 1,1-1,-1 0,0 1,0-1,0 1,0-1,-1 1,1 0,0 0,0 0,-1 0,1 1,0-1,-1 1,1-1,-1 1,1 0,-1 0,1 0,-2 0,-1 2,-1 1,0 0,1 0,0 0,0 1,0 0,0 0,1 0,-1 1,1-1,0 1,0 0,1 0,-1 0,1 1,1-1,-1 1,1 0,-1-1,2 1,-2 6,-6 21,2 1,2 0,1 0,1 0,2 0,1 0,2 1,2-1,1 0,1 0,2-1,1 0,2 0,1-1,1-1,17 28,-22-42,0 0,1 0,1-1,0 0,1-1,1 0,0-1,1 0,1-1,0 0,0-2,2 1,-1-2,1 0,15 6,-27-14,0-1,1 0,-1 0,1-1,-1 1,1-1,0 0,-1-1,1 1,-1-1,1 1,-1-1,0-1,1 1,-1-1,0 1,0-1,0 0,0-1,0 1,0-1,-1 0,1 1,-1-2,1 1,-1 0,0-1,-1 1,1-1,-1 0,1-1,5-9,0-1,-1 0,-1 0,-1 0,0-1,-1 0,0 0,-1-3,6-128,-10 207,2-46,1 1,1-1,0-1,1 1,1 0,0-1,0 0,2 0,3 5,-8-14,0 0,1 0,0 0,-1-1,1 1,1-1,-1 0,1 0,-1 0,1 0,0-1,0 1,0-1,0 0,0 0,0 0,1-1,-1 0,1 0,-1 0,1 0,-1-1,1 1,0-1,-1 0,1-1,0 1,-1-1,1 0,-1 0,1 0,5-4,0-1,0 0,0 0,-1-1,0-1,0 1,-1-1,0-1,0 1,-1-2,0 1,-1-1,0 0,0 0,-1 0,-1-1,0 0,0 0,-1 0,0 0,0-4,1-3,0-1,-1 0,-1 1,-1-1,0 0,-2 0,0-1,1 20,-1 1,1-1,0 0,-1 0,1 1,0-1,-1 0,1 0,-1 0,1 0,0 0,-1 0,1 0,-1 0,1 0,0 0,-1 0,1 0,-1 0,1 0,0 0,-1 0,1 0,-1 0,1 0,0-1,-1 1,1 0,0 0,-1 0,1-1,0 1,-1 0,1 0,0-1,0 1,-1 0,1-1,0 1,0 0,-1-1,1 1,0-1,0 1,0 0,0-1,0 1,0-1,0 1,-1 0,1-1,0 1,0-1,1 1,-1 0,0-1,0 1,0-1,0 1,0 0,0-1,0 1,1 0,-1-1,0 1,0-1,1 1,-1 0,-14 31,11-21,0-1,1 1,0 0,1 0,0 0,0 0,1 0,0 0,1 0,0 0,1 0,0 0,0 0,1-1,1 1,-1-1,1 0,1 0,0 0,0 0,1-1,0 0,0 0,1-1,7 7,32 15,1-7</inkml:trace>
  <inkml:trace contextRef="#ctx0" brushRef="#br0" timeOffset="1828.139">1591 619,'-6'0,"-95"-6,98 6,0 1,1-1,-1 0,0 1,1 0,-1-1,1 1,-1 0,1 1,-1-1,1 0,0 1,-1-1,1 1,0 0,0-1,0 1,0 0,0 0,1 1,-1-1,1 0,-1 0,1 1,0-1,0 1,0-1,0 1,0 0,1-1,-1 1,1 0,0-1,-1 3,2 0,-1 0,1 0,0 0,1 0,-1 0,1 0,0 0,0 0,0-1,1 1,-1-1,1 0,0 1,1-1,-1-1,1 1,0 0,-1-1,2 0,1 2,93 49,-79-46,0-1,1-1,0-1,0-1,0 0,3-2,-16-1,0 0,0-1,-1-1,1 1,0-1,0 0,-1-1,1 0,-1 0,1-1,-1 1,0-2,0 1,0-1,0 0,-1 0,1-1,0-1,-1-2,0-1,-1 1,0-1,-1 1,0-1,0-1,-1 1,0 0,-1-1,0 0,-1 1,0-1,0 0,-1 0,0 0,-1 1,0-1,0 0,-1 0,-3-7,-1-61,6 76,1-1,-1 0,1 1,-1-1,1 1,0-1,0 0,0 1,1 0,-1-1,1 1,-1 0,1 0,0 0,-1 0,1 0,0 0,0 0,1 0,-1 1,0 0,0-1,1 1,-1 0,1 0,-1 0,1 0,0 0,-1 1,1-1,0 1,-1 0,1 0,0 0,-1 0,1 0,0 0,-1 1,4 0,12 0,1 0,-1 1,0 0,0 2,0 0,0 1,0 1,-1 1,0 0,-1 1,1 1,10 8,-19-10,-1 1,0 0,0 0,0 1,-1 0,-1 0,0 0,0 1,0-1,-1 1,-1 0,0 1,0-1,-1 0,0 1,0 5,12 44,-13-56,0 0,0-1,0 1,0-1,1 1,0-1,-1 0,1 1,0-1,1 0,-1 0,1 0,-1-1,1 1,0 0,0-1,0 0,0 0,0 0,0 0,1 0,-1-1,1 1,-1-1,1 0,2 0,12 0,0-1,-1-1,1 0,0-1,-1-2,1 1,-1-2,0 0,0-1,-1-1,0-1,0 0,0-1,-1 0,-1-2,1 1,-2-2,0 0,10-11,-17 18,0-1,0 1,-1-1,0 0,0-1,-1 1,1-1,-1 0,-1 0,1 0,-1 0,-1-1,1 1,-1-1,0 0,-1 1,1-9,-3 14,1-1,-1 1,0 0,0-1,0 1,0 0,0 0,0 0,0 0,-1 0,1 0,-1 0,0 0,0 0,1 1,-1-1,0 1,0-1,0 1,-1 0,1 0,0 0,0 0,-1 0,1 0,0 1,-1-1,1 1,-1-1,1 1,-1 0,-1 0,-3 0,0 0,-1 0,1 0,0 1,0 0,-1 1,1-1,0 2,0-1,-3 2,6-2,0 0,1 0,-1 0,1 0,0 1,-1-1,1 1,0 0,1 0,-1 0,0 0,1 0,0 1,0-1,0 1,0 0,0-1,1 1,0 0,-1 0,1 0,1 0,-1 0,1 0,-1 0,1 1,1-1,-1 0,0 0,1 0,0 0,0 0,0 0,0 0,1-1,0 1,-1 0,1-1,1 2,8 5,1 0,0 0,1-1,0 0,0-1,0-1,1 0,0-1,1 0,0-1,0-1,0-1,0 0,0 0,1-2,31 8,0-3,1-2,-1-2,1-2,-1-3,1-1,-1-2,0-3,-1-1,10-5,-48 13,1-1,-1 1,0-1,0-1,-1 1,1-2,-1 1,1-1,-1 0,-1 0,1-1,-1 1,0-2,0 1,-1-1,1 0,1-3,-6 7,-1 1,1-1,0 1,-1-1,1 1,-1-1,0 0,0 1,0-1,0 0,0 1,-1-1,1 1,-1-1,0 0,0 1,0-1,0 1,0 0,0-1,0 1,-1 0,0 0,1 0,-1 0,0 0,0 0,0 0,-2-1,-69-36,46 31,0 2,-1 0,0 2,0 1,0 1,0 2,-3 1,28-2,0 0,0 1,0 0,0 0,0 0,0 0,-1 0,1 1,0-1,0 1,0 0,0 0,0 0,0 0,1 0,-1 1,0-1,0 1,1 0,-1 0,1 0,0 0,0 0,0 1,0-1,0 0,0 1,0 0,1-1,-1 1,1 0,0 0,0 0,0 0,0 0,0 2,5 3,0 0,0 0,1 0,-1-1,2 0,-1 0,1 0,0 0,1-1,0 0,0-1,0 0,0 0,1 0,0-1,0 0,0 0,2 0,3 3,-1-1,2 0,-1-1,1 0,-1-1,1 0,0-1,1-1,-1 0,0-1,1 0,-1-1,1-1,-1-1,0 0,0 0,0-2,0 1,0-2,-8 1,-1 1,1-2,-1 1,0-1,0 1,0-2,-1 1,0 0,0-1,0 0,-1 1,0-1,0-1,0 1,-1 0,0-1,0 1,-1-1,0 0,0 0,0 1,-1-1,0-3,1 57,2-37,-1 0,2-1,-1 1,1-1,1 0,-1 0,1 0,1-1,0 0,0 0,1 0,-1-1,2 0,-1 0,1-1,0 0,0 0,1-1,0 0,0-1,0 0,0 0,1 0,-1-2,1 1,0-1,-5-2,0 1,0-1,0 0,0-1,0 1,0-1,0 0,0-1,0 1,0-1,-1 0,1 0,-1 0,1 0,-1-1,0 0,0 0,0 0,0-1,0 1,-1-1,0 0,0 0,0 0,0-1,55-118,-53 109,5-14,-6 12,1 1,1 0,0 0,1 0,1 1,0 0,1 0,0 1,11-12,-19 24,0 0,0 0,0 0,0 0,0 0,0 1,0-1,0 0,1 0,-1 1,0-1,0 1,1-1,-1 1,0 0,1-1,-1 1,0 0,1 0,-1 0,1 0,-1 0,0 0,1 0,-1 0,0 1,1-1,-1 0,0 1,1 0,-1-1,0 1,0-1,1 1,-1 0,0 0,0 0,0 0,0 0,0 1,27 51,-10 8,-3 0,-3 1,-3 1,1 45,23 139,-29-222,2 0,0 0,2-1,0 0,2 0,1-1,0 0,2-1,1-1,0 0,1 0,2-2,8 8,-24-25,0-1,0 1,0-1,1 1,-1-1,1 1,-1-1,1 0,-1 0,1 0,0 0,0 0,-1 0,1-1,0 1,0 0,0-1,0 1,0-1,0 0,0 0,0 0,0 0,0 0,0 0,0 0,0-1,0 1,0-1,-1 1,1-1,0 0,0 0,0 0,-1 0,1 0,0 0,-1 0,1-1,-1 1,0 0,1-1,-1 1,0-1,0 0,0 1,0-1,0 0,0 0,3-13,-1 0,0 0,-1 0,-1 0,0-1,-1 1,-1 0,0-1,-1 1,-1 0,-1 0,0 0,0 1,-1-1,-6-10,-11-27,-3 0,-1 2,-3 1,-1 2,-3 0,-2 2,-12-10,41 48,4 6,0 0,0 0,0 0,1-1,-1 1,0-1,1 1,-1-1,1 1,0-1,0 0,-1 1,1-1,0 0,0 0,1 0,-1 0,0 0,1 0,-1 0,1 0,-1-1,1 1,0 0,0 0,0 0,0 0,1 0,-1 0,0-1,1 1,0 0,-1 0,1 0,0 0,0 0,9-2,0 0,0 0,0 2,0-1,0 1,1 0,-1 1,1 1,-1-1,1 2,-1-1,7 2,-2-2,-1 1,0 0,0 1,0 0,0 1,0 1,0 0,-1 1,0 0,0 1,0 1,0 0,-1 0,-1 1,1 1,-1 0,-1 1,1 0,2 5,11 55,-23-68,0-1,0 1,1-1,-1 0,1 0,-1 0,1 0,-1 0,1 0,0 0,-1-1,1 1,0 0,0-1,0 0,-1 1,1-1,0 0,0 0,0 0,0 0,-1 0,1 0,0-1,0 1,0-1,-1 1,1-1,0 1,1-2,49-26,-48 25,0 0,0 0,0 0,-1-1,1 1,-1-1,0 0,0 0,-1 0,1 0,-1-1,0 1,0-1,0 1,-1-1,1 0,-1 0,0 0,-1 1,1-1,-1 0,0 0,0 0,-1 0,1 0,-1 0,0 0,0 1,-1-1,1 0,-1 1,0-1,-1 1,1 0,-1-1,-2-2,-1 0,-1 1,1 0,-1 0,0 1,-1 0,1 0,-1 0,0 1,0 0,0 1,-1 0,1 0,-1 1,0 0,0 1,1-1,-1 2,0-1,-2 1,5 0,0 0,1 0,-1 1,0 0,0 0,1 0,-1 0,1 1,-1 0,1 0,0 1,0-1,0 1,0 0,0 1,1-1,-1 1,1 0,0 0,0 0,0 1,1-1,0 1,-1 0,2 0,-1 0,1 0,-1 0,0 6,1-5,1 0,0 0,0-1,1 1,0 0,0 0,0 0,1 0,0 0,0-1,0 1,1 0,0-1,0 1,0-1,1 1,0-1,0 0,0 0,0-1,1 1,0 0,0-1,0 0,4 2,2 3,1-1,0-1,0 0,1 0,0-1,1-1,-1 0,1-1,0 0,9 1,20 3</inkml:trace>
  <inkml:trace contextRef="#ctx0" brushRef="#br0" timeOffset="2073.485">4773 258,'-18'-12,"-11"-3,-7 1,-2 2,1 9,7 8,8 9,8 8,9 8,9 7,10 5,1-5</inkml:trace>
  <inkml:trace contextRef="#ctx0" brushRef="#br0" timeOffset="2257.503">4666 673,'0'14,"2"8,6 4,3-4,9-2,8-5,11-5,12-9,11-9,11-8,-7-1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4:52.30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1 387,'18'3,"22"0,25 0,21 0,19-2,15-2,7-2,-2-2,-11 0,-18 0,-21-1,-23 1</inkml:trace>
  <inkml:trace contextRef="#ctx0" brushRef="#br0" timeOffset="331.114">643 0,'22'17,"1"-2,1 0,0-2,1 0,0-2,1-1,0-1,9 1,553 147,-582-155,6 1,-1 0,1 1,-1 1,1 0,-1 0,-1 1,1 1,-1 0,0 0,-9-6,0 0,0 1,0-1,0 0,-1 0,1 0,0 1,-1-1,1 1,-1-1,1 0,-1 1,0-1,1 1,-1-1,0 1,0-1,0 1,0-1,0 1,-1-1,1 0,0 1,-1-1,1 1,-1-1,1 0,-1 1,0-1,1 0,-1 1,0-1,0 0,0 0,0 0,0 0,0 0,0 0,0 0,-1 0,1-1,0 1,-1 0,0 0,-124 65,-220 97,334-156,0 0,0 0,1 1,1 0,-1 1,1 0,-2 4,-4 11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4:51.34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278 444,'-8'0,"-1"1,0 0,0 0,1 1,-1 1,1-1,0 1,0 1,0-1,0 1,0 1,1-1,0 1,0 1,0-1,0 1,1 1,0-1,0 1,0 1,-7 8,0 1,1 0,1 1,0 0,1 1,2 0,-1 1,2 0,1 0,1 0,0 1,2-1,0 1,1 0,1 0,1 8,0-20,0-1,1 0,0 0,0 0,1 1,0-1,0-1,0 1,1 0,1-1,-1 1,1-1,0 0,1 0,0 0,0-1,0 0,1 0,0 0,0-1,1 1,-1-1,1-1,0 0,0 0,1 0,-1-1,1 0,0 0,-1-1,1 0,1 0,-1-1,0 0,0 0,0-1,1 0,-1-1,5 0,-1-3,0 0,0-1,0 0,-1-1,0 0,0-1,-1 0,1 0,-2-1,1-1,-1 0,0 0,-1-1,0 0,-1 0,3-5,7-13,-1-1,-1-1,-2 0,-1-1,6-26,4-25,-4-1,-3-1,-5-1,0-57,-17 11,6 125,-1 0,1 0,-1 0,0 0,0 1,-1-1,0 1,0-1,0 1,0 0,-1 0,0 1,0-1,0 1,-1 0,0 0,1 0,-1 1,-1-1,0 1,0 0,-2 0,1 1,0 0,0 0,-1 1,1 0,-1 1,1-1,-1 1,0 1,1-1,-1 1,1 1,0-1,-1 1,1 0,0 1,0 0,-5 3,-3 1,1 1,1 1,0 0,0 1,0 0,1 1,1 0,-10 13,6-2,1 1,0 1,2 0,1 1,1 1,2-1,0 1,1 1,2-1,1 1,1 0,1 0,1 0,2 0,3 26,1-18,1 0,2 0,1-1,2 0,1 0,1-1,2-1,2 0,1-1,13 16,4 2,2-2,3-1,1-2,3-2,42 31,-55-48</inkml:trace>
  <inkml:trace contextRef="#ctx0" brushRef="#br0" timeOffset="384.103">774 1152,'-2'6,"1"0,1 1,-1-1,1 0,0 1,1-1,-1 0,1 0,1 1,-1-1,1 0,0 0,0 0,1-1,-1 1,1 0,1-1,-1 0,1 0,0 0,0 0,0 0,1-1,0 0,0 0,0 0,0-1,0 1,1-1,-1-1,1 1,2 0,2 1,0-1,0 1,0-2,0 0,0 0,0 0,1-2,-1 1,1-1,-1-1,0 0,1 0,-1-1,0 0,0-1,0 0,0 0,0-2,-1 1,0-1,0 0,0-1,0 0,-1 0,0-1,0 0,-1 0,0-1,0 0,-1 0,1-3,-2 2,-1-1,-1 0,0 0,0 0,0 0,-2 0,1 0,-1-1,-1 1,0-1,0 1,-1 0,0-1,-1 1,0 0,-1 0,0 0,-1 0,0 0,0 1,-1-1,0 1,-1 1,0-1,0 1,-1 0,0 0,0 1,-1 0,0 0,0 0,0 1,-1 1,0 0,0 0,-6-2,7 4,0 0,-1 0,1 1,-1 0,1 0,-1 1,0 0,0 1,0 0,1 0,-1 1,0 0,0 1,1-1,-1 2,1-1,0 1,-1 1,1-1,1 1,-1 1,0 0,1 0,0 0,0 1,1 0,0 0,0 0,0 1,1 0,0 0,0 1,0-1,1 1,0 0,1 0,0 1,0-1,1 0,0 1,1 0,-1 5,2-2,1-1,1 0,0 1,0-1,1 0,0 0,1 0,1-1,2 6,20 34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4:46.64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161 991,'59'-80,"-24"34,-2-1,-3-1,-1-2,-1-4,-15 25,-1-1,-1 0,-2-1,-1 0,-2-1,-1 1,-1-1,-2 0,-1 0,-2 0,-1 0,-1 0,-2 0,-6-23,-19-4,30 59,0-1,-1 0,1 1,-1-1,1 1,-1-1,1 1,-1-1,1 1,-1-1,1 1,-1-1,0 1,1 0,-1-1,0 1,1 0,-1 0,0-1,1 1,-1 0,0 0,0 0,1 0,-1 0,0 0,1 0,-1 0,0 0,0 1,1-1,-1 0,0 0,1 0,-1 1,0-1,1 0,-1 1,1-1,-1 1,0-1,1 1,-1-1,1 1,-1-1,1 1,0-1,-1 1,1 0,0-1,-1 1,1 0,0-1,0 1,-1 0,1-1,0 1,0 0,0 0,-10 48,9 6,2 0,2 0,3-1,2 3,4 33,-2 35,18 109,-27-227,0-1,0 1,1-1,0 1,0-1,1 0,-1 0,1 0,1 0,-1 0,1 0,0-1,0 0,1 0,0 0,0 0,0-1,0 0,1 0,-1 0,1-1,0 0,0 0,0 0,0-1,1 0,-1 0,5 0,60-8,-42-3</inkml:trace>
  <inkml:trace contextRef="#ctx0" brushRef="#br0" timeOffset="272.313">0 456,'25'-2,"27"-2,27 1,20 1,16 0,10 4,-4 7,-22 3</inkml:trace>
  <inkml:trace contextRef="#ctx0" brushRef="#br0" timeOffset="1357.952">829 1030,'10'-14,"-1"-1,0-1,-1 0,-1 0,0 0,-1-1,-1 1,0-2,-2 1,0 0,-1-1,0 1,-2-1,0 0,-1-2,-4 2,5 18,0 0,0 1,0-1,1 0,-1 0,0 0,0 0,1 0,-1 0,0 0,0 1,1-1,-1 0,0 0,0 0,1 0,-1 0,0 0,0 0,1 0,-1 0,0-1,0 1,1 0,-1 0,0 0,0 0,1 0,-1 0,0 0,0-1,0 1,1 0,-1 0,0 0,0 0,0-1,1 1,-1 0,0 0,0-1,124 44,-14-9,-106-32,-1 0,1 0,-1 1,1-1,-1 1,0 0,0 0,-1 0,1 0,0 0,-1 1,0-1,0 1,0-1,0 1,-1 0,1 0,-1 0,0 0,0 0,0 0,-1 0,1 0,-1 0,0 0,0 0,-1 0,1 1,-1-1,0 0,-1 3,-5 27,-4 70,11-101,0 1,1 0,0 0,0-1,0 1,0-1,1 1,-1-1,1 1,0-1,0 0,0 0,1 0,-1 0,1 0,-1 0,1-1,0 1,0-1,0 0,0 0,1 0,-1 0,1-1,2 2,17 3,1-1,0-1,0-1,1-1,-1-1,1-1,-1-1,0-1,0-1,0-2,0 0,0-2,1 3,-1-2,1-1,-1-1,-1-1,0-1,0 0,-1-2,-1-1,1-1,-2-1,12-10,-30 23,0 0,1 0,-1 1,0-1,0-1,0 1,0 0,0-1,-1 1,1-1,-1 1,1-1,-1 1,0-1,0 0,0 0,0 0,-1 0,1 0,-1 0,0 1,0-1,0 0,0 0,0 0,-1 0,1 0,-1 0,0 0,0 0,0 1,0-1,0 0,-1 1,1-1,-1 1,-1-2,-7-2,1 1,-1 1,-1 0,1 0,-1 1,1 1,-1 0,0 0,0 1,0 0,0 1,0 0,0 1,0 0,-1 1,7-3,1 1,-1 0,1 1,-1-1,1 1,0 0,-1 0,1 0,0 1,-1-1,1 1,0 0,0 0,0 1,1-1,-1 1,0 0,1-1,0 2,0-1,0 0,0 1,0-1,1 1,-1 0,1 0,0 0,0 0,1 0,-1 1,1-1,0 0,0 1,0-1,1 1,0-1,0 3,1-2,1 0,0 0,0 0,0 0,1-1,0 1,0-1,0 0,0 0,1 0,-1 0,1-1,0 1,0-1,1 0,-1 0,1 0,-1-1,1 0,0 0,0 0,4 1,2 1,1-2,-1 1,0-1,1-1,-1 0,0-1,1 0,-1-1,1 0,1-1,-6 1,-1 0,1-1,-1 0,1 0,-1-1,0 0,0 0,0 0,0-1,-1 0,1 0,-1 0,0-1,0 0,-1 0,1 0,-1 0,0-1,-1 1,1-1,-1 0,0 0,0-1,-1 1,0-1,0 1,-1-1,0 1,0-1,0 0,-1 0,0 1,0-1,-1 0,0-2,-18-25,18 34,0-1,1 1,-1 0,0 0,0-1,1 1,-1 0,0 0,0 0,0 0,1 0,-1 0,0 0,0 0,0 0,1 1,-1-1,0 0,0 0,1 1,-1-1,0 1,0-1,1 0,-1 1,0-1,1 1,-1-1,1 1,-1 0,1-1,-1 1,1 0,-1-1,1 1,0 0,-1-1,1 1,0 0,0 0,-1 0,1-1,0 1,0 0,0 0,0 0,-2 5,0 0,0 0,1 0,0 0,0 1,0-1,1 0,0 1,0-1,1 0,-1 0,2 1,-1-1,1 0,-1 0,2 0,-1 0,1-1,-1 1,2 0,-1-1,1 0,-1 0,1 0,1 0,-1-1,1 0,0 0,0 0,0 0,0-1,1 1,-1-2,1 1,0 0,0-1,0 0,0 0,3 0,0-1,-1 1,1-1,0-1,0 1,0-1,-1-1,1 0,0 0,-1-1,1 0,0 0,-1-1,0 0,0-1,0 0,0 0,-1 0,1-1,-1 0,0-1,0 0,-1 0,0 0,0-1,0 1,-1-1,0-1,-1 1,1-1,-1 0,-1 0,0 0,0 0,0-1,-1 1,0-5,-1 9,0 0,0 0,0-1,-1 1,0 0,0-1,0 1,-1 0,1 0,-1-1,0 1,0 0,-1 0,-1-4,2 8,0 1,0-1,0 0,0 1,0-1,0 1,0-1,1 1,-1-1,0 1,0 0,0-1,1 1,-1 0,0 0,1 0,-1-1,1 1,-1 0,1 0,-1 0,1 0,-1 0,1 0,0 0,0 0,0 0,-1 0,1 0,0 0,0 0,0 0,0 0,1 1,-3 4,1 0,0 0,0 0,1 1,0-1,0 0,0 1,1-1,0 0,0 0,0 1,1-1,0 0,0 0,1-1,0 1,0 0,0-1,0 0,1 0,0 0,0 0,0 0,1-1,0 0,0 0,0 0,0 0,0-1,1 0,-1 0,1-1,0 1,0-1,0 0,0-1,0 0,1 1,0-2,-1 0,0 0,0 0,0-1,0 1,0-2,0 1,0-1,0 1,0-2,0 1,-1-1,1 1,-1-2,0 1,0 0,0-1,0 0,-1 0,1-1,-1 1,0-1,-1 0,1 0,-1 0,0 0,0-1,0 0,-1 1,0-1,0 0,-1 0,1 0,-1-5,1 4,-1 0,0-1,-1 1,0 0,0 0,0 0,-1 0,0 0,-1 0,1 0,-1 0,-3-6,5 13,-1 0,0-1,1 1,-1 0,1-1,-1 1,1 0,-1 0,0-1,1 1,-1 0,0 0,1 0,-1 0,0 0,1 0,-1 0,0 0,1 0,-1 0,0 1,1-1,-1 0,1 0,-1 0,0 1,1-1,-1 0,1 1,-1-1,1 1,-1-1,1 0,-1 1,1-1,-1 1,1-1,0 1,-1 0,1-1,0 1,0-1,-1 1,1 0,0-1,0 1,0 0,0-1,0 1,-1-1,1 1,0 0,1-1,-1 1,0 0,0-1,0 1,0 0,1 0,-3 6,0 0,1 1,0-1,0 0,1 1,0-1,1 1,-1-1,1 1,1-1,0 0,-1 0,2 0,-1 0,1 0,1 0,-1 0,1-1,0 0,0 0,1 0,0 0,0-1,0 1,1-2,-1 1,1 0,0-1,2 0,32 16,-1-6</inkml:trace>
  <inkml:trace contextRef="#ctx0" brushRef="#br0" timeOffset="1985.058">2807 682,'11'0,"-1"0,1 0,-1 1,1 0,-1 1,0 0,0 0,0 1,0 1,0-1,-1 2,1-1,-1 1,0 1,-1 0,1 0,-1 1,0 0,-1 0,0 0,0 1,0 0,-1 1,-1 0,1 0,-1 0,-1 0,0 1,0 0,-1-1,0 1,1 6,2 25,-1 0,-1 0,-3 0,-2 1,-1-1,-2 0,-2 0,-1 0,-9 23,7-20,-5 26,0-10,4 0,1 1,4-1,2 13,2-65,1 0,0 0,1 0,0 0,0 0,1 0,0-1,0 1,1 0,0-1,0 0,0 1,1-1,0-1,1 1,0 0,0-1,0 0,1 0,-1-1,1 0,1 0,-1 0,1 0,0-1,2 1,-1-3,1 1,-1-2,1 1,0-1,-1 0,1-1,0 0,-1 0,1-1,0 0,-1-1,1 0,-1 0,1-1,-1 0,0 0,0-1,-1 0,1-1,-1 1,0-1,0-1,0 1,-1-1,0 0,0-1,0 0,-1 1,0-2,0 1,-1-1,0 1,0-1,0-4,1-13,0 0,-2 0,-1 0,-2 0,0 0,-1 0,-2 0,0 0,-2 0,-1 0,0 1,-2 0,-1 0,-1 1,-4-7,-2-8,-1 1,-2 1,-1 0,-1 2,-3 0,0 2,-2 0,-2 2,-1 1,-1 1,-15-10,-5-4,50 41,0 1,1-1,-1 0,0 0,0 0,0 1,1-1,-1 0,0 0,1 0,-1 1,0-1,1 0,-1 1,1-1,-1 0,1 1,0-1,-1 1,1-1,0 1,-1-1,1 1,0-1,-1 1,1-1,0 1,0 0,0 0,-1-1,1 1,0 0,0 0,0 0,0 0,-1 0,1 0,0 0,0 0,0 1,2-2,159-30,144-7,-285 36,-12 0,0 1,0 0,0 1,-1 0,1 0,0 1,0 0,0 1,2 1,-8-1,-1 0,0 0,0 1,0-1,0 1,-1-1,1 1,0 0,-1 0,0 0,0 0,0 0,0 0,-1 0,1 0,-1 0,1 0,-1 0,0 0,0 1,-1-1,1 0,-1 0,0 3,0 10,2-8,-2-2,0 1,1-1,-1 1,2-1,-1 1,1-1,0 0,0 1,0-1,1 0,0 0,1 0,-1 0,1 0,0 0,1-1,-1 1,1-1,0 0,0 0,1-1,2 3,5-3</inkml:trace>
  <inkml:trace contextRef="#ctx0" brushRef="#br0" timeOffset="2257.328">3503 536,'9'2,"3"1</inkml:trace>
  <inkml:trace contextRef="#ctx0" brushRef="#br0" timeOffset="2584.454">3957 1,'-23'96,"22"-84,-5 107,4 1,7 0,4-1,12 47,-16-128,-4-31,8 74,4 0,11 29,-24-106,1 0,-1 0,1-1,0 1,0 0,0 0,0-1,1 1,-1 0,1-1,0 0,0 1,0-1,1 0,-1 0,1 0,0 0,0-1,0 1,0-1,0 1,0-1,1 0,-1-1,1 1,-1 0,1-1,0 0,3 1,2-5,0 1,1-2,-1 1,-1-1,1-1,0 1,-1-1,0-1,0 0,-1 0,0 0,0-1,0 0,-1 0,0-1,73-117,-54 79,-25 89,-1-37,1-1,-1 1,1 0,0-1,1 1,-1-1,1 1,0-1,0 1,1-1,0 1,0-1,0 0,1 0,-1 0,1 0,0-1,1 1,-1-1,1 0,0 0,0 0,0 0,0 0,1-1,0 0,-1 0,1 0,0-1,0 0,5 2,22 0,-3-6</inkml:trace>
  <inkml:trace contextRef="#ctx0" brushRef="#br0" timeOffset="2877.699">4559 723,'-16'-5,"-12"-1,-6 1,-1-2,-2 0,5 2</inkml:trace>
  <inkml:trace contextRef="#ctx0" brushRef="#br0" timeOffset="3079.019">4065 509,'13'0,"14"0,14 0,11 0,12 0,10 0,5 0,-10 0</inkml:trace>
  <inkml:trace contextRef="#ctx0" brushRef="#br0" timeOffset="3080.019">4840 963,'0'16,"0"8,2 4,1-1,2-4,1-4,-2-8,0-5</inkml:trace>
  <inkml:trace contextRef="#ctx0" brushRef="#br0" timeOffset="3292.449">4827 496,'-7'-16,"-2"-8,0 3,4 10,8 13,7 15,9 15,2 1</inkml:trace>
  <inkml:trace contextRef="#ctx0" brushRef="#br0" timeOffset="3755.239">5080 897,'18'-14,"-1"-1,0-1,-1 0,-1-1,0 0,-2-1,0-1,-1 0,-1-1,0 0,-2-1,0 0,2-12,4-18,-3-1,-1 0,-3-1,-2 0,-3-10,0 26,-1 0,-3-1,-1 0,-2 1,-4-16,9 51,-1-1,0 0,-1 1,1-1,0 0,-1 1,1-1,-1 1,0-1,0 1,0-1,0 1,0-1,-1 1,1 0,-1 0,1 0,-1 0,0 0,0 0,0 0,0 0,0 1,0-1,-1 1,1-1,0 1,-1 0,1 0,-1 0,1 0,-1 1,0-1,1 1,-1 0,1-1,-1 1,0 0,0 0,1 1,-1-1,-1 1,-5 5,-1 1,1 0,0 1,0 0,1 0,0 1,1 0,-1 0,2 0,-1 1,2 1,-1-1,1 1,1-1,-1 3,-9 20,0 1,2 1,2 0,1 0,2 1,1 0,2 0,2 1,1-1,1 1,3-1,1 0,6 27,-6-47,1 1,1-1,0 0,1 0,1-1,0 0,1 0,1-1,10 13,-15-21,1 0,0-1,0 1,0-1,1 0,0 0,0-1,0 0,1-1,-1 1,1-1,0-1,-1 1,1-1,1-1,-1 1,0-2,0 1,0-1,1 0,4-1,-1-1,0-1,0 0,0-1,0-1,-1 0,1 0,-1-1,-1 0,1-1,-1 0,0-1,0 0,-1 0,-1-1,1-1,-1 1,-1-1,0-1,0 1,-1-1,0 0,-1-1,0 1,-1-1,0 0,0-5,-3 15,0-1,0 1,0-1,0 0,-1 1,1-1,-1 0,0 1,0-1,0 0,0 0,0 1,-1-1,1 0,-1 1,1-1,-1 0,0 1,0-1,0 1,-1 0,1-1,-1 1,1 0,-1 0,0-1,1 1,-1 1,0-1,0 0,-1 0,1 1,0-1,-1 1,1 0,0 0,-1 0,0 0,1 0,-1 0,1 1,-3-1,-3 3,1 0,0 1,0 0,0 0,0 1,0 0,1 0,-1 0,1 1,0 0,1 0,-1 0,1 1,0 0,0 0,1 0,0 1,0 0,0 0,1 0,0 0,0 0,1 0,0 1,0-1,0 5,1-4,0 1,0-1,0 1,1-1,0 1,1-1,0 1,0-1,1 1,0-1,0 0,1 0,0 0,0 0,1 0,0-1,1 1,0-1,0 0,0-1,1 1,0-1,0 0,0-1,4 3,9 6,0-1,1 0,0-2,1-1,0 0,1-1,0-2,21 6,46 5,-7-7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4:53.17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488 801,'-17'-5,"0"1,0 1,0 0,0 1,-1 1,1 1,0 0,-1 1,1 1,0 1,0 0,0 1,0 1,1 1,0 0,0 1,0 0,1 2,0 0,-6 5,9-3,0 1,1 0,0 0,1 1,0 1,1 0,0 0,2 1,-1-1,2 2,0-1,1 1,0 0,2 0,0 0,0 1,2-1,0 1,0-1,2 1,0-1,1 1,1-1,0 0,1 0,1 0,1 0,0-1,8 15,-9-23,1 0,0 0,0 0,0-1,1 0,0 0,0-1,1 1,-1-1,1-1,0 0,0 0,1-1,-1 0,1 0,0-1,0 0,0 0,0-1,0 0,0-1,0 0,0 0,0-1,4-1,8-1,0-2,-1 0,0-1,0-1,0-1,-1 0,0-2,0 0,-1-1,8-8,-3-1,-1-1,-1-1,-1 0,-1-2,-1-1,-1 0,-2-1,0-1,-2 0,0-1,-2 0,-2-1,0 0,-2 0,-1-1,-1 0,-2 0,-1-1,-2 1,0 0,-5-24,4 38,0 1,-1 1,-1-1,0 0,-1 1,-1-1,0 1,-1 0,-1 1,0-1,0 1,-1 1,-1 0,0 0,-1 0,-1 1,1 1,-1 0,-1 0,0 1,-1 0,1 1,-1 1,-1 0,0 1,1 0,-2 1,1 1,-1 0,-1 1,5 1,0 1,0 1,-1 0,1 0,0 1,-1 1,1 0,0 0,0 1,0 0,1 1,-1 1,1-1,0 2,0-1,0 1,1 1,0 0,0 0,1 1,0 0,0 0,1 1,0 0,0 0,1 1,1 0,-1 0,2 0,-1 1,1-1,1 1,0 0,1 0,0 0,0 8,1 0,2-1,0 1,0-1,2 1,0-1,2 0,0 0,0 0,2-1,0 0,1 0,5 6,20 35,3-3,3 0,5 1,40 47,-43-54,-1 0,-2 3,-3 1,-2 2,7 20,-33-59,-2-1,0 1,0 1,-1-1,-2 1,1-1,-2 1,0 0,-1 0,-1 0,0-1,-1 1,-1 0,2-7,3-10</inkml:trace>
  <inkml:trace contextRef="#ctx0" brushRef="#br0" timeOffset="400.934">1009 1536,'0'23,"-1"-2,1-1,1 1,1-1,1 1,4 12,-6-28,1 0,0 0,0 0,0 0,1 0,-1 0,1 0,0-1,1 0,-1 1,1-1,0-1,0 1,0 0,1-1,-1 0,1 0,-1 0,1-1,0 1,0-1,0-1,3 2,-1-1,0 0,0-1,-1 0,1 0,0 0,1-1,-1 0,0 0,0-1,0 0,0 0,-1 0,1-1,0 0,0-1,-1 0,1 1,-1-2,0 1,0-1,0 0,-1 0,1-1,-1 0,0 0,0 0,-1 0,0-1,0 0,0 0,0 0,-1 0,0 0,0-1,-1 0,2-5,-2 4,-1-1,1 1,-2 0,1-1,-1 0,0 1,-1-1,0 1,0-1,-1 1,0 0,0 0,-1 0,0 0,0 0,-1 0,0 1,-1-1,0 1,0 0,0 1,-1-1,0 1,0 0,0 1,-1-1,0 1,0 1,0-1,-1 1,0 0,1 1,-1 0,0 0,-1 1,1 0,0 0,-1 1,-7-1,5 2,0 1,0-1,0 2,0-1,1 2,-1-1,1 2,-1-1,1 1,0 1,1 0,-1 0,1 1,0 0,0 0,1 1,-2 2,5-4,-1 0,1 1,1 0,-1 0,1 0,0 0,0 0,1 1,0 0,0 0,0 0,1 0,0 0,0 0,1 0,0 1,1-1,-1 1,1-1,1 0,-1 1,1-1,0 0,1 1,1 1,14 33</inkml:trace>
  <inkml:trace contextRef="#ctx0" brushRef="#br0" timeOffset="863.757">862 373,'23'0,"21"0,19 0,14 0,11 0,3 0,-1 0,-11 0,-15 0,-19 0</inkml:trace>
  <inkml:trace contextRef="#ctx0" brushRef="#br0" timeOffset="1108.107">1210 132,'-2'14,"-2"18,1 21,1 23,3 19,5 18,3 10,-1 5,-2-20</inkml:trace>
  <inkml:trace contextRef="#ctx0" brushRef="#br0" timeOffset="3777.864">2065 12,'7'-7,"4"3,6 8,3 15,6 23,7 28,6 36,-1 32,-5 33,-10 27,-14 21,-19 13,-21 2,-21-7,-22-9,-21-15,-22-19,9-42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5:35.40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5:56.12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373 246,'-5'0,"0"1,1-1,-1 1,0 0,1 0,-1 0,0 1,1-1,0 1,-1 0,1 0,0 1,0-1,0 1,0 0,1 0,-1 1,1-1,-1 1,1-1,1 1,-1 0,0 0,1 0,0 1,0-1,0 0,-1 5,-10 29,2 1,2 0,1 0,2 1,1 18,1-28,-8 63,4 1,4 1,4-1,4 0,5 5,-9-83,2 0,0 0,1 0,1-1,0 1,1-1,0 0,2-1,0 1,0-1,1 0,1-1,0 0,1 0,0-1,1-1,1 0,-1 0,2-1,3 2,178 55,-149-53,1-3,-1-1,26 0,105 25,-146-26,4 2,0-2,0-1,0-1,32 1,224-9,-266-2,0-2,0 0,-1-1,0-1,0-2,14-7,24-7,1 2,-29 11,-1-2,0-1,0-1,20-13,-36 18,0-1,0 0,-1-2,0 1,-1-2,-1 0,0 0,0-1,-1-1,-1 0,-1-1,0 0,-1 0,0-1,2-19,-2-1,-1 0,-2 0,-1 0,-2-1,-1-31,1-3,1-267,-4 319,-1-1,-1 1,-1 0,0 0,-2 0,0 1,-1-1,-1 1,-1 0,-1 1,0 0,-1 0,-1 1,-1 1,0-1,-1 2,-1 0,-1 0,-12-10,-2 2,0 0,-2 2,0 2,-2 0,0 3,0 0,-2 2,0 2,-28-6,-45 1,0 6,-1 4,0 5,-45 7,-156 27,172-8,1 6,-28 14,115-30,28-9,0 2,1 1,-1 0,2 2,-1 0,1 1,-4 5,17-11,-1 1,1 0,0 1,0 0,1 0,0 0,0 1,1 0,0 0,0 0,1 1,0-1,0 1,1 0,0 1,1-1,0 0,0 6,4 47,3-36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5:57.59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0 227,'11'46,"35"94,-43-134,1 1,-1-1,1 0,1 0,-1-1,1 1,0-1,1 0,-1-1,1 1,0-1,0 0,0 0,1-1,-1 0,1 0,0 0,6 1,-4-2,0-1,0 0,0-1,0 0,0 0,-1-1,1 0,0 0,0-1,-1 0,1-1,-1 0,1 0,-1-1,0 0,0 0,-1-1,1 0,-1 0,0-1,-1 0,1 0,-1-1,0 1,-1-1,0-1,0 1,0-1,-1 0,0 0,-1 0,0 0,0-1,0 1,-1-1,0-6,0 0,-1-1,0 1,-1 0,-1-1,-1 1,0 0,-1 0,0 0,-1 0,-1 1,-1-1,0 1,0 0,-2 1,1 0,-2 0,0 0,0 1,-10-9,17 18,0 0,-1 1,1-1,0 1,-1-1,0 1,0 0,0 0,0 0,0 0,0 1,0-1,0 1,-1 0,1 0,-1 0,1 0,0 1,-1-1,0 1,1 0,-1 0,1 0,-1 1,1-1,-1 1,1 0,0 0,-1 0,1 0,0 0,-1 1,1 0,0-1,0 1,0 1,-5 6,0 0,0 1,1 0,0 0,1 1,0-1,1 2,0-1,0 1,4-11,-17 43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5:58.16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98 217,'-5'5,"1"-1,0 1,0 0,1-1,-1 2,1-1,0 0,1 1,-1-1,1 1,0 0,0 0,1-1,0 1,0 0,0 1,1-1,0 0,0 0,0 0,1 0,0 0,0 0,1 0,0 0,0-1,0 1,0 0,1-1,0 0,0 1,1-1,-1 0,1-1,0 1,0-1,1 0,0 1,3 1,0-1,0 0,1 0,-1-1,1 0,0 0,0-1,0-1,1 1,-1-1,1-1,-1 0,1 0,0-1,-1 0,1-1,-1 0,1 0,-1-1,1 0,-1-1,0 0,0-1,0 1,0-2,-1 1,0-1,0-1,0 1,0-1,-1-1,0 1,-1-1,1-1,-1 1,0-1,-1 0,0 0,0 0,2-9,-3 4,-1 0,0 0,-1 0,0 0,-1 0,-1-1,0 1,-1 0,0-1,-1 1,0 0,-2 0,1 0,-1 1,-1-1,-4-7,6 13,-1 0,0 0,0 0,0 1,-1 0,0 0,0 0,0 0,-1 1,0 0,0 0,0 0,-1 1,0 0,0 0,0 1,0 0,0 0,-1 0,1 1,-1 0,1 1,-1 0,0 0,0 1,0-1,1 2,-6 0,-1 2,0 0,1 1,0 1,0 0,0 1,0 0,1 1,0 1,1 0,-1 0,2 1,-1 0,1 1,0 0,1 1,1 0,-1 1,-23 34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6:00.47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0 123,'11'27,"-8"223,-13-130,10-119,-1 1,1-1,1 1,-1-1,0 1,0-1,0 1,1-1,-1 1,1-1,-1 1,1-1,0 0,-1 1,1-1,0 0,0 1,0-1,0 0,0 0,0 0,0 0,0 0,1 0,-1 0,0-1,1 1,-1 0,0-1,1 1,-1-1,1 1,-1-1,1 1,-1-1,1 0,-1 0,1 0,-1 0,1 0,-1 0,1-1,-1 1,1 0,0-1,504 49,-503-47,-1-1,1 1,-1-1,0 0,1 0,-1 0,1 0,-1-1,0 1,1 0,-1-1,0 0,1 0,-1 0,0 0,0 0,0 0,0 0,0-1,0 1,0-1,0 1,0-1,-1 0,1 0,-1 1,1-1,-1-1,0 1,0 0,0 0,0 0,0 0,0-1,0 1,30-101,-4-1,-4-1,3-62,-25 164,-1 1,1 0,0 0,0 0,-1-1,1 1,-1 0,0 0,0-1,0 1,0 0,0-1,0 1,0 0,-1 0,1-1,-1 1,0 0,0 0,0 0,0 0,0 0,0 0,0 0,0 0,-1 0,1 1,-1-1,0 0,1 1,-1-1,0 1,0 0,0 0,-1-1,-114-2,78 6,-391 3,424-5,5 0,-1 1,1-1,-1 0,1 0,-1 0,1 0,-1 0,1 0,-1 0,1-1,-1 1,1-1,-1 1,1-1,-1 1,1-1,0 0,0 1,-1-1,1 0,0 0,0 0,0 0,-1-1,0-4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6:07.469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6:09.56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281 206,'-14'24,"-33"65,4 1,-9 38,36-89,3 0,1 0,1 1,3 1,1 0,2 0,2 0,2 0,1 1,3-1,1 0,2 0,1 0,3-1,8 22,-11-46,1 0,0-1,1 0,1 0,0-1,1 0,1-1,0 0,0-1,2-1,-1 0,1 0,1-2,0 1,0-2,1 0,0-1,9 2,65 22,1-5,34 3,29 8,-102-24,2-3,-1-2,1-2,44-1,248-25,-312 17,0 0,3 1,0-2,1-1,-2-2,1-2,17-7,22-16,-3-3,0-3,5-8,-65 37,0 0,-1 0,0-1,-1-1,0 0,0 0,-1-1,-1 0,0-1,0 0,-2-1,1 1,-2-2,0 1,-1-1,0 1,-1-1,0-4,7-28,-3 0,-1 0,-3-1,-2 0,-2 0,-2-2,-4 9,-2 0,-2 1,-1 0,-6-10,-28-107,44 142,-1 0,0 1,-1-1,-1 1,0 0,-1 0,0 0,-1 1,-1 0,0 0,-1 0,0 1,-1 0,0 1,-1 0,-1 0,1 1,-10-6,-3 4,-1 2,-1 0,1 2,-1 1,-1 1,1 1,-22-2,-15-3,-118-31,96 21,0 2,-1 5,-58-2,41 12,0 4,1 4,-1 5,-22 8,86-11,0 2,0 2,1 1,0 2,1 2,1 1,0 2,2 1,0 2,1 1,2 1,-15 16,-90 110,95-101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6:14.66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579 101,'-1'59,"-2"0,-2-1,-5 10,7-51,0 0,-1 0,-1-1,-1 0,0 0,-1 0,-1-1,0 0,-3 3,7-15,-1 0,1 0,-1 0,1-1,-1 1,0-1,0 0,0-1,0 1,-1-1,1 0,0 0,0-1,-1 1,1-1,0-1,-1 1,1-1,0 0,-5-1,-17 1,-132-8,17 1,139 7,0 0,0 1,0-1,0 0,0 0,1 0,-1-1,0 1,1-1,-1 1,1-1,-1 0,1 0,0 0,0 0,0 0,0-1,0 1,1-1,-1 1,1-1,-1 1,1-1,0 0,0 0,0 0,1 0,-1 0,0 1,1-1,0 0,0 0,0 0,0 0,1-3,1-43,3-1,2 1,5-12,2-19,4-18,-15 95,-1-1,1 1,0 0,0-1,0 1,0 1,0-1,1 0,-1 1,1 0,0 0,0 0,-1 0,1 0,1 1,-1 0,0 0,0 0,0 0,1 1,-1-1,0 1,0 0,1 0,-1 1,0-1,0 1,1 0,2 2,19-2,57 0,0 4,0 4,24 7,-60-7,-67 1,-220-6,474-3,-218 1,-39 11,-116 27,53 19,74-50,-1-5,1-1,0 2,0 0,0 0,1 1,-1 0,1 1,1 0,0 1,-6 6,15-14,1 1,-1-1,1 1,0-1,-1 1,1-1,-1 1,1-1,0 1,0-1,-1 1,1 0,0-1,0 1,0 0,0-1,0 1,0 0,0-1,0 1,0-1,0 1,0 0,0-1,0 1,0 0,1-1,-1 1,0-1,0 1,1 0,-1-1,0 1,1-1,-1 1,1-1,-1 1,1-1,-1 0,1 1,-1-1,1 1,-1-1,1 0,-1 0,1 1,0-1,-1 0,1 0,0 0,-1 1,1-1,-1 0,1 0,0 0,-1 0,1 0,40 7,-40-7,147 2,-148-2,1 0,-1 1,0-1,0 1,0-1,0 0,0 1,0-1,0 1,0-1,0 0,0 1,0-1,0 1,0-1,0 1,0-1,0 0,0 1,0-1,-1 1,1-1,0 0,0 1,0-1,-1 0,1 1,0-1,0 0,-1 1,1-1,0 0,-1 1,1-1,-1 0,1 0,0 0,-1 1,1-1,0 0,-1 0,1 0,-1 0,1 0,-1 0,1 0,0 0,-1 0,1 0,-1 0,1 0,-1 0,1 0,0 0,-1 0,1 0,-1-1,1 1,0 0,-1 0,1-1,0 1,-15 5,7-4,0 1,0 0,0 1,0 0,1 0,-1 1,1 0,0 0,0 1,0 0,1 0,0 0,0 1,-2 2,7-7,1-1,0 1,-1 0,1-1,0 1,0-1,-1 1,1 0,0-1,0 1,0 0,0-1,0 1,0 0,0 0,0-1,0 1,0 0,0-1,1 1,-1 0,0-1,0 1,1-1,-1 1,0 0,1-1,-1 1,0-1,1 1,-1-1,1 1,-1-1,1 1,-1-1,1 0,0 1,-1-1,1 0,-1 1,1-1,0 0,-1 0,1 1,0-1,-1 0,1 0,0 0,35 5,-35-5,54-2,-92 4,53 7,-2-7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6:15.87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113 231,'0'-13,"-8"-39,7 52,0 0,0 1,0-1,0 0,0 0,0 0,0 1,0-1,0 0,0 1,0-1,1 1,-1-1,0 1,0-1,0 1,1 0,-1-1,0 1,1 0,-1 0,1 0,-1-1,1 1,-1 0,1 0,-1 0,1 0,0 0,0 0,-1 0,1 0,0 0,0 0,0 0,0 0,0 0,-1 4,1 0,-1-1,1 1,0 0,0 0,1 0,-1 0,1-1,0 1,0 0,1-1,-1 1,1-1,0 1,0-1,1 0,-1 0,1 0,0 0,0 0,0 0,1-1,-1 0,1 0,0 0,0 0,0 0,0-1,0 0,1 0,-1 0,1 0,-1-1,1 1,0-1,0 0,-1-1,1 1,0-1,3 0,0 1,0 0,0-1,0 0,1-1,-1 1,0-1,0-1,0 0,-1 0,1 0,0-1,-1 0,0-1,1 1,-1-1,-1-1,1 0,-1 1,1-2,-1 1,-1-1,1 0,-1 0,0-1,-1 1,1-1,-1 0,-1 0,1-1,-1 1,0-1,-1 0,0 1,0-1,0-3,-1 5,0 0,-1 0,0 0,1 0,-2 0,1 0,-1 1,0-1,0 0,0 0,-1 0,0 1,0-1,-1 1,1 0,-1-1,0 1,-1 0,1 1,-1-1,0 1,0-1,0 1,-1 0,0 1,1-1,-1 1,-1 0,1 0,0 0,-1 1,1 0,-1 0,0 1,1-1,-1 1,0 0,-1 1,-5-1,-1 2,1 0,-1 0,1 1,0 1,0 0,0 1,1 0,-1 1,1 0,0 0,0 2,1-1,-1 1,2 1,-1 0,1 0,0 1,1 0,0 0,0 1,1 0,0 0,1 1,0 0,1 0,-2 6,-3 19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6:16.32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75 247,'-4'6,"0"0,1 0,0 0,0 0,0 1,0-1,1 1,0 0,1-1,0 1,0 0,0 0,1 0,-1 0,2 0,-1 0,1 0,0 0,1 0,0 0,0 0,0-1,1 1,0-1,0 0,0 0,1 0,0 0,0 0,5 4,-3-6,0 1,0-1,1-1,0 1,-1-1,1 0,1-1,-1 1,0-2,0 1,1-1,-1 0,1 0,-1-1,1 0,-1 0,1-1,-1 0,1 0,-1-1,0 0,1 0,-1-1,0 0,-1 0,1-1,0 1,-1-1,0-1,0 1,0-1,-1 0,1-1,-1 1,-1-1,1 0,-1 0,0-1,3-6,-1 1,-1-1,0 0,-1 0,0 0,-1 0,-1-1,0 0,-1 1,0-1,-1 0,-1 0,0 1,-1-1,0 1,-1-1,-1 1,0 0,0 0,-2 0,1 1,-2-1,0 2,0-1,-1 1,0 0,-1 0,-2 0,7 7,0 0,-1 1,0 0,0 0,0 0,0 0,0 1,0 0,-1 0,1 1,-1-1,1 1,-1 0,0 1,0-1,1 1,-1 0,0 1,1-1,-1 1,0 0,1 0,-1 1,1 0,-1 0,1 0,0 1,0 0,0 0,0 0,1 0,-1 1,-1 1,-6 7,1 1,0 0,2 0,-1 1,1 0,1 1,-4 10,-19 45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6:27.38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197 365,'-15'25,"3"16,2 1,2 0,2 1,1-1,3 1,1 0,5 41,0-28,2-1,2 1,3-1,2-1,2 0,23 51,-22-63,-5-10,2 0,1-1,1 0,2-1,11 15,-14-32,1-1,0 0,1-1,0-1,1 0,0-1,1-1,-1-1,2 0,-1-1,1-1,-1-1,1-1,1 0,0-1,-7 0,358 71,-315-62,1-2,0-2,0-3,0-3,0-2,36-6,-41-2,-1-3,0-2,42-17,109-62,-179 82,-1-1,0-1,-1 0,0-2,-1-1,-1 0,0-1,-1-1,12-17,-11 14,-2-1,0 0,-1-2,-1 1,-2-2,0 0,-2-1,0 0,-2 0,-1-1,-1-2,-2 3,-1 1,-2-1,0 0,-2 0,-1 0,-1 1,-5-23,-7-14,-3 0,-3 2,-3 0,-12-21,18 51,-2 1,-1 2,0 0,-3 0,0 2,-1 1,-1 1,-2 1,0 2,-15-9,1 2,-1 1,-2 2,0 2,-2 2,0 2,-1 1,0 3,-29-3,-1 5,0 4,-1 3,1 4,-1 2,0 5,-71 14,97-12,1 3,0 2,1 2,1 2,0 3,1 1,-43 28,60-30,1 1,1 1,1 2,1 1,1 1,1 1,2 1,0 1,2 1,1 2,2-1,0 2,-46 124,42-87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6:33.23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727 97,'-6'-5,"-1"0,0 1,0 0,0 1,0 0,-1 0,1 0,-1 1,0 0,0 0,-6 0,-15-4,-4-4,-1 2,0 1,-1 2,0 1,0 1,0 3,0 0,-31 6,49-3,2 2,-1-1,0 2,1 0,0 1,0 0,1 1,0 1,0 0,1 1,1 1,-1 0,2 0,-1 1,2 1,-7 8,13-11,0 0,1 1,-1-1,2 1,0 0,0-1,1 1,0 0,1 0,0 0,1 0,0-1,1 1,1 2,3 2,1-1,1 1,0-1,1-1,0 0,1 0,1-1,0 0,1-1,0 0,0-1,1 0,0-1,1-1,0 0,1 0,6 1,1 2,1 0,0-2,1-1,0 0,1-2,-1-1,1-1,0-1,0-1,1-1,-1-2,0 0,10-3,-23 3,0-2,0 1,-1-1,1-1,-1 0,0-1,0 0,0-1,-1 0,0 0,0-1,-1-1,1 0,-2 0,1 0,-1-1,0-1,-1 1,0-1,-1 0,5-10,0 0,-1-1,-1 0,0 0,-2-1,0 0,-2-1,0 1,-2-1,1-16,-5 32,1 0,-1 1,0-1,0 1,-1 0,0-1,0 1,-1 0,0 0,0 0,0 0,0 1,-1-1,0 1,0 0,-1 0,1 1,-1-1,0 1,0 0,-1 0,1 1,-1-1,-1 1,-14-8,-1 0,0 2,0 1,-1 1,0 1,-2 0,-23-3,-1 1,1 3,-1 2,0 2,-18 3,54-2,0 1,0 1,0 0,0 1,1 0,-1 1,1 0,0 1,0 1,0 0,1 0,-1 1,2 0,-1 1,1 1,0-1,1 1,0 1,0 0,1 0,1 1,0 0,0 0,1 1,0 0,1 0,0 0,1 0,0 5,1 18,2-1,1 1,2-1,3 19,-1-16,-2-13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6:34.81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67 166,'-6'9,"1"1,0 0,1 0,0 1,0-1,1 1,1 0,0 0,0 0,1 0,0 6,1-11,0-1,0 1,1-1,-1 0,1 1,0-1,1 0,-1 1,1-1,0 0,0 0,1 0,0-1,0 1,0-1,0 1,0-1,1 0,0 0,0 0,0-1,0 0,1 1,1 0,2-1,0 0,1 0,-1 0,1-1,-1 0,1 0,0-1,0-1,0 1,0-2,0 1,0-1,-1 0,1-1,0 0,-1 0,1-1,-1 0,0-1,0 1,0-2,0 1,-1-1,1 0,-1-1,3-3,-1 2,-1 0,0-1,0 0,-1 0,0 0,-1-1,0 0,0-1,-1 1,0-1,0 0,-1 0,-1-1,0 1,0-1,-1 0,0 1,-1-1,0 0,-1 0,0-6,-1 9,-1 0,0 0,0 0,0 1,-1-1,0 1,-1-1,1 1,-1 0,-1 1,1-1,-1 1,-1 0,1 0,-1 0,0 1,0 0,0 0,-1 0,0 1,0 0,0 1,0-1,-1 1,1 0,-1 1,0 0,1 0,-1 1,0 0,0 0,0 1,0 0,0 1,0-1,0 2,0-1,0 1,-7 2,3 3,1 1,-1 0,1 0,1 1,0 1,0-1,1 2,0-1,1 1,0 1,0-1,2 1,-1 1,2-1,-1 1,2 0,-1 3,-16 46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6:35.22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49 136,'-3'3,"0"-1,0 1,1 0,-1 0,1 0,-1 1,1-1,0 0,0 1,1 0,-1-1,1 1,0 0,0 0,-1 1,1-1,-2 6,0 1,0-1,1 1,0-1,1 1,0 0,1 0,0 0,1-1,0 1,1 0,0 0,0-1,1 1,1-1,0 0,0 0,1 0,0-1,1 0,0 0,0 0,1 0,0-1,0 0,1-1,0 0,1 0,-1-1,3 2,-3-4,0 0,-1 0,1 0,0-1,1 0,-1-1,0 0,1 0,0-1,-1 0,1 0,0-1,-1 0,1-1,0 0,-1 0,1-1,-1 0,1-1,-1 1,0-2,0 1,0-1,-1 0,1-1,-1 0,0 0,0 0,-1-1,1 0,-1 0,-1-1,1 0,-1 0,2-3,0-4,0-1,-1 1,0-1,-1-1,-1 1,0-1,-2 0,1 0,-2 0,0 0,-1 0,0 0,-2 0,0 0,0 0,-2 1,0-1,-1 1,0 0,-1 0,-1-1,5 11,0 0,-1 0,0 0,0 0,0 0,-1 1,1-1,-1 1,0 0,0 0,-1 0,1 1,-1-1,0 1,1 0,-2 0,1 1,0 0,0 0,-1 0,1 0,-1 1,0 0,1 0,-1 1,0-1,1 1,-1 0,0 1,0-1,1 1,-3 1,-4 4,0 1,0 1,1 0,0 0,0 1,1 1,0-1,1 2,0-1,1 1,0 1,0-1,2 1,-3 5,-37 67,7-1</inkml:trace>
  <inkml:trace contextRef="#ctx0" brushRef="#br0" timeOffset="7376.232">103 1673,'158'-321,"-149"306,-3 16,-2 100,-7 246,2-305</inkml:trace>
  <inkml:trace contextRef="#ctx0" brushRef="#br0" timeOffset="7989.427">236 2168,'45'-68,"53"-83,-77 142,-14 36,-28 215,20-220,2 0,0 1,1-1,2 0,0 0,1 0,8 18,7 5</inkml:trace>
  <inkml:trace contextRef="#ctx0" brushRef="#br0" timeOffset="11873.05">10771 658,'-14'11,"-1"0,1 0,-2-1,0-1,0-1,-15 6,12-5,-223 97,-5-11,-50 3,-17-15,-251 31,250-55,182-32,-1252 226,-235-52,1117-148,-331 28,399-30,-235 24,557-58,0-5,-85-2,-407-9,393 17,-86 2,85-20,212 0,1 0,-1 1,1-1,-1 0,1 0,-1 1,0-1,1 0,-1 0,1 0,-1 0,0 0,1 0,-1 0,1 0,-1 0,0 0,1 0,-1 0,1-1,-1 1,1 0,-1 0,0 0,1-1,-1 1,1 0,-1-1,1 1,-1-1,1 1,0 0,-1-1,1 1,0-1,-1 1,1-1,0 0,-1 1,1-1,0 1,0-1,0 1,-1-1,1 0,0 1,0-1,0 1,0-1,0 0,0 1,0-1,0 1,1-1,-1 0,0 1,0-1,0 1,1-1,-1 1,0-1,0 1,1-1,-1 1,1-1,-1 0,10-9,1 0,0 0,0 1,1 0,0 1,1 0,7-3,-9 5,110-58,2 5,102-32,-138 61,-72 27,-20 9,-23 11,-315 137,138-66,80-30,124-58,0 1,0-1,0 1,0 0,0 0,0 0,0-1,0 1,0 0,1 0,-1 0,0 0,1 0,-1 0,1 1,-1-1,1 0,-1 0,1 0,0 1,-1-1,1 0,0 0,0 1,0-1,0 0,0 0,0 1,0-1,1 0,-1 0,0 0,1 1,-1-1,1 0,-1 0,1 0,0 0,-1 0,1 0,0 0,0 0,0 0,-1 0,1 0,0-1,0 1,0 0,1-1,-1 1,0 0,0-1,0 1,0-1,1 0,138 70,-50-24,158 70,-234-111,1 0,0-1,-1 0,2-1,-1-1,15 1,-28-3,0 0,0-1,0 1,0 0,-1-1,1 1,0-1,0 0,0 1,0-1,-1 0,1 0,0 0,-1 0,1-1,-1 1,1 0,-1-1,1 1,-1-1,0 1,0-1,0 0,0 0,0 1,0-1,0 0,-1 0,1 0,-1 0,1 0,-1 0,0 0,0 0,0 0,0-1,-8-76,-62-154,8-20,56 235,2 15,2 8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7:11.35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211 389,'-6'-2,"-1"0,1 0,-1 0,1 1,-1 0,0 0,1 1,-1 0,0 0,1 1,-1 0,1 0,-1 0,1 1,-1 0,1 0,0 0,0 1,0 0,0 0,0 1,1 0,-1 0,1 0,0 0,0 1,1 0,-1 0,1 0,0 1,1-1,-1 1,1 0,0 0,1 0,-1 0,1 1,0-1,1 1,0-1,0 1,0-1,1 7,-1-11,1 1,0-1,1 0,-1 0,0 1,1-1,-1 0,1 0,-1 0,1 1,0-1,0 0,0 0,0 0,1 0,-1-1,0 1,1 0,0 0,-1-1,1 1,0-1,0 1,-1-1,1 0,0 0,0 0,1 0,-1 0,0 0,0-1,0 1,0-1,1 1,-1-1,0 0,1 0,0 0,4 0,-1 0,1-1,-1 0,1 0,-1 0,0-1,0 0,0 0,0 0,0-1,0 0,0 0,1-2,5-5,-1 0,0 0,-1-2,0 1,-1-1,0-1,-1 1,0-2,-1 1,-1-1,0 0,-1 0,3-12,2-10,-3-1,0 0,-3 0,-1 0,-2-1,-4-95,-3 113,5 19,1 1,0 0,-1 0,1-1,-1 1,1 0,0 0,-1 0,1 0,0-1,-1 1,1 0,-1 0,1 0,-1 0,1 0,0 0,-1 0,1 0,-1 0,1 0,0 0,-1 1,1-1,-1 0,1 0,0 0,-1 0,1 1,0-1,-1 0,1 0,0 1,-1-1,1 0,0 1,-1-1,1 0,0 1,0-1,0 0,-1 1,1-1,0 0,0 1,0-1,0 1,0-1,0 0,0 1,0-1,-1 1,2-1,-1 0,0 1,0-1,0 1,0-1,0 1,-8 25,2 1,1-1,0 2,2-1,2 0,0 4,0-14,-2 22,2 1,1-1,2 0,2 0,1 0,3-1,-7-31,1 0,0-1,1 1,-1-1,1 0,1 0,-1 0,1 0,0 0,0-1,1 0,-1 0,1 0,0 0,1-1,-1 0,1 0,0 0,0-1,0 0,0 0,1 0,-1-1,1 0,0 0,-1-1,1 0,0 0,0 0,0-1,2 0,1-1,0 0,1-1,-1 0,0-1,0 0,0 0,-1-1,1 0,-1-1,0 0,0 0,-1-1,0 0,0-1,0 0,0 0,-1 0,-1-1,1 0,-1-1,0 1,-1-1,0 0,-1-1,0 1,0-1,-1 0,0 0,-1 0,0 0,0 0,-1-2,-1 10,1 0,-1 0,0 0,1 1,-1-1,0 0,0 0,-1 0,1 0,0 0,-1 0,1 0,-1 1,0-1,1 0,-1 0,0 1,0-1,0 0,0 1,0-1,-1 1,1-1,0 1,-1 0,1-1,-1 1,1 0,-1 0,0 0,1 0,-1 1,0-1,0 0,0 1,1-1,-1 1,0 0,0-1,0 1,0 0,0 0,0 0,0 0,0 1,1-1,-1 0,0 1,0 0,0-1,0 1,1 0,-1 0,0 0,1 0,-1 0,1 0,-2 1,-1 3,-1 1,1 0,0 0,1 0,-1 0,1 1,1 0,-1-1,1 1,0 0,0 0,1 0,0 0,0 0,1 1,0-1,0 0,1 0,0 0,0 0,1 0,-1 0,1 0,1 0,0-1,0 1,0-1,0 1,3 1,5 3,0-1,0 0,1-1,1-1,-1 0,1 0,1-1,-1-1,1 0,0-1,0-1,1 0,0-1,7 1,65 13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7:17.82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267 454,'-9'-3,"1"1,-1 0,1 0,-1 1,0 0,0 0,0 1,1 0,-1 1,0 0,0 0,1 1,-1 0,0 1,1 0,0 0,0 1,0 0,0 0,1 0,-1 1,1 1,0-1,1 1,-1 0,1 1,0-1,1 1,0 0,0 1,0-1,1 1,0 0,-2 6,5-12,0 0,0 0,0 0,1 0,-1 0,0 0,1 0,0 1,-1-1,1 0,0 0,0 0,0 1,0-1,1 0,-1 0,0 0,1 0,0 1,-1-1,1 0,0 0,0 0,0 0,0-1,1 1,-1 0,0 0,1-1,0 1,-1-1,1 1,0-1,-1 0,1 1,0-1,0 0,0 0,0 0,0-1,0 1,0 0,1-1,-1 0,0 1,0-1,2 0,8-2,1-1,-1 0,0-1,0 0,0-1,-1 0,0-1,0 0,0-1,-1 0,0-1,0 0,-1 0,0-1,0 0,-1-1,0 0,4-8,2-7,-1-1,-1 0,-2-1,0 0,-2 0,-1-1,-1 0,-2-1,-1 1,0-1,-3 1,0-1,-4-26,-1-30,-5 64,-5 41,-2 29,1 1,3 0,2 1,3 1,-1 24,4 73,5-141,1 1,0-1,0 0,1 1,0-1,1 0,0 0,0-1,1 1,0 0,0-1,0 0,1 0,0-1,1 1,3 3,-4-7,-1 1,1-1,0 0,0 0,1-1,-1 0,0 0,1 0,0 0,-1-1,1 0,0 0,0 0,-1-1,1 0,0 0,0-1,0 1,-1-1,1-1,0 1,-1-1,1 0,8-3,0 0,-1-2,0 1,0-2,0 0,-1 0,0-1,5-6,-8 8,-1-2,1 1,-1-1,-1-1,0 1,0-1,-1 0,0-1,0 0,-2 0,1 0,2-10,-8 22,0 0,1-1,-1 1,0 0,0-1,1 1,-1-1,0 1,0-1,0 0,0 1,0-1,0 0,0 1,0-1,0 0,0 0,1 0,-1 0,0 0,0 0,0 0,0 0,0-1,0 1,0 0,0-1,0 1,0 0,0-1,1 1,-1-1,0 1,0-1,0 1,1-1,-1 0,0 0,1 1,-1-1,1 0,-1 0,1 1,-1-1,1 0,-1 0,1 0,0 0,0 0,-1 0,1 0,0 0,0 0,0 0,0 0,0 0,0 1,0-1,0 0,1 0,-1 0,0 0,0 0,1 0,0-1,-6 7,1 1,0-1,0 1,0-1,1 1,0 0,0 0,1 1,-1-1,1 0,1 1,-1 0,1-1,0 1,1 0,0-1,0 1,0 0,1 0,0-1,0 1,0 0,1-1,0 0,1 1,-1-1,1 0,0 0,1 0,-1 0,4 2,3 3,0-1,0 0,1-1,0 0,1-1,0 0,0-1,1 0,0-1,55 25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7:18.23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348 185,'-17'48,"3"1,1 1,3 1,1-1,3 2,1 28,0 188,4-263,1 1,-1-1,1 1,1-1,-1 1,1-1,0 1,0-1,0 0,1 0,0 1,0-1,0 0,1 0,0-1,0 1,0 0,0-1,1 0,-1 0,1 0,0 0,0-1,1 1,-1-1,1 0,0 0,0-1,0 0,0 0,1 1,3-4,1 0,-1 0,0 0,0-2,0 1,0-1,0 0,-1-1,1 0,-1 0,0-1,0 0,-1 0,1-1,-1 0,6-7,20-18</inkml:trace>
  <inkml:trace contextRef="#ctx0" brushRef="#br0" timeOffset="246.844">1 545,'13'-2,"19"-3,24-1,21-1,17 0,12 1,1 5,-18 1</inkml:trace>
  <inkml:trace contextRef="#ctx0" brushRef="#br0" timeOffset="1378.216">629 1013,'13'-22,"-2"0,-1-1,0 0,-2-1,0 1,-2-2,-1 1,-1-1,-1 0,0-18,-2 40,-1-1,1 0,-1 0,0 0,0 0,0 1,-1-1,1 0,-1 0,0 0,0 1,0-1,-1 0,1 1,-1-1,0 1,0 0,0-1,0 1,0 0,-1 0,-1 0,5 3,0 0,0 1,-1-1,1 1,-1-1,1 1,0-1,-1 1,1-1,-1 1,1-1,-1 1,1 0,-1-1,0 1,1 0,-1-1,0 1,1 0,-1 0,0-1,0 1,0 0,0 0,0-1,0 1,0 0,0 0,0 0,0-1,0 1,0 0,-1 0,1-1,0 1,0 0,-1-1,1 1,-1 0,1-1,0 1,-1 0,1-1,-1 1,0-1,1 1,-1-1,1 1,-1-1,0 1,1-1,-1 0,0 1,1-1,-1 0,0 0,0 0,1 1,-1-1,0 0,0 0,0 0,1 0,-1 0,0 0,0 0,0-1,13 7,0-1,0 0,1-1,0-1,0 0,0-1,0 0,0-1,0 0,2-1,-3 0,47 2,64 9,-121-11,1 1,-1 0,0-1,0 1,0 0,0 0,0 0,0 0,0 1,0-1,0 1,-1-1,1 1,0-1,-1 1,1 0,-1 0,0 0,0 0,1 0,-1 0,-1 0,1 0,0 0,0 1,-1-1,1 0,-1 0,0 1,0-1,0 2,-16 74,7-48,8-28,0 0,1 0,-1 0,0 1,1-1,-1 0,1 0,-1 1,1-1,0 0,0 1,0-1,1 0,-1 1,0-1,1 0,0 1,-1-1,1 0,0 0,0 0,0 0,0 0,1 0,-1 0,0 0,1 0,0 0,-1-1,1 1,0-1,0 1,0-1,0 0,0 0,0 0,2 1,16 2,0 0,0-2,0 0,1-1,-1-1,0-1,1-1,6-2,-6 2,0-1,0 0,0-2,-1 0,1-2,-1 0,-1-1,0-1,0-1,0 0,12-11,-29 20,0 0,1-1,-1 1,0-1,0 1,0-1,0 0,0 1,-1-1,1 0,0 0,-1-1,1 1,-1 0,0 0,0-1,0 1,0-1,0 1,-1-1,1 1,-1-1,1 1,-1-1,0 0,0 1,0-1,0 1,-1-1,1 0,-1 1,1-1,-1 1,0-1,0 1,-1-2,-6-1,0 0,0 0,0 1,-1 0,1 1,-1 0,0 0,0 1,-1 0,1 0,0 1,0 1,-1-1,1 2,-7 0,8-1,0 1,0 1,0 0,0 0,0 0,1 1,-1 0,1 0,0 1,0 0,0 0,-1 2,6-5,-1 1,1 0,-1 0,1 1,0-1,0 0,0 1,0-1,0 1,0-1,1 1,-1 0,1 0,0 0,0 0,0 0,0 0,1 0,-1 0,1 0,0 0,-1 0,2 0,-1 1,0-1,1 0,-1 0,1 0,0 0,0 0,0 0,1 1,3 3,0 0,1-1,1 0,-1 0,1 0,0-1,0 1,0-2,1 1,0-1,-1 0,2-1,-1 0,0 0,1-1,-1 0,1 0,0-1,-1 0,1-1,0 0,0 0,0-1,-1 0,3-1,-6 2,0 0,0-1,0 1,0-2,-1 1,1 0,0-1,0 0,-1 0,1 0,-1-1,0 1,1-1,-1 0,0 0,-1-1,1 1,-1-1,1 0,-1 0,0 0,0 0,-1 0,1-1,-1 1,0-1,0 0,-1 1,1-3,1-15,-1 0,-1 0,-1 0,-1 1,-1-1,-1-4,4 79,0-45,1-1,0 1,0 0,0-1,1 0,0 1,1-1,0 0,0-1,0 1,1-1,0 0,0 0,0 0,1-1,0 1,0-1,0-1,1 1,0-1,0-1,0 1,0-1,0 0,1 0,-1-1,1 0,0-1,-1 0,1 0,0 0,0-1,0 0,0-1,0 0,-1 0,1 0,0-1,-1 0,1-1,-1 0,6-3,-6 2,-1-1,1 0,-1 0,0-1,0 0,0 0,-1-1,0 1,0-1,-1 0,0-1,0 1,-1-1,0 1,0-1,-1 0,1 0,-2 0,1 0,-1-1,-1 1,0 0,0-1,0-2,-6 7,1 18,3-9,0 0,0 1,1-1,0 1,0-1,0 1,1-1,-1 1,1 0,1-1,-1 1,1-1,0 1,0-1,1 1,-1-1,1 0,1 1,-1-1,1 0,-1 0,1-1,1 1,-1-1,1 1,0-1,0 0,0 0,0-1,0 1,1-1,0 0,0 0,5 1,-3-2,1-2,0 1,0-1,0 0,-1-1,1 0,0 0,0 0,-1-1,1 0,-1-1,0 0,1 0,-1 0,-1-1,1 0,0-1,-1 1,0-1,0-1,0 1,-1-1,0 0,0 0,0 0,-1-1,0 1,0-1,-1 0,0 0,0-1,0 1,-1-1,0 1,0-4,-2 9,1-1,0 0,-1 0,1 0,-1 0,1 0,-1 0,0 0,0 0,-1 0,1 0,-1 0,1 0,-1 0,0 0,0 0,0 0,-1 0,1 0,0 3,-1 0,1 1,0-1,0 0,0 1,0-1,-1 1,1-1,0 1,0-1,0 1,0 0,0-1,0 1,0 0,1 0,-1 0,0 0,0 0,1 0,-1 0,0 0,1 0,-1 0,1 0,-1 0,1 1,0-1,0 0,-1 0,1 0,0 1,0-1,0 1,-2 3,1 1,-1 0,1 0,1 0,-1 0,1 0,0 0,0 0,1-1,-1 1,1 0,1 0,-1 0,1-1,0 1,0 0,1-1,-1 0,1 0,1 0,-1 0,1 0,-1 0,1-1,1 0,-1 0,1 0,-1 0,1-1,0 0,3 2,24 8,-2-5</inkml:trace>
  <inkml:trace contextRef="#ctx0" brushRef="#br0" timeOffset="1990.581">2475 599,'11'7,"0"1,0 1,-1 0,0 0,0 1,-1 0,-1 1,0 0,0 0,-1 1,0-1,-1 2,0-1,-1 1,-1 0,0 0,0 0,-2 0,1 1,-2-1,0 1,0 0,-2-1,1 1,-2 0,0-1,-3 11,-92 293,96-313,-1 0,1-1,-1 1,1 0,0 0,1 0,-1 0,1 0,-1 0,1 0,0 0,1 0,-1 0,1 0,0 0,0 0,0 0,0-1,1 1,0 0,-1-1,1 1,0-1,1 1,-1-1,1 0,-1 0,1 0,0 0,3 1,1-2,1-1,-1 0,1 0,-1-1,1 1,-1-2,1 1,-1-1,1-1,-1 1,1-1,-1 0,0-1,0 0,0 0,0 0,-1-1,1 0,-1 0,0-1,0 0,-1 0,1 0,-1-1,0 1,-1-1,1 0,-1-1,1-1,0-2,-1 0,1-1,-2 1,1-1,-2 0,1 0,-1 0,-1 0,0-1,-1 1,0 0,0 0,-2-1,1 1,-1 0,-4-10,1 1,-2 0,0 1,-1 0,-1 0,-1 1,-1 0,0 1,-12-13,6 11,0 2,-1 0,-1 1,0 1,-15-9,-2-9,71 20,-29 13,301-19,-295 18,-9 0,-1 0,0 0,1 1,-1-1,0 1,1 0,-1-1,1 1,-1 0,0 0,1 1,-1-1,0 1,1-1,-1 1,0 0,1-1,-1 1,0 0,0 1,0-1,0 0,0 1,0-1,0 1,0-1,-1 1,1 0,-1 0,1 0,0 1,0 83,-4-78,1-1,0 1,1 0,0 0,0 0,1-1,0 1,0 0,1-1,-1 1,2-1,-1 1,3 3,22 14,-14-22</inkml:trace>
  <inkml:trace contextRef="#ctx0" brushRef="#br0" timeOffset="2251.529">2902 493,'2'9,"10"3,3-1</inkml:trace>
  <inkml:trace contextRef="#ctx0" brushRef="#br0" timeOffset="2595.675">3236 145,'-10'-145,"17"160,2 73,-4 0,-4-1,-3 5,0-33,-1 57,-1-18,5 1,6 28,-7-121,0 1,1 0,0 0,0 0,0 0,1 0,-1 0,2-1,-1 1,1-1,0 1,0-1,1 0,1 1,-2-6,1 0,-1 0,1 0,0 0,-1 0,1-1,0 0,-1 0,1 0,0 0,-1 0,1-1,0 0,-1 0,1 0,-1 0,1 0,-1-1,1 1,-1-1,0 0,0 0,0 0,0-1,0 1,-1-1,3-1,121-116,-74 66,-45 55,-13 17,4-15,-24 99,25-98,1-1,0 1,-1-1,1 1,1 0,-1-1,0 1,1 0,0-1,0 1,0-1,0 1,0-1,1 0,0 0,0 1,-1-1,2 0,-1-1,0 1,1 0,-1 0,1-1,0 0,0 1,0-1,1 0,25 10,1-5</inkml:trace>
  <inkml:trace contextRef="#ctx0" brushRef="#br0" timeOffset="2866.969">3651 519,'-16'-4,"-10"-5,-5-2,-4-2,4 2</inkml:trace>
  <inkml:trace contextRef="#ctx0" brushRef="#br0" timeOffset="3113.293">3089 238,'20'0,"24"0,21 0,21 0,16 2,9 4,-15 0</inkml:trace>
  <inkml:trace contextRef="#ctx0" brushRef="#br0" timeOffset="3284.832">3825 880,'16'0,"121"-8,-129 6,0 1,0-1,0 0,0-1,0 0,-1 0,1-1,-1 0,0 0,0-1,-1 0,1 0,-1 0,0-1,1-1,-5 4,0 1,0-1,0 0,-1 0,1 0,-1 0,1-1,-1 1,0 0,0 0,0-1,-1 1,1-1,-1 1,0-1,0 1,0 0,-1-1,1 1,-1-1,1 1,-1 0,0-1,-1 1,1 0,0 0,-1 0,0 0,0 0,0 0,0 0,0 1,0-1,-1 1,1 0,-1-1,0 1,0 0,0 1,0-1,0 0,0 1,0 0,0-1,-2 1,-4-2,1 1,-1 1,0-1,1 1,-1 1,0-1,0 1,0 1,0 0,0 0,1 1,-1 0,0 0,1 1,0 0,0 1,0 0,-1 1,4-3,1 0,-1 1,0 0,1 0,0 1,0-1,0 1,0 0,1 0,-1 0,1 0,0 1,1-1,-1 1,1 0,-1-1,1 1,1 0,-1 1,1-1,0 0,0 0,0 1,1-1,0 0,0 1,0-1,1 0,0 0,0 3,2-1,-1 0,2 0,-1 0,1 0,0-1,0 1,0-1,1 0,0-1,1 1,-1-1,1 0,0 0,0-1,0 1,1-1,0-1,-1 1,7 1,10 4,0-1,1-1,0 0,0-2,12 0,42 3,-9-6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7:15.44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374 345,'0'14,"0"13,0 11,0 11,0 8,-2 6,-1 2,-2-5,0-4,-2-10,1-15,1-13</inkml:trace>
  <inkml:trace contextRef="#ctx0" brushRef="#br0" timeOffset="278.429">0 264,'0'-4,"12"-2,21 0,28 2,29-2,24 1,15 1,4 2,-20 0</inkml:trace>
  <inkml:trace contextRef="#ctx0" brushRef="#br0" timeOffset="1561.998">936 773,'-4'-8,"0"1,0-1,-1 1,0 1,-1-1,1 1,-1 0,0 0,-1 0,1 1,-1 0,0 0,-1 1,1 0,-1 0,0 1,0 0,0 0,0 1,0 0,0 0,-1 1,1 0,-1 0,1 1,-1 1,1-1,-1 1,1 1,0-1,-1 1,1 1,0 0,-7 3,11-4,1 0,-1 1,1-1,-1 1,1 0,0 0,0 0,0 0,0 1,1-1,-1 1,1-1,0 1,-2 3,4-5,-1 0,1-1,-1 1,1 0,0 0,0-1,-1 1,1 0,1 0,-1-1,0 1,0 0,1 0,-1-1,0 1,1 0,0-1,-1 1,1 0,0-1,0 1,0-1,0 0,0 1,0-1,1 0,-1 1,0-1,1 0,-1 0,1 0,-1 0,1 0,-1-1,1 1,1 0,8 2,0-1,0 0,0-1,0 0,1 0,-1-2,0 1,0-1,0-1,0 0,0-1,0 0,0 0,-1-1,1-1,-1 1,0-2,-1 1,1-2,-1 1,0-1,-1 0,0-1,0 0,0-1,34-43,-43 86,-1-26,-2 95,4-100,0 0,1 0,-1 1,1-1,0 0,0 0,0 0,0 0,0 0,1 0,0-1,-1 1,1 0,0-1,0 1,1-1,-1 0,0 1,1-1,-1 0,1-1,0 1,-1 0,1-1,0 1,0-1,0 0,0 0,3 0,3-1,-1-1,0 0,0-1,0 0,-1 0,1 0,0-1,-1-1,1 1,-1-1,0 0,0-1,-1 1,1-1,-1-1,0 1,-1-1,1 0,-1 0,0-1,-1 0,1 0,-1 0,1-3,10-24,-1-1,-1 0,-2-1,-2 0,-1-1,-2 1,-2-1,-1-1,-2 1,-1 0,-5-30,-11-80,11 127,1 21,-1 123,4-33,-1 30,6 0,6 23,-8-133,-2-7,0 0,0 1,1-1,0 0,-1 0,2 1,-1-1,0 0,1 0,0 0,0-1,0 1,0 0,2 1,-3-5,0 0,1 0,-1 0,0 0,1 0,-1 0,0 0,0 0,1 0,-1-1,0 1,0-1,1 1,-1-1,0 1,0-1,0 0,0 1,0-1,0 0,0 0,0 0,0 0,0 0,0 0,0 0,-1 0,1 0,0 0,-1-1,1 1,-1 0,1-1,1-1,12-16,-7 7,0 2,1-1,0 1,1 0,0 0,0 1,1 0,0 1,1 0,0 1,0 0,7-2,-16 8,0 0,1 0,-1 1,0 0,1-1,-1 1,1 0,-1 0,1 0,-1 1,0-1,1 0,-1 1,0 0,1-1,-1 1,0 0,0 0,0 0,0 1,0-1,0 0,0 1,0-1,0 1,0 0,-1 0,1 0,-1-1,0 1,1 1,-1-1,0 0,1 2,21 81,-22-76,-1 1,0 0,0 0,-1 0,0-1,-1 1,0-1,-3 9,5-16,-1 1,0 0,0-1,-1 1,1-1,0 1,-1-1,1 0,-1 1,0-1,0 0,0 0,0 0,0-1,0 1,-1 0,1-1,0 1,-1-1,0 0,1 0,-1 0,1 0,-1 0,0-1,0 1,0-1,1 1,-1-1,0 0,0-1,0 1,-5-2,0 0,1 0,-1-1,1 0,0 0,0-1,0 0,0 0,0-1,1 1,0-1,0-1,1 1,-1-1,1 0,0-1,1 1,-4-7,8 13,-1-1,1 0,-1 0,1 0,-1 0,1 0,0 0,0 0,0 0,-1-1,1 1,0 0,0 0,0 0,1 0,-1 0,0 0,0 0,0 0,1 0,-1 0,1 0,-1 0,1 0,-1 0,1 0,-1 1,1-1,0 0,-1 0,1 0,0 1,0-1,0 0,0 1,-1-1,1 1,0-1,0 1,0-1,0 1,0 0,1-1,51-9,-44 9,50-7,-23 6,0-2,-1-2,1-1,-1-2,-1-1,1-2,-2-1,15-9,-7-11,-40 33,0-1,-1 0,1 0,0 0,-1 0,1 0,0 0,-1 0,0 0,1 0,-1 0,1 0,-1 0,0 0,0 0,0 0,0 0,0-1,0 1,0 0,0 0,0 0,0 0,0 0,-1 0,1 0,-1 0,1 0,0 0,-1 0,0 0,1 0,-1 0,0 0,1 0,-1 0,0 0,0 1,0-1,0 0,1 1,-2-1,-2-2,1 1,-1 0,0 0,0 1,0-1,0 1,0 0,0 0,0 0,0 1,-1-1,1 1,0 0,0 0,0 1,-1-1,1 1,0 0,0 0,0 0,0 1,0-1,0 1,0 0,1 0,-1 0,1 1,-1-1,1 1,0 0,0 0,0 0,0 0,1 0,-1 1,1-1,0 1,0 0,0 0,1 0,-1-1,1 1,0 1,0-1,0 0,1 0,-1 0,1 0,0 1,0-1,1 0,-1 2,2 0,0 1,1-1,-1 0,1 0,0 0,1 0,0 0,0-1,0 1,0-1,1 0,0-1,0 1,0-1,0 0,1 0,0-1,0 1,5 1,5 2,0 0,1-2,-1 0,1-1,1 0,-1-2,4 1,-7-1,1-1,-1-1,1 0,0 0,-1-2,1 0,-1 0,0-2,1 1,-1-2,-1 0,1-1,-1 0,0-1,0 0,-1-1,0 0,0-1,-1-1,0 0,-1 0,0-2,8-17,-1-1,-2 0,-1-1,-1-1,-2 0,-1-1,-2 0,-1 0,-2-1,-1 0,-2 0,-1-8,2 16,-1 0,-1-1,-2 1,-1 0,0-1,-2 1,-2-4,5 27,1 0,-1-1,0 1,0-1,0 1,0 0,-1 0,1 0,-1 0,0 0,0 0,0 0,0 0,0 1,-1-1,1 1,-1 0,0-1,0 1,1 1,-1-1,-1 0,1 1,0-1,0 1,0 0,-1 0,1 0,-1 1,1-1,0 1,-4-1,-1 4,1 1,-1-1,1 1,-1 0,1 1,1 0,-1 0,0 0,1 1,0 0,1 0,-1 1,1-1,1 1,-1 0,1 1,0-1,-1 5,-8 11,2 0,0 1,2 0,1 0,0 1,2 1,1-1,1 1,1-1,2 1,0 0,2 0,0 0,2 0,1 0,1-1,1 0,1 0,3 4,-2-14,0 0,1-1,1 1,0-2,0 1,2-2,0 1,0-2,1 1,0-2,1 0,0 0,1-1,0-1,0-1,1 0,11 3,42 10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7:11.86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415 120,'-91'581,"90"-574,-6 103,7-106,1-1,-1 1,1 0,0-1,0 1,1-1,-1 1,1-1,0 0,-1 0,2 0,-1 0,0 0,0 0,1 0,0-1,-1 1,1-1,0 0,0 0,0 0,1 0,-1 0,0-1,1 0,-1 1,1-1,0 0,12 1,1-1,-1 0,1-2,-1 1,1-2,-1 0,1-1,-1-1,0 0,-1-1,1-1,-1-1,0 0,0-1,-1 0,0-1,6-6,15-11</inkml:trace>
  <inkml:trace contextRef="#ctx0" brushRef="#br0" timeOffset="260.305">1 495,'27'-7,"27"-4,26-5,18-3,14 1,6 3,-18 4</inkml:trace>
  <inkml:trace contextRef="#ctx0" brushRef="#br0" timeOffset="1041.259">896 736,'-4'-6,"-2"-4,-1-1,-1 1,0 0,0 1,-1 0,0 0,-1 1,0 0,-8-4,16 11,0 0,0 0,0 0,-1 0,1 1,0-1,0 1,-1-1,1 1,0 0,-1 0,1 0,0 0,-1 0,1 1,0-1,0 1,-1 0,1-1,0 1,0 0,0 0,0 0,0 1,0-1,0 0,0 1,1-1,-1 1,0 0,1 0,-1-1,1 1,0 0,-1 1,-27 77,28-76,0 1,1-1,-1 0,1 0,0 0,0 1,0-1,1 0,-1 0,1 0,0 0,1 0,-1 0,0 0,1 0,0 0,0 0,0-1,1 1,-1-1,1 0,0 0,0 0,0 0,0 0,0 0,1-1,-1 0,1 1,-1-1,1-1,0 1,0 0,0-1,0 0,6 0,-1-1,1 0,-1 0,1-1,0 0,-1-1,0 0,1 0,-1-1,0 0,0-1,-1 0,1-1,-1 1,0-1,0-1,0 0,-1 0,0 0,0-1,-1 0,0 0,0-1,0 0,-1 0,0 0,-1-1,0 1,0-1,-1 0,0 0,1-9,-3 15,0 1,-1-1,0 0,0 1,0-1,0 0,0 1,0-1,0 1,-1-1,0 0,1 1,-1-1,0 1,0-1,0 1,0 0,-1-1,1 1,-1 0,0 2,1 0,-1 1,0-1,1 0,-1 1,1-1,-1 1,0 0,1-1,-1 1,1 0,0 0,-1 0,1 0,0 0,0 0,-1 1,1-1,0 0,0 1,0-1,1 1,-1-1,0 0,0 1,1 0,-1-1,1 1,0-1,-1 1,1 0,0-1,0 1,0 0,-3 5,1 0,1-1,-1 1,1 0,0 0,1 0,0 0,0-1,0 1,1 0,0 0,0 0,1 0,-1-1,2 1,-1-1,1 1,0-1,0 0,1 0,-1 0,1-1,1 1,-1-1,1 0,0 0,0 0,0-1,1 0,0 0,3 2,-3-3,1 1,-1-1,1 0,0-1,0 1,0-1,0-1,0 1,0-1,1-1,-1 1,0-1,0-1,1 1,-1-1,0 0,0-1,0 0,0 0,0 0,0-1,0 0,-1 0,1-1,-1 0,0 0,0 0,-1-1,1 0,-1 0,0 0,0-1,-1 1,0-1,0-1,3-4,-5 6,1 0,-1 0,1 0,-1 0,-1-1,1 1,-1-1,0 1,0-1,-1 0,0 1,0-1,0 0,0 1,-1-1,0 1,0-1,-1 1,0-1,0 1,0 0,0-1,-1 1,0 0,-2-2,5 6,-1 1,1-1,-1 1,1-1,-1 1,1 0,-1-1,1 1,-1 0,1-1,-1 1,0 0,1 0,-1 0,1-1,-1 1,0 0,1 0,-1 0,1 0,-1 0,0 0,1 0,-1 0,0 0,1 1,-1-1,1 0,-1 0,0 1,1-1,-1 0,1 0,-1 1,1-1,-1 1,1-1,-1 0,1 1,-1-1,1 1,0-1,-1 1,1 0,0-1,0 1,-1-1,1 1,0-1,0 1,0 0,-1-1,1 1,0 0,0-1,0 1,0-1,0 1,-5 40,5-36,1 1,0 0,0-1,0 1,1-1,0 1,0-1,0 0,1 1,-1-1,1-1,0 1,1 0,-1-1,1 1,0-1,0 0,0-1,1 1,-1-1,1 1,0-1,0-1,0 1,0-1,1 0,-1 0,1 0,-1-1,1 0,-1 0,1 0,0-1,-1 0,1 0,0 0,-1-1,1 0,3-1,-2 2,-1-1,0-1,1 1,-1-1,0 0,0 0,0-1,0 0,-1 0,1 0,-1 0,1-1,-1 0,0-1,-1 1,1-1,-1 1,0-1,0-1,0 1,-1-1,0 1,0-1,0 0,-1 0,0 0,0 0,0 0,-1-4,-1-48,-8 68,5 3,1 1,0 0,1 0,0 0,1-1,1 1,0 0,1 0,0 0,1-1,0 1,2-1,-1 0,3 3,-4-11,-1-1,2 0,-1 0,0 0,1 0,0 0,0-1,0 1,0-1,0 0,1 0,0-1,-1 1,1-1,0 0,0 0,0-1,3 1,23 3</inkml:trace>
  <inkml:trace contextRef="#ctx0" brushRef="#br0" timeOffset="1656.216">1832 549,'7'0,"-1"0,1 0,-1 1,1 0,-1 1,0-1,0 1,1 0,-1 1,0-1,-1 1,1 1,0-1,-1 1,0 0,0 0,0 0,0 1,-1 0,1-1,-1 2,-1-1,1 0,-1 1,0 0,1 2,4 8,-1 0,-1 0,0 1,-2 0,0-1,0 2,-2-1,0 0,-1 0,-1 1,0-1,-2 6,-6 35,-2 0,-2 0,-4 0,-15 74,26-59,5-71,0 1,0-1,1 0,-1 0,0 0,1 0,0 0,-1 0,1 0,0 0,0 0,0-1,1 1,-1 0,0-1,0 1,1 0,-1-1,1 0,0 1,-1-1,1 0,0 0,0 0,0 0,0 0,0 0,0 0,0-1,0 1,0-1,1 1,5-2,-1 0,1-1,-1 1,1-1,-1-1,0 1,0-1,0-1,-1 1,1-1,-1 0,0-1,0 1,0-1,0-1,-1 1,0-1,0 0,-1 0,1 0,-1 0,-1-1,1 0,-1 0,0 0,-1 0,0 0,1-2,1-8,0 0,-1 0,-1-1,-1 1,0-1,-1 1,-1-1,-1 1,0-1,-2 1,0 0,0 0,-2 0,0 1,-1 0,0 0,-1 1,-1-1,-1 2,0-1,-1 2,0-1,-1 1,0 1,-1 0,-1 1,0 1,0 0,-1 0,-2 1,5-2,38 12,-13 0,29-1,1-2,-1-2,0-2,0-2,25-9,-59 15,-6 1,-1 0,0 1,1-1,-1 0,1 0,0 1,-1-1,1 1,0-1,-1 1,1 0,0 0,-1 0,1 0,0 0,0 0,-1 0,1 0,0 1,-1-1,1 0,0 1,-1 0,1-1,-1 1,1 0,-1 0,1 0,-1 0,0 0,1 0,-1 0,0 1,0-1,0 0,0 1,0-1,0 1,0-1,2 128,-3-125,0-1,1 1,0 0,0-1,0 1,0 0,1-1,-1 0,1 1,0-1,0 0,0 0,0 0,1 0,-1 0,1 0,0-1,0 1,0-1,0 0,0 0,1 0,11 2</inkml:trace>
  <inkml:trace contextRef="#ctx0" brushRef="#br0" timeOffset="1901.867">2246 414,'12'3,"3"0</inkml:trace>
  <inkml:trace contextRef="#ctx0" brushRef="#br0" timeOffset="2272.097">2620 0,'30'209,"-8"-26,-4 141,-17-300,-2-11,1 1,0-1,1 1,1-1,0 1,0-1,2 0,0 0,0 0,1-1,5 9,-9-19,1 1,0-1,-1 0,1 0,1 0,-1 0,0 0,0 0,1-1,-1 1,1-1,-1 1,1-1,0 0,-1 0,1 0,0-1,0 1,0-1,-1 1,1-1,0 0,0 0,0 0,0 0,0-1,0 1,-1-1,1 0,0 0,2-1,4-2,0 0,0-1,0 0,0-1,-1 0,0 0,0 0,3-5,2-2,-1 0,-1-1,0 0,-1-1,-1 0,0 0,-1-1,4-11,-9 83,-3-55,6 103,-5-100,0-1,0 0,0 0,0 0,0 0,1 0,-1-1,1 1,0 0,0-1,0 1,0-1,0 1,1-1,-1 0,1 0,-1 0,1 0,0-1,-1 1,1-1,0 1,0-1,0 0,1 0,-1-1,0 1,0-1,0 1,2-1,20-1</inkml:trace>
  <inkml:trace contextRef="#ctx0" brushRef="#br0" timeOffset="2521.202">3115 455,'-13'-2,"-10"-1,-5 0,-2 1,-1-2,5-1</inkml:trace>
  <inkml:trace contextRef="#ctx0" brushRef="#br0" timeOffset="2689.338">2540 214,'23'-4,"23"-2,22 0,21 1,12 2,3 5,-16 3</inkml:trace>
  <inkml:trace contextRef="#ctx0" brushRef="#br0" timeOffset="2910.399">3343 816,'14'-10,"-1"1,0-2,-1 0,0 0,0-1,-1 0,-1-1,0-1,-1 1,0-2,-1 1,3-9,-10 19,0 1,0-1,0 1,0-1,0 1,-1-1,0 1,0-1,0 0,0 1,0-1,-1 1,1-1,-1 1,0-1,0 1,-1-1,1 1,-1 0,1 0,-1 0,0 0,0 0,0 0,-1 0,1 0,-1 1,1 0,-1-1,0 1,0 0,0 0,0 0,0 1,-1-1,1 1,-2-1,-4 1,1-1,-1 1,0 1,0 0,0 0,0 0,0 1,1 1,-1-1,0 2,1-1,-1 1,1 0,0 1,0 0,0 0,1 1,-1-1,1 2,0-1,1 1,-1 0,1 1,0-1,1 1,-1 1,2-1,-1 0,1 1,0 0,0 0,1 1,0-1,1 1,-2 7,3-11,1 0,0 0,0 0,0 0,1 0,-1 1,1-1,0 0,1 0,-1-1,1 1,0 0,0 0,1-1,-1 1,1-1,0 0,0 0,0 0,1 0,0-1,-1 1,1-1,0 0,5 3,5 2,0 0,1-1,0 0,0-1,1-1,0-1,11 2,34 4,1-2,0-4,0-2,41-5,23-3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7:08.57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498 144,'-12'-4,"-1"1,1 0,-1 0,0 1,1 1,-1 0,0 1,0 0,0 1,0 0,0 1,1 1,-1 0,1 1,0 0,-1 1,2 0,-1 0,1 2,0-1,-10 9,3-2,1 1,1 1,0 1,1 0,1 1,0 0,1 1,1 1,1 0,0 0,2 1,-4 11,6-15,1 0,0 1,1-1,1 1,1 1,0-1,1 0,1 1,1-1,0 1,1-1,1 0,1 1,0-1,1 0,3 4,-4-14,1-1,0 0,1 0,0-1,0 0,0 0,0 0,1 0,0-1,0 0,0 0,0 0,1-1,-1 0,1 0,0-1,0 1,0-2,4 2,7 0,0-1,1 0,-1-1,0-1,1 0,-1-2,4-1,-9 2,0-2,0 0,0 0,-1-1,0 0,1-1,-2-1,8-4,5-7</inkml:trace>
  <inkml:trace contextRef="#ctx0" brushRef="#br0" timeOffset="313.161">218 572,'80'-18,"-75"17,16-5,1 1,0 2,0 0,0 1,0 1,7 2,-27-1,1 0,-1 1,0-1,1 1,-1 0,1 0,-1 0,0 0,0 0,0 0,1 0,-1 1,0-1,-1 1,1 0,0 0,0-1,-1 1,1 0,-1 0,0 1,1-1,-1 0,0 0,0 1,0-1,-1 0,1 1,0 1,1 79,-3-60,5 73,1-81</inkml:trace>
  <inkml:trace contextRef="#ctx0" brushRef="#br0" timeOffset="1185.308">753 799,'-7'-15,"1"0,0 0,1-1,1 0,0 0,2 0,0-1,0 1,2 0,0-1,0 1,2-1,0 1,1 0,1-3,-3 17,-1 1,0-1,0 1,1 0,-1-1,1 1,0-1,-1 1,1 0,0 0,0-1,-1 1,1 0,0 0,0 0,1 0,-1 0,0 0,0 0,0 0,1 1,-1-1,0 0,0 1,1-1,-1 1,1 0,-1-1,1 1,-1 0,0 0,1 0,-1-1,1 2,-1-1,1 0,-1 0,1 0,-1 1,1-1,-1 1,0-1,1 1,-1 0,0-1,0 1,1 0,-1 0,159 41,-157-41,0 0,0 0,-1 0,1 0,0 0,-1 1,1-1,0 1,-1 0,0-1,1 1,-1 0,0 1,0-1,0 0,0 0,-1 1,1-1,-1 1,1 0,-1-1,0 1,0 0,0 0,0 0,-1 0,1 0,-1 0,1 0,-1 0,0 0,-1 0,1 0,0 0,-28 156,28-157,0 0,0-1,0 1,1 0,-1 0,0-1,1 1,-1 0,1 0,0-1,0 1,-1-1,1 1,0-1,0 1,0-1,1 1,-1-1,0 0,1 0,-1 1,0-1,1 0,-1 0,1 0,0-1,-1 1,1 0,0-1,-1 1,1-1,0 1,0-1,-1 0,1 0,0 0,0 0,71-5,-36-2,-1-2,0-2,0-1,-1-2,-1-1,0-2,-2-1,15-11,-2-12,-44 40,0 0,0 0,0-1,0 1,0 0,-1 0,1-1,0 1,-1-1,1 1,-1 0,0-1,1 1,-1-1,0 1,0-1,0 1,0-1,0 1,0-1,0 1,-1-1,1 1,0-1,-1 1,1-1,-1 1,0 0,0-1,1 1,-1 0,0 0,0-1,0 1,0 0,0 0,0 0,-1 0,-4-2,0-1,0 1,0 0,-1 1,0 0,1 0,-1 0,0 1,0 0,0 0,0 1,0 0,0 0,0 0,0 1,1 0,-1 1,0-1,0 1,1 1,-1-1,1 1,0 0,-1 1,2-1,-1 1,0 0,1 1,-1-1,1 1,1 0,-1 1,0 0,1 0,0 1,0-1,0 1,1 0,0 0,1 0,-1 1,1-1,1 1,-1 3,1-8,1 0,0 0,0 0,0-1,0 1,0 0,0 0,1 0,-1 0,1-1,0 1,0 0,0-1,0 1,0 0,1-1,-1 0,1 1,0-1,0 0,-1 0,1 0,1 0,-1 0,0 0,0 0,1-1,-1 1,1-1,-1 0,1 0,0 0,5 1,1-1,-1 1,1-2,-1 1,1-1,-1-1,1 0,-1 0,1 0,-1-1,0 0,1-1,-1 0,0 0,-1-1,1 0,-1 0,0-1,0 0,0 0,0-1,-1 0,0 0,0 0,-1-1,1 1,-2-1,1-1,-1 1,0-1,0 0,-1 1,0-2,0 1,-1 0,0 0,-1-1,0 1,0-1,-1-3,0 12,0 0,-1 0,1 1,0-1,-1 0,1 0,-1 0,1 0,0 1,-1-1,1 0,-1 0,1 0,0 0,-1 0,1 0,-1 0,1 0,0 0,-1 0,1 0,-1 0,1 0,0-1,-1 1,1 0,0 0,-1 0,1-1,0 1,-1 0,1 0,0-1,-1 8,0 0,0 0,1 0,0 0,1 0,0-1,0 1,0 0,1 0,0-1,0 1,0-1,1 1,0-1,1 0,-1 0,1-1,0 1,0-1,1 0,0 0,0 0,0 0,0-1,1 0,0 0,0-1,0 1,0-1,0-1,1 1,0-1,21 6</inkml:trace>
  <inkml:trace contextRef="#ctx0" brushRef="#br0" timeOffset="1615.156">1835 492,'184'-99,"-162"84,-1-1,0 0,-2-2,0 0,-1-1,11-15,-24 28,0 0,-1-1,0 1,0-1,0 0,-1 0,0-1,0 1,-1-1,0 1,0-1,-1 0,0 0,0 0,-1 0,0 1,-1-1,1 0,-1 0,-1 0,0 1,0-1,0 0,-2-1,2 4,-1 0,0 0,0 0,-1 0,1 0,-1 1,0 0,0-1,0 2,-1-1,0 0,1 1,-6-3,8 5,0 0,0 0,0 0,-1 1,1-1,0 1,0-1,0 1,-1 0,1 0,0 0,-1 0,1 0,0 0,0 1,-1-1,1 1,0-1,0 1,0 0,0 0,0 0,0 0,0 0,0 1,0-1,0 0,1 1,-1-1,0 1,1 0,0 0,-1 0,1-1,0 1,-1 1,-8 19,1 1,0-1,2 2,1-1,0 1,2 0,1 0,0 13,3-35,-9 117,6 0,5 1,5-1,18 84,-19-159,5 31,-3 0,-3 0,-5 50,-2-95</inkml:trace>
  <inkml:trace contextRef="#ctx0" brushRef="#br0" timeOffset="1873.465">1715 946,'16'-5,"21"-5,22-9,22-7,18-6,12-5,-13 4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7:22.46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584 106,'-21'5,"-20"10,-19 16,-15 24,-9 27,-1 27,7 27,12 17,17 11,24-1,28-9,27-15,21-20,14-21,8-21,-1-20,-11-21</inkml:trace>
  <inkml:trace contextRef="#ctx0" brushRef="#br0" timeOffset="263.324">878 600,'-9'14,"-6"18,-1 17,-2 17,3 12,4 7,6 3,4-3,2-6,1-12,0-14,-3-17,0-15</inkml:trace>
  <inkml:trace contextRef="#ctx0" brushRef="#br0" timeOffset="735.069">758 855,'0'-1,"10"-102,-9 99,1 1,-1-1,1 0,0 1,0 0,0-1,0 1,1 0,-1 0,1 0,0 0,0 1,0-1,0 1,0 0,1-1,-1 2,1-1,-1 0,1 1,0-1,-1 1,1 0,3 0,5-1,-1 1,0 1,1 0,-1 0,0 1,0 1,0 0,1 0,-2 1,1 0,0 1,-1 1,1-1,-1 2,-1-1,1 1,-1 1,0 0,0 0,-1 1,0 0,6 7,-12-13,-1 1,1-1,-1 0,1 1,-1 0,0-1,0 1,0 0,0 0,0-1,-1 1,0 0,1 0,-1 0,0 0,0 0,0 0,-1-1,1 1,-1 0,0 0,1 0,-1-1,0 1,-1 0,1-1,0 1,-1-1,1 1,-1-1,0 0,0 0,0 0,0 0,-2 2,-1 0,0-1,0 1,0-1,0 0,-1 0,0 0,1-1,-1 0,0 0,0-1,0 1,0-1,-1-1,1 1,0-1,-3 0,7 0,0 0,0 0,0 0,1-1,-1 1,0 0,0-1,0 0,0 1,0-1,0 0,1 0,-1 0,0 0,1 0,-1 0,1-1,-1 1,1-1,0 1,-1-1,1 1,0-1,0 1,0-1,0 0,0 0,1 0,-1 1,1-1,-1 0,1 0,-1 0,1 0,0-1,17-69,139-181,-131 213,-2-2,-1 0,-2-2,-2 0,-2-1,-2-1,-2 0,-2-1,-3 0,1-22,-10 41,2 29,0-1,0 1,0-1,0 0,0 1,0-1,0 0,0 1,0-1,0 0,-1 1,1-1,0 0,0 1,0-1,-1 0,1 1,0-1,0 0,-1 0,1 1,0-1,-1 0,1 0,0 0,-1 1,1-1,0 0,-1 0,1 0,0 0,-1 0,1 0,-1 0,1 0,0 0,-1 0,1 0,0 0,-1 0,1 0,-1 0,1 0,0 0,-1 0,1-1,0 1,-1 0,1 0,0 0,-1-1,1 1,0 0,0 0,-1-1,1 1,0 0,0 0,-1-1,-6 21,1-1,1 1,1 1,0-1,2 1,0 12,0-19,-4 97,4 0,5 1,5-1,7 15,20 55,-31-169</inkml:trace>
  <inkml:trace contextRef="#ctx0" brushRef="#br0" timeOffset="1091.11">1159 454,'65'51,"2"-3,32 14,-37-23,-2 2,-1 3,8 11,-63-52,1 0,-1 1,1 0,-1 0,0 0,0 1,-1-1,1 1,-1 0,0 0,0 0,0 0,-1 0,0 1,0-1,1 5,-3-10,0 1,0 0,0-1,0 1,0-1,0 1,0 0,0-1,0 1,0-1,0 1,-1 0,1-1,0 1,0-1,0 1,-1-1,1 1,0-1,-1 1,1-1,-1 1,1-1,-1 1,1-1,-1 0,1 1,-1-1,1 0,-1 1,1-1,-1 0,1 0,-1 0,1 1,-1-1,0 0,1 0,-1 0,1 0,-1 0,0 0,1 0,-1 0,1 0,-1 0,0-1,1 1,-1 0,1 0,-1-1,1 1,-1 0,1 0,-1-1,1 1,-1-1,-31-22,23 11,1-2,0 1,1-1,0 0,1-1,1 0,0 0,1 0,0 0,2-1,0 1,0-1,1-9,1 23,-1-1,1 0,0 0,0 0,0 1,0-1,0 0,1 0,-1 1,1-1,0 0,0 1,0-1,0 0,0 1,1-1,-1 1,1 0,-1-1,1 1,0 0,0 0,0 0,0 0,0 1,0-1,1 0,-1 1,0 0,1-1,0 1,-1 0,1 0,-1 1,1-1,0 0,2 1,158-8,-113 9,57 0,-1 1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7:29.65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1 400,'3'-1,"0"-1,0 0,0 0,-1 0,1 0,0 0,-1-1,0 1,1-1,-1 1,0-1,-1 0,1 0,0 0,-1 0,1 0,-1 0,0-1,0 0,3-5,8-18,-2 0,0-1,-2 0,-1-1,-2 1,0-1,-2-1,-1-23,-1 50,-1 1,0-1,0 1,0-1,0 1,0-1,0 1,0-1,-1 1,1-1,-1 1,0 0,0-1,0 1,0 0,0 0,-1-1,1 1,0 0,-1 0,0 1,1-1,-1 0,0 0,0 1,0-1,2 3,-1-1,1 1,0-1,0 1,0 0,-1-1,1 1,0-1,0 1,0 0,0-1,0 1,0 0,0-1,0 1,1-1,-1 1,0-1,0 1,0 0,1-1,-1 1,0-1,1 1,-1-1,0 1,1-1,-1 1,1-1,-1 1,1-1,-1 0,1 1,-1-1,1 0,-1 1,1-1,-1 0,1 0,-1 0,1 1,0-1,-1 0,21 11,-1-1,2-1,-1 0,1-2,0-1,9 1,12 5,-18-5,-6-2,-1 0,0 1,0 1,-1 0,0 2,5 3,-18-8,0 0,-1 0,1 0,-1 1,0 0,0 0,-1-1,1 1,-1 1,0-1,-1 0,1 1,-1-1,0 0,0 1,-1-1,0 1,0 0,0-1,0 1,-1-1,0 1,0-1,-2 4,2 4,-13 136,7 0,7 50,28 180,-27-375,-1 0,1 0,-1 1,0-1,0 0,-1 1,1-1,-1 0,0 0,0 0,0 1,0-1,-1 0,0 0,0-1,0 1,0 0,0-1,-1 1,0-1,1 0,-1 0,-1 0,1 0,0 0,-1-1,1 1,-1-1,0 0,0 0,-3 1,0-2,0 0,0 0,-1-1,1 0,0 0,0 0,0-1,0 0,0-1,0 0,1 0,-1 0,0-1,1 0,0 0,-1 0,1-1,-5-4,-1-1,1 0,0-1,1 0,0-1,0 0,1 0,1-1,-7-10,7 6,0 1,1-1,1 0,0-1,2 1,0-1,0 0,2 0,0-1,1 1,0 0,2-1,0 1,1 0,0 0,2 0,0 0,1 0,0 1,2 0,0 0,0 0,2 1,0 0,0 1,2 0,-1 0,12-9,-7 13,1 2,-1 0,2 0,-1 2,1 0,0 1,0 0,1 2,-1 0,1 1,-1 1,1 0,0 1,0 1,-1 1,2 1,-12-3,27 2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7:29.92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0 214,'0'7,"0"14,3 16,2 19,1 12,1 10,0 1,-2-2,-1-11,-2-11,-3-13,-3-14,-2-11</inkml:trace>
  <inkml:trace contextRef="#ctx0" brushRef="#br0" timeOffset="291.219">267 388,'-14'2,"-1"0,1 1,0 1,0 0,0 1,0 0,1 1,0 1,0 0,1 1,0 0,0 1,1 0,0 1,0 0,1 1,-5 7,12-12,0 0,0 0,0 1,1-1,0 1,0 0,0-1,1 1,0 0,1 0,-1 0,1 0,1 0,-1 0,1 0,0-1,1 1,0 0,0 0,0-1,1 0,0 1,0-1,1 0,-1 0,1-1,1 1,-1-1,1 0,0 0,0 0,0-1,3 2,12 9,1-2,0 0,1-1,1-2,0 0,0-1,0-1,1-2,1 0,-1-1,1-2,11 0,-27-1,1-2,0 1,0-1,0-1,0 1,-1-2,1 0,0 0,-1 0,8-4,5-6</inkml:trace>
  <inkml:trace contextRef="#ctx0" brushRef="#br0" timeOffset="540.118">655 0,'7'0,"6"14,7 25,3 28,1 28,-2 23,-2 19,-5 10,-7 2,-14-5,-19-8,-29-10,-37-10,-41-10,2-25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7:25.90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141 212,'0'50,"2"33,-3 1,-5-1,-2 0,-5-1,-3 1,8-53,0-1,-2 0,-1 0,-8 13,19-43,0 1,0 0,-1-1,1 1,0 0,0 0,0-1,0 1,0 0,0 0,0-1,-1 1,1 0,0 0,0-1,0 1,0 0,-1 0,1 0,0 0,0-1,-1 1,1 0,0 0,0 0,-1 0,1 0,0 0,0-1,-1 1,1 0,0 0,0 0,-1 0,1 0,0 0,-1 0,1 0,0 0,0 0,-1 1,1-1,0 0,0 0,-1 0,1 0,0 0,0 0,-1 1,1-1,1-31,0 20,1 0,0 0,0 1,1-1,0 1,1 0,1 0,-1 0,1 0,1 1,0 0,0 0,1 0,0 1,0 0,1 0,0 1,0 0,1 0,8-4,-14 10,1 0,-1 0,1 1,0-1,-1 1,1 0,0 0,0 0,-1 0,1 1,0-1,0 1,-1 0,1 0,-1 0,1 1,-1-1,0 1,1 0,-1 0,0 0,2 2,59 59,-64-63,3 4,36 49,-38-51,0 0,-1-1,1 1,0 0,0 0,-1-1,1 1,-1 0,1 0,-1 0,0 0,0 0,0 0,0-1,0 1,0 0,0 0,-1 0,1 0,-1 0,1-1,-1 1,0 0,0 0,1-1,-1 1,-1 0,1-1,0 1,-1 0,-9 4,1 0,0-1,-1 0,0-1,0 0,-1-1,1-1,-1 1,1-2,-1 0,0 0,-6-1,12 1,-2-1,-11 2,0 0,0-2,0 0,0-1,0-1,-17-5,21 1,9 0</inkml:trace>
  <inkml:trace contextRef="#ctx0" brushRef="#br0" timeOffset="246.341">568 734,'-11'20,"-4"14,1 8,4 3,10 1,6-2,2-7,0-10</inkml:trace>
  <inkml:trace contextRef="#ctx0" brushRef="#br0" timeOffset="520.61">583 372,'2'16,"10"12,3 1</inkml:trace>
  <inkml:trace contextRef="#ctx0" brushRef="#br0" timeOffset="981.972">1010 693,'-21'-3,"10"0,-1 1,0 0,0 1,0 0,0 1,0 0,0 1,0 0,0 1,0 0,0 1,0 0,-3 2,13-4,0 1,0-1,0 0,0 0,1 1,-1-1,0 1,1 0,-1 0,1-1,-1 1,1 0,0 0,0 0,0 0,0 0,0 0,0 1,1-1,-1 0,1 0,0 1,-1-1,1 0,0 0,0 1,0-1,1 0,-1 1,1-1,-1 0,1 0,0 0,-1 1,1-1,0 0,0 0,1 0,0 1,62 68,146 64,-177-102,-32-32,-1 0,1 0,-1-1,1 1,-1 0,1 0,-1 0,0 0,1 0,-1 0,0 0,0 0,0 0,0 0,0 0,0 0,0 0,0 0,0 0,0 0,0 0,-1 0,1 0,0 0,-1 0,1 0,-1 0,1-1,-1 1,1 0,-1 0,0 0,1-1,-1 1,0 0,1-1,-1 1,0 0,0-1,0 1,0-1,0 0,-7 4,-1-1,0 0,0-1,0 0,-1 0,1-1,0 0,-1-1,1 0,0-1,-1 0,-3-1,11 2,-1 0,0 0,1 0,-1-1,1 1,-1-1,1 0,-1 1,1-1,-1-1,1 1,0 0,0 0,-1-1,1 1,0-1,0 0,1 0,-1 0,0 0,0 0,1 0,0 0,-1 0,1-1,0 1,0 0,0-1,0 1,0-1,1 1,-1-1,1 0,0 1,0-1,0 1,0-1,0 0,0 1,1-1,-1 0,5-11,1 0,0 0,0 1,1 0,1 0,0 1,1 0,9-9,-6 6,85-113,47-84,-115 162,-1 0,-3-2,-2-1,-3 0,-1-2,0-14,-18 66,3-11,-1 1,-1 0,0-1,-1 1,0-1,-1 0,-1-6,2 20,-1 0,0-1,0 1,0 0,0 0,1-1,-1 1,0 0,0-1,0 1,0 0,0 0,0-1,0 1,0 0,0-1,0 1,0 0,0 0,0-1,0 1,0 0,0-1,0 1,0 0,-1 0,1-1,0 1,0 0,0 0,0-1,0 1,-1 0,1 0,0-1,0 1,-1 0,1 0,0 0,0 0,-1-1,1 1,0 0,0 0,-1 0,1 0,0 0,-1 0,1 0,0 0,0 0,-1 0,1 0,0 0,-1 0,1 0,0 0,0 0,-1 0,1 0,0 0,-1 0,1 1,0-1,0 0,-1 0,1 0,0 0,0 1,-1-1,-9 22,-1 19,3 0,1 1,2 1,3-1,0 1,3-1,4 27,11 94,6-1,19 51,-37-195,-4-12,1 0,0 0,0 0,1 0,0 0,0 0,0 0,1-1,0 1,0-1,0 0,4 5,3-5</inkml:trace>
  <inkml:trace contextRef="#ctx0" brushRef="#br0" timeOffset="2132.986">1117 399,'159'53,"3"-7,40 1,-182-42,341 74,-341-68,-45-7,0-4,6-1,0 0,0 1,0 1,0 1,0 0,0 2,1 0,-1 1,1 1,0 1,1 0,0 1,0 1,0 1,-4 3,18-11,1 0,-1 0,0 1,1-1,-1 1,1-1,0 1,0 0,0-1,0 1,0 0,1 1,0-1,-1 0,1 0,0 1,0-1,1 0,-1 1,1-1,-1 1,1-1,0 0,1 1,-1-1,1 1,-1-1,1 1,0-1,0 0,0 0,1 0,-1 1,1-1,0 0,-1-1,2 1,-1 0,0 0,0-1,1 0,-1 1,1-1,1 1,6 2,1-1,0 0,0 0,0-1,0 0,0-1,1-1,-1 0,1 0,-1-1,1 0,-1-1,1-1,-1 0,0 0,0-1,0 0,0-1,0 0,-1-1,1 0,-1-1,9-7,37-44,-56 57,0 0,0 1,0-1,0 0,0 0,0 0,0 1,0-1,0 0,0 0,0 0,0 0,0 1,1-1,-1 0,0 0,0 0,0 0,0 1,0-1,1 0,-1 0,0 0,0 0,0 0,0 0,1 1,-1-1,0 0,0 0,0 0,0 0,1 0,-1 0,0 0,0 0,0 0,1 0,-1 0,0 0,0 0,0 0,1 0,-1 0,0 0,0 0,0 0,1-1,-1 1,0 0,0 0,0 0,0 0,1 0,-1 0,0-1,0 1,0 0,0 0,0 0,0 0,1 0,-1-1,0 28,0-12,0-12,1 0,-1 0,0 0,1 0,-1 0,1 0,0 0,0 0,0 0,0 0,1 0,-1-1,1 1,-1 0,1-1,0 0,0 1,0-1,1 0,-1 0,0 0,1 0,0 0,-1-1,1 1,0-1,0 0,-1 0,1 0,0 0,0 0,0-1,0 1,0-1,1 0,-1 1,0-2,0 1,0 0,0-1,0 1,0-1,0 0,3-1,4-6,0 0,0-1,-1-1,-1 1,1-1,-1-1,-1 1,0-1,0-1,-2 1,1-1,-1 0,-1-1,2-6,-2 10,39-119,-4-2,-5-8,-18 74,18-94,-33 145,-5 24,-15 67,3 0,4 2,3-1,4 1,4 12,0 113,1-205,0-1,1 1,-1-1,0 1,1-1,-1 1,1 0,-1-1,1 1,-1 0,1-1,-1 1,1 0,0-1,-1 1,1 0,-1 0,1 0,0 0,-1-1,1 1,-1 0,1 0,0 0,-1 0,1 1,0-1,-1 0,1 0,-1 0,1 0,0 1,-1-1,1 0,-1 0,1 1,-1-1,1 0,-1 1,1-1,-1 1,1-1,-1 1,0-1,1 1,-1-1,0 1,1-1,-1 1,0-1,0 1,1 0,-1-1,0 1,0-1,0 1,0 0,0-1,0 1,0 0,0-1,0 1,0-1,0 1,0 0,-1-1,1 1,0-1,0 1,-1 0,29-26,-23 19,1 0,-1 0,1 0,0 1,1 0,-1 0,1 1,0 0,0 0,0 0,1 1,-1 0,1 0,0 1,0 0,0 1,0 0,0 0,0 0,0 1,5 1,-9 1,1 0,0 1,-1-1,0 1,1 0,-1 1,0-1,-1 1,1 0,-1 0,1 0,-1 0,-1 0,1 1,0-1,-1 1,0 0,0 0,-1 0,1 0,-1 0,0 0,0 0,-1 0,1 1,-1-1,0 0,-1 0,1 0,-1 1,0-1,-1 0,1 0,-1 0,0 0,0-1,0 1,-1 0,1-1,-1 0,-1 0,1 1,0-2,-1 1,0 0,0 0,1-2,0 0,1 0,-1 0,0-1,0 1,-1-1,1 1,0-1,0 0,-1 0,1-1,0 1,-1-1,1 1,-1-1,1 0,-1-1,1 1,-1 0,1-1,0 0,-1 0,1 0,0 0,0 0,0-1,0 0,0 1,0-1,0 0,0 0,1-1,-1 1,1 0,-1-1,1 0,0 1,0-1,0 0,1 0,-1 0,1 0,-1-1,1 1,0 0,0 0,1-1,-1-1,3-4,1 1,0-1,1 1,0 0,0 0,0 0,1 1,1-1,-1 1,1 0,0 1,0-1,1 1,0 0,0 1,1 0,-1 0,1 1,0-1,1 2,-1-1,3-2,0 0,0 1,0 0,0 0,1 1,0 1,0 0,0 1,0 0,0 1,0 0,1 1,-1 0,6 2,-13 1,-1 0,0 1,0 0,0 0,-1 0,1 0,-1 1,0-1,0 1,-1 0,1 0,-1 0,0 0,-1 0,1 0,-1 0,0 1,0-1,0 1,-1-1,0 1,0-1,-1 0,1 1,-2 3,2-1,0 22,-1-21,0-1,1 0,0 0,1 1,0-1,0 0,0 0,1 1,1-1,-1-1,4 7,-5-12,1-1,-1 1,1-1,0 0,-1 0,1 1,0-1,0 0,0-1,0 1,0 0,0 0,0-1,0 1,0-1,0 0,0 0,0 0,0 0,0 0,0 0,0 0,1 0,-1-1,0 0,0 1,0-1,0 0,-1 0,1 0,0 0,0 0,0 0,-1 0,1-1,-1 1,1-1,17-12</inkml:trace>
  <inkml:trace contextRef="#ctx0" brushRef="#br0" timeOffset="2397.791">2841 292,'-9'5,"1"7,12 8,12 6,2-1</inkml:trace>
  <inkml:trace contextRef="#ctx0" brushRef="#br0" timeOffset="2806.614">3176 613,'27'-24,"-1"-1,0-1,-2-1,-1-1,-2-1,0-1,-2-1,-2-1,0-1,-3 0,6-19,-16 41,0 0,-2 0,1-1,-1 1,-1-1,0 0,-1 0,0 1,-1-1,0 0,-1 1,0-1,-1 1,0-1,1 10,0 0,-1 0,1 0,-1 0,1 0,-1 1,0-1,0 1,0 0,1-1,-1 1,-1 0,1 1,0-1,0 1,0-1,0 1,0 0,0 0,-1 0,1 1,0-1,0 1,0 0,0-1,0 1,0 1,0-1,0 0,1 1,-1-1,0 1,1 0,-1 0,1 0,0 0,0 1,-1-1,1 0,1 1,-3 2,-12 15,0 1,1 1,1 0,1 1,1 1,1 0,1 0,1 1,2 0,0 1,1 0,0 11,0-1,1-1,2 2,1-1,2 0,2 3,-1-23,1 0,0 0,1-1,1 1,1-1,0 0,1 0,0-1,1 0,1 0,0 0,9 9,-13-17,1 0,0-1,0 0,0 0,0 0,1-1,0 1,0-1,0-1,0 1,1-1,0 0,-1-1,1 1,0-1,0-1,0 1,0-1,1-1,-1 1,0-1,0 0,0-1,1 0,-1 0,0 0,0-1,0 0,0-1,1 0,8-6,-1-1,0 0,-1-1,0 0,-1-1,0-1,-1 0,-1-1,0 0,2-5,-11 16,-2 3,0-1,0 1,0-1,0 1,0-1,0 1,0-1,0 1,0-1,0 1,1-1,-1 1,0-1,0 1,0 0,1-1,-1 1,0-1,0 1,1 0,-1-1,0 1,1-1,-1 1,0 0,1 0,-1-1,1 1,-1 0,1 0,-1-1,0 1,1 0,-1 0,1 0,-1 0,1 0,-1 0,1 0,-1 0,1 0,-1 0,1 0,-1 0,1 0,-1 0,1 0,-1 0,1 0,-1 1,0-1,1 0,-1 0,1 1,-1-1,0 0,1 1,1 69,-4-62,2-1,-1 1,1-1,0 1,0-1,1 1,0-1,1 0,0 1,0-1,0 0,1 0,0 0,0 0,1-1,-1 1,2 0,8 6</inkml:trace>
  <inkml:trace contextRef="#ctx0" brushRef="#br0" timeOffset="3067.973">3751 345,'-10'7,"7"9,4 2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7:39.97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1882 0,'-225'230,"-288"307,-211 145,322-343,385-322,17-17,0 0,0 0,0 0,1 1,-1-1,0 0,0 0,0 0,0 0,1 0,-1 0,0 1,0-1,0 0,0 0,0 0,0 0,1 1,-1-1,0 0,0 0,0 0,0 0,0 1,0-1,0 0,0 0,0 0,0 1,0-1,14-9</inkml:trace>
  <inkml:trace contextRef="#ctx0" brushRef="#br0" timeOffset="780.424">2670 1003,'-321'241,"-364"252,120-90,-234 234,593-444,175-161</inkml:trace>
  <inkml:trace contextRef="#ctx0" brushRef="#br0" timeOffset="1678.056">2737 2634,'-41'21,"2"2,0 2,2 1,0 2,-8 11,14-13,-741 631,-328 198,938-743,142-102,36-30,46-13,-44 25</inkml:trace>
  <inkml:trace contextRef="#ctx0" brushRef="#br0" timeOffset="2499.394">2537 4305,'0'0,"0"0,-1 0,1 0,0 0,0 0,0 1,0-1,-1 0,1 0,0 0,0 0,0 0,-1 0,1 0,0 0,0-1,0 1,-1 0,1 0,0 0,0 0,0 0,0 0,-1 0,1 0,0 0,0 0,0-1,0 1,0 0,0 0,-1 0,1 0,0 0,0-1,0 1,0 0,0 0,0 0,0 0,0-1,0 1,0 0,0 0,0 0,0-1,0 1,0 0,0 0,0 0,0 0,-20 13,-384 335,-134 89,-186 94,138-120,567-397,45-20,-5-4</inkml:trace>
  <inkml:trace contextRef="#ctx0" brushRef="#br0" timeOffset="3337.18">2483 6029,'8'-3,"-21"17,11-12,-741 652,712-629,-989 790,896-718,-68 44,179-134,25-13,2 0</inkml:trace>
  <inkml:trace contextRef="#ctx0" brushRef="#br0" timeOffset="4137.159">2404 7847,'15'-12,"-20"14,-31 24,-602 443,401-298,-31 21,-660 503,863-641,65-55,0 1,0 0,0 0,0 0,0-1,0 1,-1 0,1 0,0 0,0 0,0-1,0 1,0 0,0 0,-1 0,1 0,0 0,0 0,0 0,0-1,-1 1,1 0,0 0,0 0,0 0,-1 0,1 0,0 0,0 0,0 0,-1 0,9-13</inkml:trace>
  <inkml:trace contextRef="#ctx0" brushRef="#br0" timeOffset="4875.185">2337 9345,'-13'1,"1"1,-1 0,1 1,0 1,0 0,0 1,1 0,0 0,0 1,0 1,-7 5,8-6,-128 88,4 6,-104 102,177-148,-119 102,-150 129,-60 22,358-283,11-8,-1 0,-1-1,0-2,-1 0,-9 3,33-16,-1 1,1-1,-1 0,0 1,1-1,-1 1,1-1,-1 0,0 0,1 1,-1-1,0 0,1 0,-1 0,0 0,0 1,1-1,-1 0,0 0,1-1,-1 1,0 0,1 0,-1 0,0 0,1-1,-1 1,0 0,1 0,-1-1,0 1,1-1,-1 1,1 0,-1-1,1 1,-1-1,1 0,-1 1,1-1,10-26,47-29,-24 31</inkml:trace>
  <inkml:trace contextRef="#ctx0" brushRef="#br0" timeOffset="5595.794">2496 10294,'10'-14,"4"-4,-4 3,-11 11,-11 15,-18 20,-20 22,-28 27,-38 26,1-6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7:52.74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1 119,'9'-11,"1"0,0 1,1 1,0 0,0 0,1 1,0 1,1 0,-1 0,1 1,1 1,-1 0,1 1,0 1,8-2,-18 5,0-1,-1 0,1 1,-1 0,1 0,0 0,-1 0,1 1,0-1,-1 1,1 0,-1 0,1 0,-1 0,0 1,1 0,-1-1,0 1,0 0,0 0,0 1,-1-1,1 1,-1-1,1 1,-1 0,0 0,0 0,0 0,0 0,-1 1,1-1,-1 0,1 4,2 11,-1 0,0 0,-2 1,0-1,-1 1,-2 8,1 29,1-55,-1 0,1 0,0 0,-1 0,1 0,0 0,-1 0,1 1,0-1,0 0,0 0,0 0,0 0,0 0,0 0,1 0,-1 0,0 1,1-1,-1 0,1 0,-1 0,1 0,-1 0,1-1,-1 1,1 0,0 0,0 0,-1 0,1-1,0 1,0 0,0-1,0 1,0-1,0 1,0-1,0 1,0-1,0 0,0 1,0-1,0 0,0 0,1 0,-1 0,0 0,0 0,0 0,0 0,0 0,0-1,0 1,0 0,0-1,0 1,0-1,0 1,0-1,0 1,0-1,0 0,0 0,9-9,0-1,-1 0,-1 0,0-1,0 0,-1-1,-1 0,0 0,-1 0,0 0,1-7,-6 20,0 0,0 0,0 0,0 0,0 1,0-1,0 0,1 0,-1 0,0 0,0 0,0 1,0-1,0 0,1 0,-1 0,0 0,0 0,0 0,0 0,1 0,-1 0,0 1,0-1,0 0,0 0,1 0,-1 0,0 0,0 0,0 0,1 0,-1 0,0 0,0-1,0 1,0 0,1 0,-1 0,0 0,0 0,0 0,0 0,1 0,-1 0,0-1,0 1,0 0,0 0,0 0,0 0,1 0,-1-1,0 1,0 0,0 0,0 0,8 26,-4-10,-3-11,0 0,0 0,1 0,0 0,0 0,0 0,0 0,1-1,0 0,0 1,0-1,0 0,1 0,0 0,0-1,0 0,0 1,0-1,1-1,-1 1,1-1,0 1,-1-1,1-1,0 1,0-1,1 0,-1 0,0 0,0-1,0 1,1-1,-1-1,0 1,0-1,1 0,3-1,1-5,-1 0,1-1,-1 0,0 0,-1-1,0 0,0-1,-1 0,0 0,-1 0,0-1,-1 0,0 0,-1 0,0-1,0-1,-7 18,1 0,0 0,0 0,0 0,1 1,-1-1,1 1,1-1,-1 0,1 1,0-1,0 1,0-1,1 1,0-1,0 1,0-1,1 0,0 1,0-1,0 0,1 0,-1-1,1 1,1 0,-1-1,0 0,1 0,0 0,4 4,9 0,1-1,0-1,1 0,-1-1,1-1,0-1,0-1,0 0,0-1,0-2,12-1,-6 2,-5 0,21 2,1-2,0-3,-1-1,1-1,32-11,-72 16,0 0,1 0,-1-1,0 1,0-1,0 1,0-1,0 0,0 0,0 0,0 0,0 0,0 0,-1-1,1 1,0-1,-1 1,1-1,-1 1,0-1,1 0,-1 0,0 0,0 0,0 0,0 0,-1 0,1 0,-1 0,1 0,-1 0,1 0,-1-1,0 1,0 0,0 0,0 0,-1-2,-4-4,0-1,-1 1,0 0,-1 1,0 0,0 0,0 0,-1 1,0 0,0 0,-1 1,1 0,-1 1,0 0,-1 0,1 1,0 0,-1 1,-7-2,8 2,0 1,0-1,0 1,0 1,0-1,0 2,-1-1,1 1,-2 1,8-1,-1 0,1-1,1 2,-1-1,0 0,0 0,0 1,1 0,-1-1,0 1,1 0,0 0,-1 1,1-1,0 0,0 1,0-1,1 1,-1 0,1-1,-1 1,1 0,0 0,0 0,0 0,1 0,-1 0,0 2,1 0,-1 0,1 0,1 0,-1 0,0 0,1 0,0 0,0 0,1 0,-1-1,1 1,0 0,0-1,1 0,-1 1,1-1,0 0,0 0,1-1,-1 1,1 0,0-1,-1 0,2 0,-1 0,0-1,0 1,2-1,3 3,0-1,1 0,0 0,0-1,0-1,0 0,0 0,1-1,-1 0,1 0,-1-2,0 1,4-1,-4-1,0-1,1 0,-1 0,0-1,-1 0,1-1,-1 0,0-1,0 0,0 0,-1-1,0 0,0 0,-1-1,0 0,0 0,-1-1,0 1,0-1,-1-1,-1 1,1-1,-1 0,-1 0,0 0,0-5,7-25,-1 66,-7-4,1 0,1 0,1 0,1-1,7 16,-10-31,-1 1,1-1,1-1,-1 1,1 0,0-1,0 0,1 0,-1 0,1-1,0 1,1-1,-1 0,1-1,-1 1,1-1,0 0,0-1,1 1,-1-1,4 0,0 0,0-1,0-1,0 0,0 0,0-1,0 0,0-1,-1 0,1-1,0 0,-1 0,0-1,1 0,-1-1,-1 0,1 0,-1-1,0 0,0 0,-1-1,0 0,0-1,0 1,-1-1,0 0,-1-1,0 0,0 1,-1-2,0 1,-1 0,0-1,2-8,4-24,-2 57,0 26,-5-21,2 1,0-1,1 0,1-1,0 1,2-1,0 0,6 8,5-4,0-8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7:5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 0,'-5'14,"11"16,17 11,5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7:57.08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125 0,'-16'0,"-9"5,-4 8,4 11,6 10,8 9,12 6,4-5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7:55.00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16,'15'16,"-1"2,-1-1,0 2,-1 0,-1 0,-1 1,-1 0,-1 1,0 0,-2 1,0-1,-2 1,0 0,-1 0,-2 3,-4-1,8-40,7-13,2 0,1 1,1 0,1 2,2 0,0 0,14-12,-32 37,25-22,-26 22,0 1,1-1,-1 1,1-1,-1 1,1 0,-1-1,0 1,1 0,0-1,-1 1,1 0,-1 0,1-1,-1 1,1 0,-1 0,1 0,0 0,-1 0,1 0,-1 0,1 0,0 0,-1 0,1 0,-1 0,1 0,0 0,-1 1,1-1,-1 0,1 0,-1 1,1-1,-1 0,1 1,-1-1,1 0,-1 1,1-1,-1 1,0-1,1 1,-1-1,0 1,1 0,14 125,-16-121,1 0,1 0,-1 0,1 0,0 0,0 0,0-1,1 1,0 0,0-1,0 1,0-1,1 0,-1 0,1 0,0 0,0 0,1 0,-1-1,1 0,0 0,0 0,0 0,0 0,0-1,1 0,-1 0,1 0,4 1,4-4,1-1,-1 0,0-1,0-1,-1 0,1 0,-1-2,0 1,0-1,0-1,-1 0,0-1,-1 0,1-1,-2 0,1-1,-1 1,-1-2,6-7,-9 13,-1-1,1 0,-1 0,0 0,0-1,-1 0,0 1,0-1,0 0,-1 0,0-1,-1 1,1 0,-1-1,-1-1,-1 7,-1 0,1-1,-1 1,0 0,0 0,0 0,0 0,0 0,-1 0,1 1,0-1,-1 1,1 0,-1-1,1 1,-1 0,0 1,0-1,1 0,-1 1,0 0,0-1,0 1,1 0,-1 0,0 1,0-1,0 1,-1 0,-4 0,1 0,-1 0,1 1,-1 0,1 1,0 0,-1 0,2 0,-1 1,0 0,1 1,-1-1,1 1,1 0,-1 1,1-1,-1 1,4-2,-1-1,0 0,1 0,0 1,-1 0,1-1,1 1,-1 0,1 0,-1 0,1 0,0 0,0 0,1 1,0-1,-1 0,1 0,0 0,1 0,-1 1,1-1,0 0,0 0,0 0,1 0,-1 0,1 0,0-1,0 1,0 0,3 2,6 4,-1-1,2 0,-1-1,1-1,1 0,-1 0,1-1,0-1,1 0,-1-1,1 0,0-1,0-1,0 0,4 0,43 6</inkml:trace>
  <inkml:trace contextRef="#ctx0" brushRef="#br0" timeOffset="423.866">1177 42,'-7'0,"0"0,1 0,-1 0,0 1,0 1,0-1,1 1,-1 0,1 0,-1 1,1 0,0 0,0 0,0 1,1 0,-1 0,1 0,0 1,0 0,0 0,1 0,0 0,0 1,0 0,1 0,-1 0,2 0,-1 0,1 1,-1-1,2 1,-1 0,1-1,0 1,0 0,1 0,0 0,0 0,1-1,0 3,1-3,0-1,0 1,0-1,1 1,0-1,0 0,0 0,1 0,0 0,0-1,0 0,0 0,1 0,-1 0,1 0,0-1,0 0,1 0,-1 0,0-1,1 0,0 0,9 3,1-1,-1 0,1-1,-1-1,1-1,0 0,14-1,-15 0,0-2,0 1,0-2,0 0,-1-1,0 0,1-1,-2 0,1-2,-1 1,1-2,-2 0,1 0,-1-1,-1 0,0-1,0-1,-1 0,0 0,-1-1,0 0,-1-1,0 0,-6 10,-1 1,1-1,-1 1,0-1,0 1,0-1,0 0,0 1,-1-1,1 0,-1 0,0 0,0 0,0 1,0-1,0 0,-1 0,1 0,-1 1,0-1,1 0,-1 1,-1-1,1 0,0 1,-1-1,1 1,-1 0,0 0,0-1,1 1,-2 0,1 1,0-1,0 0,0 0,-1 1,1 0,-1-1,0 1,1 0,-1 0,0 0,1 1,-1-1,0 1,0-1,-1 1,-2 1,0 1,1-1,-1 1,0 1,1-1,-1 1,1 0,0 0,0 0,0 1,0-1,1 1,-1 1,1-1,0 0,0 1,1 0,-1 0,1 0,0 1,1-1,-1 1,1-1,0 1,0 0,1 0,0-1,0 1,0 0,1 1,-1-1,2 0,-1 0,1 0,0 0,0 0,0-1,1 1,0 0,0 0,0-1,2 3,2-1,0 0,0-1,1 0,-1 0,1 0,0-1,1 0,-1-1,1 1,0-1,0-1,1 0,-1 0,1 0,-1-1,3 0,41 9</inkml:trace>
  <inkml:trace contextRef="#ctx0" brushRef="#br0" timeOffset="803.363">2006 3,'-12'-2,"-1"2,1 0,0 0,0 1,0 0,-1 1,1 1,1 0,-1 1,0 0,1 0,0 1,0 1,0 0,1 0,0 1,0 1,1-1,-1 1,-6 9,14-14,0 0,0-1,0 1,0 0,1 0,-1 0,1 1,0-1,0 0,0 0,0 1,1-1,-1 0,1 1,0-1,0 1,0-1,0 0,1 1,-1-1,1 0,0 1,0-1,0 0,0 0,1 0,-1 0,1 0,0 0,0 0,0 0,0-1,0 1,2 0,10 9,1 0,0-2,1 0,0 0,0-2,1 0,0 0,5 0,100 54,-121-62,-1 0,1 0,0 0,-1 0,1 1,-1-1,1 0,-1 1,1-1,-1 0,1 1,-1-1,1 1,-1-1,1 0,-1 1,1-1,-1 1,0 0,1-1,-1 1,0-1,0 1,1-1,-1 1,0 0,0-1,0 1,0 0,0-1,0 1,0-1,0 1,0 0,0-1,0 1,0 0,0-1,0 1,-1-1,1 1,0 0,0-1,-1 1,1-1,-1 1,1-1,0 1,-1-1,1 1,-1-1,1 0,-1 1,1-1,-1 1,1-1,-1 0,0 0,-39 12,38-12,-49 8,-1-3,0-2,-31-3,33-6,52 0,20-1,7-1</inkml:trace>
  <inkml:trace contextRef="#ctx0" brushRef="#br0" timeOffset="1825.146">2327 243,'-2'-7,"-1"0,-1 0,1 0,-1 0,0 1,-1 0,1 0,-1 0,0 0,-1 1,1-1,-1 1,0 1,-1-1,1 1,-1 0,1 1,-1 0,0 0,-1 0,1 1,0 0,-1 0,-2 0,7 3,0-1,0 0,0 1,0 0,0 0,0 0,0 0,0 0,0 1,0-1,0 1,1 0,-1 0,1 0,-1 0,1 0,0 0,0 1,0-1,0 1,0-1,0 1,1 0,-1 0,1 1,-20 78,20-78,0 0,1 0,0 0,0 0,0 0,0 0,1 0,0 0,0 0,0 0,0 0,0 0,1 0,0-1,-1 1,2 0,-1-1,0 0,1 1,-1-1,1 0,0 0,0-1,0 1,0 0,1-1,-1 0,1 0,-1 0,1 0,0-1,0 1,0-1,0 0,0 0,0 0,0-1,0 0,0 1,0-1,0-1,2 1,4-3,0-1,-1 1,1-1,-1-1,0 0,-1 0,1-1,-1 0,0-1,0 0,-1 0,0 0,0-1,0 0,24-23,-31 30,0 1,0-1,0 1,1-1,-1 1,0 0,1-1,-1 1,0 0,1-1,-1 1,0 0,1-1,-1 1,0 0,1 0,-1-1,1 1,-1 0,1 0,-1 0,1 0,-1-1,1 1,-1 0,1 0,-1 0,0 0,1 0,-1 0,1 0,-1 1,1-1,-1 0,1 0,-1 0,1 0,-1 0,1 1,-1-1,0 0,1 0,-1 1,1-1,-1 0,0 1,1-1,-1 1,0-1,0 0,1 1,4 28,-4-17,0-8,0 1,1-1,-1 0,1 0,0 0,0-1,0 1,1 0,-1-1,1 1,0-1,0 0,0 0,0 0,1 0,-1-1,1 1,0-1,-1 0,1 0,0 0,0-1,0 1,1-1,-1 0,0 0,0-1,1 1,-1-1,0 0,1 0,-1 0,1-1,4 1,0 0,0-1,-1 0,1-1,-1 1,1-2,-1 1,1-1,-1-1,0 1,-1-1,1-1,-1 0,0 0,0 0,0 0,0-1,-1-1,0 1,-1-1,1 0,-1 0,-1 0,1-1,-1 0,0 0,-1 0,0 0,0-1,23-131,-24 139,-1-1,0 0,0 1,1-1,-1 1,1 0,-1-1,1 1,-1 0,1 0,0 0,0 0,0 0,-1 0,1 0,0 1,0-1,0 1,0 0,0-1,0 1,0 0,0 0,0 0,0 0,0 1,0-1,0 0,0 1,0-1,0 1,0 0,0 0,0 0,0 0,-1 0,9 1,25 5,-24-6,1 1,-1 0,0 1,0 0,0 1,-1 0,1 1,-1 0,8 5,-15-6,-1 1,1-1,-1 0,1 1,-1 0,-1-1,1 1,-1 0,0 0,0 0,0 0,0 0,-1 0,0 0,0 1,-1-1,1 0,-1 0,0 0,0 0,-1-1,0 1,1 0,-2 0,1-1,0 1,-2 0,-7 28,10-30,0-1,0 1,0 0,0 0,0 0,1 0,0 0,-1 0,1 0,0 0,0 0,1 0,-1 0,1 0,-1 0,1 0,0 0,0-1,0 1,1 0,-1 0,1-1,-1 1,1-1,0 1,0-1,0 0,0 0,0 0,3 2,5 0,1 0,0-1,0 0,0 0,1-1,-1-1,0 0,1-1,-1 0,1 0,-1-1,1-1,-1 0,0 0,0-1,0-1,0 0,-1 0,6-4,82-65,-96 98,-4-18,1-4,0 0,-1-1,1 1,0 0,0 0,1 0,-1 0,1 0,-1 0,1-1,0 1,0 0,0 0,1 0,-1 0,1 0,-1 0,1 0,0 0,0-1,0 1,1 0,-1-1,1 1,-1-1,1 1,0-1,0 0,0 0,0 1,0-2,1 1,-1 0,1 0,-1-1,1 1,2 0,2-1,1 1,0-2,0 1,0-1,0 0,-1-1,1 0,0 0,0-1,-1 0,1 0,-1-1,1 0,-1 0,0 0,0-1,-1 0,1-1,-1 0,1 0,-3 1,0 1,0-1,0 1,-1-1,1 0,-1 0,0-1,0 1,-1-1,1 1,-1-1,0 0,0 0,-1 0,0 0,1 0,-2 0,1 0,-1-1,1 1,-1 0,-1 0,1-1,-1 1,0 0,0 0,0 0,-1 0,0 0,-1-2,-1 1,0 0,0 1,-1 0,0 0,0 0,0 0,0 1,-1 0,0 0,0 0,0 1,0 0,0 0,-1 1,0-1,1 1,-1 1,0-1,0 1,0 1,0-1,0 1,0 0,0 1,1-1,-1 1,0 1,0 0,0-1,1 2,-1-1,1 1,0 0,0 0,0 1,0 0,0 0,1 0,0 1,-3 2,1 0,0 0,1 1,-1-1,2 1,-1 1,1-1,0 1,1 0,0 0,-2 7,4-12,1 0,0-1,0 1,0 0,0 0,1 0,0 1,0-1,0 0,0 0,0 0,1 0,0 0,0 0,0 0,0 0,0-1,1 1,0 0,0-1,0 1,0-1,1 1,-1-1,1 0,0 0,0 0,1 0,1 0,0 0,-1-1,1 1,1-1,-1 0,0-1,0 1,1-1,-1 0,1 0,0-1,32 3</inkml:trace>
  <inkml:trace contextRef="#ctx0" brushRef="#br0" timeOffset="2355.241">3624 284,'16'11,"14"4,14-5,12-12,11-11,6-13,-11-3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7:54.03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1084,'32'-1,"0"-2,0-2,-1 0,0-2,0-2,-1 0,0-2,0-2,0-1,-25 12,2-1,1 0,-1-1,0 0,0 0,0 0,0-1,-1 0,1-1,-1 1,-1-1,1 0,-1 0,0-1,-4 6,-1 0,1-1,0 1,-1 0,0 0,1 0,-1-1,0 1,1 0,-1 0,0-1,0 1,0 0,0-1,0 1,0 0,-1 0,1-1,0 1,-1 0,1 0,-1-1,1 1,-1 0,0 0,1 0,-1 0,0 0,0 0,0 0,1 0,-1 0,0 0,-1 1,1-1,0 0,0 1,0-1,0 0,0 1,-1-1,1 1,0 0,0 0,-1-1,1 1,-1 0,-62-4,55 5,0 2,0-1,0 1,1 1,-1 0,1 0,0 1,0-1,0 2,1-1,-1 1,1 0,1 1,-5 4,8-7,0-1,0 1,1-1,-1 1,1 0,-1 0,1 0,1 1,-1-1,0 0,1 1,0-1,0 1,0 0,1-1,0 1,0-1,0 1,0 0,1-1,-1 1,1-1,0 1,1-1,-1 1,1-1,0 0,0 0,0 0,1 1,4 1,0 0,1-1,0 0,0 0,0-1,0 1,1-2,0 1,-1-1,1-1,1 0,-1 0,0-1,0 0,1 0,-1-1,0 0,1-1,-1 0,9-2,0 1,-1-1,1-1,-1 0,0-1,0-1,0-1,-1 0,0-1,0-1,-1-1,0 0,-1-1,0 0,0-1,-2 0,4-5,15-17,-19 19,0 1,1 0,1 1,0 0,1 1,1 1,9-5,-23 15,1-1,0 1,0 0,0 0,0 0,0 0,0 0,0 1,0-1,0 1,0 0,1 0,-1 0,0 0,0 1,0-1,0 1,0 0,0 0,0 0,0 0,0 1,0-1,-1 1,1-1,0 1,-1 0,1 0,-1 0,0 1,0-1,0 0,0 1,0-1,-1 1,1 0,-1 0,1-1,-1 1,0 2,24 87,-24-88,-1 0,0 0,0 0,0 0,0-1,-1 1,0 0,1 0,-1 0,-1 0,1-1,0 1,-1 0,0-1,0 1,0-1,0 0,-1 0,1 0,-1 0,1 0,-1 0,0-1,2-1,0 0,0-1,1 1,-1 0,0-1,0 1,0 0,0-1,1 1,-1-1,0 0,0 1,0-1,0 0,0 0,0 1,0-1,0 0,0 0,-1 0,1 0,0 0,0-1,0 1,0 0,0 0,0-1,0 1,1 0,-1-1,0 1,0-1,0 1,0-1,0 0,1 1,-1-1,0 0,0 0,1 1,-1-1,1 0,-1 0,0 0,1 0,-1 0,0-2,1 1,-1-1,0 0,1 1,0-1,-1 0,1 1,0-1,1 0,-1 1,0-1,1 0,-1 1,1-1,0 1,0-1,0 1,0-1,6-6,0 0,0 1,1 0,0 0,1 1,-1 0,1 0,1 1,-1 0,10-4,19-13,-15 6,0-1,0-1,-2-1,-1-1,0-1,-2 0,0-2,-2 0,-1-1,-1-1,9-20,-1-9,-2-1,-2 0,-3-2,-2 0,0-18,-8 45,3-13,-3-1,-1 0,-1-33,-12 50,-13 43,4 17,2 2,2 0,1 0,1 2,2-1,-2 24,-2 2,2 1,4 0,2 1,2 0,4 20,1-64,1-1,0 0,2 1,0-1,1 0,0-1,2 1,5 11,-8-21,1 0,0 0,0 0,1-1,0 0,0 0,1 0,0-1,0 0,0 0,1-1,0 0,0 0,0-1,0 0,1 0,8 2,-9-4,-1-1,0 0,1 0,-1-1,1 0,0 0,-1-1,1 0,-1 0,0-1,1 0,-1 0,0 0,0-1,0 0,0-1,-1 0,1 0,-1 0,0 0,0-1,-1 0,1-1,-1 1,0-1,-1 0,1 0,-1 0,-1-1,1 0,-1 1,0-1,1-3,3-8,-1 1,0-1,-1 0,-1-1,0 1,-2-1,0 0,-1-2,-5 12,-2 32,4-10,0 1,0-1,2 0,0 0,0 1,1-1,1 0,0 0,0 0,2 0,0 0,0-1,1 1,0-1,1 0,1-1,0 0,0 0,1 0,1-1,0 0,0 0,1-1,0-1,0 1,1-2,0 1,0-2,7 4,-12-7,0-1,1 0,-1 0,0 0,0 0,1-1,-1 0,1-1,-1 1,1-1,-1-1,1 1,0-1,-1 0,0-1,5 0,11-10</inkml:trace>
  <inkml:trace contextRef="#ctx0" brushRef="#br0" timeOffset="275.477">1004 376,'25'-5,"30"-1,35 1,30 0,29 2,22 5,-19 3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7:50.47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163 147,'-5'2,"-6"11,-3 11,-1 11,-2 11,-1 7,0 3,0 1,0-4,1-7,5-11</inkml:trace>
  <inkml:trace contextRef="#ctx0" brushRef="#br0" timeOffset="262.957">122 174,'5'23,"3"16,3 9,5 5,3 0,3-4,3-6,1-8,1-7,-2-9,-5-8</inkml:trace>
  <inkml:trace contextRef="#ctx0" brushRef="#br0" timeOffset="510.294">457 0,'0'14,"-3"13,-2 12,-3 10,-3 8,-3 8,-3 5,-1 3,-2-1,2-6,3-10,4-14</inkml:trace>
  <inkml:trace contextRef="#ctx0" brushRef="#br0" timeOffset="908.231">657 402,'-3'2,"1"0,-1 1,1-1,0 1,0 0,0 0,0 0,0 0,1 0,-1 0,1 0,0 1,0-1,0 0,0 1,1 2,-3 5,-2 5,0 0,1 1,1 0,1 0,1 0,0 0,1 0,0 0,2 3,-2-18,1 0,-1 1,1-1,-1 0,1 0,0 0,-1 0,1 0,0-1,0 1,1 0,-1 0,0-1,1 1,-1 0,1-1,-1 0,1 1,-1-1,1 0,0 0,0 0,0 0,0 0,0 0,0 0,0-1,0 1,0-1,0 1,0-1,0 0,0 0,0 0,1 0,3-1,1 0,-1 0,0-1,0 0,0 0,0-1,0 0,0 0,-1 0,1 0,0-2,10-6,-1-1,0-1,0 0,-1-1,-1 0,-1-1,0-1,-1 0,0-1,-2 0,0 0,0-1,-2 0,5-17,-9 1,-3 34,0-1,0 1,0-1,0 1,0-1,0 1,0 0,0-1,0 1,-1-1,1 1,0-1,0 1,0 0,-1-1,1 1,0 0,0-1,-1 1,1 0,0-1,-1 1,1 0,0-1,-1 1,1 0,0 0,-1-1,1 1,-1 0,1 0,0 0,-1 0,1 0,-1 0,1-1,-1 1,1 0,-1 0,1 0,0 0,-1 1,1-1,-1 0,1 0,-1 0,1 0,-1 0,1 0,0 1,-1-1,1 0,0 0,-1 1,1-1,0 0,-1 1,1-1,0 0,-1 1,1-1,0 0,0 1,-1-1,1 1,0-1,0 0,0 1,0 0,-8 8,2 1,-1 0,1 0,1 1,0-1,0 1,1 0,1 1,0-1,0 1,1-1,1 1,-1 0,2 2,-1-8,1 1,0-1,0 0,0 0,1 0,0 0,0 0,1 0,0 0,0 0,0 0,0-1,1 1,0-1,0 1,1-1,-1 0,1 0,0-1,1 1,-1-1,1 0,0 0,3 2,24 11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7:47.48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566 250,'-16'9,"-10"6,-3 2,0-2,1-1,2-3,3-1,2 1,4-3,1-2,4-2</inkml:trace>
  <inkml:trace contextRef="#ctx0" brushRef="#br0" timeOffset="308.173">311 144,'11'-83,"-8"96,-3 101,-5 0,-6 10,1-8,-2 44,-14 177,-25 74,22-287,20-108,0-8</inkml:trace>
  <inkml:trace contextRef="#ctx0" brushRef="#br0" timeOffset="1294.165">285 50,'-1'12,"-15"25,-2 0,-2-1,-18 26,-117 153,119-178,37-46,86-110,156-196,-238 308,-5 5,1 0,0 0,0 0,0 0,0 1,0-1,0 0,1 0,-1 1,0-1,1 0,0 1,-1 0,1-1,0 1,0 0,-1 0,1 0,0 0,0 0,0 0,0 1,0-1,1 1,-1-1,0 1,0 0,0 0,0 0,1 0,-1 0,1 0,66 78,-34-46,-25-25,0 0,0 1,-1 0,0 1,-1 0,0 0,0 1,-1 0,0 0,-1 1,0 0,-1 0,0 0,0 1,-2-1,1 1,-1 0,-1 1,-2-9,0 0,0-1,-1 1,1 0,-1-1,0 1,0-1,0 1,-1-1,1 1,-1-1,0 0,0 1,0-1,0 0,0 0,-1-1,1 1,-1 0,0-1,0 0,0 0,0 0,0 0,0 0,-1 0,1-1,0 1,-1-1,0 0,0 0,-8 2,0-1,1 0,-1-1,0 0,0 0,0-2,0 1,0-2,-3 0,-80-19,67 14,0 0,0 2,-1 1,1 1,-1 1,-22 2,49 0,-1 0,1 0,0 0,-1 1,1-1,-1 0,1 1,-1 0,1-1,0 1,-1 0,1 0,0 0,0 1,0-1,0 0,0 1,0 0,0-1,0 1,0 0,1 0,-1 0,1 0,0 0,-1 0,1 0,-1 3,22 14,-2-12</inkml:trace>
  <inkml:trace contextRef="#ctx0" brushRef="#br0" timeOffset="2347.904">458 10,'-97'126,"-6"-5,-40 32,79-97,64-56,0-1,0 1,0 0,0-1,0 1,0 0,0-1,0 1,-1 0,1 0,0-1,0 1,0 0,0-1,-1 1,1 0,0 0,0-1,0 1,-1 0,1 0,0 0,0-1,-1 1,1 0,0 0,-1 0,1 0,0 0,-1 0,1-1,0 1,0 0,-1 0,1 0,0 0,-1 0,1 0,0 0,-1 0,1 1,0-1,-1 0,1 0,0 0,-1 0,1 0,0 0,0 1,-1-1,1 0,0 0,0 0,-1 1,1-1,0 0,0 0,-1 1,1-1,0 0,0 0,0 1,0-1,11-24,10-6,1 1,1 0,2 2,1 1,3-1,-28 27,3-5,1 0,0 1,0-1,0 1,1 1,0-1,-1 1,1 0,0 0,0 1,4-2,-9 5,0 0,-1-1,1 1,-1 0,1-1,-1 1,1 0,-1 0,1 0,-1-1,1 1,-1 0,0 0,0 0,0 0,1 0,-1 0,0 0,0-1,0 1,0 0,0 0,0 0,-1 0,1 0,0 0,0 0,-1-1,1 1,0 0,-1 0,1 0,-1-1,1 1,-1 0,0 0,1-1,-1 1,0 0,1-1,-1 1,0 0,-85 86,60-66,27-21,0 0,0 0,-1 0,1 1,0-1,-1 0,1 0,0 0,-1 1,1-1,0 0,-1 1,1-1,-1 1,1-1,-1 1,1-1,-1 1,1-1,-1 1,1-1,-1 1,0-1,1 1,-1 0,0-1,1 1,-1 0,0-1,0 1,0 0,0-1,0 1,1 0,-1-1,0 1,-1 0,1 0,0-1,0 1,0 0,0-1,0 1,-1 0,1-1,0 1,-1-1,1 1,0 0,-1-1,1 1,-1-1,1 1,-1-1,1 1,-1-1,1 1,-1-1,0 0,1 1,-1-1,1 0,-2 1,261-4,-30 0,-228 3,0 1,0-1,0 0,0 1,0-1,0 0,0 0,0 0,0 0,0 0,0 0,0 0,0 0,0 0,0 0,0 0,0-1,0 1,0 0,0-1,0 1,0-1,-1 1,1-1,0 0,0 1,0-1,-1 0,1 1,0-1,0 0,-1 0,1 0,-1 0,1 0,-1 1,1-1,-1 0,0 0,1 0,-1 0,0 0,0 0,0-1,0 1,0 0,0 0,0 0,0 0,0 0,0 0,-1 0,1 0,0 0,-1 0,1 0,0 0,-1 1,0-1,1 0,-1 0,-169-132,102 55,67 77,-1 1,0-1,0 1,0 0,1-1,-1 1,0 0,0 0,0 1,0-1,0 0,1 0,-1 1,0-1,0 1,1 0,-1-1,0 1,1 0,-1 0,0 0,1 0,0 1,-1-1,1 0,0 0,-1 1,1-1,0 1,0-1,0 1,0 0,0 0,-7 6,-6 5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8:38.66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445 309,'-22'11,"1"1,1 1,0 0,1 2,0 0,1 2,1 0,1 0,0 2,1 0,1 0,1 2,-1 3,0 18,2 0,1 0,2 1,3 0,1 1,2-1,2 14,1-57,-4 295,5-275,1 0,0 0,1-1,2 0,0 1,0-2,2 1,0-1,2 0,0 0,0-1,2 0,0-1,1 0,1-1,0 0,1-1,0 0,1-2,15 10,-8-10,1-1,0-1,1-1,0-2,1 0,4 0,52 15,176 87,-215-96,0-2,0-1,1-3,0-1,1-2,3-2,24 3,282 18,-330-23,60 0,1-3,0-3,17-7,263-66,-339 74,1-1,-1-1,0-1,0-2,-1 0,0-1,-1-2,-1 0,0-2,-1 0,3-3,-7-4,-1 0,-1-1,-1-1,-1 0,-1-1,-1 0,-2-1,0 0,-1-4,-7 27,13-43,-2-1,-2 0,-3-1,-1 1,-2-2,-3 1,-1 0,-3 0,-5-21,-55-323,60 379,-1 0,0 0,-1 1,0 0,-1 0,0 0,-1 1,0 0,-1 0,0 1,-1-1,0 2,0 0,-1 0,-1 0,1 1,-1 1,0 0,-10-4,-24-16,-1 2,-1 2,-39-13,-43 0,0 6,-2 5,-1 7,-35 2,165 16,-103-10,0 5,0 4,0 5,0 4,-4 6,-484 95,557-103,-18 2,0 3,0 2,1 3,-8 5,55-19,-1 1,1 0,0 1,0-1,1 1,-1 0,1 0,0 1,0 0,0 0,0 0,1 0,-5 10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8:18.48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1151 1203,'-1'-5,"0"1,-1 0,0 0,0 0,0 0,0 0,-1 0,1 0,-1 1,0-1,0 1,0 0,-1 0,1 0,-1 0,0 1,1-1,-1 1,0 0,0 0,-1 1,0-1,-14-9,3 3,-1 0,0 1,0 1,-1 1,0 0,0 1,-17-1,-57-14,70 12,1 2,-1 1,0 0,0 2,0 0,-3 2,-140 1,147 3,1 1,-1 0,1 1,0 1,1 1,0 0,0 1,1 1,0 0,0 1,1 1,-4 5,7-6,1 0,0 1,0 0,1 1,1-1,0 2,-2 6,-4 5,-6 18,2 1,2 0,2 1,2 1,2 0,2 1,1 12,6-50,-17 191,-6-19,8-42,7-101,2 0,2 1,1 0,2 0,2 1,0-18,-1-11,1 0,1 0,0 1,0-1,1 0,0 0,1 0,1 1,42 81,-28-67,-10-12,0-2,1 1,0-1,1 0,1-1,0 0,0-1,1 0,0-1,1 0,12 6,2-5,0-1,1-1,0-1,0-2,1-1,28 0,99 4,-61-23,-2-5,73-25,-150 38,0 1,-1-2,0 0,0-1,-1-1,0 0,-1-1,0 0,0-1,-1 0,-1-1,9-14,-7 6,-1 0,-1-1,-1 0,-2-1,0 0,-1-1,-1 0,15-44,-7 17,-2 0,-2-1,-3-1,-2 0,-2-32,24-245,-29 7,1 310,-2 1,0-1,0 1,-1 0,-1 0,0 1,0-1,-1 1,-1 0,-2-2,-38-89,43 82,3 14,1 0,-2 0,1 0,-1 0,1 0,-2 1,1-1,-1 1,1 0,-1-1,-2 0,-1 0</inkml:trace>
  <inkml:trace contextRef="#ctx0" brushRef="#br0" timeOffset="923.824">1739 1417,'16'-7,"19"-7,24-7,26-8,29-7,27-7,24-6,12 0,7-2,-1 1,-9 3,-18 6,-25 9,-29 9,-44 11,-45 14,-41 12,-15 3</inkml:trace>
  <inkml:trace contextRef="#ctx0" brushRef="#br0" timeOffset="1600.013">1967 1189,'-36'19,"-315"197,293-173,58-43,0 1,-1-1,1 1,0-1,0 0,-1 1,1-1,0 1,0-1,0 1,0-1,-1 1,1-1,0 1,0-1,0 1,0-1,0 1,0-1,0 1,0-1,1 1,-1-1,0 1,0-1,0 1,0-1,1 1,-1-1,0 0,1 1,-1-1,0 1,1-1,-1 0,0 1,1-1,-1 0,0 1,1-1,-1 0,1 0,-1 1,1-1,-1 0,1 0,-1 0,1 0,-1 0,1 0,-1 0,1 0,-1 0,1 0,-1 0,1 0,-1 0,1 0,-1 0,1 0,152 3,-82-5,-52 1,-1 2,1 0,-1 1,0 1,1 1,-1 1,-1 0,1 1,-1 1,15 9,-30-15,-1 0,0 0,1 0,-1-1,1 1,-1 0,1 0,0-1,-1 1,1-1,0 0,-1 1,1-1,0 0,-1 0,1 0,0 0,-1 0,1 0,0-1,-1 1,1 0,0-1,-1 1,1-1,-1 0,1 0,-1 0,1 1,-1-1,1 0,-1-1,0 1,0 0,1 0,-1-1,0 1,0 0,0-1,-1 1,1-1,0 1,0-2,4-9,-1-1,0 0,-1 0,0 0,-1 0,0 0,-1-1,-1 1,0 0,-1-1,0 1,-1 0,-2-4,2 3,0 2,-2-1,1 0,-2 0,1 1,-2 0,0 0,0 1,-1-1,0 1,-1 1,-1-1,-1 0,10 11,0 1,0-1,0 1,0-1,0 1,0-1,0 0,0 1,0-1,-1 1,1-1,0 1,0-1,0 0,-1 1,1-1,0 0,0 1,-1-1,1 0,0 1,-1-1,1 0,0 0,-1 1,1-1,-1 0,1 0,0 0,-1 1,1-1,-1 0,1 0,-1 0,1 0,-1 0,1 0,0 0,-1 0,1 0,-1 0,1 0,-1 0,1 0,0 0,-1-1,1 1,-1 0,1 0,0 0,-1-1,1 1,-1 0,1 0,0-1,-1 1,1 0,0-1,0 1,7 13</inkml:trace>
  <inkml:trace contextRef="#ctx0" brushRef="#br0" timeOffset="2361.998">4066 320,'0'23,"-3"19,0 13,-2 7,-3 4,-2 0,1-2,-1-5,0-9,1-7,2-12</inkml:trace>
  <inkml:trace contextRef="#ctx0" brushRef="#br0" timeOffset="2642.247">3731 200,'-2'-4,"10"-5,20-2,26-4,26-4,20-3,11-1,3 5,-11 4,-21 8,-25 4</inkml:trace>
  <inkml:trace contextRef="#ctx0" brushRef="#br0" timeOffset="3255.607">4225 801,'9'-13,"0"-1,-1 0,-1 0,0-1,-1 0,0 0,-2 0,0-1,0 0,-2 0,0 0,0 0,-2 0,0 0,-1-1,0 1,-1 0,-1 0,-1 1,-1-2,4 14,2 3,-1 0,0 1,1-1,-1 0,0 0,1 0,-1 0,1 0,-1 0,0 0,1 0,-1 0,1 0,-1 0,0 0,1 0,-1 0,1 0,-1 0,0 0,1 0,-1-1,0 1,1 0,-1 0,0-1,1 1,-1 0,0 0,1-1,-1 1,0 0,0-1,1 1,-1 0,0-1,0 1,0 0,1-1,-1 1,0 0,0-1,0 1,0-1,0 1,0 0,0-1,0 1,0-1,0 1,0 0,0-1,0 1,0-1,0 1,-1 0,1-1,0 1,0 0,0-1,0 1,-1 0,302 21,-298-22,0 1,0-1,0 1,0 0,1 0,-1 0,0 0,0 0,0 1,0 0,0-1,1 1,-1 0,0 0,-1 1,1-1,0 1,0-1,-1 1,1 0,-1 0,1 0,-1 1,0-1,0 0,0 1,0-1,0 1,0 0,-1 0,0 0,1 0,-1 0,0 0,0 0,-3 7,-1 0,0 0,0-1,-1 1,0-1,-1 0,0 0,0 0,-4 3,-29 61,37-71,1 0,-1 0,1-1,-1 1,1 0,0 0,0 0,0 0,0-1,0 1,0 0,0 0,1 0,-1 0,1 0,-1-1,1 1,0 0,0-1,0 1,-1 0,2-1,-1 1,0-1,0 1,0-1,1 0,-1 0,1 1,-1-1,1 0,-1 0,1 0,0-1,0 2,68 9,-52-12,0-1,1-1,-1-1,0-1,-1 0,1-1,-1-1,0 0,-1-2,1 0,-2 0,1-2,-1 0,-1 0,0-2,-1 0,0 0,-1-1,-1-1,0 0,-1 0,0-1,-2 0,0-1,0 0,-2 0,4-13,-9 28,0 1,-1-1,1 1,0-1,-1 0,1 1,-1-1,1 0,-1 1,0-1,0 0,0 0,0 1,0-1,0 0,0 1,-1-1,1 0,-1 0,1 1,-1-1,0 1,1-1,-1 1,0-1,0 1,0-1,0 1,0 0,0-1,-1 1,1 0,0 0,-1 0,1 0,-1 0,1 0,-1 0,1 1,-1-1,1 0,-1 1,0 0,0-1,1 1,-1 0,0 0,0 0,-3 3,-1 1,0-1,1 1,0 1,0-1,0 1,0 0,1 0,0 0,0 1,0 0,1-1,-1 1,2 0,-1 1,1-1,-1 0,0 7,0-6,1-1,0 1,0 0,0-1,1 1,0 0,0 0,1 0,0 0,0 0,1 0,-1 0,2 0,-1-1,1 1,0 0,0-1,1 1,0-1,0 0,0 0,1 0,0 0,0 0,0-1,1 0,0 0,0 0,4 2,1-1,1 0,-1-1,1-1,1 0,-1 0,1-1,-1-1,1 0,0 0,0-1,0-1,-1 0,1-1,0 0,6-2,27-5</inkml:trace>
  <inkml:trace contextRef="#ctx0" brushRef="#br0" timeOffset="3675.5">5523 0,'-2'2,"0"-1,0 1,0 0,0 0,0-1,1 1,-1 1,1-1,-1 0,1 0,0 1,0-1,0 0,0 1,0-1,1 1,-1-1,1 1,-1 0,0 4,-14 65,3 0,3 1,4-1,3 60,2-130,0 21,9 98,-9-119,0-1,0 0,0 0,0 0,1 1,-1-1,0 0,1 0,-1 0,1 0,-1 0,1 0,0 0,-1 0,1 0,0 0,0 0,0 0,0-1,0 1,0 0,0-1,0 1,0 0,0-1,0 1,0-1,0 0,0 1,0-1,1 0,-1 0,0 0,0 1,0-1,1 0,-1-1,0 1,0 0,0 0,0 0,1-1,-1 1,0-1,0 1,0-1,0 1,0-1,0 0,0 1,0-1,0 0,0 0,-1 0,1 0,0 1,0-1,-1 0,1 0,-1-1,1 1,-1 0,1 0,52-63,-41 47,0 2,1-1,1 2,0-1,1 2,4-2,-18 14,0 0,0 0,0 0,0 0,1 0,-1 0,1 0,-1 0,0 1,1-1,-1 1,1-1,-1 1,1-1,0 1,-1 0,1 0,-1 0,1 0,0 0,-1 0,1 0,-1 0,1 1,0-1,-1 1,1-1,-1 1,1-1,-1 1,0 0,1 0,-1 0,0 0,1 0,-1 0,0 0,0 0,0 0,0 1,0-1,0 0,0 1,-1-1,1 1,0-1,-1 1,1-1,-1 1,1-1,-1 1,0 1,3 8,0 0,-1 0,-1 1,0-1,0 1,-1-1,0 0,-1 1,-1-1,0 1,0-1,-1 0,-1 0,1 0,-2-1,0 1,0-1,0 0,-2-1,1 1,-1-1,0 0,-1-1,-3 3,10-10,-1 1,1-1,-1 0,1 1,-1-1,0 0,1 0,-1 0,0 0,0-1,0 1,0-1,0 1,0-1,0 1,0-1,0 0,0 0,0 0,0 0,0 0,0-1,1 1,-1 0,0-1,0 0,0 1,0-1,0 0,0 0,1 0,-1 0,0 0,1 0,-1-1,1 1,-1-1,0-1,-6-17,2-3</inkml:trace>
  <inkml:trace contextRef="#ctx0" brushRef="#br0" timeOffset="4261.485">5776 414,'2'0,"2"-1,1 1,-1-1,1 1,-1 0,1 0,-1 0,1 1,-1 0,1-1,-1 1,0 1,1-1,-1 1,0 0,0 0,0 0,0 0,0 1,-1-1,1 1,-1 0,0 0,0 1,0-1,0 0,1 2,-1 4,0-1,-1 1,0 0,0 0,-1 0,0 1,0-1,-1 0,-1 2,8 61,-6-70,-1 0,1 0,0 0,-1-1,1 1,0 0,0-1,0 1,0-1,0 1,0-1,1 1,-1-1,0 0,1 0,-1 1,1-1,0 0,-1 0,1-1,0 1,-1 0,1 0,0-1,0 1,0-1,0 0,-1 1,1-1,0 0,0 0,0 0,0-1,0 1,0 0,-1-1,1 1,0-1,0 1,-1-1,1 0,0 0,-1 0,1 0,0 0,-1 0,1 0,-1-1,0 1,0 0,1-1,-1 1,1-2,14-15,-1 0,0-1,-2-1,0 0,-1-1,-1 0,-1 0,3-11,18-35,-22 52,-6 47,-5-13,0 1,2 0,0-1,1 1,1 0,1 1,-3-16,1-1,1 1,-1 0,1-1,0 1,0-1,0 0,0 0,1 0,0 0,-1 0,2 0,-1-1,0 1,1-1,-1 0,1 0,0 0,0-1,0 1,0-1,1 0,-1 0,1 0,-1-1,1 0,4 1,-4-1,1-1,-1 0,0 0,1 0,-1 0,1-1,-1 0,0 0,0-1,1 1,-1-1,0 0,0 0,-1-1,1 0,0 0,-1 0,0 0,0-1,0 1,0-1,0 0,-1 0,1-1,-1 1,1-3,7-10,-1 0,-1 0,-1-2,0 1,-1-1,2-11,10-46,-19 76,0 1,0-1,0 0,1 0,-1 0,0 0,0 0,1 0,-1 0,0 0,0 0,1 0,-1 0,0 0,0 0,1 0,-1 0,0 0,0 0,1 0,-1 0,0 0,0 0,1 0,-1 0,0 0,0-1,0 1,1 0,-1 0,0 0,0 0,0-1,0 1,1 0,-1 0,0 0,0-1,0 1,0 0,0 0,0 0,1-1,1 27,-2-25,13 115,-12-109,1-1,0-1,0 1,0 0,1 0,-1-1,1 1,1-1,-1 0,1 0,0 0,0 0,0-1,1 0,-1 1,1-2,4 4,4-1</inkml:trace>
  <inkml:trace contextRef="#ctx0" brushRef="#br0" timeOffset="4533.305">6565 0,'0'18,"6"13,8 10,1-2</inkml:trace>
  <inkml:trace contextRef="#ctx0" brushRef="#br0" timeOffset="4814.552">6738 521,'14'-3,"0"-1,-1-1,1-1,-1 0,-1 0,1-1,-1-1,0 0,-1-1,0 0,0 0,-1-1,-1-1,1 0,-2 0,1-1,-2 0,7-13,-12 23,-1-1,0 0,1 0,-1 1,0-1,-1 0,1 0,-1 0,1 0,-1 0,0 0,0 0,0 0,0 0,0 0,-1 0,0 0,1 0,-1 1,0-1,0 0,-1 0,1 1,-1-1,1 0,-1 1,0 0,0-1,0 1,0 0,0 0,0 0,-1 0,1 0,-1 1,1-1,-1 1,0 0,1 0,-1 0,0 0,0 0,0 0,0 1,0-1,0 1,0 0,0 0,0 0,0 0,0 1,0-1,0 1,-3 2,1 0,-1 1,1 0,0-1,0 2,0-1,1 1,-1 0,1 0,0 0,1 0,-1 1,1-1,0 1,0 0,1 0,0 0,0 0,0 0,1 1,0-1,0 0,0 1,1-1,0 1,1-1,-1 1,1-1,0 1,1-1,-1 0,3 5,2-2,1 0,0-1,0 0,0 0,1 0,0-1,1 0,0-1,0 0,0 0,1-1,0 0,0-1,0 0,0-1,1 0,-1 0,1-1,0 0,0-1,0 0,0-1,8-1,42 3</inkml:trace>
  <inkml:trace contextRef="#ctx0" brushRef="#br0" timeOffset="5820.415">3424 1951,'15'-58,"2"1,3 0,3 2,1 0,21-30,1 29,-44 55,-1-1,1 1,0-1,-1 1,1 0,0 0,0 0,0 0,0 0,0 0,0 1,0-1,0 1,0-1,0 1,0 0,0 0,0 0,1 0,-1 0,0 0,0 0,0 1,0-1,0 1,0-1,0 1,0 0,0 0,0 0,1 1,6 7,0 0,-1 0,-1 1,0 0,0 0,-1 1,0 0,-1 0,0 0,-1 1,0-1,0 1,-1 4,-1-11,0 0,0 0,-1 0,0 1,0-1,0 0,-1 0,1 1,-1-1,-1 0,1 1,-1-1,0 0,0 0,0 0,-1 1,1-1,-1-1,-1 1,1 0,-1 0,0-1,0 0,0 1,0-1,-1 0,0-1,0 1,0-1,0 1,0-1,-1 0,1-1,-1 1,0-1,3-1,-1 1,1-1,-1 0,1 0,-1 0,0-1,1 1,-1 0,0-1,0 0,0 0,1 0,-1 0,0 0,0 0,1-1,-1 0,0 1,0-1,1 0,-1 0,1 0,-1-1,1 1,-1 0,1-1,0 0,0 0,0 1,0-1,0-1,0 1,0 0,1 0,-1-1,1 1,0 0,-1-1,1 0,0 1,1-1,-1 1,0-1,1 0,-1 0,1 0,0 1,0-1,0 0,0 0,1 1,-1-1,1 0,0 0,4-7,1 0,0 0,1 0,0 1,1 0,0 1,0-1,1 1,0 1,0 0,1 0,0 1,0 0,1 1,-1 0,1 0,0 1,1 1,7-2,-17 5,6-4,1 1,0 1,1-1,-1 2,0-1,0 1,1 0,-1 1,1 0,-1 1,0 0,1 1,-8-1,1 1,-1 0,0 0,0 0,-1 0,1 0,0 0,-1 1,1-1,-1 1,0-1,1 1,-1-1,-1 1,1 0,0-1,-1 1,1 0,-1 0,0-1,0 1,0 0,0 0,0 0,-1-1,1 1,-1 0,0 1,2 38,0-40,0 0,-1-1,1 1,0-1,0 1,0-1,0 1,1-1,-1 0,0 0,0 1,1-1,-1 0,1 0,-1 0,1 0,-1-1,1 1,0 0,-1-1,1 1,0-1,-1 1,1-1,0 0,0 0,0 0,-1 0,1 0,0 0,0 0,-1-1,1 1,0-1,0 1,-1-1,1 1,0-1,63-32,-58 27,1 0,-1-1,0 0,-1 0,0 0,0 0,0-1,-1 0,0-1,0-1,-3 7,-1 1,0-1,0 0,0 0,0 0,0 0,0 0,-1 0,0-1,1 1,-1 0,0 0,-1 0,1 0,0 0,-1 0,0 0,0 0,0 0,0 0,0 0,0 0,-1 0,1 1,-1-1,0 1,0-1,0 1,0-1,-1 1,1 0,-2-1,-1 0,0 1,0-1,0 1,-1 0,1 0,-1 1,1 0,-1 0,1 0,-1 0,0 1,0 0,1 0,-1 1,0-1,1 1,-1 1,1-1,-1 1,1 0,-1 0,1 0,0 1,0 0,0 0,1 0,-1 0,1 1,-1 0,1 0,0 0,1 1,-1-1,1 1,0 0,0 0,0 0,1 0,0 0,0 0,0 1,0 2,1-5,1 0,0 0,0 0,0 1,0-1,1 0,-1 0,1 0,0 0,0 0,0 0,0-1,0 1,1 0,-1 0,1-1,-1 1,1-1,0 1,0-1,1 0,-1 0,0 0,1 0,-1 0,1-1,-1 1,1-1,0 1,0-1,0 0,0 0,0 0,8 2,0 0,0 0,1-1,-1-1,1 0,-1 0,1-1,2-1,27-3</inkml:trace>
  <inkml:trace contextRef="#ctx0" brushRef="#br0" timeOffset="6019.395">4172 1136,'-18'2,"-11"3,0 8,5 6,6 7,11 7,7-1</inkml:trace>
  <inkml:trace contextRef="#ctx0" brushRef="#br0" timeOffset="6279.698">4252 1631,'7'16,"5"7,6 0,8-4,8-7,10-9,8-8,7-11,-6-3</inkml:trace>
  <inkml:trace contextRef="#ctx0" brushRef="#br0" timeOffset="6586.875">5028 1230,'14'7,"1"-1,0-1,0 0,1-1,-1-1,1 0,0-1,0-1,0 0,0-1,-1-1,1-1,0 0,0-1,-1 0,1-1,-1-1,0-1,13-6,79-45,-101 53,-1 0,0 0,0-1,0 1,0-1,-1 0,0 0,0-1,0 1,-1-1,0 0,0 0,0 0,-1 0,0 0,0-1,0 0,-2 5,0 0,0 0,0-1,0 1,0 0,-1 0,1 0,-1 0,1 0,-1 0,0 0,0 0,0 0,0 0,0 1,0-1,0 0,-1 1,1-1,-1 1,1-1,-1 1,1-1,-1 1,0 0,0 0,0 0,1 0,-1 0,0 1,0-1,0 0,0 1,-1-1,1 1,0 0,0 0,0 0,0 0,0 0,0 0,0 1,0-1,-1 1,1-1,0 1,1 0,-1 0,0 0,0 0,0 0,0 0,1 0,-1 1,0-1,1 1,0-1,-2 2,-8 10,0 0,1 1,1 0,0 1,1 0,1 0,0 1,1-1,0 2,1-1,1 0,1 1,0 2,-10 72,3 0,5 1,3 0,5 0,6 27,-6-68,-2-35,2-3,-2 0,1 1,-1-1,-1 0,-1 0,0 1,0-1,-1 0,-1 0,0 0,-1-1,0 1,-1-1,-1 0,0 0,0 0,-6 6,-10 0</inkml:trace>
  <inkml:trace contextRef="#ctx0" brushRef="#br0" timeOffset="6937.936">5229 1644,'2'-4,"0"1,0-1,1 1,-1-1,1 1,0 0,0 0,0 0,1 0,-1 1,1-1,-1 1,1 0,0 0,0 0,0 1,0-1,0 1,0 0,0 0,1 0,-1 1,7-3,69-20,-31 10,-1-2,-1-2,0-1,40-24,-84 40,-2 1,-1 0,1 0,0-1,0 1,1 0,-1 1,0-1,0 0,0 0,0 0,1 1,-1-1,0 1,1-1,-1 1,1-1,-1 1,0 0,1 0,-1-1,1 1,-1 0,1 0,-1 1,1-1,-1 0,0 0,1 1,-1-1,1 1,-1-1,0 1,1 0,-1-1,0 1,0 0,0 0,0 0,1 0,-1 0,0 0,-1 0,1 0,0 0,1 2,34 163,-29-148</inkml:trace>
  <inkml:trace contextRef="#ctx0" brushRef="#br0" timeOffset="7196.246">5750 1203,'5'9,"5"7,6 9,5 6,-1-2</inkml:trace>
  <inkml:trace contextRef="#ctx0" brushRef="#br0" timeOffset="7488.436">6004 1604,'18'-7,"0"-1,-1 0,0-1,0-1,-1-1,0 0,-1-1,0-1,-1 0,0-1,-1-1,-1 0,-1 0,0-2,0 1,-2-1,-8 16,1-1,-1 1,0 0,0-1,0 1,0-1,-1 1,1-1,0 0,-1 1,1-1,-1 0,1 1,-1-1,0 0,0 1,0-1,0 0,0 0,0 1,0-1,0 0,-1 0,1 1,-1-1,1 0,-1 1,0-1,0 1,1-1,-1 1,0-1,0 1,-1-1,1 1,0 0,0 0,-1 0,1-1,0 1,-1 1,1-1,-1 0,0 0,1 0,-1 1,0-1,0 1,-5 1,-1 0,0 0,0 1,0 0,1 0,-1 1,1 0,0 1,0 0,0 0,0 0,1 1,0-1,0 2,0-1,0 1,1 0,0 0,0 0,0 1,1-1,0 1,1 0,-1 1,1-1,0 4,1-6,0-1,1 1,-1-1,1 1,0 0,1 0,-1 0,1 0,0-1,0 1,1 0,-1 0,1 0,0 0,0-1,1 1,0 0,-1-1,2 1,-1-1,0 0,1 0,0 0,0 0,0 0,0 0,0-1,1 0,2 2,9 3,1 0,1-2,0 0,0 0,0-2,0 0,1-1,-1-1,1 0,0-1,0-1,-1-1,1-1,15-3,27-3,-9-2</inkml:trace>
  <inkml:trace contextRef="#ctx0" brushRef="#br0" timeOffset="8966.5">3664 2553,'-15'-9,"-1"0,0 1,-1 2,1-1,-2 2,-14-4,26 8,1 1,0-1,0 1,0 0,-1 0,1 0,0 1,0 0,0 0,0 0,0 1,0-1,0 1,0 1,1-1,-1 0,1 1,0 0,-1 0,1 1,0-1,1 1,-1-1,1 1,-3 3,4-3,-1-1,0 0,1 1,-1-1,1 1,0 0,1 0,-1 0,0 0,1 0,0 0,0 0,0 0,1 0,-1 1,1-1,0 0,0 0,1 1,-1-1,1 0,0 0,0 0,0 1,1-1,-1-1,1 1,0 0,0 0,1-1,-1 1,1-1,-1 1,1-1,0 0,0 0,1-1,-1 1,1-1,-1 1,1-1,0 0,2 1,0-2,-1 1,0-1,1 0,-1 0,1-1,0 0,-1 0,1 0,-1-1,1 1,-1-1,1-1,-1 1,0-1,0 0,0 0,0 0,0-1,0 0,0 0,-1 0,1 0,-1-1,0 0,0 0,2-2,5-8,1 1,-2-2,0 1,0-1,-2-1,0 0,5-13,-8 19,-1-1,-1 0,1 0,-2 0,1 0,-1-1,-1 1,0-1,-1-7,0 20,0-1,0 1,0-1,0 1,0-1,-1 1,1-1,0 1,0-1,0 1,0-1,-1 1,1-1,0 1,-1-1,1 0,0 1,-1-1,1 1,0-1,-1 0,1 1,-1-1,1 0,-1 0,1 1,0-1,-1 0,1 0,-1 0,1 0,-1 1,1-1,-1 0,0 0,1 0,-1 0,1 0,-1 0,1 0,-1-1,1 1,-1 0,1 0,-1 0,1 0,-1-1,1 1,0 0,-1 0,1-1,-1 1,1 0,-1-1,1 1,0 0,-1-1,1 1,0-1,0 1,-1-1,1 1,0-1,0 1,-1-1,-3 8,0 1,1 0,-1 0,2 0,-1 0,1 0,0 0,1 1,0-1,0 1,1-1,0 1,0-1,1 1,0-1,1 1,0-1,0 0,0 0,1 0,1 0,-1 0,1-1,1 1,-1-1,1 0,0 0,7 5,65 25,-37-28</inkml:trace>
  <inkml:trace contextRef="#ctx0" brushRef="#br0" timeOffset="9421.284">4199 2379,'-10'-1,"1"0,-1 0,1 1,-1 0,0 1,1 0,-1 1,1 0,0 0,0 1,-1 0,2 1,-1 0,0 0,1 1,0 0,0 1,0-1,1 1,0 1,0 0,0 0,1 0,0 1,-5 7,10-12,-1 1,1-1,0 0,0 1,0-1,0 1,1 0,-1-1,1 1,0-1,0 1,0 0,1-1,-1 1,1-1,0 1,0-1,0 1,0-1,1 1,-1-1,1 0,0 0,0 0,0 0,0 0,1 0,-1-1,1 1,0-1,0 0,-1 1,1-1,1-1,-1 1,2 1,14 3,1 0,0-1,0-1,0-1,0-1,1 0,-1-2,1 0,-1-1,1-2,-1 0,0-1,13-4,-10 3,0 0,-1-1,0-2,0 0,0-1,-1-2,-1 0,0-1,0-1,-2 0,1-2,-2 0,0-1,7-8,-21 18,1 1,-1-1,1 0,-2 0,1 0,-1 0,0 0,0-1,0 1,-1 0,1-7,-2 11,0 0,0 0,0 0,0 0,-1 0,1 0,0 0,-1 0,1 0,-1 0,0 0,0 0,0 0,0 0,0 1,0-1,0 0,0 1,-1-1,1 1,-1-1,1 1,-1 0,0 0,1-1,-1 1,0 0,0 1,0-1,1 0,-1 0,0 1,0-1,0 1,0 0,-1-1,1 1,-1 0,-4 0,0 1,1-1,-1 1,0 1,1-1,0 1,-1 0,1 0,0 1,0 0,0 0,0 1,1-1,-1 1,1 0,0 1,0-1,0 1,1 0,0 0,0 0,-2 5,3-6,-1 0,2 1,-1 0,1-1,-1 1,1 0,1 0,-1 1,1-1,0 0,0 1,0-1,1 0,-1 1,2-1,-1 0,0 1,1-1,0 0,0 1,1-1,0 0,-1 0,2 0,-1 0,0 0,1-1,0 1,7 4,1 0,-1-1,2 0,-1 0,1-2,0 1,0-2,0 1,1-2,0 0,0 0,0-1,1-1,-1 0,1-1,-1 0,8-1,83-6,-64-3</inkml:trace>
  <inkml:trace contextRef="#ctx0" brushRef="#br0" timeOffset="9925.867">4907 2286,'0'9,"0"10,0 8,0 7,0 4,0 3,-2-2,-1-4,0-9</inkml:trace>
  <inkml:trace contextRef="#ctx0" brushRef="#br0" timeOffset="10184.178">4935 2005,'-16'0,"-8"2,1 8,8 6,14 8,16 7,17 4,3-4</inkml:trace>
  <inkml:trace contextRef="#ctx0" brushRef="#br0" timeOffset="10936.191">5416 2379,'-2'-7,"1"1,-1 0,-1-1,1 1,-1 0,0 0,0 0,0 1,-1-1,0 1,0 0,-1 0,1 0,-1 0,0 1,-1 0,1 0,-1 0,1 1,-1 0,0 0,0 0,0 1,-1 0,1 0,-1 0,1 1,-1 0,1 1,-1-1,0 1,1 0,-1 1,0 0,1 0,-1 0,1 1,-1 0,1 0,0 0,0 1,0 0,-1 1,0 1,0-1,1 2,-1-1,1 0,0 1,1 0,0 1,0-1,0 1,1 0,0 0,0 1,1-1,-1 1,0 4,3-7,0-1,0 1,0-1,0 1,1-1,0 1,0 0,0-1,1 1,-1 0,1-1,0 1,0-1,1 1,-1-1,1 1,0-1,0 0,1 0,-1 0,1 0,0-1,0 1,0-1,0 1,1-1,3 2,1 1,0-1,0-1,1 0,-1 0,1 0,0-1,0 0,0-1,1 0,-1 0,0-1,1-1,-1 1,7-2,-10 1,0 0,-1-1,1 0,0 0,0 0,-1-1,1 0,-1 0,1 0,-1-1,0 0,0 0,0 0,0 0,-1-1,1 0,-1 0,0 0,0-1,0 1,-1-1,0 0,3-4,-2 0,-1 0,0 0,-1-1,0 1,0 0,-1-1,0 1,0-1,-2-7,0 63,2-37,0 0,1 1,0-2,1 1,0 0,0 0,1-1,0 0,0 0,1 0,3 4,-5-9,-1 0,1 0,0 0,0 0,0 0,0-1,1 1,-1-1,1 0,-1 0,1 0,0-1,0 1,0-1,-1 0,2 0,-1 0,0-1,0 1,0-1,0 0,0 0,0-1,0 1,0-1,0 0,0 0,6-2,-1 0,1-1,-1-1,-1 1,1-2,-1 1,1-1,-2 0,1-1,-1 1,0-2,0 1,-1-1,0 0,3-5,65-137,-41 72,-31 77,0 1,0-1,0 1,0-1,0 1,0 0,0 0,0 0,0 0,0 0,0 0,0 1,0-1,0 1,0-1,0 1,0 0,0 0,0 0,-1 0,1 0,0 0,-1 0,1 0,0 1,-1-1,0 1,1-1,-1 1,0 0,0-1,0 1,0 0,2 1,7 6,-1 0,0 0,-1 1,0 0,0 1,-1 0,-1 0,0 0,0 1,-1 0,0 0,-1 0,-1 1,2 10,-5-20,0 0,-1 0,1 0,-1 0,0 0,1 0,-2 0,1 0,0 0,0 0,-1 0,0-1,1 1,-1-1,0 1,-1-1,1 0,0 1,0-1,-1-1,0 1,1 0,-1 0,0-1,0 0,1 1,-1-1,0 0,0 0,0-1,-1 1,1-1,0 1,0-1,0 0,0 0,0-1,-1 1,1-1,0 1,0-1,1 0,0 0,1-1,-1 1,0 0,1-1,-1 1,1-1,0 0,-1 0,1 1,0-1,0 0,0 0,0 0,0 0,1 0,-1 0,1 0,-1 0,1 0,0 0,-1-1,1 1,0 0,1 0,-1 0,0 0,1 0,-1 0,1-2,23-61,-17 50,0 0,1 1,1 0,0 1,1-1,0 2,1 0,1 0,0 1,0 0,1 1,0 0,1 1,0 1,1 0,8-3,-19 10,0 0,-1 1,1-1,0 1,-1 0,1 0,0 0,-1 1,1-1,0 1,-1 0,1 0,-1 0,1 0,-1 1,1-1,-1 1,0 0,0 0,0 0,0 0,0 1,0-1,-1 1,1 0,-1-1,0 1,0 1,0-1,2 3,2 6,0 1,0 0,-1 0,-1 1,0-1,-1 1,1 8,-4-19,0-2,0 0,0 1,0-1,0 1,0-1,1 0,-1 1,0-1,1 1,-1-1,1 0,0 0,-1 1,1-1,0 0,0 0,0 0,0 0,0 0,0 0,0 0,0 0,0 0,1 0,6-1</inkml:trace>
  <inkml:trace contextRef="#ctx0" brushRef="#br0" timeOffset="11221.345">6030 1872,'-18'0,"-13"2,-3 5,1 4,7 5,8 6,6 0</inkml:trace>
  <inkml:trace contextRef="#ctx0" brushRef="#br0" timeOffset="11424.324">5897 2620,'0'21,"0"10,0 8,-3 4,0-2,-2-4,0-7,-2-9,1-7</inkml:trace>
  <inkml:trace contextRef="#ctx0" brushRef="#br0" timeOffset="11732.011">6779 1898,'1'5,"7"39,3-1,1 0,2 0,2-2,2 0,5 7,7-13,-30-34,1 0,0 0,0-1,0 1,-1-1,1 1,0-1,0 1,0-1,0 1,0-1,0 0,0 0,0 1,0-1,0 0,0 0,0 0,0 0,0 0,0 0,0 0,0-1,0 1,-1 0,1 0,0-1,0 1,0-1,0 1,0-1,0 1,0-1,-1 1,1-1,0 0,-1 1,1-1,0 0,-1 0,1 0,-1 1,1-1,7-14,-1 0,-1 0,0-1,-1 0,-1 0,0 0,-1 0,1-14,4-22,-6 42,0 0,0 0,1 0,0 0,1 0,0 1,0-1,1 1,0 0,3-3,3 2</inkml:trace>
  <inkml:trace contextRef="#ctx0" brushRef="#br0" timeOffset="12721.874">7354 1979,'-11'-9,"1"0,-2 1,1 1,-1 0,0 0,-1 2,1-1,-1 1,-6-1,14 5,0 0,0 0,0 0,0 1,0-1,0 1,0 0,0 1,0-1,0 1,0 0,0 0,1 1,-1-1,0 1,0 0,1 0,0 1,-1-1,1 1,0 0,0 0,0 1,1-1,-1 1,-2 3,3-3,0-1,0 1,0 0,0 0,0 0,1 1,0-1,0 1,0-1,0 1,1 0,0-1,0 1,0 0,0 0,1 0,0 0,0 0,0 0,1 0,-1-1,1 1,1 0,-1 0,0-1,1 1,0 0,0-1,1 0,-1 1,1-1,0 0,0 0,0-1,1 1,-1-1,1 1,0-1,0 0,0-1,2 2,1-1,1-1,-1 0,1 0,-1-1,1 0,-1 0,1-1,0 0,-1-1,1 1,0-1,-1-1,1 1,-1-1,0-1,1 0,-1 1,0-2,-1 1,1-1,0 0,-1-1,0 0,0 1,-1-2,1 1,-1-1,0 0,2-4,-7 11,-1-1,0 0,1 1,-1-1,1 0,-1 0,1 1,-1-1,0 0,1 0,-1 0,0 0,1 0,-1 0,0 0,1 0,-1 0,1 0,-1 0,0 0,1-1,-1 1,1 0,-1 0,0-1,1 1,-1 0,1-1,-1 1,1 0,-1-1,1 1,-1-1,1 1,0-1,-1 1,1-1,0 1,-1-1,1 0,0 1,0-1,-1 1,1-1,0 0,0 1,0-1,0 1,0-1,0 0,0 1,0-1,0 0,0 1,0-1,0 1,1-1,-1 0,-2 3,0 0,0-1,0 1,1 0,-1 0,1 1,-1-1,1 0,0 0,0 1,0-1,0 1,0-1,1 1,-1-1,1 1,-1-1,1 1,0 0,0-1,0 1,0-1,1 1,-1-1,1 1,0 0,-1-1,1 0,0 1,0-1,1 0,-1 1,0-1,1 0,-1 0,1 0,0 0,0 0,0 0,0-1,1 1,2 1,1-1,-1 0,1 0,0-1,0 1,-1-1,1-1,0 1,0-1,0 0,0 0,0-1,0 0,0 0,0 0,-1-1,1 0,0 0,-1 0,0-1,1 1,-1-1,0-1,5-3,0 0,-1-1,0 0,-1-1,0 1,0-2,-1 1,0-1,0 0,-1 0,0-3,21-50,-2-1,-4-1,-2-1,9-63,-18 77,-2 0,-2 0,-2 0,-3 0,-3-23,2 69,0 0,0 0,-1 0,0 0,-1 1,1-1,-1 0,0 1,0 0,-1-1,0 1,0 0,-2-3,4 7,0 0,-1 0,1 0,0 0,0 1,-1-1,1 1,0-1,-1 1,1-1,0 1,-1-1,1 1,-1 0,1 0,-1 0,1 0,-1 0,1 0,-1 0,1 1,0-1,-1 0,1 1,-1-1,1 1,0 0,0-1,-1 1,1 0,0 0,0 0,0-1,0 1,-1 1,-35 40,19-9,1 1,2 1,1 0,2 0,2 1,1 1,2 0,1 0,2 0,2 0,1 1,3 12,-3-17,1 0,3 1,0-1,2 0,2-1,1 1,1-2,2 1,5 10,-15-38,1 0,-1 0,0-1,1 1,0 0,0-1,0 0,0 1,1-1,-1 0,1 0,0-1,0 1,0 0,0-1,0 0,0 0,1 0,-1 0,1 0,0-1,-1 1,1-1,0 0,0 0,0-1,0 1,-1-1,1 1,0-1,0-1,0 1,0-1,0 1,0-1,2-1,3-4,0 0,-1-1,0 0,-1-1,1 1,-1-1,-1-1,0 1,0-1,0 0,-1-1,2-6,11-16,-18 32,0 0,0 0,1 1,-1-1,0 0,0 0,0 0,0 0,0 0,1 1,-1-1,0 0,0 0,0 0,1 0,-1 0,0 0,0 0,0 0,1 0,-1 0,0 0,0 0,0 0,1 0,-1 0,0 0,0 0,0 0,1 0,-1 0,0 0,0 0,0 0,1 0,-1 0,0 0,0-1,0 1,1 0,-1 0,0 0,0 0,-3 29,1-20,1-5,0-1,1 1,-1 0,1 0,0 0,0-1,0 1,0 0,1 0,-1 0,1 0,0-1,0 1,0 0,1-1,-1 1,1-1,0 1,0-1,0 0,1 0,-1 0,1 0,-1 0,1-1,0 1,0-1,0 1,1-1,-1 0,0-1,1 1,-1 0,1-1,1 0,0 0,0 0,0-1,0 1,0-1,0 0,0-1,0 1,0-1,0 0,0 0,0-1,-1 1,1-1,0 0,-1-1,0 1,1-1,-1 0,0 0,0 0,0 0,-1-1,1 1,-1-1,0 0,3-4,2-5,-1 0,0 0,-1 0,0-1,-1 0,-1 0,0-1,2-13,-3 19,-1-1,0 1,0 0,-1-1,0 1,-1-1,0 1,-1-1,0 1,0-1,-1 1,0-1,0 1,-1 0,-1 0,1 0,-1 1,-1-1,0 1,-3-5,5 11,1 0,-1 0,1 1,-1-1,0 0,0 1,0 0,0-1,0 1,0 1,0-1,0 0,0 1,0-1,0 1,-1 0,1 0,0 0,0 1,0-1,0 1,-1 0,1-1,0 1,0 1,1-1,-1 0,0 1,0 0,0-1,1 1,-1 0,-1 2,-3 2,-1 1,1 1,0 0,1-1,0 2,0-1,1 1,0 0,-4 9,-5 21</inkml:trace>
  <inkml:trace contextRef="#ctx0" brushRef="#br0" timeOffset="13568.162">8236 1951,'-1'-10,"-1"0,-1 1,0-1,0 0,0 1,-1-1,-1 1,0 0,0 1,-1-1,1 1,-2 0,1 0,-1 1,-1 0,1 0,-1 1,0 0,-1 0,1 1,-9-4,14 8,1 0,-1 1,1-1,-1 1,0 0,1 0,-1 0,0 0,1 0,-1 0,0 1,1-1,-1 1,1 0,-1 0,1 0,-1 0,1 0,0 0,0 1,-1-1,1 1,0-1,0 1,0 0,1 0,-1 0,0 0,1 0,-2 3,0 0,0 1,0 0,0 0,1 1,0-1,0 0,1 1,0-1,0 1,0-1,1 1,0-1,1 3,-1-1,1 0,1 0,0 0,0 0,0 0,1 0,0 0,1-1,0 1,0-1,1 0,-1-1,1 1,1-1,-1 0,1 0,0 0,1-1,-1 0,1 0,0-1,0 0,1 0,-1 0,1-1,0 0,0-1,0 0,0 0,0-1,38-15,-45 17,0 1,0-1,1 1,-1-1,1 1,0-1,0 0,0 0,0 0,1 0,-1 0,1-1,0 1,0-1,0 1,0-1,0 0,0 0,0-1,1 1,-1-1,1 1,-1-1,1 0,0-1,-1 1,1 0,0-1,-1 0,1 0,0 0,0 0,-1-1,1 0,0 1,-1-1,1-1,-1 1,1 0,-1-1,1 0,-1 1,0-1,3-3,3-4,-1-1,0-1,0 1,-1-1,0-1,-1 1,-1-1,0 0,0-1,-1 1,0-1,-2 0,1 0,-1 0,-1 0,0 0,-1 0,-2-12,6-72,-4 96,0 0,0 1,0-1,0 0,0 0,0 1,0-1,1 0,-1 1,0-1,0 1,1-1,-1 0,1 1,-1-1,0 1,1-1,-1 1,1-1,-1 1,1-1,-1 1,1 0,0-1,-1 1,1 0,0-1,-1 1,1 0,-1 0,1 0,0-1,0 1,-1 0,1 0,0 0,-1 0,1 0,0 0,-1 0,1 1,0-1,-1 0,1 0,0 0,-1 1,1-1,0 0,-1 1,1-1,-1 1,1-1,0 1,30 24,-27-22,0 0,0 0,-1 1,0-1,0 1,0 0,0 0,0 0,-1 1,1-1,-1 0,-1 1,1 0,0-1,-1 1,0 0,0 0,-1 0,1 0,-1-1,0 1,0 0,-1 0,0 0,1 0,-2 0,1-1,0 1,-1 0,0-1,-1 3,-6 8,4-7,1 0,-1 1,1-1,1 1,0 0,0 0,0 0,1 0,0 4,2-11,1 0,-1 1,0-1,1 0,-1 0,1 0,-1 0,1-1,0 1,0 0,0 0,0 0,0-1,1 1,-1 0,0-1,1 1,-1-1,1 0,0 1,-1-1,1 0,0 0,0 0,0 0,0 0,0-1,-1 1,1 0,1-1,-1 0,0 1,0-1,70 4,-61-6,-1 1,1-1,-1-1,0 0,0-1,0 0,-1 0,1-1,-1 0,0 0,0-1,-1-1,0 1,0-2,0 1,-1-1,0 0,-1 0,0-1,0 1,0-1,-1-1,-1 1,0-1,0 0,-1 0,0 0,0 0,-1-1,-1 1,0-1,0-4,-1 12,1 1,-1-1,1 0,-1 1,0-1,0 0,0 0,-1 1,1-1,-1 0,1 1,-1-1,0 1,0-1,0 1,0-1,-1 1,1-1,-1 1,1 0,-1 0,0 0,0 0,0 0,0 0,0 1,0-1,0 0,-1 1,1 0,-1 0,1-1,-1 2,1-1,-1 0,0 0,1 1,-3-1,-3 4,-1 1,1 0,0 0,1 0,-1 1,1 1,0-1,0 1,0 0,1 0,0 1,0 0,1 0,0 1,0-1,1 1,0 0,0 0,1 1,0-1,0 1,1-1,-1 6,-1 3,0-1,2 1,0 0,1 0,0 0,1 0,3 10,2 10</inkml:trace>
  <inkml:trace contextRef="#ctx0" brushRef="#br0" timeOffset="14455.299">7126 1685,'-2'-3,"-1"5,0 7,-1 15,-1 17,-1 14,0 12,-3 8,-8 3,0-12</inkml:trace>
  <inkml:trace contextRef="#ctx0" brushRef="#br0" timeOffset="36221.179">1191 3382,'-6'-20,"0"0,-1 0,-1 1,-1 0,-1 0,0 1,-1 0,-1 1,-1 1,0-1,-2 2,1 0,-2 1,0 0,-2 1,-22-13,-2 2,-1 2,-1 1,-1 3,0 2,-34-8,66 20,-1-1,0 2,0 0,-1 1,1 0,0 1,-1 1,1 0,-1 1,1 0,0 1,0 1,0 0,0 1,0 1,0 0,-10 6,1 9,2 0,1 1,0 1,2 1,0 0,2 2,0 0,2 1,-2 6,2-7,-13 21,2 1,3 2,1 0,2 1,-2 20,-34 194,49-188,4 1,5 64,1-108,1 0,2-1,1 0,1-1,4 5,2 13,-5-20,0 0,2 0,1-1,1 0,2-2,0 0,2 0,1-2,16 17,-22-28,0 0,2-1,-1 0,2-2,-1 1,2-2,-1 0,1-1,0 0,15 3,-1-6,0-1,0-2,0-1,1-1,21-4,-49 4,19-4,0-2,0 0,-1-1,0-1,0-1,-1-1,0-1,-1 0,0-2,10-9,-3 1,0-1,-2-2,-1-1,-1 0,-1-2,-1-1,-1 0,-2-1,8-18,-5 5,-2-2,-2 0,-2-2,-2 1,2-20,-13 57,9-32,1-3,-2 0,-2 0,-1-1,-3 0,-1-3,-38-157,18 96,11 60,-2-1,-2 1,-2 1,-2 0,-9-16,-18-1,23 46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8:57.24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886 359,'0'-27,"1"18,0 1,-1-1,0 1,0-1,-1 1,0 0,0-1,-1 1,0 0,-1 0,0 0,0 0,-1 1,1-1,-4-3,-7-2,-1 0,0 1,0 0,-2 2,1 0,-1 0,0 2,-1 0,0 1,-1 1,1 1,-1 0,-11 0,9-1,-8 0,0 0,-1 3,1 0,-1 2,1 1,-16 3,33 0,0 1,0 1,0 0,1 0,0 1,0 1,0 0,1 0,0 1,1 0,-1 1,2 0,-1 1,1 0,1 0,0 0,-3 7,-10 9,2 1,1 0,2 2,0 0,2 0,1 1,2 1,0 0,3 0,-4 26,-9 126,7 0,9 48,2-205,1-1,2 1,0-1,2 0,1 0,1 0,1 0,1 0,1-1,1-1,1 1,1-1,1-1,1 0,13 15,-15-23,1-1,1 0,0-1,1-1,0 0,1-1,0 0,0-1,1-1,0 0,1-1,13 3,175 34,-182-41,0-2,0-1,0-1,0-1,0-1,0 0,-1-2,0-1,0-1,0 0,0-2,-1-1,17-10,-30 15,0 0,-1-1,0 1,0-1,-1-1,1 1,-1-1,-1 0,1 0,-1-1,-1 0,1 0,-1 0,0 0,1-6,31-67,3 3,4 1,14-16,-48 81,0 0,-1-1,0 0,-1 0,-1-1,0 0,0 0,-2 0,0-1,-1 0,1-6,-5-276,-1 256,-2-1,-2 1,-1 1,-2-1,-15-37,-64-266,87 338,0 0,0 0,-1 1,0-1,0 1,0 0,-1-1,0 1,0 0,0 1,-1-1,1 0,-1 1,0 0,0 0,-1 0,1 0,-1 1,0 0,0 0,0 0,-2 0,-6 0,0 2,-1-1,1 2,-1 0,1 0,-1 1,-5 2,-7 0,-30 2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9:00.02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978 283,'-6'-16,"-1"1,-1-1,0 1,-1 0,-1 1,0 0,-1 1,-1 0,0 0,-1 1,0 1,0 0,-1 1,-1 1,0 0,0 0,0 2,-1 0,-12-3,11 3,0 0,0 1,0 1,-1 1,1 1,-1 0,0 1,0 1,0 1,0 0,0 1,0 1,0 1,1 1,-1 0,1 1,0 1,0 1,-13 7,12-3,0 0,0 2,1 0,1 1,0 1,1 1,0 0,1 1,1 0,1 1,-9 18,-1 7,2 0,1 2,3 0,-9 41,4 9,3 2,5 0,2 34,11-128,-4 52,2 1,2 0,4 8,4-30,1-1,2 0,2 0,0-1,2-1,2 0,1-2,1 0,8 9,-20-28,38 59,3-1,3-3,43 41,-86-96,1 0,1-1,0 0,0 0,0-1,1 0,1-1,-1 0,1-1,0 0,1-1,-1-1,1 0,0 0,9 0,183-6,-190 0,0 0,1-2,-1 0,-1 0,1-1,0-1,-1-1,0 0,-1-1,0 0,0-1,-1 0,0-1,0 0,-1-1,0-1,-1 0,-1 0,0 0,0-2,-1 1,-1-1,0 0,-1 0,-1-1,1-2,34-107,-5-2,5-58,-19 56,-6-2,-5 0,-7-1,-6-37,3 166,2-32,-2 0,-1 0,-2-1,-2 1,0 1,-2-1,-2 1,-1 0,-2 1,-1 0,-1 1,-3-2,8 25,0-1,0 2,-1-1,0 1,0 1,0 0,-1 0,0 1,-1 0,1 1,-1 1,1 0,-1 0,0 1,0 0,-1 1,1 1,0 0,-8 1,-7-3,-80 0,96-8,13 5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9:01.72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641 108,'-4'12,"0"0,1 1,0 0,1 0,0 0,1 0,0 0,1 0,1 0,0 0,1 0,0 0,1-1,1 1,0-1,0 1,1-1,1 0,0-1,0 0,1 0,1 0,0-1,7 8,-11-14,-1 0,0 0,1-1,0 1,0-1,0 0,0 0,0 0,1-1,-1 1,1-1,-1 0,1 0,0-1,0 1,0-1,0 0,0-1,0 1,0-1,0 0,0 0,0-1,1 1,-1-1,0 0,0-1,-1 1,1-1,0 0,0 0,0-1,4-3,-1 0,-1-1,1 0,-1 0,0-1,-1 0,0 0,0 0,-1-1,0 0,0 0,-1 0,0 0,-1-1,0 0,1-7,1-8,-1-1,-1 1,-1 0,-2-1,0 1,-2-4,2 24,-1 0,0 0,0 0,0 0,0 1,-1-1,1 0,-1 1,-1-1,1 1,0 0,-1 0,0 0,0 0,0 0,-1 1,1-1,-1 1,0 0,0 0,0 0,0 1,0-1,-1 1,1 0,-1 0,1 1,-1 0,0-1,-1 1,-3-2,0 1,0 0,0 0,0 1,0 0,0 1,-1 0,1 1,0-1,0 2,0-1,0 1,0 1,0-1,1 2,-1-1,1 1,0 0,0 1,0 0,1 0,-1 1,1 0,1 0,-1 0,1 1,0 0,0 1,-3 13,0 1,2 1,0 0,2-1,0 2,2-1,0 0,2 1,0 0,2-1,0 1,5 20,-2-8</inkml:trace>
  <inkml:trace contextRef="#ctx0" brushRef="#br0" timeOffset="774.964">534 1137,'39'-75,"4"2,39-51,-53 94,-24 51,-37 182,31-172,0 0,2 1,2-1,1 1,1-1,5 13,-10-42,9 70,-10-70,1-1,0 1,0 0,0 0,-1 0,1-1,-1 1,0 0,1 0,-1-1,0 1,0-1,0 1,0-1,0 1,0-1,0 1,-1-1,1 0,-1 0,1 0,-1 0,1 0,-1 0,1 0,-1 0,0 0,1-1,-1 1,0-1,0 1,0-1,1 0,-1 0,0 0,0 0,0 0,1 0,0 0,-1 0,1 0,0 0,0 0,-1 0,1-1,0 1,0 0,0-1,0 1,-1-1,1 1,0-1,0 0,0 1,0-1,0 0,0 0,1 1,-1-1,0 0,0 0,1 0,-1 0,0 0,1-1,-1 1,0-1,24 0,179 31,-86-14,-116-14,0-1,0 1,0-1,0 0,0 1,0-1,0 1,0-1,0 1,0-1,0 0,0 1,-1-1,1 1,0-1,0 0,0 1,-1-1,1 1,0-1,-1 0,1 1,0-1,0 0,-1 0,1 1,-1-1,1 0,0 0,-1 1,1-1,-1 0,1 0,0 0,-1 0,1 0,-1 0,1 0,-1 1,1-1,0 0,-1-1,1 1,-1 0,1 0,-1 0,1 0,0 0,-1 0,1 0,-1-1,1 1,0 0,-1 0,1-1,-19 4,0-2</inkml:trace>
  <inkml:trace contextRef="#ctx0" brushRef="#br0" timeOffset="13929.037">1684 14,'-42'8,"1"3,0 1,1 2,0 2,1 1,1 2,1 2,0 1,-25 22,-457 323,230-157,-82 51,297-204,74-57,-1 0,0 0,1 0,-1 1,0-1,1 0,-1 1,0-1,1 0,-1 1,0-1,1 1,-1-1,1 1,-1-1,1 1,-1-1,1 1,0 0,-1-1,1 1,-1 0,1-1,0 1,0 0,0-1,-1 1,1 0,0 0,0-1,0 1,0 0,0 0,0-1,0 1,0 0,1-1,-1 1,0 0,0 0,0-1,1 1,-1 0,0-1,1 1,-1-1,1 1,-1 0,1-1,-1 1,1-1,-1 1,1-1,0 0,-1 1,1-1,-1 1,1-1,0 0,0 0,-1 1,1-1,0 0,-1 0,10 1,1-1,-1-1,0 0,0 0,-1-1,1 0,0-1,7-3,-14 6,35-13</inkml:trace>
  <inkml:trace contextRef="#ctx0" brushRef="#br0" timeOffset="14303.049">1817 723,'-23'5,"0"0,1 1,0 2,0 0,0 1,1 2,-4 2,11-6,-622 338,533-289,-343 199,375-204,71-50,-1-1,1 0,0 0,0 1,-1-1,1 0,0 1,-1-1,1 0,0 1,0-1,0 1,0-1,-1 0,1 1,0-1,0 1,0-1,0 0,0 1,0-1,0 1,0-1,0 1,0-1,0 0,0 1,0-1,0 1,1-1,-1 0,0 1,0-1,0 1,1-1,-1 0,0 1,0-1,1 0,-1 1,0-1,1 0,-1 0,0 1,1-1,-1 0,0 0,1 0,-1 1,1-1,-1 0,0 0,1 0,-1 0,1 0,-1 0,1 0,-1 0,0 0,1 0,-1 0,1 0,-1 0,1 0,-1 0,0 0,1-1,-1 1,99-17,-81 12,28-8</inkml:trace>
  <inkml:trace contextRef="#ctx0" brushRef="#br0" timeOffset="14579.805">2204 1057,'-27'16,"-25"12,-24 8,-22 7,-19 3,-13 1,-6-2,-1-3,7-4,12-9,16-7,22-7,20-11,20-6</inkml:trace>
  <inkml:trace contextRef="#ctx0" brushRef="#br0" timeOffset="14903.44">560 215,'16'2,"17"15,14 20,12 22,8 21,6 18,3 10,-2 8,-3-1,-7-6,-8-10,-9-13,-10-11,-11-15,-8-15,-9-17,-7-14</inkml:trace>
  <inkml:trace contextRef="#ctx0" brushRef="#br0" timeOffset="15195.186">815 1,'17'5,"-1"1,0 1,0 0,-1 1,0 1,5 5,-1-3,75 50,-4 3,-2 5,-3 3,-4 4,-3 3,-3 4,-3 4,-48-59,-2 2,-1 0,-1 1,-2 0,-1 2,-1 0,-2 1,-2 1,-1 0,-1 1,-9-29,0 1,-1-1,0 1,0-1,0 1,-1-1,0 1,-1-1,1 0,-3 6,3-11,0 1,0-1,0 1,-1-1,1 0,-1 0,1 1,-1-1,0 0,0-1,0 1,0 0,0 0,0-1,0 1,0-1,-1 0,1 0,-1 0,1 0,-1 0,1 0,-1 0,1-1,-1 0,0 1,1-1,-1 0,0 0,-1-1,-21-3</inkml:trace>
  <inkml:trace contextRef="#ctx0" brushRef="#br0" timeOffset="15478.939">373 81,'-4'18,"7"20,17 17,21 15,21 11,19 9,14 4,4 0,-3-5,-12-6,-14-8,-18-10,-18-9,-14-12,-13-13,-12-12,-5-10</inkml:trace>
  <inkml:trace contextRef="#ctx0" brushRef="#br0" timeOffset="15765.174">333 295,'-4'-2,"0"1,0 0,0 0,0 0,0 1,0 0,-1-1,1 1,0 1,0-1,0 1,0-1,0 1,0 0,0 1,0-1,0 1,0-1,0 1,1 1,-1-1,1 0,0 1,0-1,-1 1,2 0,-1 0,0 1,1-1,-3 3,3 1,-1 1,1-1,0 0,1 0,0 1,0-1,1 1,0-1,0 1,1-1,-1 1,2-1,-1 0,1 1,0-1,2 4,59 112,-10-54,3-2,3-3,3-2,3-3,18 10,40 39,-100-87,8 6,0 1,-2 2,-1 1,-2 1,11 17,-16 9,-24-42</inkml:trace>
  <inkml:trace contextRef="#ctx0" brushRef="#br0" timeOffset="16028.469">333 535,'-91'0,"88"1,1-1,0 1,0 0,0-1,0 1,-1 0,1 1,1-1,-1 0,0 0,0 1,0-1,1 1,-1 0,1-1,-1 1,1 0,0 0,-1 0,1 0,0 0,0 0,0 0,1 1,-1-1,1 0,-1 0,1 1,0-1,-1 0,1 0,1 1,-1-1,0 0,0 1,1-1,0 2,2 9,1 0,1 0,0-1,1 1,0-1,0-1,2 1,-1-1,8 8,44 47,3-2,3-3,2-2,3-4,2-3,17 6,-62-39,362 258,-357-254,-12-10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0:06.89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60 0,'0'21,"0"20,0 19,0 15,0 9,-2 6,-4-2,-2-3,0-8,1-12,2-15,1-16</inkml:trace>
  <inkml:trace contextRef="#ctx0" brushRef="#br0" timeOffset="368.232">515 107,'-34'16,"1"1,1 2,-29 22,44-30,-90 65,-97 88,200-161,3-2,-1-1,1 1,0 0,-1 0,1 0,0-1,0 1,0 1,-1-1,1 0,0 0,0 0,1 0,-1 1,0-1,0 0,1 1,-1-1,1 1,-1-1,1 1,-1-1,1 1,0-1,0 1,0-1,0 1,0-1,0 1,0-1,0 1,1-1,-1 1,0-1,1 1,0-1,-1 1,68 38,-50-33,476 203,-449-197,-28-9</inkml:trace>
  <inkml:trace contextRef="#ctx0" brushRef="#br0" timeOffset="680.313">781 790,'117'-234,"-116"233,-1 0,0 0,0 0,0 0,0-1,0 1,0 0,1 0,-1 0,0 0,1 0,-1 0,1 0,-1 0,1 0,0 1,-1-1,1 0,0 0,-1 0,1 1,0-1,0 0,0 1,0-1,0 1,0-1,0 1,0-1,0 1,0-1,0 1,0 0,0 0,0 0,0 0,0 0,0 0,1 0,1 84,-5-57,-5 189,12 65,-3-244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0:05.55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66 365,'1'9,"2"-14,3-18,-3-201,-3 220,0-3,0-1,0 1,0 0,-1-1,0 1,-1-1,1 1,-1 0,-1 0,1 0,-1 0,-1 1,1-1,-2 0,5 6,-1 0,1 1,-1-1,1 0,-1 1,0-1,1 0,-1 1,0-1,1 1,-1-1,0 1,0-1,0 1,1 0,-1-1,0 1,0 0,0 0,0 0,0 0,0 0,0-1,1 2,-1-1,0 0,0 0,0 0,0 0,0 0,0 1,0-1,1 0,-1 1,0-1,0 1,1-1,-1 1,0-1,0 1,1 0,-1-1,1 1,-1 0,0-1,1 1,-1 0,1 0,-15 42,14-40,1-1,0 1,1 0,-1-1,0 1,1 0,0-1,-1 1,1-1,0 1,0-1,1 1,-1-1,0 0,1 1,-1-1,1 0,0 0,0 0,0 0,0-1,0 1,0 0,0-1,0 1,1-1,-1 0,1 0,-1 0,3 1,82 14,93-29,-157 10,-22 3,1-1,-1 1,0 0,1-1,-1 1,0 0,1 0,-1 0,1 0,-1 0,0 0,1 1,-1-1,0 0,1 1,-1-1,0 1,1-1,-1 1,0-1,0 1,1 0,-1 0,0 0,0 0,0 0,0 0,0 0,-1 0,1 0,0 0,0 0,-1 1,1-1,0 0,-1 1,0-1,1 0,-1 1,0-1,1 0,-1 1,0-1,0 1,0-1,0 0,-1 1,1-1,0 1,0-1,-1 1,-21 189,11 215,11-388,-1 1,-1-1,0 0,-1 1,-1-1,-5 11,8-24,-1 0,0-1,0 1,0-1,-1 0,1 0,-1 0,0 0,0 0,-1 0,1-1,-1 0,0 0,0 0,0 0,0 0,0-1,0 1,-1-1,1-1,-1 1,0 0,0-1,1 0,-1 0,0-1,-1 1,-1-1,0-1,1 0,-1 0,0 0,1 0,-1-1,1 0,0-1,0 1,0-1,0-1,0 1,0-1,1 0,0 0,0 0,0-1,0 0,1 0,0 0,-4-5,-1-3,1 0,0-1,0 0,2 0,-1-1,2 0,0 0,-2-13,6 23,-1 0,0 0,0 0,1 0,0 0,0 0,0 0,1 0,-1 0,1-1,0 1,1 0,-1 0,1 0,0-1,1 1,-1 0,1 0,0 1,0-1,0 0,1 1,0-1,0 1,0 0,2-2,6 1,1 0,0 1,0 0,1 1,-1 1,1 0,-1 0,12 1,-7-1,103-6,-61 6</inkml:trace>
  <inkml:trace contextRef="#ctx0" brushRef="#br0" timeOffset="563.481">641 793,'169'-139,"-125"113,-43 26,1 1,-1 0,0 0,1 0,-1-1,0 1,0 1,1-1,-1 0,0 0,0 0,-1 0,1 1,0-1,0 0,0 1,-1-1,1 1,-1-1,1 1,-1-1,0 1,0-1,1 1,-1 0,0-1,0 1,0-1,-1 1,1-1,0 1,-1 1,1 1,-1 86,-5-1,-9 43,13-110,1-7,-1 1,0-1,-1 0,-1 0,0 0,-1 0,-1-1,0 0,-1 0,0 0,-5 5,11-18,1 0,0 0,-1 0,1 0,-1 0,1 0,-1 0,0 0,1-1,-1 1,0 0,0 0,0-1,1 1,-1 0,0-1,0 1,0-1,0 1,0-1,0 0,0 1,0-1,0 0,0 0,0 0,0 0,0 0,0 0,0 0,0 0,0 0,-1 0,1 0,0-1,0 1,0 0,0-1,1 1,-1-1,0 1,0-1,0 0,0 1,0-1,1 0,-1 0,0 1,0-1,1 0,-1 0,1 0,-1 0,1 0,-1 0,1 0,-1 0,2-1,-1 1,0-1,1 1,-1-1,1 1,-1-1,1 1,0 0,-1-1,1 1,0 0,0-1,0 1,0 0,0 0,0 0,0 0,1 0,-1 0,0 0,1 0,-1 0,0 1,1-1,-1 1,1-1,-1 1,1-1,-1 1,1 0,-1 0,1 0,0 0,-1 0,1 0,1 0,3-1,233-42,-171 32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0:09.74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21 484,'-1'-446,"-4"408,-7 61,11-20,1 0,-1 0,1 0,-1 0,1 0,0 0,0 0,0 0,1 0,-1 0,1 0,0 0,-1 0,1 0,0 0,1-1,-1 1,1 0,-1-1,1 1,0-1,0 1,0-1,0 0,0 0,0 0,1 0,-1 0,1 0,-1-1,1 1,-1-1,1 0,0 0,0 0,0 0,2 0,20 3,0-1,0-2,0 0,1-2,-1 0,0-2,0-1,0-1,-1-1,9-4,-13 6,105-23,-122 26,-1 1,0 0,0 0,0 0,0 0,0 0,0 0,1 0,-1 1,0-1,0 1,0 0,0-1,0 1,0 0,0 0,0 0,-1 0,1 1,0-1,-1 0,1 1,-1-1,1 1,-1 0,0-1,1 1,-1 0,0 0,0 0,0 0,-1 0,1 0,0 0,-1 0,1 0,-1 0,0 0,0 0,0 0,0 1,0-1,0 1,18 308,42 155,-58-449,-1 0,-1-1,0 1,-1 0,-1-1,-1 1,0-1,-1 1,-1 0,2-10,0 0,0 0,0 0,-1-1,0 0,0 1,-1-1,1 0,-2-1,1 1,0-1,-1 0,0-1,0 1,-1-1,1-1,-1 1,0-1,1 0,-9 2,9-3,0-1,-1 0,1-1,0 1,-1-1,1 0,-1-1,1 1,0-1,-1-1,1 1,0-1,0 0,0-1,0 1,0-1,1 0,-1-1,1 1,0-1,0 0,0 0,0-1,1 1,0-1,0 0,0-1,0 1,1 0,0-1,0 0,1 0,-1 0,1 0,0 0,0-3,-1-1,0 1,1-1,0 0,0 1,1-1,0 0,1 0,0 0,0 0,1 0,1 0,0 0,0 0,1 1,0-1,0 1,1 0,1 0,-1 0,2 0,-1 1,1 0,0 0,4-4,4 1,1 0,-1 1,2 1,-1 0,1 1,1 0,-1 2,1 0,1 1,-1 0,0 2,1 0,0 1,0 0,0 2,8 0,-19 0,0-1,1 1,-1 1,1-1,-1 1,0 1,1-1,-1 1,0 1,0-1,0 1,-1 0,1 1,-1-1,1 1,-1 1,0-1,-1 1,1 0,-1 0,0 1,0-1,-1 1,0 0,3 5,14 50,-19-53,-1 0,1 0,0 0,1 0,0-1,0 1,0-1,1 1,0-1,1 0,0-1,0 1,0-1,1 0,-1 0,1-1,1 1,-1-1,1-1,0 1,4 1,-5-6,0 0,0-1,0 1,0-1,0 0,0-1,-1 0,1 0,0 0,-1 0,1-1,-1 0,0 0,0 0,0-1,0 1,-1-1,1-1,-1 1,0 0,0-1,-1 0,1 0,-1 0,0 0,-1-1,1 1,-1-1,0 0,0 1,0-5,-1 5,0 0,0 0,0 0,0 0,-1 0,0 0,0 0,0 0,-1 0,1 0,-1 1,0-1,-1 0,1 0,-1 0,0 1,0-1,-1 1,1 0,-1-1,0 1,0 0,0 1,-1-1,1 1,-1-1,0 1,0 0,0 0,0 1,-1-1,1 1,-1 0,1 0,-1 0,0 1,-3-1,-2-1,0 0,0 1,0 0,-1 1,1 0,-1 0,1 2,-1-1,1 1,-1 0,1 1,0 0,0 1,0 0,0 1,0 0,0 0,1 1,0 1,0-1,1 1,-1 1,1-1,-5 7,11-10,0-1,0 1,0 0,1-1,-1 1,1 0,0 0,0 0,0 0,0 0,1 0,-1 0,1 0,0 0,-1 1,1-1,1 0,-1 0,0 0,1 0,0 0,0 0,0 0,0 0,0 0,0 0,1 0,-1-1,1 1,1 1,18 22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0:13.62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0,'7'18,"0"0,1 0,1-1,1 0,0-1,1 0,1-1,0 0,1-1,0 0,2-1,-1 0,2-2,-1 1,2-2,-1 0,1-1,1-1,-1 0,2-2,-1 0,1-1,12 2,-23-6,0-1,0 1,0-1,0-1,0 1,-1-1,1-1,0 0,0 0,-1 0,1-1,-1 0,1-1,-1 1,-1-1,1-1,0 1,-1-1,0 0,0-1,0 1,-1-1,0 0,0-1,-1 1,1-1,-1 0,-1 0,1 0,-1-1,-1 1,1-1,-1 0,0-2,1-31,-3 41,0 0,0 0,0 0,0 1,0-1,0 0,0 0,0 1,0-1,0 0,-1 0,1 0,0 0,0 1,0-1,0 0,0 0,-1 0,1 0,0 1,0-1,0 0,-1 0,1 0,0 0,0 0,0 0,-1 0,1 0,0 0,0 0,-1 0,1 0,0 0,0 0,0 0,-1 0,1 0,0 0,0 0,-1 0,1 0,0 0,0 0,0 0,-1 0,1-1,0 1,0 0,0 0,0 0,-1 0,1 0,0-1,-26 125,-5 139,21-150,-5 0,-5-1,-4-1,-23 55,45-158,0 0,0 0,-1 0,0-1,-1 1,0-1,0 0,0 0,-1-1,0 1,0-1,-1 0,1 0,-1-1,-1 0,1 0,-7 4,9-10,0 0,0 0,0 0,0-1,1 1,-1-1,1 0,-1 0,1 0,-1-1,1 1,0-1,0 1,0-1,1 0,-1 0,1-1,0 1,-1-1,1 1,1-1,-1 1,0-1,1 0,0 0,0 0,0-3,-1 2,-32-82,5-2,4 0,3-2,1-25,19 104,0 10,1-1,0 0,0 1,0-1,0 0,1 0,-1 1,1-1,0 0,0 0,0 0,0 1,0-1,0 0,1 0,-1 0,1 1,0-1,0 0,0 1,0-1,1 1,-1-1,0 1,1-1,0 1,0 0,0 0,0 0,0 0,0 0,0 0,0 1,1-1,2 0,15-3,0 0,0 2,1 1,-1 0,18 2,-3-1,663-23,-682 23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29:50.68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6431 1099,'-8'-10,"0"1,0 0,-1 0,0 0,-1 2,0-1,0 1,0 0,-1 1,0 1,0-1,-1 2,1-1,-8 0,11 3,0 0,1 0,-1 1,0 0,0 1,0 0,0 0,0 1,0-1,0 2,0-1,0 1,1 1,-1-1,1 1,-1 0,1 1,0 0,1 0,-1 0,1 1,-6 5,8-7,1 0,-1 1,1-1,-1 1,1 0,0 0,1 0,-1 0,1 0,0 1,0-1,0 1,0-1,1 1,0 0,0 0,0 0,1-1,-1 1,1 0,0 0,1 0,-1 0,1 0,0 0,0-1,0 1,1 0,0-1,0 1,0-1,0 1,1-1,0 0,0 0,0 0,0-1,0 1,3 1,1-1,0 0,1 0,-1-1,1 1,0-2,0 1,0-1,0 0,1-1,-1 0,0-1,1 1,-1-1,0-1,1 0,-1 0,0-1,0 1,0-2,1 0,8-2,0-2,-1 1,0-2,-1 0,0-1,0-1,-1 0,0-1,2-4,-1 1,-2-1,0 0,-1-1,-1 0,0-1,-1-1,-1 1,-1-2,0 1,-2-1,4-15,0-8,-2 1,-2-1,-2 0,-2 0,-2-3,1 24,-2-1,0 1,-1 0,-1 0,-1 0,-4-10,8 30,0 0,0-1,0 1,0 0,0 0,0 0,0 0,-1 0,1-1,0 1,-1 0,1 0,-1 0,1 0,-1 0,1 0,-1 0,0 0,1 0,-1 1,0-1,0 0,0 0,0 1,0-1,0 0,0 1,0-1,0 1,0-1,0 1,0 0,0-1,0 1,0 0,-1 0,1 0,0 0,0 0,0 0,0 0,0 0,-1 0,1 0,0 1,0-1,0 1,0-1,0 0,0 1,0 0,0-1,0 1,0 0,0-1,0 1,1 0,-1 0,0 0,-9 13,1 0,0 0,1 0,1 1,0 1,1-1,0 1,-2 16,-4 14,1 1,3 0,1 1,3 0,2 0,2 1,0-30,1-1,1 1,1 0,0-1,2 0,0 0,1 0,4 10,-6-21,-1 0,1-1,0 1,0-1,1 0,0 0,0 0,0-1,1 0,0 0,0 0,0 0,1-1,-1 0,1-1,0 0,0 0,0 0,1-1,-1 0,1 0,0 0,7-2,-1 0,1-1,0 0,0-1,-1-1,0 0,1-1,-1-1,0 0,-1-1,1 0,-1-1,-1-1,1 0,-1 0,-1-1,1-1,-2 0,1-1,-1 0,-1 0,0-1,-1 0,0-1,-1 1,2-7,-5 14,-1-1,0 0,0 0,-1 0,1 0,-1 0,-1 0,1-1,-1 1,0-1,-1 1,0-1,0 1,0-1,-1 0,0 1,0 0,0-1,-1 1,0 0,-1-2,1 7,0 0,0 0,0 0,-1 0,1 1,0-1,-1 1,1-1,-1 1,1 0,-1 0,1 0,0 0,-1 0,1 0,-1 1,1-1,0 1,-1 0,1-1,0 1,0 0,-1 1,1-1,0 0,0 1,0-1,0 1,1-1,-1 1,0 0,1 0,-1 0,1 0,0 0,-1 0,1 0,0 0,0 1,1-1,-1 0,0 1,-2 4,-1 0,2 0,-1 0,1 0,0 1,0-1,1 1,0-1,1 1,-1-1,1 1,1-1,-1 1,2-1,-1 1,1-1,0 1,0-1,1 0,0 0,0 0,0-1,1 1,0-1,1 0,-1 0,6 5,45 38,6-8</inkml:trace>
  <inkml:trace contextRef="#ctx0" brushRef="#br0" timeOffset="483.774">7982 885,'0'16,"0"12,0 10,-2 6,-1 2,0-2,1-7,-2-9,-1-9</inkml:trace>
  <inkml:trace contextRef="#ctx0" brushRef="#br0" timeOffset="2070.069">7888 644,'20'3,"1"1,-1 0,0 2,-1 0,1 1,-1 1,-1 1,1 1,-2 0,1 1,-1 1,-1 1,0 0,-1 1,-1 1,0 0,-1 1,0 1,-2 0,0 0,0 1,-2 1,0-1,4 18,22 110,-35-145,1 1,-1 0,1-1,0 1,0-1,0 1,0-1,0 1,0-1,0 0,0 0,0 1,1-1,-1 0,1 0,-1 0,1 0,-1-1,1 1,-1 0,1-1,0 1,-1-1,1 1,0-1,-1 0,1 1,0-1,0 0,-1 0,1-1,0 1,-1 0,1 0,0-1,-1 1,1-1,0 0,-1 1,1-1,-1 0,1 0,0-1,62-47,-53 36,-1 0,0-1,-1 0,-1 0,0-1,-1 0,0-1,-1 1,-1-1,0-1,-4 9,-6 24,0 2,2 1,0 0,1-1,1 1,1 0,0 0,2 4,-2-18,1 0,0-1,0 1,0-1,0 1,1-1,-1 1,1-1,0 0,1 0,-1 0,1 0,-1 0,1-1,0 1,1-1,-1 0,0 0,1 0,0 0,0-1,0 1,0-1,0 0,0 0,1 0,-1-1,0 0,1 0,-1 0,6 0,-4 0,1-1,0 0,-1 0,1-1,0 1,-1-2,1 1,-1-1,1 0,-1 0,0-1,0 0,0 0,0 0,0-1,-1 1,1-2,-1 1,0 0,0-1,-1 0,0 0,1-1,-1 1,6-11,-1 0,0 0,-1 0,-1-1,0 0,-1-1,-1 1,0-5,-5 21,8-30,-5 25,-3 20,2 110,-1-118,0 0,0 1,1-1,0-1,0 1,1 0,0 0,0-1,0 0,1 1,-1-1,1-1,0 1,1 0,-1-1,1 0,0 0,0 0,0-1,6 3,-1-1,1 0,0-1,0-1,0 0,0 0,1-1,-1 0,1-1,0 0,-1-1,1 0,0-1,-1-1,1 0,-1 0,0-1,1 0,7-4,-3 0,0 0,0-1,0 0,-1-1,0-1,-1-1,0 0,0-1,-1 0,-1-1,0 0,6-10,-9 11,-1 0,0 0,-1-1,0 0,-1 0,-1 0,0-1,-1 0,0 0,-1 0,0-5,-3 20,0 0,0-1,-1 1,1-1,-1 1,1 0,-1-1,1 1,-1-1,1 1,-1-1,1 0,-1 1,1-1,-1 1,0-1,1 0,-1 0,0 1,1-1,-1 0,0 0,1 0,-1 0,0 0,1 1,-1-1,0-1,1 1,-1 0,0 0,0 0,1 0,-1 0,0-1,1 1,-1 0,1-1,-1 1,0 0,1-1,-1 1,1-1,-1 1,1-1,-1 1,1-1,-1 1,1-1,0 1,-1-1,1 0,0 1,-1-1,1 0,0 1,0-1,0 0,-1 1,1-1,0 0,0 1,0-1,0 0,-10 20,1 0,1 1,1 0,0 0,2 0,0 1,1 0,1 0,2 0,0 1,-5 78,6 1,3 0,6-1,4 9,10 123,-23-170,0-63,0 1,0 0,0 0,0-1,0 1,-1 0,1 0,0-1,0 1,0 0,-1 0,1 0,0 0,0-1,0 1,-1 0,1 0,0 0,0 0,-1 0,1 0,0 0,-1 0,1-1,0 1,0 0,-1 0,1 0,0 0,-1 0,1 1,0-1,0 0,-1 0,1 0,0 0,0 0,-1 0,1 0,0 0,0 1,-1-1,1 0,0 0,0 0,0 1,-1-1,1 0,0 0,0 0,0 1,0-1,-1 0,1 0,0 1,0-1,0 0,0 1,0-1,0 0,0 0,0 1,0-1,0 0,-12-23,1-25,1 1,2-2,3 1,1-1,3-28,0 46,1 30,-5-106,5 1,5-1,14-80,-19 187,1-11,0 1,1 0,0-1,1 1,0 0,1 0,0 0,0 1,1 0,0-1,1 2,0-1,0 1,1-1,-5 7,1 1,-1-1,0 1,0-1,1 1,-1 0,1 0,-1 0,1 0,-1 1,1-1,-1 1,1 0,0-1,-1 1,1 0,-1 0,1 1,0-1,-1 1,1-1,-1 1,1 0,-1 0,1 0,-1 0,1 0,-1 0,0 1,0-1,0 1,0 0,2 1,56 70,-54-63,1 0,-2 1,1-1,-1 1,-1 0,0 0,0 1,-1-1,-1 1,0 0,-1-1,0 1,0 0,-2 0,1 0,-1 0,-3 10,2-18,0-1,0 1,0 0,0-1,-1 0,0 1,1-1,-1 0,-1 0,1-1,0 1,-1-1,1 0,-1 1,1-1,-1-1,0 1,0-1,0 1,0-1,0 0,0-1,0 1,-1-1,1 0,0 1,0-2,0 1,-1-1,1 1,0-1,0 0,0-1,0 1,0-1,1 1,-1-1,0 0,1-1,-1 1,1-1,0 1,0-1,0 0,0 0,0 0,1-1,-1 1,1-1,0 1,0-1,0 0,0 0,1 0,-1-1,2 1,-1 0,1 0,-1 0,1 0,0-1,1 1,-1 0,1 0,0 0,0 0,0 0,0 0,1 0,-1 0,1 1,0-1,0 1,1-1,-1 1,1-1,2-1,70-62,-64 59,45-35,-14 14,0-1,-3-3,0-1,-3-2,0-1,-3-2,-1-1,-2-2,3-8,-19 22,-1-1,-1 0,-1 0,-2-1,-1-1,-2 1,-1-1,1-25,-15-15,8 69,1 0,-1 0,0 0,0 1,0-1,0 0,-1 0,1 1,0-1,-1 1,1-1,-1 1,1-1,-1 1,0 0,1 0,-1 0,0 0,0 0,0 0,0 1,0-1,0 0,0 1,0 0,0-1,0 1,0 0,0 0,0 0,-2 1,-4 1,1 1,-1 0,1 0,0 1,-1 0,2 0,-1 1,1 0,-1 0,1 0,0 1,1 0,0 0,0 0,0 1,1 0,-1 1,-13 24,1 2,1 0,2 0,2 2,1-1,2 2,1-1,2 1,2 0,1 0,2 1,1-1,3 6,-2-14,1-1,2 1,1 0,1-1,1 0,2 0,0-1,9 16,-12-31,-1-1,1-1,1 1,0-1,1 0,-1 0,2-1,0 0,0-1,0 0,1 0,0-1,1 0,-1-1,1 0,1-1,-1 0,1 0,-1-2,1 1,2-1,-5-2,1-1,-1 0,1 0,-1-1,1 0,-1 0,1-1,-1-1,0 1,0-2,0 1,-1-1,1 0,-1-1,0 0,0 0,0-1,-1 0,0 0,0-1,0 0,-1 0,0-1,-1 0,1 0,-1 0,-1 0,0-1,0 1,-1-1,2-7,0 4,-1-1,0 0,0 0,-2-1,0 1,0 0,-1-1,-1 1,0-1,-1 1,0-1,-1 1,-1 0,0-1,-1 1,-4-9,8 21,-1-1,1 1,-1 0,0-1,1 1,-1-1,0 1,0 0,0 0,0 0,0-1,0 1,-1 0,1 0,0 1,0-1,-1 0,1 0,-1 1,1-1,0 0,-1 1,1-1,-1 1,0 0,1 0,-1-1,1 1,-1 0,1 0,-1 1,1-1,-1 0,0 0,1 1,-1-1,1 1,0-1,-1 1,1 0,-1 0,1-1,0 1,0 0,-1 0,-3 6,0 0,0 0,0 1,1-1,0 1,1 0,0 0,0 0,1 1,0-1,0 1,1-1,0 1,0-1,1 1,0 0,1-1,0 1,0 0,1-1,0 0,0 1,1-1,0 0,4 6,-1-2,1 1,0-1,1 0,0-1,1 0,0 0,1-1,1 0,-1-1,1 0,10 6,24 12</inkml:trace>
  <inkml:trace contextRef="#ctx0" brushRef="#br0" timeOffset="4200.371">10549 818,'-5'15,"0"1,1 0,1 0,1 0,0 0,1 0,1 0,0 1,1-1,1 0,1 0,0 0,1 0,0-1,2 0,0 1,-4-10,0-1,1 1,0-1,0 1,0-1,1 0,0 0,0 0,0-1,0 1,1-1,0 0,0 0,0-1,0 1,0-1,1 0,0-1,-1 1,1-1,0 0,0-1,0 1,0-1,1 0,-1-1,0 0,0 0,0 0,1-1,-1 1,0-1,0-1,0 1,0-1,4-2,-3-1,-1 0,1 0,0 0,-1-1,0 0,-1 0,1-1,-1 0,-1 0,1 0,-1 0,0-1,-1 1,0-1,0 0,0 0,0-5,2-10,-1 0,-1 0,-1 0,-1-1,-1-16,0 38,1 1,-1-1,1 0,-1 1,0-1,1 0,-1 0,0 1,0-1,0 0,0 0,-1 1,1-1,0 0,-1 1,1-1,-1 0,0 1,1-1,-1 0,0 1,0 0,0-1,0 1,0-1,0 1,-1 0,1 0,0 0,-1 0,1 0,0 0,-1 0,0 0,1 0,-1 1,1-1,-1 0,0 1,1 0,-1-1,0 1,0 0,1 0,-2 0,-3 5,0 0,1 0,-1 1,1 0,0 0,1 0,0 1,0 0,0 0,1 0,-1 0,2 0,-1 0,1 1,0 0,1-1,0 1,0 0,1-1,0 7,-1-7,1-1,1 0,-1 1,1-1,0 0,0 1,1-1,0 0,0 0,1 0,-1 0,1-1,0 1,1-1,0 0,-1 1,2-2,-1 1,0 0,1-1,0 0,0 0,0 0,1-1,-1 0,1 0,0 0,0-1,0 1,0-2,0 1,0-1,0 1,1-2,-1 1,0-1,1 0,4 0,-6-2,1 1,-1-1,0 0,0 0,0 0,0-1,0 0,0 0,-1 0,1-1,-1 1,0-1,0 0,0 0,-1-1,1 1,-1-1,0 1,-1-1,2-2,36-108,-36 95,1 1,0 0,-2 0,0 0,-1 0,-1-18,-1 36,0 1,0-1,0 1,0-1,0 1,1-1,-1 1,0-1,0 1,0-1,-1 1,1-1,0 1,0-1,0 1,0-1,0 1,-1-1,1 1,0-1,0 1,-1 0,1-1,0 1,-1-1,1 1,0 0,-1-1,1 1,0 0,-1 0,1-1,-1 1,1 0,-1 0,1-1,-1 1,1 0,-1 0,1 0,-1 0,1 0,-1 0,1 0,-1 0,1 0,-1 0,1 0,-1 0,1 0,-1 0,1 0,-1 1,1-1,0 0,-1 0,1 1,-1-1,1 0,-1 0,1 1,0-1,-1 1,-22 25,19-20,0 0,0 0,1 0,0 1,0 0,1-1,0 1,0 0,1 0,-1 0,1 1,1-1,0 0,0 0,0 0,1 1,0-1,0 0,1 0,0 0,0 0,0-1,1 1,0-1,1 1,-1-1,1 0,0 0,1 0,-1-1,1 0,0 0,1 0,2 2,6 1,2 0,-1 0,1-2,1 0,-1-1,1 0,0-1,0-1,0-1,0 0,0-2,1 0,-1 0,0-2,0 0,0-1,15-5,-22 6,-1 0,0-1,0 0,0 0,0-1,0 0,-1-1,0 0,0 0,0-1,-1 0,0 0,0-1,0 1,-1-2,0 1,0-1,-1 0,0 0,0 0,-1-1,0 0,-1 1,0-2,0 1,-1 0,0 0,0-5,-2 10,1 0,-1 1,0-1,0 0,-1 1,1-1,-1 1,0-1,0 1,0-1,0 1,0-1,-1 1,1 0,-1 0,0-1,0 1,-1 1,1-1,0 0,-1 0,0 1,1 0,-1-1,0 1,0 0,-1 1,1-1,0 0,-1 1,1 0,0 0,-1 0,0 0,1 0,-1 1,1-1,-1 1,0 0,1 0,-1 1,0-1,1 1,-1 0,1 0,-1 0,1 0,-1 0,1 1,0 0,0-1,0 1,0 0,-2 2,1 1,0-1,0 1,1 0,0-1,0 1,0 1,1-1,-1 0,1 1,1-1,-1 1,1-1,0 1,0 0,0 0,1 0,0-1,0 1,1 0,0 0,0-1,0 1,0 0,1-1,2 6,0 0,0-1,1 0,1 0,-1 0,2-1,-1 1,1-2,0 1,1-1,0 0,1 0,-1-1,2 0,-4-2,0-1,0 0,0-1,1 1,0-1,-1 0,1-1,0 0,0 0,1 0,-1-1,0 0,1 0,-1-1,0 0,1 0,-1-1,0 0,0 0,1-1,-1 0,0 0,0 0,-1-1,1 0,0-1,-1 1,0-1,0-1,2-1,4-10,0 0,-2 0,0-2,-1 1,0-1,-2 0,0-1,-1 0,-1 0,0 0,-2-3,-19 93,13-54,1 0,1 0,1 1,0-1,1 0,3 15,-3-29,-1 1,1 0,0 0,0-1,1 1,-1-1,1 1,-1-1,1 0,0 1,1-1,-1 0,0 0,1 0,0-1,-1 1,1-1,0 1,0-1,1 0,-1 0,0 0,1-1,-1 1,1-1,0 0,-1 0,1 0,0 0,0-1,-1 0,1 1,3-2,1 1,1-1,-1-1,0 0,0 0,0 0,0-1,-1 0,1-1,-1 0,0 0,0 0,0-1,0 0,-1 0,6-6,77-99,-19-26,-74 149,0 1,1 0,1 0,0 0,1 0,0 1,1-1,2 12,-1-19,0-1,0 1,0-1,1 0,0 0,1 1,-1-1,1-1,0 1,0 0,1-1,0 1,0-1,0 0,1 0,-1-1,1 0,0 1,0-2,4 3,0-2,0-1,0 0,0 0,1-1,-1 0,1-1,-1 0,1 0,0-1,-1 0,1-1,0 0,-1-1,1 0,-1 0,0-1,0 0,0-1,0 0,0 0,-1-1,0 0,0 0,0-1,0 0,-1-1,0 1,-1-2,1 1,-1 0,-1-1,0 0,0-1,0 1,0-3,13-28,-1-1,-3 0,-1-1,-2-1,-2 0,-2 0,2-41,6-47,-6-2,-6 1,-6-6,2 123,-14-57,2 71,8 6,1 1,-1-1,2 1,-1 0,1 0,0 0,0 0,1 1,-1 6,1-7,-12 43,3 0,2 1,3 0,2 0,1 1,4-1,1 1,3-1,1 0,4 0,1 0,2-2,3 0,11 22,-6-20,3 0,3-1,18 25,-33-60,-20-32,-86-129,-6 3,-112-120,205 254,4 7,1 0,0 0,0 0,0 0,0 0,0-1,1 1,-1-1,1 1,0-1,-1 0,1 0,0 1,1-1,-1 0,0 0,1-2,16-4,97 21,529 123,-519-106,-122-29,0 0,-1 0,1 0,0 0,0 0,0 0,0 0,-1 0,1 0,0 1,0-1,-1 0,1 1,0-1,0 0,-1 1,1-1,0 1,-1-1,1 1,-1 0,1-1,-1 1,1-1,-1 1,1 0,-1-1,1 1,-1 0,0 0,1-1,-1 1,0 0,0 0,0 0,0-1,0 1,1 1,-30 16,-35 7,40-18,0 2,1 0,0 2,1 0,0 2,1 0,0 1,1 2,-2 2,20-17,1 0,-1 0,1 0,-1 0,1 0,0 0,-1 0,1 0,0 1,0-1,0 1,0-1,0 1,0-1,0 1,0-1,1 1,-1 0,0-1,1 1,0 0,-1 0,1-1,0 1,0 0,0 0,0 0,0-1,1 1,-1 0,0 0,1-1,-1 1,1 0,0-1,-1 1,1-1,0 1,0-1,0 1,0-1,1 1,-1-1,0 0,0 0,1 1,-1-1,1 0,-1 0,1-1,-1 1,11 3,0-1,0 0,0-1,0-1,0 1,0-2,1 0,-1-1,0 0,0 0,0-1,0-1,0 0,-1-1,1 0,-1-1,0 0,0 0,1-3,55-49,-70 62,0 1,1-1,-1 1,1 0,1 0,-1 0,1 0,0 0,0 0,1 0,0 0,0 0,0 0,1 0,0 0,0 0,0 0,1 0,0 0,0 0,1-1,-1 1,1-1,0 0,1 0,-1 0,1 0,0 0,0-1,1 0,-1 0,1 0,0 0,0-1,2 1,3 0,0-1,1 0,-1-1,1 0,0-1,0 0,0 0,0-1,-1-1,1 0,0 0,0-1,-1-1,1 1,-1-2,1 1,-1-2,0 1,-1-1,1-1,-1 0,0 0,-1-1,1 0,-1 0,-1-1,1 0,-1 0,-1-1,0 0,0 0,0-1,1-4,13-29,-1-1,-3-1,-1-1,-3 0,6-43,-11 59,96-503,-102 518,-9 45,-15 64,3 1,5 2,4-1,5 1,3 0,5 1,4-1,7 21,-11-106,-1-2,0 1,1 0,0-1,0 0,1 1,1-1,0 0,0-1,1 1,0-1,1 0,-1 0,2 0,3 3,-9-11,1 0,-1 0,1 0,-1 0,1 0,0 0,-1-1,1 1,0 0,0-1,-1 0,1 1,0-1,0 0,0 0,-1 0,1 0,0 0,0 0,0-1,0 1,1-1,16-7</inkml:trace>
  <inkml:trace contextRef="#ctx0" brushRef="#br0" timeOffset="4476.58">13208 417,'23'-2,"33"-1,35 0,35 3,28 1,12 1,-3 0,-30-1</inkml:trace>
  <inkml:trace contextRef="#ctx0" brushRef="#br0" timeOffset="-2561.647">2474 457,'-211'481,"91"-205,119-273,10-25,-7 16,251-734,-213 644,-23 72,-16 24,-1 0,1 0,-1 0,1 0,0 0,-1 0,1 0,-1 0,1 0,-1 0,1 0,-1 0,1 0,-1 0,1 0,-1 0,1 1,-1-1,1 0,-1 0,1 1,-1-1,1 0,-1 1,0-1,1 0,-1 1,1-1,-1 0,0 1,0-1,1 1,-1-1,0 1,0-1,1 1,-1-1,0 1,0-1,0 1,0-1,0 1,0-1,0 1,0 0,0-1,0 1,0-1,0 1,5 24,-2 1,0-1,-2 1,0 0,-3 9,1 10,-1 466,15-412,-8-80</inkml:trace>
  <inkml:trace contextRef="#ctx0" brushRef="#br0" timeOffset="-2313.318">1993 938,'20'0,"21"3,19 0,15 0,11-1,5 0,-3-1,-6 0,-11-1,-17 0</inkml:trace>
  <inkml:trace contextRef="#ctx0" brushRef="#br0" timeOffset="-1929.344">2715 966,'17'24,"0"1,-2 1,-1 1,-2 0,0 1,-2 0,-1 1,2 13,16 43,-27-84,0 1,0-1,0 0,0 0,0 0,0 1,1-1,-1 0,0 0,1 1,-1-1,1 0,-1 0,1 0,0 0,-1 0,1 0,0 0,0 0,0 0,0 0,0 0,0-1,0 1,0 0,0-1,0 1,0-1,0 1,0-1,0 1,1-1,-1 0,0 0,0 1,1-1,-1 0,0 0,0 0,1 0,-1-1,0 1,0 0,2-1,5-8,0 0,0-1,-1 0,0 0,0-1,-1 1,-1-2,0 1,0-1,-1 1,0-2,-1 4,29-90,38-84,-70 182,0 0,0 0,1 0,-1 0,0-1,1 1,-1 0,0 0,1 0,-1 0,1 0,-1 1,1-1,0 0,-1 0,1 0,0 0,0 1,0-1,0 0,-1 1,1-1,0 0,0 1,0-1,0 1,0 0,0-1,0 1,1 0,-1 0,0-1,0 1,0 0,0 0,0 0,0 0,0 1,0-1,0 0,1 0,-1 1,0-1,0 0,0 1,0-1,0 1,14 52,-9-20</inkml:trace>
  <inkml:trace contextRef="#ctx0" brushRef="#br0" timeOffset="-1083.104">3263 1286,'17'-4,"1"-2,-1 1,0-2,-1 0,1-2,-1 1,-1-2,0 0,0-1,-1 0,0-1,-1-1,-1 0,0 0,-1-2,0 1,-1-1,0-1,-2 0,0 0,0-1,1-7,-8 22,0 0,0 0,-1 0,1 0,0 0,-1 0,1 0,-1 0,0 0,1-1,-1 1,0 0,0 0,-1 0,1 0,0 0,-1-1,1 1,-1 0,0 0,0 0,0 0,0 0,0 1,0-1,0 0,0 0,-1 1,1-1,-1 1,1-1,-1 1,0-1,0 1,1 0,-1 0,0 0,0 0,0 0,0 1,0-1,0 0,0 1,-1 0,1-1,-6 3,0 1,1-1,-1 1,1 1,0 0,0 0,0 0,0 0,1 1,0 0,0 1,0 0,0 0,1 0,0 0,1 1,-1-1,1 1,1 1,-1-1,1 0,0 1,1 0,0 0,-1-1,1 0,-1 0,2 0,-1 1,1-1,0 0,1 1,0-1,0 1,0-1,1 1,0-1,1 0,0 1,0-1,0 0,1 0,0 0,0-1,1 1,0-1,0 1,1-1,-1-1,1 1,1-1,-1 1,1-2,-1 1,3 0,3 2,0-1,0-1,1 0,0-1,0 0,0 0,0-2,1 1,-1-2,1 1,-1-2,1 0,0 0,-1-1,1-1,-1 0,0-1,1 0,-1-1,0 0,-1-1,1 0,-1-1,0 0,0-1,-1 0,0 0,0-1,-1-1,0 0,0 0,-1-1,0 0,5-9,-8 10,-1-1,1 1,-2-1,0 0,0 0,0 0,-1 0,-1 0,0 0,0 0,-1-1,0 1,-1 0,-2-10,3 19,1 0,-1 0,0 0,0-1,0 1,0 0,0 0,0 0,-1 0,1 0,0 0,0 0,-1 0,1 0,-1 0,1 0,-1 0,1 1,-1-1,1 0,-1 0,0 0,0 1,1-1,-1 0,0 1,0-1,0 0,0 1,0-1,1 1,-1 0,0-1,0 1,0 0,0-1,0 1,-1 0,1 0,0 0,0 0,0 0,0 0,0 0,0 0,0 1,0-1,0 0,0 1,0-1,0 0,0 1,0-1,0 1,1 0,-1-1,0 1,0 0,0-1,1 1,-1 0,0 0,1 0,-1-1,-2 7,0-1,1 0,0 1,0-1,0 1,1 0,0 0,0-1,0 1,1 0,0 0,1 0,0 0,0-1,0 1,1 0,-1-1,2 1,-1-1,1 1,0-1,0 0,1 0,-1-1,2 1,-1-1,0 1,1-2,0 1,0 0,1-1,-1 0,1 0,0 0,0-1,0 0,0 0,0-1,1 1,0 0,0 0,0-1,0 1,0-1,0-1,1 1,-1-1,0 0,1-1,-1 0,1 0,-1-1,1 0,-1 0,0 0,1-1,-1 0,0-1,0 0,0 0,-1 0,1-1,-1 0,0 0,0 0,0-1,0 0,-1 0,0-1,0 0,0 1,-1-2,0 1,0-1,1-3,-1-1,-1 1,0-1,0 0,-1 0,0 0,-1 0,0 0,-1 0,0 0,-1 0,-2-9,3 20,0 1,0-1,0 0,-1 1,1-1,0 0,0 0,0 1,-1-1,1 0,0 0,0 0,-1 1,1-1,0 0,0 0,-1 0,1 0,0 0,-1 1,1-1,0 0,-1 0,1 0,0 0,-1 0,1 0,0 0,-1 0,1 0,0 0,-1 0,1 0,0 0,0-1,-1 1,1 0,0 0,-1 0,1 0,0 0,0-1,-1 1,1 0,0 0,0-1,-1 1,1 0,0 0,0-1,0 1,-1 0,1 0,0-1,0 1,0 0,0-1,0 1,0 0,-9 28,7-20,0 0,1 0,0 0,0 0,1 0,0 1,0-1,1 0,0 0,0 0,1 0,0 0,1 0,-1-1,1 1,1-1,0 0,0 0,0 0,1 0,0-1,0 1,1-1,-1-1,1 1,1-1,-1 0,1 0,0-1,0 0,0 0,0-1,0 0,-1-1,0 0,1 0,-1-1,1 0,0 0,0-1,-1 0,1 0,0 0,-1-1,1 0,0 0,-1-1,1 0,-1 0,0 0,0-1,0 0,0 0,0 0,0-1,-1 0,0 0,0-1,0 1,0-1,-1 0,1 0,-1-1,-1 1,1-1,-1 0,0 0,0 0,1-5,0-5,0 0,-1 0,-1 0,-1 0,0 0,-1 0,-1-1,-1 1,0 0,-1 0,-1-5,4 21,0-1,0 0,0 1,0-1,0 1,0-1,0 0,0 1,0-1,0 1,-1-1,1 1,0-1,0 0,0 1,-1-1,1 1,0-1,-1 1,1-1,0 1,-1-1,1 1,-1-1,1 1,0 0,-1-1,1 1,-1 0,0-1,1 1,-1 0,1 0,-1 0,1-1,-1 1,0 0,1 0,-1 0,1 0,-1 0,0 0,1 0,-1 0,1 0,-1 0,1 0,-1 1,0-1,1 0,-1 0,1 0,-1 1,1-1,-1 0,1 1,-1-1,1 1,-1-1,1 1,-16 35,16-30,-1 1,1 0,0 0,1 0,-1 0,1 0,1 0,-1 0,1-1,1 1,-1-1,1 1,0-1,0 0,1 0,0 0,0 0,0-1,1 0,0 0,0 0,0 0,8 6,-1-2,1 1,1-2,0 1,0-2,0 0,1-1,0 0,3-1,59 14,-5-8</inkml:trace>
  <inkml:trace contextRef="#ctx0" brushRef="#br0" timeOffset="5802.034">2194 2436,'13'0,"17"0,13 0,12 0,7-2,3-1,-3-2,-11-3,-12 0</inkml:trace>
  <inkml:trace contextRef="#ctx0" brushRef="#br0" timeOffset="6250.115">2073 2436,'0'48,"1"1,3-1,1 0,11 38,-16-84,0 0,1 0,-1 0,1 0,-1 0,1 0,0 0,0 0,0 0,0 0,0 0,1 0,-1-1,0 1,1-1,-1 1,1-1,-1 1,1-1,0 0,0 0,0 0,0 0,0 0,-1 0,2 0,-1-1,0 1,0-1,0 1,0-1,0 0,0 0,0 0,1 0,-1 0,0-1,1 1,39-4,77 1,-113 4,-1 0,1 1,0-1,-1 1,0 1,1-1,-1 0,0 1,0 0,-1 1,1-1,-1 1,1-1,-1 1,0 1,-1-1,1 0,-1 1,3 4,-3-4,-1 0,1 0,-1 0,0 0,0 1,0-1,-1 1,0-1,0 1,-1 0,1-1,-1 1,0 0,-1-1,1 1,-1 0,-1-1,1 1,-1-1,1 1,-1-1,-1 0,1 0,-1 0,0 0,0 0,-1-1,1 1,-1-1,0 0,0 0,-1 0,-2 2,-9 4,1 0,-1-1,-1-1,0-1,0 0,0-1,-1-1,0 0,0-2,0 0,0-1,-1 0,1-2,-1 0,-4-2,7-2,23 1</inkml:trace>
  <inkml:trace contextRef="#ctx0" brushRef="#br0" timeOffset="6866.467">3437 2449,'20'5,"0"0,1-1,0-2,0 0,0-1,0-1,0-1,0-1,-1-1,1 0,0-2,-1 0,0-2,0 0,-1-1,0-1,0-1,-1 0,-1-1,1-1,-2-1,0-1,7-8,-16 15,0-1,-1 0,0 0,0-1,-1 0,0 0,0 0,-1 0,-1-1,0 0,1-2,-3 8,0-1,-1 1,1 0,-1-1,0 1,0 0,0-1,-1 1,1 0,-1-1,0 1,0 0,-1 0,1 0,-1 0,0 0,0 0,0 0,-1 0,1 1,-1-1,0 1,0 0,0 0,0 0,-4-2,5 3,-1 0,1 0,-1 1,0-1,1 1,-1 0,0 0,0 0,0 0,0 0,0 0,0 1,0 0,0-1,0 1,0 0,0 0,0 1,0-1,0 1,0 0,0-1,0 1,0 0,0 1,1-1,-1 0,0 1,1 0,-1 0,-1 1,-2 2,0 1,1 0,0 1,0-1,0 1,1 0,0 0,0 0,0 0,1 1,-1 5,-6 29,1-1,3 1,1 0,3 1,1 29,1-65,5 204,15 70,2 37,-19-293,-1 1,-1 0,-1-1,-1 1,-2 0,0-1,-2 0,-1 1,-1-2,-1 1,-1-1,-1 0,-1-1,-11 17,-9-6</inkml:trace>
  <inkml:trace contextRef="#ctx0" brushRef="#br0" timeOffset="7378.609">3437 3024,'55'-33,"2"2,2 2,0 4,2 1,0 4,57-11,-112 29,156-39,-160 41,0-1,0 1,1-1,-1 1,0 0,0 0,1 0,-1 0,0 0,1 1,-1-1,0 1,0-1,0 1,1 0,-1 0,0 0,0 0,0 0,0 0,-1 1,1-1,0 1,0-1,-1 1,1-1,-1 1,1 0,-1 0,0 0,0 0,0 0,0 0,0 0,0 0,-1 1,1-1,-1 0,1 2,4 25,-5-24,0 0,0 0,1 0,0 0,-1 1,2-1,-1-1,0 1,1 0,0 0,0 0,1-1,-1 0,1 1,0-1,0 0,0 0,1 0,-1-1,1 1,0-1,0 0,0 0,1 0,-1-1,1 1,-1-1,1 0,1 0,-2-1,0-1,0 0,0 0,1 0,-1-1,0 1,0-1,0 0,0 0,0-1,0 1,0-1,0 0,0 0,-1 0,1 0,-1 0,1-1,-1 0,0 0,0 0,2-3,48-82,-19-25,-33 113,0 1,0-1,0 0,0 0,0 0,0 1,-1-1,1 0,0 1,0-1,0 1,-1-1,1 1,0-1,-1 1,1 0,0-1,-1 1,1 0,-1-1,1 1,-1 0,1 0,-1-1,0 1,1 0,-1 0,0 0,0 0,0 0,1-1,-1 1,0 0,0 0,0 0,0 0,0 0,-1 0,1 0,0 0,0 0,9 35,-7-24,0 1,1-1,0 0,0 0,2 0,-1-1,2 1,-1-1,2 0,-1-1,1 1,1-1,0-1,0 1,5 2,6-1</inkml:trace>
  <inkml:trace contextRef="#ctx0" brushRef="#br0" timeOffset="7752.304">4774 2690,'6'20,"2"1,1-1,1-1,0 1,1-2,1 1,1-2,1 1,14 12,-24-26,1-1,0 0,0-1,1 1,-1-1,0 0,1 0,-1-1,1 0,0 0,-1 0,1 0,0-1,0 0,0 0,-1-1,1 0,0 0,-1 0,1 0,-1-1,1 0,-1 0,0-1,1 1,-2-1,1 0,0-1,0 1,-1-1,0 0,0 0,0 0,0-1,0 1,-1-1,0 0,0 0,-1 0,1 0,1-6,20-92,-21 77,-6 35,2 0,0 0,0 1,0-1,1 0,1 0,-1 0,2 1,-1-1,1 0,1 0,-1-1,1 1,1 0,0-1,0 0,1 0,0 0,0 0,0-1,1 0,4 3,24 9,0-7</inkml:trace>
  <inkml:trace contextRef="#ctx0" brushRef="#br0" timeOffset="8433.482">5696 2757,'-14'-6,"1"1,-2 0,1 1,-1 1,1 0,-1 1,-14-1,25 3,1 0,-1 0,0 0,0 1,1-1,-1 1,0 0,1 0,-1 0,1 0,-1 1,1-1,-1 1,1 0,0 0,0 0,0 0,0 1,0 0,1-1,-1 1,1 0,-1 0,1 0,0 0,1 1,-1-1,0 0,1 1,0-1,-1 1,2 0,-1 1,0 0,0 0,0 0,1 0,0 0,0 0,1 0,-1 1,1-1,0 0,0 0,1-1,0 1,0 0,0 0,0-1,1 1,-1-1,1 0,0 0,1 0,-1 0,1 0,-1-1,1 1,0-1,1 0,2 1,2 2,2 0,-1-1,1 0,-1 0,1-2,1 1,-1-1,0-1,1 0,-1-1,10 1,-6-3,-1 1,1-2,-1 0,0-1,1 0,-1-1,-1-1,1 0,-1-1,0 0,0-1,0 0,-1-1,0-1,-1 0,0-1,-1 0,3-2,6-10,-2 0,0-1,-1-1,-1 0,-1-1,-2-1,0 0,6-25,-1-2,-3-1,-2 0,-3-1,-2 0,-2 0,-3-1,-3-3,2 45,-1 1,-1 0,0 0,-1 0,-1 1,0-1,0 0,-2 1,1 0,-1-1,-6-7,11 19,-1-1,0 1,0-1,0 1,1-1,-1 1,-1 0,1 0,0-1,0 1,0 0,-1 0,1 0,-1 0,1 1,0-1,-1 0,0 0,1 1,-1-1,1 1,-1 0,0-1,1 1,-1 0,0 0,1 0,-1 0,0 0,1 0,-1 1,0-1,1 0,-1 1,1-1,-1 1,0 0,1 0,0-1,-1 1,1 0,-1 0,1 0,0 0,0 1,-8 11,2-1,0 2,1-1,0 1,1 0,0 0,1 1,1 0,0-1,1 1,1 0,0 0,1 11,0 20,2 0,2-1,1 1,3-1,2 0,1-1,3 0,1-1,2-1,2 0,2-1,2-2,20 27,-33-50,2 0,0-1,0-1,1 0,1-1,12 9,-22-19,1 1,0-1,-1 0,1-1,0 1,0-1,1 0,-1 0,0-1,1 0,-1 0,1 0,-1 0,1-1,-1 0,1 0,0 0,-1-1,1 0,-1 0,0 0,1-1,-1 0,5-2,7-7,0-1,0 0,-2-1,1-1,-2-1,0 0,0 0,-2-2,0 0,-1 0,0-1,0-4,-11 22,1 0,-1 0,0 1,0-1,0 0,0 0,0 0,0 1,0-1,1 0,-1 0,0 0,0 0,0 1,1-1,-1 0,0 0,0 0,0 0,1 0,-1 0,0 1,0-1,1 0,-1 0,0 0,0 0,0 0,1 0,-1 0,0 0,0 0,1 0,-1 0,0 0,0 0,1-1,-1 1,0 0,0 0,1 0,-1 0,0 0,0 0,0 0,0-1,1 1,-1 0,0 0,0 0,0-1,0 1,1 0,-1 0,0 29,-1-25,0 2,0 1,0-1,1 0,0 0,0 1,0-1,1 0,0 0,0 0,0 0,1 0,0 0,0 0,1 0,-1 0,1-1,0 0,1 1,-1-1,1 0,0-1,1 1,-1-1,1 1,0-2,0 1,1 0,23 6,0-5</inkml:trace>
  <inkml:trace contextRef="#ctx0" brushRef="#br0" timeOffset="8706.274">6752 2556,'-16'-4,"-7"-5,-3 0,2 2,-1-1,1-1,3 1</inkml:trace>
  <inkml:trace contextRef="#ctx0" brushRef="#br0" timeOffset="8953.612">6110 2329,'23'-2,"26"-1,24-3,21 1,15 1,6 0,-15 2</inkml:trace>
  <inkml:trace contextRef="#ctx0" brushRef="#br0" timeOffset="8954.612">7233 2690,'-2'13,"-1"10,0 5,1 2,2 1,5-2,2-3,1-2,-1-6</inkml:trace>
  <inkml:trace contextRef="#ctx0" brushRef="#br0" timeOffset="9122.197">7246 2329,'-9'-16,"-3"-3,5 9,8 10,12 8,2 2</inkml:trace>
  <inkml:trace contextRef="#ctx0" brushRef="#br0" timeOffset="9795.931">8703 2129,'0'18,"0"20,3 19,0 16,0 29,-3 12,-4-5,-3-14,-1-22,2-22</inkml:trace>
  <inkml:trace contextRef="#ctx0" brushRef="#br0" timeOffset="10276.817">8784 2704,'6'-4,"-1"1,1 0,0 0,0 0,0 1,0 0,0 0,0 1,1 0,-1 0,1 0,-1 1,0 0,1 0,-1 0,1 1,-1 0,0 0,1 1,-1 0,0 0,0 0,0 1,0 0,-1 0,1 0,-1 1,1 1,0 0,0 1,0 0,-1 0,0 0,0 1,-1 0,0 0,0 0,0 0,-1 1,0-1,-1 1,1 0,-2 0,1 0,-1 0,0 0,-1 0,0 0,0 0,0 0,-1 0,-1 0,1 0,-1 0,-1 0,1 0,-1-1,-2 4,3-8,-1 0,1-1,0 1,-1-1,0 0,1 1,-1-1,0 0,0-1,0 1,0 0,-1-1,1 0,0 0,-1 0,1 0,0 0,-1-1,1 1,-1-1,1 0,-1 0,1 0,-1-1,1 1,-1-1,1 0,-1 0,1 0,-3-2,1 1,-1-1,1 0,0 0,0 0,0 0,1-1,-1 0,1 0,0-1,0 1,0-1,1 1,-1-1,1 0,0-1,1 1,-3-6,4 6,0 1,0-1,0 0,1 1,0-1,-1 0,2 0,-1 0,1 1,-1-1,1 0,1 0,-1 1,1-1,-1 1,1-1,1 1,-1 0,0 0,1 0,0 0,0 0,0 1,1-1,-1 1,1 0,0 0,0-1,15-9,0 0,1 1,0 1,0 1,9-3,158-51,-184 63,0 0,0 0,-1 0,1 0,0 0,0 1,0 0,0-1,0 1,0 0,0 0,0 0,0 1,0-1,0 1,0 0,0 0,0 0,-1 0,1 0,0 0,-1 1,1-1,-1 1,1 0,-1 0,0 0,2 2,16 131,5-73,-10-43</inkml:trace>
  <inkml:trace contextRef="#ctx0" brushRef="#br0" timeOffset="12642.93">9225 2302,'49'8,"0"1,0 3,-1 2,-1 1,0 3,32 18,-66-30,-1 1,0 0,0 0,0 2,-1-1,-1 1,1 1,-1 0,-1 0,0 1,0 0,-1 1,-1 0,0 0,0 0,-2 1,1 0,-1 0,2 14,-3-1,-1 1,-2 0,0 0,-3 22,1-48,0 0,1 1,-1-1,1 0,0 1,-1-1,1 0,0 1,0-1,0 0,0 1,0-1,0 1,0-1,1 0,-1 1,0-1,1 0,-1 1,1-1,-1 0,1 0,0 1,-1-1,1 0,0 0,0 0,0 0,0 0,0 0,0 0,0 0,0-1,0 1,1 0,-1-1,0 1,0 0,1-1,-1 0,0 1,1-1,-1 0,1 0,-1 1,0-1,1 0,11-6,0 0,-1-1,0 0,0 0,0-2,-1 1,0-1,-1-1,0 0,0-1,-1 0,3-4,84-131,-85 139,-11 27,0-16,-2 4,1 0,0 0,1 0,0 0,0 0,1-1,0 1,0 0,1 0,0 0,0-1,1 1,0-1,0 1,1-1,0 0,0-1,0 1,2 0,5 3,0-1,1 0,0-1,0-1,1 0,0 0,1-1,-1-1,1 0,0-1,13 2,35 7</inkml:trace>
  <inkml:trace contextRef="#ctx0" brushRef="#br0" timeOffset="12959.086">10682 2743,'0'-5,"-1"0,1-1,-1 1,0 0,-1 0,1 0,-1 0,0 0,0 0,-1 1,0-1,1 1,-1-1,-1 1,1 0,-1 0,1 1,-1-1,0 1,0 0,-1 0,1 0,-1 0,1 1,-1 0,0 0,0 0,-3-1,-2 1,1 0,0 1,0 0,-1 0,1 1,0 0,-1 1,1 0,0 0,0 1,0 0,0 1,0-1,0 2,0 0,1 0,0 0,-3 3,8-6,1 0,0 0,0 0,0 1,0-1,0 0,0 1,0 0,1-1,-1 1,0 0,1 0,-1 0,1 0,0 0,0 0,0 0,0 0,0 1,0-1,1 0,-1 1,1-1,-1 0,1 1,0-1,0 1,0-1,0 0,0 1,1-1,-1 1,1-1,0 0,-1 1,1-1,0 0,0 0,1 0,-1 0,0 0,1 0,-1 0,1 0,0 0,8 4,0 0,0 0,1-1,-1 0,1-1,1 0,-1-1,0 0,1-1,0 0,-1-1,1 0,0-1,0 0,0-1,-1 0,1-1,0 0,2-2,79-28,-92 31,0 1,0 0,0 0,0 0,0 0,0 0,0 0,0 0,0 0,1 0,-1 1,0-1,0 0,0 1,-1-1,1 1,0-1,0 1,0-1,0 1,0 0,0-1,-1 1,1 0,0 0,-1 0,1-1,0 1,-1 0,1 0,-1 0,0 0,1 0,-1 0,0 0,1 0,-1 0,0 0,0 0,0 0,0 0,0 0,0 0,0 1,6 15,-4-13,0-1,0 1,1-1,-1 0,1 0,0 0,0 0,0-1,0 1,0-1,1 0,-1 0,1 0,-1 0,1-1,0 1,0-1,0 0,0 0,-1 0,1-1,0 1,0-1,1 0,-1 0,0 0,0-1,0 0,0 1,-1-1,1-1,0 1,0 0,-1-1,1 0,0 0,-1 0,0 0,1-1,-1 1,0-1,0 0,0-1,4-8,-1 0,-1-1,0 0,0 0,-2 0,1 0,-2-1,0 1,0-1,-1 0,-1-6,0 12,6-164,-6 170,0 1,0-1,1 0,-1 0,0 0,1 1,-1-1,1 0,-1 1,1-1,0 0,0 1,0-1,0 1,0-1,0 1,0-1,1 1,-1 0,0 0,1 0,-1 0,1 0,-1 0,1 0,-1 0,1 0,0 1,-1-1,1 0,0 1,0 0,-1-1,1 1,0 0,0 0,0 0,-1 0,1 0,0 1,1 0,14 1,-1 2,1 0,-1 1,0 0,-1 1,0 1,0 1,0 0,-1 1,0 0,0 1,2 4,-10-8,-1 1,-1 0,1 0,-1 1,0-1,-1 1,0 0,0 0,0 0,-1 0,0 0,-1 0,0 1,0-1,-1 1,0-1,-1 0,1 1,-2-1,0 6,2 74,0-85,1 0,0 0,0 0,0-1,0 1,1 0,-1 0,1-1,-1 1,1-1,0 0,0 1,0-1,0 0,1 0,-1 0,1-1,-1 1,1 0,-1-1,1 0,0 1,0-1,0 0,-1-1,1 1,2 0,86 0,-76-4,1-1,-1-1,0-1,0 0,-1-1,0 0,0-1,-1-1,0 0,0 0,-1-2,0 0,-1 0,0-1,-1 0,0-1,-1 0,-1 0,0-1,0 0,-2-1,0 1,0-1,-2 0,0-1,0 1,-1-1,-1-3,-1 17,-1 0,1 0,0 0,-1 0,0 0,1 0,-1-1,0 1,0 0,0 0,0 0,-1 0,1 0,-1 0,1 0,-1 0,0 0,1 0,-1 0,0 0,0 0,0 1,-1-1,1 0,0 1,-1-1,1 1,-1-1,1 1,-1 0,0-1,0 1,1 0,-1 0,0 0,0 1,0-1,0 0,0 1,-2-1,-3 5,1 0,0 0,0 1,0-1,0 1,1 1,0-1,0 1,0 0,1 0,0 0,0 1,0 0,1-1,0 1,0 0,1 1,0-1,0 1,-1 3,0-1,0 1,1 0,0 0,1 1,1-1,-1 0,2 0,0 0,0 0,1 1,0-1,1-1,0 1,1 0,0-1,0 0,1 0,1 0,0 0,0-1,1 0,0 0,0-1,1 0,0 0,6 3,3 2,1-1,1-1,0-1,0 0,1-2,10 4,40 10</inkml:trace>
  <inkml:trace contextRef="#ctx0" brushRef="#br0" timeOffset="12960.086">1 1045,'20'7,"26"2,24 0,24-2,16-4,10-5,2-5,-7-1,-13-3,-23 0</inkml:trace>
  <inkml:trace contextRef="#ctx0" brushRef="#br0" timeOffset="12961.086">750 845,'-1'0,"-1"-1,1 0,0 1,0 0,0-1,0 1,0-1,-1 1,1 0,0 0,0 0,0 0,-1 0,1 0,0 0,0 0,0 0,-1 0,1 1,0-1,0 1,0-1,0 1,0-1,0 1,0-1,0 1,0 0,0 0,0 0,0-1,0 1,0 0,1 0,-1 0,0 0,1 0,-1 0,1 0,-1 1,1-1,-1 0,1 0,0 0,0 0,-1 1,1-1,0 1,4 5,1 0,0 0,0-1,0 1,1-1,-1-1,1 1,1-1,-1 0,1 0,0-1,0 0,2 1,-1 0,247 137,-255-142,4 2,1 0,-1 0,1 0,-1 1,0 0,0 0,0 0,0 0,0 1,-1-1,0 1,0 0,0 0,0 0,0 1,-1-1,0 1,0-1,0 1,0 0,-1-1,0 1,0 0,0 0,-1 0,1 2,-4 0,0-1,-1 0,1 1,-1-2,-1 1,1 0,-1-1,0 0,0 0,0 0,-1-1,0 0,-5 4,-57 36,-2-3,-69 31,29-17,53-24</inkml:trace>
  <inkml:trace contextRef="#ctx0" brushRef="#br0" timeOffset="21388.52">12393 2503,'4'2,"0"0,1 0,-1-1,0 1,1-1,0 0,-1 0,1 0,0-1,-1 1,1-1,0 0,3-1,3 1,17-4,-28 4,1 0,-1 0,1 0,-1 0,1 0,-1-1,0 1,1 0,-1 0,1 0,-1 0,0-1,1 1,-1 0,1-1,-1 1,0 0,1 0,-1-1,0 1,0-1,1 1,-1 0,0-1,0 1,0-1,1 1,-1 0,0-1,0 1,0-1,0 1,0-1,0 1,0-1,0 1,0 0,0-1,0 1,0-1,0 1,0-1,0 1,-1-1,1 1,0 0,0-1,0 1,-1-1,1 1,0 0,-1-1,1 1,0 0,-1-1,1 1,0 0,-1 0,-1-2,-1 0,0 1,0 0,0-1,0 1,0 0,0 1,0-1,0 0,-1 1,1 0,0 0,0 0,0 0,-1 0,1 1,0-1,0 1,0 0,0 0,0 0,0 0,0 1,0-1,0 1,1 0,-1 0,1 0,-1 0,1 0,0 0,0 0,-1 1,2 0,-1-1,0 1,1 0,-1 0,1-1,-1 2,-11 20</inkml:trace>
  <inkml:trace contextRef="#ctx0" brushRef="#br0" timeOffset="21663.782">12447 3037,'6'-9,"4"-5,-2-5,-1-2,-2 1,-4 2,-7 3,-4 5,-6 3,-4 9,-1 7,1 10,3 8,8 6,11 5,6-5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0:10.57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 1,'2'13,"1"17,0 16,2 16,-1 12,0 6,-1 4,-3-2,-5-5,0-7,-2-11,0-12,1-16</inkml:trace>
  <inkml:trace contextRef="#ctx0" brushRef="#br0" timeOffset="766.949">487 27,'-65'93,"-5"-2,-4-4,-3-3,-78 65,135-130,57-31,-21 4,0 0,0 2,1 0,0 1,0 1,0 0,1 2,-1 0,1 0,8 2,-20 2,1 1,-1-1,0 2,0-1,0 0,0 1,0 0,-1 1,0-1,0 1,0 0,0 0,-1 1,0-1,0 1,0 0,-1 0,0 0,0 1,-1-1,1 1,-1 0,-1 0,18 32,-13-26,2-1,0 0,1 0,0 0,0-1,2 0,-1-1,1 0,0-1,1 0,0-1,1 0,0-1,0-1,0 0,1 0,0-2,0 1,0-2,8 1,-9-1,0-1,0 0,1-2,-1 1,0-2,1 1,-1-2,0 0,0-1,0 0,12-4,-23 6,0 0,1 0,-1 1,0-1,1 1,-1 0,1 0,-1-1,1 2,-1-1,1 0,-1 0,0 1,1-1,-1 1,0 0,1 0,-1 0,0 0,0 0,0 0,0 1,0-1,0 1,0-1,0 1,0 0,-1 0,1 0,-1 0,0 0,1 0,-1 0,0 1,2 0,0 0,-1 0,1 0,0 0,1 0,-1 0,0-1,1 0,0 0,-1 0,1 0,0 0,0-1,0 0,0 0,0 0,0 0,1 0,-1-1,0 0,0 0,0 0,1 0,-1-1,0 0,0 0,0 0,0 0,2-1,-1 1,0-1,0 0,0 0,0 0,0 0,0 0,-1-1,0 0,1 0,-1-1,0 1,0-1,-1 1,1-1,-1-1,0 1,0 0,0-1,-1 1,1-1,-1 0,0 0,-1 0,1 0,-1 0,0 0,0 0,0-1,-1 1,0 0,0 0,0-1,-1 1,0 0,0 0,0-1,-2-1,0 1,-1-1,0 1,0 0,0 0,-1 0,0 0,0 1,0 0,-1 0,0 0,0 1,0 0,0 0,-1 0,0 1,1 0,-1 0,0 1,-1 0,1 0,0 1,-1-1,1 2,0-1,-2 1,0-1,1 1,-1 0,1 1,-1 0,1 0,0 1,-1 0,1 0,0 1,0 0,0 0,1 1,-1 0,1 1,0-1,0 1,1 1,-1-1,1 1,0 0,0 1,-3 5,7-8,0 0,0-1,0 1,0 0,1 0,0 0,0 0,0 0,0 0,1 0,0 0,0 1,0-1,0 0,0 0,1 3,8 23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0:32.28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0 221,'65'0,"198"1,86 18,-258-14,-89-11,-9 4</inkml:trace>
  <inkml:trace contextRef="#ctx0" brushRef="#br0" timeOffset="429.36">588 7,'-15'-6,"42"17,65 21,-55-21,-1 2,0 2,-1 1,-1 1,30 21,-61-36,1 0,-1 0,0 0,0 0,-1 1,1-1,0 1,-1 0,1 0,-1 0,0 0,0 0,0 0,-1 1,1-1,-1 0,0 1,0-1,0 1,0 0,0-1,-1 1,0 0,0 0,0-1,0 1,0 2,-5 3,0 0,0-1,0 1,-1-1,0 0,-1 0,0-1,0 0,0 0,-1 0,0-1,0-1,-10 6,11-6,-76 48,-3-4,-48 18,122-60,-22 9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0:34.33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134 436,'1'-55,"2"31,-2 0,0 0,-2 0,0 0,-2 0,0 0,-2 0,0 1,-2 0,-1 0,0 1,-2-1,-1 2,-8-13,19 32,0 1,-1 0,1 0,-1 0,1 0,-1 0,1 1,-1-1,0 0,1 0,-1 0,0 0,0 1,0-1,0 0,1 1,-1-1,0 1,0-1,0 1,0-1,0 1,0 0,0-1,-1 1,1 0,0 0,0 0,0 0,0 0,0 0,0 0,0 0,0 0,0 0,0 1,-1-1,1 0,0 1,0-1,0 1,1-1,-1 1,0 0,0-1,0 1,0 0,0 0,1-1,-1 1,0 0,1 0,-1 0,1 0,-1 0,1 0,-1 0,1 0,0 0,-2 2,1 0,-1 0,1 0,0-1,0 1,0 0,1 0,-1 0,1 0,0 1,-1-1,2 0,-1 0,0 0,0 0,1 0,0 0,-1 0,1 0,0 0,1 0,-1-1,0 1,1 0,0-1,-1 1,1-1,0 1,0-1,1 0,-1 0,0 0,1 0,-1 0,1-1,0 1,-1-1,1 1,0-1,0 0,0 0,0-1,2 2,15 0,1 0,-1-1,0-1,0-1,1-1,-1-1,0 0,15-6,74-9,-106 18,-1-1,1 1,0-1,0 1,-1 0,1 0,0 1,0-1,-1 0,1 1,0 0,0-1,-1 1,1 0,-1 1,1-1,-1 0,1 1,-1-1,0 1,0 0,0 0,0-1,0 2,0-1,0 0,-1 0,1 0,-1 1,0-1,1 1,-1-1,0 1,0 0,-1-1,1 1,-1 0,1 1,3 33,-2 0,-1 1,-5 36,1 10,36 447,-31-519,-1 1,0-1,-1 0,0 1,-1-1,0 1,-1-1,-1 0,0 0,-1 0,0 0,0-1,-1 1,-1-1,0 0,-1-1,0 0,-4 6,7-13,0-1,1 1,-1-1,0 0,0 0,0-1,0 1,-1-1,1 0,0 0,-1 0,1 0,-1-1,1 0,-1 0,1 0,0 0,-1-1,1 0,-1 0,1 0,0 0,0-1,0 1,0-1,0 0,0 0,0-1,0 1,0-2,-10-6,1-1,1 0,0 0,0-2,1 1,1-1,-5-8,-5-9,1 0,2-2,0 0,3-1,0-1,-4-20,17 53,1-1,-1 0,0 1,0-1,1 1,-1-1,1 0,-1 1,1-1,0 0,0 0,0 1,0-1,0 0,0 0,0 1,0-1,1 0,-1 0,1 1,-1-1,1 1,0-1,0 0,-1 1,1-1,0 1,1 0,-1-1,0 1,0 0,0-1,1 1,-1 0,1 0,-1 0,1 0,-1 1,1-1,0 0,101-7,15 4,-58 2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0:34.99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0,'23'3,"20"2,18 1,9-1,4-1,-1-1,-9-1,-12 1,-16 2,-14 1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0:34.72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0 417,'2'-13,"1"0,0 0,0 0,2 1,-1-1,2 1,-1 0,2 1,-1-1,2 1,0 1,0-1,0 1,2 1,-1-1,1 2,0-1,1 1,0 1,0 0,13-5,-24 11,1 0,0 1,0-1,0 1,0-1,1 1,-1-1,0 1,0 0,0-1,0 1,0 0,0 0,1 0,-1 0,0 0,0 0,0 0,0 0,0 1,1-1,-1 0,0 1,0-1,0 1,0-1,0 1,0-1,0 1,0 0,0-1,-1 1,1 0,0 0,0 0,0 0,-1 0,1 0,-1 0,1 0,-1 0,1 0,-1 0,1 0,-1 0,0 0,5 121,-6-86,0-5,-1 18,1 0,3 1,3-1,3 15,-3-42</inkml:trace>
  <inkml:trace contextRef="#ctx0" brushRef="#br0" timeOffset="486.787">615 3,'20'6,"23"4,23-4,15-4,10-6,3-3,-7-1,-19 1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0:36.15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0 272,'1'-10,"0"0,0 0,1 0,1 0,0 0,0 1,1-1,0 1,0 0,1 0,1 0,-1 1,1 0,1 0,-1 0,1 1,1 0,1-1,5-4,0 0,1 2,0 0,1 1,0 0,1 1,0 1,0 1,13-4,-27 9,-1-1,1 1,0 0,-1 0,1 0,0 0,0 1,-1-1,1 1,0 0,0-1,0 1,0 1,0-1,-1 0,1 1,0-1,0 1,0 0,-1 0,1 0,0 0,-1 0,1 1,-1-1,0 1,1 0,-1 0,0 0,0 0,0 0,0 0,0 0,-1 1,1-1,-1 0,2 3,-2 12,0 1,-2-1,0 0,0 1,-2-1,0 0,-1 0,0 0,-2-1,0 1,-1-1,0-1,-10 15,7-8,-132 226,138-241,-4 6,0 1,0 0,2 1,-1-1,2 1,0 0,1 0,-1 10,5-22,0-1,0 1,0 0,1 0,0-1,-1 1,1 0,0-1,0 1,0 0,1-1,-1 1,1-1,-1 0,1 0,0 1,0-1,0 0,0 0,1 0,11 10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0:36.46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69 145,'0'2,"1"0,0 0,1 0,-1 0,0-1,0 1,1 0,-1-1,1 1,-1-1,1 0,0 1,0-1,0 0,-1 0,1 0,0 0,0-1,0 1,0 0,0-1,1 1,-1-1,0 0,0 0,0 0,0 0,0 0,0 0,1-1,-1 1,0-1,0 1,0-1,0 0,0 0,0 1,-1-2,1 1,1 0,0-2,-1 0,1-1,0 1,-1 0,0-1,0 0,0 1,0-1,0 0,-1 0,0 0,0 0,0 0,0 0,-1-1,1 1,-1 0,0 0,0 0,-1-1,1 1,-1 0,0 0,0 0,0 0,-1 0,0 0,1 0,-1 1,0-1,-1 1,1-1,-1 1,1 0,-1 0,0 0,0 0,-1 0,1 1,0-1,-1 1,0 0,1 0,-1 0,0 1,0-1,0 1,0 0,0 0,0 0,-1 1,1 0,0-1,0 2,0-1,0 0,-1 1,1-1,-1 2,2-1,0 0,0 0,0 1,0-1,1 1,-1 0,0 0,1 0,-1 0,1 0,0 1,0-1,0 1,0-1,0 1,1 0,-1 0,1 0,0 0,0 0,0 0,0 0,0 0,0 0,1 0,0 1,0-1,0 0,0 0,0 0,0 1,1-1,0 0,-1 0,1 0,1 0,-1 0,0 0,1 0,0 1,19 22,3-4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0:37.29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89 1,'-2'13,"-4"17,0 18,-1 18,-2 10,0 9,2 1,3-3,1-3,1-12,2-17</inkml:trace>
  <inkml:trace contextRef="#ctx0" brushRef="#br0" timeOffset="369.02">530 41,'-156'143,"-186"202,310-303,33-41,-1 0,1 0,0 0,0 0,0 0,-1 0,1 0,0-1,0 1,0 0,0-1,0 1,0-1,0 1,1-1,-1 1,0-1,0 0,0 0,0 1,0-1,1 0,-1 0,0 0,0 0,0-1,1 1,-1 0,2 0,88 2,-61-3,0 1,0 1,-1 2,1 1,0 2,27 8,-38-6,-1 1,1 1,-2 0,1 1,-2 1,1 0,-2 1,1 1,-2 1,0 0,-1 1,3 5,-15-20,0 2,1 0,0 0,0-1,0 1,0 0,0-1,0 0,1 1,-1-1,1 0,0 0,0-1,-1 1,1 0,0-1,0 0,1 0,-1 0,0 0,0 0,0 0,1-1,-1 0,0 1,2-2,17-6,-2-3</inkml:trace>
  <inkml:trace contextRef="#ctx0" brushRef="#br0" timeOffset="757.492">851 776,'56'-202,"-39"168,-12 37,4 82,-6-40,20 147,2-131,-11-43</inkml:trace>
  <inkml:trace contextRef="#ctx0" brushRef="#br0" timeOffset="1047.92">1332 335,'18'2,"20"1,17 0,10-1,2 0,-5 1,-12 3,-15 5,-14 0</inkml:trace>
  <inkml:trace contextRef="#ctx0" brushRef="#br0" timeOffset="1250.379">1506 509,'4'4,"11"2,17 0,18-6,19-5,14-6,9-4,-1-3,-15 0</inkml:trace>
  <inkml:trace contextRef="#ctx0" brushRef="#br0" timeOffset="1586.491">2414 215,'-53'-85,"52"82,0 0,0 1,0-1,0 0,0 0,1 0,-1 0,1 0,0 0,-1-1,2 1,-1 0,0 0,1 0,-1 0,1 0,0 0,0 0,0 0,0 1,1-1,-1 0,1 1,-1-1,1 1,0-1,0 1,0 0,1 0,0-1,6-2,1 0,0 0,0 1,0 1,0 0,1 0,-1 1,1 1,0-1,-1 2,1-1,0 1,0 1,9 2,-16-3,1 0,0 0,-1 0,1 1,-1 0,1 0,-1 0,0 1,0-1,1 1,-1 0,0 0,0 0,0 1,-1 0,1-1,-1 1,1 0,-1 1,0-1,0 1,-1-1,1 1,-1 0,1 0,-1 0,0 0,-1 0,1 1,-1-1,0 1,0-1,0 1,-3 10,-1 1,-1 0,0-1,-1 0,0 0,-1-1,-1 1,0-1,-1 0,-1-1,0 0,-1-1,0 0,-1 0,0-1,-8 6,16-14,-120 134,122-133,0 0,0 0,0 1,1-1,0 0,0 0,0 1,0-1,1 0,-1 1,1-1,0 0,0 0,1 0,-1 0,1 0,0 0,0 0,1 0,-1-1,1 1,-1-1,1 0,0 0,0 0,1 0,-1 0,0-1,1 1,0-1,0 0,3 2,10 10,38 40,-32-28</inkml:trace>
  <inkml:trace contextRef="#ctx0" brushRef="#br0" timeOffset="1865.257">2521 1017,'3'7,"2"4,3 0,-2-1,-2-3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0:40.19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1,'5'13,"1"10,0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0:40.45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20 1,'0'13,"-2"12,-1 8,-2 6,-1-3,2-6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0:40.72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0,'0'19,"0"10,0 0</inkml:trace>
  <inkml:trace contextRef="#ctx0" brushRef="#br0" timeOffset="1">41 589,'7'13,"7"10,5 1,0-5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0:55.26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304 476,'-7'-4,"-1"-1,1 1,-1 0,-1 0,1 1,0 0,-1 1,1 0,-1 0,0 1,0 0,0 0,1 1,-1 0,0 1,0 0,0 0,1 1,-1 0,0 0,1 1,0 1,0-1,0 1,0 0,0 1,1 0,0 0,0 1,0 0,1 0,0 0,-3 4,6-7,1 0,-1 1,0-1,1 1,0 0,0-1,0 1,0 0,1 0,-1 1,1-1,0 0,0 0,1 1,-1-1,1 0,0 1,0-1,0 0,1 1,0-1,-1 0,2 0,-1 1,0-1,1 0,0 0,0 0,0-1,0 1,1 0,-1-1,1 1,0-1,0 0,0 0,0 0,1-1,-1 1,1 0,2-1,0 0,0 0,0 0,0-1,1 0,-1 0,0 0,1-1,-1 0,0 0,1-1,-1 1,0-1,0-1,0 1,0-1,0 0,0-1,0 1,0-1,-1-1,3-1,4-2,-2-1,1 0,-1-1,0-1,-1 1,0-1,0-1,-1 0,-1 0,2-3,3-17,-1 0,-1 0,-2 0,-1-1,-1-1,-2 1,-1-1,-2 1,-1-1,-5-31,5 47,-8-121,8 137,0 1,0-1,0 1,-1-1,1 1,0-1,0 1,0 0,-1-1,1 1,0-1,0 1,-1-1,1 1,0 0,-1-1,1 1,0 0,-1-1,1 1,-1 0,1 0,0-1,-1 1,1 0,-1 0,1 0,-1 0,1 0,-1-1,1 1,-1 0,1 0,-1 0,1 0,-1 0,1 0,-1 1,1-1,0 0,-1 0,1 0,-1 0,1 1,-1-1,1 0,-1 0,1 1,0-1,-1 0,1 0,0 1,-1-1,1 1,0-1,-1 0,1 1,0-1,0 1,-1-1,1 1,0-1,0 0,0 1,0-1,0 1,0-1,0 1,-1-1,2 1,-13 21,2 1,1 0,0 1,2-1,1 1,1 1,0-1,1 18,0-8,1 0,2 0,1 0,2 0,3 16,-3-36,1 0,0-1,0 1,2-1,-1 0,2 0,0-1,0 0,1 0,1 0,0-1,0 0,1 0,8 7,-10-12,1 0,-1-1,1 0,0 0,0-1,1 0,-1-1,1 1,0-2,0 1,0-1,0 0,0-1,0 0,1-1,-1 0,0 0,1-1,-1 0,0-1,0 0,9-3,-6 1,0-1,0 0,0 0,-1-2,0 1,0-1,0-1,-1 0,0-1,-1 1,0-2,0 1,-1-2,0 1,-1-1,1-1,-2 1,1-1,-1 1,-1-1,0-1,-1 1,0-1,-1 1,0-1,-1 0,-1 0,0 0,0-1,-2 1,1 0,-3-6,3 19,0 1,0 0,0 0,0 0,0 0,-1 0,1 0,0-1,-1 1,1 0,-1 0,1 0,-1-1,1 1,-1 0,1-1,-1 1,0 0,1-1,-1 1,0-1,1 1,-1-1,0 1,0-1,0 0,0 1,1-1,-1 0,0 0,0 1,0-1,0 0,0 0,0 0,1 0,-1 0,0 0,0 0,0-1,0 1,0 0,0 0,1-1,-1 1,0-1,0 1,0-1,1 1,-1-1,0 1,1-1,-1 1,0-1,1 0,-1 1,1-1,-1 0,1 0,-1 1,1-1,0 0,-1 0,1 0,0 0,-1 0,0 8,-1-1,1 1,1 0,-1-1,1 1,0 0,0 0,1-1,0 1,0 0,1-1,0 1,0-1,0 0,1 1,0-1,0 0,0-1,1 1,0 0,2 1,4 5,0-1,1 0,0-1,1-1,0 0,0 0,1-1,0 0,2-1,43 19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0:57.70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353 683,'-14'-13,"-1"1,-1 1,0 0,-1 0,1 2,-2 0,0 1,-2 0,14 6,-1 0,0 0,1 0,-1 1,0 0,0 1,0-1,0 1,0 1,0-1,0 1,0 0,0 1,1 0,-1 0,0 0,1 1,0 0,-1 0,1 0,0 1,1 0,-6 4,8-5,0-1,0 1,0 0,0 0,0 0,0 1,1-1,0 0,0 1,0 0,0-1,0 1,1 0,-1 0,1 0,0 0,1 0,-1 0,1 0,-1 0,1 1,0-1,1 0,-1 0,1 0,0 0,0 0,0 0,0 0,1 0,0 0,-1-1,1 1,1 0,0 1,5 1,0-1,1 0,-1 0,1-1,0 0,0 0,0-1,0 0,1-1,0 0,-1-1,1 0,0 0,-1-1,1 0,0 0,0-1,-1-1,1 0,-1 0,3-2,4 0,0-1,-1-1,1-1,-2 0,1-1,-1 0,0-1,0-1,-1 0,-1-1,0 0,0-1,-1 0,-1-1,0 0,-1-1,0 0,-1 0,0-1,-1 0,-1 0,-1-1,0 0,1-9,3-22,-3 0,-1 0,-2 0,-3-1,-2 0,-1 1,-4-6,-18-42,25 94,-1-1,0 1,1 0,-1 0,0 0,1 0,-1 0,0 0,0 0,0 0,0 0,0 0,0 1,0-1,0 0,0 1,-1-1,1 1,0-1,0 1,0-1,-1 1,1 0,0 0,-1-1,1 1,0 0,-1 0,1 1,0-1,0 0,-1 0,1 0,0 1,0-1,-1 1,1-1,0 1,0 0,0-1,0 1,0 0,0 0,0-1,0 1,0 0,0 0,0 0,0 0,1 0,-1 1,0-1,1 0,-1 0,1 0,-1 1,1-1,0 0,0 0,-1 1,1-1,-13 26,1 1,1 0,1 0,1 1,2 0,1 0,2 1,-2 28,4-30,1-1,1 1,1-1,1 1,2-1,0 0,2 0,3 5,-4-17,0 0,1-1,1 0,0-1,1 1,0-1,1-1,1 1,0-2,0 1,1-2,1 1,0-1,0-1,5 3,-2-4,0 0,0-1,1-1,0 0,0-1,1-1,-1 0,1-1,0-1,-1-1,1 0,0-1,0-1,0 0,13-4,-18 3,-1-1,0 0,1 0,-1-1,0-1,0 0,-1 0,0-1,0-1,0 0,-1 0,0-1,0 0,-1 0,0-1,0 0,-1 0,0-1,-1 0,0 0,0-1,2-9,-4 12,-1 0,0 0,-1-1,0 1,0-1,-1 0,0 1,0-1,-1 0,0 0,-1 1,1-1,-2 0,0 1,0-1,0 1,-1-1,-2-4,3 11,-1-1,1 1,0 0,-1 1,1-1,-1 0,1 1,-1-1,0 1,1 0,-1 0,0 0,0 0,0 0,0 1,0-1,0 1,0 0,0 0,0 0,0 0,0 1,0-1,0 1,0 0,0-1,0 1,0 1,0-1,1 0,-1 1,1-1,-1 1,1 0,-1 0,1 0,0 0,0 0,0 1,0-1,0 1,1-1,-1 1,1-1,-1 1,1 0,0 0,0 0,0 0,1 0,-1 1,-1 3,0-1,0 1,1-1,0 1,0 0,1 0,0-1,0 1,0 0,1 0,0-1,0 1,1 0,0-1,0 1,0-1,1 0,0 0,0 0,1 0,2 3,3 3,1 1,0-1,1-1,0 0,1 0,1-2,-1 1,13 6,19 7,0-2,2-2,0-2,1-2,1-2,45 6,-15-4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1:00.08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149 465,'-14'12,"1"0,1 2,0-1,0 2,2-1,0 2,0-1,2 1,0 1,0-1,2 1,0 1,1-1,1 1,0 0,2 0,0 0,1 0,1 2,-1-15,1 0,0-1,0 1,0-1,1 1,-1 0,1-1,0 1,0-1,1 0,0 1,-1-1,2 0,-1 0,0 0,1 0,-1 0,1-1,0 1,1-1,-1 0,0 0,1 0,0 0,-1-1,1 1,0-1,1 0,-1 0,0 0,0-1,1 0,-1 0,1 0,-1 0,1 0,0-1,3 0,6-5,0 0,0-1,-1 0,0-1,0-1,-1 0,0-1,0 0,-1-1,0 0,-1 0,0-1,-1-1,0 0,-1 0,0-1,-1 1,2-6,9-11,-2-1,-1-1,-1 0,-2-1,-1 0,-1-1,-2 0,-2-1,0 1,-3-1,-1 0,-1-1,-2 1,-1 0,-5-23,4 44,-1 0,0 0,0 0,-2 0,1 1,-2 0,1 0,-2 1,0-1,5 7,-1 1,1 0,-1 0,0 0,0 1,0-1,0 1,-1 0,1 0,-1 1,0-1,0 1,0 0,0 0,0 1,0 0,-1 0,1 0,0 0,-1 1,1 0,-1 0,1 0,-1 1,-3 0,1 1,-1 1,1 0,0 0,0 0,0 1,1 0,-1 1,1 0,0 0,0 0,1 1,-1 0,1 0,1 1,-1 0,1 0,0 0,1 1,-1 0,-2 5,1 0,0 0,1 1,0 0,1 0,1 0,0 0,1 0,1 1,0-1,1 13,6 4,1 0,1-1,2 0,1 0,1-1,1 0,2-1,1-1,1-1,1 0,21 23,36 59,20 60,-95-166,1-1,0 1,-1 0,1-1,0 1,0-1,0 1,0-1,1 1,-1-1,0 0,0 0,1 0,-1 1,1-1,-1 0,1-1,0 1,-1 0,1 0,0-1,-1 1,1-1,0 1,0-1,-1 0,1 0,0 0,0 0,0 0,-1 0,1 0,0-1,0 1,-1-1,1 1,0-1,-1 0,1 1,1-2,15-10,-1-1,0-1,-1-1,-1 0,0-1,-1-1,-1 0,6-10,-14 21,-4 4,-1 1,0 1,0-1,0 0,0 1,1-1,-1 1,0-1,0 1,0-1,0 0,1 1,-1-1,0 1,1-1,-1 1,0-1,1 1,-1 0,1-1,-1 1,0-1,1 1,-1 0,1-1,-1 1,1 0,0 0,-1-1,1 1,-1 0,1 0,-1 0,1 0,0 0,-1 0,1 0,-1 0,1 0,-1 0,1 0,0 0,-1 0,1 0,-1 0,1 1,-1-1,1 0,-1 0,1 1,0-1,2 61,-4-55,0 1,1-1,0 1,0 0,1-1,0 1,0 0,0-1,1 1,0-1,0 0,1 0,0 0,0 0,0 0,1 0,0 0,4 0,-1-1,1 0,0-1,0 1,1-2,0 1,-1-1,1 0,0-1,0 0,0-1,1 0,-1 0,0-1,0 0,1 0,-1-1,0-1,0 1,0-1,0-1,1 0,-1-1,1 0,0 0,-1-1,0 0,0 0,0-1,-1-1,0 1,0-1,0 0,-1-1,5-7,-8 10,-1 1,0-1,0 0,0 1,-1-1,1-1,-1 1,0 0,-1-1,1 1,-1 0,0-1,-1 0,1 1,-1-1,0 0,0 1,-1-1,0 1,0-1,0 1,-1-1,0 1,-1-3,1 4,0 0,0 0,-1 0,0 0,1 0,-2 1,1-1,0 1,-1 0,1 0,-1 0,0 0,0 1,0-1,0 1,-1 0,1 1,-1-1,1 1,-1-1,1 1,-1 1,0-1,1 1,-1 0,0 0,0 0,0 0,-5 2,0-1,0 1,0 0,0 1,1 0,-1 1,1 0,0 1,0-1,1 2,-1-1,-6 7,3-1,1 0,0 1,1 1,1 0,0 0,0 1,1 0,1 0,0 1,-1 6,-9 29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0:58.81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232 366,'-14'6,"1"1,0 0,1 0,-1 1,2 1,-1 0,1 1,1 0,-1 0,2 1,0 1,0 0,1 0,0 0,1 1,0 0,2 1,-4 8,1-3,1 1,1 1,0-1,2 1,0 0,1 0,1 1,1-1,2 0,0 0,1 8,-2-27,0 0,0 1,1-1,-1 1,0-1,1 0,-1 1,1-1,0 0,0 0,0 0,0 1,0-1,1 0,-1 0,0 0,1-1,0 1,-1 0,1-1,0 1,0-1,0 1,0-1,0 0,0 0,0 0,0 0,1 0,-1 0,0-1,1 1,-1-1,0 1,1-1,-1 0,0 0,1 0,-1 0,1-1,-1 1,2-1,6-5,0 0,0-1,-1 0,0 0,0-1,-1 0,0 0,0-1,4-7,-5 7,41-51,-4-2,-1-1,-4-3,-3-1,15-40,-40 85,-2 0,-1 0,0 0,-2-1,0 0,-2-1,0 1,-2-1,-1 1,0-1,-2-1,0 20,1 1,-1 0,0 0,-1 0,1 0,-1 0,1 0,-1 0,-1 0,1 0,0 1,-1-1,0 1,0 0,0 0,0 0,0 0,0 0,-1 1,0 0,1-1,-1 1,0 0,0 1,0-1,0 1,0 0,0 0,-1 0,1 1,0-1,-1 1,1 0,0 0,0 0,-1 1,0 0,-6 1,0 1,0 0,0 1,0 0,1 0,0 1,0 1,0 0,0 0,1 1,0 0,1 1,0 0,0 0,0 1,1-1,0 2,1-1,-4 9,2-3,0-1,2 2,0-1,1 1,0 0,1 0,1 0,1 0,0 1,1-1,0 1,2-1,1 10,5 9,2 0,2 0,1 0,2-2,1 1,13 20,25 57,-36-66,-1 2,-3 0,-1 1,-3 0,-2 0,-1 11,-2-16,-2-9</inkml:trace>
  <inkml:trace contextRef="#ctx0" brushRef="#br0" timeOffset="291.74">740 981,'25'-233,"-18"366,10 187,6-229,-10-60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0:52.80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428 58,'0'-1,"0"1,0-1,0 1,0-1,1 0,-1 1,0-1,0 1,1-1,-1 1,0-1,1 1,-1-1,1 1,-1 0,1-1,-1 1,1-1,-1 1,1 0,-1-1,1 1,-1 0,1 0,-1 0,1-1,0 1,-1 0,1 0,-1 0,1 0,0 0,-1 0,1 0,-1 0,1 0,0 0,-1 1,1-1,-1 0,1 0,-1 0,1 1,-1-1,1 0,-1 1,1-1,-1 0,1 1,-1-1,1 1,-1-1,0 1,1-1,-1 1,0-1,1 1,-1-1,0 1,0-1,1 1,-1 0,9 42,-9-6,-2 0,-1 0,-2 0,-2 0,-2 4,-6 36,-5 94,20-165,0 1,0-1,1 1,0 0,0-1,1 0,0 1,0-1,0 0,1 0,0 0,0 0,0 0,1-1,0 1,0-1,0 0,1 0,-1-1,1 1,1-1,-1 0,0-1,1 1,0-1,0 0,0 0,2 0,4 2,1 0,0 0,0-1,0-1,1 0,-1-1,1 0,0-1,-1-1,1 0,0-1,-1 0,1-1,-1-1,1 0,-1-1,0 0,0-1,7-4,5-8</inkml:trace>
  <inkml:trace contextRef="#ctx0" brushRef="#br0" timeOffset="292.219">0 365,'14'-2,"20"-1,22 0,23 1,18 0,13 1,6 1,-1-1,-20 1</inkml:trace>
  <inkml:trace contextRef="#ctx0" brushRef="#br0" timeOffset="555.026">962 619,'-25'98,"25"-94,0-1,0 1,1 0,-1 0,1-1,0 1,0 0,0-1,0 1,1 0,-1-1,1 0,0 1,0-1,0 0,0 0,1 0,-1 0,1-1,0 1,0 0,0-1,0 0,0 0,1 0,5 2,1-1,0-1,-1 0,1 0,0-1,0 0,0-1,0 0,-1 0,1-1,0-1,0 1,0-2,-1 1,1-1,-1-1,0 0,0 0,0-1,-1 0,1 0,-1-1,0 0,1-2,-5 6,-1-1,1 1,-1-1,0 0,0 0,0 0,-1 0,1 0,-1-1,1 1,-1-1,0 0,-1 1,1-1,0 0,-1 0,0 0,0 0,0 0,-1 0,1-1,-1 1,0 0,0 0,-1 0,1 0,-1-1,0 1,0 0,0 0,-1 0,1 1,-1-1,0 0,0 0,0 1,0-1,-1 1,0 0,-6-3,0 0,-1 1,0 0,0 1,0 0,0 0,-1 1,1 0,-1 1,0 1,0 0,0 0,1 1,-1 0,0 1,0 0,0 1,0 0,-2 1,7-1,-1 0,2 0,-1 0,0 1,0-1,1 2,-1-1,1 1,0-1,0 1,0 1,0 0,3-3,1 0,-1 0,1 0,-1 0,1 0,0 0,0 0,0 0,0 0,1 1,-1-1,1 0,-1 1,1-1,0 0,-1 1,1-1,1 0,-1 1,0-1,0 0,1 1,-1-1,1 0,0 1,0-1,0 0,0 0,0 0,0 0,1 0,-1 0,2 1,2 3,1-1,-1 0,1 0,0-1,1 1,-1-1,1-1,-1 1,1-1,1 0,-1-1,42 15</inkml:trace>
  <inkml:trace contextRef="#ctx0" brushRef="#br0" timeOffset="1326.522">1631 659,'2'-3,"-1"0,1-1,-1 1,0 0,0-1,0 1,-1-1,1 1,-1-1,0 1,0-1,0 1,0-1,-1 0,1 1,-1-1,0 1,0 0,0-1,-1 1,1 0,-1 0,1-1,-1 1,0 1,-1-1,1 0,0 0,-1 1,1-1,-1 1,0 0,0 0,0 0,0 0,0 0,0 1,-1 0,1-1,0 1,-1 0,1 1,-1-1,-2 0,-7 0,1 1,-1 0,0 0,1 1,-1 1,1 0,0 1,-1 0,1 1,0 0,1 1,-1 0,1 1,0 1,1-1,-1 2,1-1,-2 3,10-8,-1-1,1 1,0-1,0 1,0 0,0 0,0 0,0 0,0 0,1 1,-1-1,1 0,-1 1,1-1,0 1,0-1,0 1,0 0,1 0,-1-1,1 1,-1 0,1 0,0-1,0 1,0 0,1 0,-1 0,1-1,-1 1,1 0,0-1,0 1,0-1,1 1,-1-1,0 1,1-1,0 0,-1 0,1 1,0-1,0-1,1 2,8 2,0-1,1 0,0-1,-1 0,1 0,0-2,0 1,0-2,0 1,1-2,7 0,5-1,1 0,0-2,-1-1,0-1,0-1,-1-1,0-1,0-1,-1-1,10-7,7-17,-40 36,0-1,0 0,0 1,-1-1,1 0,0 1,-1-1,1 0,0 1,-1-1,1 0,0 0,-1 0,1 1,-1-1,1 0,0 0,-1 0,1 0,-1 0,1 0,0 0,-1 0,1 0,-1 0,1 0,-1 0,1 0,0 0,-1 0,1 0,-1 0,1 0,0-1,-1 1,1 0,0 0,-1 0,1-1,-1 1,1 0,0-1,0 1,-1 0,1-1,0 1,0 0,-1-1,1 1,0 0,0-1,0 1,0-1,-1 1,1 0,0-1,0 1,0-1,0 1,0-1,-3 4,-1-1,1 1,-1-1,1 1,0 0,0 0,0 1,1-1,-1 0,1 1,0 0,0 0,0-1,0 1,1 0,-1 0,1 1,0-1,0 0,1 0,-1 1,1-1,0 0,0 0,1 1,-1-1,1 0,0 0,0 1,0-1,0 0,1 0,0 0,0-1,0 1,0 0,1-1,-1 1,1-1,0 0,0 0,0 0,1 1,3 0,0-1,1 0,-1 0,0-1,1 0,-1 0,1-1,0 0,0 0,-1-1,1 0,0 0,0-1,-1 0,1 0,0-1,-1 0,7-2,5-3,0-1,0 0,-1-1,0-2,0 1,10-10,-8 1,0-1,0-1,-2 0,-1-1,-1-1,0-1,-2 0,-1-1,-1-1,-1 0,-1 0,-2-1,0 0,-2-1,-1 0,-1 0,-1 0,-2 0,-1 0,-1 0,-1 0,-6-24,7 43,0 0,0 0,-1 1,-1-1,0 1,0-1,0 1,-1 0,-4-7,7 13,0 1,0-1,0 1,-1 0,1 0,0 0,0-1,-1 1,1 0,-1 0,1 1,-1-1,1 0,-1 0,1 1,-1-1,0 1,1-1,-1 1,0 0,0 0,1 0,-1 0,0 0,1 0,-1 0,0 0,0 1,1-1,-1 1,0-1,1 1,-1 0,1 0,-1-1,1 1,-1 0,1 0,0 0,-1 1,1-1,0 0,0 0,-1 2,-48 66,36-41,1 0,1 1,1 1,2 0,1 0,1 1,2 0,1 0,1 0,2 0,1 1,2 2,0-19,0 1,1-1,1 0,0 0,2 0,-1-1,2 1,0-1,0-1,1 1,1-2,0 1,1-1,0 0,1-1,1 0,-1-1,2 0,-1-1,1-1,1 1,-1-2,1 0,1-1,-1 0,1-1,0-1,0-1,1 0,-1 0,0-2,1 0,0 0,-1-2,9-1,-16 0,0 0,0-1,0 0,-1-1,1 0,-1 0,0 0,0-1,0 0,-1-1,0 1,0-1,0 0,-1-1,1 1,-2-1,1 0,-1 0,0-1,0 1,-1-1,0 0,-1 0,1 0,-2 0,1-1,-1 1,0 0,-1-1,0 1,0 0,-1-1,-1-4,2 11,1 0,-2 0,1-1,0 1,0 0,-1 0,1 0,-1 0,0 0,1 0,-1 0,0 0,0 0,0 1,0-1,-1 0,1 0,0 1,-1-1,1 1,-1 0,0-1,1 1,-1 0,0 0,0 0,0 0,0 0,0 0,0 1,0-1,0 0,0 1,0 0,0 0,0-1,0 1,0 0,-1 1,1-1,0 0,-1 1,-2 3,0 0,1 1,-1 0,1 0,0 0,1 0,-1 1,1-1,0 1,0 0,1 0,0 0,0 0,0 0,1 1,0-1,0 0,1 1,-1-1,2 1,-1-1,1 1,-1-1,2 0,-1 1,1-1,2 5,0-1,1 1,1-1,-1 0,2 0,0-1,0 1,0-2,1 1,1-1,-1 0,1-1,0 0,1 0,0-1,0 0,0-1,1 0,0-1,0 0,0-1,0 0,1 0,-1-1,1-1,-1 0,1-1,-1 0,1 0,0-1,5-2,19-7</inkml:trace>
  <inkml:trace contextRef="#ctx0" brushRef="#br0" timeOffset="1601.781">1979 312,'-16'-3,"1"0,16 0,22 1,26 1,28-3,22-1,16-4,9 1,1-1,-21 1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0:51.69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1 281,'22'2,"22"1,21 0,16-1,12 0,6-1,0 0,-6-1,-9 0,-14 0,-18 0,-14 0,-17-1,-14 1,-8 0</inkml:trace>
  <inkml:trace contextRef="#ctx0" brushRef="#br0" timeOffset="385.868">642 0,'23'18,"0"-2,1 0,1-2,0-1,1-1,0-1,1-1,0-1,1-2,0 0,10-1,-19-1,21 4,111 38,-148-47,-1 1,1 0,-1 0,1 0,-1 1,0-1,1 0,-1 1,0 0,0-1,0 1,0 0,0 0,-1 0,1 0,0 0,-1 1,0-1,1 0,-1 1,0-1,0 1,-1-1,1 1,0 0,-1-1,0 1,1 0,-1-1,0 1,0 0,-1-1,1 1,0 0,-1-1,0 1,0-1,0 1,0-1,0 1,-5 7,-1 0,-1-1,1 0,-2-1,1 0,-1 0,0-1,0 0,-2 1,-78 49,-1-2,-97 40,140-72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1:02.36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109 0,'-16'7,"-7"7,-3 7,4 8,7 5,9 4,6-5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0:56.06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95 525,'8'203,"28"152,-17-199,-19-148,5 23,-1 1,-2 0,-1 1,-2-1,-1 0,-2 0,-3 13,-7-10,13-34,1 0,0 0,-1-1,1 1,0 0,-1-1,1 1,0-1,-1 1,1 0,-1-1,0 1,1-1,-1 1,1-1,-1 0,0 1,1-1,-1 0,0 1,1-1,-1 0,0 0,1 1,-1-1,0 0,0 0,1 0,-1 0,0 0,0 0,1 0,-1 0,0 0,0-1,1 1,-1 0,0 0,1-1,-1 1,0 0,1-1,-1 1,0-1,0 0,-29-65,6-35,4-1,5 0,4-1,5-2,5 89,-1-4,0 0,1 0,1 0,0 0,2 0,1-1,0 2,1-1,2 0,-1 1,2 0,3-5,-7 19,0 1,1 0,-1 0,0 1,1-1,0 1,0 0,0-1,0 2,1-1,-1 1,1-1,0 1,-1 0,1 1,0-1,0 1,0 0,0 0,0 1,0-1,0 1,1 0,-1 1,0-1,0 1,0 0,8 2,-1 0,1 1,-1 0,-1 1,1 0,0 1,-1 0,0 0,-1 2,4 2,-5-4,0 1,-1 0,0 1,0-1,0 2,-1-1,-1 1,1 0,-1 0,-1 1,0 0,0 0,-1 0,0 0,0 1,-2 0,1-1,-1 1,-1 0,1 9,-3-16,1-1,-1 0,0 0,0 0,0 0,-1 0,1 0,-1 0,1 0,-1 0,0 0,0-1,0 1,-1-1,1 0,0 1,-1-1,0 0,1-1,-1 1,0 0,0-1,0 1,0-1,0 0,-1 0,1 0,0-1,0 1,-1-1,1 1,0-1,-1 0,-2 0,0-1,0 1,0-1,0 0,0 0,0-1,0 1,1-1,-1-1,1 1,-1-1,1 0,0 0,0 0,0-1,0 0,1 0,-1 0,3 1,-1 0,0-1,1 1,0-1,0 1,0-1,0 0,1 1,-1-1,1 0,0 0,0 0,0 0,1 0,-1 0,1-1,0 1,0 0,1 0,-1 0,1 0,0 0,0 0,0 0,0 0,1 0,0 0,0 1,0-1,4-5,0 0,0 1,1 0,0 0,0 0,1 1,0 0,1 1,-1-1,1 2,0-1,19-8,0 2,1 1,0 1,1 1,0 1,1 2,-1 1,1 2,0 1,23 1,-49 0,-1 1,2-1,-1 1,0 0,0 1,0-1,0 1,0 0,-1 0,1 0,0 1,0-1,-1 1,1 0,-1 1,1-1,-1 1,0 0,0 0,0 0,0 1,-1-1,1 1,-1 0,0 0,0 1,1 5,-2 0,1 0,-1 1,-1-1,0 0,0 1,-1-1,-1 7,11 75,-10-90,1 0,0 0,0 1,0-1,0 0,0 0,0 0,1 0,-1 0,1 0,0-1,-1 1,1 0,0-1,0 1,0-1,0 0,0 0,0 0,0 0,1 0,-1 0,0 0,0-1,1 1,-1-1,1 0,-1 1,0-1,1 0,-1 0,1-1,-1 1,0 0,2-1,15-6</inkml:trace>
  <inkml:trace contextRef="#ctx0" brushRef="#br0" timeOffset="481.712">670 365,'19'16,"1"-1,1-1,0-1,1 0,1-2,-1 0,2-2,-1 0,8 0,-12-2,41 13,-34-13,0 1,0 1,-1 2,-1 0,0 2,0 0,-2 2,20 15,-35-22,0 0,-1 0,0 1,0 0,-1 0,0 0,-1 1,0 0,0-1,-1 1,0 1,-1-1,0 0,-1 1,0-1,0 0,-2 6,1-11,0-3,-1 0,1 0,-1 0,1 0,0 0,-1 0,1 0,0 0,0 0,1 0,-1 0,0 0,1 0,-1 0,1 0,-1 0,1 0,0 0,0 0,0-1,0 1,0 0,1-1,-1 1,0-1,1 1,-1-1,1 1,-1-1,1 0,0 0,0 0,-1 0,1 0,0 0,0-1,0 1,0 0,0-1,0 0,0 1,1-1,7-5,1 0,-1 0,0-1,-1-1,1 1,-1-2,0 1,-1-1,0 0,0-1,-1 0,0 0,-1-1,4-6,69-109,-79 125,0-1,0 1,0-1,1 1,-1 0,0-1,0 1,0 0,0-1,0 1,0-1,1 1,-1 0,0-1,0 1,1 0,-1 0,0-1,0 1,1 0,-1 0,0-1,1 1,-1 0,0 0,1 0,-1 0,1-1,-1 1,0 0,1 0,-1 0,0 0,1 0,-1 0,1 0,-1 0,0 0,1 0,-1 0,1 0,-1 0,0 1,1-1,-1 0,0 0,1 0,-1 0,0 1,1-1,-1 0,0 0,1 1,-1-1,0 0,0 0,1 1,-1-1,0 0,0 1,0-1,0 0,1 1,-1-1,0 1,0-1,0 1,4 31,-3-25,-1 2,1-1,1 1,-1-1,1 0,1 0,0 0,0 0,0 0,1-1,0 0,0 1,1-1,0-1,0 1,1-1,0 0,0 0,0 0,1-1,0 0,0-1,0 1,5 1,11 3,-1-2,1 0,0-2,0 0,0-2,1 0,0-2,-1 0,1-2,0-1,-1 0,17-5,18-5</inkml:trace>
  <inkml:trace contextRef="#ctx0" brushRef="#br0" timeOffset="871.188">2221 726,'1'-3,"0"0,-1 0,1 0,-1 0,1 0,-1 0,0 0,0-1,-1 1,1 0,0 0,-1 0,0 0,0 0,0 0,0 0,0 0,-1 0,1 1,-1-1,0 0,0 1,0-1,0 1,0 0,0 0,-1 0,1 0,-1 0,1 0,-1 1,0-1,0 1,0 0,0-1,0 1,0 1,0-1,0 0,0 1,0 0,-4 0,0 1,1 0,-1 1,0-1,1 1,0 1,-1-1,1 1,0 0,0 1,1-1,-1 1,1 0,0 1,0-1,0 1,0 0,1 0,0 0,0 1,0 0,1 0,0 0,0 0,0 0,1 0,0 1,0-1,1 1,-1 5,2-9,0 0,0 0,0 0,1 0,0 1,-1-1,1-1,0 1,0 0,1 0,-1 0,1 0,-1-1,1 1,0-1,0 1,0-1,0 0,0 0,1 0,-1 0,1 0,-1 0,1-1,0 1,-1-1,1 0,0 1,0-2,0 1,2 0,2 1,0-1,1 0,-1 0,1-1,-1 1,1-2,-1 1,1-1,-1-1,0 1,1-1,4-2,-1-1,0 0,0-1,-1-1,0 1,0-2,-1 1,1-1,-2-1,1 0,-1 0,-1 0,1-1,-2 0,1-1,-2 0,1 1,-1-2,-1 1,0-1,-1 1,0-1,0-1,5-36,-1-1,-3 1,-2-1,-3-36,0 34,-1 1,-3 0,-2 0,-10-32,16 79,1 1,0 0,-1 1,0-1,0 0,1 0,-1 1,-1-1,1 1,0-1,-1 1,1-1,-1 1,0 0,0 0,0 0,0 0,0 0,0 0,0 2,0 1,1 0,-1-1,1 1,-1 0,1 0,-1 0,1 0,-1 0,1 0,0 0,0 0,-1 1,1-1,0 1,0-1,0 1,0-1,1 1,-1-1,0 1,1 0,-1-1,1 1,-1 0,0 1,-17 44,2 0,3 1,1 0,3 1,2 1,-1 30,6-61,0 0,0 1,2-1,0 1,2-1,0 0,1 1,1-1,1 0,0-1,1 1,1-1,1 0,1-1,0 0,3 2,44 40,4-12</inkml:trace>
  <inkml:trace contextRef="#ctx0" brushRef="#br0" timeOffset="7113.057">697 2130,'-14'-5,"0"1,-1 1,1 0,-1 0,0 2,0 0,0 1,1 0,-1 1,0 0,0 2,1 0,-1 0,1 1,0 1,0 0,1 1,-1 1,1 0,1 1,-1 0,1 1,-8 7,18-14,0 0,-1 0,1 0,0 0,0 1,0-1,0 0,0 1,1-1,-1 1,1 0,-1 0,1-1,0 1,0 0,1 0,-1 0,0 0,1 0,0 0,0 0,0 0,0 1,0-1,0 0,1 0,0 0,-1 0,1-1,0 1,1 0,-1 0,0 0,1-1,0 1,-1-1,1 1,0-1,0 0,1 1,-1-1,0 0,1-1,-1 1,1 0,-1-1,1 1,2 0,9 0,0-1,0 0,0-1,0 0,1-1,-1 0,0-2,0 0,-1 0,1-1,-1-1,1 0,-1-1,-1 0,1-1,-1 0,8-7,-6 3,0 0,-2-1,1 0,-1-1,-1-1,0 0,-1 0,-1-1,0 0,-1 0,-1-1,0 0,-1-1,-1 1,0-1,-1 0,-1-1,-1 1,-1 0,0-1,-1-6,1-3,-1 1,-1-1,-2 1,0-1,-2 1,-1 0,-1 1,-1-1,-1 1,-1 1,-2-2,11 24,1 0,-1 0,0 0,0 0,0 0,0 1,0-1,0 0,0 1,-1-1,1 1,0-1,-1 1,0-1,1 1,-1 0,0 0,1 0,-1 0,0 0,0 0,0 1,0-1,0 0,0 1,0 0,0-1,0 1,0 0,0 0,0 0,0 0,0 1,0-1,0 0,0 1,0 0,-1 0,-1 3,0 0,0 1,1-1,0 1,0 0,0 0,0 0,1 0,0 1,0-1,1 0,-2 5,-10 48,2 1,3 0,2 1,3 0,3 22,13 92,-11-162,1 1,0-1,1 0,0 0,1 0,0-1,1 1,1-1,-1 0,2-1,-1 0,6 5,-7-9,1-1,0 0,0 0,0 0,1-1,0 0,-1-1,1 0,0 0,1-1,-1 0,0 0,1-1,-1 0,1 0,-1-1,1 0,-1 0,1-1,-1-1,1 1,-1-1,0-1,5-1,1-1,0 0,0-1,-1-1,0 0,0-1,-1 0,0-1,-1 0,1-1,-2 0,0-1,0 0,7-12,-10 13,-1 0,0 0,-1-1,0 0,-1 0,0 0,-1-1,0 1,-1-1,0 0,-1 0,0 0,-1 1,0-1,-1 0,0 0,-3-9,4 20,-1-1,1 0,-1 1,1-1,-1 1,0-1,1 1,-1 0,0-1,0 1,0 0,0-1,0 1,0 0,-1 0,1 0,0 0,-1 0,1 0,0 0,-1 1,1-1,-1 1,0-1,1 1,-1-1,1 1,-1 0,0-1,1 1,-1 0,1 0,-1 0,0 1,1-1,-1 0,0 1,1-1,-1 1,1-1,-1 1,1-1,-1 1,1 0,0 0,-1 0,1 0,0 0,0 0,0 0,-1 1,1-1,0 0,0 1,-2 4,-1 0,1 0,0 1,0-1,1 1,0 0,0 0,0 0,1 0,0 0,1 0,-1 0,2 0,-1 0,1 0,0 0,0 0,0 0,1 0,0 0,1-1,0 1,0-1,0 0,1 1,-1-1,2-1,-1 1,0-1,1 0,0 0,1 0,-1 0,1-1,0 0,6 3,14 9,1-2,1-1,0-2,1 0,0-2,0-1,1-1,0-2,23 1,24 3</inkml:trace>
  <inkml:trace contextRef="#ctx0" brushRef="#br0" timeOffset="7570.375">2208 1768,'13'12,"17"12,15 12,18 11,10 8,10 7,1 4,-4 0,-9-2,-11-6,-15-7,-15-9,-14-10,-10-12</inkml:trace>
  <inkml:trace contextRef="#ctx0" brushRef="#br0" timeOffset="7771.833">2676 1702,'-16'-12,"-10"2,-5 11,-4 19,-6 22,-4 24,-3 26,-9 23,-11 14,-18 8,7-20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1:02.11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1 363,'2'-64,"3"0,3 0,6-18,-13 80,18-62,-18 62,0 1,0-1,0 1,-1 0,2-1,-1 1,0 0,0 0,0 0,0 0,1 0,-1 0,1 0,-1 0,0 0,1 0,-1 1,1-1,0 1,-1-1,1 1,0 0,-1-1,1 1,-1 0,1 0,0 0,-1 1,1-1,0 0,-1 0,1 1,0-1,-1 1,1 0,-1-1,2 2,104 77,-91-66,-5-4,0 0,-1 1,0 0,0 0,-1 1,0 1,-1-1,0 1,-1 1,-1-1,3 8,-8-19,-1 1,0-1,0 0,0 0,0 0,0 0,0 0,0 1,0-1,0 0,-1 0,1 0,0 0,-1 0,1 1,-1-1,1 0,-1 0,1 0,-1 0,0-1,1 1,-1 0,0 0,0 0,0 0,0-1,0 1,0 0,0-1,0 1,0-1,0 1,0-1,0 0,0 1,0-1,-1 0,1 0,0 0,0 0,0 0,0 0,-1 0,1 0,0 0,0 0,0-1,0 1,0-1,-1 1,1-1,0 1,0-1,0 1,0-1,1 0,-1 1,0-1,0 0,0 0,0 0,1 0,-1 0,0 0,-3-2,0-1,1 1,-1-1,1 0,0 0,0 0,0-1,0 1,1-1,-1 1,1-1,1 0,-1 0,1 0,-1 0,1 0,1 0,-1 0,1 0,0 0,0-1,0 1,1 0,0 0,0 0,0 0,1 0,-1 0,1 0,0 1,1-1,-1 1,1-1,0 1,0 0,0 0,1 0,-1 0,5-2,4-3,2 1,-1 1,1 1,0 0,1 0,-1 1,1 1,0 1,0 0,0 1,1 0,-1 1,1 1,-1 1,0 0,1 1,8 2,-20-3,1 0,-1 1,1-1,-1 1,0 0,0 0,0 0,0 0,0 1,0 0,-1-1,1 1,-1 1,0-1,0 0,0 1,0 0,0 0,-1 0,0 0,0 0,0 0,0 0,-1 1,0-1,1 0,-2 1,1 0,0 1,4 115,-6-119,2-1,-1 1,0 0,0-1,0 1,1-1,-1 1,1-1,-1 1,1-1,0 1,0-1,-1 0,1 1,0-1,0 0,0 0,0 1,1-1,-1 0,0 0,0 0,1 0,-1-1,0 1,1 0,-1-1,1 1,-1 0,1-1,-1 0,1 1,0-1,-1 0,1 0,-1 0,1 0,0 0,-1 0,1 0,-1-1,1 1,-1-1,1 1,-1-1,1 1,-1-1,1 0,0-1,19-10</inkml:trace>
  <inkml:trace contextRef="#ctx0" brushRef="#br0" timeOffset="507.643">349 403,'4'16,"5"14,2 9,-1 7,1 5,-2 3,-2-2,-3-2,-2-5,-1-10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1:36.57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1461 481,'-23'-2,"-27"8,-32 12,-27 17,-26 19,-22 15,-13 12,-1 4,13-3,29-14,43-23,54-30,56-34,23-13</inkml:trace>
  <inkml:trace contextRef="#ctx0" brushRef="#br0" timeOffset="292.445">1006 401,'-23'-7,"-25"7,-30 18,-26 20,-24 21,-14 11,-1 1,14-10,38-24,51-34,50-34,44-29,13-5</inkml:trace>
  <inkml:trace contextRef="#ctx0" brushRef="#br0" timeOffset="293.445">712 120,'7'-15,"2"-11,-5-3,-12 4,-16 6,-21 13,-24 19,-28 26,-36 37,-48 50,7 2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0:16.339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15 1301,'205'-132,"884"-586,-1064 702,96-62,3 5,3 5,93-33,-209 97,-6 1,-1 1,1 0,0 0,0 1,0 0,0 0,0 0,1 0,-1 1,0 0,0 0,4 0,-9 1,1 0,-1-1,1 1,-1 0,1 0,-1 0,0 0,1 0,-1 0,0-1,0 1,0 0,0 0,0 0,0 0,0 0,0 0,0 0,0 0,0 0,-1 0,1-1,0 1,-1 0,1 0,0 0,-1 0,1-1,-1 1,0 0,1 0,-1-1,1 1,-1 0,0-1,0 1,1-1,-1 1,0 0,-100 105,61-70</inkml:trace>
  <inkml:trace contextRef="#ctx0" brushRef="#br0" timeOffset="569.476">309 2571,'478'-320,"-317"216,-37 23,946-573,-832 539,-224 109,-8 3,0 0,1 0,-1 1,1-1,0 1,0 1,-1-1,1 1,0 1,0-1,0 1,6 1,-12 0,0 0,0-1,0 1,-1 0,1 1,0-1,-1 0,1 0,-1 0,1 0,-1 0,1 1,-1-1,0 0,0 0,0 1,0-1,1 0,-1 0,-1 1,1-1,0 0,0 0,0 1,-1-1,1 0,-1 0,1 0,-1 1,1-1,-1 0,0 0,1 0,-1 0,0 0,0 0,0 0,0-1,0 2,-1 0,-22 34</inkml:trace>
  <inkml:trace contextRef="#ctx0" brushRef="#br0" timeOffset="1401.924">429 4656,'-167'108,"238"-158,1694-1124,-1582 1061,-37 28,23-2,-144 84,-35 22,-142 117,95-87</inkml:trace>
  <inkml:trace contextRef="#ctx0" brushRef="#br0" timeOffset="2064.678">496 6368,'154'-128,"-31"38,39-26,336-222,326-157,-649 404,58-10,-174 89,-58 11,0 1,0 0,0 0,1 0,-1 0,0 1,0-1,0 0,0 0,0 1,0-1,0 0,0 1,0-1,0 1,0 0,-1-1,1 1,0 0,0-1,0 1,-1 0,1 0,0 0,-1-1,1 1,-1 0,1 0,-1 0,1 0,-1 0,0 0,1 0,-1 0,0 0,0 0,0 1,0-1,0 0,0 0,0 0,0 0,0 0,0 0,-1 0,1 0,0 0,-1 0,1 0,-1 0,1 0,-1 0,1 0,-1 0,0-1,0 1,1 0,-1 0,-27 43,-10 3</inkml:trace>
  <inkml:trace contextRef="#ctx0" brushRef="#br0" timeOffset="4266.139">174 5686,'19'-16,"23"-19,28-24,31-22,31-23,29-16,21-12,12-8,2-1,-5 2,-10 6,-15 11,-22 14,-25 16,-27 22,-30 25,-32 25,-21 15</inkml:trace>
  <inkml:trace contextRef="#ctx0" brushRef="#br0" timeOffset="4921.381">1 3640,'25'-22,"31"-24,40-27,45-26,43-23,39-16,24-9,11-1,-1 5,-14 8,-22 14,-29 15,-35 18,-40 19,-40 20</inkml:trace>
  <inkml:trace contextRef="#ctx0" brushRef="#br0" timeOffset="2755.859">309 8373,'18'-18,"26"-25,34-29,36-30,39-25,31-18,24-10,12 4,0 14,-11 20,-21 27,-34 26,-36 23,-38 22,-33 18,-28 14,-18 5</inkml:trace>
  <inkml:trace contextRef="#ctx0" brushRef="#br0" timeOffset="3194.239">483 9282,'8'-4,"18"-9,22-11,25-17,29-23,25-22,23-20,16-13,10-1,-4 6,-9 13,-20 17,-24 20,-28 22,-30 22,-25 21,-23 18,-14 5</inkml:trace>
  <inkml:trace contextRef="#ctx0" brushRef="#br0" timeOffset="3501.417">1511 9456,'21'-11,"17"-16,19-16,18-17,14-15,10-9,7-5,-1 4,-5 7,-13 15,-14 13,-17 15,-19 16,-14 14,-17 7,-9 4</inkml:trace>
  <inkml:trace contextRef="#ctx0" brushRef="#br1" timeOffset="75142.369">2567 4,'-8'-1,"-1"0,1 0,-1 1,0 0,1 0,-1 1,0 0,1 0,-1 1,1 0,0 1,0 0,0 0,0 1,0 0,1 0,-1 1,-3 3,-6 1,-177 111,6 9,6 7,5 8,-37 50,-45 32,197-173,-1-2,-3-4,-2-2,-1-3,-3-3,-31 10,-22-13,115-31,13-4</inkml:trace>
  <inkml:trace contextRef="#ctx0" brushRef="#br1" timeOffset="75736.295">2354 1555,'-10'2,"0"1,1 1,-1 0,1 0,0 1,0 0,1 0,-7 6,1-2,-169 121,5 9,102-80,-988 772,791-610,-45 61,240-196,74-72,14-12</inkml:trace>
  <inkml:trace contextRef="#ctx0" brushRef="#br1" timeOffset="76063.476">2447 2758,'-22'8,"1"0,0 1,1 2,0 0,-15 11,12-8,-241 163,-42 50,233-172,-748 589,735-575,4 4,3 3,-26 36,72-70</inkml:trace>
  <inkml:trace contextRef="#ctx0" brushRef="#br1" timeOffset="76325.761">2447 3507,'-23'20,"-27"21,-29 21,-28 21,-27 21,-25 21,-22 17,-17 15,-11 11,-1 1,9-6,21-9,30-15,36-20,37-24,32-27</inkml:trace>
  <inkml:trace contextRef="#ctx0" brushRef="#br1" timeOffset="76566.119">2554 4951,'-13'25,"-21"26,-28 28,-31 27,-34 23,-30 22,-27 11,-17 9,-8 0,-1-9,13-13,22-19,32-22,34-23,38-26</inkml:trace>
  <inkml:trace contextRef="#ctx0" brushRef="#br1" timeOffset="76839.415">2634 5606,'-2'18,"-15"22,-24 25,-31 23,-32 23,-35 21,-33 19,-25 14,-18 12,-7 2,8-3,16-12,30-20,33-23,37-25,37-27,27-25</inkml:trace>
  <inkml:trace contextRef="#ctx0" brushRef="#br1" timeOffset="77119.645">2447 6649,'5'-1,"5"-1,1 0,-1 1,1 0,-1 0,1 1,-1 1,1 0,-1 0,1 1,-1 0,0 1,6 2,-14-3,1 0,-1 0,0 0,0 0,0 1,0-1,0 1,-1-1,1 1,-1-1,0 1,0 0,0 0,0 0,0 0,0 0,-1 0,1 0,-1 0,0 0,0 0,0 0,-1 0,1 0,-1 0,1 0,-1 0,0 0,0-1,0 1,-1 0,1 0,-1 0,-49 87,-48 30,-49 24,-208 155,-199 117,346-263,-458 359,590-447</inkml:trace>
  <inkml:trace contextRef="#ctx0" brushRef="#br1" timeOffset="77378.465">2260 7504,'9'18,"-8"24,-25 26,-36 26,-36 24,-35 20,-26 13,-17 7,-1-5,12-10,23-22,32-27,33-29</inkml:trace>
  <inkml:trace contextRef="#ctx0" brushRef="#br1" timeOffset="77671.733">1979 8160,'0'20,"-11"23,-20 22,-25 23,-26 21,-24 16,-14 8,-5 0,5-9,17-16,29-29,28-28</inkml:trace>
  <inkml:trace contextRef="#ctx0" brushRef="#br1" timeOffset="77672.733">2140 8641,'7'15,"-3"18,-8 16,-17 16,-22 12,-16 7,-12 1,-6-3,4-8,12-15,21-20,28-23,17-14</inkml:trace>
  <inkml:trace contextRef="#ctx0" brushRef="#br1" timeOffset="77918.072">2674 8948,'7'16,"0"14,-8 11,-13 8,-15 5,-15 4,-10 4,-6 0,-4 2,3-2,10-11</inkml:trace>
  <inkml:trace contextRef="#ctx0" brushRef="#br1" timeOffset="78345.929">1886 5926,'-23'25,"-25"27,-28 27,-28 25,-26 22,-20 14,-10 10,0-2,9-12,29-28</inkml:trace>
  <inkml:trace contextRef="#ctx0" brushRef="#br1" timeOffset="78527.443">1792 5539,'-20'16,"-33"30,-38 37,-35 36,-29 30,12-11</inkml:trace>
  <inkml:trace contextRef="#ctx0" brushRef="#br1" timeOffset="78732.915">1672 5031,'-16'9,"-26"19,-28 23,-25 23,-19 19,-11 8,16-13</inkml:trace>
  <inkml:trace contextRef="#ctx0" brushRef="#br1" timeOffset="79018.035">1859 3400,'-25'7,"-24"18,-27 27,-25 33,-23 26,-15 22,-4 9,8-6,22-20,31-31,30-31</inkml:trace>
  <inkml:trace contextRef="#ctx0" brushRef="#br1" timeOffset="79266.886">2260 2638,'-29'18,"-33"27,-29 26,-21 23,-12 17,-4 5,10-8,24-23</inkml:trace>
  <inkml:trace contextRef="#ctx0" brushRef="#br1" timeOffset="79468.867">2393 1822,'-15'3,"-25"9,-27 19,-25 22,-22 20,-14 17,-7 10,7 2,16-9,25-19,27-23,23-21</inkml:trace>
  <inkml:trace contextRef="#ctx0" brushRef="#br1" timeOffset="79691.273">2354 1301,'-18'9,"-29"17,-34 22,-32 23,-25 20,-13 15,-2 6,9-6,20-15,32-26,30-24</inkml:trace>
  <inkml:trace contextRef="#ctx0" brushRef="#br1" timeOffset="79972.52">2073 859,'-16'-2,"-19"8,-23 20,-28 22,-29 27,-26 21,-16 14,-5 5,10-6,26-22,34-28,40-37,29-23</inkml:trace>
  <inkml:trace contextRef="#ctx0" brushRef="#br1" timeOffset="79973.52">1966 138,'-16'-11,"-23"-2,-28 10,-33 20,-30 27,-30 25,-19 20,-9 14,7 1,25-16,39-24,54-40,57-46,30-19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1:44.63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295 1041,'182'-153,"175"-110,-99 96,8 12,133-51,-197 124,-195 79,-3 1,0 1,0-1,-1 0,1 1,0 0,1 0,-1 0,0 1,0-1,0 1,0 0,1 0,-1 1,0-1,0 1,0 0,0 0,0 0,4 2,-7 0,-1 0,1 0,-1 1,0-1,0 0,0 0,0 1,0-1,-1 0,1 0,-1 1,0-1,0 0,0 0,-1 0,1 0,-1 0,1-1,-1 1,0 0,0-1,0 1,0-1,-1 0,1 1,1-2,-50 60,-7 1</inkml:trace>
  <inkml:trace contextRef="#ctx0" brushRef="#br0" timeOffset="308.177">1 2057,'262'-196,"38"-18,9 13,226-104,-424 250,2 5,31-6,-131 51,-5 2,1-1,0 1,0 1,0 0,0 0,1 0,-1 1,1 1,7 0,-16 0,1 1,-1-1,0 0,0 1,0-1,0 1,0-1,0 1,0 0,-1-1,1 1,0 0,0 0,0-1,-1 1,1 0,0 0,-1 0,1 0,-1 0,1 0,-1 0,1 0,-1 0,0 0,0 1,1-1,-1 0,0 0,0 0,0 0,0 0,0 0,-1 1,1-1,0 0,0 0,-1 0,1 0,-1 0,1 0,-1 0,1 0,-1 0,1 0,-1 0,0 0,0-1,0 1,-78 108,23-48</inkml:trace>
  <inkml:trace contextRef="#ctx0" brushRef="#br0" timeOffset="576.459">334 2645,'12'-14,"19"-18,27-21,34-23,37-21,38-17,31-11,18-3,7 7,-5 12,-17 18,-24 20,-31 22,-36 22,-37 22,-42 25,-42 24,-19 4</inkml:trace>
  <inkml:trace contextRef="#ctx0" brushRef="#br0" timeOffset="825.05">121 3260,'18'-14,"22"-15,27-17,25-17,26-13,23-12,21-9,15-4,9-1,1 8,-7 13,-18 16,-25 19,-36 22,-38 24,-29 12</inkml:trace>
  <inkml:trace contextRef="#ctx0" brushRef="#br0" timeOffset="1085.352">27 3941,'23'-9,"27"-14,32-22,30-21,35-22,33-21,30-18,22-9,12 1,-1 8,-16 20,-30 28,-40 30,-48 34,-54 33,-35 15</inkml:trace>
  <inkml:trace contextRef="#ctx0" brushRef="#br0" timeOffset="1339.187">441 4583,'25'-23,"27"-20,27-20,27-17,28-13,24-11,19-7,9-1,2 5,-9 16,-19 17,-28 23,-34 25,-35 28,-39 28,-22 10</inkml:trace>
  <inkml:trace contextRef="#ctx0" brushRef="#br0" timeOffset="1605.009">67 5533,'28'-21,"31"-24,35-28,36-26,32-22,30-13,22-5,15-1,1 8,-10 15,-21 21,-27 24,-33 24,-36 25,-39 26,-30 12</inkml:trace>
  <inkml:trace contextRef="#ctx0" brushRef="#br0" timeOffset="1868.3">776 5720,'25'-16,"29"-19,32-21,31-23,30-19,24-14,15-7,7 2,1 9,-10 16,-18 22,-26 22,-33 24,-33 25,-33 24,-34 24,-18 3</inkml:trace>
  <inkml:trace contextRef="#ctx0" brushRef="#br0" timeOffset="2137.58">548 6656,'19'-21,"23"-24,30-26,35-23,33-18,29-13,22-8,13-2,6 4,-6 10,-12 20,-23 24,-34 25,-39 31,-43 32,-31 15</inkml:trace>
  <inkml:trace contextRef="#ctx0" brushRef="#br0" timeOffset="2419.824">535 6856,'-13'7,"-1"-1,16-7,24-15,32-19,36-23,36-23,35-21,23-10,14-5,2 5,-9 11,-19 21,-30 24,-38 29,-45 32,-46 31,-25 10</inkml:trace>
  <inkml:trace contextRef="#ctx0" brushRef="#br0" timeOffset="2668.16">615 7564,'74'-31,"-1"-3,57-37,-55 29,111-62,40-23,5 10,8 9,-31 40,-200 66,1-1,-1 2,1-1,-1 1,1 1,0-1,-1 1,1 1,-1 0,1 0,6 2,-13-1,0-1,-1 1,1 0,0 0,-1 0,1 0,-1 0,0 0,1 1,-1-1,0 0,0 1,-1-1,1 1,0-1,-1 1,0-1,1 1,-1-1,0 1,0-1,-1 1,1-1,0 1,-1-1,0 1,1-1,-1 1,0-1,0 0,0 1,-1-1,1 0,0 0,-1 0,0 0,1 0,-1 0,0-1,0 1,-1 0,-39 52,-7-1</inkml:trace>
  <inkml:trace contextRef="#ctx0" brushRef="#br0" timeOffset="2914.501">522 8206,'359'-268,"346"-191,-570 379,4 6,2 6,97-29,-236 96,13-5,0 0,1 2,-1 0,1 0,0 1,0 1,0 1,0 0,8 1,-22 0,0 1,-1-1,1 0,-1 0,1 1,-1-1,1 1,0-1,-1 1,0 0,1 0,-1-1,1 1,-1 0,0 0,0 0,1 1,-1-1,0 0,0 0,0 1,0-1,-1 0,1 1,0-1,0 1,-1-1,1 1,-1-1,0 1,1 0,-1-1,0 1,0 0,0-1,0 1,0-1,0 1,0 0,-1-1,1 1,-1-1,1 1,-1-1,0 1,1-1,-1 1,0-1,0 0,0 1,-36 54,-15 4</inkml:trace>
  <inkml:trace contextRef="#ctx0" brushRef="#br0" timeOffset="3204.251">428 8755,'486'-334,"-288"191,-165 120,172-124,6 10,189-90,-379 215,1 2,1 0,-1 2,1 0,1 2,-1 0,9 1,-30 4,0 0,0 1,0 0,0 0,-1-1,1 1,0 0,0 0,0 1,0-1,0 0,0 1,-1-1,1 1,0-1,0 1,-1 0,1 0,0 0,-1 0,1 0,-1 0,1 0,-1 1,0-1,1 0,-1 1,0-1,0 1,0 0,0-1,0 1,0 0,-1-1,1 1,0 0,-1 0,0 0,1-1,-1 2,0 3,-1 1,0 0,0 0,-1-1,0 1,0-1,0 1,-1-1,0 0,0 0,-1 0,-51 78,-10 0</inkml:trace>
  <inkml:trace contextRef="#ctx0" brushRef="#br0" timeOffset="4138.267">750 8982,'-77'58,"255"-191,163-90,-214 147,3 5,3 6,48-12,-152 65,0 2,0 2,0 0,1 2,7 0,-35 5,1 0,-1 1,1-1,-1 1,1-1,0 1,-1 0,1 0,-1 0,1 0,0 0,-1 1,1-1,-1 1,1-1,-1 1,1 0,-1 0,0 0,1 1,-1-1,0 0,0 1,0 0,0-1,0 1,0 0,0 0,-1 0,1 0,-1 0,1 0,-1 1,0-1,0 0,0 1,0-1,-1 1,1-1,0 1,-1-1,0 1,0 0,1-1,-1 1,-1-1,1 1,0 0,-1-1,1 1,-1-1,0 1,0-1,-6 16,-1-1,-1 0,-1-1,0 0,-1 0,0-1,-1-1,-4 3,-79 80,-3-4,-5-5,-64 41,-666 474,755-534,76-55,21-17,11-9,0-2,-1-1,-1-1,16-12,-11 7,831-571,-711 508,-121 77,-32 7,1 0,-1 1,1-1,0 0,-1 0,1 0,-1 0,1 1,-1-1,1 0,-1 0,1 1,-1-1,1 1,-1-1,1 0,-1 1,0-1,1 1,-1-1,0 1,1-1,-1 1,0-1,0 1,1-1,-1 1,0-1,0 1,0 0,0-1,0 1,0-1,0 1,0-1,0 1,0 0,0-1,0 1,0-1,0 1,-1-1,1 1,0 0,0-1,-1 1,1-1,0 1,-1-1,-5 13,-1 1,0-2,-1 1,0-1,-1 0,-1-1,0 0,0 0,3-4,-132 134,-7-6,-155 111,-242 156,499-375,44-28,0 1,0 0,0-1,0 1,0 0,-1 0,1-1,0 1,0 0,0 0,0-1,-1 1,1 0,0 0,0 0,0-1,-1 1,1 0,0 0,0 0,-1 0,1 0,0-1,0 1,-1 0,1 0,0 0,0 0,-1 0,1 0,0 0,-1 0,1 0,0 0,0 0,-1 0,1 0,0 0,-1 0,1 1,0-1,0 0,-1 0,1 0,0 0,0 0,-1 1,1-1,0 0,0 0,0 0,-1 1,1-1,0 0,0 0,0 1,0-1,0 0,16-20,39-27,1 2,2 2,3 3,45-21,-24 14,2 4,2 4,2 3,1 4,1 5,35-5,33 15,-157 17,0-1,-1 1,1 0,0 0,0 0,-1 0,1 0,0 0,0 0,-1 0,1 0,0 0,0 0,-1 0,1 1,0-1,-1 0,1 1,0-1,-1 0,1 1,0-1,-1 1,1-1,-1 1,1-1,-1 1,1-1,-1 1,1 0,-1-1,1 1,-1 0,0-1,1 1,-1 0,0-1,0 1,-17 26,-165 134,125-114,-221 188,249-207,29-27,0-1,0 0,0 0,1 0,-1 0,0 0,0 0,0 0,0 0,0 0,1 1,-1-1,0 0,0 0,0 0,0 0,0 0,0 0,0 1,0-1,0 0,1 0,-1 0,0 0,0 1,0-1,0 0,0 0,0 0,0 0,0 1,0-1,0 0,0 0,0 0,-1 0,1 1,0-1,0 0,0 0,0 0,0 0,0 0,0 1,0-1,0 0,19-9,250-158,149-88,-407 249,69-25,-79 31,0 0,0 0,0 1,-1-1,1 0,0 1,0-1,-1 1,1-1,0 1,-1-1,1 1,0-1,-1 1,1 0,-1-1,1 1,-1 0,1 0,-1-1,0 1,1 0,-1 0,0 0,0-1,1 1,-1 0,0 0,0 0,0 0,0 0,0-1,0 1,0 0,-1 0,1 0,0 0,0-1,-1 1,1 0,0 0,-1 0,1-1,-1 1,1 0,-1-1,1 1,-1 0,1-1,-1 1,0-1,1 1,-1-1,0 1,0-1,0 1,-19 27,-1 0,-1-2,-1 0,-2-1,-5 2,10-7,-151 139,-182 131,305-256,29-24,32-23,62-50,3 4,2 3,3 3,37-14,-76 44,2 2,0 2,1 2,1 2,0 3,13-1,20 3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2:03.24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25 442,'10'-50,"-7"-277,-11 267,8 59,0 1,-1 0,1-1,0 1,-1 0,1-1,0 1,-1 0,1-1,-1 1,1 0,0 0,-1 0,1 0,-1-1,1 1,-1 0,1 0,0 0,-1 0,1 0,-1 0,1 0,-1 0,1 0,-1 0,1 0,-1 1,1-1,0 0,-1 0,1 0,-1 0,1 1,0-1,-1 0,1 0,-1 1,1-1,0 0,0 1,-1-1,1 1,0-1,-1 0,1 1,0-1,0 1,0-1,0 0,-1 1,1-1,0 1,0-1,0 1,-10 25,10-25,0 1,0 0,0 0,0-1,0 1,1 0,-1-1,0 1,1 0,0-1,-1 1,1-1,0 1,0-1,0 1,0-1,0 1,0-1,0 0,1 0,-1 1,0-1,1 0,-1 0,1 0,-1-1,1 1,-1 0,1-1,-1 1,1 0,1-1,59 11,-61-10,40-1,-1-1,0-1,0-3,0-1,31-10,19-2,-88 17,-1 1,1-1,-1 1,0-1,1 1,-1 0,1-1,-1 1,1 0,-1 0,1 0,-1 0,1 0,-1 1,1-1,-1 0,1 1,-1-1,1 1,-1-1,0 1,1 0,-1 0,0-1,0 1,1 0,-1 0,0 0,0 0,0 0,0 1,0-1,0 0,-1 0,1 1,0-1,-1 0,1 1,-1-1,1 1,-1-1,1 2,-10 154,8-106,3 0,1 0,3-1,3 0,12 44,-18-84,3 15,-1 1,0 0,-2 0,-1 1,-1 0,-1-20,-1 0,1-1,-1 1,0-1,-1 1,1-1,-1 0,-1 1,1-1,-1 0,0-1,0 1,-1 0,0-1,0 0,0 0,0 0,-1 0,0-1,0 1,0-1,-4 2,4-3,-1 1,1-1,-1 0,0-1,1 1,-1-1,0 0,0-1,-1 0,1 0,0 0,0 0,-1-1,1 0,0 0,-1-1,1 0,0 0,0-1,0 1,0-1,0 0,0-1,1 0,-1 0,1 0,-1 0,1-1,0 0,0 0,1 0,-1-1,1 1,0-1,0 0,1 0,0-1,-2-3,2 4,0-1,0-1,1 1,-1 0,2-1,-1 1,1-1,0 0,0 1,1-1,0 0,0 1,0-1,1 0,0 1,1-1,-1 0,1 1,0 0,1-1,0 1,0 0,0 0,1 1,-1-1,1 1,1 0,-1 0,1 0,0 0,0 1,0 0,0 0,1 0,0 0,0 1,1 0,16-3,1 1,0 2,0 0,0 1,0 2,0 0,6 2,35 0,20-4,-1-3,74-14,-157 18,-1 1,1-1,0 1,-1 0,1-1,0 1,0 0,0-1,-1 1,1 0,0 0,0 0,0 0,-1 0,1 0,0 0,0 0,0 0,0 0,-1 0,1 1,0-1,0 0,-1 1,1-1,0 0,0 1,-1-1,1 1,0-1,-1 1,1-1,-1 1,1 0,-1-1,1 1,-1 0,1-1,-1 1,1 0,-1 0,0-1,0 1,1 0,-1 0,0 0,0-1,0 1,0 0,0 0,0 0,0-1,0 1,0 0,0 0,-42 135,38-126,0 1,1 0,1 0,0 0,0 1,1-1,1 0,0 1,0-1,1 0,1 1,-1-1,2 0,0 0,4 10,7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2:03.65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145 0,'0'23,"0"23,0 18,-2 13,-1 8,0 0,-2-4,0-10,-1-13,0-13,2-14</inkml:trace>
  <inkml:trace contextRef="#ctx0" brushRef="#br0" timeOffset="563.012">519 121,'-408'196,"396"-190,5-3,0 0,0 0,1 0,-1 1,1 0,0 1,0-1,0 1,0 0,1 0,0 1,0 0,0 0,1 0,0 0,-3 7,7-8,1 0,0 0,0 0,0 0,1 0,0 0,0-1,0 1,0 0,1-1,-1 0,1 1,0-1,1 0,-1-1,1 1,-1-1,1 1,0-1,0 0,1 0,-1-1,2 1,17 12,-1-1,2-1,0-2,0 0,1-1,0-2,1 0,0-2,0-1,0-1,1-1,5-1,19 1,0-3,0-1,-1-3,7-2,-50 4,0 0,0 0,-1-1,1 1,-1-1,0-1,1 1,-2-1,1 0,0 0,-1-1,0 0,0 0,0 0,0-1,-1 1,0-1,0 0,-1 0,0 0,0-1,0 1,-1-1,0 0,0 0,0-4,17-150,-18 224,2 0,11 52,-1-1,-6-24,-4-10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2:00.71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164 416,'-5'214,"-8"0,-16 36,13-159,16-91,-1-1,1 1,0 0,0-1,0 1,-1 0,1 0,0-1,0 1,0 0,-1 0,1 0,0-1,-1 1,1 0,0 0,-1 0,1 0,0 0,0 0,-1 0,1 0,0-1,-1 1,1 0,0 0,-1 0,1 1,0-1,-1 0,1 0,0 0,-1 0,1 0,0 0,-1 0,1 0,0 1,0-1,-1 0,1 0,0 0,-1 1,-23-214,-34-173,58 384,-1-1,0 1,0 0,1 0,-1-1,0 1,1-1,0 1,-1 0,1-1,0 1,0-1,0 1,1-1,-1 1,1 0,-1-1,1 1,0 0,0-1,0 1,0 0,0 0,0 0,1 0,-1 0,1 0,-1 0,1 0,0 1,0-1,0 1,0-1,0 1,0 0,0-1,0 1,0 0,1 1,1-2,10 1,1 1,0 0,-1 0,1 2,0 0,-1 0,0 1,0 1,0 1,0 0,0 1,-1 0,0 1,0 0,-1 1,6 5,-14-11,-1 0,0 1,1-1,-1 1,0-1,-1 1,1 0,0 0,-1 0,1 1,-1-1,0 1,0-1,-1 1,1 0,-1-1,0 1,0 0,0 0,0 0,0 0,-1 0,0 0,0 0,0 0,0 0,-1 0,0 0,0 0,0 0,0 0,-6 4,0 0,0 0,-1-1,1-1,-2 1,1-1,-1 0,0-1,0 0,0-1,-1 0,0 0,0-1,0 0,0-1,0 0,-9 1,12-2,0 1,-1-1,1 0,-1 0,0-1,1 0,-1-1,1 1,-1-2,-4 0,11 2,1-1,-1 1,1-1,0 1,-1-1,1 1,-1 0,1-1,0 1,-1-1,1 0,0 1,0-1,-1 1,1-1,0 1,0-1,0 0,0 1,0-1,0 1,0-1,0 0,0 1,0-1,0 0,0 1,0-1,0 1,1-1,-1 1,0-1,0 0,1 1,-1-1,0 1,1-1,-1 1,0-1,1 1,-1 0,1-1,-1 1,1-1,-1 1,1 0,-1 0,1-1,0 1,-1 0,1 0,-1-1,1 1,-1 0,1 0,0 0,-1 0,1 0,0 0,-1 0,1 0,-1 0,1 0,0 1,-1-1,1 0,-1 0,35-10,0 2,0 1,1 1,7 2,31-6,-40 5,-7 2,0 0,0-2,0-2,-1 0,0-2,-1 0,20-11,-41 18,0 0,-1-1,1 1,-1-1,1 0,-1 0,0 0,0 0,0 0,0-1,-1 0,1 1,-1-1,0 0,0 0,0 0,-1 0,1 0,-1-1,0 1,0 0,-1-1,1 1,-1 0,0-1,0 1,-1-1,1 1,-1 0,0-1,0 1,0 0,-1 0,1 0,-1 0,0 0,-1 0,1 0,0 0,-1 1,0 0,0-1,1 2,0 1,0-1,0 0,0 1,0-1,0 1,-1 0,1 0,-1 0,1 0,-1 0,1 1,-1-1,1 1,-1-1,0 1,1 0,-1 0,1 0,-1 0,0 1,1-1,-1 1,1-1,-1 1,1 0,-1 0,1 0,0 1,-1-1,1 0,0 1,0 0,0-1,0 1,-1 1,-3 4,0 0,1 0,0 1,0-1,1 1,0 0,0 0,0 1,1-1,0 4,1-6,0 1,0-1,0 1,1 0,0-1,1 1,0 0,0 0,0-1,0 1,1 0,1 0,-1-1,1 1,0-1,0 1,1-1,0 0,0 0,0 0,1 0,0-1,0 1,0-1,1 0,0 0,0-1,0 1,0-1,3 1,8 2,1-1,0-1,0 0,1-1,-1-1,1-1,-1 0,1-2,0 0,0-1,-1 0,1-1,0-2,-1 1,0-2,0 0,0-2,-1 1,0-2,0 0,0-1,3-4,-10 8,0 0,0-1,-1 0,0-1,0 0,-1 0,0 0,0-1,-1 0,1-1,-2 1,1-1,-2 0,1-1,-1 1,0-1,-1 0,0 0,1-8,-4 16,0 1,0-1,0 0,0 1,-1-1,1 1,0 0,-1-1,1 1,-1-1,0 1,1-1,-1 1,0 0,0 0,0-1,0 1,0 0,0 0,0 0,0 0,0 0,-1 0,1 0,0 1,0-1,-1 0,1 1,-1-1,1 1,-1-1,1 1,-1 0,1 0,-1-1,1 1,-1 0,1 0,-1 1,1-1,-1 0,1 0,-1 1,1-1,-1 1,1-1,0 1,-1 0,1-1,0 1,-1 0,1 0,0 0,0 0,0 0,0 0,0 0,0 1,0-1,0 0,0 1,-3 1,0 1,0 0,0 0,0 0,1 0,-1 1,1-1,0 1,0 0,1 0,0 0,0 0,0 0,0 1,1-1,0 0,0 1,0-1,1 1,0-1,0 1,0 0,0-1,1 1,0-1,1 0,-1 1,1-1,0 0,0 0,0 0,1 0,0 0,0 0,0-1,1 1,-1-1,1 0,0 0,3 2,7 1,1-1,-1 0,2-1,-1-1,0 0,1-1,-1-1,1 0,0-2,0 1,0-2,-1 0,1-1,0 0,3-2,90-31,-65 12</inkml:trace>
  <inkml:trace contextRef="#ctx0" brushRef="#br0" timeOffset="371.51">1501 577,'0'9,"0"-1,1 1,0-1,1 1,0-1,0 0,1 0,0 0,0 0,1 0,0-1,0 1,1-1,0 0,0 0,0-1,1 0,0 0,1 0,-1-1,1 1,0-2,0 1,1-1,-1 0,1 0,0-1,0 0,0-1,1 0,-1 0,0-1,1 0,-1 0,1-1,-1 0,1 0,0-1,-1 0,0-1,1 0,-1 0,0 0,0-1,0-1,3-1,1-3,-1 0,-1-1,0 0,0-1,-1 0,0 0,0-1,-1 0,-1-1,0 0,-1 0,0 0,0-1,-2 1,1-1,0-7,5-26,-1 0,-2-1,-3 1,-1-9,0-2,-2 1,-3 0,-8-46,-6 52,6 58,3 8,0 0,1 1,1 0,1 0,0 1,0 9,0-8,-5 29,2-1,1 1,3 0,2 1,2-1,3 0,1 0,2 0,5 9,-9-44,1-1,0 0,1 0,0 0,1 0,0-1,1 0,0 0,0-1,2 0,-1 0,9 7,1-5</inkml:trace>
  <inkml:trace contextRef="#ctx0" brushRef="#br0" timeOffset="649.766">1595 376,'16'0,"23"0,26 0,24 0,17 2,10 2,-16-1</inkml:trace>
  <inkml:trace contextRef="#ctx0" brushRef="#br0" timeOffset="1434.82">2237 804,'9'-21,"-1"-1,0 0,-2-1,0 0,-2 0,0 0,-2-1,0 1,-2-1,0 1,-2-1,-1 1,0 0,-2 0,-1 0,-17-7,49 53,-2-15,0-2,0-1,0 0,1-2,-1-1,1-1,0-1,0-1,3 1,-14 0,-11-1,1 0,-1 0,0 1,1 0,-1-1,1 1,-1 1,0-1,1 0,-1 1,1 0,-1 0,0 0,0 0,1 0,-1 1,0-1,0 1,0 0,-1 0,1 0,0 0,-1 0,1 1,-1-1,0 1,0 0,0-1,0 1,0 0,0 1,7 168,-8-169,0 0,0 1,1-1,-1-1,1 1,0 0,0 0,0-1,0 1,0-1,0 1,1-1,-1 0,1 0,0 0,0 0,-1-1,1 1,0-1,0 1,1-1,-1 0,0 0,0-1,0 1,1-1,-1 1,0-1,1 0,-1 0,2-1,4 1,-1-1,0-1,0 1,0-1,1-1,-2 0,1 0,0 0,-1-1,1 0,-1 0,1-2,3-3,-1-1,0 0,-1-1,0 0,-1 0,0-1,-1 0,0 0,-1-1,0 0,-1 0,-1-1,3-9,-6 7,-6 20,-10 24,10-14,0 1,1-1,0 1,1 0,1 0,0 0,1 14,1-25,0 0,0 0,0 0,1 0,-1 0,1 0,0 0,0 0,0 0,1-1,0 1,-1 0,1-1,0 1,1-1,-1 0,1 0,-1 0,1 0,0 0,0 0,0-1,0 0,1 1,-1-1,1 0,-1-1,1 1,0-1,-1 1,1-1,1 0,1 0,0 0,1-1,-1 0,1 0,-1 0,0-1,0 0,1 0,-1-1,0 0,0 0,0 0,0-1,-1 1,1-1,-1-1,1 1,-1-1,0 0,-1 0,1 0,-1-1,0 0,0 0,4-5,1-3,0-1,-1 0,-1 0,0-1,-1 0,0 0,-1-1,-1 1,1-12,-4 23,0 1,0 0,0-1,0 1,-1-1,1 1,-1-1,0 0,0 1,0-1,0 1,-1-1,1 1,-1-1,0 1,0-1,-1 1,1 0,-1-1,1 1,-1 0,0 0,0 0,-1 3,1 0,-1 0,1 1,0-1,-1 0,1 1,-1 0,1 0,0-1,-1 1,1 1,0-1,0 0,0 0,0 1,0-1,0 1,0 0,1 0,-1-1,1 1,-1 0,1 0,-1 0,1 1,0-1,0 0,0 0,0 1,1 0,-4 2,1 1,1 0,-1 0,1 1,0-1,0 0,1 1,-1-1,2 1,-1-1,1 1,0 0,0-1,1 1,-1-1,2 1,-1-1,1 1,0-1,0 0,0 0,1 0,0 0,1 0,-1-1,1 1,0-1,0 0,1 0,2 3,10 0,-1-1,1-1,-1 0,2-1,-1-1,0-1,1 0,0-1,0-1,0-1,-1 0,1-2,7-1,65-6,-7-5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1:58.41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444 270,'-24'34,"23"-34,0-1,0 1,0-1,0 1,0-1,0 0,1 1,-1-1,0 0,0 0,1 1,-1-1,0 0,1 0,-1 0,1 0,-1 0,1 0,0 0,-1 0,1 0,0 0,0 0,0 0,0-1,0 1,0 0,0 0,0 0,0-1,0 0,-1-4,1 1,-1 0,0 0,0 0,0-1,-1 1,0 0,0 1,0-1,0 0,-1 0,0 1,0 0,0-1,0 1,-1 1,0-1,0 0,0 1,0 0,0 0,-1 0,1 0,-1 1,0-1,0 1,0 1,0-1,0 1,0-1,0 2,-1-1,-6 3,1 0,-1 0,1 2,-1-1,1 2,0-1,0 2,1-1,0 1,0 1,0 0,1 0,0 1,0 0,1 1,0 0,0 0,1 0,0 1,1 0,0 1,1 0,-8 10,2 0,1 1,0 0,2 1,1 0,0 1,2-1,1 1,0 0,2 0,1 1,1-1,1 3,0-18,1 0,0 0,1-1,0 1,0 0,1-1,0 0,0 0,1 0,0-1,0 1,1-1,0 0,0-1,1 1,0-1,0-1,0 1,1-1,-1-1,1 1,1-1,-1-1,0 1,1-1,0-1,0 0,-1 0,1 0,0-1,2-1,25 1,0-2,1-1,-1-2,0-2,0-1,-1-2,0-1,0-2,-2-1,20-11,-32 15,-8 5,-1-1,0 0,-1-1,1 0,-1-1,0 0,-1-1,10-9,-20 17,1-1,0 0,-1 0,1 1,-1-1,1 0,-1 0,1 0,-1 0,1 0,-1 0,0 0,0 0,1 1,-1-1,0 0,0 0,0 0,0 0,0 0,0 0,0 0,0 0,-1 0,1 0,0 0,-1 0,1 0,0 0,-1 0,1 0,-1 1,1-1,-1 0,0 0,1 1,-1-1,0 0,0 1,1-1,-1 0,0 1,0-1,0 1,0 0,0-1,0 1,0-1,-48-12,41 13,1 0,0 1,0 0,-1 0,1 0,0 1,0 0,0 0,0 1,1 0,-1 0,1 1,-1-1,1 1,0 1,1-1,-1 1,1 0,0 0,0 1,0 0,1 0,0 0,0 0,1 0,-1 1,1 0,0 2,2-7,0 0,1 0,-1 0,1 0,-1 0,1 0,0 0,0 0,0 0,0 0,0 0,0 1,1-1,-1 0,1 0,-1 0,1 0,0 0,0 0,0 0,0-1,0 1,0 0,0 0,1-1,-1 1,0-1,1 1,0-1,-1 1,1-1,0 0,0 0,0 0,-1 0,1 0,0-1,0 1,0 0,1-1,5 2,0 0,1 0,-1-1,1 0,-1-1,0 0,1 0,-1-1,7-1,-7 1,1-1,-1 0,0-1,1 1,-1-1,-1-1,1 0,0 0,-1 0,0-1,0 0,0-1,-1 1,1-1,-2 0,1-1,0 0,2-4,-8 11,0 1,0-1,0 1,0-1,0 0,0 1,1-1,-1 1,0-1,0 0,0 1,1-1,-1 0,0 1,0-1,1 0,-1 1,0-1,1 0,-1 0,1 1,-1-1,0 0,1 0,-1 0,0 1,1-1,-1 0,1 0,-1 0,1 0,-1 0,0 0,1 0,-1 0,1 0,-1 0,1 0,-1 0,0 0,1-1,-1 1,1 0,-1 0,0 0,1 0,-1-1,0 1,1 0,-1-1,0 1,1 0,-1 0,0-1,1 1,-1 0,0-1,0 1,0-1,1 1,-1 0,0-1,3 8,0-2,0 1,0-1,1 0,0 0,0 0,0-1,0 1,1-1,0 0,-1 0,2 0,-1-1,0 0,1 0,-1 0,1-1,0 0,0 0,0 0,0-1,0 0,0 0,1 0,-1-1,3 0,4 0,1-1,-1 0,0-1,0-1,0 0,0 0,0-1,-1-1,1 0,-1-1,7-5,1-2,-2-1,0-1,0 0,-1-2,-1 0,-1-1,-1 0,0-1,-1-1,-1 0,-1-1,-1 0,-1-1,0 0,-2 0,-1 0,0-1,-2 0,-1-1,-1 1,0 0,-2-1,-1 1,-1-1,0 1,-2 0,-1 0,-1-1,5 19,0 0,1 1,-2-1,1 0,-1 1,1-1,-1 1,-1-1,1 1,-1 0,1 0,-1 0,0 0,0 1,-1-1,1 1,-1 0,0 0,0 0,0 0,0 1,0-1,-1 1,1 0,-1 1,1-1,-1 1,0 0,1 0,-1 0,-4 0,-1 6,1 0,0 0,1 1,-1 0,1 0,0 1,1 0,-1 1,1 0,1 0,0 0,0 1,0-1,1 2,1-1,-1 0,1 1,1 0,0 0,-1 6,-5 12,0 2,2-1,2 1,0 0,2 1,1-1,2 0,1 1,1 4,-1-22,1 0,1 0,0 0,0 0,1 0,1-1,0 1,1-1,0 0,0-1,2 0,-1 0,2 0,-1-1,1 0,1-1,0 0,0 0,0-1,1-1,12 7,-7-7,1 0,0-1,0 0,1-2,-1 0,8 0,34 3</inkml:trace>
  <inkml:trace contextRef="#ctx0" brushRef="#br0" timeOffset="1077.146">1794 537,'-10'1,"-1"0,1 0,0 1,0 0,1 1,-1 0,0 0,1 1,0 0,0 1,0 0,0 1,1 0,0 0,-2 3,5-5,0 0,1 0,0 1,0 0,0 0,1 0,-1 0,1 1,0-1,1 1,0-1,-1 1,2 0,-1 0,1 0,0 0,0 0,0 1,1-1,0 0,1 0,-1 0,1 1,0-1,1 2,0-2,1-1,-1 1,1-1,0 0,1 0,-1 0,1 0,0-1,0 1,0-1,1 0,0 0,0-1,0 0,0 1,0-1,0-1,1 1,-1-1,1 0,0 0,1-1,8 3,1-1,-1 0,1-1,0-1,0 0,-1-1,1-1,1-1,2-1,1-2,-1 0,0-1,-1-1,0 0,0-2,0 0,-1-1,0-1,-1 0,0-1,-1-1,-1 0,0-2,-1 1,0-1,-1-1,-1 0,9-16,-23 36,1 1,0 0,0 0,1 0,-1 0,1 1,0-1,1 0,-1 0,1 1,0-1,0 0,1 1,-1-1,1 0,0 1,1-1,-1 0,1 0,0 0,1 0,-1-1,1 1,0-1,0 1,0-1,0 0,1 0,0 0,0-1,0 1,0-1,3 2,1-2,1-1,0 1,0-2,0 1,0-1,0 0,0-1,0 0,0-1,0 1,0-2,0 1,0-2,0 1,0-1,-1 0,1-1,-1 0,0 0,1-1,11-7,-1-1,0-1,-1 0,0-2,-1 0,-1-1,5-7,31-49,-62 138,8-59,0 0,0 0,1 0,0 0,0 0,1 0,0 0,0 0,0 1,1-1,0 0,0 0,0 0,1 0,0 0,0 0,1-1,-1 1,1-1,0 1,1-1,-1 0,1 0,0-1,0 1,1-1,0 0,-1 0,1 0,0-1,1 0,4 3,8-1,1-1,-1 0,1-2,0 0,0-1,0-1,0-1,0 0,0-2,0 0,-1-1,1 0,-1-2,0 0,-1-2,1 0,10-7,-10 5,0-1,-1-1,0 0,-1-2,-1 1,0-2,-1 0,0-1,-1-1,-1 0,-1 0,0-1,-2 0,0-1,-1 0,0-1,-2 0,0 0,-2 0,1-7,2-10,-2-1,-2-1,-1 1,-2 0,-1 0,-2-1,-4-9,6 41,0 0,-1-1,0 1,0 0,-1 0,0 0,0 0,-1 1,1-1,-1 1,-4-4,6 9,-1 0,1 0,-1 0,1 0,-1 0,0 0,0 1,1-1,-1 1,0 0,0 0,0 0,0 0,1 0,-1 1,0-1,0 1,1-1,-1 1,0 0,1 0,-1 1,1-1,-1 1,1-1,0 1,-1-1,1 1,0 0,0 0,0 0,1 1,-1-1,0 0,1 1,-1-1,1 1,0-1,-1 2,-17 26,1 0,1 1,2 1,1 0,1 1,2 1,2 0,0 0,3 1,-3 31,6-42,1-1,2 0,0 1,1-1,1 1,5 20,-5-35,0 0,1 0,0 0,0-1,1 0,0 1,1-1,-1-1,2 1,-1-1,1 0,0 0,1 0,-1-1,1 0,0 0,1-1,0 0,0 0,9 2,0-1,1 0,0-1,0-1,0-1,1 0,-1-1,1-1,0-1,-1-1,1-1,9-2,-14 2,1-1,0 0,-1-2,1 1,-1-2,-1 0,1-1,-1 0,0-1,4-3,-12 7,1 0,-1-1,0 1,0-1,0 0,-1 0,0 0,0-1,0 1,-1-1,0 0,0 0,0-1,-1 1,0 0,0-1,0 1,-1-1,0 0,-1 1,1-1,-1 0,-1-6,1 9,-1 1,0-1,0 0,0 1,0-1,-1 1,1-1,-1 1,0 0,0 0,0 0,0 0,-1 0,1 0,-1 0,0 1,0-1,1 1,-2 0,1 0,0 0,0 0,-1 1,1-1,-1 1,1 0,-1 0,0 0,1 0,-1 1,0-1,0 1,1 0,-1 0,0 1,0-1,1 1,-1 0,0 0,1 0,-1 0,1 0,-1 1,-1 1,-2 2,1 0,0 0,1 0,-1 1,1 0,0 0,0 0,1 1,0-1,0 1,1 0,0 0,0 1,0-1,1 1,0-1,1 1,-1 0,1 0,1-1,0 1,0 0,0 0,1 0,0 0,1-1,0 1,0-1,1 1,2 5,3-3,0 0,1-1,0-1,1 1,-1-2,2 1,-1-1,1-1,0 0,0 0,1-1,-1-1,1 0,0 0,1-1,5 0,45 11,1-3,51 2,9-4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3:06.93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1071 1310,'8'-299,"-2"224,-4 0,-2 0,-4 0,-3 0,-4 0,-3 1,-4-7,-45-127,59 197,-1 0,-1 0,0 1,0 0,-1 0,-1 0,1 1,-1 0,-1 1,0 0,0 0,0 1,-1 0,0 0,-1 1,1 1,-1 0,0 0,0 1,-1 0,-1 1,-1-1,-3-1,1 0,-1 0,0 2,0 0,0 1,-1 0,1 2,0 0,-1 1,1 0,0 2,0 0,0 1,0 0,-9 5,14-2,0 1,0 1,1-1,0 2,1 0,0 0,0 1,1 0,1 0,0 1,0 0,1 1,0-1,2 1,-1 1,1-1,1 1,1 0,0 0,1 0,-1 14,-5 62,4 0,6 43,-1-35,-1 8,-1 24,6 0,8 24,-8-117,12 87,-1 99,-13-110,4-1,22 111,-16-148,-4 0,-4 0,-2 38,-5 588,-26-229,21-156,0 156,9-290,-3 387,-39-218,13-42,-12 14,-33 136,9-48,46-311,2-19,4-1,2 29,3-18,-4 0,-3 0,-10 21,7-13,3 0,2 52,11-142,-2 289,15-116,40 225,-52-196,3-176,2 0,1-1,1 0,2 0,13 29,-14-40,-6-14,1 0,0 0,0 0,1-1,0 0,0 0,1 0,0 0,0-1,1 0,0-1,1 1,-1-1,1-1,0 1,0-1,1-1,0 0,-1 0,1 0,1-1,-1-1,0 1,5-1,9 2,0-1,0-1,1-2,-1 0,1-1,15-3,-21 0,0-1,0-1,0 0,0-2,-1 0,-1 0,1-2,-1 0,-1-1,0 0,0-1,11-14,6-8,-1-1,-1-2,-3-1,15-27,-30 46,-1-1,-1-1,-1 0,-1-1,0 1,-2-1,0-1,-2 1,0-1,0-18,5-209,-4 123,-6-1,-6 1,-7-20,7-172,8 195,-1 106,1-105,14-108,-8 154,-3 0,-4 0,-7-55,1 21,6-1,4 0,19-109,27-132,-1 64,-43 226,-2-1,-3 1,-3-6,1-23,15-200,-7-49,-9 121,-5-102,8 199,12-14,-8 109,-1-1,-1 0,-2 1,-1-1,-4-22,-5-210,-4 103,-1-132,-12-56,26 327,-1-33,3 0,2 0,7-34,-4 38,-2 1,-3-1,-3-47,4-70,6-182,31 57,-27 110,15 4,-37 100,3 65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3:09.57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129 269,'-3'1,"-1"0,1 1,0 0,0-1,0 1,0 0,0 1,0-1,0 0,0 1,1-1,-1 1,1 0,0 0,0 0,0 0,0 0,1 1,-1-1,1 1,-1 2,-8 21,2-1,1 1,1 1,1-1,2 1,0 0,2-1,1 1,2 0,1 4,-2-11,2 0,0-1,2 1,0-1,1 1,1-1,1-1,0 0,12 18,-15-28,0-1,1 0,0 0,1-1,0 1,0-1,0-1,1 1,0-1,0-1,0 0,1 0,0 0,0-1,0-1,0 1,1-1,-1-1,1 0,0 0,0-1,1 0,-5-1,0-1,1 1,-1-1,0-1,0 1,0-1,0 0,0 0,0-1,0 0,-1 0,1 0,-1 0,0-1,0 0,0 0,0-1,-1 1,0-1,0 0,0 0,-1 0,1-1,1-3,6-13,0-1,-1 0,-2-1,0 0,2-16,4-23,-3-1,-2-1,-4 0,-2 0,-3 0,-6-40,4 85,0 1,-2-1,0 0,-1 1,-1 0,-1 1,-1-2,6 15,-1-1,1 1,-1 0,-1 0,1 1,-1-1,0 1,0 0,0 0,0 0,-1 0,1 1,-1-1,0 1,0 0,0 1,-1 0,1-1,-1 2,1-1,-1 0,0 1,1 0,-1 1,0-1,0 1,-5 1,1 0,-1 1,1 0,-1 1,1 0,0 0,0 1,0 0,0 1,1 0,0 1,0 0,0 0,1 1,0 0,-4 4,-6 8,0 1,0 1,2 1,1 0,1 1,0 1,3-4,1 1,0 1,1-1,2 2,0-1,2 1,0 0,1 0,2 1,0-1,1 0,2 10,7 24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3:10.62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1 410,'24'-39,"1"1,2 0,1 2,28-26,2-4,51-64,-109 130,0 0,0 0,0 0,0 1,0-1,0 0,0 0,0 0,1 0,-1 0,0 0,0 1,0-1,0 0,0 0,0 0,0 0,1 0,-1 0,0 0,0 0,0 0,0 1,1-1,-1 0,0 0,0 0,0 0,0 0,1 0,-1 0,0 0,0 0,0 0,0 0,0 0,1-1,-1 1,0 0,0 0,0 0,0 0,1 0,-1 0,0 0,0 0,0 0,0 0,0-1,-6 23,5-17,-25 110,6 1,4 1,6 1,5-1,9 110,-3-190,-1-25,1-6,0 1,0 0,-1-1,0 1,0 0,-1-1,0 1,0 0,0-1,-1 1,0-1,0 0,-1 1,0-1,0 0,0-1,-1 1,1-1,-1 1,-1-1,1 0,-2 0,1-1,-1-1,1 0,-1 0,0 0,0-1,0 0,-1 0,1-1,0 0,-1 0,1 0,0-1,-1 0,1 0,-1 0,1-1,-1 0,1 0,0-1,0 0,0 0,0 0,-3-2,8 4,1-1,-1 1,1 0,-1 0,0 0,1 0,-1-1,0 1,1 0,-1-1,1 1,-1 0,1-1,-1 1,1-1,-1 1,1-1,-1 1,1-1,0 1,-1-1,1 0,0 1,-1-1,1 1,0-1,0 0,-1 1,1-1,0 0,0 1,0-1,0 0,0 1,0-1,0 0,0 1,0-1,1 0,-1 1,0-1,0 1,1-1,-1 0,0 1,0-1,1 1,-1-1,1 1,-1-1,1 1,-1-1,1 1,-1-1,1 1,-1-1,1 1,-1 0,1 0,0-1,0 1,42-11,64 8,-1 4,100 15,-54-4,-144-11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3:13.59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0 429,'83'-99,"63"-101,-62 70,-84 131,0-1,0 0,0 0,0 1,0-1,0 0,0 0,0 1,0-1,0 0,0 0,1 1,-1-1,0 0,0 0,0 0,0 1,1-1,-1 0,0 0,0 0,1 1,-1-1,0 0,0 0,0 0,1 0,-1 0,0 0,1 0,-1 0,0 0,0 0,1 0,-1 0,0 0,0 0,1 0,-1 0,0 0,0 0,1 0,-1 0,0 0,0 0,1 0,-1 0,0-1,0 1,1 0,-1 0,0 0,0 0,0-1,1 1,-1 0,0 0,0-1,0 1,0 0,0 0,0 0,1-1,-1 1,0 0,0-1,1 27,-1-25,-32 296,14-83,9 181,17-306,-8-88,-1 0,0 0,1 0,-1-1,0 1,1 0,-1-1,0 1,0-1,0 1,1-1,-1 1,0-1,0 1,0-1,0 0,0 0,0 1,0-1,0 0,0 0,0 0,0 0,0 0,0 0,0 0,0-1,0 1,1 0,-1 0,0-1,0 1,0-1,0 1,0-1,0 1,-7-2,-117-9,204 20,23-5,0-3,90-13,-186 11,-13 0,-8 1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3:14.17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121 153,'-3'2,"0"1,0 0,0 0,1 0,-1 0,1 1,-1-1,1 1,0-1,1 1,-1 0,1 0,-1-1,0 5,0-1,-4 9,2 1,0 0,1 0,0 0,1 0,1 0,1 1,1-1,0 0,1 0,1 0,0 0,2 4,-1-10,-1 0,2 1,-1-1,2-1,-1 1,2-1,-1 0,1 0,1-1,0 0,0 0,0-1,1 0,1 0,-1-1,1 0,1-1,-1 0,6 1,-2-2,0-1,1 0,0-1,-1-1,1 0,0-1,0-1,0 0,0-1,0-1,0 0,0-1,-1-1,1 0,-1-1,0 0,-1-1,1-1,-1 0,0-1,-1 0,0-1,0-1,-1 1,0-2,0 0,-2 0,1-1,-1 0,-1 0,0-1,-1 0,0-1,-1 1,-1-1,0-1,2-12,-3 14,-1 0,0 0,-1-1,0 1,-1 0,-1-1,0 1,-1-1,-1 1,0 0,0 0,-1 0,-1 0,0 0,-1 1,0-1,-1 1,-1 0,0 1,0 0,-1 0,0 1,-1-1,0 2,-1-1,0 2,0-1,-1 1,0 1,-1 0,-8-4,5 6,1 1,0 1,-1 1,1 0,-1 0,0 2,1 0,-1 0,0 1,0 1,1 1,0 0,-1 1,1 0,0 1,-5 4,-17 7,1 2,0 2,2 2,0 0,-13 14,-9 9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3:15.03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43,'14'2,"15"1,17 0,16-1,18-2,19-2,17-3,11-2,5-1,-2-1,-4 2,-14 1,-15 2,-18 1,-20 2,-23 1,-16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3:15.32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52 0,'-1'0,"0"0,1 0,-1 0,0 0,0 0,1 0,-1 0,0 0,0 0,1 1,-1-1,0 0,1 0,-1 1,0-1,1 0,-1 1,0-1,1 0,-1 1,1-1,-1 1,0-1,1 1,-1 0,1-1,0 1,-1-1,1 1,-1 0,1-1,0 1,0 0,-1 0,1-1,0 1,0 0,0-1,0 1,0 0,0 0,0 0,0-1,0 1,0 0,0-1,0 1,1 0,-1 0,0-1,1 1,-1 0,0-1,1 1,-1 0,1-1,-1 1,1-1,-1 1,1-1,-1 1,1-1,-1 1,1-1,0 1,9 7,-1 0,2 0,-1-1,1 0,0-1,0 0,1-1,9 3,2 2,263 110,-274-115,-1 1,-1 0,1 0,-1 1,0 1,0-1,5 7,-13-12,-1 0,0 0,1 0,-1 0,0 0,0 0,0 0,0 0,0 1,0-1,-1 0,1 0,-1 1,0-1,1 1,-1-1,0 0,0 1,-1-1,1 0,0 1,-1-1,0 0,1 1,-1-1,0 0,0 0,0 0,-1 0,1 0,0 0,-1 0,1 0,-1 0,0-1,1 1,-2 0,-76 56,-329 142,358-171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3:16.18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2049 14,'-461'-12,"-1126"11,1587 1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3:16.74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612 10,'-48'-1,"1"1,0 2,0 3,0 1,1 3,0 2,-17 6,57-15,-28 7,0 1,0 1,1 2,-22 13,55-26,-1 0,0 0,0 1,-1-1,1 0,0 1,0-1,0 1,0-1,0 1,0-1,0 1,0 0,0-1,0 1,1 0,-1 0,0 0,0 0,1 0,-1 0,0 0,1 0,-1 0,1 0,-1 0,1 0,0 0,-1 0,1 0,0 1,0-1,0 0,0 0,0 0,0 0,0 1,0-1,1 0,-1 0,0 0,1 0,-1 1,9 3,-1 0,1 0,0 0,1-1,-1-1,1 0,0 0,7 1,13 4,246 98,-275-107,1 1,-1-1,1 1,-1-1,1 0,-1 0,0 0,1 0,-1 0,0 0,0 0,0-1,0 1,0 0,0 0,0-1,0 1,0-1,-1 1,1-1,-1 1,1-1,-1 1,1-1,-1 0,0 1,0-1,0 0,0 1,0-1,0 1,0-1,-1 0,1 1,0-1,-1 1,0-1,3-12,5-37,-3-1,-1 1,-4-21,-7 44,16 159,-1-55,1-1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3:23.81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0,'11'14,"13"8,12 9,8 7,9 6,1 5,2 3,-6 2,-3-1,-6-3,-7-6,-7-5,-6-10,-5-12,-4-15,-4-8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3:24.08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362 0,'-14'7,"-8"11,-4 10,-1 8,-1 11,-1 5,1 6,1 2,-1-3,4-3,0-8,2-5,3-9,2-9,2-9,3-7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3:24.34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98,'16'-2,"18"-3,18-1,18-2,18-4,13-2,14-3,4-1,-17 3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3:24.83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0,'16'16,"16"14,13 12,9 9,7 6,3 4,-4 1,-4-4,-8-6,-9-8,-10-10,-9-7,-6-9,-5-10,-5-6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3:25.08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382 1,'-16'4,"-9"9,-6 9,1 9,0 9,2 9,2 5,2 5,0 1,2-2,0-5,-3-6,-2-9,-1-12,5-9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3:25.33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62,'14'-2,"20"-1,20 0,21-1,22-1,13-3,10-4,2 0,-20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3:26.05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1,'2'18,"8"12,11 9,13 4,15 2,13 0,6-1,4-1,-3-1,-8-4,-11-2,-12-7,-12-5,-13-6,-9-7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3:26.32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381 1,'-16'2,"-12"5,-8 11,-5 11,0 12,0 9,3 6,3 6,5 1,6-4,4-6,4-11,6-14,5-12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3:26.489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42,'25'0,"24"0,24-2,20-1,13-2,2-3,-11 0,-20 0,-22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3:27.10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1,'16'18,"14"15,16 11,9 6,6 2,3 0,-4-3,-4-2,-8-5,-10-7,-10-8,-9-8,-7-7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3:27.35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419 0,'-14'9,"-8"10,-9 11,-2 11,-3 10,0 6,0 2,1-2,2-4,2-4,4-6,2-8,6-7,3-10,2-6,4-6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3:27.55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67,'30'-2,"29"-3,31-3,27-3,16-1,9 1,-7 3,-19 2,-30 3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5:47.79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1017 1741,'-1'-14,"0"1,1-1,0 0,1 0,1 0,0 0,1 1,0-1,1 1,1 0,0 0,6-10,16-52,-18 24,-1 0,-3 0,-2 0,-3 0,-3-29,1-14,1 75,2 0,0 0,1 0,1 0,1 1,3-9,-3 6,0-1,-2 0,0 1,-1-1,-2 0,-2-18,3 32,-5-35,-2 1,-2-1,-2 2,-1 0,-14-30,-49-60,41 80,11 14,14 18,-2 1,0 1,-1 0,0 0,-2 1,0 1,0 0,-2 1,1 0,-2 2,-11-7,19 13,-1 1,0 0,-1 1,1 0,-1 1,1 0,-1 1,0 0,0 0,-11 1,8 1,-1-2,-1 2,1 0,-1 0,1 2,-1 0,1 0,-1 2,1 0,1 0,-1 2,0 0,1 0,-2 3,15-9,-10 6,-1 1,1 0,1 0,-1 1,1 0,1 1,0 0,0 1,1 0,0 0,0 1,1 0,1 0,0 0,0 1,0 3,-6 55,2 0,1 64,-2 155,5 105,7-241,26 145,-14-91,0-134,9 54,-5 1,-1 116,-9-13,13 26,-21 74,-26-77,-15-14,18 41,20-257,-20 193,17-17,-9-21,-13 161,29 309,0-142,14-288,-14-185,-1 0,-1 0,-2 0,-1 0,-2-1,-1 0,-8 18,-5 4,3 0,2 1,-4 31,3 126,-10 41,14-13,14 220,26-193,-6-137,26 87,-5-30,-33-147,3 0,1-1,2 0,2-1,2 0,1-2,1 0,3-2,26 33,-39-55,0-1,1 0,1 0,0-1,0 0,1-2,1 1,-1-2,13 6,-19-11,0 1,1-1,0-1,-1 1,1-2,0 1,0-1,0-1,0 1,0-1,0-1,0 0,0 0,0-1,0 0,0-1,-1 1,1-2,-1 1,13-9,-2-1,1-1,-1 0,-1-1,-1-1,0-1,-1-1,-1 0,-1-1,0 0,-2-1,0 0,-1-3,4-7,-2 0,-2-2,-1 1,-1-1,-1-1,-2 1,1-29,-1-234,-8 216,-40-586,43 485,0-36,-15-90,2 138,7 0,8-2,28-74,35-98,-52 255,-4 1,-3-1,-6-84,-6 66,4 1,5-9,11-154,-2-406,17 200,11 272,-14 91,-19 60,-3 1,-2-1,-2-32,7-95,3 35,-6-128,-5 219,-14-131,15-277,-3 439,-1 1,0-1,-1 1,-1 0,-1 0,-1 1,-2-4,-18-59,11 30,10 34,1 0,0 0,1-1,1 0,1 1,0-3,2-8,2 14,-1 1,0 0,-1-1,-1 1,0-1,-1 1,-1 0,0 0,0 0,-1 0,-1 1,0-1,-1 1,0 0,-1 1,0 0,-7-8,-9-2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5:49.15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0,'7'16,"9"14,8 12,10 6,8 6,5 4,5 2,0-3,-5-4,-5-7,-8-6,-7-8,-8-14,-8-17,-5-9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5:49.44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420 0,'-14'12,"-11"12,-6 14,-4 11,-4 8,-1 1,-1 2,-3-4,2-6,1-9,3-10,8-10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5:49.73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5 153,'-4'-2,"7"-1,15-2,24-3,28-7,28-4,21-5,14 0,2 2,-11 4,-26 6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5:50.02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1,'4'18,"9"13,11 10,13 8,9 3,8 1,6-2,0-3,-3-7,-5-9,-9-9,-11-9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5:50.22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484 0,'-16'14,"-14"18,-9 17,-10 14,-4 10,-6 6,-3 4,-1-4,1-8,12-17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5:50.43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0 112,'18'-13,"13"-7,13-3,10 3,14 5,13 5,16 4,15 3,10 2,5 1,-19 1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5:50.87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1,'14'13,"13"12,12 11,12 10,11 7,9 3,6 1,-1 0,-4-2,-10-5,-16-5,-15-9,-13-8,-12-11,-7-8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5:51.14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471 3,'-19'-3,"-11"9,-12 17,-6 16,-7 15,-1 9,2 4,6-1,7-7,7-9,8-13,8-13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5:51.43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38,'20'-2,"21"-1,21 0,21 0,19 2,10-2,2-1,-7-1,-17-1,-26 2,-25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5:51.75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0,'18'19,"16"16,10 12,9 10,6 3,-2 2,0-2,-7-3,-6-8,-8-7,-11-11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5:52.00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494 1,'-16'13,"-14"19,-11 15,-10 13,-6 8,1 1,0-2,5-5,5-10,8-10,7-13,10-11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5:52.28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53,'10'-9,"15"-3,23 1,23 1,23 4,17 2,7 4,-6 2,-22 1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5:57.94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187 98,'-6'0,"-1"1,0 0,0 0,1 0,-1 1,1 0,-1 1,1-1,0 1,0 0,0 1,0-1,0 1,1 0,0 1,0-1,0 1,0 0,1 0,-1 1,2-1,-1 1,0 0,1 0,-1 2,-4 11,1-1,0 1,1 0,1 1,1-1,1 1,1 0,0 3,1-12,0 1,1-1,1 1,-1-1,2 1,0-1,0 0,1 1,0-1,1 0,0-1,1 1,0-1,1 0,0 0,1-1,0 1,0-2,1 1,0-1,0 0,1 0,9 5,-3-4,0 0,0-1,1-1,0-1,0 0,1-1,0 0,0-2,0 0,0-1,0-1,0 0,1-1,-1-1,9-2,-19 1,0 0,0 0,-1-1,1 0,-1 0,0 0,0-1,0 0,0-1,0 1,-1-1,0 0,0 0,0 0,-1-1,0 0,0 0,0 0,-1 0,0-1,0 1,-1-1,1 0,-1 1,0-5,2-8,-1-1,0 1,-2 0,0-1,-1 1,-1-1,-1 1,-3-17,1 16,0 0,-2 0,0 1,-1-1,-1 2,0-1,-2 1,0 0,-1 1,-1 1,0 0,-1 0,-1 1,0 1,-1 0,-1 1,0 0,-1 2,0 0,-13-6,24 15,0-1,-1 1,1 0,-1 0,0 1,1 0,-1 0,0 1,0 0,0 0,0 0,1 1,-1 0,0 0,1 1,-1 0,1 0,-1 0,1 1,0 0,0 0,0 1,0 0,1 0,-1 0,1 1,0-1,1 1,-1 0,1 1,0-1,-2 3,-2 8,1-1,0 1,1 1,1-1,0 1,1 0,1 0,1 0,0 0,1 1,1-1,1 1,0-1,1 0,1 0,2 5,12 47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5:58.88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1 452,'57'-99,"-34"66,142-265,-153 277,-12 21,1 0,-1 0,1 0,-1 0,0-1,1 1,-1 0,1 0,-1 0,1 0,-1 0,0 0,1 0,-1 0,1 1,-1-1,0 0,1 0,-1 0,1 0,-1 0,0 1,1-1,-1 0,0 0,1 1,-1-1,0 0,1 0,-1 1,0-1,0 0,1 1,-1-1,0 1,0-1,0 0,0 1,1-1,-1 1,0-1,0 0,0 1,0-1,0 1,0-1,0 0,0 1,0-1,0 1,0-1,0 1,0-1,-1 0,1 1,0-1,0 0,0 1,-1-1,1 1,0-1,0 207,0-86,1-16,-5 1,-4-2,-6 10,-10-46,23-67,0 1,0 0,0-1,0 1,0-1,-1 0,1 1,0-1,-1 0,0 0,1 0,-1 0,1 0,-1 0,0 0,0-1,1 1,-1-1,0 1,0-1,0 0,0 1,0-1,0 0,1 0,-1-1,0 1,0 0,0 0,0-1,0 1,1-1,-1 0,0 0,0 0,-27-21,29 22,0 0,-1-1,1 1,0-1,-1 1,1-1,0 1,0-1,-1 1,1-1,0 1,0-1,0 0,0 1,0-1,0 1,0-1,0 1,0-1,0 1,0-1,0 0,0 1,1-1,-1 1,0-1,0 1,0-1,1 1,-1-1,0 1,1-1,-1 1,1 0,-1-1,0 1,1-1,-1 1,1 0,-1 0,1-1,-1 1,1 0,-1 0,1-1,-1 1,1 0,-1 0,1 0,-1 0,1 0,0 0,-1 0,1 0,-1 0,1 0,-1 0,1 0,0 0,125 1,-76 3,261 4,-256-1,-54-7,-1 1,0-1,1 0,-1 1,0-1,0 0,1 1,-1-1,0 0,0 1,1-1,-1 1,0-1,0 0,0 1,0-1,0 1,0-1,0 0,0 1,0-1,0 1,0-1,0 1,0-1,0 0,0 1,0-1,0 1,0-1,-1 0,1 1,0-1,0 0,0 1,-1-1,1 1,0-1,0 0,-1 0,1 1,0-1,-1 0,1 0,-1 1,1-1,0 0,-1 0,1 0,0 1,-1-1,1 0,-1 0,1 0,-1 0,-16 10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6:01.12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0 426,'16'-32,"2"1,0 1,3 0,18-21,-4 4,80-133,-101 155,-14 26,0-1,0 0,0 0,0 1,0-1,0 0,0 0,1 0,-1 1,0-1,0 0,0 0,1 0,-1 0,0 1,0-1,0 0,1 0,-1 0,0 0,0 0,1 0,-1 0,0 1,0-1,1 0,-1 0,0 0,0 0,1 0,-1 0,0 0,0 0,1-1,-1 1,0 0,0 0,1 0,-22 188,15-38,12 136,-6-275,2 3,-1 1,0-1,-2 1,0-1,0 1,-1-1,-1 0,0 1,-1-1,-1-1,-1 3,6-14,-1 0,0-1,0 1,0-1,1 1,-1-1,-1 1,1-1,0 0,0 1,0-1,-1 0,1 0,-1 0,1 0,-1 0,1 0,-1 0,1-1,-1 1,0 0,1-1,-1 0,0 1,0-1,1 0,-1 0,0 0,0 0,0 0,1 0,-1 0,0-1,0 1,1-1,-1 1,0-1,1 0,-1 0,1 1,-1-1,1 0,-1 0,1-1,0 1,-1 0,1 0,0-1,0 1,0 0,0-1,0 0,0 0,0 1,0 0,0 0,0 0,0 0,0 0,0 0,1 0,-1 0,0 0,1 0,-1 0,1-1,0 1,-1 0,1 0,0-1,0 1,-1 0,1 0,0-1,0 1,0 0,1-1,-1 1,0 0,0 0,1-1,-1 1,1 0,-1 0,1 0,0-1,-1 1,1 0,0 0,0 0,-1 0,1 0,0 1,0-1,0 0,0 0,0 0,1 1,-1-1,1 0,15-2,0-1,1 2,0 1,0 0,-1 1,11 2,10-1,216 1,-210-2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6:01.84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257 167,'-8'8,"1"1,0 0,0 1,1-1,0 1,1 0,0 1,1-1,0 1,1 0,0 0,0 0,1 0,1 0,0 1,0-1,1 1,1-1,0 0,0 1,1-1,1 0,0 0,0 0,1 0,1-1,-1 1,2-1,-1-1,2 1,-1-1,1 0,0 0,1 0,2 1,-3-5,1 1,0-1,0 0,0-1,1 1,-1-2,1 1,0-1,0-1,0 0,0 0,1 0,-1-1,0-1,1 0,-1 0,1 0,-1-2,0 1,0-1,1 0,-1-1,-1 0,1 0,0-1,-1 0,0-1,0 0,2-1,1-3,0-1,0 1,-1-2,-1 1,0-1,0-1,-1 0,0 0,-1 0,-1-1,0 0,-1 0,0-1,-1 1,0-1,-1 0,-1 0,0 0,-1-1,-1 1,0 0,-1-1,0 1,-1 0,-1 0,0 0,-1 0,-1 1,0-1,0 1,-1 0,-1 1,0-1,-1 2,-1-1,1 1,-2 0,-6-7,9 13,0 0,0 0,-1 0,1 1,-1 0,0 0,0 1,0 0,0 0,-1 1,1 0,-1 0,1 1,-1 0,0 1,1 0,-1 0,0 1,1 0,-1 1,1 0,-1 0,1 1,0 0,0 0,0 1,0 0,1 0,-1 1,1 0,-6 5,-15 16,1 2,0 1,3 1,0 2,2 0,1 1,2 1,0 4,4-11,-57 103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4:51.82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14398 8004,'4'18,"5"13,2 12,1 9,2 3,1 5,-3 1,-6-4,-10-1,-16-4,-4-11</inkml:trace>
  <inkml:trace contextRef="#ctx0" brushRef="#br0" timeOffset="772.573">14652 7456,'8'-6,"0"1,0 0,0 0,0 0,1 1,0 1,0 0,0 0,0 0,0 1,0 1,1-1,-1 2,1-1,-1 1,2 1,-8-1,0 1,0 0,0 0,0 0,0 0,-1 0,1 1,0-1,0 1,-1 0,1 0,-1 0,0 0,0 0,1 1,-1-1,-1 0,1 1,0 0,-1-1,1 1,-1 0,0 0,0 0,0 0,0 0,0 0,0 2,-5 90,-40 58,29-114,3 1,1 1,3 0,0 0,3 2,5-42,-1 0,1 0,0 0,-1 0,1 0,0 0,0 0,0 0,0 0,0 0,0 0,0 0,0 0,0 0,0 0,1 0,-1 0,0 0,1 0,-1 0,1 0,-1 0,1 0,-1 0,1 0,0-1,-1 1,1 0,0 0,0-1,-1 1,1-1,0 1,0 0,0-1,0 0,0 1,0-1,0 0,0 1,0-1,0 0,0 0,0 0,0 0,0 0,0 0,0 0,0 0,0 0,0 0,0 0,0-1,0 1,0-1,0 1,0 0,0-1,0 0,0 1,-1-1,1 1,0-1,0 0,-1 0,1 1,0-1,-1 0,1 0,15-14,-1 0,0 0,-2-2,1 0,-2 0,5-11,-9 17,14-22,-1-1,-2-1,-1-1,-1 0,-3-1,-1-1,2-11,-11-10,-4 58,-1 0,1 1,-1-1,0 1,1-1,-1 1,0 0,0-1,1 1,-1 0,0-1,0 1,1 0,-1 0,0 0,0 0,0 0,0 0,1 0,-1 0,0 0,0 0,0 0,1 0,-1 0,0 1,0-1,1 0,-1 1,0-1,0 0,1 1,-1-1,0 1,1-1,-1 1,1 0,-1-1,1 1,-1 0,1-1,-1 1,1 0,-1-1,1 1,0 0,0 0,-1-1,1 1,0 0,0 0,0 0,0-1,0 1,0 0,0 0,-9 18,2 1,0 0,1 0,1 0,1 1,1 0,1 0,0-1,2 1,0 0,2 0,0 0,3 11,-2-16,0 1,2-1,-1 0,2 0,0-1,1 1,1-1,0-1,1 1,1-2,0 1,0-1,2-1,-1 0,2 0,-1-1,14 8,-24-17,0-1,0 1,0-1,0 1,0-1,1 0,-1 0,0 0,1 0,-1-1,1 1,-1 0,0-1,1 0,-1 1,1-1,-1 0,1 0,-1-1,1 1,-1-1,1 1,-1-1,1 0,-1 1,0-1,1 0,-1-1,0 1,0 0,0-1,0 1,0-1,0 0,0 1,-1-1,2-1,4-12</inkml:trace>
  <inkml:trace contextRef="#ctx0" brushRef="#br0" timeOffset="1058.322">14812 7802,'-18'-4,"-11"-4,-2-3,6 1,14 1,20 3,23 3,24 1,22 1,17 1,8 0,-3 1,-8-1,-18 0,-20 1,-20-1,-22 0,-12 0</inkml:trace>
  <inkml:trace contextRef="#ctx0" brushRef="#br0" timeOffset="1479.197">15548 6894,'55'154,"-5"2,-8 3,-7 1,-4 17,-25-127,-2 0,-3-1,-1 1,-3 0,-2 0,-9 35,8-56,-2-1,0 0,-2 0,-1-1,-2-1,0 0,-2-1,0 0,-2-1,-1-1,0 0,-5 1,-28 25,36-35</inkml:trace>
  <inkml:trace contextRef="#ctx0" brushRef="#br1" timeOffset="-160117.119">7339 6920,'0'0</inkml:trace>
  <inkml:trace contextRef="#ctx0" brushRef="#br1" timeOffset="-142623.13">2353 1507,'6'33,"-1"2,-2-1,-2 0,-1 0,-4 34,-45 458,45-341,8-1,16 81,-10-160,-5 2,-4-1,-6 8,-2 490,-20-295,1 42,12-170,14 237,-14-251,15 92,-1-257,0 0,0 0,0 0,0 0,0 0,0 1,1-2,-1 1,1 0,0 0,-1 0,1 0,0 0,0 0,0-1,0 1,0 0,1-1,-1 1,1-1,-1 1,1-1,-1 0,1 0,-1 1,1-1,0 0,0 0,0-1,0 1,0 0,0-1,-1 1,1-1,1 0,-1 1,0-1,0 0,0 0,1-1,278 3,1133 40,-239-25,43-27,-153-18,-40-18,-75 14,-683 34,17 14,-103-5,-166-5,-39 0,-9-2,-4 0</inkml:trace>
  <inkml:trace contextRef="#ctx0" brushRef="#br1" timeOffset="-140109.007">2433 1787,'-4'0,"1"0,0 1,0 0,0-1,0 0,0 1,0-1,0-1,0 1,0 0,0-1,0 1,0-1,0 0,0 0,0 0,0-1,1 1,-1-1,0 1,1-1,-1 0,1 0,0 0,0 0,0 0,0-1,0 1,0-1,0 1,1-1,-1 0,1 1,-1-4,-2-17,2 0,0 0,2 0,1 0,0 0,2 0,0 0,4-6,-3 2,0 4,21-79,-23 100,1-1,-1 1,1 0,-1 0,1 1,0-1,-1 0,1 1,0 0,0-1,0 1,0 0,0 1,0-1,0 0,1 1,-1 0,0 0,0 0,0 0,1 0,-1 1,0-1,0 1,0 0,0 0,2 1,12 1,445 48,326-10,85-53,-731 9,315-15,85-17,-125 35,164 30,123 19,10-13,-658-31,945 49,-655-69,-158 2,53 14,-238 0,-1 1,1-1,-1 0,0 1,1 0,-1-1,0 1,0 0,0 0,0 0,-1 0,1 0,0 1,-1-1,1 0,-1 1,0-1,0 1,0 0,0-1,-1 1,1 0,-1-1,1 1,-1 0,0 0,0-1,0 1,0 0,-1 0,1 0,-1-1,0 1,1 0,-1-1,-2 3,2 23,28 128,-6-63,5 102,-6 56,0-11,70 425,-71-514,-2 127,-12-188,3-1,17 77,-9-87,-4 0,-3 1,-3 22,-21 333,15-350,2-11,-4 0,-3-1,-13 70,10-89,2 1,2 0,4 54,1-81,-28 172,11-113,15-86,-1 1,0-1,1 0,-1 1,0-1,0 0,0 0,0 0,0 0,0-1,0 1,-1 0,1-1,0 1,0-1,0 0,-1 0,1 0,0 0,0 0,0-1,-1 1,1-1,0 1,0-1,0 0,0 1,0-1,0 0,0-1,0 1,0 0,-1-2,-2 1,-45-20,-2-4</inkml:trace>
  <inkml:trace contextRef="#ctx0" brushRef="#br1" timeOffset="-138719.624">2340 3726,'212'-21,"191"-6,108 19,22-1,430-21,1976 31,-1578-1,-1152 6,150 26,195 24,-460-45,-114-9,-17-1,-6-1</inkml:trace>
  <inkml:trace contextRef="#ctx0" brushRef="#br1" timeOffset="-137705.779">4465 1439,'5'-19,"-1"28,-1 36,19 699,-42 797,-3-1042,23 101,9-429,-7 0,-8 0,-8 0,-19 79,10-142,24-108,-1 0,0 0,1 0,-1-1,1 1,-1 0,0 0,1 0,-1 0,1 0,-1 0,1 0,-1 0,0 0,1 0,-1 0,1 0,-1 0,1 0,-1 0,0 0,1 0,-1 0,1 1,-1-1,0 0,1 0,-1 0,1 1,-1-1,0 0,1 1,-1-1,0 0,0 1,1-1,-1 0,0 1,0-1,0 1,1-1,-1 0,0 1,0-1,10-20</inkml:trace>
  <inkml:trace contextRef="#ctx0" brushRef="#br1" timeOffset="-136837.306">6470 1666,'39'-69,"-38"69,0-1,0 1,-1-1,1 1,0-1,0 1,0 0,0-1,0 1,-1 0,1 0,0 0,0 0,0 0,0 0,0 0,0 0,0 0,0 0,-1 0,1 1,0-1,0 0,0 0,0 1,0-1,-1 1,1-1,0 1,0-1,-1 1,1 0,0-1,-1 1,1 0,-1-1,1 1,-1 0,1 0,-1-1,1 1,-1 0,0 0,0 0,1 0,-1 0,0 0,0-1,0 1,0 0,0 0,0 0,0 0,0 0,0 0,0 0,-1 0,1 0,11 160,-11-119,1 57,3 243,24 96,-1-202,3 6,-4 199,-34-250,-20 102,6-87,9 30,15-144,4 0,5 0,3-1,5 0,18 52,-25-98,16 51,-4 1,-5 0,3 68,-22-160,2 3,-2 0,1 0,-1 0,-1 0,1 0,-1 0,-1 0,1-1,-1 1,-1 1,0-11,1-7</inkml:trace>
  <inkml:trace contextRef="#ctx0" brushRef="#br1" timeOffset="-135991.567">8328 1600,'0'188,"-15"934,13-1093,-9 228,10 0,14 32,28 73,11 149,-34 150,-18-641,-2-8,2-1,-1 1,2 0,-1 0,2 0,0-1,0 1,1 0,0-1,1 0,0 0,1 0,2 3,-5-11,0-1,0 0,0 0,0 0,0 0,0 0,1 0,-1 0,1-1,-1 1,1-1,0 0,-1 0,1 0,0 0,0 0,0-1,0 1,0-1,0 0,0 1,0-2,0 1,0 0,0 0,2-2,10-6</inkml:trace>
  <inkml:trace contextRef="#ctx0" brushRef="#br1" timeOffset="-134610.373">682 357,'63'60,"4"-16,1-3,2-3,1-3,24 6,246 96,-128-54,107 63,-208-84,-2 5,48 43,-140-96,1-1,0 0,2-1,-1-1,1-1,11 3,-28-11,-1 0,0 0,1 0,-1 0,0 0,0 1,0 0,-1-1,1 1,-1 0,1 0,-1 0,0 1,0-1,0 1,-1-1,1 1,-1-1,0 1,0 0,0 0,0 0,-1 0,-1 2,-2-3</inkml:trace>
  <inkml:trace contextRef="#ctx0" brushRef="#br1" timeOffset="-131289.92">441 691,'-52'69,"32"-44,0 0,2 1,1 0,1 2,1 0,1 1,2 0,-8 29,16-42,1-1,1 0,1 1,0-1,0 1,2-1,1 14,-1-25,-1 0,1 0,0 0,0 0,0-1,1 1,-1 0,1-1,0 1,0-1,0 1,0-1,1 0,-1 0,1 0,0 0,0-1,0 1,0-1,0 0,1 1,-1-1,1-1,-1 1,1-1,0 1,0-1,0 0,-1 0,1-1,0 1,4-1,3-1,1-2,-1 0,0 0,1-1,-1 0,-1-1,1 0,-1-1,0 0,0 0,-1-1,0-1,0 1,0-1,-1-1,-1 0,1 0,-1 0,-1-1,0 0,0-1,-1 1,0-1,6-11,0-1,-1 0,-1 0,-2-1,0 0,-2 0,0-1,-2 1,0-1,-2 0,-1-15,0 35,0-1,-1 1,1 0,-1 0,0 0,0 0,-1 0,1 0,-1 1,0-1,-1 0,1 1,-1-1,0 1,0 0,0 0,0 0,-1 0,1 1,-1-1,0 1,0 0,-1 0,1 1,-1-1,1 1,-1 0,0 0,0 0,0 1,1 0,-2 0,1 0,0 0,0 1,0 0,0 0,0 0,0 1,-5 1,4 2,-1 1,1 0,1 1,-1-1,1 1,0 0,0 1,1-1,0 1,0 0,0 0,1 0,0 1,1-1,0 1,0-1,0 1,1 0,0 0,0 0,1-1,0 1,1 0,1 7,2 28,2 0,2 0,2-1,2-1,1 1,3-2,1 0,6 7,54 148,-62-137,-12-37</inkml:trace>
  <inkml:trace contextRef="#ctx0" brushRef="#br1" timeOffset="-130995.183">802 1359,'0'-278,"22"473,30 82,-42-219</inkml:trace>
  <inkml:trace contextRef="#ctx0" brushRef="#br1" timeOffset="-130021.204">1564 2696,'-8'2,"0"1,1 0,0 0,-1 1,1 0,1 0,-1 0,0 1,1 0,0 0,0 1,1 0,0 0,0 0,0 1,0-1,1 1,0 0,1 0,0 1,0-1,0 1,1 0,0-1,1 1,-1 0,2 0,-1 0,1 0,0 0,1 0,0 0,0 0,0 0,3 6,-1-7,0 0,0 0,0 0,1-1,0 0,0 0,1 0,-1 0,1-1,1 1,-1-1,1-1,0 1,0-1,0 0,0 0,1-1,0 0,-1 0,1 0,0-1,1 0,-1-1,0 1,0-1,1-1,-1 1,1-1,-1-1,0 1,1-1,-1 0,0-1,0 0,1 0,-1-1,-1 0,1 0,0 0,-1-1,0 0,0 0,0-1,0 1,-1-1,1-1,3-4,-4-2,0 0,-1 0,-1 0,0 0,-1-1,0 1,0-1,-2 1,1-1,-2 0,0 1,0-1,-1 1,-1-1,0 1,0 0,-2 0,1 0,-1 1,-1-1,0 1,-1 1,-1-3,6 9,-1-1,1 0,-1 1,0 0,0 0,0 0,-1 0,1 0,-1 0,0 1,0 0,0 0,0 0,-1 0,1 1,-1 0,0-1,0 2,0-1,0 1,0-1,0 1,0 1,0-1,0 1,0 0,-1 0,1 0,0 1,0 0,0 0,0 0,0 1,0-1,-2 2,-2 4,1 0,0 1,0 0,1 0,0 0,1 1,0 0,0 0,1 1,0 0,0 0,1 0,1 0,0 1,0-1,1 1,0 0,1 0,0 4,-4 28</inkml:trace>
  <inkml:trace contextRef="#ctx0" brushRef="#br1" timeOffset="-129174.436">1390 4634,'134'-220,"-132"217,12-17,-14 20,0 0,0-1,0 1,1 0,-1 0,0 0,0-1,0 1,1 0,-1 0,0 0,0 0,1-1,-1 1,0 0,0 0,1 0,-1 0,0 0,0 0,1 0,-1 0,0 0,1 0,-1 0,0 0,0 0,1 0,-1 0,0 0,1 0,-1 0,0 0,0 0,1 0,-1 1,0-1,0 0,1 0,-1 0,0 0,0 1,0-1,1 0,-1 0,0 1,0-1,0 0,0 0,0 1,1-1,-1 0,0 0,0 1,0-1,0 0,0 0,0 1,0-1,0 0,0 1,0-1,0 0,0 0,0 1,0-1,0 0,0 1,-3 147,-6 335,11-399</inkml:trace>
  <inkml:trace contextRef="#ctx0" brushRef="#br1" timeOffset="-127235.595">1738 116,'-18'6,"0"0,0 0,1 2,0 0,1 1,0 1,0 1,1 0,1 1,0 0,0 1,1 1,1 0,0 0,1 2,1-1,0 1,1 1,1 0,0 0,2 0,0 1,-1 4,4-13,1 0,0 0,0 0,1 0,0 0,1 1,-1-1,2 0,-1 0,2 2,-1-7,-1-1,1 1,1-1,-1 0,0 1,1-1,0 0,-1 0,1 0,0 0,1 0,-1 0,1-1,-1 1,1-1,0 1,0-1,-1 0,2 0,-1-1,0 1,0 0,1-1,-1 0,0 0,1 0,0 0,3 0,1 0,0-1,-1 1,1-2,0 1,0-1,-1 0,1-1,-1 1,1-2,-1 1,0-1,0 0,0 0,0-1,0 0,-1 0,2-2,7-5,-1-1,0 0,-1-2,0 1,-1-1,0-1,0-2,1-4,0-2,-1 1,-1-2,-2 1,0-1,-1-1,-2 0,0 0,-2 0,-1 0,-1-1,-1 1,-1-15,-1 33,1 1,-1 0,-1-1,1 1,-1 0,0-1,0 1,-1 0,0 0,0 1,-1-1,3 4,0 0,-1 0,1 1,-1-1,1 0,-1 1,0-1,0 1,0 0,0-1,0 1,0 0,0 0,0 0,0 1,0-1,-1 0,1 1,0 0,0-1,-1 1,1 0,0 0,-1 0,1 1,0-1,0 0,-1 1,1-1,0 1,0 0,-2 1,-1 0,0 1,0 0,1 0,-1 1,1-1,0 1,0 0,0 0,1 0,-1 1,1-1,0 1,0 0,1-1,-1 1,1 1,0-1,1 0,-1 1,-15 105,18-70,3 0,1 0,2-1,1 0,3 0,2 2,29 135,-38-144</inkml:trace>
  <inkml:trace contextRef="#ctx0" brushRef="#br1" timeOffset="-126707.01">1939 517,'-8'11,"1"-1,0 1,0 0,2 0,-1 1,1-1,1 1,0 1,1-1,0 0,1 1,0 4,2-15,0 1,0 0,0 0,0 0,0-1,1 1,0 0,-1 0,1-1,0 1,0-1,0 1,1-1,-1 1,1-1,-1 0,1 1,0-1,0 0,0 0,0 0,0-1,0 1,1 0,-1-1,0 1,1-1,-1 0,1 0,0 0,-1 0,1 0,0-1,-1 1,1-1,0 0,0 0,4 1,0-1,-1-1,1 1,0-1,-1 0,1-1,-1 0,1 0,-1 0,0-1,0 1,0-2,0 1,0-1,0 0,-2 2,0-1,-1 1,0-1,1 1,-1-1,0 0,0 0,0-1,-1 1,1-1,-1 1,0-1,0 0,0 1,-1-1,1 0,-1 0,0-1,0 1,0 0,0 0,-1 0,0-1,0 1,0 0,0 0,-1-1,0 1,0 0,0 0,0 0,0 0,-1 0,0 0,-1-2,-1 2,1 0,-1 0,0 1,0-1,0 1,0 0,0 0,-1 1,1-1,-1 1,0 0,0 0,0 1,0-1,0 1,0 0,0 0,0 1,-1 0,1 0,0 0,0 0,0 1,-1 0,1 0,0 0,0 1,0-1,1 1,-1 1,0-1,1 1,-1-1,1 1,0 0,0 1,0-1,0 1,1 0,-1 0,1 0,0 0,0 1,-1 2,-2 19,5-2</inkml:trace>
  <inkml:trace contextRef="#ctx0" brushRef="#br1" timeOffset="-126411.797">2192 303,'7'7,"9"9,11 11,7 7,6 6,4 4,2 1,-3 1,-3-3,-7-8,-7-6,-5-8,-6-11,-6-6</inkml:trace>
  <inkml:trace contextRef="#ctx0" brushRef="#br1" timeOffset="-126149.469">2566 329,'-18'-2,"-10"6,-8 14,-2 15,-4 15,-1 14,0 9,0 7,7-10</inkml:trace>
  <inkml:trace contextRef="#ctx0" brushRef="#br1" timeOffset="-125544.229">3302 958,'-10'37,"2"0,1 1,2 0,1 22,4-57,-1 0,1 0,0 0,0 1,0-1,1 0,-1 0,1 0,0 0,0 0,0 0,0 0,0 0,1 0,-1 0,1 0,0-1,0 1,0-1,0 1,0-1,0 0,1 0,-1 0,1 0,-1 0,1-1,0 1,0-1,0 0,0 1,0-1,0-1,0 1,0 0,0-1,0 0,1 1,-1-1,3-1,0 0,0 0,-1 0,1-1,0 1,-1-1,1-1,-1 1,0-1,0 0,0 0,0 0,0-1,-1 0,1 0,-1 0,0 0,0-1,-1 0,1 1,-1-1,0-1,0 1,-1 0,2-5,-1 2,0 0,-1 0,0 0,0 0,-1 0,0 0,0-1,-1 1,0 0,-1-1,0 1,0 0,0 0,-1-1,-1 1,1 1,-1-1,-1-1,2 3,-1 1,0 0,0 0,-1 0,1 0,-1 0,0 0,0 1,-1 0,1 0,-1 0,0 1,0-1,0 1,0 0,-1 0,1 1,-1 0,0 0,0 0,1 1,-1 0,0 0,0 0,0 1,0 0,-1 0,1 0,0 1,0 0,2 2,1 0,-1 0,1 1,0-1,0 1,0 0,1 0,-1 0,1 0,0 1,0-1,0 0,1 1,0-1,0 1,0 0,0-1,1 1,-1 0,1 0,0-1,1 1,-1 0,1 0,0-1,0 1,1-1,-1 1,1-1,0 1,0-1,2 4,14 24</inkml:trace>
  <inkml:trace contextRef="#ctx0" brushRef="#br1" timeOffset="-125236.431">3716 1172,'0'1,"-1"1,1-1,0 0,0 1,0-1,0 0,0 1,0-1,0 0,0 1,0-1,0 0,1 0,-1 1,1-1,-1 0,1 0,-1 0,1 1,0-1,-1 0,1 0,0 0,0 0,0 0,0 0,0-1,0 1,0 0,0 0,0-1,0 1,1-1,-1 1,0-1,0 1,1-1,-1 0,0 1,1-1,54-1,-49-1,0 1,-1-1,1 0,-1-1,1 0,-1 0,0 0,-1-1,1 0,0 0,-1 0,0-1,0 1,0-1,-1-1,1 1,-1-1,-1 1,1-1,-1 0,0 0,0-1,-1 1,0-1,0 1,0-1,-1 0,0 1,0-1,-1 0,0 0,0 0,0 0,-1 0,0 1,-1-1,1 0,-1 1,-1-1,1 2,0 0,0 0,-1 1,0-1,0 1,0 0,-1-1,1 2,-1-1,0 0,0 1,0 0,-1 0,1 0,-1 0,0 1,0-1,1 1,-1 0,-1 1,1 0,0-1,0 1,0 1,-1-1,1 1,0 0,-1 0,1 1,0 0,-1 0,1 0,0 0,0 1,0 0,0 0,0 0,1 0,-1 1,0 0,1 0,-4 3,2 1,1 0,-1 0,2 1,-1-1,1 1,0 0,0 0,1 1,0-1,0 1,1-1,0 1,1 2,-4 30</inkml:trace>
  <inkml:trace contextRef="#ctx0" brushRef="#br1" timeOffset="-124477.461">5388 825,'-8'4,"1"1,-1 1,1-1,1 1,-1 0,1 1,0 0,1 0,0 0,0 0,0 1,1 0,0 0,0 0,1 0,0 1,1-1,0 1,0 0,1 0,0 0,0 0,1-1,0 1,1 0,0 0,0 0,1 0,0-1,1 1,0-1,0 1,1-1,0 0,0 0,1-1,0 1,0-1,1 0,-1 0,2-1,-1 0,1 0,0 0,0-1,1 0,-1-1,1 1,0-1,0-1,4 1,-9-3,1 0,-1-1,1 1,0-1,-1 0,1 0,-1 0,1-1,0 1,-1-1,1 0,-1 0,1 0,-1 0,0-1,1 1,-1-1,0 0,0 0,0 0,0 0,-1-1,1 1,-1-1,1 0,-1 1,0-1,0 0,0-1,0 1,0 0,-1 0,0-1,0 1,0-1,0 1,0-1,0 1,-1-1,3-8,0 0,-1-1,0 1,-1 0,0-1,-1 1,-1 0,0-1,0 1,-1 0,-1-1,0 1,-1 1,0-1,-1 0,0 1,0 0,-2 0,1 1,-1 0,5 8,1 0,-1 0,0 0,1 1,-1-1,0 1,0-1,0 1,0 0,0 0,0 0,-1 0,1 0,0 0,0 1,-1-1,1 1,0-1,-1 1,1 0,-1 0,1 0,0 0,-1 0,1 1,-1-1,1 1,0 0,0-1,-1 1,1 0,0 0,0 1,0-1,0 0,0 1,0-1,0 1,1 0,-1-1,1 1,-1 0,1 0,-1 0,1 0,0 1,-24 65,18-30</inkml:trace>
  <inkml:trace contextRef="#ctx0" brushRef="#br1" timeOffset="-124192.709">5761 1078,'0'-343,"4"479,6-1,16 69,-16-141</inkml:trace>
  <inkml:trace contextRef="#ctx0" brushRef="#br1" timeOffset="-123330.486">9117 1239,'0'-260,"-15"400,2 121,13-224</inkml:trace>
  <inkml:trace contextRef="#ctx0" brushRef="#br1" timeOffset="-122977.431">9371 1199,'-3'5,"1"1,0 0,0 0,0-1,1 2,0-1,0 0,0 0,1 0,0 0,0 0,1 1,-1-1,1 0,1 0,-1 0,1 0,0 0,0 0,1-1,0 1,0-1,0 0,1 0,-1 0,1 0,0 0,1-1,-1 0,1 1,0-2,0 1,0-1,0 0,6 3,-5-5,0 1,0-2,1 1,-1-1,0 0,0 0,0 0,0-1,1 0,-1 0,0-1,-1 1,1-1,0-1,0 1,-1-1,1 0,-1 0,0-1,0 1,0-1,-1 0,1-1,-1 1,0-1,0 0,-1 0,2-2,0 1,-1-1,0 1,0-1,-1 0,1 0,-2-1,1 1,-1 0,0-1,0 0,-1 1,0-1,-1 0,0 0,0 0,0 0,-1 1,0-1,-1 0,1 1,-2-1,0-2,1 7,1-1,-1 1,0-1,0 1,-1-1,1 1,-1 0,0 0,0 0,0 1,0-1,0 1,0 0,-1-1,1 1,-1 1,0-1,1 1,-1-1,0 1,0 0,0 0,0 1,0-1,0 1,0 0,0 0,0 0,0 0,0 1,0 0,-1 0,-8 2,1 1,0 0,1 1,-1 0,1 1,0 0,0 1,1 0,-9 8,-32 32,6 2</inkml:trace>
  <inkml:trace contextRef="#ctx0" brushRef="#br1" timeOffset="-122295.868">7165 1052,'0'-20,"0"-15,0-4,0-4,0 5,0 5,0 11,0 16,0 20,-2 22,-1 18,-2 13,0 8,0-1,2-6,1-7,3-11,1-12</inkml:trace>
  <inkml:trace contextRef="#ctx0" brushRef="#br1" timeOffset="-122026.056">7459 1065,'0'-20,"0"-17,3-5,0-1,0 2,-1 11,2 17,0 23,2 22,2 22,-1 20,-1 16,-4 10,-2-11</inkml:trace>
  <inkml:trace contextRef="#ctx0" brushRef="#br1" timeOffset="-121517.417">6564 1453,'0'-2,"2"5,1 15,2 19,3 22,-1 19,0 15,-3-9</inkml:trace>
  <inkml:trace contextRef="#ctx0" brushRef="#br1" timeOffset="-116503.222">11122 3552,'-1'0,"0"0,0-1,0 1,-1 0,1-1,0 1,0-1,0 1,0-1,0 0,0 1,0-1,0 0,0 0,0 0,0 0,1 0,-1 0,0 0,1 0,-1 0,0 0,1 0,-1 0,1 0,0-1,-1 0,-134-320,134 319,0 2,1-1,0 1,-1 0,1 0,-1 0,1 0,-1 0,0 0,1 0,-1 0,0 0,0 0,0 1,0-1,0 0,0 0,0 1,0-1,0 1,0-1,0 1,0-1,0 1,0-1,0 1,0 0,-1 0,1 0,0 0,-1-20,4-56,-1 74,1 0,-1 0,1 1,-1-1,1 1,0 0,0-1,-1 1,1 0,0 0,0 0,0 0,0 0,1 1,-1-1,0 1,0-1,0 1,1 0,-1 0,0 0,0 0,0 0,1 0,-1 1,0-1,0 1,0-1,0 1,0 0,0 0,0 0,2 1,8 1,65 7,0-3,0-3,6-4,-77 0,-5 0,0-1,1 1,-1 0,0 0,1-1,-1 1,0 0,0 0,1 0,-1 0,0 0,0 1,1-1,-1 0,0 1,0-1,1 0,-1 1,0 0,0-1,0 1,0 0,0-1,0 1,0 0,0 0,0 0,0 0,0 0,0 0,-1 0,1 0,0 0,-1 0,1 0,-1 1,0-1,1 0,-1 0,1 2,-22 187,12 52,10 30,12 42,-12-311,-1 1,1-1,-1 1,0-1,0 0,-1 1,1-1,-1 1,0-1,0 0,0 1,0-1,0 0,-1 0,1 0,-1 0,0 0,0 0,0 0,0-1,0 1,-1-1,1 0,-1 1,0-1,0 0,0-1,0 1,0 0,0-1,0 0,0 1,-1-1,1 0,0-1,-1 1,-1-1,-9-1,-1 0,1-2,0 1,0-2,1 0,-1-1,1 0,0-1,0 0,1-1,-1-1,2 0,-1 0,1-1,0-1,1 0,0 0,1-1,-7-9,10 13,0 1,0-1,0-1,1 1,0 0,1-1,0 0,0 0,1-1,-1 1,2-1,-1 0,1 1,1-1,0 0,0 0,1 0,0 0,0 0,1 0,1-4,2 7,1 0,0 1,1 0,0 0,-1 1,1-1,1 1,-1 0,1 1,-1 0,1 0,0 0,0 1,0 0,0 0,1 1,-1 0,0 0,1 1,-1 0,1 0,1 1,17-4,214-32,-202 25</inkml:trace>
  <inkml:trace contextRef="#ctx0" brushRef="#br1" timeOffset="-115554.235">11603 3872,'41'-39,"-2"-1,-3-3,11-16,-3-2,-44 62,1-1,-1 0,1 0,0 0,-1 0,1 0,-1 0,1 0,-1 1,1-1,-1 0,1 0,-1 1,1-1,-1 0,1 1,-1-1,0 1,1-1,-1 1,0-1,1 0,-1 1,0-1,1 1,-1-1,0 1,0-1,0 1,0 0,1-1,-1 1,0-1,0 1,0-1,0 1,0 0,0-1,0 1,-1-1,1 1,0-1,0 1,0-1,0 1,-1-1,1 1,0-1,-1 1,1-1,0 1,-1-1,1 1,0-1,-13 233,11 29,2-238,0-21,1-2,-1 1,1 0,-1-1,0 1,0 0,0-1,0 1,0 0,0-1,0 1,0-1,-1 1,1 0,-1-1,1 1,-1-1,0 1,1-1,-1 1,0-1,0 1,0-1,0 0,0 0,0 1,-1-1,1 0,0 0,-1 0,1 0,0-1,-1 1,1 0,-1 0,0-1,-1 1,-72-6,71-1,18 2,350-26,-339 27,-10 0</inkml:trace>
  <inkml:trace contextRef="#ctx0" brushRef="#br0" timeOffset="-38950.623">6016 2750,'-11'-266,"-1"163,7 45,-2 1,-3 1,-2 0,-2 0,-14-29,12 54,-1-1,-1 2,-2 1,-1 0,-1 1,-9-7,19 24,0 0,-1 1,0 0,-1 1,0 0,0 1,-1 1,0 0,0 1,-1 1,-1 0,-9-4,-1 2,0 1,0 1,0 1,-1 1,1 2,-11 1,21 0,-10-1,1 2,0 0,0 2,0 1,0 1,-18 7,41-11,-23 6,1 2,0 1,0 0,1 2,0 1,1 1,1 1,-20 17,-7 16,2 2,3 1,-8 15,36-41,1 0,2 1,0 0,1 1,2 2,-62 172,29 89,29-92,7-17,-4 85,-3-138,7 1,6 79,1-122,-14 169,15 70,13-147,-2-40,3 5,-8-89,2-1,3 0,2-1,3-1,7 14,65 143,-78-182,1-1,2 0,1-1,0 0,2-1,7 6,84 132,-92-145,1 0,0-1,2 0,-1-1,2-2,-1 0,2-1,0 0,0-2,0-1,10 2,-7-5,2-1,-1-1,0-1,1-2,-1 0,4-2,25 0,-38 2,1-1,-1 0,0-2,0 0,0-1,-1 0,14-6,4-5,-1 0,0-2,-1-2,-1-1,-1-1,22-22,-37 29,0 0,-2-1,0-1,0 0,-2 0,0-2,-1 1,0-1,-2 0,0-1,-1 1,-1-1,37-122,12-93,-38 123,-5 0,-5 0,-4 0,-6-7,-10-253,7 1,2 166,-8-79,8 247,-8-76,-6 1,-11-31,-29-27,59 169,0-1,0 1,-1-1,1 1,0-1,0 1,0-1,0 0,-1 1,1-1,0 1,0-1,0 1,0-1,1 1,-1-1,0 1,0-1,0 0,0 1,0-1,1 1,-1-1,0 1,0-1,1 1,-1 0,0-1,1 1,-1-1,1 1,-1 0,0-1,1 1,-1 0,1-1,-1 1,1 0,-1 0,1-1,-1 1,1 0,-1 0,1 0,-1 0,1 0,0 0,-1 0,1 0,-1 0,1 0,9 2</inkml:trace>
  <inkml:trace contextRef="#ctx0" brushRef="#br0" timeOffset="-36964.108">4772 4474,'50'-36,"202"-162,-97 91,-154 106,0 0,0 0,0 0,1 0,-1 0,0 0,1 0,-1 0,0 1,1-1,-1 0,1 1,0-1,-1 1,1 0,-1 0,1-1,-1 1,1 0,0 0,-1 0,1 1,-1-1,1 0,0 1,-1-1,1 1,-1-1,1 1,-1-1,0 1,1 0,-1 0,0 0,1 0,-1 0,0 0,0 0,1 1,5 143,-24 221,6-231,6 1,8 66,-1-189,-4 30,-7-41</inkml:trace>
  <inkml:trace contextRef="#ctx0" brushRef="#br0" timeOffset="-36589.461">4946 5223,'16'0,"14"-3,16 0,12 0,11 1,8 1,2-3,-3 1,-6 0,-10 0,-10 2,-12 0,-12 3,-20 3,-11 1</inkml:trace>
  <inkml:trace contextRef="#ctx0" brushRef="#br0" timeOffset="-33499.892">8810 4420,'19'-13,"61"-59,-3-2,-4-4,35-49,-47 61,-60 65,0 1,0 0,1 0,-1-1,0 1,0 0,1 0,-1 0,0 1,0-1,1 0,-1 0,0 1,0-1,1 0,-1 1,0 0,0-1,0 1,0 0,0-1,0 1,0 0,0 0,0 0,0 0,-1 0,1 0,0 0,0 0,-1 0,1 0,-1 0,1 0,-1 0,0 1,1-1,-1 0,0 0,0 1,0-1,0 0,0 0,0 1,0-1,0 0,0 0,-1 1,2 0,6 43,-2 1,-1 0,-3 0,-3 25,1-10,-22 324,17-129,6-252,-1 0,1 0,-1 0,0 0,0 0,0 0,-1 0,1 0,-1 0,0 0,0-1,0 1,-1-1,1 1,-1-1,0 0,0 0,0 0,0-1,0 1,-1-1,1 1,-1-1,0 0,1-1,-1 1,0-1,0 1,0-1,0 0,0-1,-1 1,0-1,2 1,1-1,0 1,0-1,-1 0,1 0,0 0,0 0,-1 0,1-1,0 1,0-1,-1 1,1-1,0 0,0 0,0 0,0 0,0 0,0-1,0 1,1 0,-1-1,0 1,1-1,-1 0,1 0,0 1,-1-2,3 1,1 1,0-1,-1 1,1-1,0 1,0 0,-1 0,1 0,0 0,0 0,0 0,1 0,-1 1,0-1,0 1,0 0,0-1,1 1,-1 0,1 0,1 0,372-28,-292 18,-76 7,-6-1</inkml:trace>
  <inkml:trace contextRef="#ctx0" brushRef="#br0" timeOffset="-28855.597">9759 2816,'4'-22,"-1"0,-1 0,-1 0,-1 0,-1-1,-1 1,0 0,-2 0,-1 0,-5-15,-71-193,69 187,-2 1,-2 0,-2 1,-2 1,-2 1,-19-28,15 26,18 25,-1 0,0 0,-1 1,-1 0,0 1,-1 0,-1 0,0 2,0 0,-2 0,1 1,-1 1,-1 0,0 1,-15-6,-1 9,-1 1,1 1,-1 2,1 1,-1 2,0 1,-24 5,47-6,-4 1,-95 20,104-18,-1 1,0 0,1 0,0 0,0 1,1 0,0 0,0 0,0 0,0 1,1-1,-2 7,-1-1,-107 186,100-179,0 0,2 0,1 2,0-1,1 1,1 1,2-1,0 1,1 0,1 1,0 3,-32 364,26-32,5-295,1-1,4 1,3 0,9 54,-1-48,-3 0,-2 0,-4 1,-4 37,-24 408,26 448,1-908,2 0,3 0,1-1,4 0,1 0,3-1,10 20,61 204,-72-252,1 0,1-1,2-1,0 0,1-2,1 0,1-1,1-1,1-1,0-1,17 9,-20-13,1-1,0-1,1-1,0-1,0-1,1-1,0-1,0-1,1-1,-1-1,18 0,-25 0,0-2,1 0,-1-1,1 0,-1-1,1-1,-1-1,0 0,0-2,0 1,0-2,-1 0,0-1,0 0,-1-1,0-1,0 0,9-10,2-10,-2-1,-1-2,-2 0,-1-1,-1-1,-2-1,-2 0,-1-1,-1-3,32-109,-7-1,-7-2,10-139,-29 155,-7-122,-1 2,6 99,2-41,-11-117,-15 158,-22-86,-4-33,33 210,-4 0,-2 1,-22-62,-4-66,6 91,28 96,3 5</inkml:trace>
  <inkml:trace contextRef="#ctx0" brushRef="#br0" timeOffset="-25386.097">2272 7362,'0'-40,"2"3,-2-1,-1 1,-2-1,-2 1,-1 0,-2 0,-10-27,17 61,1-1,-1 1,0 0,0 0,-1-1,1 1,-1 0,0 0,1 0,-1 1,-1-1,1 0,0 1,-1-1,1 1,-1 0,1 0,-1 0,0 0,0 0,0 1,0-1,0 1,-1 0,1 0,0 0,-1 0,1 1,0-1,-1 1,-1 0,4 0,0 0,0 1,1-1,-1 0,0 1,0-1,1 1,-1-1,0 1,1 0,-1-1,1 1,-1 0,1-1,-1 1,1 0,-1-1,1 1,0 0,-1 0,1 0,0-1,0 1,0 0,-1 0,1 0,0 0,0 0,0-1,0 1,1 0,-1 0,0 0,0 0,0-1,1 1,-1 0,0 0,1-1,-1 1,1 0,-1 0,1-1,-1 1,1 0,-1-1,1 1,0-1,-1 1,1-1,0 1,-1-1,1 1,0-1,0 0,0 1,-1-1,1 0,0 0,0 0,0 1,0-1,-1 0,1 0,0 0,0 0,202 11,-198-9,0-1,0 1,-1 1,1-1,-1 1,0 0,0 0,0 0,0 0,0 1,-1-1,0 1,1 0,-1 0,-1 0,1 1,0-1,-1 1,0 1,31 97,-29-88,61 378,-53-314,-3 1,-4 0,-4 43,-22-13,20-105,-1-1,0 0,0 0,0 0,0 0,0-1,-1 1,0 0,0-1,0 0,0 0,-1 0,1 0,-1 0,1-1,-1 1,0-1,0 0,0 0,0-1,-1 1,1-1,-3 1,-7-3,0 0,0-1,1 0,-1-1,1 0,-1-1,1-1,0 0,1-1,-1 0,1-1,1-1,-1 0,1 0,0-1,1 0,0-1,1 0,-4-5,-56-72,66 82,0 1,1-1,0 0,-1 0,2-1,-1 1,1 0,0-1,0 1,0 0,1-1,-1 1,1-1,1 1,-1-1,1 1,0-1,0 1,1-1,2 1,0 0,0 1,0 0,1-1,0 2,0-1,0 0,0 1,1 0,-1 0,1 1,0 0,-1 0,1 0,0 0,0 1,0 0,1 0,-1 1,0 0,0 0,0 0,0 1,0 0,1 0,3-1,47 0,180-14,-101-11,-101 19</inkml:trace>
  <inkml:trace contextRef="#ctx0" brushRef="#br0" timeOffset="-24760.252">2861 8030,'28'-65,"-19"51,72-128,-81 143,0 0,0 0,0-1,0 1,0 0,1 0,-1-1,0 1,1 0,-1-1,0 1,1 0,-1-1,1 1,-1-1,1 1,-1 0,1-1,-1 1,1-1,0 0,-1 1,1-1,0 1,-1-1,1 0,0 0,-1 1,1-1,0 0,0 0,-1 0,1 0,0 0,0 0,-1 0,1 0,0 0,0 0,-1 0,1-1,0 1,0 0,-1 0,1-1,0 1,-1 0,1-1,0 1,-1-1,1 1,-1-1,1 1,-1-1,1 1,-1-1,1 0,-1 1,0-1,1 0,-1 1,0-1,1 0,-1 0,0 1,0-1,0 0,0 0,1 0,9 45,-1 0,-2 0,-2 1,-3 0,-1 13,1-42,-1 0,-1 0,-1 0,0-1,-1 1,-1 0,0-1,-1 1,-1-1,0 0,-1-1,0 1,-2-1,-2 5,8-16,-1-1,1 1,0-1,-1 1,1-1,-1 0,0 0,0 0,0 0,0-1,0 1,0-1,0 0,-1 1,1-2,0 1,-1 0,1-1,0 1,-3-1,92-4,131 3,-185 1</inkml:trace>
  <inkml:trace contextRef="#ctx0" brushRef="#br0" timeOffset="-24402.989">3609 7602,'5'3,"8"0,11-1,13 1,11-2,9 0,4 0,-1-1,-8 0,-9 2,-12 3,-11 1</inkml:trace>
  <inkml:trace contextRef="#ctx0" brushRef="#br0" timeOffset="-24152.631">3677 7910,'22'6,"20"4,15-2,13-1,2-2,-1-2,-12-1</inkml:trace>
  <inkml:trace contextRef="#ctx0" brushRef="#br1" timeOffset="-162488.871">5761 6867,'0'0</inkml:trace>
  <inkml:trace contextRef="#ctx0" brushRef="#br1" timeOffset="-160962.122">5761 6867,'0'0</inkml:trace>
  <inkml:trace contextRef="#ctx0" brushRef="#br0" timeOffset="-23433.547">4719 6733,'29'954,"4"-7,-32-903,4 70,-6-1,-9 57,22-187,-4-3,-1 0</inkml:trace>
  <inkml:trace contextRef="#ctx0" brushRef="#br0" timeOffset="-21163.527">5815 6854,'-14'-2,"-1"1,1 1,-1 0,1 1,-1 1,1 0,0 1,0 1,0 0,0 1,1 0,0 1,0 0,0 2,1-1,0 1,0 1,-18 12,1 2,2 1,0 1,2 1,0 1,2 2,1 0,2 1,0 1,2 1,2 1,0 1,11-23,0 0,0 1,1-1,0 1,1-1,0 1,1 0,1 0,0 0,0 1,1-1,1 0,0 0,0 0,1 0,1 0,0 0,1-1,0 1,-1-8,1 0,-1 0,1 0,0-1,0 0,0 0,0 0,0 0,1 0,-1-1,1 0,0 0,0 0,0-1,0 1,0-1,0 0,0-1,0 1,0-1,0 0,2-1,7 1,1-2,0 1,-1-2,1 0,-1-1,0-1,3-1,7-5,0 0,-2-2,0 0,0-2,-1 0,-1-2,0 0,-2-1,0-1,-1 0,0-2,-2 0,-1-1,0 0,-2-1,0 0,-2-1,-1 0,0-1,-2 0,-1 0,-1-1,-1 1,-2-2,0 17,-1-1,-1 1,0 0,0 0,-1-1,0 1,-1 0,0 0,-1 0,0 1,0-1,-1 0,-1 1,1 0,-1 0,-1 1,0-1,0 1,-1 0,1 1,-2-1,1 1,-1 1,0-1,-1 2,1-1,-1 1,-7-3,9 5,-1 1,0 0,0 0,0 1,0-1,0 2,0-1,-1 1,1 1,0 0,0 0,0 0,0 1,0 0,0 0,0 1,1 0,0 1,-1 0,1 0,0 0,1 1,-1 0,1 0,0 1,0-1,1 1,-1 1,1-1,1 1,-1 0,1 0,0 0,0 2,1 2,0 0,0 0,1 1,1 0,0-1,0 1,1-1,1 1,0 0,0-1,1 1,1-1,3 11,62 140,4-34,5-4,55 64,-128-183,30 46,-24-35</inkml:trace>
  <inkml:trace contextRef="#ctx0" brushRef="#br0" timeOffset="-20716.721">6056 7602,'-1'4,"0"0,1 0,-1 0,1 0,0 0,1 0,-1 0,1 0,-1 0,1 0,0 0,1 0,-1 0,1-1,0 1,0-1,0 1,0-1,0 0,1 1,-1-1,1-1,0 1,0 0,0-1,0 1,1-1,-1 0,1 0,-1 0,1 0,4 1,0 0,1-1,-1 1,1-1,0-1,0 0,-1 0,1-1,0 0,0 0,0-1,0 0,6-2,-2-1,-1 1,0-2,0 1,0-2,-1 1,1-2,-1 0,2-2,-8 6,-1-1,0 1,0-1,0 1,0-1,-1-1,0 1,0 0,0-1,0 1,0-1,-1 0,0 0,0 0,-1 0,1 0,-1-1,0 1,-1 0,1-1,-1 1,0 1,-1-1,0 1,0 0,0-1,0 1,-1 0,0 0,1 0,-2 0,1 1,0-1,-1 0,1 1,-1 0,0-1,0 1,-1 0,1 1,-1-1,1 1,-1-1,0 1,0 0,0 0,0 1,-2-1,-7-3,0 1,-1 0,1 1,-1 0,0 1,0 1,-11 0,12 1,1 0,-1 0,0 2,1-1,-1 2,1 0,0 0,0 1,0 0,0 1,1 1,-1 0,2 0,-1 1,1 0,0 1,0 1,1-1,0 1,0 1,1-1,-3 7,9-13,1 0,0 0,-1 0,1 0,1 0,-1 0,0 0,1 0,-1 1,1-1,0 0,0 0,0 0,1 1,-1-1,1 0,0 0,0 0,0 0,0 0,0 0,1 0,-1 0,1-1,0 1,0 0,0-1,0 0,0 1,1-1,21 18</inkml:trace>
  <inkml:trace contextRef="#ctx0" brushRef="#br0" timeOffset="-19881.142">5254 6506,'2'2,"8"1,11 0,13-1,15 0,13-1,11-3,7-1,2-2,-5 0,-6 0,-10 2,-19 3,-15 2</inkml:trace>
  <inkml:trace contextRef="#ctx0" brushRef="#br0" timeOffset="-18960.031">7072 6894,'49'71,"4"-6,3-2,3-3,2-3,63 46,-49-41,-60-49,5 2,-1 1,0 1,-2 1,0 1,-1 0,0 1,6 13,-14-14,-4-4</inkml:trace>
  <inkml:trace contextRef="#ctx0" brushRef="#br0" timeOffset="-18617.996">7607 6948,'-1'-2,"1"1,0 0,-1 0,1 0,-1 0,1 0,-1 0,1 1,-1-1,0 0,0 0,1 0,-1 0,0 1,0-1,0 0,0 1,0-1,0 1,0-1,0 1,0-1,0 1,0 0,0-1,0 1,0 0,0 0,0 0,0 0,-1 0,1 0,0 0,0 0,0 1,0-1,0 0,0 1,0-1,0 1,0-1,0 1,0-1,0 1,0-1,0 1,0 0,-40 46,33-36,-344 460,333-444,-17 21,2 2,3 1,-8 20,27-27,18-42,2-7</inkml:trace>
  <inkml:trace contextRef="#ctx0" brushRef="#br0" timeOffset="-17578.196">4665 6640,'0'-7,"0"-4,-2 4,-1 10,0 16,-2 18,1 19,0 16,3 11,3 8,-1-12</inkml:trace>
  <inkml:trace contextRef="#ctx0" brushRef="#br0" timeOffset="-10087.602">5654 8538,'-88'130,"62"-98,2 2,1 0,2 2,1 0,2 2,1 0,2 0,2 2,1 3,11-40,-1 0,1 0,1 0,-1 1,1-1,-1 0,1 1,0-1,0 0,0 1,1-1,-1 1,1-1,0 0,-1 0,2 1,-1-1,0 0,1 0,-1 0,1 0,0-1,0 1,0 0,0-1,1 1,-1-1,1 0,-1 0,1 0,0 0,0 0,0 0,0-1,0 0,0 1,9-2,-1-1,0 0,0 0,1-1,-1-1,-1 0,1 0,0-1,-1 0,0-1,0 0,0-1,0 0,-1-1,0 0,0 0,-1-1,0 0,1-2,17-18,-2-1,0-2,-2 0,-2-1,-1-1,-1-1,-2-1,-1 0,-2-1,6-31,15-100,-33 156,0-1,-1 1,0 0,-1-1,0 1,-1 0,-1 0,1 0,-2 0,1 0,-2 1,1-1,-7-8,8 14,0 0,-1 0,0 1,0-1,0 1,0 0,-1 0,1 0,-1 1,0 0,0 0,-1 0,1 0,-1 1,1 0,-1 0,0 0,1 1,-1 0,0 0,0 1,0-1,0 1,0 0,0 1,0 0,0 0,0 0,1 0,-1 1,0 0,1 0,-1 1,1 0,0 0,0 0,0 0,0 1,1 0,-1 0,1 0,-1 1,-6 10,1 0,1 1,1 0,0 0,1 1,1-1,0 2,1-1,1 1,1-1,1 1,0 0,1 0,1 0,1 0,0 0,1 0,1 0,1-1,1 2,9 29,3 0,2-1,2-1,1-1,3-1,2-1,1-1,8 5,8 18,-30-47,-1 2,-1 0,-1 0,-1 1,-1 0,-1 1,-1-1,2 9,-7-11</inkml:trace>
  <inkml:trace contextRef="#ctx0" brushRef="#br0" timeOffset="-9695.65">6096 9274,'-1'5,"0"1,0 0,1 0,0 0,0-1,0 1,1 0,0 0,0-1,1 1,-1 0,1-1,0 1,1-1,-1 0,1 0,0 0,0 0,1 0,-1-1,1 0,0 1,0-1,1-1,-1 1,1-1,0 1,0-1,0-1,0 1,1-1,-1 1,3-3,1 0,-1 0,0-1,0 0,1 0,-1-1,0 0,0 0,-1-1,1 0,0 0,-1-1,0 0,0 0,0-1,0 0,-1 0,0-1,0 0,0 0,-1 0,0 0,0-1,0 0,-1 0,0 0,0-1,-1 1,0-1,-1 0,1 0,-2 0,1 0,-1 0,0-1,0 1,-1-3,-1 4,-1 0,0 0,1 1,-2-1,1 1,-1 0,0-1,0 1,-1 0,0 1,0-1,0 1,-1 0,0 0,0 0,0 1,0-1,-1 1,1 0,-1 1,0 0,-1 0,1 0,0 0,-1 1,1 0,-1 1,0-1,0 1,0 1,1-1,-1 1,0 0,0 1,0-1,0 1,1 1,-1-1,0 1,1 1,-1-1,1 1,0 0,0 0,0 1,0 0,1 0,-1 0,1 1,0 0,1 0,-1 0,-1 3,-24 70,26-41</inkml:trace>
  <inkml:trace contextRef="#ctx0" brushRef="#br0" timeOffset="-9298.974">6858 8752,'0'16,"5"12,7 8,10 7,7 3,8 1,5-1,-1-2,0-4,-5-3,-4-7,-5-5,-5-8,-6-6</inkml:trace>
  <inkml:trace contextRef="#ctx0" brushRef="#br0" timeOffset="-9038.155">7152 8672,'-18'20,"-9"19,-6 13,-2 10,-2 6,-4 2,-1-2,-1-3,2-5,7-9,6-9,10-11,11-15,6-11</inkml:trace>
  <inkml:trace contextRef="#ctx0" brushRef="#br0" timeOffset="-8678.058">6604 8485,'7'-7,"11"-2,16-2,19-2,20 0,16 0,14 2,6 0,2 2,-9 3,-15 2,-19 2,-22 1,-21 1,-18 1,-12-1,-5 1</inkml:trace>
  <inkml:trace contextRef="#ctx0" brushRef="#br0" timeOffset="-7469.742">7927 6452,'6'9,"0"0,0 0,-1 1,0-1,-1 1,0 0,0 0,-1 1,-1-1,2 9,0-2,20 108,-5 1,2 127,-14-145,75 930,-43-75,-30-674,-10-292,-5-5</inkml:trace>
  <inkml:trace contextRef="#ctx0" brushRef="#br0" timeOffset="-5235.912">8931 7883,'22'-4,"20"-5,13-2,9-2,3 2,-4 2,-10 3,-13 5,-15 2</inkml:trace>
  <inkml:trace contextRef="#ctx0" brushRef="#br0" timeOffset="-4943.694">8931 8083,'22'3,"24"0,22 0,18-3,8-1,-13-1</inkml:trace>
  <inkml:trace contextRef="#ctx0" brushRef="#br0" timeOffset="-4685.385">10040 7508,'9'12,"12"12,12 12,9 13,8 9,8 9,6 5,0 0,-1 1,-3-4,-6-4,-9-9,-9-10,-11-12</inkml:trace>
  <inkml:trace contextRef="#ctx0" brushRef="#br0" timeOffset="-4409.568">10534 7549,'-16'2,"-12"6,-8 7,-5 14,-2 12,0 14,-1 13,-1 8,-2 8,0 2,1-1,7-6,9-10,10-17</inkml:trace>
  <inkml:trace contextRef="#ctx0" brushRef="#br0" timeOffset="-3966.152">10628 7924,'12'26,"0"-1,2 0,1-1,0-1,2 0,1-1,0-1,5 3,-19-20,0 0,0 0,0 0,0 0,1-1,-1 0,1 1,0-2,0 1,0-1,0 1,1-1,-1-1,1 1,-1-1,1 0,-1 0,1-1,0 0,-1 0,1 0,0 0,-1-1,1 0,-1 0,4-2,3-3,-1-1,0-1,-1 0,0 0,0-1,-1 0,0-1,0 0,-1 0,0-1,-1 0,-1-1,1 1,-2-1,0-1,0 1,-1-1,-1 1,0-1,0 0,-1 0,-1 0,-1-1,0 1,0 0,-1 0,-1 0,0 0,-1 0,-1-2,1 6,0 1,0-1,-1 0,-1 1,0 0,0 0,0 0,-1 1,0 0,0 0,-1 0,0 1,0 0,-1 0,1 1,-1 0,0 0,-1 1,1 0,-1 1,0-1,0 2,0-1,0 1,0 1,-1-1,1 2,0-1,-1 1,1 1,0 0,-1 0,1 1,0 0,0 0,0 1,0 0,0 1,1 0,-2 1,1 3,0-1,1 2,0-1,0 1,1 0,0 1,0-1,1 1,1 1,0-1,0 1,1 0,0 0,1 0,0 0,1 1,1 0,-1-1,2 1,-1 0,2-1,0 1,0-1,1 1,1 2,9 40</inkml:trace>
  <inkml:trace contextRef="#ctx0" brushRef="#br0" timeOffset="-2655.112">11430 7629,'-4'6,"0"0,0 0,1 1,0 0,1 0,-1-1,1 2,1-1,-1 0,1 0,1 0,-1 1,1 2,-1-2,7 190,-2-161,-1 0,-2 0,-1 0,-3 0,0 0,-3 4,-13 7,19-47,-1-1,1 0,0 0,0 1,-1-1,1 0,0 0,0 0,-1 1,1-1,0 0,0 0,-1 0,1 0,0 0,-1 1,1-1,0 0,-1 0,1 0,0 0,-1 0,1 0,0 0,-1 0,1 0,0 0,-1-1,1 1,0 0,0 0,-1 0,1 0,0 0,-1 0,1-1,0 1,0 0,-1 0,1 0,0-1,0 1,-1 0,1 0,0-1,0 1,0 0,0-1,0 1,-1 0,1-1,0 1,0 0,0 0,0-1,0 1,0 0,0-1,0 1,0 0,0-1,0 1,0 0,0-1,0 1,-3-26,18-196,-7 161,-2 9,0-17,4-1,2 1,4 1,9-21,-24 82,2 1,-1 0,1-1,0 1,0 0,1 0,0 1,0-1,0 1,1 0,-1 0,1 0,1 1,-1 0,0 0,1 0,0 0,0 1,0 0,0 0,1 1,-1 0,1 0,0 0,5 0,3 2,-1 1,0 1,0 0,0 0,0 2,-1 0,1 0,-1 1,0 1,0 0,-1 1,1 0,-2 1,1 1,-1-1,0 2,-1 0,0 0,-1 0,0 2,0-1,-1 1,3 6,-8-13,1 1,-1-1,0 0,-1 1,0 0,0 0,0-1,0 1,-1 0,0 1,0-1,-1 0,1 0,-1 0,-1 0,1 0,-1 0,0 1,-1-1,1-1,-1 1,0 0,-1 0,1-1,-1 1,0-1,-1 0,1 0,-3 3,-3 0,-1 1,0-1,0-1,-1 0,1 0,-1-1,-1-1,1 0,-1 0,0-1,0-1,-1 0,1 0,0-2,-1 1,0-1,1-1,-1-1,1 1,-1-2,1 0,-1 0,1-1,0-1,0 0,0-1,1 0,-1 0,1-2,0 1,1-1,3 1,20 19,20 22,1-1,1-1,2-2,1-2,1-1,2-2,11 4,-18-14,1-1,1-2,0-1,1-2,0-2,29 3,-30-7</inkml:trace>
  <inkml:trace contextRef="#ctx0" brushRef="#br0" timeOffset="-2272.934">12833 6961,'-11'0,"-1"1,1 1,-1 0,1 0,0 1,0 1,0 0,0 0,1 1,-1 0,1 1,1 0,-1 1,1 0,0 1,1-1,-1 2,0 1,-8 10,1 1,1 0,1 1,1 0,0 1,2 1,-4 15,1 0,1 1,3 0,1 1,2 0,2 1,2-1,1 1,3 0,1 0,2-1,1 1,3-1,1 0,2-1,2 0,2-1,1-1,2 0,2-1,1-1,14 17,0-8,2 0,2-3,1-1,3-2,1-2,15 8,-7-9</inkml:trace>
  <inkml:trace contextRef="#ctx0" brushRef="#br0" timeOffset="-831.777">13395 7415,'-9'0,"1"0,-1 0,1 1,-1 0,1 0,-1 1,1 0,-1 1,1 0,0 0,1 1,-1 0,0 0,1 1,0-1,0 2,-5 4,-4 4,1 1,0 1,2 0,-1 1,2 0,-7 14,5-7,1 1,1 0,1 1,1 1,2-1,1 2,0-1,2 1,2-1,0 1,2 6,0-30,1 1,0-1,0 1,0 0,1-1,0 1,0-1,0 1,0-1,1 1,-1-1,1 0,0 0,1 0,-1 0,1 0,0 0,-1-1,2 1,-1-1,0 0,1 0,-1 0,1 0,0-1,0 1,0-1,0 0,0 0,1-1,-1 1,4 0,5-2,-1-1,1-1,0 0,-1 0,1-1,-1-1,0 0,0-1,0 0,0 0,-1-2,0 1,-1-1,1-1,-1 0,-1 0,1-1,-1-1,2-3,7-10,0 0,-1-2,-2 0,0-1,-2-1,-1 0,-1-1,-1 0,-2 0,0-1,-2 0,-2 0,0-1,-2 0,-1 1,-2-1,-3-19,-24-62,27 106,-2 1,1-1,0 1,-1 0,0 0,0 0,0 0,0 0,-1 1,1-1,-1 1,0 0,0 0,0 0,-1 1,1 0,-1-1,1 2,-1-1,0 0,-3 0,5 2,-1 0,1-1,-1 1,0 1,1-1,-1 0,1 1,-1 0,1 0,-1 0,1 0,-1 1,1-1,0 1,0 0,0 0,0 0,0 0,0 1,1-1,-1 1,1-1,-1 1,1 0,0 0,0 0,0 0,1 0,-1 1,1-1,-1 2,-3 9,0 1,0 0,2-1,0 2,0-1,1 14,2 31,2 0,4 0,2-1,2 0,4 0,2 0,-10-29,1-1,2 0,0-1,2 0,2-1,0 0,2-1,8 11,-19-31,1-1,0 0,0 0,1 0,-1-1,1 0,0 0,0-1,0 1,1-1,-1 0,1-1,0 0,1 1,20 2</inkml:trace>
  <inkml:trace contextRef="#ctx0" brushRef="#br0" timeOffset="-517.616">13756 7976,'-3'5,"0"1,1-1,0 0,0 1,0-1,1 1,-1 0,2-1,-1 1,0 0,1 0,0 0,1 0,-1-1,1 1,0 0,0 0,1-1,0 1,0-1,0 1,1-1,-1 0,1 0,1 0,-1 0,1-1,-1 1,1-1,1 0,-1 0,0 0,3 0,-2-1,1-1,0 1,0-1,-1-1,1 1,1-1,-1 0,0 0,0-1,0 0,0 0,1 0,-1-1,0 0,0 0,0-1,0 1,0-1,-1-1,1 1,0-1,-1 0,0 0,1 0,-1-1,-1 0,1 0,0 0,-1-1,0 1,0-1,-1 0,1 0,-1-1,0 1,0-1,-1 1,1-1,-1 0,-1 0,1 0,-1 0,0 0,0 0,-1 0,0-1,0 1,0 0,-1 0,-1-1,1 0,-1 0,-1 0,1 0,-1 1,-1-1,1 1,-1 0,0 0,0 0,-1 1,0-1,0 1,0 0,0 0,-1 1,0 0,0 0,0 0,-3-1,4 3,1 0,-1 0,1 0,-1 1,0-1,1 1,-1 1,0-1,0 0,0 1,0 0,0 0,1 1,-1-1,0 1,0 0,0 1,1-1,-1 1,1 0,-1 0,1 0,0 0,-1 1,1 0,1 0,-1 0,0 0,1 1,-1 0,-19 29,7 1</inkml:trace>
  <inkml:trace contextRef="#ctx0" brushRef="#br1" timeOffset="15485.676">2379 11238,'12'139,"-6"-1,-8 46,1-46,7 204,16 2,38 425,-56-689,-4 0,-3 0,-9 42,1-34,2 0,5 1,7 83,-3-170,5 43,-2 1,-2 0,-3-1,-1 1,-2-1,-10 41,-47 122,62-207,-1 0,0-1,1 1,-1 0,1 0,-1 0,1 0,0-1,-1 1,1 0,0 0,-1 0,1 0,0 0,0 0,0 0,0 0,0 0,0 0,0 0,0 0,1 0,-1 0,0-1,0 1,1 0,-1 0,1 0,-1 0,1 0,-1-1,1 1,-1 0,1 0,0-1,-1 1,1 0,0-1,0 1,-1-1,1 1,0-1,0 1,0-1,0 0,0 1,-1-1,1 0,0 0,0 0,0 1,0-1,0 0,0 0,0 0,0-1,0 1,0 0,0 0,0 0,0-1,0 1,0-1,11-9</inkml:trace>
  <inkml:trace contextRef="#ctx0" brushRef="#br1" timeOffset="21620.439">2366 11252,'-4'-9,"1"0,0 0,1-1,0 0,0 1,1-1,0 0,0 0,1 0,1 0,0 1,0-1,1 0,0 0,1 1,0-1,0 1,1 0,0 0,1 0,0 1,0 0,2-2,0 6,0-1,0 1,1 0,0 1,-1 0,1 0,1 0,-1 1,0 1,0-1,1 1,-1 1,1-1,-1 1,0 1,1 0,1 0,7 0,489 53,82-52,426-52,-1004 49,1915-40,-1385 47,271-3,161-23,-312 18,-334 16,58-15,-382 1,-1 0,0-1,1 1,-1 0,1 0,-1 0,1 0,-1 0,1 0,-1 1,1-1,-1 0,0 1,1-1,-1 1,1-1,-1 1,0 0,0-1,1 1,-1 0,0 0,0 0,0 0,0 0,0 0,0 0,0 1,0-1,-1 0,1 0,0 1,-1-1,1 0,-1 1,1-1,-1 1,0-1,1 2,-25 103,16-57,2 0,3 0,2 0,1 0,3 0,2 0,3 0,1 0,7 90,-6 1,-6 77,-4-167,12 526,-36 66,25-559,4-1,4 0,19 75,-27-147,69 539,-12-204,-59-344,1-1,0 1,0 0,0 0,0 0,0 0,0 0,0 0,1-1,-1 1,0 0,0 0,1 0,-1 0,0-1,1 1,-1 0,1 0,-1-1,1 1,-1 0,1-1,0 1,-1-1,1 1,0-1,0 1,-1-1,1 1,0-1,0 0,-1 1,1-1,0 0,0 1,0-1,0 0,0 0,10-3</inkml:trace>
  <inkml:trace contextRef="#ctx0" brushRef="#br1" timeOffset="22977.582">2340 14755,'3'3,"1"0,0 0,0 0,0-1,0 0,0 0,1 0,-1 0,1 0,-1-1,1 0,-1 0,1 0,0-1,0 1,-1-1,1 0,0-1,0 1,-1-1,1 0,0 0,6 1,339-21,240 15,250-11,451-83,132 54,-858 33,1012-13,-592 16,-769 10,-248-10,-4 1</inkml:trace>
  <inkml:trace contextRef="#ctx0" brushRef="#br1" timeOffset="24342.911">2499 13004,'0'-1,"-1"1,0 0,1-1,-1 1,0 0,1-1,-1 1,0-1,1 1,-1-1,1 0,-1 1,1-1,-1 0,1 1,0-1,-1 0,1 1,0-1,-1 0,1 0,0 1,0-1,0 0,0 0,0 0,0 1,0-1,0 0,0 0,0 1,0-1,0 0,0 0,1 1,-1-1,0 0,1 0,-1 1,1-1,-1 0,0 1,1-1,-1 1,1-1,0 0,-1 1,1-1,-1 1,1-1,0 1,-1 0,1-1,0 1,0 0,-1-1,1 1,0 0,0 0,143-15,362-34,528-34,917-43,-1449 99,1245-41,-342 70,-845 11,-560-13,0 0,0 0,0 0,0-1,0 1,0 0,0 0,0 0,0 0,0-1,0 1,0 0,0 0,0 0,-1 0,2-1,-1 1,0 0,0 0,0 0,0 0,0 0,0-1,0 1,0 0,0 0,0 0,0 0,0-1,0 1,0 0,0 0,1 0,-1 0,0 0,0 0,0 0,0-1,0 1,1 0,-1 0,0 0,0 0,0 0,0 0,0 0,1 0,-1 0,0 0,0 0,0 0,-16-9,14 8,-16-7</inkml:trace>
  <inkml:trace contextRef="#ctx0" brushRef="#br1" timeOffset="25406.093">6150 10864,'2'-1,"0"1,0-1,0 0,0 0,0 1,0-1,0 1,1 0,-1 0,0 0,0 0,1 0,-1 0,0 1,0-1,0 1,0-1,1 1,-1 0,0 0,0 0,0 0,-1 0,1 0,0 0,0 1,0-1,-1 1,1 0,-1-1,2 3,25 66,-15 11,-4 1,-4 1,-4 59,0-93,-1 171,-1 38,11-1,16 39,68 220,-39-241,-3 68,-45-272,7 66,5-1,23 73,-38-194,19 71,-4 1,2 41,2 20,-21-142,0-7</inkml:trace>
  <inkml:trace contextRef="#ctx0" brushRef="#br1" timeOffset="26222.91">3957 10972,'19'71,"-2"1,-4 1,-3 0,0 41,1 173,-22 214,0-257,11 0,26 199,24-111,18 174,-61-413,-4 0,-7 62,-3-32,21-92,-2-23</inkml:trace>
  <inkml:trace contextRef="#ctx0" brushRef="#br1" timeOffset="27139.52">8275 10998,'-8'34,"2"1,1 0,2 1,2-1,1 0,1 1,2-1,8 33,85 488,-57-213,-7 178,-25-343,9 0,7-1,8 1,69 288,-52-347,-48-118,0-1,0 1,0 0,1-1,-1 1,0 0,0-1,0 1,1-1,-1 1,0 0,1-1,-1 1,0-1,1 1,-1-1,1 1,-1-1,1 1,-1-1,1 1,-1-1,1 0,-1 1,1-1,0 0,-1 1,1-1,0 0,-1 0,1 0,0 0,-1 1,1-1,0 0,-1 0,1 0,0 0,-1-1,1 1,0 0,-1 0,1 0,0 0,-1-1,1 1,-1 0,1-1,0 1,-1 0,1-1,-1 1,1-1,-1 1,1-1,-1 1,1-1,6-10</inkml:trace>
  <inkml:trace contextRef="#ctx0" brushRef="#br1" timeOffset="28244.888">254 9461,'139'119,"395"228,-398-262,-31-22,-2 5,-3 4,-3 4,83 86,-96-66,-60-65,1 0,2-2,0-1,2-1,2-2,0-1,1-1,1-1,30 12,36-1,-81-9,-11-8,-2-11</inkml:trace>
  <inkml:trace contextRef="#ctx0" brushRef="#br1" timeOffset="28872.21">1872 11880,'-6'14,"1"1,1 0,1 0,0 0,0 1,2-1,0 0,0 4,1-14,1 0,-1 0,1-1,0 1,0 0,0 0,1-1,0 1,-1 0,2-1,-1 0,0 1,1-1,0 0,0 0,0-1,1 1,-1-1,1 1,0-1,0 0,0-1,0 1,0-1,0 1,1-1,1 0,1 0,0 0,0-1,-1 0,1-1,0 1,0-1,0-1,0 1,0-1,-1 0,1-1,0 1,-1-1,1-1,-1 1,1-1,-1 0,0-1,-1 0,1 0,0 0,-1 0,0-1,0 0,0 0,-1 0,0 0,0-1,0 0,-1 0,1 0,-2 0,1 0,0-1,-1 0,-1 1,1-1,-1 0,0 0,0 1,-1-1,0 0,0 0,-1 0,0 0,-1-4,0 2,-1-1,-1 1,1 1,-2-1,1 0,-1 1,0 0,-1 0,0 0,0 1,0 0,-1 0,0 1,-1-1,-6-3,9 6,-1 1,1-1,-1 1,1 1,-1-1,0 1,0 0,-1 0,1 0,0 1,-1 0,1 1,0-1,-1 1,1 0,-1 1,1 0,0 0,-1 0,1 0,0 1,0 0,0 1,-1 0,-2 4,-1 0,1 1,1 0,-1 0,1 1,1 0,0 1,0 0,1 0,0 0,1 1,0 0,0 0,1 0,1 0,0 1,1-1,0 1,0 0,-8 49</inkml:trace>
  <inkml:trace contextRef="#ctx0" brushRef="#br1" timeOffset="29345.175">1952 13779,'2'-23,"0"0,2 0,1 0,1 0,1 1,6-14,4-15,15-51,-27 98,-6 18,-55 386,50-328,2-11</inkml:trace>
  <inkml:trace contextRef="#ctx0" brushRef="#br1" timeOffset="30604.878">308 10276,'-15'5,"1"1,0 0,0 1,0 1,1 0,0 1,1 0,0 1,0 0,1 1,1 0,0 1,0 0,1 0,0 2,-5 2,1 1,1 0,1 1,0 1,1-1,1 1,1 1,1 0,1 0,0 0,-2 19,8-37,0 0,0 1,0-1,0 0,0 0,0 1,1-1,-1 0,1 1,-1-1,1 0,0 0,0 0,0 0,0 0,0 0,1 0,-1 0,1 0,-1 0,1-1,0 1,-1-1,1 1,0-1,0 0,0 0,0 0,0 0,0 0,1 0,-1 0,0-1,0 1,1-1,-1 1,0-1,0 0,1 0,-1 0,0 0,1-1,-1 1,0 0,1-1,-1 0,0 0,14-5,-1 0,0-2,-1 0,0 0,0-1,-1-1,0-1,0 0,-1 0,-1-1,0-1,5-6,7-9,0-1,-2 0,-1-2,-2 0,-1-2,-1 1,-2-2,-1 0,-2-1,-2 0,0 0,-3-1,1-14,-18-49,10 96,0 1,1-1,-1 1,0-1,0 1,-1 0,1-1,0 1,-1 0,1 0,-1 0,0 0,1 0,-1 0,0 1,0-1,0 1,-1-1,1 1,0 0,0-1,-1 1,1 0,-1 1,1-1,-1 0,1 1,-1 0,0-1,1 1,-1 0,1 0,-1 0,1 1,-1-1,0 1,-7 3,0 1,1 0,0 0,0 1,1 0,0 1,0 0,0 0,1 1,0 0,0 0,1 1,0-1,1 1,0 1,0-1,1 1,0 0,1 0,0 0,-1 5,1-1,1 1,0 0,1 0,0 0,1 0,1 0,1 0,0 0,1 0,0 0,1-1,1 0,1 2,91 176,-87-175,22 37,-10-22,-2 2,-1 0,-2 1,-2 1,-1 0,-1 1,6 37,-15-44</inkml:trace>
  <inkml:trace contextRef="#ctx0" brushRef="#br1" timeOffset="30874.305">641 10530,'0'18,"0"18,-2 16,-1 10,0 7,1 2,2-1,5-6,5-10,1-13</inkml:trace>
  <inkml:trace contextRef="#ctx0" brushRef="#br1" timeOffset="31945.085">1310 9367,'-15'13,"0"1,0 1,2 1,0 0,1 0,0 1,2 1,0 0,1 0,0 1,2 0,0 0,1 1,-1 11,-2 76,9-103,0-1,1 1,0-1,-1 0,1 1,0-1,1 1,-1-1,0 0,1 0,0 0,0 0,0 0,0 0,0 0,1-1,-1 1,1-1,-1 0,1 0,0 0,0 0,0 0,0 0,1-1,-1 1,0-1,4 1,2-2,0-1,0 0,-1 0,1 0,0-1,0-1,-1 1,1-2,-1 1,0-1,0 0,0-1,0 1,-1-2,0 1,0-1,0 0,-1 0,0-1,0 0,3-5,6-9,-1-1,-1 0,-1-1,-2 0,0-1,-1 0,-1 0,-2-1,0 0,-2-1,0 1,-2-1,-1 1,-1-1,-1 1,-1-1,-2 1,0-1,-2 1,-1-4,-33-58,39 84,-1 0,0 1,0-1,0 1,0 0,-1 0,1-1,0 2,-1-1,0 0,1 0,-1 1,0-1,0 1,0 0,0 0,0 0,0 1,0-1,0 0,0 1,-1 0,1 0,0 0,0 0,0 1,0-1,-2 1,-3 3,0 1,0 0,0 0,0 0,1 1,0 0,0 1,1 0,-1 0,2 0,-1 0,1 1,0 0,1 0,-1 1,2-1,-1 1,1 0,1 0,-1 0,0 6,1 1,-1 0,2 0,0 0,1 0,0 1,2-1,0 0,0 0,2-1,0 1,1-1,3 9,11 21,2-2,1 0,17 22,-38-64,9 17,1 0,1 0,0-1,1-1,1 0,1-1,0 0,11 7,-24-20,1-1,-1 1,1-1,0 1,0-1,-1 0,1 0,0-1,0 1,0 0,0-1,0 0,0 1,0-1,0-1,0 1,0 0,0-1,0 1,0-1,0 0,0 0,-1 0,1 0,0-1,-1 1,1-1,0 1,0-2,59-68,-43 45,-23 47,-5 56,9-75,0 0,0 0,1-1,-1 1,1 0,-1 0,1 0,0-1,0 1,0 0,-1-1,2 1,-1 0,0-1,0 0,0 1,1-1,-1 0,1 1,-1-1,1 0,-1 0,1 0,0-1,-1 1,1 0,0 0,0-1,0 1,0-1,-1 0,1 0,0 1,0-1,0 0,0-1,0 1,0 0,1-1,3-1,0 0,0 0,-1-1,1 0,-1 0,1-1,-1 0,0 1,0-2,-1 1,1 0,-1-1,0 0,0 0,0 0,-1-1,0 1,0-1,0 0,-1 0,0 0,0 0,-1 0,1 0,-1 0,0-1,-1 1,0 0,0-2,-1 2,-1 1,1 0,-1 0,0 0,-1 1,1-1,-1 0,0 1,0 0,-1 0,1 0,-1 0,0 0,0 1,0-1,0 1,-1 0,1 1,-1-1,0 1,0 0,1 0,-2 0,1 0,0 1,0 0,0 0,-1 1,1 0,0-1,-1 2,1-1,0 1,0-1,-1 1,1 1,0-1,0 1,0 0,0 0,1 0,-1 1,0 0,1 0,0 0,-2 2,2-2,0 0,0 0,0 0,1 0,-1 1,1 0,0 0,0 0,0 0,1 0,0 0,-1 1,2-1,-1 1,0 0,1-1,0 1,0 0,0 0,1 0,-1 0,1 0,1 0,-1 0,8 16</inkml:trace>
  <inkml:trace contextRef="#ctx0" brushRef="#br1" timeOffset="32193.968">1898 9461,'0'11,"7"13,9 10,8 7,8 9,7 2,1 1,-1-1,-3-2,-5-6,-9-8,-4-10,-7-12,-4-8</inkml:trace>
  <inkml:trace contextRef="#ctx0" brushRef="#br1" timeOffset="32365.509">2139 9487,'-16'9,"-10"15,-9 14,-8 14,-6 15,-4 9,1 6,2-1,10-13</inkml:trace>
  <inkml:trace contextRef="#ctx0" brushRef="#br1" timeOffset="33380.04">2888 10570,'-2'18,"-2"-2,2-1,0 1,1 0,0 0,2 0,0-1,0 1,1 0,1-1,1 1,0-1,1 0,4 7,-8-20,0 1,0-1,0 0,0 0,1 0,-1-1,1 1,-1 0,1-1,0 1,-1 0,1-1,0 0,0 1,0-1,0 0,0 0,0 0,1-1,-1 1,0 0,0-1,1 1,-1-1,0 0,0 0,1 0,-1 0,0 0,1 0,-1-1,0 1,1-1,-1 1,0-1,0 0,0 0,0 0,0 0,0-1,0 1,0 0,0-1,-1 1,1-1,0 0,-1 1,1-1,0-1,5-10,-1 0,0 0,0 0,-2-1,1 0,-2 0,0 0,0 0,-2 0,1-1,-2 1,0-1,-1 1,2 5,-1 1,1-1,-2 0,1 1,-2-1,1 1,-1-1,0 1,-1 0,1-1,-2 1,1 1,-1-1,0 0,-1 1,0 0,0 0,-1 0,1 1,-7-6,9 11,0 0,0 0,0 0,0 0,0 0,0 1,0-1,0 1,0 0,0 0,0 0,0 0,0 0,0 1,0-1,0 1,0 0,0 0,0 0,0 1,0-1,0 0,1 1,-1 0,1 0,-1 0,1 0,0 0,0 0,0 0,0 1,0-1,0 1,0 0,-1 2,0 0,0 0,0 0,0 0,1 1,0-1,0 1,0 0,1-1,-1 1,2 0,-1 0,1 0,-1 0,2-1,-1 1,1 5,13 21,4-6</inkml:trace>
  <inkml:trace contextRef="#ctx0" brushRef="#br1" timeOffset="33659.295">3276 10704,'-1'3,"1"0,-1 0,1 0,0 0,0 0,0 0,1 0,-1 0,1 0,-1 0,1 0,0 0,0 0,1 0,-1-1,0 1,1 0,0-1,0 1,-1-1,1 0,1 1,-1-1,0 0,1 0,-1 0,1-1,-1 1,1-1,0 1,0-1,6 0,-1-1,1 0,-1-1,1 0,0 0,-1-1,0 0,1-1,-1 1,0-2,0 1,0-1,-1 0,1-1,-1 1,0-1,-1-1,1 0,-1 0,0 0,0 0,-1-1,0 0,1-3,-3 7,0-1,-1 0,1 0,-1 0,0 0,0 0,-1 0,1-1,-1 1,0-1,0 1,-1-1,1 1,-1-1,0 1,0-1,0 0,-1 1,0-1,0 1,0-1,0 1,-1 0,1-1,-1 1,0 0,-1 0,1 0,-1 1,0-1,1 0,-2 1,1 0,0 0,-1 0,1 0,-1 0,0 1,0-1,0 1,0 0,0 0,-2 0,0 1,-1-1,1 1,0 0,0 1,-1 0,1 0,0 0,-1 0,1 1,0 0,0 1,0-1,0 1,0 0,0 1,0 0,1-1,-1 2,1-1,0 1,0-1,0 1,0 1,1-1,0 1,0 0,0 0,0 0,1 0,0 1,0-1,0 1,0 2,0 22</inkml:trace>
  <inkml:trace contextRef="#ctx0" brushRef="#br1" timeOffset="34153.502">5160 10570,'-1'12,"0"1,1-1,1 0,-1 0,2 0,0 0,0 0,1 0,1 0,1 3,-3-11,0 1,0-1,0 1,0-1,1 0,0 0,0 0,0 0,0-1,0 1,1-1,0 0,0 0,-1 0,2 0,-1-1,0 1,0-1,1 0,-1-1,1 1,0-1,0 0,-1 0,1 0,5 0,-4-2,1 0,-1 0,1 0,-1-1,1 0,-1 0,0-1,0 1,0-2,0 1,-1 0,1-1,-1 0,0 0,0-1,0 1,-1-1,1 0,-1-1,-1 1,1-1,-1 1,0-1,0 0,2-6,-3 8,0-1,0 0,0 1,-1-1,0 0,0 0,0 0,-1 0,1 0,-1 0,0 0,-1 0,1 0,-1 0,0 0,0 0,-1 0,1 0,-1 0,0 1,-1-1,1 1,-1 0,1-1,-1 1,-1 0,1 1,0-1,-1 0,0 1,0 0,0 0,-4-2,1 1,0 0,1 1,-2 0,1 0,0 1,-1 0,1 0,-1 1,1 0,-1 0,0 1,0-1,1 2,-1-1,0 1,1 1,-1-1,1 1,-1 0,1 1,0 0,0 0,0 1,0-1,1 1,-1 1,1 0,0-1,0 2,1-1,-2 2,5-4,1 0,-1 1,0-1,1 1,0-1,-1 1,1-1,1 1,-1 0,0-1,1 1,0 0,0-1,0 1,0 0,1 1,6 23</inkml:trace>
  <inkml:trace contextRef="#ctx0" brushRef="#br1" timeOffset="34435.248">5682 10423,'-12'11,"-3"16,5 14,7 12,8 7,8 6,6 0,5-1,2-8,-2-13</inkml:trace>
  <inkml:trace contextRef="#ctx0" brushRef="#br1" timeOffset="35124.946">8890 10369,'2'18,"1"14,0 9,-1 5,-2 4,-2 0,0 1,-1-4,2-5,2-8,1-10</inkml:trace>
  <inkml:trace contextRef="#ctx0" brushRef="#br1" timeOffset="35461.943">9171 10504,'-1'8,"0"1,0 0,1 0,0 0,0-1,1 1,0 0,1 0,0-1,0 1,1-1,0 0,1 1,-1-2,2 1,-1 0,1-1,0 0,1 0,-1 0,1 0,1-1,-1 0,1-1,0 1,0-2,1 1,0-1,0 0,0 0,0-1,0 0,1 0,-1-1,1 0,0-1,2 1,-3-2,-1-1,1 1,-1-1,0 0,1-1,-1 0,0 0,0-1,0 1,0-1,-1-1,1 0,-1 0,0 0,0 0,0-1,-1 0,1 0,-1-1,0 1,-1-1,0 0,0-1,0 1,0-1,-1 1,0-1,-1 0,1 0,-1-1,-1 1,1 0,-1-1,-1 1,1-1,-1 1,-1 0,1-1,-1 1,0-1,-1 1,0 0,-1-3,-2 2,0 0,0 0,-1 1,0-1,0 1,-1 1,0-1,0 1,0 0,-1 1,0 0,0 0,-1 1,1 0,-1 0,0 1,0 0,0 1,0-1,0 2,0 0,-1 0,1 0,-1 1,1 1,-1-1,1 2,0-1,0 1,0 1,0-1,0 2,-1-1,-8 5,0 1,0 0,1 2,1 0,-16 12,-18 19</inkml:trace>
  <inkml:trace contextRef="#ctx0" brushRef="#br1" timeOffset="36049.888">6858 10236,'0'18,"0"15,0 14,0 12,2 5,1 3,0 0,-1-4,0-6,1-10,1-12</inkml:trace>
  <inkml:trace contextRef="#ctx0" brushRef="#br1" timeOffset="36313.183">7179 10249,'0'2,"0"13,3 17,4 18,6 21,4 14,0 10,-2 7,-4-14</inkml:trace>
  <inkml:trace contextRef="#ctx0" brushRef="#br1" timeOffset="38736.568">11270 12121,'0'13,"0"17,0 11,0 11,0 8,2 5,1 0,0-4,-1-3,0-7,-6-5,-4-9,-5-10,0-9</inkml:trace>
  <inkml:trace contextRef="#ctx0" brushRef="#br1" timeOffset="39175.401">11618 12068,'-41'67,"-3"-1,-2-2,-3-3,-3-2,-34 30,83-86,-15 15,33-23,-10 2,1-1,-1 1,1 0,0 1,-1-1,1 1,0 1,0-1,1 1,-1 0,0 0,0 1,1-1,-1 1,0 1,0-1,1 1,-1 0,0 1,0 0,3 1,179 117,-175-114,0 0,0-1,0 0,1-1,-1 0,1-1,0-1,0 0,0-1,0 0,0-2,13 0,-14-3</inkml:trace>
  <inkml:trace contextRef="#ctx0" brushRef="#br1" timeOffset="39674.172">11897 12549,'102'-274,"-91"253,-11 20,0 1,0 0,0-1,1 1,-1 0,0 0,0-1,0 1,1 0,-1 0,0 0,0-1,1 1,-1 0,0 0,1 0,-1 0,0 0,0-1,1 1,-1 0,0 0,1 0,-1 0,0 0,1 0,-1 0,0 0,1 0,-1 0,0 0,1 0,-1 1,0-1,0 0,1 0,-1 0,0 0,1 0,-1 1,0-1,0 0,1 0,-1 0,0 1,0-1,0 0,1 0,-1 1,0-1,0 0,0 0,0 1,0-1,0 0,1 1,-1-1,0 0,0 1,0-1,0 0,0 1,0-1,0 0,0 0,0 1,0-1,-1 1,12 117,-11-77,24 418,-24-458,-3 48,2-47,1-1,0 0,0 0,-1 0,1 0,-1 1,1-1,-1 0,1 0,-1 0,0 0,1 0,-1 0,0 0,0 0,0-1,0 1,1 0,-1 0,0-1,-1 1,1-1,0 1,0-1,0 1,0-1,0 1,0-1,-1 0,1 0,0 0,0 0,0 0,-1 0,1 0,0 0,0 0,-1 0,-5-2,0 0,1-1,-1 1,0-1,1-1,0 1,0-1,0 0,0 0,1-1,-1 0,0-1,6 6,1-1,-1 0,1 0,-1 1,0-1,1 0,-1 1,1-1,0 1,-1-1,1 1,0-1,-1 1,1-1,0 1,-1 0,1-1,0 1,0 0,-1-1,1 1,0 0,0 0,0 0,-1 0,1 0,0 0,0 0,0 0,-1 0,1 0,0 0,0 1,-1-1,2 0,-1 0,243 1,-205-1</inkml:trace>
  <inkml:trace contextRef="#ctx0" brushRef="#br1" timeOffset="39930.487">12607 12910,'-3'-2,"0"-1</inkml:trace>
  <inkml:trace contextRef="#ctx0" brushRef="#br0" timeOffset="81688.676">5922 13404,'57'-387,"17"-74,-63 387,-4 31,-1 0,-2-1,-2 1,-2-1,-4-37,0 62,-1 1,0 0,-1 0,-1 0,-1 0,0 1,-2 0,0 1,-11-14,-35-54,38 53,-2 1,-1 0,-2 2,-1 0,0 2,-16-12,11 18,0 2,-2 1,1 1,-2 2,0 1,-1 1,0 2,-1 2,0 0,-4 2,25 4,-53-12,0 3,-57-1,102 10,0 1,0 0,-1 2,1 0,0 1,0 2,0 0,1 1,-1 1,1 1,0 0,1 2,0 0,-3 4,-19 20,1 3,2 1,2 2,-31 42,48-57,1 0,1 1,1 1,1 1,2 0,1 1,1 0,1 1,1 0,2 1,-1 14,-30 388,26-325,-13 203,26 307,3-547,2 0,4 0,2-1,4 0,3-1,7 12,45 146,-55-194,1-1,1-1,1-1,2 0,1-2,1 0,1-2,1 0,13 7,-26-20,1 0,1-1,0-1,1 0,0-1,0 0,1-2,0 1,0-2,1 0,-1-1,1-1,1-1,8 1,-12-3,1-1,0-1,-1 0,1-1,0 0,-1-2,0 1,0-2,0 0,0 0,-1-2,0 1,0-2,-1 0,0 0,0-1,0-1,29-27,-2-2,-2-1,-2-3,-1 0,-2-2,-3-1,-1-2,-3-1,-1 0,-3-2,-2-1,-3 0,-1-1,-3-1,-1-14,17-153,-10 0,-10-2,-10-21,2 212,-1-124</inkml:trace>
  <inkml:trace contextRef="#ctx0" brushRef="#br0" timeOffset="83889.241">8823 11332,'-5'1,"0"1,0-1,0 1,0 0,0 0,1 0,-1 1,1 0,-1 0,1 0,0 0,0 1,0-1,1 1,-1 0,1 0,0 0,0 1,0-1,1 1,0 0,-1-1,2 1,-1 0,0 0,0 5,-13 53,2 1,3 0,-1 52,6-63,-8 90,7 1,5 0,7-1,11 37,112 527,-123-677,92 530,-90-515,3 0,2 0,2-2,1 0,3 0,1-2,2 0,2-2,1 0,11 10,-27-39,0-1,0 1,1-1,1-1,-1 0,1-1,0 0,1 0,0-1,0 0,0-2,1 1,-1-1,1-1,0 0,0-1,0 0,1-1,-1-1,0 0,0-1,0 0,1-1,-1 0,0-1,-1-1,1 0,-1-1,1 0,15-9,-1-2,-1-1,0 0,-1-2,-1-2,-1 0,0-1,-2-1,-1-1,-1-1,-1 0,3-8,7-16,-2-1,-3-1,-1-1,-3-1,-3 0,3-23,5-32,-6-2,-4 0,-5 0,-4-43,1-449,-4 565,0 0,-3-1,-1 1,-1 1,-2-1,-2 0,-2 1,-2-5,-76-180,77 197,-1 0,-1 1,0 0,-2 1,-1 0,-1 1,-11-12,-7-7,2-2,2-1,2-1,0-6,15 30,0 0,-2 1,0 1,-1 0,-1 1,-1 1,0 0,-1 2,-18-11,-25-18,-2 3,-1 3,-29-10,72 37,0 2,-1 0,0 1,0 1,-1 2,1 0,-1 1,0 2,0 0,0 1,0 2,-20 4,-133 47,83-17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6:33.69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260 41,'-14'11,"-11"16,-11 16,-5 19,-2 17,6 19,6 14,8 10,13 1,15-4,18-10,16-14,14-15,10-17,7-16,-9-17</inkml:trace>
  <inkml:trace contextRef="#ctx0" brushRef="#br0" timeOffset="584.944">1007 348,'-8'-6,"0"0,-1 0,0 1,-1 0,1 0,-1 1,1 0,-1 1,-1 0,1 1,0 0,0 0,-1 1,1 1,-1 0,1 0,-1 1,1 0,-1 1,1 0,0 1,0 0,0 0,0 1,1 0,0 1,-1 0,1 1,-6 5,2 0,0 1,1 0,0 1,1 1,1 0,0 0,1 1,0 0,1 0,1 1,1 0,0 0,1 1,0 0,2 0,0 0,1 0,0 0,2 1,0-1,2 13,-2-22,1-1,0 0,0 0,1 1,0-1,0 0,1-1,0 1,0 0,0-1,1 1,0-1,0 0,1 0,0-1,0 1,0-1,0 0,1-1,0 1,0-1,0 0,1-1,-1 1,1-1,0 0,0-1,0 0,0 0,0 0,6-1,1-2,1-1,-1 0,0-1,0-1,0 0,0-1,-1-1,0 0,0-1,0 0,-1-1,0 0,-1-1,1 0,-2-1,0 0,0-1,0 0,-2-1,1 0,-1 0,-1 0,6-14,-2 1,0 0,-1 0,-2-1,-1 0,0 0,-2-1,-2 0,0 0,-1 0,-2 0,-1 0,-1 0,-1 0,-2 1,-6-26,7 41,0-1,-1 0,0 1,-1 0,0 1,-1-1,0 1,0 0,-1 1,-1-1,1 2,-6-4,9 8,0 0,0 0,0 1,-1 0,1 0,-1 0,0 1,1 0,-1 0,0 0,-1 1,1 0,0 0,0 1,0-1,-1 1,1 1,0-1,0 1,0 0,-1 1,1-1,0 1,1 0,-3 1,1 1,1 0,-1 0,1 0,-1 0,1 1,0 0,1 1,-1-1,1 1,0 0,1 1,-1-1,1 1,1-1,-1 1,1 0,0 1,1-1,0 0,0 1,0 0,1 0,-1 9,0 0,1 0,1 0,1 0,0 0,1 0,1-1,1 1,4 11,12 21,2-1,2-1,2-1,3-2,1-1,2-1,4 2,-25-30,169 196,-177-207,-1 0,0 1,1-1,-1 0,1-1,0 1,0 0,0-1,0 1,0-1,1 0,-1 0,1 0,-1-1,1 1,0-1,-1 0,1 0,0 0,0-1,0 1,0-1,0 0,-1 0,1 0,2-1,10-11,-2-4</inkml:trace>
  <inkml:trace contextRef="#ctx0" brushRef="#br0" timeOffset="875.095">1329 842,'-1'21,"0"-16,0 0,0 0,1 0,-1 0,1 0,0 0,0 0,1 0,-1 0,1 0,0 0,1 0,-1 0,1 0,0 0,0-1,1 1,-1-1,1 1,0-1,0 0,0 0,1 0,0-1,-1 1,1-1,0 0,1 0,-1 0,2 0,2-1,-1-1,0 0,1 0,-1 0,1-1,-1 0,1-1,0 0,-1 0,0 0,1-1,-1 0,0-1,0 1,0-1,0-1,-1 1,1-1,-1 0,0-1,1 0,-3 2,1-1,0 0,-1 0,0-1,0 1,0-1,-1 1,1-1,-1 0,0-1,-1 1,1 0,-1-1,0 0,-1 1,1-1,-1 0,0 0,0 0,-1 0,0 0,0 0,0 0,-1 0,0 0,-1-3,0 3,0 0,-1 1,1-1,-1 1,0 0,-1 0,1 0,-1 0,0 0,0 1,-1 0,1 0,-1 0,0 0,0 1,0 0,0 0,-1 0,1 0,-1 1,0 0,0 0,0 1,0 0,0 0,0 0,0 1,0 0,0 0,0 0,0 1,0 0,0 0,0 0,0 1,0 0,1 0,-1 0,1 1,-1 0,0 1,-3 3,0 0,0 0,1 1,0 0,0 1,1-1,0 2,0-1,1 1,1 0,0 0,0 0,1 1,0 0,0 0,0 6,-5 24</inkml:trace>
  <inkml:trace contextRef="#ctx0" brushRef="#br0" timeOffset="1640.185">2024 870,'4'13,"7"12,5 6,5 4,4 4,-1 1,-2 1,-5 1,-4-1,-13 0,-17 0,-16-3,-20-5,-11-8,4-9</inkml:trace>
  <inkml:trace contextRef="#ctx0" brushRef="#br0" timeOffset="2000.223">2505 374,'5'-3,"1"0,0 0,0 0,0 0,0 1,0 0,0 1,1-1,-1 1,1 0,-1 1,1-1,-1 1,1 1,-1-1,1 1,-1 0,0 1,1-1,-1 1,0 1,0-1,0 1,0 0,2 2,32 20,-2 2,0 2,-2 2,-1 1,-2 1,1 3,281 334,-270-327,-33-41,-6-7</inkml:trace>
  <inkml:trace contextRef="#ctx0" brushRef="#br0" timeOffset="2196.698">3147 335,'-21'11,"-13"14,-10 15,-7 15,-3 13,-5 12,2 8,3 1,7-4,8-10,11-17</inkml:trace>
  <inkml:trace contextRef="#ctx0" brushRef="#br0" timeOffset="2512.902">3694 1,'21'22,"18"20,11 18,9 17,5 13,2 13,-5 11,-7 6,-15 4,-26-1,-38-4,-49-6,-55-6,-5-21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6:31.87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82 22,'11'16,"16"14,16 14,17 10,14 10,9 5,1 3,-5-2,-9-4,-14-5,-16-4,-15-11,-12-13</inkml:trace>
  <inkml:trace contextRef="#ctx0" brushRef="#br0" timeOffset="294.212">577 9,'-16'2,"-12"8,-11 13,-9 19,-8 18,-9 15,-4 13,0 5,6-2,10-8,15-10,16-16,12-17</inkml:trace>
  <inkml:trace contextRef="#ctx0" brushRef="#br0" timeOffset="805.37">1098 357,'-11'4,"1"0,-1 1,1 1,0 0,1 0,-1 1,1 0,0 1,1-1,0 2,0-1,1 1,-4 7,6-10,2 0,-1 0,1 0,0 0,0 0,1 1,-1-1,2 1,-1-1,1 1,0 0,0 0,1 0,-1 0,2 0,-1 0,1-1,0 1,0 0,1 0,0-1,0 1,2 1,2 0,0 0,1 0,1-1,-1 0,1 0,0 0,1-1,0-1,0 1,0-1,0-1,1 0,-1 0,1-1,0 0,0-1,1 0,-1-1,0 0,1 0,-1-1,1 0,9-2,-10 1,1 0,-1-1,1 0,-1 0,0-1,0 0,0-1,0 0,-1-1,1 0,-1 0,-1-1,1 0,-1-1,0 0,0 0,-1-1,0 0,0 0,-1 0,0-1,0 0,-1 0,-1-1,1 1,-1-1,-1 0,0 0,0-1,0-8,-1 7,-1 1,0-1,-1 0,0 0,-1 0,0 0,-1 0,0 1,-1-1,0 1,-1 0,-1-1,1 2,-2-1,1 0,-2 1,1 0,-1 1,-1 0,0 0,0 0,-1 1,1 0,-2 1,1 0,-1 0,0 1,-1 0,0 1,0 0,0 1,0 0,0 1,-1 0,-11-1,13 3,0 1,0 0,0 1,1 0,-1 1,0 0,1 1,-1 0,1 0,0 1,0 0,0 0,0 1,1 0,0 1,0 0,0 0,1 1,0-1,0 2,1-1,0 1,0 0,1 0,0 1,0 0,1-1,0 2,1-1,0 0,0 1,1-1,0 1,1 0,0 0,0-1,1 9,9 33</inkml:trace>
  <inkml:trace contextRef="#ctx0" brushRef="#br0" timeOffset="1396.959">1646 76,'25'268,"-6"-114,-13 65,-10-202,1-36,-57-539,56 531,3 19,-1-1,1 0,0 0,1 1,0-1,0 0,1 0,0 0,1 1,0-1,1-2,-2 10,0-1,0 0,0 1,1-1,-1 1,1 0,-1-1,1 1,-1 0,1 0,-1 0,1 0,0 0,0 0,0 0,-1 1,1-1,0 1,0-1,0 1,0 0,0 0,0 0,0 0,0 0,0 0,0 0,0 1,1 0,61 17,-58-15,33 12,0 2,-1 1,-1 2,-1 2,19 15,-51-35,0 0,-1 1,1-1,0 1,-1 0,0-1,0 2,0-1,0 0,0 1,0-1,-1 1,0 0,0 0,0 0,0 0,0 0,-1 0,0 0,0 1,0-1,0 1,-1-1,0 0,0 1,0-1,0 1,-1-1,1 1,-6 4,-1-1,0 0,0 0,0-1,-1 0,0 0,0-1,-1 0,1 0,-1-1,-1 0,1-1,-1 0,-4 1,-1 2,-33 14,-82 49,127-69,1 1,-1 0,1-1,0 1,0 0,-1 0,1 0,1 0,-1 0,0 1,0-1,1 1,-1-1,1 1,0-1,0 1,0 0,0 0,0-1,1 1,-1 0,1 0,0 0,0 0,0 0,0-1,0 1,0 0,1 0,0 0,-1 0,1-1,0 1,1 0,-1-1,0 1,1-1,-1 1,1-1,0 1,1 1,13 8,-1-1,2-1,-1 0,1-1,1-1,-1 0,1-2,1 0,-1-1,1 0,0-2,3 0,82 13,1-5,1-5,16-4,-16-1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6:31.15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4,'14'-2,"15"1,15 1,11 1,5 2,1 3,-4 5,-13 7,-13 6,-12-2</inkml:trace>
  <inkml:trace contextRef="#ctx0" brushRef="#br0" timeOffset="199.446">13 285,'14'2,"18"1,19 0,20-1,13 0,8-1,1-1,-17 1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6:25.14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72 73,'2'20,"1"19,0 13,-1 12,0 9,-1 8,-1 3,1 2,-4-3,0-7,0-8,1-15,0-16</inkml:trace>
  <inkml:trace contextRef="#ctx0" brushRef="#br0" timeOffset="404.302">579 153,'-243'189,"-12"15,186-155,57-44,16-13,7-1,0 1,0 0,1 1,1 0,-1 1,1 1,0 0,0 0,1 1,12-1,-17 2,0 2,0-1,0 1,0 0,0 1,0 0,0 1,-1 0,1 0,0 1,0 0,0 0,-1 1,1 0,-1 1,0 0,0 0,0 1,-1-1,1 2,-1-1,-1 1,1 0,-1 1,0 0,3 3,4 12,0 0,-2 1,0 0,-2 0,1 6,23 53,-30-78,-1 1,1 0,0-1,0 0,0 1,0-1,1 0,-1-1,1 1,0-1,1 1,-1-1,0 0,1-1,0 1,0-1,-1 0,1 0,0-1,1 1,-1-1,0 0,0 0,0-1,1 0,-1 0,0 0,1 0,1-1,13-3,-1-1,0 0,0-1,-1-1,1-1,-2-1,1 0,-1-2,3 0</inkml:trace>
  <inkml:trace contextRef="#ctx0" brushRef="#br0" timeOffset="946.31">1034 809,'0'-29,"1"0,1 0,2 0,0 1,2-1,8-19,-14 47,0 0,0 0,-1 0,1 0,0 1,1-1,-1 0,0 0,0 0,0 0,0 1,1-1,-1 0,0 0,1 0,-1 1,1-1,-1 0,1 0,-1 1,1-1,-1 1,1-1,0 0,-1 1,1-1,0 1,-1-1,1 1,0 0,0-1,0 1,-1 0,1 0,0-1,0 1,0 0,0 0,0 0,-1 0,1 0,0 0,0 0,0 0,0 0,-1 1,1-1,0 0,0 1,2 9,0 0,-1 0,0 0,-1 1,0-1,-1 1,0-1,-1 4,1 18,25 336,-24-365,-1 0,1 0,-1 0,0-1,0 1,0 0,0 0,0 0,-1-1,1 1,-1 0,1 0,-1-1,0 1,-1 0,1-1,0 1,-1-1,1 0,-1 1,0-1,1 0,-1 0,0 0,-1 0,1 0,0-1,0 1,-1-1,1 1,-1-1,1 0,-2 1,-55 1,80-15,39 1,1 3,0 2,30 2,-43 3</inkml:trace>
  <inkml:trace contextRef="#ctx0" brushRef="#br0" timeOffset="1756.145">1729 541,'5'0,"8"0,8 0,11-2,10-4,10 0,8-1,4 0,-1 1,-5 2,-13 2</inkml:trace>
  <inkml:trace contextRef="#ctx0" brushRef="#br0" timeOffset="2024.429">1877 755,'9'2,"12"1,14 0,15-3,12-1,9-3,4-4,-10 1</inkml:trace>
  <inkml:trace contextRef="#ctx0" brushRef="#br0" timeOffset="5601.13">2639 421,'7'-144,"-3"92,-2 0,-2 0,-5-27,-5 45,10 34,0-1,0 1,-1-1,1 1,0-1,-1 1,1 0,0-1,-1 1,1-1,-1 1,1 0,-1-1,1 1,-1 0,1 0,-1-1,1 1,-1 0,1 0,-1 0,1 0,-1-1,1 1,-1 0,0 0,1 0,-1 0,1 0,-1 0,1 1,-1-1,1 0,-1 0,1 0,-1 0,1 1,-1-1,1 0,-1 1,1-1,-1 0,1 1,-1-1,1 0,0 1,-1-1,1 1,0-1,-1 1,1-1,0 1,-1-1,1 1,0 0,-3 2,1 0,-1 0,1 0,0 1,0-1,0 1,1-1,-1 1,1 0,0-1,0 1,0 0,1 0,-1 0,1 0,0 0,0 0,0 0,0 0,1 0,0 0,0-1,0 1,0 0,0 0,1-1,0 1,0-1,0 1,0-1,0 0,0 0,1 0,0 0,0 0,0 0,2 1,11 1,0 0,0-1,0-1,0-1,1 0,-1-1,1-1,-1-1,0 0,1-1,-1 0,0-2,0 0,11-4,157-52,-183 59,0 1,1 0,-1-1,1 1,-1 0,1-1,-1 1,1 0,-1 0,1 0,-1 0,1 0,-1 1,1-1,-1 0,0 1,1-1,-1 1,1 0,-1-1,0 1,0 0,1 0,-1-1,0 1,0 0,0 0,0 1,0-1,0 0,0 0,0 0,-1 1,1-1,0 0,-1 1,1-1,-1 0,1 1,-1-1,0 1,1-1,-1 1,0-1,0 1,0-1,0 1,-1 0,-3 153,0-117,-45 710,48-728,0 20,-2 0,-2-1,-2 0,-1 0,-8 22,15-56,0-1,0 0,-1 1,0-1,1 0,-1 0,-1 0,1 0,-1 0,1-1,-1 1,0-1,0 1,-1-1,1 0,-1 0,1-1,-1 1,0-1,0 0,0 0,0 0,-1 0,1-1,0 0,-1 0,1 0,-1 0,1-1,-1 1,1-1,-1 0,0-1,1 1,-1-1,-3-1,-9-7,0 0,0-2,1 0,0 0,1-2,1 0,0 0,0-2,2 1,0-2,0 0,2 0,-7-12,9 16,1 0,0 0,0-1,1 0,1 0,0-1,1 1,1-1,0 0,-1-10,6 19,0 0,1-1,-1 1,1 0,0 0,0 1,1-1,-1 1,1 0,0-1,0 1,1 1,-1-1,1 1,-1 0,1 0,0 0,1 1,-1-1,0 1,1 1,-1-1,1 1,-1 0,2 0,1-2,69-21,0 4,1 3,1 4,1 3,-1 4,14 3,120 13,-212-10,1 0,-1 0,1 0,-1 0,1 0,-1 0,1-1,-1 1,0 0,1-1,-1 1,1-1,-1 1,0-1,1 0,-1 0,0 0,0 1,0-1,0 0,1 0,-1 0,0-1,-1 1,1 0,0 0,0-1,0 0,6-8,-3 21,-4 345,-1-125,2-229,0 0,-1 1,0-1,1 0,-1 0,0 1,0-1,0 0,0 1,-1-1,1 0,0 0,-1 0,0 1,0-1,1 0,-1 0,0 0,-1 0,1 0,0 0,-1 0,1-1,-1 1,1 0,-1-1,0 1,1-1,-1 0,0 1,0-1,0 0,0 0,0 0,-1-1,1 1,0 0,0-1,0 1,-2-1,-8-1,0 1,-1-2,1 0,0-1,0 0,0 0,1-1,-2-2,13 6,0 0,0 0,0 0,1 0,-1 0,0 0,0 0,0 0,1 0,-1 0,0 0,0 0,0 0,0-1,1 1,-1 0,0 0,0 0,0 0,0 0,0-1,0 1,1 0,-1 0,0 0,0-1,0 1,0 0,0 0,0 0,0-1,0 1,0 0,0 0,0 0,0-1,0 1,0 0,0 0,0 0,0-1,0 1,0 0,0 0,0 0,0 0,-1-1,1 1,0 0,0 0,0 0,0 0,0-1,0 1,-1 0,1 0,26-4,-23 4,434-49,-403 47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6:45.77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972 2342,'0'-32,"5"3,-2 0,0 0,-2-1,-2 1,0 0,-2 0,-1 0,-1 0,-2 1,-1 0,-9-23,-6 20,22 30,1 1,-1-1,1 1,-1 0,1-1,-1 1,1-1,-1 1,1 0,-1-1,0 1,1 0,-1 0,1-1,-1 1,0 0,1 0,-1 0,0 0,1 0,-1 0,0 0,1 0,-1 0,0 0,1 0,-1 1,0-1,1 0,-1 0,0 1,1-1,-1 0,1 1,-1-1,1 1,-1-1,1 0,-1 1,1-1,-1 1,1-1,0 1,-1 0,1-1,0 1,-1-1,1 1,0 0,0-1,-1 2,-1 3,0 1,0 0,1 0,0 0,0 0,0 1,1-1,0 0,0 0,0 0,1 0,0 1,0-1,0 0,1 0,0-1,0 1,1 0,0-1,0 1,0-1,0 0,1 0,0 0,0 0,0-1,1 1,3 1,7 1,0-1,1 0,0-1,0-1,0-1,0 0,1-1,-1-1,1-1,-1 0,1-1,-1 0,1-2,12-3,-21 5,-6 0,0 1,0-1,0 0,0 1,0 0,0-1,-1 1,1 0,0 0,0 0,0 0,0 0,0 1,0-1,0 0,0 1,0 0,0-1,0 1,-1 0,1 0,0 0,-1 0,1 0,0 1,-1-1,0 0,1 1,-1-1,0 1,0-1,1 1,-1 0,0-1,-1 1,1 0,1 9,-1 0,0 1,0-1,-2 0,1 0,-1 0,-1 0,-1 4,-2 20,-11 198,10 10,5-206,1-12,-1 0,-1 0,-1-1,-2 1,0-1,-2 2,5-20,0 1,-1-1,1 0,-1 0,0-1,-1 1,1-1,-1 0,0 1,0-2,-1 1,0 0,1-1,-1 0,-1 0,1 0,-1-1,1 0,-1 0,0 0,0-1,0 0,-1 0,1-1,-4 1,1-1,0-1,0 0,0 0,0-1,0 0,0-1,0 0,0 0,0-1,1 0,-1-1,1 1,0-2,0 1,0-1,1-1,0 1,0-1,0 0,0-1,-5-6,0 0,1 0,0-1,1-1,1 0,0 0,1-1,1 0,-6-17,13 33,-2-3,1 1,-1-1,1 0,0 0,0 0,0 0,0 0,1 0,-1 0,1 0,0 0,0 0,0 0,0 0,0 0,1 0,-1 0,1 0,0 0,0 0,0 0,0 0,0 1,1-1,-1 0,1 1,0-1,0 1,0-1,9-2,1 0,-1 1,1 0,-1 1,1 0,0 1,0 1,12-1,12-2,106-17,-2-6,83-30,-222 56,0 1,0-1,0 0,0 1,0-1,0 1,0-1,0 1,0-1,1 1,-1 0,0-1,0 1,0 0,1 0,-1 0,0 0,0 0,0 0,1 1,-1-1,0 0,0 1,0-1,0 0,1 1,-1-1,0 1,0 0,0-1,0 1,0 0,0 0,-1 0,1-1,0 1,0 0,-1 0,1 0,0 0,-1 0,1 0,-1 1,1-1,-1 0,0 0,1 0,-1 0,0 1,0-1,0 0,0 0,0 0,0 1,0-1,-12 279,6-69,12-181,3-10</inkml:trace>
  <inkml:trace contextRef="#ctx0" brushRef="#br0" timeOffset="344.608">1869 2342,'13'4,"14"5,14 0,11-2,8-1,5-2,1-2,-7 1,-12 2,-15 1</inkml:trace>
  <inkml:trace contextRef="#ctx0" brushRef="#br0" timeOffset="592.94">1989 2610,'16'9,"16"3,17-1,16-1,10-4,6-4,-10-3</inkml:trace>
  <inkml:trace contextRef="#ctx0" brushRef="#br0" timeOffset="772.464">2737 2168,'0'23,"0"19,0 15,0 13,0 7,0 4,-2 0,-1-4,-2-9,-1-14,2-16</inkml:trace>
  <inkml:trace contextRef="#ctx0" brushRef="#br0" timeOffset="1110.559">3018 2288,'-5'20,"-1"-1,-1 0,-1-1,0 1,-1-1,-1-1,-1 0,0 0,-1-1,-1-1,-1 0,0-1,-1 0,0-1,-1-1,3 0,-1-1,0 0,0-1,-1-1,-1 0,1-1,-1-1,-1 0,1-1,-1-1,0-1,-9 1,25-4,0-1,0 1,0-1,-1 0,1 0,0 0,0 1,-1-1,1 0,0-1,-1 1,1 0,0 0,0 0,0-1,-1 1,1-1,0 1,0-1,0 1,0-1,0 0,0 0,0 1,0-1,0 0,0 0,0 0,0 0,1 0,-1 0,0-1,3 1,1-1,-1 0,0 1,1 0,0-1,-1 1,1 0,0 0,-1 1,1-1,0 1,0-1,0 1,0 0,0 0,-1 0,1 0,2 1,12 2,-1 2,0 0,-1 0,1 2,-1-1,0 2,-1 0,0 1,0 1,-1 0,0 1,-1 0,1 2,17 11,-17-12,0 0,1-1,0-1,0 0,1-1,1 0,0-2,0 1,0-2,1 0,0-2,0 1,0-2,0 0,1-1,4-1,14-6</inkml:trace>
  <inkml:trace contextRef="#ctx0" brushRef="#br0" timeOffset="1898.969">3352 3024,'11'-39,"1"1,1 0,3 1,1 0,1 1,14-17,-19 43,-9 30,-8 270,2-258,1 8,-2-1,-1 1,-3-1,-1 0,-7 17,-8-20,23-36,-1 1,1-1,-1 0,1 1,-1-1,0 0,1 1,-1-1,1 0,-1 0,0 0,1 1,-1-1,0 0,1 0,-1 0,0 0,1 0,-1 0,0 0,1 0,-1 0,0-1,1 1,-1 0,0 0,1-1,-1 1,1 0,-1-1,0 1,1 0,-1-1,1 1,-1-1,1 1,0-1,-1 1,1-1,-1 1,1-1,0 0,-1 1,1-1,0 0,0 1,0-1,-1 1,1-1,0 0,0 1,0-1,0 0,0 1,0-1,0 0,0 0,0 0,-1-1,1 0,0 1,-1-1,1 0,0 1,0-1,0 0,0 0,0 1,1-1,-1 0,0 1,1-1,0 0,-1 1,1-1,0 1,-1-1,1 1,0-1,0 1,0-1,1 1,-1 0,0 0,0-1,1 1,-1 0,1 0,-1 1,1-1,-1 0,1 0,-1 1,1-1,0 1,0-1,73-9,-69 10,173-9,-122 4</inkml:trace>
  <inkml:trace contextRef="#ctx0" brushRef="#br0" timeOffset="2454.512">3887 2489,'18'-2,"15"-1,12 0,6-1,4-1,2 1,-2 1,-6 3,-9 2,-11 3,-11 0</inkml:trace>
  <inkml:trace contextRef="#ctx0" brushRef="#br0" timeOffset="2654.976">3914 2663,'18'7,"15"2,16-1,13-1,9-2,7-2,-1-4,-14-1</inkml:trace>
  <inkml:trace contextRef="#ctx0" brushRef="#br0" timeOffset="-3792.492">2683 590,'-5'35,"2"-14,0 0,1-1,1 1,1 0,3 14,-3-30,1 0,0 0,0 0,1 0,0 0,0 0,0 0,0-1,1 1,0-1,-1 0,2 1,-1-1,0 0,1-1,0 1,0-1,0 0,0 0,1 0,-1 0,1-1,-1 1,5 0,-3-1,-1-1,1 0,0 0,-1 0,1-1,0 1,0-1,-1-1,1 1,0-1,0 0,-1-1,1 1,-1-1,1 0,-1 0,0-1,0 1,0-1,0-1,0 1,-1 0,1-1,-1 0,0 0,0-1,0 1,-1-1,0 1,0-1,0 0,0-1,-1 1,0 0,0-1,0 1,-1-1,1 1,-2-1,1 0,0 0,-1 1,0-1,-1-2,1 3,-1 0,0-1,-1 1,1 0,-1 0,0 0,0 0,-1 0,1 0,-1 1,0-1,0 1,-1 0,1 0,-1 0,0 0,0 0,0 1,-1 0,1 0,-1 0,1 1,-1-1,0 1,0 0,0 0,-1 1,1 0,0 0,-1 0,1 0,0 1,-1 0,1 0,0 1,-1-1,1 1,0 0,-1 0,1 1,0 0,0 0,0 0,0 0,1 1,-2 0,0 1,0-1,1 1,0 0,0 0,0 0,0 1,0-1,1 1,0 0,0 1,1-1,-1 1,1-1,0 1,0 0,1 0,0 1,0-1,1 0,-1 1,1-1,1 1,-1-1,1 1,0-1,1 1,-1 0,1-1,1 0,-1 1,1-1,0 0,1 0,-1 0,1 0,0 0,1 0,22 17</inkml:trace>
  <inkml:trace contextRef="#ctx0" brushRef="#br0" timeOffset="-3320.755">3165 136,'-5'21,"0"0,1 0,1 1,1 0,1 12,0-5,-5 499,12-514,7-38,-10 18,1-5,1 0,0 1,0 0,1 0,0 0,1 1,0 0,0 0,1 1,1 0,-1 0,1 1,0 0,1 1,-1 0,1 0,1 1,6-2,-14 6,0 0,-1 1,1 0,0-1,0 1,0 1,-1-1,1 0,0 0,0 1,0 0,-1 0,1 0,0 0,-1 0,1 0,-1 0,1 1,-1-1,0 1,1 0,-1 0,0 0,0 0,0 0,-1 0,1 1,0-1,-1 0,0 1,1-1,-1 3,3 3,-1 0,0 0,-1 1,0 0,0-1,-1 1,0 0,-1 0,0-1,0 2,0-3,-1 0,1-1,-1 1,0-1,-1 1,0-1,0 0,0 1,0-1,-1 0,0-1,-1 1,1 0,-1-1,0 0,0 0,-1 0,1 0,-1-1,0 1,-1-1,1-1,-1 1,1-1,-1 0,0 0,0-1,-1 1,1-1,0-1,-1 1,1-1,-1 0,1-1,-1 0,0 0,1 0,-1-1,1 1,-3-2,5 1,1 1,-1-1,0 0,1 0,-1-1,1 1,-1-1,1 1,0-1,-1 0,1-1,0 1,0 0,1-1,-1 0,0 0,1 0,0 0,-1 0,1 0,1 0,-1-1,0 1,1-1,-1 1,1-1,0 0,0-1,6-8</inkml:trace>
  <inkml:trace contextRef="#ctx0" brushRef="#br0" timeOffset="-2727.215">3526 123,'12'98,"-5"1,-4 11,-2-61,6 284,8-245,-15-86,1 1,0-1,0 1,0-1,0 1,1-1,-1 0,1 0,-1 0,1 1,0-2,0 1,0 0,0 0,0-1,0 1,0-1,0 1,1-1,-1 0,1 0,-1 0,1 0,-1 0,1-1,-1 1,1-1,0 0,-1 0,3 0,6-2,0-2,-1 1,0-1,0 0,0-1,0-1,-1 1,0-1,0-1,-1 0,1 0,-2 0,1-1,-1-1,0 1,2-5,61-94,-70 108,1-1,0 0,-1 1,1-1,0 1,-1-1,1 1,-1-1,1 1,0-1,-1 1,1-1,-1 1,0 0,1-1,-1 1,1 0,-1-1,0 1,0 0,1 0,-1-1,0 1,0 0,0 0,0-1,0 1,0 0,0 0,0 0,0-1,0 1,0 0,-1 0,1-1,0 1,0 0,-1 0,1-1,-1 1,1 0,0 25,8 103,-7-124,0 0,0 0,0 0,1-1,0 1,0 0,0-1,1 1,0-1,-1 0,1 1,1-1,-1-1,1 1,-1 0,1-1,0 0,0 0,1 0,-1-1,1 1,3 1,16 2</inkml:trace>
  <inkml:trace contextRef="#ctx0" brushRef="#br0" timeOffset="-2466.914">3994 537,'-16'0,"-10"0,-7 0,0 0,-2 0,1 0,-1 0,6 0</inkml:trace>
  <inkml:trace contextRef="#ctx0" brushRef="#br0" timeOffset="-1528.909">3499 404,'32'-15,"0"1,1 2,1 2,-1 1,2 1,-1 2,1 1,18 1,-29 2,-1 1,1 2,-1 0,1 1,-1 1,0 1,0 2,17 5,-28-6,-1 0,1 0,-1 1,0 0,0 1,-1 0,1 1,-2 0,1 1,-1 0,-1 1,1-1,-2 1,1 1,-2 0,6 9,-2 7,-2 0,0 1,-2 0,-1 0,-1 0,-1 0,-2 1,-1-1,-1 1,-2-1,-4 25,2-2,12 19,-6-68,0 0,0 0,0-1,0 1,0 0,1 0,-1-1,0 1,1-1,-1 1,1-1,0 0,-1 0,1 1,0-1,0 0,0-1,0 1,0 0,0 0,0-1,0 1,0-1,0 0,0 1,0-1,0 0,0 0,0-1,0 1,0 0,1-1,9-3,1 0,-1-2,-1 1,1-1,-1-1,0 0,0-1,0 0,-1 0,-1-1,0-1,0 0,0 0,-1 0,-1-1,2-3,-3 5,0-1,0 1,-1-1,0 0,0-1,-2 1,1-1,-1 0,-1 0,1 0,-2 0,0-1,-1 12,0 1,0-1,0 0,0 1,0-1,0 0,0 0,0 1,-1-1,1 0,0 0,0 0,0 1,0-1,-1 0,1 0,0 0,0 1,0-1,-1 0,1 0,0 0,0 0,0 0,-1 1,1-1,0 0,-1 0,1 0,0 0,0 0,-1 0,1 0,0 0,0 0,-1 0,1 0,0 0,0 0,-1 0,1 0,0 0,0-1,-1 1,1 0,0 0,0 0,-1 0,1 0,0-1,0 1,0 0,-1 0,1 0,0-1,0 1,0 0,0 0,-1-1,1 1,0 0,0 0,-5 11,0 0,1 1,1 0,0 0,0 0,1 0,1 1,0-1,0 7,1-14,0 0,0-1,0 1,0 0,1-1,-1 1,1-1,0 1,1-1,-1 1,1-1,0 1,0-1,0 0,1 0,0 0,-1-1,1 1,1-1,-1 1,0-1,1 0,-1 0,1 0,0-1,0 1,0-1,1 0,-1 0,0-1,1 1,0-1,3 1,1-1,0 0,0-1,0 0,-1 0,1-1,0 0,0 0,-1-1,1 0,-1-1,1 0,-1 0,0-1,0 0,-1 0,1-1,-1 0,0-1,0 1,-1-1,1 0,-1-1,-1 0,1 0,-1 0,0 0,-1-1,0 0,0 0,-1 0,0 0,0 0,1-8,12-66,-16 82,-1 0,1 0,0 0,0 0,0 1,0-1,0 0,0 0,-1 0,1 0,0 0,0 0,0 0,0 0,0 0,-1 0,1 0,0 0,0 0,0 0,0 0,0 0,-1 0,1 0,0 0,0 0,0 0,0 0,0 0,-1 0,1 0,0-1,-6 21,0 4,2 1,0 1,1-1,2 0,1 5,0-28,0 1,0-1,0 0,0 0,1 1,-1-1,1 0,0 0,0 0,0 0,0 0,0 0,0 0,0 0,0 0,1-1,-1 1,1 0,-1-1,1 1,0-1,0 0,0 1,-1-1,1 0,0 0,1 0,-1 0,0-1,0 1,0-1,0 1,0-1,1 0,-1 1,0-1,0 0,1-1,-1 1,0 0,1-1,6 0,1-1,-1 0,1 0,-1-1,0 0,0-1,0 0,-1-1,2 0,5-5,-1-1,-1 0,1-1,-2-1,0 0,0 0,-1-1,-1-1,0 0,-1 0,-1-1,5-13,-12 54,-1-23,-4 21,2 0,0 1,2-1,0 0,2 6,-1-24,-1 0,1 0,0 0,0 0,1 0,-1 0,1 0,0-1,0 1,1-1,-1 0,1 1,0-1,0 0,1-1,-1 1,1-1,0 1,0-1,0 0,0 0,0-1,1 1,-1-1,1 0,0 0,2 0,3-1,1-1,-1 0,0-1,1 0,-1 0,0-1,0 0,0-1,0-1,0 1,-1-1,1-1,-1 0,0 0,-1-1,1 0,-1 0,0-1,-1 0,1-1,-2 1,1-1,2-4,7-15,0-2,-1 1,-2-2,-1 1,-1-2,-2 0,-1 0,-2 0,-1-1,-1 0,-1 0,-2 0,-2-1,-1-2,3-2,-2 0,-2-1,-1 1,-1 0,-3 1,-1-1,-7-15,16 54,0-1,0 0,0 0,0 1,-1-1,1 0,-1 0,1 0,-1 0,1 0,-1 1,1-1,-1 0,0 0,0 0,0-1,1 1,-1 0,0 0,0 0,0-1,0 1,-1 0,1-1,0 1,0-1,0 1,0-1,0 0,-1 1,1-1,0 0,0 0,-1 0,1 0,0 0,0 0,-1 0,1 0,0-1,0 1,0 0,-1-1,1 1,0-1,0 1,0-1,0 0,0 1,0-1,0 0,0 0,0 0,0 0,1 0,-1 0,0 0,0 0,1 0,-1 0,1 0,-1 0,1 0,-1 0,1-1,0 1,0 0,-14 45,2 1,2 0,2 1,2 0,2 1,1 13,3-57,-3 48,2-1,2 1,2 0,5 19,-5-54,0 1,1-1,1 0,0 0,1 0,1-1,0 0,1 0,1-1,0 0,1-1,0 0,1 0,1-1,2 2,-10-11,0 1,0-1,0 0,0 0,1 0,-1-1,1 1,-1-1,1 0,0 0,0-1,0 0,0 0,0 0,0 0,0-1,0 0,0 0,1 0,16-6</inkml:trace>
  <inkml:trace contextRef="#ctx0" brushRef="#br0" timeOffset="-1349.389">5157 324,'18'6,"22"6,23 4,25 2,22 0,21 0,10-2,-3 2,-24-3</inkml:trace>
  <inkml:trace contextRef="#ctx0" brushRef="#br0" timeOffset="-4948.427">571 189,'0'61,"-2"-1,-4 0,-1 0,-4-1,-2 0,-2-1,-4 0,-1-1,-9 11,0-27,25-52,5-4,0 0,2 0,0 0,0 0,1 1,5-11,1-4,131-486,-122 442,-19 73,0 0,0-1,0 1,0-1,0 1,0 0,0-1,0 1,0-1,0 1,1 0,-1-1,0 1,0-1,0 1,0 0,1-1,-1 1,0 0,0-1,1 1,-1 0,0-1,1 1,-1 0,0 0,1-1,-1 1,0 0,1 0,-1 0,1-1,-1 1,0 0,1 0,-1 0,1 0,-1 0,0 0,1 0,-1 0,1 0,-1 0,0 0,1 0,-1 0,1 0,-1 0,0 1,1-1,-1 0,1 0,-1 0,1 1,12 21,91 282,-73-215,-7-23,-4 1,11 57,-31-122,0-1,1 0,0 0,-1 1,0-1,1 1,-1-1,0 0,1 1,-1-1,0 1,0-1,0 1,-1-1,1 0,0 1,0-1,-1 1,1-1,-1 0,1 1,-1-1,0 0,1 1,-1-1,0 0,0 0,0 0,0 0,0 0,0 0,0 0,-1 1,-10-2</inkml:trace>
  <inkml:trace contextRef="#ctx0" brushRef="#br0" timeOffset="-4298.17">571 551,'-2'-3,"1"2,0 1,-1-1,1 0,0 0,0 0,0 0,0 0,1 0,-1 0,0 0,0 0,1 0,-1 0,0-1,1 1,-1 0,1-1,0 1,-1 0,1 0,0-1,0 1,0-1,0 1,0 0,0-1,0 1,0 0,1-1,-1 1,0 0,1-1,-1 1,1 0,0 0,-1-1,76-1,-51 4,283 11,-300-13,-1 2,1-1,0 1,0 0,-1 0,1 1,0 0,-1 1,0 0,0 0,1 0,-2 1,1 0,0 0,-1 1,0 0,0 0,0 0,-1 1,0 0,0 0,0 0,-1 1,0-1,3 6,24 123,-31-134,0 1,1-1,-1 0,0 0,0 0,1 0,-1 0,1 1,-1-1,1 0,0 0,-1 0,1 0,0 0,-1-1,1 1,0 0,0 0,0 0,0-1,0 1,0 0,0-1,0 1,0-1,0 1,0-1,1 0,-1 1,0-1,0 0,0 0,0 0,1 0,-1 0,0 0,0 0,0 0,1-1,-1 1,0 0,0-1,0 1,0-1,1 1,44-36,-31 18,0-1,-1-1,-1 0,-1-1,-1-1,-1 0,-1 0,3-13,-5 18,-7 42,-3-9,2 0,0 0,1 0,0 1,1-1,3 10,-3-21,0-1,0 0,0 0,1 1,0-1,-1 0,2 0,-1-1,0 1,1 0,0-1,0 1,0-1,0 0,0 0,0 0,1-1,0 1,-1-1,1 0,0 0,0 0,0 0,1-1,-1 1,3-1,2 0,-1 0,1-1,-1-1,1 1,-1-1,0-1,1 1,-1-2,0 1,0-1,0 0,-1 0,1-1,-1 0,0-1,0 0,0 0,0 0,-1-1,0 0,0 0,-1 0,1-1,-1 0,-1 0,0 0,0-1,0 1,-1-1,0 0,0 0,-1 0,0-1,0 1,-1-2,1-63,-3 73,-1 0,1 0,0 0,0 1,0-1,-1 1,1-1,0 1,0-1,0 1,0-1,0 1,0 0,0 0,0-1,0 1,0 0,0 0,1 0,-1 0,0 0,1 0,-1 0,1 1,-1-1,1 0,-1 0,1 0,0 1,-1-1,1 0,-3 5,0 0,0 1,1-1,-1 1,1-1,1 1,-1 0,1-1,0 1,1 0,0 0,0 0,0 0,1 0,0-1,0 1,1 0,0-1,0 1,1-1,-1 1,1-1,1 0,1 3,6 0,0-1,1 0,0-1,0 0,0-1,1 0,0-1,0-1,0 0,1 0,0-2,-1 1,1-2,6 0,37 6</inkml:trace>
  <inkml:trace contextRef="#ctx0" brushRef="#br0" timeOffset="5482.723">4930 2262,'18'18,"13"18,8 13,4 11,2 5,-1 2,-2-2,-4-5,-5-9,-4-9,-6-13,-7-11</inkml:trace>
  <inkml:trace contextRef="#ctx0" brushRef="#br0" timeOffset="5776.933">5290 2221,'-15'23,"-13"24,-11 16,-4 15,-6 6,0 2,4-3,6-7,11-11,9-18</inkml:trace>
  <inkml:trace contextRef="#ctx0" brushRef="#br0" timeOffset="6098.076">5451 2623,'2'13,"1"0,0 0,1-1,0 1,1-1,0 0,1 0,1-1,4 7,-7-13,-1 0,1 0,1-1,-1 0,1 1,-1-2,1 1,1 0,-1-1,0 0,1-1,-1 1,1-1,0 0,0 0,0 0,0-1,0 0,0-1,0 1,2-1,1-2,0 0,0 0,0-1,0-1,-1 1,1-1,-1-1,0 0,-1 0,1 0,-1-1,0 0,0 0,-1-1,1 0,-2 0,1-1,-1 1,0-1,-1 0,1-1,-2 1,1-1,-1 1,-1-1,1 0,-1 0,-1-1,0 1,0 0,-1 0,0-1,-1-1,0 4,0 0,0 1,-1-1,0 0,0 1,-1 0,0-1,0 1,0 0,-1 0,0 1,0-1,0 1,-1 0,1 0,-1 0,-1 1,1-1,-1 1,1 0,-1 1,0 0,-1 0,1 0,0 1,-1-1,1 2,-1-1,0 1,0 0,0 0,1 1,-1 0,0 0,0 0,0 1,0 0,1 1,-7 1,4 1,-1 0,0 1,1 0,0 1,0 0,0 0,1 1,0 0,0 0,1 1,0 0,0 0,1 1,0 0,1 0,-1 0,2 1,0 0,0 0,0 0,-1 10,4-16,1 1,0-1,0 1,0-1,0 1,0 0,1-1,0 0,0 1,1-1,-1 1,1-1,0 0,0 0,1 2,15 19</inkml:trace>
  <inkml:trace contextRef="#ctx0" brushRef="#br0" timeOffset="6676.282">5959 2423,'-18'40,"4"28,4 0,3 1,2 32,-2-383,7 280,-2-5,1 1,0-1,0 0,1 0,0 0,0 1,1-1,-1 0,2 0,-1 1,1-1,0 0,0 1,0 0,1-1,0 1,1 0,-1 1,1-1,0 1,1-1,-1 1,1 0,0 1,5-4,2 4,0 1,1 0,0 1,0 1,-1 0,1 0,0 2,0-1,0 2,-1 0,1 0,0 1,-1 0,0 1,0 1,0 0,7 5,-16-9,0 0,0 1,0-1,0 1,0 0,-1 0,1 0,-1 0,1 1,-1-1,0 1,0-1,0 1,0 0,-1-1,1 1,-1 0,1 0,-1 0,0 1,0-1,-1 0,1 0,0 0,-1 1,0-1,0 0,0 1,0-1,-1 0,1 0,-1 1,0-1,0 0,0 0,0 0,0 0,-1 0,1 0,-1 0,-2 2,-7 6,-2 0,0-1,0-1,-1 0,0 0,0-1,-1-1,0-1,0 0,-1-1,-11 3,-4 2,24-8,-36 19,42-21,0 1,1 0,-1 0,0 0,0-1,1 1,-1 0,0 0,1 0,-1 0,1 0,-1 0,1 0,0 1,-1-1,1 0,0 0,0 0,-1 0,1 0,0 0,0 1,1-1,-1 0,0 0,0 0,0 0,1 0,-1 0,1 1,-1-1,1 0,-1 0,1 0,-1 0,1-1,0 1,0 1,11 10,0-1,0 0,1 0,1-1,-1-1,2-1,-1 0,1 0,0-2,15 5,22 8,0-2,1-3,1-2,54 5,-37-9</inkml:trace>
  <inkml:trace contextRef="#ctx0" brushRef="#br0" timeOffset="7066.751">7002 1861,'-22'7,"0"1,1 1,0 1,0 1,1 1,0 1,1 0,1 2,0 0,1 1,1 0,0 2,-2 4,-2 5,1 1,2 1,0 0,2 1,2 1,0 1,2 0,2 0,1 1,1 0,2 0,1 1,2-1,1 1,1 0,2-1,2 1,1-1,1 1,2-2,2 1,0-1,2-1,2 0,4 6,-8-20,0 0,2 0,0-1,1 0,1-1,0-1,1 0,0-1,1 0,0-1,15 7,6-2</inkml:trace>
  <inkml:trace contextRef="#ctx0" brushRef="#br0" timeOffset="7844.199">7123 2356,'-7'1,"0"1,1 0,0 1,0 0,0 0,0 0,0 0,0 1,1 0,-1 0,1 1,0-1,1 1,-1 0,1 0,0 1,0-1,1 1,-1 0,1 0,1 0,-1 0,1 2,-5 6,2-1,0 1,1 0,0 0,1 1,0-1,1 1,1-1,1 1,0 0,0-1,2 1,0-1,0 1,4 7,-4-17,0 0,1-1,-1 1,1-1,0 0,0 0,1 0,-1 0,1-1,0 1,0-1,0 0,0 0,0-1,1 1,0-1,-1 0,1 0,0 0,0-1,0 0,0 0,0 0,0 0,0-1,0 0,0 0,1 0,-1-1,0 1,0-1,0-1,0 1,0-1,-1 1,1-2,0 1,-1 0,4-3,4-3,0 0,-1-1,-1 0,1-1,-1 0,-1-1,0 0,0 0,-1-1,-1 0,0 0,-1-1,0 0,-1 0,0 0,2-14,-2 8,-1 0,-1-1,0 1,-2-1,-1 0,0 1,-1-1,-1 0,-1 1,-1-1,-5-16,5 24,0 1,-1-1,-1 1,0 0,0 0,-1 1,0 0,-1 0,0 0,-3-1,8 8,0 0,-1 0,1 1,0-1,-1 1,0 0,0 0,1 0,-1 0,0 1,0-1,-1 1,1 0,0 0,0 1,0-1,-1 1,1 0,0 0,-1 0,1 1,0 0,0-1,0 2,-1-1,1 0,0 1,0 0,1-1,-1 2,0-1,-4 5,-1 0,1 1,0 0,1 0,0 1,1 0,-1 0,2 1,-1 0,2 0,-1 0,1 0,0 1,1 0,1-1,0 1,0 0,1 0,0 1,1-1,0 0,1 0,0 0,1 0,0 0,2 5,-1-7,1-1,0 0,0 0,1 0,0 0,0-1,1 1,0-1,0-1,0 1,1-1,0 0,1-1,-1 1,1-2,0 1,0-1,0 0,1-1,-1 0,8 2,17 3,-1-1,1-1,0-2,1-2,10-1,-41-1,0 0,0 0,0 0,0 0,0 1,0-1,0 1,0 0,0 0,0 0,0 0,-1 0,1 1,0-1,-1 1,1 0,-1-1,0 1,1 0,-1 1,0-1,0 0,0 0,-1 1,1-1,-1 1,1 0,-1 0,0-1,0 1,1 3,21 73,25 55,-42-122,2 0,-1 0,1-1,1 0,0-1,0 0,1-1,2 2,-9-9,0 1,0-1,0 1,1-1,-1 0,1 0,-1-1,1 1,0-1,0 0,-1 1,1-2,0 1,0 0,0-1,0 0,0 0,0 0,0 0,0-1,0 0,0 1,0-1,0-1,-1 1,1-1,0 1,-1-1,3-1,3-6,-1 0,0-1,0 0,-1 0,-1 0,0-1,0 0,-1 0,0 0,-1-1,0 0,-1 0,0 0,-1 0,-1 0,0-1,0 1,-1 0,-1-1,0-3,2 9,-1-1,0 0,0 0,-1 0,0 0,0 1,-1-1,0 1,0-1,-1 1,1-1,-2 1,1 0,-1 0,0 1,-1-1,1 1,-5-4,6 8,0 1,1 0,-1-1,0 1,0 1,1-1,-1 0,0 1,0-1,0 1,0 0,0 0,0 0,0 0,0 1,0-1,0 1,0 0,1 0,-1 0,0 0,0 0,1 0,-1 1,1-1,-1 1,1 0,-2 2,-56 63,55-59,0 0,1 0,0 0,1 1,0 0,0-1,0 1,1 0,1 1,-1-1,2 0,-1 0,1 0,1 1,-1-1,2 0,-1 0,2 2,9 21</inkml:trace>
  <inkml:trace contextRef="#ctx0" brushRef="#br0" timeOffset="8542.857">8458 2382,'16'12,"13"12,9 14,11 11,5 7,3 5,-1 2,-4-4,-8-4,-10-6,-10-8,-9-15,-7-14</inkml:trace>
  <inkml:trace contextRef="#ctx0" brushRef="#br0" timeOffset="8716.394">8900 2502,'-2'-18,"-1"-10,-2-6,-3 3,-4 12,-7 18,-7 21,-9 20,-4 17,-5 13,-2 10,0 5,3-2,9-7,11-16</inkml:trace>
  <inkml:trace contextRef="#ctx0" brushRef="#br0" timeOffset="8973.637">9141 2075,'18'-5,"13"8,6 17,3 19,-1 16,1 15,-6 11,-7 8,-11 5,-18 4,-21 2,-28 2,-5-17</inkml:trace>
  <inkml:trace contextRef="#ctx0" brushRef="#br0" timeOffset="9384.061">8218 2837,'2'25,"2"22,1 16,0 12,0 6,-6 3,-10 1,-3-14</inkml:trace>
  <inkml:trace contextRef="#ctx0" brushRef="#br0" timeOffset="10455.549">157 83,'-5'3,"0"64,-1 860,-19 836,28-1663,2-90,-2-36,-1-7</inkml:trace>
  <inkml:trace contextRef="#ctx0" brushRef="#br0" timeOffset="13380.874">50 203,'-2'-7,"1"0,0-1,1 1,0 0,0-1,1 1,-1-1,1 1,1 0,0-1,0 1,0 0,1 0,0 0,0 1,1-1,0 1,0 0,0 0,1 0,0 0,0 1,0 0,1 0,0 0,0 1,0 0,5-3,8 3,0 0,-1 1,1 0,0 2,0 0,1 2,-1 0,0 1,-1 1,17 4,7-1,320 22,-126-14,450 21,1091-36,-694-7,60-2,997-12,-530 63,-998-42,-605 1,-6 0,0-1,0 1,1-1,-1 1,0 0,0-1,0 1,0 0,0 0,0 0,1 0,-1 0,0 0,0 0,0 1,0-1,0 0,0 0,0 1,1-1,-1 1,0-1,0 1,0 0,-1-1,1 1,0 0,0-1,0 1,0 0,-1 0,1 0,0 0,-1 0,1 0,-1 0,1 0,-1 0,1 0,-1 0,0 0,1 1,-29 69,7 7,4 0,3 2,-1 45,9-74,-91 1043,91-1000,4 0,4 0,4-1,4 1,4-2,13 40,39 70,-37-121,-4 1,-3 1,-3 5,15 218,16-76,-22-74,-27-155,-1 1,0 0,0 0,0 0,0 0,0 0,0-1,-1 1,1 0,0 0,-1 0,0 0,1-1,-1 1,0 0,0-1,0 1,0-1,0 1,0-1,-1 1,1-1,0 0,-1 1,1-1,-1 0,1 0,-1 0,1 0,-1-1,0 1,0 0,1-1,-1 1,0-1,0 1,0-1,0 0,1 0,-3 0,-124-4,88-1,-215-10,-112 13,221 2,-1252 61,481-10,-1744-7,1331-52,754-6,19-14,167-20,243 30,1-7,-16-11,108 27,-1 2,0 2,0 3,-52 5,5-1,96-2,0-1,1 0,-1 0,1 0,-1-1,1 0,-1 0,1 0,0-1,0 1,0-1,0 0,1-1,-1 1,1-1,0 0,0 0,0 0,0-1,1 1,-3-6,4 7,-18-16,-1 0,0 1,-2 1,0 1,0 1,-2 1,1 1,-22-7,34 14,0 0,0 0,0-2,1 1,0-1,0-1,1 0,0 0,1-1,0-1,1 1,0-1,0-1,1 0,1 0,0 0,1 0,0-1,0 0,1-3,-2-21,2 0,1 0,2-1,2 1,1-1,2 1,7-27,-3 4,2-20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7:57.02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0 964,'217'-97,"499"-239,204-41,-906 371,106-38,2 4,78-12,-122 43,-77 8,0 1,0-1,0 1,0 0,0-1,0 1,1 0,-1 0,0 0,0 0,0 0,0 0,0 0,1 1,-1-1,0 0,0 1,0-1,0 0,0 1,0-1,0 1,0 0,0-1,0 1,0 0,0 0,-1-1,1 1,0 0,0 0,-1 0,1 0,-1 0,1 0,-1 0,1 0,-1 0,1 0,-1 0,0 0,0 1,0-1,0 0,0 0,0 0,0 0,0 0,0 1,0-1,0 0,-1 0,1 0,0 0,-1 0,1 0,-1 0,1 0,-1 0,0 0,0 0,1 0,-1 0,0 0,0-1,0 1,0 0,-16 19,0 0,-2-1,0-1,-1-1,-6 4,16-13,-77 61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7:55.28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189 529,'-5'-72,"8"43,-2 0,-1 0,-1 0,-1 0,-2 0,0 0,-2 0,-2 1,0 0,-2 1,-1 0,-1 0,-5-6,15 29,0 1,0-1,0 1,0 0,-1-1,0 1,1 0,-1 1,0-1,0 0,-1 1,1 0,0 0,-1 0,1 0,-1 0,0 1,0-1,0 1,1 0,-1 0,0 1,0-1,0 1,0 0,-4 0,7 0,1 0,-1 0,1 0,-1 0,1 0,-1 0,1 0,-1 0,1 1,-1-1,1 0,-1 0,1 1,-1-1,1 0,-1 0,1 1,0-1,-1 0,1 1,0-1,-1 1,1-1,0 1,-1-1,1 0,0 1,0-1,-1 1,1-1,0 1,0-1,0 1,0 0,0-1,0 1,0-1,0 1,0-1,0 1,0-1,0 1,0-1,0 1,0-1,1 1,-1-1,0 1,0-1,1 1,-1-1,27 16,6-10,0-2,1-1,-1-2,1-1,29-4,-29 3,195-9,-226 10,-1 1,0 0,0 0,0-1,0 1,0 1,0-1,0 0,0 0,-1 1,1-1,0 1,-1-1,1 1,-1 0,1 0,-1-1,0 1,0 0,0 0,0 0,0 0,0 1,-1-1,1 0,-1 0,1 0,-1 1,0-1,0 0,0 0,0 1,0-1,-1 0,1 0,-1 1,1-1,-1 0,0 0,0 1,0 13,-1 69,4 1,4-1,3 0,14 52,4-23,-11-50,-2 0,-3 2,-2-1,-3 26,-6-77,-1 0,0 0,-1 0,0 0,-1 0,-1-1,0 0,-1 1,-1-2,0 1,-4 5,7-11,-2-1,1 0,-1-1,1 1,-2-1,1 0,0 0,-1 0,0-1,0 0,-1 0,1-1,-1 1,1-1,-1-1,0 1,0-1,-1-1,1 1,0-1,0 0,-4-1,2 0,0-1,1 0,-1 0,0-1,1 0,-1 0,1-1,0 0,-1-1,2 0,-1 0,0 0,1-1,0 0,0-1,0 0,1 0,0 0,0-1,0 0,1 0,0 0,-3-8,-1-1,1 0,0-1,1 0,1 0,1 0,0-1,2 0,0 0,0 0,2 0,0-4,1 14,0 0,0 0,1 0,0 0,1 0,0 0,0 0,0 0,1 1,0-1,1 1,-1 0,1 0,1 0,0 0,0 1,0 0,0 0,1 0,0 1,0-1,1 1,2-1,16-5,0 0,1 2,0 1,0 1,1 1,-1 2,1 0,0 2,0 1,15 1,-23-2,1 1,0 1,0 1,0 0,-1 2,1 0,-1 1,0 1,0 1,0 0,-1 2,0 0,0 1,-1 0,3 4,-14-7,-1 0,0 1,0-1,0 1,-1 1,0-1,0 1,-1-1,0 1,0 0,-1 0,1 1,29 66,-30-72,0-1,0 0,0 0,0 1,0-1,1-1,-1 1,0 0,1-1,0 1,-1-1,1 0,0 0,0 0,0 0,0 0,0-1,0 1,-1-1,1 0,0 0,0 0,0 0,0 0,0-1,0 1,0-1,0 0,0 0,2-1,1-1,0 0,0 0,0 0,0 0,-1-1,0 0,1 0,-2-1,1 1,0-1,-1 0,0-1,2-3,-3 5,0 0,0 0,-1 0,0-1,0 1,0-1,0 1,-1-1,0 0,0 0,0 1,-1-1,1 0,-1 0,0 0,-1 0,1 0,-1 0,0 1,0-1,0 0,-1 0,0 1,1-1,-2 1,1 0,-1-1,1 1,-1 0,0 1,0-1,-1 0,1 1,-1 0,0 0,0 0,0 0,0 0,-3-1,-2 2,0-1,0 1,-1 0,1 1,0 0,-1 0,1 1,0 1,-1-1,1 1,0 1,-1 0,1 0,0 1,1 0,-1 1,0-1,1 2,0-1,0 1,0 1,1-1,-1 1,1 0,1 1,-1 0,1 0,0 0,1 1,0 0,0 0,-1 3,4-6,0 0,0 0,1 0,-1 0,1 0,0 0,0 0,1 1,0-1,0 0,0 1,0-1,1 2,7 23</inkml:trace>
  <inkml:trace contextRef="#ctx0" brushRef="#br0" timeOffset="312.207">1540 142,'2'16,"3"18,1 23,1 19,0 17,1 11,1 1,0-3,-1-10,2-16,1-19,3-18,-1-17</inkml:trace>
  <inkml:trace contextRef="#ctx0" brushRef="#br0" timeOffset="980.419">1994 208,'-84'70,"4"4,2 3,-27 40,-10 32,114-148,0 0,0 0,0 0,0 0,0 0,0 0,0 0,1 0,-1 0,0 0,1 0,-1 0,1 1,-1-1,1 0,0 0,0 1,-1-1,1 0,0 0,0 1,0-1,0 0,0 1,1-1,-1 0,0 0,1 1,-1-1,0 0,1 0,-1 0,1 1,0-1,0 0,-1 0,1 0,0 0,0 0,0 0,0 0,0-1,0 1,0 0,0-1,0 1,0 0,1-1,-1 1,0-1,0 0,0 1,1-1,0 0,21 2,0-1,1-2,-1 0,0-2,17-3,9-1,81 4,-124 4,1 0,-1 0,-1 1,1 0,0 0,0 1,-1-1,1 1,-1 1,0-1,0 1,0-1,0 2,-1-1,0 0,1 1,-2 0,1 0,3 5,31 92,-37-93,1-1,0 1,0 0,1 0,0-1,0 1,1-1,0 0,1 0,-1-1,2 1,-1-1,1 0,0 0,0-1,1 0,0 0,0 0,1-1,-1 0,5 1,8 0,0-1,1-1,0 0,0-2,0-1,0 0,0-2,0 0,7-2,51-1,-54 5,-20 0,0 0,0 0,0-1,0 0,0 0,1 0,-1 0,0-1,0 0,0 0,0 0,-1-1,1 1,0-1,0-1,-1 1,1 0,-1-1,0 0,0 0,0 0,0-1,2-2,-2-3,-1 0,1 0,-2 0,1 0,-1 0,-1 0,1-1,-2 1,1-1,-1 1,-1-1,0 1,0 0,-1-1,0 1,0 0,-1 0,-1 0,1 0,-1 1,-1 0,0-1,0 1,0 1,-1-1,0 1,-1 0,1 0,-1 1,-1 0,1 0,-1 1,0 0,0 0,-1 1,1 0,-1 0,-5 0,1 0,0 2,0 0,0 0,0 1,0 1,0 0,0 1,0 1,0-1,0 2,1 0,-1 1,1 0,0 1,-4 1,-25 14,1 1,1 2,-26 20,-34 28,9-3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7:51.86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127 539,'0'13,"2"19,1 20,2 16,3 13,2 11,-1 5,-2 1,-2-4,-4-5,-2-19</inkml:trace>
  <inkml:trace contextRef="#ctx0" brushRef="#br0" timeOffset="263.229">20 873,'-18'-96,"17"94,1 1,0 0,0-1,-1 1,1-1,0 1,0 0,0-1,0 1,1 0,-1-1,0 1,0 0,1-1,-1 1,1 0,-1-1,1 1,0 0,0 0,-1 0,1 0,0 0,0-1,0 2,0-1,0 0,0 0,0 0,0 0,1 1,-1-1,0 0,0 1,1-1,-1 1,0 0,1-1,-1 1,0 0,1 0,-1 0,1 0,-1 0,1 0,65 18,-67-18,23 8,-1 0,0 2,0 1,-1 0,-1 2,0 0,-1 2,11 9,-29-24,0 1,1 0,-1 0,0 0,0 1,1-1,-1 0,0 0,0 1,0-1,0 0,-1 1,1-1,0 1,-1-1,1 1,-1 0,1-1,-1 1,0-1,1 1,-1 0,0-1,0 1,0 0,-1-1,1 1,0 0,-1-1,1 1,0-1,-1 1,0 0,1-1,-1 0,0 1,0-1,0 1,0-1,0 0,-1 1,-64 25,26-18</inkml:trace>
  <inkml:trace contextRef="#ctx0" brushRef="#br0" timeOffset="1127.442">20 873,'-1'1,"0"-1,0 1,0-1,0 1,0 0,1-1,-1 1,0 0,0 0,1 0,-1-1,0 1,1 0,-1 0,1 0,-1 0,1 0,-1 0,1 0,0 0,0 0,-1 0,1 1,0-1,0 0,0 0,0 0,0 0,0 0,1 0,-1 0,0 0,0 0,1 0,-1 0,1 0,-1 0,1 0,-1 0,1 0,0 0,-1 0,1-1,0 1,0 0,-1 0,1-1,0 1,0 0,0-1,0 1,0-1,1 1,10 1,0-1,1 0,-1-1,1 0,-1-1,1-1,-1 0,1 0,10-2,62-7,-1-3,0-5,-1-3,10-8,-83 28,-1-1,0 0,0-1,0 0,0 0,0-1,-1 0,0-1,0 0,-1 0,1-1,-1 0,-1 0,1 0,-1-1,0 0,-1 0,4-9,-8 14,0-1,-1 1,1-1,-1 1,0 0,0-1,0 1,-1-1,1 1,-1 0,0-1,0 1,0 0,0 0,0 0,-1-1,1 1,-1 1,0-1,0 0,0 0,0 1,-1-1,1 1,-1 0,0-1,1 1,-1 1,0-1,0 0,0 1,0-1,-5-2,-1 0,1 1,-1 0,1 0,-1 0,0 1,0 1,0 0,-1 0,1 0,-5 2,8-1,0 1,1 0,-1 0,0 1,1-1,-1 1,1 0,0 1,-1 0,1-1,0 2,1-1,-1 0,0 1,1 0,0 0,0 0,0 1,1-1,-1 1,1 0,0 0,1 0,-1 1,1-1,0 0,0 1,0 0,1-1,0 1,0 0,1 0,0-1,0 1,0 0,0 0,1 0,0-1,0 1,1 0,0 2,1 0,1 0,0 0,0 0,1 0,0-1,0 1,1-1,0 0,0-1,1 0,-1 0,1 0,1-1,-1 0,1 0,4 1,8 4,1 0,1-2,-1-1,1 0,22 2,-24-4,1 0,-1-2,1-1,0 0,0-2,0 0,-1-1,1-1,0-1,0-1,-1-1,0-1,0 0,-1-2,1 0,-2-1,1-1,11-9,-25 16,-1 0,0-1,-1 1,1-1,-1 0,1 0,-1 0,0-1,0 1,-1-1,0 1,0-1,0 0,0 0,0 0,-1 0,0 0,0 0,-1-1,1 1,-1 0,0 0,-1-1,1 1,-1 0,0 0,0 0,-1 0,1 0,-1 0,0 0,-1 0,1 1,-1-1,0 1,0 0,-2-2,4 5,0 0,0 0,0 1,0-1,0 0,0 1,0-1,0 1,0-1,0 1,0-1,0 1,-1 0,1 0,0 0,0 0,0 0,-1 0,1 0,0 0,0 0,0 0,0 0,-1 1,1-1,0 1,0-1,0 1,0-1,0 1,0-1,0 1,0 0,0 0,0 0,0-1,1 1,-1 0,0 0,0 0,1 0,-1 0,-17 49,17-44,0 1,1-1,0 0,0 0,0 1,1-1,0 0,0 0,1 0,-1 0,1 0,1 0,-1 0,1 0,0-1,0 1,1-1,0 0,-1 0,2 0,-1-1,0 1,1-1,0 0,0-1,0 1,1-1,-1 0,1 0,0-1,0 1,3 0,2 0,0-1,0 0,1-1,-1 0,1-1,0 0,-1-1,1 0,-1-1,0 0,0-1,1 0,-2-1,1 0,0-1,-1 0,0 0,0-1,0-1,-1 0,0 0,0-1,-1 1,0-2,0 1,-1-1,0-1,-1 1,0-1,0 0,-1-1,-1 1,1-1,-1-1,2 1,-7 31,0-8,0-5,0 1,0 0,1 0,0 0,1 0,0 0,0 0,0 0,1-1,0 1,1-1,0 1,0-1,0 0,1 0,0 0,0 0,1-1,0 0,0 0,1 0,-1 0,1-1,0 0,1 0,2 1,-1-3,1 0,-1 0,1-1,0 0,-1 0,1-1,0 0,0-1,0 0,0-1,0 1,0-2,0 1,-1-1,1 0,0-1,-1 0,0-1,0 1,0-2,0 1,0-1,-1 0,0 0,0-1,0 0,-1-1,0 1,0-1,3-5,6-17,0 0,-2-1,-1 0,-1-1,-2-1,-1 1,-2-1,-1-1,-1 1,-2-1,-2-20,3-4,-2-1,-3 0,-3 0,-2 1,-2 0,-6-11,13 63,2 2,0 0,-1 0,0 0,0 0,0 0,0 0,0 0,-1 0,1 1,-1-1,0 0,0 1,0-1,0 1,0 0,0 0,-2-2,2 5,1 0,-1 0,0 0,1 0,-1 0,0 0,1 0,-1 1,1-1,0 1,0-1,-1 1,1-1,0 1,0 0,0-1,1 1,-1 0,0 0,1-1,-1 1,1 0,-1 0,1 0,0 2,-1-2,-10 47,1 1,3 0,2 0,2 0,3 34,0-47,0 0,3 0,1 0,2 0,1-1,2 0,1 0,2-1,2-1,1 0,1 0,2-2,1 0,14 15,-25-37,1 0,0-1,1 0,0-1,0 0,0 0,1-1,1-1,-1 0,1 0,5 0,14 4</inkml:trace>
  <inkml:trace contextRef="#ctx0" brushRef="#br0" timeOffset="1387.778">1517 232,'22'4,"31"4,36 1,34 1,26 1,15 1,-20-2</inkml:trace>
  <inkml:trace contextRef="#ctx0" brushRef="#br0" timeOffset="2157.503">2319 1007,'9'-30,"-1"0,-1 0,-2-1,-1 0,-1 0,-1 0,-3-19,1 39,0 1,0-1,-1 1,0 0,-1 0,0-1,0 1,-1 0,-1 1,0-1,0 1,-1-1,-1 0,6 9,-1 0,0 0,1 0,-1 0,1 1,-1-1,0 0,0 0,0 1,1-1,-1 1,0-1,0 1,0-1,0 1,0-1,0 1,0 0,0 0,0-1,0 1,0 0,0 0,0 0,0 0,0 0,0 0,0 0,0 1,0-1,0 0,0 1,0-1,23 13,6-7,0-2,1-1,-1-1,1-1,1-2,82 5,-107-4,0 0,0 1,0-1,0 1,0 0,0 0,-1 1,1-1,0 1,-1 0,1 0,-1 1,0-1,0 1,0 0,0 0,0 1,-1-1,1 1,-1-1,0 1,0 0,0 0,-1 1,3 4,-2 4,0 0,-1 1,-1 0,0-1,0 1,-2 0,-1 10,1 25,0-46,1 0,0-1,0 1,0 0,1-1,-1 1,0 0,1-1,0 1,0 0,0-1,0 1,0-1,0 0,1 1,-1-1,1 0,-1 0,1 0,0 0,0 0,0 0,0-1,0 1,1 0,-1-1,0 0,1 0,-1 1,1-1,-1-1,1 1,-1 0,3 0,7-1,0-1,0 0,0-1,-1 0,1-1,0 0,-1-1,0 0,0-1,0 0,-1-1,1 0,-1 0,-1-1,1 0,-1-1,-1 0,1-1,-1 0,-1 0,3-4,-1 2,-1 0,-1 0,1-1,-2 0,0 0,0-1,-1 0,-1 0,0 0,-1-1,-3 14,0 1,0-1,-1 0,1-1,0 1,0 0,0 0,-1 0,1 0,0 0,0 0,0 0,0 0,-1 0,1 0,0 0,0 0,0 0,0-1,0 1,-1 0,1 0,0 0,0 0,0 0,0-1,0 1,0 0,0 0,-1 0,1-1,0 1,0 0,0 0,0 0,0 0,0-1,0 1,0 0,0 0,0 0,0-1,0 1,0 0,0 0,0 0,-10 16,5-5,1 2,0-1,0 0,1 1,1 0,0 0,0 11,1-20,1 1,0-1,0 1,1-1,-1 1,1-1,0 1,0-1,1 0,-1 1,1-1,0 0,0 0,0 0,0 0,1 0,0-1,0 1,0-1,0 0,0 0,1 0,3 3,2-2,1-1,0 0,0 0,0-1,0 0,0 0,0-1,0-1,1 0,-1 0,0-1,0 0,0-1,0 0,0-1,0 0,0 0,-1-1,0-1,0 1,0-1,0-1,-1 0,1 0,-1 0,-1-1,0 0,0-1,0 0,4-6,-2-3,-1 0,-1 0,-1 0,0-1,-1 0,-1 0,-1-1,0 1,-2-1,0-14,-6-7,5 39,-1 1,1 0,0 0,-1 0,1 0,-1 0,1 0,-1-1,1 1,0 0,-1 0,1 0,-1 1,1-1,-1 0,1 0,0 0,-1 0,1 0,-1 0,1 1,0-1,-1 0,1 0,-1 1,1-1,0 0,-1 0,1 1,0-1,0 0,-1 1,1-1,0 1,0-1,-1 0,1 1,0-1,0 1,0-1,0 0,0 1,0-1,0 1,0-1,0 1,0-1,-6 14,0-1,1 1,1 0,1 0,0 1,1-1,0 1,1-1,1 1,0-1,1 1,1 8,0-15,1 0,-1 0,1-1,1 1,-1-1,1 1,1-1,-1-1,1 1,0-1,1 1,-1-1,1-1,1 1,-1-1,1 0,0-1,0 0,0 0,0 0,1-1,-1 0,1 0,0-1,8 2,19 3,0-1,1-2,0-1,0-2,9-2,37-1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7:49.75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414 371,'2'43,"4"-58,-6 1,0 0,-1 0,-1 0,0 0,-1 0,-1 1,0-1,0 1,-1 0,-1 0,-1 0,1 1,-2 0,0 1,0-1,-1 1,0 1,-1 0,0 0,-1 1,0 0,-1 1,1 0,-1 1,-1 0,0 1,7 3,1 1,0 0,-1 0,0 1,1 0,-1 0,0 0,0 0,1 1,-1 0,0 0,0 1,0-1,1 1,-1 1,0-1,1 1,-1 0,1 0,-1 1,1-1,0 1,0 0,0 1,1-1,-1 1,1 0,0 0,0 0,0 1,1-1,-1 1,0 1,-5 13,0 1,1-1,1 1,1 1,0-1,2 1,0 0,2 0,0 0,1 1,2-1,0 0,1 0,4 20,-3-16,1 0,1 0,1-1,1 0,1 0,1-1,1 0,1 0,1-1,1-1,1 0,1 0,16 15,-23-29,1 0,0-1,0 0,0 0,1-1,0 0,0-1,1 0,-1-1,1 0,-1-1,1 0,0 0,0-1,0 0,0-1,0-1,3 0,10-2,-1-1,1-1,-1-1,0-1,0-2,-1 0,16-9,9-7</inkml:trace>
  <inkml:trace contextRef="#ctx0" brushRef="#br0" timeOffset="663.222">747 665,'22'-42,"-22"42,0-1,1 0,-1 0,0 0,0 0,0 0,0 0,0 0,-1 0,1 1,0-1,0 0,0 0,-1 0,1 0,-1 0,1 1,0-1,-1 0,1 0,-1 1,0-1,1 0,-1 1,0-1,1 0,-1 1,0-1,1 1,-1-1,0 1,0 0,0-1,0 1,0 0,1-1,-1 1,0 0,0 0,0 0,0 0,0 0,0 0,0 0,0 0,1 0,-1 1,-1-1,-3 0,0 1,0 0,1 0,-1 1,0-1,0 1,1 0,-1 0,1 1,0-1,-1 1,1 0,1 0,-1 0,0 1,1-1,-1 1,1 0,-1 2,-48 83,51-88,-3 7,1-1,-1 1,1 0,0 0,1 0,0 0,0 0,0 1,1-1,1 0,0 1,0-1,0 1,1-1,2-5,0-1,0 1,0-1,0 0,0 0,0 0,1 0,-1 0,1-1,-1 0,1 0,0 0,-1 0,1 0,0-1,0 1,0-1,-1 0,1-1,0 1,0 0,0-1,-1 0,1 0,0 0,-1-1,1 1,-1-1,3-1,2 0,-1-1,0 0,1 0,-1-1,-1 0,1 0,-1-1,0 0,0 0,0 0,-1-1,0 1,0-1,-1-1,0 1,0-1,-1 1,0-1,0 0,0 0,-1 0,-1-1,0 1,0 0,0-7,-2 24,1 0,0 0,1-1,0 1,0 0,1 0,0 0,1-1,0 1,0-1,0 0,1 0,1 0,-1 0,1-1,1 1,-1-1,1-1,0 1,6 4,0-7,-1 0,1-1,0 0,0-1,0 0,0-1,0 0,0-1,1 0,-1-1,0-1,0 0,0 0,-1-1,1-1,0 0,-1 0,0-2,0 1,-1-1,1 0,-1-1,0-1,-1 1,0-2,3-3,8-11,-2 0,0-2,-2 0,0-1,-2-1,-1 0,-1-1,-2-1,0 1,-2-1,-1-1,-2 0,-1 1,-1-2,-1-17,1 26,-1 0,-1-1,0 1,-2 0,-1-1,-1 1,-1 0,-1 0,0 0,-2 1,-1 0,0 0,-5-6,12 25,0 0,0-1,-1 1,1 0,-1 0,1 0,-1 0,0 1,0-1,0 0,0 1,0-1,0 1,0 0,0 0,-1 0,1 0,-1 0,1 0,0 1,-1-1,1 1,-1-1,1 1,-1 0,1 0,-1 0,1 1,-1-1,1 0,-1 1,1 0,-1-1,1 1,0 0,-3 2,-5 6,0 1,1 1,1 0,-1 0,2 1,-1 0,2 0,0 1,0-1,1 1,1 1,0-1,1 1,0-1,1 1,0 0,-3 14,1 0,1 0,1 0,2 0,0 0,2 0,1 0,2 0,0 0,2-1,1 0,1 0,2-1,0 0,2-1,0 0,2-1,1-1,1 0,0-1,2-1,0-1,17 13,4-6,-5-9</inkml:trace>
  <inkml:trace contextRef="#ctx0" brushRef="#br0" timeOffset="1665.57">1764 625,'-7'1,"0"0,0 1,1 0,-1 0,0 0,1 1,-1 0,1 0,0 0,0 1,0 0,1 0,-1 1,1-1,0 1,1 0,-1 1,1-1,0 1,0 0,0 0,1 0,0 0,0 1,1-1,0 1,0 0,0-1,1 1,0 0,0 0,1 0,0 0,1 5,-1-8,1 0,0 1,1-1,-1 0,1 0,0 0,0 0,0-1,0 1,1-1,-1 1,1-1,0 0,0 0,0 0,0 0,1 0,-1-1,1 1,0-1,0 0,-1 0,1-1,1 1,0-1,4 2,1 0,-1-1,1-1,0 1,-1-2,1 1,0-1,0-1,0 0,7-1,-5-1,0 1,0-2,0 0,-1 0,1-1,-1 0,0-1,0-1,-1 1,0-2,0 1,-1-1,1-1,-2 0,0 0,0-1,0 0,-1 0,-1 0,0-1,0 0,1-6,-19 89,11-68,1 0,0-1,0 1,0 0,1-1,-1 1,1 0,0-1,0 1,0-1,0 1,0-1,1 0,0 0,0 1,-1-1,2 0,-1 0,0-1,1 1,-1 0,3 1,5 0,0-1,0-1,1 1,-1-2,1 1,-1-1,1-1,-1 0,1-1,-1 1,1-2,-1 0,0 0,1-1,-1 0,0-1,-1 0,1 0,-1-1,0-1,0 1,0-1,-1-1,1-1,88-79,-96 86,-1 1,1 0,0-1,0 1,0 0,0 0,-1 0,1 0,0 0,0 0,0 0,0 0,-1 0,1 1,0-1,0 0,0 0,-1 1,1-1,0 1,0-1,-1 0,1 1,0-1,-1 1,1 0,0-1,-1 1,1 0,-1-1,1 1,-1 0,0-1,1 1,-1 0,1 0,-1-1,0 1,0 0,0 0,1 0,-1 0,0-1,0 1,0 0,0 0,4 8,4 1,0-1,0 0,1-1,0 0,0 0,1-1,0 0,1-1,-1 0,1-1,0 0,1 0,-1-2,1 1,0-1,0-1,0 0,0-1,0 0,0-1,0 0,0-1,0 0,0-1,0 0,0-1,0 0,-1-1,1-1,-1 0,0 0,-1-1,1 0,-1-1,0 0,-1-1,0 0,0 0,-1-1,4-4,0-11,-1 0,0 0,-2-2,-1 1,-1-1,-2 0,0 0,-2 0,0-1,-2 1,-2-15,2 3,-1-1,-2 1,-2 0,-2-1,-1 2,-2-1,-13-33,22 69,0 0,-1 1,1-1,0 0,0 0,-1 1,1-1,-1 0,1 1,-1-1,0 0,1 1,-1-1,0 1,0-1,0 1,0-1,-1 1,1 0,0 0,-1 0,1-1,0 1,-1 0,1 1,-1-1,0 0,1 0,-1 1,0-1,1 1,-1-1,0 1,1 0,-1 0,0-1,0 1,0 1,1-1,-3 0,0 5,-1 0,1 1,0-1,0 1,1 0,0 0,0 0,0 1,1-1,-2 7,-11 38,1 1,3 0,2 1,3 0,1 1,3 30,2-60,2 0,0 0,1 0,1-1,1 1,8 19,-10-33,1 0,1-1,-1 0,1 0,1 0,0-1,0 0,1 0,0 0,0-1,0 0,1 0,0-1,1 0,-1 0,1-1,2 1,-1-1,0-1,0 0,0-1,0 0,1 0,-1-1,1-1,-1 0,1 0,0-1,-1 0,1-1,0 0,-1 0,1-2,-1 1,0-1,0-1,0 1,0-2,0 1,-1-2,0 1,0-1,0 0,-1-1,0 0,0-1,-1 1,0-1,0-1,-1 1,5-9,-6 6,0 0,0 0,-1-1,0 1,-1-1,0 0,-1 0,-1 0,0 0,0 0,-1-10,0 21,0 0,1 0,-1-1,0 1,0 0,0 0,0 0,0 0,0 0,0 0,0 0,0 0,0-1,-1 1,1 0,0 0,-1 0,1 0,-1 0,1 0,-1 0,1 0,-1 1,0-1,0 0,1 0,-1 0,0 1,0-1,0 0,0 1,0-1,0 1,0-1,0 1,0-1,0 1,0 0,0-1,0 1,0 0,0 0,0 0,0 0,-1 0,1 0,0 0,0 0,0 1,0-1,0 0,0 1,0-1,0 1,0-1,0 1,0-1,0 1,0-1,0 1,0 0,-3 4,0 1,0 0,1 0,0 0,0 0,0 0,1 0,-1 1,2-1,-1 1,1 0,0-1,0 1,1 0,0 0,0 0,0-1,1 1,0 0,1 0,-1-1,1 1,0-1,4 6,1-3,0-1,1-1,1 1,-1-1,1 0,0-1,1 0,0-1,0 0,0 0,0-1,1-1,-1 1,1-2,0 1,0-2,0 1,2-1,101 15,2-6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7:57.30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 1084,'23'-14,"26"-20,31-21,37-23,36-19,37-13,28-9,18 0,5 5,-6 11,-18 18,-28 18,-35 21,-38 18,-40 13</inkml:trace>
  <inkml:trace contextRef="#ctx0" brushRef="#br0" timeOffset="575.968">401 2193,'14'-14,"22"-15,28-17,33-17,34-15,35-13,29-9,21-6,14 0,0 3,-13 9,-25 15,-45 21</inkml:trace>
  <inkml:trace contextRef="#ctx0" brushRef="#br0" timeOffset="1298.307">0 3462,'27'-15,"32"-18,36-18,39-21,44-19,40-17,35-10,20-8,6 0,-6 6,-23 14,-35 17,-54 24</inkml:trace>
  <inkml:trace contextRef="#ctx0" brushRef="#br0" timeOffset="1666.322">268 4653,'20'-18,"30"-23,40-21,46-24,46-19,38-18,31-7,15-3,-1 8,-18 16,-33 24,-53 27</inkml:trace>
  <inkml:trace contextRef="#ctx0" brushRef="#br0" timeOffset="2229.45">268 5642,'22'-14,"38"-22,47-28,53-28,51-24,43-19,30-12,12-1,-6 7,-19 15,-37 23,-46 26,-55 26</inkml:trace>
  <inkml:trace contextRef="#ctx0" brushRef="#br0" timeOffset="2790.426">321 6805,'14'-9,"27"-19,36-21,39-22,38-22,35-15,23-13,10-6,-2 3,-12 14,-24 18,-29 25,-39 26,-42 27,-33 16</inkml:trace>
  <inkml:trace contextRef="#ctx0" brushRef="#br0" timeOffset="3068.267">0 7808,'30'-14,"29"-18,33-19,35-19,31-19,29-12,20-5,12 0,0 7,-7 10,-17 14,-26 18,-31 18,-33 16,-35 12</inkml:trace>
  <inkml:trace contextRef="#ctx0" brushRef="#br0" timeOffset="3361.049">642 8383,'25'-9,"31"-15,33-21,38-23,34-21,30-16,19-5,11 2,-4 10,-15 15,-26 19,-37 21,-41 18</inkml:trace>
  <inkml:trace contextRef="#ctx0" brushRef="#br0" timeOffset="4205.812">1979 8235,'20'-20,"23"-17,23-10,17-4,9 4,-4 8,-18 10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8:57.26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2408 1919,'-38'-51,"38"51,-1-1,1 0,-1 1,0-1,0 1,1-1,-1 1,0-1,0 1,0-1,1 1,-1 0,0-1,0 1,0 0,0 0,0 0,0 0,0 0,0 0,0 0,1 0,-1 0,0 0,0 0,0 1,0-1,0 0,0 0,0 1,1-1,-1 1,0-1,0 1,1-1,-1 1,0 0,1-1,-1 1,0 0,1-1,-1 1,1 0,-1 0,1 0,0-1,-1 1,1 0,-1 1,-15 48,6 16,4 1,2 0,5 54,0-54,-7 690,1 214,18-638,-2-109,-13 126,-5-223,6 1,13 92,8 36,-12 115,-6-322,3-1,1 1,2-1,13 37,-6 9,-13-92,0 1,1 0,-1-1,0 1,1-1,0 0,-1 0,1 0,0 0,0-1,0 1,1-1,-1 1,0-1,0 0,1 0,-1-1,0 1,1-1,-1 0,1 0,-1 0,1 0,-1 0,0-1,1 1,-1-1,1 0,-1 0,2-1,10 0,663-95,305 49,-689 41,1241-15,132 10,-1391 7,1686-17,-1446 39,-479-13,-19-1</inkml:trace>
  <inkml:trace contextRef="#ctx0" brushRef="#br0" timeOffset="1">2314 1866,'0'2,"-1"-1,1 1,0 0,-1 0,1 0,0 0,0-1,0 1,0 0,0 0,1 0,-1 0,1-1,-1 1,1 0,-1 0,1-1,0 1,0 0,0-1,0 1,0-1,0 1,0-1,1 1,-1-1,1 0,-1 0,1 0,-1 0,1 0,-1 0,1 0,0 0,-1-1,3 1,69 10,235-21,-142 0,803 20,-947-9,2002 21,-1603-28,836 17,-1243-10,951 48,259 4,-574-10,-77-11,-455-26,-117-6,0 1,1-1,-1 1,0 0,1 0,-1 0,0 0,0 0,0 0,0 0,0 0,0 0,0 0,0 0,-1 1,1-1,0 0,-1 1,1-1,-1 0,1 1,-1-1,0 1,1-1,-1 1,0-1,0 1,0-1,0 0,0 1,-1-1,1 1,0-1,-1 1,1-1,-1 0,1 1,-1-1,0 0,0 1,1-1,-1 0,0 0,0 0,0 0,0 0,0 0,0 0,-1 0,-5 15,0 8,1 0,1 1,1 0,1 0,1 0,1 0,2 0,0 0,4 18,10 40,3-2,10 23,-1-3,3 30,-6 2,-6 0,-2 47,-4 33,31 409,-17-361,42 328,26 115,-81-612,-4 1,-4 0,-4 15,-11 70,8-161,2-16,1 0,-1 0,0 1,0-1,0 0,1 1,-1-1,0 0,-1 1,1-1,0 0,0 1,-1-1,1 0,0 0,-1 1,1-1,-1 0,0 0,1 0,-1 1,0-1,0 0,0 0,0 0,0 0,0-1,0 1,0 0,0 0,0-1,0 1,0 0,-1-1,1 1,0-1,0 0,-1 1,1-1,0 0,-1 0,1 0,0 0,-1 0,1 0,0 0,-1 0,1 0,-128-49,35 25,0 4,-1 4,-60-1,-47-2,-38 2,2 2</inkml:trace>
  <inkml:trace contextRef="#ctx0" brushRef="#br0" timeOffset="2">2168 4072,'3'-2,"0"0,0 0,1 1,-1-1,0 1,1 0,-1 0,1 0,0 0,-1 1,1-1,0 1,-1 0,1 0,3 1,4-1,423 12,1195-52,-1585 38,1566-83,-248 29,87 39,-1089 18,1038 63,-1318-59,217 14,6-13,-315-9,0 0</inkml:trace>
  <inkml:trace contextRef="#ctx0" brushRef="#br0" timeOffset="3">6553 1932,'0'0,"0"-1,0 0,0 1,0-1,0 1,0-1,0 0,0 1,0-1,0 0,0 1,0-1,1 0,-1 1,0-1,1 1,-1-1,0 1,1-1,-1 1,0-1,1 1,-1-1,1 1,-1-1,1 1,-1-1,1 1,-1 0,1 0,0-1,-1 1,1 0,-1 0,1-1,0 1,-1 0,1 0,0 0,-1 0,1 0,0 0,-1 0,1 0,-1 0,1 0,0 1,-1-1,1 0,0 0,-1 1,1-1,-1 0,1 1,-1-1,1 0,-1 1,1 0,12 87,-13-65,21 435,52 32,-28-214,-2 111,-32-75,-11-185,5 1,6-1,5-1,29 106,98 182,-125-355,-2 1,-3 0,-2 0,-4 1,-1 1,-4 36,-1-62,-3 34,3 0,4-1,3 1,2-1,19 64,-6-58,-25-67</inkml:trace>
  <inkml:trace contextRef="#ctx0" brushRef="#br0" timeOffset="4">4441 2053,'-27'-67,"27"67,0-1,-1 1,1 0,0 0,-1 0,1 0,0 0,-1 0,1 0,-1 0,1 0,0 0,-1 0,1 0,0 0,-1 0,1 0,0 0,-1 0,1 0,0 1,-1-1,1 0,0 0,-1 0,1 0,0 1,0-1,-1 0,1 0,0 1,0-1,-1 0,1 1,0-1,0 0,0 0,0 1,-1-1,1 0,0 1,0-1,0 0,0 1,0-1,0 1,0-1,0 0,0 1,0-1,0 0,0 1,0-1,0 0,1 1,-1-1,0 0,0 1,0-1,0 0,1 1,-14 228,13 55,12 0,21 73,31 351,-60-629,6 132,21 86,141 842,-136-929,15 23,-49-226,0 1,0-1,-1 1,0 0,0 0,-1-1,0 1,0 0,-1 0,0-1,0 1,-1 0,0-1,0 1,0-1,-1 0,-1 0,-1 4,-5 6,1-3</inkml:trace>
  <inkml:trace contextRef="#ctx0" brushRef="#br0" timeOffset="5">8798 2186,'4'330,"21"74,4-147,-4-46,-8 2,-10 37,-19 8,3-152,5-1,5 1,4 0,4-1,13 46,30 43,-27-110,-4 0,4 46,14 315,28-124,-42-219,-23-90</inkml:trace>
  <inkml:trace contextRef="#ctx0" brushRef="#br0" timeOffset="6">417 422,'4'-10,"5"29,-6-11,20 32,2-1,1-2,3 0,0-2,2-1,2-1,1-2,1-2,2 0,0-3,17 8,132 86,-86-57,-2 4,78 71,148 152,-24-61,-209-151,-81-67,1-1,0-1,1 0,0 0,1-1,0-1,0 0,0-1,1 0,0-1,0-1,6 1,53 21,-8 15,-64-38,-3-3</inkml:trace>
  <inkml:trace contextRef="#ctx0" brushRef="#br0" timeOffset="7">256 1210,'-15'4,"1"1,0 1,0 0,1 1,-1 0,1 1,1 1,0 0,0 0,1 1,0 1,0 0,1 0,1 1,0 1,1-1,0 1,1 1,0-1,1 1,1 0,0 1,1-1,0 1,1 0,1 0,0 0,2 0,0-10,0 0,0-1,1 1,0-1,0 1,0-1,0 1,1-1,-1 0,1 0,1 0,-1 0,0 0,1 0,0-1,0 1,0-1,0 1,0-1,1 0,0-1,-1 1,1 0,0-1,0 0,0 0,1 0,-1-1,0 1,1-1,-1 0,1-1,-1 1,1-1,-1 1,1-1,0-1,2 1,11-5,0-1,0-1,0 0,-1-2,0 0,-1 0,0-2,-1 0,0-1,0 0,-1-1,-1 0,12-16,-11 15,0-1,-1-1,0 0,-1 0,-1-2,0 1,-2-1,0-1,-1 1,-1-1,-1-1,0 0,-1 1,-2-2,0 1,-1 0,-1 0,-1-6,-1 17,-1 1,-1-1,0 1,0 0,0 0,-1 0,-1 0,1 1,-1 0,0 0,-1 0,0 0,0 1,0 0,-1 0,1 1,-1 0,-1 0,1 0,-1 1,0 0,0 1,0 0,0 0,-1 1,1 0,-1 0,1 1,-1 0,0 0,1 1,-1 0,0 1,1 0,-1 0,0 1,1 0,0 1,-8 2,11-2,-1 0,1 0,0 0,1 1,-1-1,0 1,1 0,0 1,0-1,0 1,1 0,-1 0,1 0,0 0,1 0,-1 1,1-1,0 1,0 0,1-1,0 1,0 0,0 0,1 0,-1 0,2 0,-1 0,1 0,-1 0,2 0,-1-1,1 1,1 5,11 21,1 0,1-1,2 0,1-2,1 0,1-1,13 11,52 73,-68-86,-1 0,-1 1,-1 1,-1 1,-2 0,-1 0,-1 1,-1 0,-2 1,-1 0,-2 0,0 15,-4-19</inkml:trace>
  <inkml:trace contextRef="#ctx0" brushRef="#br0" timeOffset="8">750 1785,'4'-51,"1"1,3 0,3 0,1 1,3-1,-9 31,0 34,-1 85,-4-32,4 0,3-1,3 1,21 42,-15-73</inkml:trace>
  <inkml:trace contextRef="#ctx0" brushRef="#br0" timeOffset="9">1044 115,'-14'23,"0"1,2 1,1 1,1-1,1 1,1 1,1 0,2 0,1 0,0 1,2 7,0-12,1 1,1-1,1 0,1 0,1 1,4 14,-6-32,0 1,1-1,0 0,0 0,1 0,0 0,0 0,0-1,1 1,-1-1,1 0,1 0,-1 0,1-1,-1 1,1-1,1 0,-1-1,0 1,1-1,0 0,0 0,0-1,0 0,6 2,-7-4,1 1,0-1,-1 0,1 0,-1 0,1-1,-1 0,1 0,-1 0,0-1,1 0,-1 0,0 0,0 0,0-1,-1 0,1 0,-1 0,1-1,-1 0,0 1,1-2,4-6,0 1,-1-1,0 0,-1 0,0-1,-1 0,0-1,2-7,2-10,-2 1,-1-1,-2-1,-1 1,-1-1,-1 0,-2 0,-1 1,-2-1,-1 0,-1 1,-6-18,7 33,-1 1,-1-1,0 1,0 0,-2 1,0-1,-2-1,7 10,0 1,0 0,-1 0,1 1,-1-1,0 1,0-1,0 1,-1 1,1-1,-1 0,1 1,-1 0,0 0,0 1,0-1,0 1,0 0,0 0,0 1,0-1,-1 1,1 1,1-1,0 1,-1 0,1 0,0 0,0 1,1 0,-1 0,0 0,0 0,1 0,0 1,-1-1,1 1,0 0,0 0,0 0,1 0,-1 1,1-1,-1 1,1-1,1 1,-1 0,0 0,0 2,-2 7,0 0,1 0,0 1,1 0,0-1,1 1,1 4,3 20,2 0,2 0,1-1,2 0,1 0,3-1,0 0,2-1,2-1,2 0,-2 1,1-1,2-1,1-1,2 0,1-2,23 20,-46-46,1-1,-1 0,1 0,0-1,0 1,0 0,0-1,1 0,-1 0,1 0,-1 0,1 0,0-1,0 0,-1 0,1 0,0 0,0 0,0-1,0 0,0 1,0-2,0 1,0 0,0-1,0 0,0 0,0 0,2-1,-1-3,0 0,0-1,0 1,-1-1,1 0,-1-1,-1 1,1-1,-1 0,-1 0,2-1,19-40,-23 48,1 0,-1 0,1 0,-1 0,0 0,1 0,-1 0,1 0,-1 0,0 0,1 0,-1 1,1-1,-1 0,0 0,1 0,-1 0,0 1,1-1,-1 0,0 0,1 1,-1-1,0 0,1 1,-1-1,0 0,0 1,1-1,-1 0,0 1,0-1,0 0,0 1,1-1,-1 1,0-1,0 0,0 1,0-1,0 1,0-1,0 0,0 1,0-1,0 1,0-1,-1 0,1 1,0-1,0 1,0-1,0 0,-1 1,1-1,0 0,0 1,-1-1,1 30,-1-27,0 1,0-1,0 1,1 0,-1-1,1 1,0 0,0-1,0 1,1 0,-1-1,1 1,0-1,0 1,0-1,1 1,-1-1,1 0,-1 1,1-1,0 0,0 0,1 0,-1-1,1 1,-1 0,1-1,0 0,0 0,0 0,0 0,0 0,1 0,-1-1,4 2,-3-3,-1 0,1 0,0 0,0 0,-1-1,1 0,0 1,-1-2,1 1,-1 0,1 0,-1-1,1 0,-1 0,0 0,0 0,0 0,0-1,0 1,-1-1,1 0,-1 0,0 0,1 0,-1 0,-1 0,1-1,0 1,-1-1,1-2,1-1,-1 0,0 0,0 0,-1 0,0 0,0-1,-1 1,0 0,0 0,-1-1,0 1,0 0,-1 0,1 0,-3-5,1 7,0 0,0 0,0 1,0-1,-1 1,0-1,0 1,0 1,0-1,-1 0,1 1,-1 0,0 0,0 0,0 1,0 0,-1 0,1 0,0 1,-1-1,0 1,1 0,-1 1,0 0,1 0,-1 0,0 0,1 1,-1 0,1 0,-1 0,1 1,-1 0,1 0,0 0,0 1,0 0,0 0,0 0,1 1,-1-1,1 1,0 0,0 0,1 0,-1 1,1 0,0-1,0 1,0 0,0 1,2-4,0 1,0 0,0-1,1 1,-1 0,0 0,1 0,0-1,0 1,0 0,0 0,0 0,0 0,1-1,0 1,-1 0,1 0,0-1,0 1,0-1,1 1,-1-1,1 1,-1-1,1 0,0 1,0-1,0 0,0 0,1 0,21 15</inkml:trace>
  <inkml:trace contextRef="#ctx0" brushRef="#br0" timeOffset="10">1806 235,'3'13,"6"14,10 14,10 11,12 8,8 3,4-2,1-6,-5-4,-8-9,-9-9,-8-8,-7-9</inkml:trace>
  <inkml:trace contextRef="#ctx0" brushRef="#br0" timeOffset="11">2114 274,'-16'-4,"-9"2,-6 9,-2 15,3 14,1 16,4 14,2 10,-1 5,0 3,-3-1,4-16</inkml:trace>
  <inkml:trace contextRef="#ctx0" brushRef="#br0" timeOffset="12">2823 1478,'-4'12,"1"1,0-1,1 1,1 0,0 0,0 0,2-1,1 14,-2-22,1 1,0-1,0 1,1-1,-1 0,1 1,0-1,0 0,1 0,-1 0,1 0,0-1,0 1,0-1,0 1,1-1,-1 0,1-1,0 1,0-1,0 1,0-1,0 0,0 0,1-1,0 1,2-1,1-1,0 1,-1-1,1 0,-1-1,1 0,-1 0,1-1,-1 0,0 0,0 0,0-1,0 0,0-1,-1 0,1 0,-1 0,0-1,0 1,0-1,-1-1,0 1,0-1,0 0,-1 0,0-1,0 1,-1-1,1 0,-1 0,-1 0,1 0,-1 0,-1-1,1 1,-1 0,-1-1,1 0,-1 0,0 5,0-1,-1 0,1 0,-1 0,0 0,0 0,0 0,0 1,-1-1,1 1,-1-1,0 1,0-1,-1 1,1 0,-1 0,1 0,-1 0,0 1,0-1,0 1,0-1,-1 1,1 0,-1 0,1 1,-1-1,0 1,1 0,-1 0,0 0,0 0,-2 0,0 0,1 1,-1-1,0 1,0 0,0 1,1-1,-1 1,0 0,0 1,1 0,-1-1,1 2,0-1,-1 1,1-1,0 1,0 1,1-1,-1 1,-2 2,4-3,1-1,0 1,-1 0,1 0,0 0,0 0,0 0,1 0,-1 0,1 1,0-1,0 1,0-1,0 1,1-1,-1 1,1-1,0 1,0 0,0-1,0 1,1-1,0 1,-1-1,1 1,1-1,-1 1,0-1,1 0,0 0,-1 1,1-1,0 0,1-1,-1 1,2 1,23 18</inkml:trace>
  <inkml:trace contextRef="#ctx0" brushRef="#br0" timeOffset="13">3317 1491,'-3'4,"1"0,-1 0,1 1,0-1,1 1,-1-1,1 1,0-1,0 1,0 0,1 0,-1 0,1-1,0 1,1 0,-1 0,1 0,0-1,0 1,1 0,-1-1,1 1,0-1,0 0,0 1,1-1,0 0,-1 0,2-1,-1 1,0-1,4 4,0-2,0-1,1 1,0-1,-1 0,2-1,-1 0,0 0,0-1,1 0,0 0,-1-1,1 0,0-1,-1 0,1 0,0-1,3 0,-7 0,0 0,1 0,-1 0,0-1,0 1,0-1,0-1,0 1,0-1,-1 0,1 0,-1 0,0 0,1-1,-2 0,1 0,0 0,-1 0,0 0,0-1,0 1,0-1,-1 0,0 0,0 0,0 0,-1 0,1-2,-2 2,1-1,-1 1,0 0,0 0,-1-1,1 1,-1 0,-1 0,1 0,-1 0,1 0,-2 0,1 1,0-1,-1 0,0 1,0 0,0 0,0 0,-1 0,0 0,0 1,0-1,0 1,0 0,-1 0,1 1,-1-1,0 1,0 0,1 0,-1 1,-1 0,1-1,0 2,0-1,0 1,-1-1,1 1,0 1,0-1,0 1,-1 0,0 0,3 0,1 0,0 0,-1 0,1 0,0 1,0-1,0 0,-1 1,2 0,-1-1,0 1,0 0,0 0,1 0,-1 0,1 0,0 1,0-1,0 0,0 1,0-1,0 0,0 1,1-1,-1 1,1-1,0 1,0 2,2 20</inkml:trace>
  <inkml:trace contextRef="#ctx0" brushRef="#br0" timeOffset="14">5042 1478,'-12'23,"4"-10,2 0,0 0,0 0,1 1,1 0,0 0,-1 7,5-19,0 0,0 0,0-1,0 1,0 0,0 0,0 0,1 0,-1 0,1-1,-1 1,1 0,0 0,-1-1,1 1,0 0,0-1,0 1,0-1,1 1,-1-1,0 0,1 0,-1 1,1-1,-1 0,1 0,-1 0,1 0,0-1,-1 1,1 0,0-1,0 1,0-1,0 0,-1 1,1-1,0 0,0 0,76-13,-71 11,1-1,-1 1,0-2,0 1,-1-1,1 0,-1-1,0 0,0 1,0-2,-1 1,1-1,-1 0,-1 0,1 0,-1-1,0 1,-1-1,1 0,-2-1,1 1,-1 0,0-1,0 1,-1-1,1-7,-3 12,1 0,-1-1,0 1,-1-1,1 1,-1 0,1 0,-1 0,0 0,0 0,0 0,-1 1,1-1,0 1,-1-1,0 1,0 0,0 0,0 0,0 0,0 1,0-1,0 1,-1 0,1 0,0 0,-4 0,-1-1,0 1,1 0,-1 0,0 1,0 0,0 0,1 1,-1 0,0 0,0 1,1 0,-2 1,5-1,0-1,0 1,0 0,0 0,1 0,-1 0,1 1,0 0,-1-1,1 1,0 1,0-1,1 0,-1 1,1-1,0 1,0 0,0-1,0 1,1 0,-1 0,1 0,0 1,0-1,1 0,-1 0,1 1,0-1,0 0,1 4,6 21</inkml:trace>
  <inkml:trace contextRef="#ctx0" brushRef="#br0" timeOffset="15">5510 1384,'0'2,"2"8,3 11,3 11,5 10,2 8,1 5,1 0,0-2,-1-10</inkml:trace>
  <inkml:trace contextRef="#ctx0" brushRef="#br0" timeOffset="16">7542 1250,'0'19,"0"14,0 13,0 11,0 6,2 2,6-3,3-5,4-11,3-12,-3-13</inkml:trace>
  <inkml:trace contextRef="#ctx0" brushRef="#br0" timeOffset="17">7862 1250,'0'-2,"0"4,2 10,6 15,3 14,5 14,6 10,6 10,6 1,-4-11</inkml:trace>
  <inkml:trace contextRef="#ctx0" brushRef="#br0" timeOffset="18">9560 1317,'0'9,"0"12,0 12,0 11,0 13,0 9,0 5,0 0,0-5,5-8,1-13</inkml:trace>
  <inkml:trace contextRef="#ctx0" brushRef="#br0" timeOffset="19">9974 1544,'-1'7,"-1"-1,2 0,-1 0,0 1,1-1,0 0,1 0,-1 1,1-1,1 0,-1 0,1 0,0 0,0 0,1 0,-1 0,1-1,1 1,-1-1,1 0,0 0,0 0,0-1,1 0,0 1,6 4,-1 0,2-1,-1-1,1 0,0 0,0-1,1-1,0 0,0-1,0 0,2-1,-9 0,0-1,1 0,-1-1,1 1,0-2,-1 1,1 0,0-1,0 0,0-1,-1 0,1 0,0 0,-1-1,1 0,-1 0,0 0,1-1,-1 0,0 0,-1-1,1 0,-1 0,1 0,-1-1,0 1,-1-1,1 0,-1-1,1-1,-2-2,-1-1,0 0,-1 0,1 0,-2 0,0 0,0 0,-1 0,0 1,0-1,-1 0,-1 0,1 1,-2-1,1 1,-1 0,-1 0,0 0,0 1,0-1,-1 1,-1 0,1 1,-1 0,0 0,-1 0,-2-1,4 4,-1 1,1 0,-1 0,0 0,0 1,0 0,0 0,0 0,0 1,-1 0,1 1,0 0,-1 0,1 0,0 1,0 0,-1 1,1-1,0 1,0 1,1-1,-1 1,0 1,1-1,0 1,0 0,-2 1,-19 15,0 1,1 1,1 2,1 0,-1 4,-37 42</inkml:trace>
  <inkml:trace contextRef="#ctx0" brushRef="#br0" timeOffset="20">1566 2989,'-13'8,"1"1,0 0,0 1,1 1,0 0,1 0,1 1,0 0,0 1,1-1,1 2,0-1,1 1,0 0,1 1,1-1,0 1,1 0,0 0,1-7,0 1,1-1,0 1,0 0,1-1,0 1,1-1,0 1,0-1,0 1,1-1,1 0,-1 1,1-1,1 0,-1-1,2 1,-1-1,1 0,0 0,0 0,1 0,-1-1,2 0,-1 0,1-1,0 0,0 0,6 3,-6-4,1 0,0-1,0 0,0 0,0-1,0 0,0 0,1-1,-1 0,0-1,1 0,-1 0,1-1,-1 0,1 0,-1-1,0 0,0 0,0-1,0 0,0-1,-1 1,1-1,-1-1,0 0,-1 0,1 0,-1-1,0 0,0 0,0 0,-1-1,1-1,-2-3,1 1,-2-1,1-1,-2 1,1 0,-2-1,1 1,-2-1,1 1,-2-1,1 1,-2-1,1 1,-2-1,1 1,-2 0,1 0,-2 0,1 1,-1-1,-1 1,0 0,0 1,-1-1,-1 1,1 0,-1 1,-1 0,-6-5,11 9,0 1,0-1,0 1,0 0,-1 1,1-1,-1 1,0 0,1 0,-1 0,0 1,0 0,0 0,0 0,0 0,-1 1,1 0,0 0,0 0,0 1,0-1,0 1,0 0,0 1,0-1,0 1,0 0,1 1,-1-1,1 1,-1 0,1 0,0 0,0 0,1 1,-3 2,-5 10,1 1,0 0,2 1,0-1,1 2,1-1,0 1,2 0,0 0,1 0,0 16,-8 60</inkml:trace>
  <inkml:trace contextRef="#ctx0" brushRef="#br0" timeOffset="21">1713 4927,'-2'16,"-3"19,-1 17,0 15,2 15,1 10,2 4,-2 2,-3-1,-2-5,0-17</inkml:trace>
  <inkml:trace contextRef="#ctx0" brushRef="#br0" timeOffset="22">1726 4914,'-13'0,"-12"6,-11 13,-7 13,-7 15,-6 13,-2 11,2 3,4 0,10-14</inkml:trace>
  <inkml:trace contextRef="#ctx0" brushRef="#br0" timeOffset="23">1419 5916,'25'-4,"24"-7,22-3,17-4,12-3,0-3,-16 2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8:31.449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2408 1919,'-38'-51,"38"51,-1-1,1 0,-1 1,0-1,0 1,1-1,-1 1,0-1,0 1,0-1,1 1,-1 0,0-1,0 1,0 0,0 0,0 0,0 0,0 0,0 0,0 0,1 0,-1 0,0 0,0 0,0 1,0-1,0 0,0 0,0 1,1-1,-1 1,0-1,0 1,1-1,-1 1,0 0,1-1,-1 1,0 0,1-1,-1 1,1 0,-1 0,1 0,0-1,-1 1,1 0,-1 1,-15 48,6 16,4 1,2 0,5 54,0-54,-7 690,1 214,18-638,-2-109,-13 126,-5-223,6 1,13 92,8 36,-12 115,-6-322,3-1,1 1,2-1,13 37,-6 9,-13-92,0 1,1 0,-1-1,0 1,1-1,0 0,-1 0,1 0,0 0,0-1,0 1,1-1,-1 1,0-1,0 0,1 0,-1-1,0 1,1-1,-1 0,1 0,-1 0,1 0,-1 0,0-1,1 1,-1-1,1 0,-1 0,2-1,10 0,663-95,305 49,-689 41,1241-15,132 10,-1391 7,1686-17,-1446 39,-479-13,-19-1</inkml:trace>
  <inkml:trace contextRef="#ctx0" brushRef="#br0" timeOffset="2256.421">2314 1866,'0'2,"-1"-1,1 1,0 0,-1 0,1 0,0 0,0-1,0 1,0 0,0 0,1 0,-1 0,1-1,-1 1,1 0,-1 0,1-1,0 1,0 0,0-1,0 1,0-1,0 1,0-1,1 1,-1-1,1 0,-1 0,1 0,-1 0,1 0,-1 0,1 0,0 0,-1-1,3 1,69 10,235-21,-142 0,803 20,-947-9,2002 21,-1603-28,836 17,-1243-10,951 48,259 4,-574-10,-77-11,-455-26,-117-6,0 1,1-1,-1 1,0 0,1 0,-1 0,0 0,0 0,0 0,0 0,0 0,0 0,0 0,0 0,-1 1,1-1,0 0,-1 1,1-1,-1 0,1 1,-1-1,0 1,1-1,-1 1,0-1,0 1,0-1,0 0,0 1,-1-1,1 1,0-1,-1 1,1-1,-1 0,1 1,-1-1,0 0,0 1,1-1,-1 0,0 0,0 0,0 0,0 0,0 0,0 0,-1 0,-5 15,0 8,1 0,1 1,1 0,1 0,1 0,1 0,2 0,0 0,4 18,10 40,3-2,10 23,-1-3,3 30,-6 2,-6 0,-2 47,-4 33,31 409,-17-361,42 328,26 115,-81-612,-4 1,-4 0,-4 15,-11 70,8-161,2-16,1 0,-1 0,0 1,0-1,0 0,1 1,-1-1,0 0,-1 1,1-1,0 0,0 1,-1-1,1 0,0 0,-1 1,1-1,-1 0,0 0,1 0,-1 1,0-1,0 0,0 0,0 0,0 0,0-1,0 1,0 0,0 0,0-1,0 1,0 0,-1-1,1 1,0-1,0 0,-1 1,1-1,0 0,-1 0,1 0,0 0,-1 0,1 0,0 0,-1 0,1 0,-128-49,35 25,0 4,-1 4,-60-1,-47-2,-38 2,2 2</inkml:trace>
  <inkml:trace contextRef="#ctx0" brushRef="#br0" timeOffset="3809.801">2168 4072,'3'-2,"0"0,0 0,1 1,-1-1,0 1,1 0,-1 0,1 0,0 0,-1 1,1-1,0 1,-1 0,1 0,3 1,4-1,423 12,1195-52,-1585 38,1566-83,-248 29,87 39,-1089 18,1038 63,-1318-59,217 14,6-13,-315-9,0 0</inkml:trace>
  <inkml:trace contextRef="#ctx0" brushRef="#br0" timeOffset="4918.655">6553 1932,'0'0,"0"-1,0 0,0 1,0-1,0 1,0-1,0 0,0 1,0-1,0 0,0 1,0-1,1 0,-1 1,0-1,1 1,-1-1,0 1,1-1,-1 1,0-1,1 1,-1-1,1 1,-1-1,1 1,-1-1,1 1,-1 0,1 0,0-1,-1 1,1 0,-1 0,1-1,0 1,-1 0,1 0,0 0,-1 0,1 0,0 0,-1 0,1 0,-1 0,1 0,0 1,-1-1,1 0,0 0,-1 1,1-1,-1 0,1 1,-1-1,1 0,-1 1,1 0,12 87,-13-65,21 435,52 32,-28-214,-2 111,-32-75,-11-185,5 1,6-1,5-1,29 106,98 182,-125-355,-2 1,-3 0,-2 0,-4 1,-1 1,-4 36,-1-62,-3 34,3 0,4-1,3 1,2-1,19 64,-6-58,-25-67</inkml:trace>
  <inkml:trace contextRef="#ctx0" brushRef="#br0" timeOffset="6006.75">4441 2053,'-27'-67,"27"67,0-1,-1 1,1 0,0 0,-1 0,1 0,0 0,-1 0,1 0,-1 0,1 0,0 0,-1 0,1 0,0 0,-1 0,1 0,0 0,-1 0,1 0,0 1,-1-1,1 0,0 0,-1 0,1 0,0 1,0-1,-1 0,1 0,0 1,0-1,-1 0,1 1,0-1,0 0,0 0,0 1,-1-1,1 0,0 1,0-1,0 0,0 1,0-1,0 1,0-1,0 0,0 1,0-1,0 0,0 1,0-1,0 0,1 1,-1-1,0 0,0 1,0-1,0 0,1 1,-14 228,13 55,12 0,21 73,31 351,-60-629,6 132,21 86,141 842,-136-929,15 23,-49-226,0 1,0-1,-1 1,0 0,0 0,-1-1,0 1,0 0,-1 0,0-1,0 1,-1 0,0-1,0 1,0-1,-1 0,-1 0,-1 4,-5 6,1-3</inkml:trace>
  <inkml:trace contextRef="#ctx0" brushRef="#br0" timeOffset="7230.865">8798 2186,'4'330,"21"74,4-147,-4-46,-8 2,-10 37,-19 8,3-152,5-1,5 1,4 0,4-1,13 46,30 43,-27-110,-4 0,4 46,14 315,28-124,-42-219,-23-90</inkml:trace>
  <inkml:trace contextRef="#ctx0" brushRef="#br0" timeOffset="8528.429">417 422,'4'-10,"5"29,-6-11,20 32,2-1,1-2,3 0,0-2,2-1,2-1,1-2,1-2,2 0,0-3,17 8,132 86,-86-57,-2 4,78 71,148 152,-24-61,-209-151,-81-67,1-1,0-1,1 0,0 0,1-1,0-1,0 0,0-1,1 0,0-1,0-1,6 1,53 21,-8 15,-64-38,-3-3</inkml:trace>
  <inkml:trace contextRef="#ctx0" brushRef="#br0" timeOffset="9381.736">256 1210,'-15'4,"1"1,0 1,0 0,1 1,-1 0,1 1,1 1,0 0,0 0,1 1,0 1,0 0,1 0,1 1,0 1,1-1,0 1,1 1,0-1,1 1,1 0,0 1,1-1,0 1,1 0,1 0,0 0,2 0,0-10,0 0,0-1,1 1,0-1,0 1,0-1,0 1,1-1,-1 0,1 0,1 0,-1 0,0 0,1 0,0-1,0 1,0-1,0 1,0-1,1 0,0-1,-1 1,1 0,0-1,0 0,0 0,1 0,-1-1,0 1,1-1,-1 0,1-1,-1 1,1-1,-1 1,1-1,0-1,2 1,11-5,0-1,0-1,0 0,-1-2,0 0,-1 0,0-2,-1 0,0-1,0 0,-1-1,-1 0,12-16,-11 15,0-1,-1-1,0 0,-1 0,-1-2,0 1,-2-1,0-1,-1 1,-1-1,-1-1,0 0,-1 1,-2-2,0 1,-1 0,-1 0,-1-6,-1 17,-1 1,-1-1,0 1,0 0,0 0,-1 0,-1 0,1 1,-1 0,0 0,-1 0,0 0,0 1,0 0,-1 0,1 1,-1 0,-1 0,1 0,-1 1,0 0,0 1,0 0,0 0,-1 1,1 0,-1 0,1 1,-1 0,0 0,1 1,-1 0,0 1,1 0,-1 0,0 1,1 0,0 1,-8 2,11-2,-1 0,1 0,0 0,1 1,-1-1,0 1,1 0,0 1,0-1,0 1,1 0,-1 0,1 0,0 0,1 0,-1 1,1-1,0 1,0 0,1-1,0 1,0 0,0 0,1 0,-1 0,2 0,-1 0,1 0,-1 0,2 0,-1-1,1 1,1 5,11 21,1 0,1-1,2 0,1-2,1 0,1-1,13 11,52 73,-68-86,-1 0,-1 1,-1 1,-1 1,-2 0,-1 0,-1 1,-1 0,-2 1,-1 0,-2 0,0 15,-4-19</inkml:trace>
  <inkml:trace contextRef="#ctx0" brushRef="#br0" timeOffset="9855.392">750 1785,'4'-51,"1"1,3 0,3 0,1 1,3-1,-9 31,0 34,-1 85,-4-32,4 0,3-1,3 1,21 42,-15-73</inkml:trace>
  <inkml:trace contextRef="#ctx0" brushRef="#br0" timeOffset="10830.79">1044 115,'-14'23,"0"1,2 1,1 1,1-1,1 1,1 1,1 0,2 0,1 0,0 1,2 7,0-12,1 1,1-1,1 0,1 0,1 1,4 14,-6-32,0 1,1-1,0 0,0 0,1 0,0 0,0 0,0-1,1 1,-1-1,1 0,1 0,-1 0,1-1,-1 1,1-1,1 0,-1-1,0 1,1-1,0 0,0 0,0-1,0 0,6 2,-7-4,1 1,0-1,-1 0,1 0,-1 0,1-1,-1 0,1 0,-1 0,0-1,1 0,-1 0,0 0,0 0,0-1,-1 0,1 0,-1 0,1-1,-1 0,0 1,1-2,4-6,0 1,-1-1,0 0,-1 0,0-1,-1 0,0-1,2-7,2-10,-2 1,-1-1,-2-1,-1 1,-1-1,-1 0,-2 0,-1 1,-2-1,-1 0,-1 1,-6-18,7 33,-1 1,-1-1,0 1,0 0,-2 1,0-1,-2-1,7 10,0 1,0 0,-1 0,1 1,-1-1,0 1,0-1,0 1,-1 1,1-1,-1 0,1 1,-1 0,0 0,0 1,0-1,0 1,0 0,0 0,0 1,0-1,-1 1,1 1,1-1,0 1,-1 0,1 0,0 0,0 1,1 0,-1 0,0 0,0 0,1 0,0 1,-1-1,1 1,0 0,0 0,0 0,1 0,-1 1,1-1,-1 1,1-1,1 1,-1 0,0 0,0 2,-2 7,0 0,1 0,0 1,1 0,0-1,1 1,1 4,3 20,2 0,2 0,1-1,2 0,1 0,3-1,0 0,2-1,2-1,2 0,-2 1,1-1,2-1,1-1,2 0,1-2,23 20,-46-46,1-1,-1 0,1 0,0-1,0 1,0 0,0-1,1 0,-1 0,1 0,-1 0,1 0,0-1,0 0,-1 0,1 0,0 0,0 0,0-1,0 0,0 1,0-2,0 1,0 0,0-1,0 0,0 0,0 0,2-1,-1-3,0 0,0-1,0 1,-1-1,1 0,-1-1,-1 1,1-1,-1 0,-1 0,2-1,19-40,-23 48,1 0,-1 0,1 0,-1 0,0 0,1 0,-1 0,1 0,-1 0,0 0,1 0,-1 1,1-1,-1 0,0 0,1 0,-1 0,0 1,1-1,-1 0,0 0,1 1,-1-1,0 0,1 1,-1-1,0 0,0 1,1-1,-1 0,0 1,0-1,0 0,0 1,1-1,-1 1,0-1,0 0,0 1,0-1,0 1,0-1,0 0,0 1,0-1,0 1,0-1,-1 0,1 1,0-1,0 1,0-1,0 0,-1 1,1-1,0 0,0 1,-1-1,1 30,-1-27,0 1,0-1,0 1,1 0,-1-1,1 1,0 0,0-1,0 1,1 0,-1-1,1 1,0-1,0 1,0-1,1 1,-1-1,1 0,-1 1,1-1,0 0,0 0,1 0,-1-1,1 1,-1 0,1-1,0 0,0 0,0 0,0 0,0 0,1 0,-1-1,4 2,-3-3,-1 0,1 0,0 0,0 0,-1-1,1 0,0 1,-1-2,1 1,-1 0,1 0,-1-1,1 0,-1 0,0 0,0 0,0 0,0-1,0 1,-1-1,1 0,-1 0,0 0,1 0,-1 0,-1 0,1-1,0 1,-1-1,1-2,1-1,-1 0,0 0,0 0,-1 0,0 0,0-1,-1 1,0 0,0 0,-1-1,0 1,0 0,-1 0,1 0,-3-5,1 7,0 0,0 0,0 1,0-1,-1 1,0-1,0 1,0 1,0-1,-1 0,1 1,-1 0,0 0,0 0,0 1,0 0,-1 0,1 0,0 1,-1-1,0 1,1 0,-1 1,0 0,1 0,-1 0,0 0,1 1,-1 0,1 0,-1 0,1 1,-1 0,1 0,0 0,0 1,0 0,0 0,0 0,1 1,-1-1,1 1,0 0,0 0,1 0,-1 1,1 0,0-1,0 1,0 0,0 1,2-4,0 1,0 0,0-1,1 1,-1 0,0 0,1 0,0-1,0 1,0 0,0 0,0 0,0 0,1-1,0 1,-1 0,1 0,0-1,0 1,0-1,1 1,-1-1,1 1,-1-1,1 0,0 1,0-1,0 0,0 0,1 0,21 15</inkml:trace>
  <inkml:trace contextRef="#ctx0" brushRef="#br0" timeOffset="11107.511">1806 235,'3'13,"6"14,10 14,10 11,12 8,8 3,4-2,1-6,-5-4,-8-9,-9-9,-8-8,-7-9</inkml:trace>
  <inkml:trace contextRef="#ctx0" brushRef="#br0" timeOffset="11356.845">2114 274,'-16'-4,"-9"2,-6 9,-2 15,3 14,1 16,4 14,2 10,-1 5,0 3,-3-1,4-16</inkml:trace>
  <inkml:trace contextRef="#ctx0" brushRef="#br0" timeOffset="11897.398">2823 1478,'-4'12,"1"1,0-1,1 1,1 0,0 0,0 0,2-1,1 14,-2-22,1 1,0-1,0 1,1-1,-1 0,1 1,0-1,0 0,1 0,-1 0,1 0,0-1,0 1,0-1,0 1,1-1,-1 0,1-1,0 1,0-1,0 1,0-1,0 0,0 0,1-1,0 1,2-1,1-1,0 1,-1-1,1 0,-1-1,1 0,-1 0,1-1,-1 0,0 0,0 0,0-1,0 0,0-1,-1 0,1 0,-1 0,0-1,0 1,0-1,-1-1,0 1,0-1,0 0,-1 0,0-1,0 1,-1-1,1 0,-1 0,-1 0,1 0,-1 0,-1-1,1 1,-1 0,-1-1,1 0,-1 0,0 5,0-1,-1 0,1 0,-1 0,0 0,0 0,0 0,0 1,-1-1,1 1,-1-1,0 1,0-1,-1 1,1 0,-1 0,1 0,-1 0,0 1,0-1,0 1,0-1,-1 1,1 0,-1 0,1 1,-1-1,0 1,1 0,-1 0,0 0,0 0,-2 0,0 0,1 1,-1-1,0 1,0 0,0 1,1-1,-1 1,0 0,0 1,1 0,-1-1,1 2,0-1,-1 1,1-1,0 1,0 1,1-1,-1 1,-2 2,4-3,1-1,0 1,-1 0,1 0,0 0,0 0,0 0,1 0,-1 0,1 1,0-1,0 1,0-1,0 1,1-1,-1 1,1-1,0 1,0 0,0-1,0 1,1-1,0 1,-1-1,1 1,1-1,-1 1,0-1,1 0,0 0,-1 1,1-1,0 0,1-1,-1 1,2 1,23 18</inkml:trace>
  <inkml:trace contextRef="#ctx0" brushRef="#br0" timeOffset="12211.564">3317 1491,'-3'4,"1"0,-1 0,1 1,0-1,1 1,-1-1,1 1,0-1,0 1,0 0,1 0,-1 0,1-1,0 1,1 0,-1 0,1 0,0-1,0 1,1 0,-1-1,1 1,0-1,0 0,0 1,1-1,0 0,-1 0,2-1,-1 1,0-1,4 4,0-2,0-1,1 1,0-1,-1 0,2-1,-1 0,0 0,0-1,1 0,0 0,-1-1,1 0,0-1,-1 0,1 0,0-1,3 0,-7 0,0 0,1 0,-1 0,0-1,0 1,0-1,0-1,0 1,0-1,-1 0,1 0,-1 0,0 0,1-1,-2 0,1 0,0 0,-1 0,0 0,0-1,0 1,0-1,-1 0,0 0,0 0,0 0,-1 0,1-2,-2 2,1-1,-1 1,0 0,0 0,-1-1,1 1,-1 0,-1 0,1 0,-1 0,1 0,-2 0,1 1,0-1,-1 0,0 1,0 0,0 0,0 0,-1 0,0 0,0 1,0-1,0 1,0 0,-1 0,1 1,-1-1,0 1,0 0,1 0,-1 1,-1 0,1-1,0 2,0-1,0 1,-1-1,1 1,0 1,0-1,0 1,-1 0,0 0,3 0,1 0,0 0,-1 0,1 0,0 1,0-1,0 0,-1 1,2 0,-1-1,0 1,0 0,0 0,1 0,-1 0,1 0,0 1,0-1,0 0,0 1,0-1,0 0,0 1,1-1,-1 1,1-1,0 1,0 2,2 20</inkml:trace>
  <inkml:trace contextRef="#ctx0" brushRef="#br0" timeOffset="12678.174">5042 1478,'-12'23,"4"-10,2 0,0 0,0 0,1 1,1 0,0 0,-1 7,5-19,0 0,0 0,0-1,0 1,0 0,0 0,0 0,1 0,-1 0,1-1,-1 1,1 0,0 0,-1-1,1 1,0 0,0-1,0 1,0-1,1 1,-1-1,0 0,1 0,-1 1,1-1,-1 0,1 0,-1 0,1 0,0-1,-1 1,1 0,0-1,0 1,0-1,0 0,-1 1,1-1,0 0,0 0,76-13,-71 11,1-1,-1 1,0-2,0 1,-1-1,1 0,-1-1,0 0,0 1,0-2,-1 1,1-1,-1 0,-1 0,1 0,-1-1,0 1,-1-1,1 0,-2-1,1 1,-1 0,0-1,0 1,-1-1,1-7,-3 12,1 0,-1-1,0 1,-1-1,1 1,-1 0,1 0,-1 0,0 0,0 0,0 0,-1 1,1-1,0 1,-1-1,0 1,0 0,0 0,0 0,0 0,0 1,0-1,0 1,-1 0,1 0,0 0,-4 0,-1-1,0 1,1 0,-1 0,0 1,0 0,0 0,1 1,-1 0,0 0,0 1,1 0,-2 1,5-1,0-1,0 1,0 0,0 0,1 0,-1 0,1 1,0 0,-1-1,1 1,0 1,0-1,1 0,-1 1,1-1,0 1,0 0,0-1,0 1,1 0,-1 0,1 0,0 1,0-1,1 0,-1 0,1 1,0-1,0 0,1 4,6 21</inkml:trace>
  <inkml:trace contextRef="#ctx0" brushRef="#br0" timeOffset="12958.417">5510 1384,'0'2,"2"8,3 11,3 11,5 10,2 8,1 5,1 0,0-2,-1-10</inkml:trace>
  <inkml:trace contextRef="#ctx0" brushRef="#br0" timeOffset="13401.234">7542 1250,'0'19,"0"14,0 13,0 11,0 6,2 2,6-3,3-5,4-11,3-12,-3-13</inkml:trace>
  <inkml:trace contextRef="#ctx0" brushRef="#br0" timeOffset="13658.067">7862 1250,'0'-2,"0"4,2 10,6 15,3 14,5 14,6 10,6 10,6 1,-4-11</inkml:trace>
  <inkml:trace contextRef="#ctx0" brushRef="#br0" timeOffset="13948.54">9560 1317,'0'9,"0"12,0 12,0 11,0 13,0 9,0 5,0 0,0-5,5-8,1-13</inkml:trace>
  <inkml:trace contextRef="#ctx0" brushRef="#br0" timeOffset="14286.153">9974 1544,'-1'7,"-1"-1,2 0,-1 0,0 1,1-1,0 0,1 0,-1 1,1-1,1 0,-1 0,1 0,0 0,0 0,1 0,-1 0,1-1,1 1,-1-1,1 0,0 0,0 0,0-1,1 0,0 1,6 4,-1 0,2-1,-1-1,1 0,0 0,0-1,1-1,0 0,0-1,0 0,2-1,-9 0,0-1,1 0,-1-1,1 1,0-2,-1 1,1 0,0-1,0 0,0-1,-1 0,1 0,0 0,-1-1,1 0,-1 0,0 0,1-1,-1 0,0 0,-1-1,1 0,-1 0,1 0,-1-1,0 1,-1-1,1 0,-1-1,1-1,-2-2,-1-1,0 0,-1 0,1 0,-2 0,0 0,0 0,-1 0,0 1,0-1,-1 0,-1 0,1 1,-2-1,1 1,-1 0,-1 0,0 0,0 1,0-1,-1 1,-1 0,1 1,-1 0,0 0,-1 0,-2-1,4 4,-1 1,1 0,-1 0,0 0,0 1,0 0,0 0,0 0,0 1,-1 0,1 1,0 0,-1 0,1 0,0 1,0 0,-1 1,1-1,0 1,0 1,1-1,-1 1,0 1,1-1,0 1,0 0,-2 1,-19 15,0 1,1 1,1 2,1 0,-1 4,-37 42</inkml:trace>
  <inkml:trace contextRef="#ctx0" brushRef="#br0" timeOffset="15157.821">1566 2989,'-13'8,"1"1,0 0,0 1,1 1,0 0,1 0,1 1,0 0,0 1,1-1,1 2,0-1,1 1,0 0,1 1,1-1,0 1,1 0,0 0,1-7,0 1,1-1,0 1,0 0,1-1,0 1,1-1,0 1,0-1,0 1,1-1,1 0,-1 1,1-1,1 0,-1-1,2 1,-1-1,1 0,0 0,0 0,1 0,-1-1,2 0,-1 0,1-1,0 0,0 0,6 3,-6-4,1 0,0-1,0 0,0 0,0-1,0 0,0 0,1-1,-1 0,0-1,1 0,-1 0,1-1,-1 0,1 0,-1-1,0 0,0 0,0-1,0 0,0-1,-1 1,1-1,-1-1,0 0,-1 0,1 0,-1-1,0 0,0 0,0 0,-1-1,1-1,-2-3,1 1,-2-1,1-1,-2 1,1 0,-2-1,1 1,-2-1,1 1,-2-1,1 1,-2-1,1 1,-2-1,1 1,-2 0,1 0,-2 0,1 1,-1-1,-1 1,0 0,0 1,-1-1,-1 1,1 0,-1 1,-1 0,-6-5,11 9,0 1,0-1,0 1,0 0,-1 1,1-1,-1 1,0 0,1 0,-1 0,0 1,0 0,0 0,0 0,0 0,-1 1,1 0,0 0,0 0,0 1,0-1,0 1,0 0,0 1,0-1,0 1,0 0,1 1,-1-1,1 1,-1 0,1 0,0 0,0 0,1 1,-3 2,-5 10,1 1,0 0,2 1,0-1,1 2,1-1,0 1,2 0,0 0,1 0,0 16,-8 60</inkml:trace>
  <inkml:trace contextRef="#ctx0" brushRef="#br0" timeOffset="15555.757">1713 4927,'-2'16,"-3"19,-1 17,0 15,2 15,1 10,2 4,-2 2,-3-1,-2-5,0-17</inkml:trace>
  <inkml:trace contextRef="#ctx0" brushRef="#br0" timeOffset="15892.617">1726 4914,'-13'0,"-12"6,-11 13,-7 13,-7 15,-6 13,-2 11,2 3,4 0,10-14</inkml:trace>
  <inkml:trace contextRef="#ctx0" brushRef="#br0" timeOffset="16208.771">1419 5916,'25'-4,"24"-7,22-3,17-4,12-3,0-3,-16 2</inkml:trace>
  <inkml:trace contextRef="#ctx0" brushRef="#br1" timeOffset="38928.782">12021 3871,'0'-1,"0"1,0-1,0 0,0 1,0-1,-1 1,1-1,0 0,0 1,0-1,0 1,-1-1,1 1,0-1,0 1,-1-1,1 1,-1-1,1 1,0-1,-1 1,1 0,-1-1,1 1,-1 0,1-1,-1 1,1 0,-1 0,1-1,-1 1,1 0,-1 0,0 0,1 0,-1 0,1 0,-1 0,1 0,-1 0,0 0,1 0,-1 0,1 0,-1 0,1 0,-1 1,0-1,1 0,-1 1,1-1,-1 0,1 0,-1 1,1-1,0 1,-1-1,1 1,-1-1,1 1,-3-244,-2 104,2 131,7 23,-2-11,1 0,0 0,0-1,1 0,-1 1,1-1,-1 0,1 0,0-1,0 1,0-1,1 0,-1 0,0-1,1 1,-1-1,1 0,0 0,-1 0,1-1,2 1,5 0,1-1,-1 0,0-1,0-1,0 1,0-2,11-3,73-32,-94 38,-1-1,1 0,0 1,-1-1,1 1,0 0,0 0,-1 0,1 0,0 0,0 0,0 0,-1 0,1 0,0 1,0-1,-1 1,1 0,0-1,-1 1,1 0,-1 0,1 0,-1 0,1 0,-1 0,0 0,0 1,1-1,-1 1,0-1,0 0,0 1,0 0,-1-1,1 1,0-1,-1 1,1 0,-1 0,1-1,-1 1,0 0,0 1,8 43,-3 0,-2 0,-2 1,-2 18,0-1,1 13,2 54,-6 0,-6 0,-17 79,26-207,-1 11,0 0,-1-1,0 1,-1-1,-1 0,0 0,-1 0,0-1,-1 0,-1 0,-6 8,12-18,0 0,-1 0,1 0,-1 0,0 0,0 0,1-1,-1 0,0 1,0-1,0 0,0 0,-1-1,1 1,0-1,0 0,0 1,-1-1,1-1,0 1,0 0,0-1,0 0,-1 1,1-1,0 0,0-1,1 1,-1-1,0 1,0-1,1 0,-1 0,-7-5,2 0,-1-1,1 0,0 0,0-1,1 0,1-1,-5-7,-2-5,1-1,1 0,1-1,2-1,0 1,1-1,2-1,0 1,1-6,4 26,0-1,0 1,0 0,1-1,0 1,0 0,0 0,0-1,1 1,0 0,0 0,0 1,1-1,0 0,0 1,0 0,0-1,1 1,-1 0,1 1,0-1,1 1,-1 0,0 0,1 0,0 0,-1 1,1 0,0 0,0 0,0 0,1 1,28-7,0 1,1 1,0 2,0 2,0 1,25 3,-45-1,46-1,1 3,-1 3,38 9,-98-15,1 0,0 0,0 0,0 0,0 0,0 0,0 1,0-1,0 0,0 1,0 0,0-1,0 1,-1 0,1 0,0 0,0 0,-1 0,1 0,-1 1,1-1,-1 0,0 1,1-1,-1 1,0 0,0-1,0 1,0 0,0 0,-1 0,1-1,0 1,-1 0,1 0,-1 0,0 0,0 0,0 1,-11 36,8-33,0 0,0 0,1 0,-1 1,2-1,-1 1,1-1,0 1,0 0,0 0,1-1,0 1,1 0,-1 0,1 0,1-1,-1 1,1-1,0 1,1-1,0 0,0 0,0 0,0 0,1 0,0-1,0 1,1-1,2 0,1 1,-1-2,1 1,0-1,0 0,1-1,-1 0,1 0,-1-1,1 0,0 0,0-1,0 0,0-1,0 0,4-1,-8 1,0-1,1 1,-1-1,0-1,0 1,0-1,0 0,0 0,0 0,0 0,-1-1,1 0,-1 0,0-1,0 1,0-1,0 1,0-1,-1-1,0 1,0 0,0-1,0 1,-1-1,0 0,0 0,0 0,0 0,0-5,0 1,-1-1,0 1,0-1,-1 0,0 0,-1 1,0-1,0 1,-1-1,0 0,1 6,0 0,-1 1,1-1,0 0,-1 1,0-1,0 1,0 0,0-1,-1 1,1 0,-1 0,0 1,1-1,-1 0,-1 1,1 0,0 0,-1 0,1 0,-1 0,1 1,-1-1,0 1,0 0,1 0,-1 1,-1-1,-7 2,1 1,-1 0,1 1,0 0,0 1,0 0,1 0,-1 1,1 1,0 0,1 0,-1 1,1 0,0 1,1 0,0 0,0 0,1 1,0 1,1-1,0 1,0 0,-3 10,-9 26,6-5</inkml:trace>
  <inkml:trace contextRef="#ctx0" brushRef="#br1" timeOffset="42455.04">2983 3283,'114'-177,"97"-131,-209 305,-2 2,0 0,1 0,-1 0,0 1,0-1,1 0,-1 0,1 0,-1 0,1 0,-1 0,1 1,-1-1,1 0,0 0,-1 1,1-1,0 0,0 1,-1-1,1 1,0-1,0 1,0-1,0 1,0 0,0-1,0 1,-1 0,1 0,0 0,0 0,0 0,0 0,0 0,0 0,0 0,0 0,0 0,0 1,0-1,0 0,0 1,0-1,0 1,-1-1,1 1,0-1,0 1,10 116,-8 0,-6-1,-4 0,-5 0,-22 87,31-188,-1 1,0-1,-1 0,-1 0,0 0,-1-1,-1 0,-4 6,12-19,-1 0,0 1,0-1,0 0,0 0,0 0,-1 0,1 0,0 0,0 0,-1 0,1 0,0-1,-1 1,1 0,-1-1,1 0,-1 1,1-1,-1 0,1 1,-1-1,0 0,1 0,-1 0,1-1,-1 1,1 0,-1-1,1 1,-1 0,1-1,-1 0,1 1,-1-1,-40-38,40 37,2 2,0 0,1 0,-1 0,1 0,-1 0,0 0,1 0,-1 0,0-1,1 1,-1 0,1 0,-1 0,0 0,1-1,-1 1,0 0,0 0,1-1,-1 1,0 0,1 0,-1-1,0 1,0 0,0-1,1 1,-1 0,0-1,0 1,0 0,0-1,0 1,0-1,0 1,0 0,0-1,0 1,0-1,0 1,0 0,0-1,0 1,0 0,0-1,0 1,0 0,0-1,-1 1,108 8,-1-4,1-5,0-4,69-15,-173 20,73-8</inkml:trace>
  <inkml:trace contextRef="#ctx0" brushRef="#br1" timeOffset="43291.319">5229 3296,'36'-82,"3"3,5 1,40-55,-66 105,64-91,-82 118,1 1,-1-1,0 1,0 0,1-1,-1 1,0 0,1-1,-1 1,1 0,-1-1,0 1,1 0,-1 0,1-1,-1 1,1 0,-1 0,1 0,-1 0,1 0,-1 0,1 0,-1 0,0 0,1 0,-1 0,1 0,-1 0,1 0,-1 0,1 0,-1 0,1 1,-1-1,1 0,-1 0,0 1,1-1,-1 0,1 1,-1-1,0 0,1 1,-1-1,0 0,1 1,-1-1,0 1,0-1,0 1,1-1,-1 0,0 1,0-1,0 1,0-1,0 1,0-1,0 1,0-1,0 1,0-1,0 1,0-1,0 1,3 146,-9 321,6-447,0 1,-1-1,-1 0,-1 0,-1 0,-1 0,-1 0,0-1,-2 0,-6 13,13-32,1 1,0-1,-1 0,1 1,-1-1,1 0,-1 1,1-1,-1 0,0 0,0 1,0-1,0 0,0 0,0 0,0 0,0 0,0 0,0 0,0-1,-1 1,1 0,0-1,0 1,-1-1,1 1,-1-1,1 0,0 1,-1-1,1 0,-1 0,1 0,-1 0,1 0,-1 0,1-1,0 1,-1 0,1-1,0 1,-1-1,1 0,0 1,-1-1,1 0,0 0,0 1,0-1,0 0,0 0,0 0,0 0,0 0,1 0,-1 0,1-1,-1 1,1 0,-1 0,1 0,0 0,-1 0,1-1,0 1,0 0,0 0,0 0,0 0,0-1,1 1,-1 0,0 0,0 0,1 0,-1-1,1 1,-1 0,1 0,-1 0,1 0,0 0,0 0,-1 0,1 1,0-1,0 0,0 0,0 1,0-1,0 0,0 1,0-1,0 1,0-1,0 1,0 0,1-1,63-9,-54 9,264-19,-171 12</inkml:trace>
  <inkml:trace contextRef="#ctx0" brushRef="#br1" timeOffset="43878.748">9748 2855,'11'16,"11"14,10 14,12 12,9 9,8 6,4 3,0 1,-4-7,-7-7,-10-13,-8-11,-12-15,-9-10</inkml:trace>
  <inkml:trace contextRef="#ctx0" brushRef="#br1" timeOffset="44134.578">10336 3055,'-18'2,"-13"6,-8 10,-7 14,-4 10,0 12,-2 5,2 5,5-2,5-8,8-9,8-14</inkml:trace>
  <inkml:trace contextRef="#ctx0" brushRef="#br1" timeOffset="44417.333">9828 3323,'7'-2,"15"-2,21 1,25 1,22 0,13 1,6 0,-7 1,-21 0</inkml:trace>
  <inkml:trace contextRef="#ctx0" brushRef="#br1" timeOffset="44754.462">7983 3042,'0'16,"2"14,8 14,11 12,11 9,12 4,9 2,5-4,2-7,-3-9,-6-11,-10-12,-9-11,-10-9</inkml:trace>
  <inkml:trace contextRef="#ctx0" brushRef="#br1" timeOffset="45042.689">8371 3055,'-19'18,"-9"20,-10 17,-6 13,-3 8,-4 5,-2-2,2-5,4-11,6-14,10-16</inkml:trace>
  <inkml:trace contextRef="#ctx0" brushRef="#br1" timeOffset="45289.03">7875 3416,'-4'-2,"7"-1,20 0,27 1,32 0,30 1,22-2,8 0,-10-2,-29 0</inkml:trace>
  <inkml:trace contextRef="#ctx0" brushRef="#br1" timeOffset="47591.952">3183 5328,'7'-26,"0"0,2 0,1 1,0 0,2 1,1 1,1-1,1 2,3-8,108-173,-100 181,-11 50,-12 3,-2 1,-1-1,-2 1,-5 27,3-23,-14 118,3-46,5 1,4 56,12-87,3-18</inkml:trace>
  <inkml:trace contextRef="#ctx0" brushRef="#br1" timeOffset="48540.579">5469 5328,'80'-124,"87"-153,-117 189,-50 87,0 1,1 0,-1 0,0 0,1-1,-1 1,1 0,-1 0,1 0,-1 0,0 0,1 0,-1 0,1 0,-1 0,1 0,-1 0,0 0,1 0,-1 0,1 0,-1 1,0-1,1 0,-1 0,1 0,-1 1,0-1,1 0,-1 0,0 1,0-1,1 0,-1 1,0-1,1 0,-1 1,0-1,0 0,0 1,0-1,1 1,-1-1,0 0,0 1,0-1,0 1,0-1,0 1,0-1,0 0,0 1,0-1,0 1,0-1,0 1,0-1,-1 0,1 1,0-1,0 1,0-1,-1 0,1 1,0-1,2 283,18 141,-13-339</inkml:trace>
  <inkml:trace contextRef="#ctx0" brushRef="#br1" timeOffset="49951.61">9922 4993,'11'12,"11"14,10 15,12 12,9 10,5 6,0 5,-4-1,-7-4,-8-7,-11-9,-8-12,-8-10,-3-15,-3-18,-3-7</inkml:trace>
  <inkml:trace contextRef="#ctx0" brushRef="#br1" timeOffset="50139.108">10483 5074,'-14'-11,"-13"-2,-12 6,-9 13,-10 18,-4 15,-3 12,5 12,4 9,6 3,6-2,6-7,11-9,8-15</inkml:trace>
  <inkml:trace contextRef="#ctx0" brushRef="#br1" timeOffset="50336.58">9881 5328,'3'-9,"13"-3,26 0,27 3,28 2,20 3,10 4,0 2,-16 3,-23 1,-27 0</inkml:trace>
  <inkml:trace contextRef="#ctx0" brushRef="#br1" timeOffset="50847.219">8036 5167,'5'3,"5"9,9 12,10 15,6 16,7 11,5 6,2 2,1-2,-1-7,-4-10,-5-14,-5-14,-9-12</inkml:trace>
  <inkml:trace contextRef="#ctx0" brushRef="#br1" timeOffset="51106.526">8544 5141,'-16'2,"-12"6,-5 10,-5 16,-2 15,-2 14,1 11,-1 8,-2 0,-2-4,6-15</inkml:trace>
  <inkml:trace contextRef="#ctx0" brushRef="#br1" timeOffset="51291.066">7862 5596,'28'-9,"28"-6,33-2,29 2,19 1,4 0,-22 4</inkml:trace>
  <inkml:trace contextRef="#ctx0" brushRef="#br2" timeOffset="63368.057">3505 2467,'-7'-5,"0"-2,-1 1,-1-1,1 1,-1 1,0 0,-1 0,1 1,-1 0,0 0,0 1,0 0,0 1,-8-1,-8 4,0 1,0 1,0 1,1 2,0 0,0 2,0 0,1 2,0 1,1 1,0 0,-18 15,16-6,1 0,1 2,1 1,1 1,1 0,2 2,0 0,2 1,1 0,1 2,2 0,0 0,-2 15,-132 438,119-374,4 0,-3 66,23-137,2 0,2-1,1 1,2 0,1-1,2 0,11 31,25 219,5-39,-42-106,-6-112,0 0,2 0,1 0,1 0,8 23,45 122,18-31,-31-70,58 85,-84-140,1 0,0-2,2 0,0-1,0-1,1-1,1-1,24 10,33 21,-4 4,-43-25,1-2,1-1,1-2,29 10,1-5,1-3,1-3,0-3,1-3,44 1,472 29,-241-25,183 7,-304-9,145-13,-174-2,1342 1,-1141 13,212 24,-290-12,-127-18,53-10,-169 0,0-4,-1-3,0-3,26-10,126-33,-205 54,0-1,0 0,-1-2,1 0,-1-1,0-1,-1-1,1-1,-2 0,1-1,7-7,175-156,-180 151,-2-2,0 0,-1-1,-1-1,-2-1,-1 0,0 0,-3-2,0 1,-1-1,-2-1,0-5,8-23,15-42,-3 13,-3 0,-5-2,-3 0,0-43,-8 27,5 0,11-36,-14 74,-3 0,-2-1,-4 0,-2 0,-4 0,-6-28,-4-258,8 214,-13-97,12 186,7 38,0 0,-1 0,-1-1,0 2,0-1,-2 0,1 1,-1 0,-1 0,-1 0,1 1,-2 0,1 0,-9-9,-5 2,-1 1,-1 1,0 1,-1 1,-1 1,0 1,0 1,-17-4,-217-51,-107-21,288 69,-1 4,-1 3,0 3,-58 4,-426-2,-329-64,-12-30,716 76,31 3,-69 3,-295-9,-117-10,58 35,321 15,-10 0,165-6,0 4,1 4,-57 19,37-7</inkml:trace>
  <inkml:trace contextRef="#ctx0" brushRef="#br2" timeOffset="65718.119">6285 7401,'-8'-31,"40"-288,-30 120,-2 198,0 0,1 1,-1-1,0 0,0 0,0 0,0 0,1 0,-1 0,0 1,0-1,-1 0,1 0,0 0,0 0,0 0,-1 0,1 1,0-1,-1 0,1 0,-1 0,1 1,-1-1,1 0,-1 1,1-1,-1 0,0 1,1-1,-1 1,0-1,1 1,-1-1,0 1,0-1,0 1,0 0,1-1,-1 1,0 0,0 0,0 0,0 0,0 0,0 0,1 0,-1 0,0 0,0 0,0 0,0 1,-3 3,0 1,1 1,-1-1,1 0,1 1,-1-1,1 1,0 0,0 0,0 0,1 0,0 0,0 0,1 0,0 1,0-1,0 0,1 0,0 0,0 0,0 0,1 0,0 0,0 0,1 1,3-1,0-1,0 0,0-1,1 1,0-1,0 0,0-1,0 0,0 0,1 0,0-1,-1 0,1-1,0 0,0 0,0 0,-1-1,1 0,1-1,185-15,-147 10,-42 5,-3 0,0 1,0-1,0 0,0 1,0-1,-1 1,1 0,0-1,0 1,0 0,0 0,0 0,0 1,0-1,0 0,0 1,0-1,0 1,0 0,-1 0,1 0,0 0,0 0,-1 0,1 0,-1 0,1 0,-1 1,1-1,-1 1,0-1,0 1,0 0,0-1,0 1,1 1,-1 15,1 0,-2 0,-1 0,0 0,-1 0,-1 0,-1 4,-5 32,-5 278,8-111,5-200,-1 1,-1-1,-1 0,-1-1,-1 1,-2 4,5-18,1 0,-1-1,0 1,-1-1,0 0,0 0,0-1,-1 1,1-1,-1 0,-1 0,1 0,-1-1,0 1,0-1,0-1,0 1,0-1,-1-1,-1 1,2-1,1-1,-1-1,0 1,0-1,1 0,-1 0,0-1,0 0,1 0,-1 0,0-1,1 1,-1-1,1-1,0 1,0-1,0 0,0 0,0 0,0-1,1 1,-4-5,-4-4,0 0,1-1,1 0,0-1,1 0,0 0,-2-7,5 10,0-1,1 0,0 0,1 0,0-1,1 1,0-1,1 0,0 0,1 0,1 0,0 0,1-1,0 10,0 0,0 1,1-1,-1 1,1 0,0-1,0 1,0 0,0 0,0 0,1 1,0-1,-1 0,1 1,0 0,0-1,0 1,1 1,-1-1,0 0,1 1,-1-1,1 1,-1 0,2 0,97-8,-92 9,87-2,0 6,42 7,-132-10,1-1,0 1,0 1,0-1,0 1,-1 1,1-1,-1 1,0 1,0-1,0 1,0 0,0 1,-1 0,0 0,0 0,0 0,-1 1,0 0,0 1,2 2,5 15,-11-18,1 0,0-1,0 1,0 0,1-1,0 0,0 1,0-1,1-1,0 1,-1 0,2-1,-1 0,0 0,1 0,0 0,0-1,0 0,0 0,1 0,-1-1,1 1,0-1,-1-1,1 1,0-1,0 0,0 0,4-1,-3-2,0 0,-1-1,0 0,1 0,-1 0,-1-1,1 0,0 0,-1 0,0-1,0 0,0 0,-1 0,1-1,-1 1,-1-1,1 0,-1 0,0-1,0 1,-1 0,0-1,0 0,0 1,-1-1,0 0,0 0,-1 0,0 0,0 0,-1 0,0 0,0 1,0-1,-1 0,0 0,0 1,-1-1,0 1,0 0,0 0,-1 0,-2-2,0 3,-1 1,0 0,1 0,-2 0,1 1,0 0,-1 1,1 0,-1 0,0 0,0 1,0 0,0 1,1 0,-1 0,0 0,0 1,0 0,0 1,1 0,-1 0,0 1,1-1,0 2,-1 0,3-1,1 0,1 0,-1 0,0 1,1-1,0 1,0 0,0 0,0 0,1 1,-1-1,1 1,0-1,1 1,-1 0,1 0,0 0,0-1,0 1,1 0,-1 0,1 0,1 0,-1 0,1 0,-1 0,1 0,1 0,-1 0,1-1,0 1,0 0,0-1,1 0,-1 1,1-1,0 0,0 0,1-1,3 4,18 13,0-4</inkml:trace>
  <inkml:trace contextRef="#ctx0" brushRef="#br2" timeOffset="66031.785">7515 7373,'6'3,"13"-1,13 1,15 0,11-2,8 0,0 0,-3-1,-10 0,-15 2,-13 1</inkml:trace>
  <inkml:trace contextRef="#ctx0" brushRef="#br2" timeOffset="66284.111">7529 7601,'18'0,"20"0,16 0,16-3,12 0,5 1,-1-1,-3 2,-16 0</inkml:trace>
  <inkml:trace contextRef="#ctx0" brushRef="#br2" timeOffset="66760.837">8531 7507,'153'-299,"-153"299,1 0,-1 1,0-1,0 1,1-1,-1 0,0 1,1-1,-1 1,0-1,1 0,-1 0,0 1,1-1,-1 0,1 0,-1 1,1-1,-1 0,0 0,1 0,-1 0,1 0,-1 1,1-1,-1 0,1 0,-1 0,1 0,-1-1,1 1,-1 0,1 0,-1 0,1 0,-1 0,0-1,1 1,-1 0,1 0,-1-1,0 1,1 0,-1 0,0-1,1 1,-1-1,0 1,1 0,-1-1,0 1,0-1,1 1,-1 0,0-1,0 1,0-1,0 1,0-1,0 1,1-1,-1 1,0-1,2 45,-2-39,-1 149,-6 0,-13 48,20-200,0 0,0-1,0 1,0-1,0 1,0 0,0-1,-1 1,1-1,-1 1,1-1,-1 1,1-1,-1 1,0-1,0 1,0-1,0 0,0 0,0 1,0-1,0 0,0 0,-1 0,1 0,0 0,-1-1,1 1,-1 0,1 0,-1-1,1 1,-1-1,1 0,-1 1,0-1,1 0,-1 0,1 0,-1 0,0 0,1 0,-1-1,1 1,-1 0,0-1,1 1,-1-1,1 0,1 1,0 1,1-1,-1 0,0 0,1 0,-1 1,0-1,1 0,-1 0,1 0,-1 0,0 0,1 0,-1 0,0 0,1 0,-1 0,1 0,-1 0,0 0,1 0,-1 0,0 0,1 0,-1-1,1 1,-1 0,0 0,1 0,-1 0,0-1,0 1,1 0,-1-1,0 1,0 0,1 0,-1-1,0 1,0 0,0-1,1 1,-1 0,0-1,0 1,0-1,0 1,0 0,0-1,0 1,0 0,0-1,0 1,0-1,0 1,0 0,0-1,0 1,0 0,0-1,0 1,-1 0,1-1,0 1,0 0,0-1,-1 1,1 0,0-1,248-28,-10 15,-199 10</inkml:trace>
  <inkml:trace contextRef="#ctx0" brushRef="#br2" timeOffset="68790.864">9868 6745,'16'67,"30"97,-7 1,-7 2,3 100,-20-86,-9 0,-9 62,2-222,-1 0,-1 0,-1 0,-1-1,-1 0,0 0,-5 7,8-20,0 0,-1 0,0-1,0 1,0-1,-1 0,0 0,0-1,-1 0,1 0,-1 0,0 0,-1-1,1 0,-1 0,0-1,0 0,0 0,0 0,0-1,-6 1,-24 0,1-1,-1-1,1-2,-1-2,1-2,-11-3,-1 2,-213-23,-45 9,-572 4,-184 3,-321 14,1282-15,97 14,0 0,0 0,0-1,0 1,0-1,0 0,0-1,0 1,1-1,-1 1,0-1,1 0,-1 0,1-1,0 1,-1-1,1 0,0 0,1 0,-1 0,1 0,-1 0,1-1,0 1,0-1,0 0,-1-3,-1-16,0 0,2 1,0-1,1 0,2-8,-1 2,0-10,0-68,-5 1,-6-18,-19-65,2 6,2-59,22-154,3 394,1 0,0 0,-1 0,1 1,0-1,0 0,0 0,0 0,0 0,1 0,-1 0,1 1,-1-1,1 0,-1 0,1 1,0-1,0 0,0 1,0-1,0 0,0 1,1 0,-1-1,0 1,1 0,-1 0,1-1,-1 1,1 0,0 1,-1-1,1 0,0 0,0 1,-1-1,1 1,0-1,2 1,22-3,1 1,0 1,-1 2,1 1,13 2,65 4,322-27,-296 10,627-6,-314 12,469 7,-350 4,-107-14,-282 21,-49 14,30-5,-149-17,-11-5</inkml:trace>
  <inkml:trace contextRef="#ctx0" brushRef="#br2" timeOffset="70126.841">10830 7079,'18'-5,"1"1,-1 0,1 2,0 0,0 1,-1 0,1 2,12 2,-24-2,-1 0,1 0,0 1,-1 0,1 0,-1 1,0 0,0 0,0 0,0 1,0 0,-1 0,1 0,-1 1,0 0,-1 0,1 0,-1 0,0 1,0 0,-1 0,0 0,0 0,2 6,-1 3,-1 1,-1-1,0 1,-1 0,0 0,-2-1,0 1,-1 0,0 0,-1-1,-1 1,0-1,-6 13,33-52,149-202,-169 221,1 1,0 0,0-1,0 1,0 0,1 1,-1-1,1 1,0 0,0 0,0 1,1-1,-1 1,1 0,-1 1,1-1,-1 1,5 0,-7 3,-1 0,1 1,0 0,-1-1,0 1,0 0,0 0,0 0,0 1,0-1,-1 0,0 1,1-1,-1 1,-1-1,1 1,0-1,-1 1,0 0,0-1,0 1,0 0,0-1,-1 2,1 2,0 32,8 57,-7-92,0-1,0 1,1 0,-1-1,1 1,0-1,0 0,0 0,1 1,-1-1,1-1,0 1,0 0,0-1,0 1,0-1,0 0,0 0,1 0,-1 0,1-1,0 0,0 1,5 0,0 0,1 0,-1 0,1-2,-1 1,1-1,-1 0,1-1,-1 0,1-1,-1 0,0 0,0-1,1 0,-2-1,1 0,0 0,-1-1,0 0,0 0,0-1,-1 0,0 0,0-1,-1 0,1 0,-2-1,1 0,-1 0,0 0,0 0,-1-1,-1 0,1 0,-1 0,1-7,-3 15,-1-1,0 0,1 1,-1-1,0 1,0-1,0 1,0-1,0 1,0-1,0 0,-1 1,1-1,0 1,-1-1,1 1,-1 0,0-1,0 1,1-1,-1 1,0 0,0 0,0-1,0 1,0 0,-1 0,1 0,0 0,0 0,-1 1,1-1,0 0,-1 0,1 1,-1-1,0 2,1 1,-1-1,1 0,-1 1,1-1,0 1,-1 0,1-1,0 1,0 0,0 0,1-1,-1 1,0 0,1 0,-1 0,1 0,-1 0,1 0,0 0,0 0,0 0,0 0,0 0,1 0,-1 0,1 0,-1 1,4 8,0 1,0-1,1 0,0 0,1-1,0 1,1-1,0-1,0 1,1-1,0 0,1-1,0 0,0-1,1 1,0-2,0 0,1 0,-1 0,4-1,-8-1,0-2,0 1,0-1,1 0,-1 0,1-1,0 1,-1-2,1 1,0-1,-1 0,1 0,0-1,0 0,-1 0,1 0,-1-1,1 0,-1 0,0-1,0 0,0 0,0 0,0-1,0 0,-1 0,0 0,0-1,0 0,-1 0,1 0,1-3,1-5,1-1,-2 0,0 0,-1-1,0 0,-1 1,-1-2,0 1,-1 0,-1 0,0-10,2 35,1-1,0 1,0-1,1 0,0 0,1 0,0-1,0 1,1-1,0-1,0 0,1 0,0 0,0-1,3 1,79 38,-48-31</inkml:trace>
  <inkml:trace contextRef="#ctx0" brushRef="#br2" timeOffset="70960.133">13330 7053,'-124'9,"117"-8,1 0,0 1,0 0,0 0,0 0,0 1,0 0,0 0,1 0,0 1,0 0,0 0,0 0,0 1,1 0,0-1,-4 7,6-9,1 0,0 1,-1-1,1 1,0 0,0-1,0 1,1 0,-1 0,1 0,-1-1,1 1,0 0,0 0,0 0,1 0,-1 0,1-1,-1 1,1 0,0 0,0-1,0 1,1-1,-1 1,0-1,1 1,0-1,-1 0,1 0,0 1,0-1,1-1,-1 1,1 1,5 2,0 1,1-1,-1-1,1 1,0-1,0-1,0 0,1 0,-1-1,1 0,-1 0,1-1,0 1,-1-2,1 1,0-2,0 1,-1-1,1-1,0 0,-1 0,0-1,1 0,-1 0,0-1,-1 0,1-1,-1 0,1 0,-2-1,1 0,-1-1,0 1,0-1,0-1,-1 1,0-1,-1 0,0-1,0 1,-1-1,0 0,0 0,1-7,1-18,-1-1,-1 1,-2-1,-2 0,-2-13,1 19,1 3,0-6,-1-1,-1 1,-2-1,-2 1,-3-11,9 42,0 0,0 0,0-1,0 1,0 0,0 0,0 0,0 0,0 0,-1 0,1 0,0 0,-1 0,1 0,-1 0,1 0,-1 0,1 0,-1 0,0 0,1 0,-1 0,0 0,0 1,0-1,0 0,0 1,1-1,-1 1,0-1,0 1,-1-1,1 1,0 0,0-1,0 1,0 0,0 0,0 0,0 0,0 0,0 0,-1 0,1 0,0 0,0 1,0-1,0 0,0 1,0-1,0 1,-4 7,0 1,1-1,1 1,-1 0,1 0,1 0,0 1,0-1,0 1,2-1,-1 7,1-12,-3 27,2 1,2 0,1-1,1 1,2-1,1 0,1-1,2 1,1-1,1-1,1 0,2 0,1-2,15 22,42 26,-69-73,1 1,-1-1,1 0,-1-1,1 1,0-1,0 1,0-1,0 0,0 0,0-1,0 1,0-1,0 0,0 0,0-1,1 1,-1-1,0 0,0 0,-1 0,1 0,3-2,4-4,0-1,0 0,-1-1,0 0,-1 0,0-1,0 0,-1-1,-1 0,1 0,-2-1,0 0,0 0,-1 0,-1-1,0 1,0-1,-1 0,0-9,-6-10,2 32,1-1,0 1,-1 0,1-1,0 1,-1 0,1-1,0 1,-1 0,1 0,-1-1,1 1,-1 0,1 0,0 0,-1-1,1 1,-1 0,1 0,-1 0,1 0,-1 0,1 0,-1 0,1 0,-1 0,1 0,-1 1,1-1,-1 0,1 0,0 0,-1 0,1 1,-1-1,1 0,-1 1,1-1,0 0,-1 1,1-1,0 0,-1 1,1-1,0 0,0 1,-1-1,1 1,0-1,0 1,0-1,0 1,-1-1,1 1,0-1,0 1,0-1,0 0,0 1,0 0,-5 7,1 0,-1 0,2 0,-1 1,1 0,0 0,1 0,0 0,0 0,1 0,0 1,1-1,0 0,0 1,1-1,0 0,1 0,0 0,0 0,1 0,1 0,-1-1,1 1,0-1,1 0,0 0,0 0,1-1,0 0,0 0,1 0,0-1,0 0,1-1,2 3,-2-4,0 0,1 0,-1-1,0 0,1 0,0-1,0 0,0-1,0 0,0 0,0-1,0 0,0-1,0 0,0 0,0-1,-1 0,1 0,0-1,-1-1,0 1,0-1,2-2,20-15</inkml:trace>
  <inkml:trace contextRef="#ctx0" brushRef="#br2" timeOffset="71584.673">14159 7013,'-13'24,"2"1,1 1,1 0,1 0,1 0,1 1,2 0,1 1,1-1,1 1,1-1,2 1,4 26,41 270,-48-270,1-54,0 1,0-1,0 0,-1 0,1 1,0-1,0 0,-1 0,1 0,0 0,-1 1,1-1,0 0,0 0,-1 0,1 0,0 0,-1 0,1 0,0 0,-1 0,1 0,0 0,-1 0,1 0,0 0,-1 0,1 0,0-1,-1 1,1 0,0 0,0 0,-1 0,1 0,0-1,0 1,-1 0,1 0,0-1,0 1,0 0,-1 0,1-1,0 1,0 0,0-1,0 1,0 0,-1 0,1-1,0 1,0 0,0-1,0 1,0 0,0-1,0 1,0 0,0-1,0 1,0 0,1-1,-1 1,0 0,0-1,0 1,0 0,-9-37,1 1,2-1,1 0,2 0,2-36,1 69,-1-45,1 0,3 0,2 0,2 1,3-1,1 1,12-29,5 23,-28 52,1 1,0 0,0 0,0 0,0 0,0 0,0 0,0 0,0 0,0 0,0 0,0 1,1-1,-1 0,0 1,1-1,-1 1,0-1,1 1,-1 0,1 0,-1-1,0 1,1 0,-1 0,1 0,-1 1,1-1,-1 0,0 1,1-1,-1 0,0 1,1-1,-1 1,0 0,0 0,1 0,5 6,-1 0,0 0,0 1,-1 0,0 0,0 0,-1 1,0 0,-1-1,0 1,0 1,-1-1,0 0,0 1,-1-1,-1 0,0 10,1-16,-1 0,0 0,0 0,0 0,0 0,0 0,-1 0,1 0,-1 0,0-1,0 1,0 0,0 0,0 0,-1-1,1 1,-1-1,0 1,0-1,0 0,0 0,0 1,0-1,0-1,-1 1,1 0,-1-1,1 1,-1-1,0 0,0 1,0-1,1-1,-1 1,0 0,0-1,0 0,0 1,0-1,0 0,0 0,1-1,1 1,-1-1,0 0,1 1,-1-1,1 0,-1 0,1 0,0 0,-1 0,1 0,0-1,0 1,0 0,0 0,0-1,0 1,0-1,0 1,1-1,-1 1,0-1,1 0,-1 1,1-1,0 0,0 1,-1-1,1 0,0 1,0-1,1 0,-1 0,0 0,16-58,-11 48,1 0,0 0,0 0,1 1,1 0,0 1,0-1,1 2,1-1,-1 1,1 1,1 0,0 0,0 1,0 0,1 1,2-1,-12 7,-1-1,0 1,0-1,1 1,-1-1,0 1,1 0,-1 0,0 0,1-1,-1 1,1 1,-1-1,0 0,1 0,-1 0,0 1,1-1,-1 1,0-1,0 1,0-1,1 1,-1 0,0-1,0 1,0 0,0 0,0 0,0 0,0 0,0 0,-1 0,1 0,0 1,0-1,-1 0,1 0,-1 1,0-1,1 1,4 62,-6-48,16 103,-14-113,1-1,0 0,0 1,0-1,0 0,1 0,0-1,0 1,0-1,0 1,1-1,0 0,0 0,0 0,0-1,1 0,-1 1,1-2,0 1,2 1,37-3,-26-9</inkml:trace>
  <inkml:trace contextRef="#ctx0" brushRef="#br2" timeOffset="72049.455">14360 6705,'294'195,"-287"-191,0 1,0 0,0 0,0 0,-1 1,0 0,0 1,-1-1,0 1,0 0,0 0,-1 1,0 0,0-1,-1 1,0 0,-1 1,0-1,0 0,0 1,-1-1,0 6,-31 144,30-156,-1 0,1 0,0 0,0 0,-1 0,2 0,-1 0,0 0,0 0,1 0,-1 0,1 0,-1 0,1 0,0 0,0 0,0-1,0 1,0 0,0-1,0 1,1-1,-1 1,1-1,-1 1,1-1,-1 0,1 0,0 0,0 0,0 0,-1 0,1 0,0-1,0 1,0-1,0 1,0-1,0 0,2 0,5 1,-1-2,1 1,-1-1,1 0,-1-1,1 0,-1 0,0-1,0 0,0-1,0 0,0 0,-1 0,0-1,0 0,0 0,0-1,-1 0,0 0,0-1,-1 0,0 1,0-2,0 1,-1-1,0 1,-1-1,0 0,0 0,-1-1,2-5,-4 13,1 1,-1-1,1 0,-1 1,0-1,1 1,-1-1,0 1,1-1,-1 0,0 1,0-1,0 0,1 1,-1-1,0 0,0 1,0-1,0 0,0 1,0-1,-1 0,1 1,0-1,0 0,0 1,-1-1,1 0,0 1,-1-1,1 1,0-1,-1 0,1 1,-1-1,1 1,-1-1,1 1,-1 0,1-1,-1 1,1 0,-1-1,0 1,1 0,-1-1,0 1,1 0,-1 0,0 0,1 0,-1 0,0 0,1 0,-1 0,0 0,1 0,-1 0,0 0,0 0,-2 5,0-1,0 1,1 0,-1-1,1 1,0 0,0 1,1-1,0 0,0 0,0 1,0-1,1 1,0-1,0 0,0 1,1-1,-1 1,1-1,1 0,-1 0,1 0,0 1,0-1,1-1,-1 1,1 0,0-1,0 1,4 3,50 30,-29-27</inkml:trace>
  <inkml:trace contextRef="#ctx0" brushRef="#br2" timeOffset="72662.82">15268 7146,'-93'-25,"90"24,-1 1,1 0,-1 0,1 0,-1 0,1 1,-1-1,1 1,-1 0,1 0,0 0,-1 1,1-1,0 1,0-1,0 1,0 0,0 0,1 1,-1-1,1 1,-1-1,1 1,0 0,-2 2,3-2,0-1,-1 1,1-1,0 1,1-1,-1 1,0 0,1 0,0-1,-1 1,1 0,0 0,1-1,-1 1,0 0,1 0,-1-1,1 1,0 0,0-1,0 1,0-1,1 1,-1-1,1 1,-1-1,1 0,0 0,0 0,0 0,0 0,1 0,3 4,1-1,0 0,0 0,0-1,0 0,1-1,0 1,0-1,0-1,2 1,-3-2,-1 1,1-1,-1-1,1 1,-1-1,1 0,-1-1,1 0,-1 0,1 0,-1-1,0 0,1 0,-1 0,0-1,0 0,-1 0,1 0,-1-1,1 0,-1 0,-1-1,1 1,0-1,-1 0,0 0,0 0,-1-1,1 0,-1 0,7-17,-1-1,-1-1,-2 1,0-1,-1 0,-2-1,-1 1,0-7,0 4,32-474,-34 470,-7 27,-19 67,10-3,2 2,3 0,2 0,4 1,2 0,4 50,0-79,0-1,3 0,0 0,2-1,2 1,1-1,1-1,1 0,8 12,-18-38,1 0,1 0,-1 0,0 0,1-1,0 1,-1-1,2 0,-1 0,0 0,0 0,1-1,0 1,-1-1,1 0,0 0,0 0,0 0,0-1,1 0,-1 0,0 0,1 0,-1-1,0 1,1-1,-1 0,1-1,-1 1,0-1,1 0,-1 0,4-1,2-4,0 0,0-1,0 0,-1-1,0 0,0-1,-1 1,0-2,-1 1,0-1,0 0,-1 0,0-1,-1 0,-1 0,1 0,-2-1,1 1,-2-1,1 0,-2 0,0 0,0 0,-1-5,1 15,-1-1,1 1,-1-1,0 1,0-1,0 1,0-1,0 1,0 0,0-1,-1 1,0-1,1 1,-1 0,0-1,0 1,0 0,0 0,-1 0,1 0,0 0,-1 0,0 0,1 0,-1 0,0 1,0-1,0 1,0-1,0 1,0 0,-1 0,1 0,0 0,0 0,-1 1,1-1,-1 1,1-1,-1 1,1 0,-1 0,-1 0,-2 4,0 0,1 1,-1 0,1 0,0 0,1 0,0 1,-1 0,2 0,-1 0,1 0,0 0,0 1,0 0,1-1,0 1,1 0,-1 0,1 0,1 0,-1 0,1 0,1 4,0 3,0 0,1 0,1 0,0 0,1-1,0 1,1-1,1 0,0 0,0-1,2 0,-1 0,2 0,-1-1,2-1,-1 1,4 1,32 30</inkml:trace>
  <inkml:trace contextRef="#ctx0" brushRef="#br2" timeOffset="73752.109">11245 8202,'-14'-7,"1"2,-1-1,0 2,0 0,-1 0,1 1,-1 1,0 1,-11-1,20 2,0 0,0 1,0 0,0 0,0 0,0 0,0 1,0 0,0 0,1 1,-1 0,1 0,0 0,0 0,0 1,0 0,1 0,-1 0,1 0,0 1,0 0,1 0,-1 0,-1 4,4-7,-1 1,1-1,0 1,0-1,0 1,0 0,0-1,0 1,1 0,-1 0,1-1,0 1,0 0,0 0,0 0,1-1,-1 1,1 0,-1 0,1-1,0 1,0 0,0-1,1 1,-1-1,1 1,-1-1,1 0,0 0,0 0,0 0,0 0,0 0,0 0,0 0,1-1,-1 1,1-1,-1 0,1 0,-1 0,1 0,0 0,0-1,-1 1,1-1,0 1,1-1,4 0,0 0,0 0,1-1,-1 0,0 0,0-1,0 0,0 0,0-1,-1 0,1 0,-1-1,0 0,0 0,0-1,0 0,3-4,3-2,-1-1,0 0,-1-1,-1 0,0-1,0 0,-2 0,2-5,4-14,-2-1,-2 0,-1-1,-1 0,-2 0,-2-1,-1 1,-2-1,-1 0,-4-28,4 59,0-4,0 0,-1 0,0-1,0 1,-1 0,0 0,-1 1,0-1,0 0,-1 1,0 0,-5-8,7 15,1 0,-1 0,1 1,-1-1,1 0,-1 1,0-1,1 1,-1 0,0-1,1 1,-1 0,0 0,0 0,1 0,-1 1,0-1,1 0,-1 1,0-1,1 1,-1-1,0 1,1 0,-1 0,1 0,0 0,-1 0,1 0,0 0,-1 0,1 0,0 1,0-1,0 0,0 1,0-1,0 1,1-1,-1 1,0 0,1-1,-1 2,-7 16,0 1,1 0,2 0,0 0,1 1,0 0,2 0,1-1,0 1,2 5,-1-3,1 1,1 0,1-1,1 1,1-1,1 0,1-1,8 18,-12-31,1 0,1-1,-1 0,2 0,-1 0,1 0,0-1,0 0,1 0,0-1,0 0,0 0,1 0,0-1,0 0,1-1,-1 0,1 0,0-1,0 0,0 0,1-1,0 0,-2-1,0-1,1 0,-1 0,0-1,0 0,0 0,0 0,0-1,0-1,-1 1,1-1,-1-1,1 1,-1-1,0-1,-1 1,1-1,-1 0,0-1,0 1,0-1,-1 0,0-1,2-2,0-1,-1-1,0 1,0-1,-1-1,0 1,-1-1,-1 0,1 0,-2 0,0 0,0-1,-1 1,-1 0,0-1,-2-9,-15-32,17 52,-1 1,0 0,0-1,1 1,-1 0,0-1,0 1,0 0,0 0,-1 0,1 0,0 0,0 0,-1 0,1 1,-1-1,1 0,0 1,-1-1,1 1,-1-1,1 1,-1 0,0-1,1 1,-1 0,1 0,-1 0,1 0,-1 1,0-1,1 0,-2 1,-1 2,1 0,-1 0,1 0,0 1,0-1,0 1,0 0,0-1,1 1,0 1,0-1,0 0,0 0,1 1,0-1,-1 1,2-1,-1 1,0 0,1-1,0 1,0 0,0-1,1 1,0 0,0-1,0 1,0-1,1 2,4 8,1 0,0-1,0 0,1 0,1-1,0 0,1 0,0-1,1 0,0-1,1 0,0-1,1 0,-1-1,2-1,-1 0,1-1,0 0,0-1,0 0,2-1,57 20</inkml:trace>
  <inkml:trace contextRef="#ctx0" brushRef="#br2" timeOffset="74568.488">12622 7841,'18'41,"-2"1,-2 0,-1 1,-3 1,-1 0,-3 0,1 27,-3-45,10-38,11-39,-15 26,1 1,1 1,1 0,1 0,1 1,1 1,1 1,1 0,19-16,-37 35,1 0,-1 1,1-1,-1 0,1 1,0-1,-1 1,1-1,0 1,-1-1,1 1,0 0,-1-1,1 1,0 0,0-1,0 1,0 0,-1 0,1 0,0 0,0 0,0 0,0 0,-1 0,1 0,0 0,0 0,0 0,-1 1,1-1,0 0,0 1,0-1,-1 0,1 1,0-1,-1 1,1-1,0 1,-1 0,1-1,-1 1,1 0,-1-1,1 1,-1 0,1-1,-1 1,0 0,1 1,4 46,-5-41,1 166,0-169,0-1,0 0,0 0,0 1,1-1,-1 0,1-1,0 1,0 0,0 0,0-1,0 1,1-1,-1 0,1 1,-1-1,1 0,0-1,0 1,0 0,0-1,0 0,0 0,0 0,1 0,-1 0,0 0,1-1,-1 0,0 0,1 0,-1 0,0 0,3-1,4 0,1 0,-1-1,1-1,-1 1,0-2,0 1,0-1,-1-1,1 0,4-4,-3 0,-1 0,0 0,0-1,-1-1,-1 1,0-2,0 1,-1-1,0 0,-1 0,-1-1,0 0,0 0,-2 0,1-4,-2 3,-7 28,1 1,1 0,1 0,0 0,1 0,1 0,0 0,1 0,1 4,-2-14,1 1,0-1,1 1,-1-1,1 1,0-1,1 0,-1 0,1 0,0 0,0-1,0 1,1-1,-1 1,1-1,0-1,1 1,-1 0,0-1,1 0,0 0,0 0,3 1,12 2</inkml:trace>
  <inkml:trace contextRef="#ctx0" brushRef="#br2" timeOffset="74846.885">13264 7627,'-16'-2,"-8"-1,1 2,6 4,13 6,16 6,18 5,12 3,0-1</inkml:trace>
  <inkml:trace contextRef="#ctx0" brushRef="#br2" timeOffset="75871.147">13811 8042,'-4'-5,"-1"0,1 1,-1-1,0 1,0 0,-1 0,0 1,1-1,-1 1,0 1,0-1,0 1,-1 0,1 0,-1 1,1 0,-1 0,1 0,-1 1,0 0,1 0,-1 1,1 0,-1 0,1 1,-1-1,1 1,0 1,0-1,0 1,0 0,0 0,-4 5,5-5,1 0,0 1,0-1,1 1,-1 0,1 0,0 0,0 1,0-1,1 1,-1 0,1-1,0 1,1 0,-1 0,1 0,0 1,0-1,1 0,-1 0,1 1,0-1,1 0,-1 0,1 0,0 1,0-1,1 0,0 0,0 0,0-1,0 1,1 0,1 2,7 3,1-1,0 0,0-1,1 0,0-1,0-1,1 0,0-1,0 0,0-1,1 0,-1-1,1-1,0-1,0 0,10-1,-10 1,0 0,0-2,0 0,-1-1,1 0,0-1,-1-1,0 0,3-2,-12 4,0 0,0 0,0-1,-1 0,1 0,0 0,-1 0,0-1,0 0,0 0,0 0,-1 0,0-1,1 1,-2-1,1 0,0 0,-1 0,0 0,0 0,-1-1,1 1,-1 0,0-1,0-4,-2-21,-4 59,7-16,0-1,0 0,1 0,1 0,0 0,0 0,1-1,0 0,1 0,0 0,1-1,0 1,0-2,1 1,0-1,1 0,-1-1,2 0,7 6</inkml:trace>
  <inkml:trace contextRef="#ctx0" brushRef="#br2" timeOffset="76159.375">13946 7761,'-5'5,"6"5,11 4,11 4,1-1</inkml:trace>
  <inkml:trace contextRef="#ctx0" brushRef="#br2" timeOffset="76419.68">14306 8096,'3'10,"0"1,1-1,0 0,1 0,0-1,0 1,1-1,0 0,0-1,1 1,1-1,-1-1,1 1,1-1,-1-1,1 1,0-2,0 1,1-1,0-1,0 1,0-2,0 1,1-1,-1-1,1 0,0-1,-1 0,1 0,0-1,6-1,-13 0,1 0,-1 0,0 0,1-1,-1 1,0-1,0 0,0-1,0 1,-1-1,1 1,-1-1,1 0,-1 0,0-1,0 1,0-1,-1 1,1-1,-1 0,0 0,0 0,0 0,-1-1,1 1,-1 0,0-1,0 1,-1-1,1 1,-1-1,0 1,0-1,-1 1,1-1,-1-2,-1-1,1-1,-1 0,0 1,-1-1,0 1,-1 0,1 0,-1 0,-1 1,0-1,0 1,0 0,-1 0,0 1,0 0,-1 0,1 0,-1 1,-1 0,1 0,-1 1,0 0,0 0,0 1,0 0,0 0,-1 1,0 0,1 1,-1-1,0 2,0-1,1 1,-1 1,0 0,0 0,1 0,-1 1,0 1,1-1,0 1,-8 4,6 0,0-1,0 1,1 0,0 1,0 0,1 1,0 0,1 0,0 1,0-1,1 1,0 1,1-1,0 1,0 0,1 1,1-1,-1 5,-7 35</inkml:trace>
  <inkml:trace contextRef="#ctx0" brushRef="#br2" timeOffset="77301.785">11111 8790,'14'31,"0"-1,2-1,2 0,0-1,2-1,1-1,21 20,-40-42,1-1,-1 1,1-1,-1 1,1-1,0 0,0 0,0 0,1-1,-1 1,1-1,0 1,-1-1,1-1,0 1,0 0,0-1,0 0,1 0,-1 0,0 0,0-1,1 0,-1 0,0 0,1 0,-1-1,0 1,0-1,1 0,2-2,5-8,-1-2,0 1,-1-2,0 1,-1-1,-1-1,0 0,-1 0,-1 0,0-1,1-6,33-145,-41 167,1-1,0 0,0 0,-1 1,1-1,0 0,0 0,0 1,0-1,0 0,0 0,0 1,0-1,0 0,1 0,-1 0,0 1,0-1,1 0,-1 1,0-1,1 0,-1 1,1-1,-1 0,1 1,-1-1,1 1,-1-1,1 1,0-1,-1 1,1-1,0 1,-1 0,1-1,0 1,0 0,-1 0,1-1,0 1,0 0,-1 0,1 0,0 0,0 0,-1 0,1 0,0 0,0 0,0 1,-1-1,1 0,0 0,9 10</inkml:trace>
  <inkml:trace contextRef="#ctx0" brushRef="#br2" timeOffset="78123.109">11899 8871,'-6'-5,"0"0,-1 0,0 1,0 0,0 0,0 0,0 1,-1 0,0 1,1 0,-1 0,0 0,0 1,0 0,0 1,-1 0,-6 1,10-1,1 0,0 1,-1-1,1 1,-1 0,1 1,0-1,0 1,0-1,0 1,0 1,0-1,0 0,1 1,-1 0,1 0,0 0,-1 0,1 0,1 1,-1 0,1-1,-1 1,1 0,0 0,0 0,1 0,-1 0,1 1,0-1,0 0,0 3,1-4,0-1,0 1,0 0,0-1,1 1,-1-1,1 1,-1-1,1 1,0-1,0 0,0 1,0-1,0 0,1 1,-1-1,1 0,0 0,-1 0,1-1,0 1,0 0,0-1,0 1,0-1,1 1,-1-1,0 0,1 0,-1 0,2 0,81 11,-76-13,0 0,0-1,1 0,-1 0,0-1,-1 0,1-1,0 0,-1 0,0-1,0 0,0 0,-1-1,0 0,0 0,0-1,-4 3,12-8,-10 26,-6-12,1 1,-1 0,0 0,1 0,0 0,-1 0,1 0,1 0,-1 0,0 0,1 0,-1 0,1-1,0 1,0 0,0 0,0 0,1-1,-1 1,1-1,-1 1,1-1,0 0,0 1,0-1,0 0,0 0,1 0,-1-1,1 1,-1-1,1 1,0-1,-1 0,1 0,0 0,0 0,0 0,0-1,-1 1,1-1,2 0,0 0,0-1,0 0,0-1,0 1,0-1,0 0,0 0,-1-1,1 1,-1-1,1 0,-1 0,0 0,0-1,-1 0,1 1,-1-1,0-1,0 1,0 0,0-1,-1 1,1-1,-1 0,0 0,4-11,-1 0,0 0,-1-1,0 1,-2-1,0 0,-1-2,-5-51,4 69,0 0,1 0,-1-1,1 1,-1 0,1 0,0 0,-1 0,1 0,0 0,0 0,0 0,0 0,0 1,0-1,0 0,0 0,0 1,0-1,0 1,0-1,0 1,0-1,1 1,-1 0,0 0,0-1,1 1,-1 0,0 0,0 0,1 0,-1 1,0-1,0 0,0 0,1 1,-1-1,0 1,0-1,0 1,0-1,0 1,6 0,8 1,-2-2,0 1,-1 0,1 1,-1 1,1 0,-1 0,0 2,0-1,-1 1,1 1,-1 0,0 1,0 0,-8-2,1 0,-1 0,0 0,0 0,-1 0,1 1,-1-1,0 1,-1-1,0 1,0 0,0 0,0 0,-1 0,0 0,0-1,0 1,-1 0,13 76,-11-79,1-1,-1 1,1-1,0 1,0-1,0 0,0 0,0 1,0-2,1 1,-1 0,1 0,-1-1,1 1,0-1,0 0,-1 0,1 0,0 0,0-1,0 1,0-1,0 0,0 1,0-1,0-1,0 1,0 0,0-1,0 1,0-1,0 0,0 0,7-2,0-1,0 0,0 0,-1-1,0 0,0-1,0 0,6-6,-7 6,-2 0,1 0,-1-1,0 0,0-1,-1 1,0-1,0 0,-1 0,1-4,-17 30,9-9,0 1,1-1,0 1,0 0,1-1,1 1,-1 0,1 0,1 0,0 2,0-8,-1-1,1 0,0 1,0-1,0 0,0 0,0 1,1-1,0 0,-1 0,1-1,0 1,0 0,1-1,-1 1,0-1,1 0,0 0,-1 0,1 0,0 0,0 0,0-1,0 1,0-1,1 0,-1 0,0 0,1-1,1 1,20 1</inkml:trace>
  <inkml:trace contextRef="#ctx0" brushRef="#br2" timeOffset="78385.965">12783 8630,'-21'-2,"-9"-1,1 2,8 6,13 5,18 4,8 1</inkml:trace>
  <inkml:trace contextRef="#ctx0" brushRef="#br2" timeOffset="79396.795">13317 8924,'-12'-15,"-1"0,-1 1,-1 0,1 1,-2 0,0 1,-1 1,0 1,0 0,-1 2,-18-8,32 15,1 1,0-1,-1 0,1 1,-1-1,1 1,-1 0,1 1,-1-1,1 0,-1 1,1 0,0 0,-1 0,1 0,0 0,0 1,0-1,0 1,0 0,0 0,0 0,0 0,1 1,-1-1,1 1,0 0,0-1,0 1,0 0,0 0,1 0,-1 0,0 2,0 1,0 1,-1 0,2-1,-1 1,1 0,0 0,1 0,0 0,0 0,0 0,1 0,0 0,0 0,1 0,0 0,2 4,-2-6,0 0,1 0,0 0,0-1,0 1,0-1,1 0,0 0,0 0,0 0,0-1,0 1,1-1,0 0,-1-1,1 1,0-1,0 0,1 0,-1-1,0 1,1-1,-1 0,0-1,1 1,-1-1,1 0,-1-1,1 1,3-2,-1 1,-1 0,1-1,-1 0,0-1,1 0,-1 0,-1 0,1-1,0 0,-1 0,0-1,0 0,0 0,-1 0,1-1,-1 0,-1 0,1 0,-1 0,0-1,2-5,2-1,-8 23,9 102,-8-109,0 1,1 0,-1-1,1 1,-1-1,1 1,0-1,0 0,1 1,-1-1,1-1,-1 1,1 0,0 0,0-1,0 0,0 0,1 0,-1 0,1 0,-1 0,1-1,-1 0,1 0,0 0,0 0,2 0,-2-1,1 0,-1 0,0 0,1 0,-1-1,0 1,0-1,0 0,1-1,-1 1,0-1,0 0,-1 0,1 0,0 0,-1 0,1-1,-1 0,0 0,0 0,0 0,0 0,-1-1,1 1,-1-1,0 1,0-1,2-3,2-7,0 0,-1-1,-1 0,0 1,-1-1,0 0,-1-9,1-51,-3 1,-4-1,-9-46,5 40,11 74,5 29,5 37,-2 1,-3 0,-2 1,-3 0,-4 51,1-2,0-109,3 29,-3-30,0 0,0 1,0-1,0 1,0-1,0 0,0 1,0-1,1 1,-1-1,0 0,0 1,0-1,0 0,1 1,-1-1,0 0,0 1,1-1,-1 0,0 1,1-1,-1 0,0 0,1 1,-1-1,0 0,1 0,-1 0,0 1,1-1,-1 0,1 0,-1 0,0 0,1 0,-1 0,1 0,-1 0,1 0,-1 0,0 0,1 0,-1 0,1 0,-1-1,0 1,1 0,-1 0,0 0,1-1,-1 1,0 0,1 0,-1-1,0 1,1 0,-1 0,0-1,62-87,-43 54,-12 21,-2 4,0 0,0 1,1-1,0 1,0 0,1 1,0 0,1 0,-1 0,7-3,-12 9,0 1,-1 0,1 0,0 1,0-1,0 0,0 1,0-1,-1 1,1-1,0 1,0 0,-1 0,1 0,0 0,-1 0,1 0,-1 0,1 0,-1 1,0-1,0 0,1 1,-1-1,0 1,0 0,0-1,-1 1,1 0,0 0,-1-1,1 1,-1 0,1 0,-1 0,0 0,0 0,0-1,0 1,1 2,9 24,-1 0,-1 0,-2 1,-1 0,-1 0,-1 9,-3-35,0-1,0 1,-1 0,1-1,-1 1,0-1,1 1,-1-1,0 0,0 1,-1-1,1 0,0 0,-1 0,0 0,1 0,-1 0,0 0,0 0,0-1,0 1,0-1,0 1,0-1,-1 0,1 0,0 0,-1 0,1 0,-1-1,1 1,-1-1,1 0,-1 1,0-1,1 0,-1-1,1 1,-1 0,1-1,-1 1,1-1,-1 0,1 0,-1 0,1 0,0 0,0 0,0-1,-1 1,1-1,-1-1,0 1,1-1,-1 0,1 1,-1-1,1 0,0 0,0 0,0 0,1 0,-1-1,1 1,0-1,0 1,0-1,0 1,0-1,1 1,0-1,0 0,0 1,0-1,0 0,1 1,-1-1,1 1,0-1,0 1,1-1,0-1,2-5,1 1,0 0,0 0,1 1,0-1,0 1,1 1,0-1,1 1,0 0,-1 0,0 1,1 0,0 1,0-1,0 1,1 1,0 0,0 0,0 0,0 1,0 1,1-1,-1 2,1-1,0 1,-1 1,1 0,0 0,-1 1,1 0,6 2,-11 0,-1 0,0 0,1 0,-1 1,0-1,-1 1,1 0,-1 0,0 1,0-1,0 1,0-1,-1 1,0 0,0 0,0 0,0 0,-1 0,0 1,0-1,-1 0,1 1,-1-1,0 3,0 0,1-1,0 0,0 0,0 0,1 0,0 0,1-1,0 1,0-1,0 1,0-1,1 0,2 2,-5-7,0 0,0 0,0 0,1 0,-1 0,0-1,1 1,-1 0,0 0,1-1,-1 1,1-1,-1 0,1 1,-1-1,1 0,-1 0,1 0,-1 0,1 0,0 0,-1 0,1-1,-1 1,1 0,-1-1,0 1,1-1,-1 0,14-7</inkml:trace>
  <inkml:trace contextRef="#ctx0" brushRef="#br2" timeOffset="79672.06">13998 8590,'-6'14,"1"8,9 6,4-2</inkml:trace>
  <inkml:trace contextRef="#ctx0" brushRef="#br2" timeOffset="80252.664">14226 8951,'29'-9,"1"-1,-1-1,-1-2,0 0,-1-2,0-1,8-9,-21 16,-1-1,-1-1,1 0,-2 0,0-1,0-1,-1 0,0 0,-2-1,1 0,-2 0,0-1,0 0,-2-1,0 1,0-1,-2 0,0 0,-1 0,0-1,-2 13,0 0,0 1,0-1,0 0,-1 1,0-1,0 0,0 1,0-1,0 1,-1-1,1 1,-1 0,0-1,0 1,0 0,-1 0,1 0,-1 1,1-1,-1 1,0-1,0 1,0 0,0 0,-1 0,1 1,0-1,-1 1,1-1,-1 1,0 1,1-1,-1 0,0 1,1-1,-1 1,0 0,-4 1,0 0,1 1,-1 0,0 0,1 0,-1 1,1 0,0 0,0 1,0 0,1 1,-1-1,1 1,0 0,0 1,1-1,0 1,0 0,0 0,-1 3,-3 5,1 0,0 0,1 1,0-1,1 2,1-1,1 1,0-1,0 10,2-15,1 1,0-1,1 1,0-1,0 1,2-1,-1 1,1-1,1 0,-1 0,2 0,0 0,0 0,0-1,1 0,1 1,0-2,0 1,0-1,1 0,1 0,-1-1,1 0,0 0,1-1,-1 0,1-1,1 0,-1 0,1-1,-1 0,1 0,3-1,-3 0,-1-1,1-1,0 0,0 0,-1-1,1 0,0 0,0-2,-1 1,1-1,-1 0,1-1,-1 0,0 0,0-1,0-1,0 1,-1-1,0-1,0 0,0 0,-1 0,6-6,-13 12,0 0,0 1,0-1,0 1,0-1,0 0,0 1,1-1,-1 0,0 1,0-1,1 1,-1-1,0 0,0 1,1-1,-1 0,0 0,1 1,-1-1,0 0,1 0,-1 0,0 1,1-1,-1 0,1 0,-1 0,0 0,1 0,-1 0,1 0,-1 0,0 0,1 0,-1 0,1 0,-1 0,1 0,-1 0,0 0,1 0,-1 0,0-1,1 1,-1 0,1 0,-1 0,0-1,1 1,-1 0,0-1,0 1,1 0,-1-1,0 1,0 0,1-1,-1 1,2 8,0-1,2 0,-1-1,1 1,-1-1,2 0,-1 0,1 0,0-1,0 0,0 0,1 0,0 0,0-1,0 0,0 0,1-1,0 1,-1-1,1-1,0 0,1 0,-1 0,0-1,0 1,1-2,-1 1,1-1,-1-1,0 1,1-1,-1 0,0-1,0 0,1 0,-1 0,-1-1,1 0,0 0,-1-1,0 0,1 0,-1-1,-1 1,1-1,-1 0,0-1,0 0,0-1,-3 3,0 0,0 0,0 0,-1 0,0 0,0-1,0 1,-1-1,1 1,-1 0,0-1,0 1,-1-1,1 1,-1-1,0 1,0 0,-1 0,1-1,-1 1,0 0,0 0,0 0,0 1,-1-1,0 0,0 1,0 0,0 0,0 0,0 0,-1 0,0 1,1-1,-1 1,0 0,0 0,0 0,0 1,-1-1,-1 1,-2-2,0 1,0 0,0 1,0 0,-1 0,1 1,0 0,-1 0,1 1,0 0,-1 1,1-1,0 2,0-1,0 1,0 0,1 1,-1 0,1 0,0 0,0 1,1 0,-1 1,1-1,0 1,1 0,-1 1,1-1,0 1,1 0,-1 2,4-3,1-1,0 1,0 0,0-1,1 1,0-1,0 1,1-1,-1 1,1-1,0 0,0 0,1 0,0 0,0 0,0 0,0-1,1 0,-1 1,1-1,0 0,1-1,-1 1,1-1,-1 0,1 0,0 0,0-1,0 0,1 0,-1 0,0 0,1-1,-1 0,3 0,24 7</inkml:trace>
  <inkml:trace contextRef="#ctx0" brushRef="#br2" timeOffset="80501.987">15122 8550,'-16'-10,"-8"-2,-1 5,3 11,5 11,8 10,6 1</inkml:trace>
  <inkml:trace contextRef="#ctx0" brushRef="#br2" timeOffset="80799.192">15161 9071,'16'5,"12"1,11 0,9-4,7-4,2-6,-4-5,-8-4,-13 1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38:25.46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163 177,'-25'204,"5"-82,-5 195,16 263,8-273,-7-155,-25 129,13-131,-1 136,38 286,-18 130,35-299,-11-185,-6 44,-10 10,12 85,-7-211,-7 1,-6 14,-8 429,-32 101,42 7,-15-430,14 338,2-563,0 0,3 0,2-1,1 0,3 0,1-1,8 16,52 149,-64-191,1 0,0-1,1 0,0-1,1 0,0 0,1-1,1-1,0 0,0-1,1 0,0-1,1-1,0 0,1-1,-1-1,1 0,0-1,1-1,-1 0,1-1,0-1,-1-1,1 0,14-2,-10 2,-14 0,0 0,1-1,-1 1,0-1,0-1,1 1,-1-1,0 0,0-1,0 0,0 0,0-1,0 1,-1-2,1 1,-1-1,0 0,0 0,0 0,-1-1,5-4,70-136,-68 121,-2 0,0-1,-2 0,0 0,-2-1,-1 0,1-17,38-352,-9 80,-34 229,-4-1,-3 1,-13-58,16 123,-51-347,31 198,-7 2,-40-121,49 217,8 31,1 0,3 0,1-1,2-1,2-12,-8-162,-14-37,11-17,16 36,3 205,1 0,1 0,2 1,1 0,9-19,13-43,59-146,-78 198,-1 0,-2-1,-2 0,-1-1,-2-6,-2 22,4-231,-7 155,1 56,0-72,-4 0,-10-39,-19-103,25 13,-4 130,2-117,-16-37,18 54,-10-31,9 206,3 1,0-1,3 0,2 0,1 0,2 0,2 0,6-26,17-82,54-131,-57 157,-16 87,-2-1,-1 0,-1 0,-3-30,-1 18,2 17,-2 0,-2 0,-1 1,-1-1,-2 0,-1 1,-5-11,-8-21,3 0,3-1,-3-35,14 76,-3-8,-1-1,-2 1,0 0,-10-19,-38-137,-1 67,54 114,1 1,1 0,-1 0,0 0,0 1,0 0,0-1,-1 1,0 0,0 1,0-1,0 1,0 0,-1 0,1 0,-1 0,0 1,0 0,0 0,0 0,0 1,-3-1,-4 1,0 1,0 1,0 0,0 0,0 1,0 1,0 0,1 0,-1 1,1 1,0 0,0 0,1 1,-8 5,-142 108,71-48</inkml:trace>
  <inkml:trace contextRef="#ctx0" brushRef="#br1" timeOffset="102526.222">1621 1835,'1'-18,"2"-1,1 1,0 0,1 0,1 0,0 1,2-1,8-14,17-44,-13 12,-3-1,-3 0,-3-2,-3 1,-3-1,-2 0,-5-30,7-46,-1 100,-2-1,-2 1,-2 0,-2-1,-5-15,-3 1,8 30,-1 0,-1 0,-2 1,-1 0,-1 0,-1 1,-2 0,-13-21,12 27,-1 1,-1 0,0 1,-1 1,-1 0,-13-8,-23-19,39 31,-1 0,0 1,-1 1,0 0,-13-6,16 12,0 0,0 1,0 0,0 1,-1 0,1 1,-1 1,0 1,1 0,-1 1,0 0,-4 2,7 1,-1 0,1 2,0-1,0 2,1-1,0 2,0-1,1 2,-1-1,2 1,-1 1,2 0,-1 0,1 1,1 0,-4 6,-5 17,1 0,1 1,2 1,2 0,1 1,-4 36,-6 21,15-77,-18 76,5 0,-1 45,5 111,-1 124,6 185,-11-163,41-68,6-31,-15-128,-3 92,-4-189,-4-1,-2 1,-8 51,4-81,2 0,2 0,1 0,2 0,2-1,9 36,26 209,-37-239,-2 1,-1-1,-6 35,0-8,-8 222,14-1,14-126,-15 260,-12-260,-36 228,48-371,1-1,1 0,1 0,1 0,2 0,0 0,5 12,-4-10,2 18,-2 0,-2 0,-2 0,-3 29,10 125,22 54,-31 47,26-63,-26-1,25-32,-8 15,12 19,-20 93,-6-311,1 0,1 0,0 0,2-1,0 1,1-1,1-1,0 0,1 0,3 2,0 3,-9-15,-1 1,2-1,-1 0,1 0,0-1,0 0,1 0,0 0,0 0,0-1,1 0,0 0,0-1,0 0,0 0,1-1,-1 0,1 0,0 0,0-1,0-1,7 2,-5-2,-1-1,1 0,0 0,-1-1,1 0,-1-1,0 0,1 0,-1-1,0 0,0-1,-1 0,1 0,-1-1,0 0,0-1,0 1,-1-1,0-1,0 0,0 0,3-5,8-17,-2-1,-1 0,-1 0,-2-2,-1 1,-2-2,-1 1,-1-1,-2-1,-1-2,7-28,28-118,19-128,-36 89,-8-86,-12 227,4 1,3 0,9-32,-7 34,-4 0,-3-1,-6-75,1 46,1-33,16-107,9-99,-22 215,1 47,-3 1,-5-1,-8-47,0 60,-3-13,4 0,2-23,18-519,-32 212,23 341,0-70,-15-96,1 104,3-105,-2-190,41-259,-29 206,-16 323,11 127,1 0,2 0,1 0,2 0,2-17,51-198,-43 205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40:10.77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7103 777,'66'-331,"-19"164,-40 162,-6 19,-10 249,7-90,12 94,-5-211</inkml:trace>
  <inkml:trace contextRef="#ctx0" brushRef="#br0" timeOffset="387.747">5018 831,'7'-28,"2"0,1 0,1 1,2 1,0 0,2 1,1 0,1 1,0 1,2 1,16-15,20-16,-54 52,-1 0,1 0,-1 1,1-1,-1 1,1-1,0 0,-1 1,1-1,0 1,0-1,-1 1,1 0,0-1,0 1,0 0,-1 0,1-1,0 1,0 0,0 0,0 0,0 0,-1 0,1 0,0 0,0 0,0 0,0 1,0-1,-1 0,1 1,0-1,0 0,0 1,-1-1,1 1,0-1,-1 1,1-1,0 1,-1 0,1-1,-1 1,1 0,-1-1,1 1,-1 0,0 0,1 0,-1-1,10 52,-9-42,10 180,-10 96,-2-235,-1 64,-1-17</inkml:trace>
  <inkml:trace contextRef="#ctx0" brushRef="#br0" timeOffset="-1149.444">2077 430,'9'18,"12"19,14 16,17 11,16 7,9 1,6-4,-3-4,-5-3,-11-6,-12-8,-13-8,-12-12</inkml:trace>
  <inkml:trace contextRef="#ctx0" brushRef="#br0" timeOffset="-909.567">2706 550,'-14'0,"-9"9,-7 12,-6 14,-5 15,-3 9,-1 10,1 1,3-2,4-4,2-9,6-15</inkml:trace>
  <inkml:trace contextRef="#ctx0" brushRef="#br0" timeOffset="-651.259">2103 857,'9'-7,"17"-4,25-5,27-5,29 0,22-2,14 1,12 2,4 5,2 4,-26 4</inkml:trace>
  <inkml:trace contextRef="#ctx0" brushRef="#br0" timeOffset="-1745.372">767 376,'7'20,"9"21,8 19,10 13,8 8,5 3,3 2,-2-5,-1-8,-4-10,-8-15,-7-15,-8-14</inkml:trace>
  <inkml:trace contextRef="#ctx0" brushRef="#br0" timeOffset="-1552.892">1221 496,'-18'-9,"-13"4,-8 14,-6 17,-3 17,-2 16,1 11,-1 4,2 0,0-4,0-10,10-14</inkml:trace>
  <inkml:trace contextRef="#ctx0" brushRef="#br0" timeOffset="-1357.885">406 803,'-3'-11,"10"-6,20-3,29-2,35-2,33 1,30 2,20 4,13 6,2 4,-32 3</inkml:trace>
  <inkml:trace contextRef="#ctx0" brushRef="#br0" timeOffset="3597.94">7571 2982,'4'-19,"1"0,1 0,0 0,1 1,1 0,1 0,2-1,-2 2,179-347,-175 343,-7 23,-11 83,-14 198,16 206,6-402</inkml:trace>
  <inkml:trace contextRef="#ctx0" brushRef="#br0" timeOffset="4003.793">5553 3036,'-5'-44,"1"0,3-1,1 1,2 0,2 0,2 0,2 1,2-1,2 2,2-2,8 0,-13 47,6 82,45 520,-46-485</inkml:trace>
  <inkml:trace contextRef="#ctx0" brushRef="#br0" timeOffset="2392.641">2772 2715,'9'23,"13"21,13 19,12 16,14 12,11 4,6-4,1-5,-5-11,-9-13,-11-15,-10-16,-11-15,-10-10</inkml:trace>
  <inkml:trace contextRef="#ctx0" brushRef="#br0" timeOffset="2577.674">3401 2808,'-23'-4,"-19"7,-15 19,-15 22,-8 24,-5 19,1 12,6 5,12 0,16-10,20-14,22-20,11-21</inkml:trace>
  <inkml:trace contextRef="#ctx0" brushRef="#br0" timeOffset="2856.933">3093 3317,'-5'-9,"6"-4,12 2,21 2,26 0,27-1,29 0,26-1,19 1,9 0,-24 2</inkml:trace>
  <inkml:trace contextRef="#ctx0" brushRef="#br0" timeOffset="1670.551">687 2608,'11'21,"11"19,13 16,9 11,9 8,7 2,2-2,-3-5,-8-10,-14-15</inkml:trace>
  <inkml:trace contextRef="#ctx0" brushRef="#br0" timeOffset="1943.316">1275 2555,'-14'2,"-11"12,-8 18,-5 21,-4 22,0 19,-1 12,0 3,1-2,8-21</inkml:trace>
  <inkml:trace contextRef="#ctx0" brushRef="#br0" timeOffset="2206.138">526 3050,'14'-12,"20"-5,27-5,33-3,32-2,32 1,22 3,12 6,-26 5</inkml:trace>
  <inkml:trace contextRef="#ctx0" brushRef="#br0" timeOffset="6475.396">8106 630,'-19'-21,"-1"2,0 0,-1 1,-1 2,-1 0,-1 1,0 1,0 2,-20-7,-40-13,-1 3,-29-2,-160-27,-2 13,-2 12,-256 4,229 13,-892-37,-21-3,7-17,468 68,644 10,0 4,1 4,0 4,1 5,2 4,-43 20,78-21,2 4,2 1,0 3,2 3,2 2,2 2,1 2,2 2,2 3,-3 7,22-26,2 2,0 1,3 0,0 2,2 1,1 0,2 1,2 1,1 0,1 1,3 0,0 1,-1 33,3 1,4 0,2-1,4 1,4 15,60 357,-58-397,33 171,9-2,33 69,-45-173,5-2,4-3,5-1,5-3,22 24,-30-53,3-2,3-2,3-3,3-2,2-3,4-3,1-4,4-2,1-3,3-4,35 14,38 0,3-8,2-6,95 13,65 7,2-13,270 6,271-9,167 2,248-55,-958-6,-1-14,224-49,-274 21,-3-10,101-45,-304 86,-1-2,-1-2,-2-3,0-3,-2-1,-1-3,-2-2,-1-3,-2-1,36-41,-40 32,-2-2,-2-2,-2-1,-3-2,-2-1,-3-2,-2 0,-3-2,-3 0,-2-2,-3 0,-3-1,3-54,-7-112,-11-29,0 74,6 126,-3 0,-3 0,-2 0,-2 1,-3 0,-3 0,-2 1,-3 1,-2 0,-9-13,-4 12,-3 1,-3 2,-2 2,-2 2,-35-31,35 40,-3 3,0 2,-3 2,0 2,-2 2,-7 0,-108-47,-56-14,155 65,-61-27,-1 6,-3 6,-1 5,-89-9,-120 19,173 21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40:19.88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103 1,'-4'25,"-2"22,0 21,2 17,1 13,1 5,0-2,2-5,0-11,0-20</inkml:trace>
  <inkml:trace contextRef="#ctx0" brushRef="#br0" timeOffset="671.698">531 67,'-19'36,"0"-2,-3 0,-1-1,-1-2,-2 0,-1-2,-1 0,-1-2,-2-2,-1 0,0-2,-32 16,55-34,-4 5,-2-2,1 1,-1-2,0 0,0 0,-1-2,-14 4,30-9,0-1,0 1,0 0,0 0,1-1,-1 1,0 0,0-1,0 1,0 0,0-1,0 1,0 0,0-1,0 1,0-1,-1 1,1 0,0 0,0-1,0 1,0 0,0-1,-1 1,1 0,0-1,0 1,0 0,-1 0,1-1,0 1,0 0,-1 0,1 0,0-1,-1 1,1 0,0 0,0 0,-1 0,1 0,0 0,-1 0,1 0,0 0,-1-1,1 1,-1 1,1-1,0 0,-1 0,1 0,0 0,-1 0,1 0,0 0,0 0,-1 0,1 1,0-1,-1 0,1 0,0 0,0 1,-1-1,22-18,-15 13,1 1,-1 0,1 1,0-1,0 1,1 1,-1-1,0 1,1 0,0 1,-1 0,1 0,0 1,0 0,-1 0,1 1,0 0,-1 0,1 1,0 0,-1 0,0 1,0 0,0 0,0 0,0 1,0 0,-1 1,0 0,3 2,4 9,-1 1,-1 0,0 1,-1 0,-1 1,2 8,-7-15,0 0,1 0,0-1,0 0,2 0,-1 0,1-1,1 0,0 0,0-1,1 0,0 0,1-1,-1 0,2-1,-1 0,1-1,9 4,6-3,1-2,1 0,-1-2,0-1,1-2,0 0,20-4,62 1,-108 4,1-1,0 1,0 0,-1 0,1 0,0 0,-1 0,1 1,-1-1,1 1,-1-1,0 1,0 0,0 0,0 0,0 0,1 2,27 20,-23-22,1 0,0-1,0 0,0 0,0 0,0-1,0-1,0 1,-1-1,1-1,0 0,0 0,-1 0,1-1,-1 0,0 0,0-1,0 0,0 0,-1 0,1-1,-1 0,0-1,-1 1,1-1,-1 0,0 0,-1-1,1 0,-1 1,1-4,-3 4,0 0,0 1,0-1,-1 0,1 0,-2 0,1 0,0 1,-1-1,0 0,-1 0,1 0,-1 0,-1 0,1 0,-1 0,0 1,0-1,0 1,-1-1,0 1,0 0,0 0,-1 0,1 0,-1 1,0-1,-1 1,1 0,-1 1,0-1,0 1,0 0,0 0,0 0,-1 1,1-1,-1 1,0 1,0-1,0 1,-2 0,1 1,-1 0,1 0,-1 1,1-1,-1 2,1-1,-1 1,1 0,0 1,0 0,0 0,0 0,1 1,-1 0,1 0,0 1,0-1,0 1,1 1,-3 3,-6 6,1 1,1 0,1 1,0 0,1 1,1 0,-3 12,-19 60,8-4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40:21.41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1128 255,'0'-5,"0"6,0 14,0 18,2 21,3 21,1 12,-1 10,-3 2,-5-4,-4-9,-2-15,-1-20</inkml:trace>
  <inkml:trace contextRef="#ctx0" brushRef="#br0" timeOffset="665.74">1568 362,'-21'10,"1"0,0 2,1 0,0 2,1 0,-15 14,19-16,-57 49,2 4,3 2,-48 66,97-110,18-23,-1 0,0 0,0 0,1 0,-1 0,0 0,0 0,1 0,-1 0,0 0,0 0,1 0,-1 0,0 0,0 0,1 0,-1 0,0 0,0 0,1 0,-1 0,0 0,0 0,1 0,-1 1,0-1,0 0,1 0,-1 0,0 0,0 1,0-1,0 0,1 0,-1 1,0-1,0 0,0 0,0 0,0 1,0-1,0 0,0 1,0-1,1 0,-1 0,0 1,0-1,0 0,-1 0,1 1,0-1,0 0,0 0,0 1,0-1,0 0,0 0,0 1,0-1,25-12,-23 11,41-25,-26 15,0 1,0 1,1 0,0 1,0 1,12-2,-24 9,0 1,-1-1,1 1,0 0,-1 1,1-1,-1 1,0 1,1-1,-1 0,0 1,0 0,-1 1,1-1,-1 1,1-1,-1 1,0 1,0-1,-1 1,0-1,1 1,-2 0,1 0,0 0,-1 2,25 28,-14-20,2 0,0-2,1 0,0 0,1-2,0 0,1-1,0 0,1-2,0 0,0-1,1-1,17 3,-1-2,1-2,-1-2,1-1,-1-1,1-2,0-2,10-3,-39 5,-7 0,0 0,0 1,1-1,-1 1,1-1,-1 1,1 0,-1 0,0-1,1 1,-1 0,1 0,-1 0,1 1,-1-1,1 0,-1 0,0 1,1-1,-1 1,1-1,-1 1,0 0,0 0,1-1,-1 1,0 0,0 0,0 0,0 0,0 0,0 0,0 1,0-1,-1 0,2 2,-2 0,1 1,0 0,0 0,1 0,-1 0,1-1,0 1,0-1,0 1,0-1,0 0,1 0,0 0,-1 0,1 0,0 0,1-1,-1 1,0-1,1 0,-1 0,1-1,-1 1,1-1,4 2,1 0,0-1,1 0,-1 0,1-1,-1 0,1 0,0-1,-1 0,1-1,0 0,-1-1,1 0,-1 0,0-1,0-1,0 1,0-1,0-1,-1 1,0-1,0-1,0 0,-1 0,1 0,-2-1,1 0,-1-1,0 1,0-1,-1 0,0-1,3-6,-7 11,0 1,0-1,0 0,-1 0,1 0,-1 0,0 0,0 0,0 0,0 0,-1 0,0 0,0 0,0 1,0-1,-1 0,1 0,-1 1,0-1,0 1,0 0,0-1,-1 1,0 0,1 0,-1 1,0-1,0 1,0-1,-1 1,1 0,-1 0,-5-3,0 1,0 0,-1 0,0 1,1 0,-1 1,0 0,0 1,0 0,-1 0,1 1,-3 1,-7 1,1 1,0 0,0 2,0 0,0 2,1 0,0 0,0 2,-10 7,18-10,0 0,1 0,0 1,0 1,1 0,-1 0,2 0,-1 1,1 0,1 1,-1-1,2 1,-1 1,2-1,-1 1,-2 9,0 26</inkml:trace>
  <inkml:trace contextRef="#ctx0" brushRef="#br0" timeOffset="1867.03">3079 536,'23'0,"18"0,14 2,10 3,2 4,-4 1,-12 0</inkml:trace>
  <inkml:trace contextRef="#ctx0" brushRef="#br0" timeOffset="2152.271">2905 790,'16'0,"19"0,21 0,25 0,18 0,16-3,-13 0</inkml:trace>
  <inkml:trace contextRef="#ctx0" brushRef="#br0" timeOffset="3246.361">4122 562,'0'-18,"0"0,2 0,0 0,1 0,1 0,0 0,1 1,1 0,1 0,1 0,0 1,1 0,1 1,0 0,1 0,3-2,22-38,-35 54,-1 0,0 0,0 0,0 0,0 0,0 0,1 1,-1-1,0 0,1 0,-1 0,0 1,1-1,-1 0,1 0,0 1,-1-1,1 0,-1 1,1-1,0 1,-1-1,1 1,0-1,0 1,-1-1,1 1,0 0,0-1,0 1,0 0,0 0,-1 0,1 0,0 0,0 0,0 0,0 0,0 0,0 0,-1 102,6 362,-27-354,20-106,-1 0,0-1,1 1,-1 0,0-1,-1 1,1-1,-1 0,1 0,-1 0,0 0,0 0,-1 0,1-1,0 0,-1 1,1-1,-1-1,0 1,0 0,0-1,0 0,0 0,0 0,-2 0,5-1,0 0,0 1,0-1,0 0,0 0,0 0,0 0,1 0,-1-1,0 1,0 0,0 0,0-1,0 1,0 0,0-1,1 1,-1-1,0 1,0-1,1 1,-1-1,0 0,1 1,-1-1,0 0,1 1,-1-1,1 0,-1 0,1 0,0 0,-1 1,1-1,0 0,0 0,-1 0,1 0,0 0,0 0,0 0,0 0,0 0,0 1,1-1,-1 0,0 0,0 0,0 0,1 0,-1 0,1 1,-1-1,1 0,-1 0,1 0,-1 1,1-1,-1 0,1 1,0-1,0 0,9-4,0 0,1 0,0 1,0 1,0-1,0 2,0 0,1 0,-1 1,8 0,-4-1,88-6,1 3,-1 5,73 11,-149-8</inkml:trace>
  <inkml:trace contextRef="#ctx0" brushRef="#br0" timeOffset="5712.45">5165 135,'56'257,"-42"-204,21 78,-11-53,-3 0,-4 2,-3 0,-4 1,-1 56,-9-120,-1 1,-1-1,0 0,-2 0,0 0,-1 0,0 0,-2-1,5-10,-1 0,0 0,0-1,-1 1,0-1,0 0,0 0,0 0,-1 0,0-1,0 0,0 0,0 0,-1-1,1 0,-1 0,0 0,0-1,0 0,0 0,-1 0,-4 0,-167-3,-519-15,388 21,-45 18,-17 5,-13-15,-870-15,460-12,390 15,271 15,130-16,0 0,0-1,0 1,0-1,1 0,-1 0,0 0,1 0,-1 0,1 0,-1-1,1 0,0 1,-1-1,1 0,0 0,0 0,0 0,1 0,-1-1,0 1,1-1,-1 1,1-1,0 1,0-1,0 0,0 1,1-1,-1 0,1 0,-1 0,1-1,-4-10,-37-119,6-2,-14-123,27 139,-93-422,112 526,2 13,-1-1,1 0,0 0,0 0,0 0,0 0,1 0,-1 0,1 0,0 0,0 0,0 0,0 0,1 0,-1 0,1 0,0 0,-1 0,2 0,-1 0,0 0,0 0,1 1,0-1,-1 0,1 1,0 0,0-1,0 1,3-2,14-4,2 1,-1 1,1 1,0 0,0 2,1 0,-1 1,16 2,13 1,-1 2,0 2,44 11,19 2,123 0,1-9,221-22,-191 3,1598 7,-1827 5,1312 33,-1113-25,-219-5,-28 1,-8-3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40:32.59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777 914,'0'66,"-36"-305,5 108,31 131,0 0,0 1,-1-1,1 0,0 1,0-1,0 0,-1 1,1-1,0 0,-1 0,1 1,0-1,0 0,-1 0,1 1,0-1,-1 0,1 0,-1 0,1 0,0 0,-1 0,1 0,0 1,-1-1,1 0,-1 0,1 0,0 0,-1-1,1 1,-1 0,1 0,0 0,-1 0,1 0,0 0,-1-1,1 1,0 0,-1 0,1 0,0-1,-1 1,1 0,0-1,0 1,-1 0,1 0,0-1,0 1,0 0,-1-1,1 1,0-1,0 1,0 0,0-1,0 1,0 0,0-1,0 1,0-1,0 1,0 0,0-1,-7 30,8-26,1 1,-1-1,1 0,0 0,0 0,0 0,1 0,-1 0,1 0,0-1,-1 0,1 1,0-1,1 0,-1 0,0-1,0 1,1-1,-1 1,1-1,-1 0,1 0,0-1,-1 1,1-1,0 0,-1 0,1 0,0 0,3-1,-5 1,279-7,-277 7,0 1,0-1,0 1,0 0,-1 1,1-1,-1 1,1-1,-1 1,1 0,-1 0,0 1,0-1,0 1,0-1,0 1,-1 0,1 0,-1 0,0 0,0 1,0-1,0 1,0-1,-1 1,0 0,1-1,-2 1,1 0,0 0,-1 0,1 1,5 47,-2 1,-2 0,-5 48,2-29,-4 332,-7-315,12-87,-1 0,0 0,0 0,0 0,0 0,0 0,0 0,-1 0,1 0,-1 0,1 0,-1-1,0 1,0-1,1 1,-1-1,0 0,0 0,0 0,-1 0,1 0,0 0,0-1,0 1,-1-1,1 1,0-1,-1 0,1 0,0 0,-1 0,1 0,0 0,0-1,-1 1,0-1,-12-6,0 1,1-2,0 0,0-1,0 0,1-1,1-1,0 0,0 0,1-1,-1-3,-2 1,14 14,-13-12,0-1,1 0,1-1,0 0,1-1,1 0,0-1,-4-9,13 22,0 0,0 0,1 0,-1-1,1 1,-1 0,1 0,0 0,0 0,1 1,-1-1,0 0,1 0,0 1,0-1,0 1,0-1,0 1,0 0,0 0,1 0,-1 0,1 0,-1 1,1-1,0 1,0-1,0 1,0 0,0 0,0 1,0-1,0 1,0-1,0 1,0 0,0 0,1 0,62-15,0 3,2 2,-1 4,18 2,-61 3,0 1,0 2,0 0,0 1,6 3,-23-5,1 1,0 1,-1 0,1 0,-1 0,0 1,0 0,0 0,0 1,-1 0,0 0,0 0,0 1,-1 0,0 0,0 1,2 3,24 60,-27-58,0 0,1-1,0 1,1-1,1 0,0-1,6 9,-12-18,0 1,1-1,-1 0,0 0,0 0,0 0,1 0,-1 0,0 0,1 0,-1-1,1 1,-1-1,1 1,-1-1,1 1,-1-1,1 0,-1 0,1 0,0 0,-1 0,1 0,-1 0,1 0,0-1,-1 1,1 0,-1-1,1 0,-1 1,1-1,-1 0,0 0,1 1,-1-1,1-1,34-50,-33 46,-1 0,0 0,-1-1,1 1,-1 0,0 0,-1-1,1 1,-1 0,-1-1,1 1,-1 0,0-1,-1 1,1 0,-1 0,0 0,-1 0,1 0,-1 0,0 1,-1 0,0-1,1 1,-1 0,-1 1,1-1,-1 1,0 0,0 0,0 0,0 1,-1 0,0 0,1 0,-1 0,0 1,0 0,0 1,-6-2,7 3,1 0,-1 0,0 1,0-1,0 1,0 0,1 0,-1 0,0 1,1 0,-1 0,1 0,0 0,0 1,0 0,0 0,0 0,0 0,1 0,-1 1,1 0,0 0,0-1,1 2,-1-1,1 0,0 0,0 1,0 0,1-1,-1 1,1 0,0-1,0 1,1 0,0 0,0 0,0 0,0 0,2-1,0 0,0-1,0 1,1 0,0-1,-1 0,1 0,0 0,0 0,1 0,-1 0,1-1,-1 0,1 1,0-1,0-1,0 1,0-1,0 1,0-1,0 0,0 0,5-1,33 8</inkml:trace>
  <inkml:trace contextRef="#ctx0" brushRef="#br0" timeOffset="274.267">1939 968,'9'9,"15"3,14 0,15-3,9-2,1-3,-10-2</inkml:trace>
  <inkml:trace contextRef="#ctx0" brushRef="#br0" timeOffset="519.611">2046 1289,'16'5,"17"1,16-3,11-3,7-3,4-2,-11-1</inkml:trace>
  <inkml:trace contextRef="#ctx0" brushRef="#br0" timeOffset="693.174">3250 714,'-11'19,"-7"18,1 20,2 16,7 12,4 4,6-1,1-4,2-10,-4-12,-1-18</inkml:trace>
  <inkml:trace contextRef="#ctx0" brushRef="#br0" timeOffset="997.374">3557 821,'-22'41,"-1"-2,-2-1,-2-1,-1-2,-2 0,-2-2,-1-1,9-6,0-2,-2-1,-1 0,0-2,-2-2,0 0,-1-2,-1-1,-2-11,32-5,1 0,-1 0,1 0,0 0,-1 0,1-1,-1 1,1 0,0 0,-1 0,1-1,-1 1,1 0,0 0,-1-1,1 1,0 0,0-1,-1 1,1 0,0-1,0 1,-1-1,1 1,0 0,0-1,0 1,0-1,0 1,0-1,-1 1,1 0,0-1,0 1,0-1,1 1,-1-1,0 1,0 0,0-1,0 1,0-1,0 1,1-1,-1 1,0 0,0-1,0 1,1 0,-1-1,0 1,1 0,-1-1,0 1,1 0,-1 0,0-1,1 1,-1 0,1 0,-1 0,0-1,1 1,-1 0,1 0,3-4,0 0,1 1,-1-1,1 1,-1 0,1 0,0 1,0-1,1 1,-1 0,0 1,1-1,-1 1,1 0,-1 0,1 1,0 0,-1 0,1 0,0 0,-1 1,1 0,4 2,4 0,-1 2,1 0,-1 0,0 2,0-1,-1 2,0-1,10 10,34 29,-42-32,1-1,1 0,0-1,0-1,1 0,0-1,1-1,0-1,1-1,-1 0,14 2,-18-7,0 0,0-1,0-1,0-1,0 0,0 0,0-2,12-2,10-7</inkml:trace>
  <inkml:trace contextRef="#ctx0" brushRef="#br0" timeOffset="1288.141">3864 1463,'10'8,"0"0,0-1,1-1,0 0,0 0,1-1,-1 0,1-1,0 0,0-1,0-1,1 0,-1 0,1-1,-1-1,1 0,-1-1,1 0,-1-1,0 0,1-1,-1-1,3-1,-12 3,0 0,-1 0,1 0,-1 0,1-1,-1 1,0-1,0 1,0-1,0 0,-1 0,1 0,-1 0,0 0,0 0,0 0,0-1,0 1,-1 0,1-1,-1 1,0 0,0-1,0 1,0 0,-1-1,0 1,1 0,-1 0,0 0,-1-1,1 1,0 0,-1 0,0 1,1-1,-1 0,-1 0,1 1,0-1,0 1,-1 0,1 0,-1 0,0 0,0 0,0 1,-1-2,-5-2,-1 0,1 1,-1 0,0 0,0 1,0 1,0-1,0 2,-1-1,1 1,-1 1,1 0,-6 1,11-1,0 0,0 1,0 0,0 0,0 0,0 0,0 1,0 0,1 0,-1 0,1 0,-1 1,1 0,0 0,0 0,0 1,0-1,1 1,-1 0,1 0,0 0,0 0,1 0,-1 1,1-1,0 1,0 0,0 0,1-1,1-1,-1 0,1 1,0-1,0 0,0 1,0-1,0 0,1 1,-1-1,1 0,0 0,0 1,0-1,1 0,-1 1,13 18</inkml:trace>
  <inkml:trace contextRef="#ctx0" brushRef="#br0" timeOffset="1544.152">4733 1036,'-9'18,"4"8,14 5,19-4,23-3,21-7,17-5,4-3,-5-3,-14 0,-21-1</inkml:trace>
  <inkml:trace contextRef="#ctx0" brushRef="#br0" timeOffset="1837.92">4774 1343,'18'11,"20"7,17-1,15-3,11-3,6-4,-12-4</inkml:trace>
  <inkml:trace contextRef="#ctx0" brushRef="#br0" timeOffset="2317.152">6244 1236,'138'-274,"-118"236,-16 42,-2 97,3 268,-5-351,-2 0,0-1,-1 1,-1-1,0 0,-2 0,0 0,0 0,-2-1,0 0,-1-1,0 0,-1 0,-6 5,14-17,0-1,0 0,-1 1,1-1,-1 0,1 0,-1 0,1-1,-1 1,0-1,0 1,0-1,0 0,0 0,0 0,-2 0,2-5,15-1,251-21,-176 20,-56 4</inkml:trace>
  <inkml:trace contextRef="#ctx0" brushRef="#br0" timeOffset="2594.41">5883 527,'-4'-6,"0"-1,4 8,6 11,8 9,10 12,7 6,-2-4</inkml:trace>
  <inkml:trace contextRef="#ctx0" brushRef="#br0" timeOffset="3022.781">6886 554,'-7'20,"-2"16,3 14,6 11,11 7,10 4,8-3,0-11</inkml:trace>
  <inkml:trace contextRef="#ctx0" brushRef="#br0" timeOffset="5339.982">7888 394,'-8'147,"3"727,10-622,11 1,21 71,-7-115,-29-206,0 0,-1 0,1 0,0 1,-1-1,0 0,0 0,0 1,0-1,-1 0,1 1,-1-1,1 0,-1 0,0 0,-1 0,1 0,0 0,-1 0,0 0,0 0,0 0,0-1,0 1,0-1,-1 0,1 0,-1 0,1 0,-1 0,0 0,0 0,0-1,0 0,0 0,0 1,0-2,-1 1,-10 0,-1-2,1 0,-1-1,1 0,0-1,0 0,0-1,-2-2,-12-2,-170-42,-2 9,-2 8,-181-3,-618 15,990 21,-1912 57,288 75,1603-129,-708 69,235-64,484-9,-144-14,-68-22,112 13,91 20,26 5,0-1,-1 0,1-1,0 1,0-1,-1 0,1 0,0 0,0 0,0-1,0 1,0-1,0 0,1-1,-1 1,1-1,-1 1,1-1,0 0,0 0,0 0,0-1,0 0,-34-111,-19-100,-5-84,23 75,9-2,3-155,15-218,12 559,2 0,2 1,1 0,3-1,1 2,1 0,2 0,8-12,-20 47,1-1,-1 1,1 0,0 0,0 0,0 0,0 0,0 0,0 1,1-1,0 1,-1-1,1 1,0 0,0 0,0 1,0-1,1 0,-1 1,0 0,1 0,-1 0,1 0,-1 0,1 1,-1 0,1-1,-1 1,1 1,0-1,-1 0,241 16,256-32,-263 2,90 13,758 78,582-77,-1403-5,1227 13,-1162 8,519 16,-676-33,2-1,115 17,-90 21,-187-35,-7-2</inkml:trace>
  <inkml:trace contextRef="#ctx0" brushRef="#br0" timeOffset="6127.875">5857 487,'113'148,"-63"-76,63 89,-105-154,-12-21,-117-258,94 212,16 55,10 24,3 3</inkml:trace>
  <inkml:trace contextRef="#ctx0" brushRef="#br0" timeOffset="7019.736">6899 420,'0'0,"0"-1,-1 1,1 0,0-1,0 1,0 0,-1-1,1 1,0 0,-1-1,1 1,0 0,0 0,-1-1,1 1,0 0,-1 0,1 0,-1-1,1 1,0 0,-1 0,1 0,-1 0,1 0,0 0,-1 0,1 0,-1 0,1 0,-1 0,1 0,0 0,-1 0,1 0,-1 0,1 0,0 1,-1-1,1 0,0 0,-1 1,1-1,0 0,-1 0,1 1,0-1,-1 0,1 1,0-1,0 0,0 1,-1-1,-2 26,8 3,1-1,2 1,0-1,2 0,1-1,1 0,2-1,0-1,2 0,3 2,-9-11,50 76,-60-92,0-1,0 1,0 0,0 0,0 0,0-1,0 1,0 0,0 0,0 0,1 0,-1-1,0 1,0 0,0 0,0 0,1 0,-1 0,0 0,0-1,0 1,0 0,1 0,-1 0,0 0,0 0,0 0,1 0,-1 0,0 0,0 0,0 0,1 0,-1 0,0 0,0 0,1 0,-1 0,0 0,0 0,0 0,0 0,1 0,-1 1,0-1,0 0,0 0,1 0,-1 0,0 0,0 1,-5-22,-17-33,-3 2,-2 1,-23-33,42 72,-84-128,73 128,19 42,9 10,2-1,2 0,1 0,12 20,-11-24,76 154,-77-161</inkml:trace>
  <inkml:trace contextRef="#ctx0" brushRef="#br0" timeOffset="8001.628">6458 1036,'-242'230,"228"-214,14-16,0 0,0-1,0 1,0 0,0-1,0 1,0 0,1 0,-1-1,0 1,0 0,0 0,1-1,-1 1,0 0,0 0,0-1,1 1,-1 0,0 0,1 0,-1 0,0 0,0-1,1 1,-1 0,0 0,1 0,-1 0,0 0,1 0,-1 0,0 0,0 0,1 0,-1 0,0 0,1 0,-1 0,0 1,1-1,-1 0,0 0,0 0,1 0,-1 0,0 1,0-1,1 0,-1 0,0 0,0 1,0-1,1 0,-1 0,0 1,0-1,0 0,0 1,0-1,1 0,-1 0,0 1,0-1,0 0,0 1,0-1,25-15,-1-1,-1-1,0-2,-2 0,0-1,-1-1,-1-1,0 0,10-20,14-37,-66 193,17-67,2 1,2-1,2 0,2 1,2-1,2 0,2 0,2-1,8 18,-11-42,-3-13,-1 1,0-1,0 1,-1 0,0 0,-1 0,0 0,-1 9,-1-18,0 0,0 1,0-1,0 0,0 0,0 0,-1 0,1 0,-1 0,1 0,0 0,-1-1,1 1,-1 0,0-1,1 1,-1-1,1 0,-1 1,0-1,1 0,-1 0,0 0,1 0,-1 0,0-1,1 1,-1 0,1-1,-1 1,0-1,1 0,-1 1,1-1,0 0,-1 0,1 0,0 0,-1 0,1 0,0-1,0 1,0 0,-1-1,-2 0,-116-62,156 70,-1-1,1-1,0-3,0 0,-1-3,1-1,14-3,-44 5,41-4,-11 1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40:50.07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332 402,'11'-53,"-11"49,0-3,0 1,0 0,-1-1,0 1,0 0,-1-1,0 1,0 0,0 0,-1 1,0-1,0 0,0 1,-1 0,0 0,0 0,0 0,-1 0,1 1,-1 0,0 0,0 0,-1 1,1-1,-1 1,0 1,0-1,0 1,0 0,0 0,0 1,0 0,-1 0,1 0,0 1,-1 0,1 0,0 1,-1-1,1 1,-2 1,-1 1,1 0,0 1,-1 0,1 1,1-1,-1 1,1 1,0 0,0 0,1 0,-1 1,1-1,1 2,-1-1,1 1,1-1,-1 1,1 1,1-1,0 0,-1 3,-2 8,1 0,0 1,1-1,2 1,0-1,1 1,1 0,0 0,2 6,-1-12,1-1,0 0,1-1,0 1,1 0,0-1,1 0,1 0,0 0,0-1,1 0,0 0,1 0,1-1,-1 0,1-1,1 0,0-1,0 1,1-2,0 0,0 0,8 3,4-4,0-2,0 0,1-1,-1-1,1-1,0-2,-1 0,1-1,-1-2,0 0,0-2,0 0,0-1,-1-2,-1 0,20-12,-22 13,-1 0,-1-2,0 0,0-1,-1 0,0-2,-1 0,1-2,-15 14,0 0,0 0,0 0,0 0,0 0,0-1,0 1,0 0,0 0,-1-1,1 1,0-1,-1 1,1-1,-1 1,0-1,0 1,1-1,-1 1,0-1,0 1,0-1,0 1,-1-1,1 1,0-1,-1 1,1-1,-1 1,1 0,-1-1,0 1,0 0,1-1,-1 1,0 0,0 0,0 0,0-1,0 1,-1 0,1 1,0-1,0 0,-1 0,1 0,-1 1,1-1,0 1,-1-1,1 1,-1 0,-1-1,-4 0,0 0,0 0,0 1,0 0,0 0,0 0,0 1,-1 0,1 1,1-1,-1 1,0 1,0-1,1 1,-1 1,1-1,0 1,0 0,0 0,1 1,-1-1,1 1,0 1,1-1,-1 1,1-1,0 1,0 0,1 1,0-1,0 1,0-1,1 1,0 0,0 0,1 0,0 3,1-7,0 1,0 0,0 0,1 0,-1-1,1 1,0 0,0-1,1 1,-1-1,1 1,0-1,-1 0,1 0,1 1,-1-1,0-1,1 1,0 0,0-1,-1 1,1-1,1 0,-1 0,0 0,0 0,1 0,-1-1,1 0,0 0,-1 0,1 0,0 0,-1-1,1 1,0-1,0 0,0 0,-1-1,1 1,0-1,0 0,-1 0,1 0,-1 0,2-1,2 0,1 1,0-2,-1 1,1-1,-1 0,0 0,0-1,0 0,-1 0,1-1,-1 0,0 0,0 0,-1-1,0 0,0 0,0 0,-1-1,1 0,-2 1,1-1,-1-1,0 1,0 0,-1-1,0 0,0-2,-2 14,1 0,-1 0,1 0,0 0,0 0,0-1,0 1,1 0,0-1,0 1,0-1,0 1,0-1,1 0,-1 0,1 0,0 0,0 0,0-1,0 0,0 1,1-1,-1 0,1 0,0 0,7 3,0 0,1-1,-1 0,1-1,0 0,0-1,0 0,5 0,-3-2,0 0,0-1,0 0,0-1,0-1,0 0,0-1,-1 0,1-1,-1-1,-1 0,1-1,-1 0,0-1,0 0,-1-1,0 0,4-6,-1 1,-1-2,0 1,-1-1,-1-1,0 0,-1-1,-1 0,-1 0,-1-1,0 0,-1 0,2-17,-2 6,-2-1,0 1,-3-1,0 1,-2-1,-1 0,-1 1,-2 0,-1 0,-3-3,7 25,-1 0,0 1,-1-1,0 1,0 0,-1 0,1 0,-2 1,-3-5,7 9,0 0,0 0,0 1,-1-1,1 0,0 1,-1 0,0-1,1 1,-1 0,0 0,1 0,-1 1,0-1,0 1,0 0,1-1,-1 1,0 0,0 1,0-1,0 0,0 1,1 0,-1-1,0 1,0 0,-2 2,-7 6,1 1,0 0,0 0,1 1,1 1,0 0,0 0,1 1,1-1,0 2,0-1,2 1,-1 0,2 0,0 1,1 0,-1 7,-1-5,0 1,1 1,1-1,0 1,2-1,0 1,1-1,1 1,0 0,2-1,0 0,1 1,1-1,1-1,0 1,1-1,1 0,1-1,0 1,1-2,1 1,12 12,-7-15,1 0,1-1,0-1,1 0,0-1,0-1,1-2,0 1,0-2,1-1,6 1,51 8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40:51.08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164 516,'-5'-2,"1"1,-1 0,0 0,0 0,0 1,0 0,0-1,0 2,0-1,0 1,0 0,1 0,-1 0,0 0,0 1,1 0,-1 0,1 0,0 1,-1-1,1 1,0 0,1 0,-1 1,0-1,1 1,0 0,0 0,0 0,0 0,-1 3,1-3,0 0,1 0,-1 0,1 1,-1-1,2 1,-1 0,0-1,1 1,0 0,0 0,0 0,1 0,0 0,0 0,0 0,0 0,1 0,0 0,0 0,0 0,0 0,1-1,0 1,0 0,0-1,1 0,0 1,-1-1,1 0,1 0,-1-1,1 1,-1-1,1 1,3 1,8 1,0-1,0-1,0 0,0-1,1-1,0 0,-1-1,1-1,0 0,-1-1,1-1,0 0,-1-1,0-1,0 0,0-1,0-1,1-1,11-3,1-2,-2-1,1-1,-2-1,0-2,-1 0,-1-2,0 0,-2-2,8-8,-26 26,-3 2,0 0,0 0,0 1,0-1,0 0,0 0,1 1,-1-1,0 0,1 1,-1-1,0 0,1 1,-1-1,1 1,-1-1,1 1,-1-1,1 1,-1-1,1 1,0-1,-1 1,1 0,0-1,-1 1,1 0,0-1,0 1,-1 0,1 0,0 0,-1 0,1 0,0 0,0 0,-1 0,1 0,0 0,0 0,-1 0,1 1,0-1,0 0,-1 0,1 1,0-1,-3 36,1-30,0 0,0 0,1 1,0-1,0 0,1 0,0 0,0 1,0-1,1 0,0 0,0-1,0 1,1 0,1-1,-1 0,1 0,0-1,0 0,1 1,-1-2,1 1,0 0,0-1,0 0,1 0,-1-1,1 1,0-1,-1 0,1-1,0 1,0-1,0 0,0-1,1 0,7 1,0-1,0 0,1-1,-1-1,0 0,0-1,0 0,6-4,-11 4,0 0,0-1,0 0,-1-1,1 0,-1 0,0 0,-1-1,0-1,1 1,-2-1,1 0,-1-1,0 1,-1-1,0-1,0 1,-1-1,0 1,0-1,0-4,-4 22,1 0,0 0,1 0,0-1,0 1,0 0,1-1,1 0,-1 0,1 0,1 0,0 0,0-1,0 0,1 0,0-1,0 1,0-1,1 0,0-1,0 0,1 0,-1 0,1-1,0 0,1-1,-1 0,0 0,1-1,0 0,-1 0,1-1,0 0,2 0,10-1,0-1,-1-1,1-1,-1 0,1-2,-1 0,-1-1,1-2,-1 1,0-2,-1-1,0 0,0-1,-1-1,-1-1,0 0,-1-1,0-1,-1 0,12-17,-13 12,0-1,-1 0,-1-1,-2-1,0 1,-1-1,-1-1,-1 1,-1-1,-2 0,0-1,-1 1,-2 0,0-1,-2 1,0 0,-2-1,-28-69,30 91,1 0,-1 0,-1-1,1 1,0 0,-1 1,1-1,-1 0,0 1,0 0,0-1,0 1,0 0,-1 1,1-1,0 0,-1 1,0 0,1 0,-1 0,0 0,1 1,-1-1,-2 1,-3 2,1 1,0 0,0 0,0 0,0 1,1 0,-1 1,1 0,0 0,0 0,1 1,0 0,0 0,0 1,1-1,0 1,0 1,-4 6,-4 6,1 0,0 1,2 0,0 1,1 0,2 0,0 1,1 0,2 0,0 1,1-1,2 1,0 0,1 0,3 10,0-19,1-1,1-1,0 1,1-1,0 0,1 0,0 0,1-1,1-1,0 1,0-1,1-1,1 0,-1 0,2-1,-1 0,1-1,1 0,-1-1,1-1,1 0,-1 0,1-2,0 1,14 1,-2 2,0-1,0-2,1-1,0 0,0-3,0 0,0-1,0-2,0 0,0-2,0-1,-1-2,0 0,0-2,5-3,-22 8,-1-2,0 1,0-1,0 0,-1-1,0 0,0 0,-1-1,1 1,-2-1,4-6,-8 12,1-1,-1 1,1-1,-1 0,0 0,0 0,0 0,0 0,-1 0,1 0,-1 0,0 0,0 0,0 0,0-1,0 1,-1 0,1 0,-1 0,0 0,0 0,0 0,-1 1,1-1,0 0,-1 0,0 1,0-1,0 1,0 0,0-1,0 1,0 0,-1 0,1 0,-1 1,-1-2,0 1,0-1,0 1,0 0,0 0,-1 1,1-1,0 1,-1 0,1 0,-1 0,1 1,-1 0,0 0,1 0,-1 0,1 1,-1-1,1 1,-1 0,1 1,-1-1,1 1,0 0,0 0,0 0,0 0,0 1,0 0,1 0,-1 0,1 0,0 0,0 1,0-1,0 1,1 0,-1 0,1 0,0 0,0 0,1 1,-1-1,1 2,2-1,1 1,0 0,0-1,0 1,1-1,-1 1,1-1,1 0,-1 0,1-1,0 1,0-1,0 0,1 0,-1 0,1 0,0-1,0 0,0 0,0 0,1-1,-1 1,1-2,0 1,1 0,33 12,0-2,0-1,1-2,6-1,67 9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40:51.77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107 1,'64'454,"-55"-393,-3 1,-2 1,-3-1,-3 0,-3 1,-7 34,-18-10,30-87,-1 1,1 0,0 0,0-1,-1 1,1 0,0 0,-1-1,1 1,0 0,-1-1,1 1,-1-1,1 1,-1 0,0-1,1 1,-1-1,1 1,-1-1,0 0,0 1,1-1,-1 0,0 1,1-1,-1 0,0 0,0 0,0 0,1 1,-1-1,0 0,0 0,0-1,1 1,-1 0,0 0,0 0,1 0,-1-1,0 1,0 0,1-1,-1 1,0-1,1 1,-1-1,0 1,1-1,-1 1,1-1,-1 1,0-2,-16-42,-34-287,41 270,-2-17,3-1,1-39,8 116,-1 0,1 0,0 0,0-1,0 1,0 0,1 0,-1-1,0 1,1 0,0 0,-1 0,1 0,0 0,0 0,0 0,0 0,1 0,-1 0,1 0,-1 1,1-1,-1 1,1-1,0 1,0-1,-1 1,1 0,0 0,0 0,0 0,1 0,-1 1,0-1,0 0,0 1,2 0,15 0,0 2,0 0,0 1,0 1,-1 0,1 2,-1 0,-1 1,15 8,-21-10,-8-4,15 5,0 1,-1 0,0 2,-1 0,0 1,0 0,-1 1,-1 1,1 0,0 3,-14-14,0 0,0 0,-1 0,1 0,0 0,-1 0,1 0,0 0,-1 1,1-1,-1 0,0 0,1 0,-1 1,0-1,0 0,1 1,-1-1,0 0,-1 0,1 1,0-1,0 0,0 1,-1-1,1 0,-1 0,1 0,-1 1,1-1,-1 0,0 0,1 0,-1 0,0 0,0 0,0 0,0 0,0-1,0 1,-1 1,-50 17,14-13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40:52.66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1 651,'117'1,"23"0,75-11,-202 10,1 0,0-1,0-1,-1 0,1-1,-1-1,0 0,0 0,0-2,0 1,-1-1,0-1,0-1,-1 1,0-2,8-7,-17 13,0 0,-1 0,1-1,-1 1,0-1,0 1,0-1,0 1,0-1,-1 0,0 1,1-1,-2 0,1 1,0-1,-1 0,1 1,-1-1,0 1,0-1,-1 1,1-1,-1 1,1 0,-1 0,0 0,0 0,-1 0,1 0,-1 0,1 1,-1-1,0 1,0 0,0 0,0 0,0 0,-1 0,1 1,0-1,-1 1,1 0,-1 0,-2 0,3 0,1 1,0 0,-1-1,1 1,0 0,-1 0,1 1,0-1,0 0,-1 1,1 0,0-1,0 1,0 0,0 0,-1 0,1 0,1 0,-1 1,0-1,0 1,0-1,1 1,-1 0,1-1,-1 1,1 0,0 0,0 0,-1 0,2 0,-1 0,0 0,0 1,0 0,-1 5,0 0,0 0,0 0,1 0,1 0,-1 1,1-1,1 0,0 5,1-5,0 0,0 0,1-1,0 1,0-1,1 0,-1 0,2 0,-1 0,1-1,0 1,1-1,-1 0,1-1,0 0,0 0,1 0,0-1,0 1,0-2,0 1,2 0,10 3,-1 0,1-1,1-1,-1-1,1 0,-1-2,1 0,11-1,-20 0,1 0,-1-1,0 0,0-1,0 0,0 0,0-2,0 1,-1-1,1-1,-1 0,1 0,-1-1,-1 0,1-1,-1 0,0-1,0 0,-1 0,0-1,0 0,-1 0,0-1,0 0,-1 0,0-1,-1 1,0-1,3-8,-7 14,1 1,-1 0,0 0,0-1,0 1,-1 0,1-1,-1 1,0-1,0 1,0-1,-1 1,1-1,-1 1,1 0,-1-1,0 1,-1 0,1 0,0-1,-1 1,0 0,0 0,0 1,0-1,0 3,-1 1,1-1,-1 1,1 0,0 0,0 0,-1 1,1-1,0 0,0 1,0-1,0 1,1 0,-1 0,0 0,1 0,-1 0,1 0,-1 0,1 0,0 0,0 1,0-1,1 0,-1 1,0-1,1 1,-1-1,1 2,-1 1,0-1,0 1,0-1,0 0,1 1,-1-1,1 1,1-1,-1 1,1-1,-1 1,1-1,0 1,1-1,-1 0,1 0,0 0,0 0,0 0,1 0,-1 0,1 0,0-1,0 0,0 1,0-1,1 0,-1-1,1 1,0-1,0 1,0-1,3 1,11 3,-1-2,1 0,0 0,0-2,0 0,1-1,-1-1,0-1,0-1,0 0,0-1,0-1,0-1,-1 0,0-2,0 1,0-2,-1-1,0 0,0-1,24-19,-40 29,1 0,0 0,0 0,-1 0,1 0,0 0,-1 1,1-1,0 0,-1 0,1 0,0 1,-1-1,1 0,0 1,-1-1,1 1,-1-1,1 1,-1-1,1 1,-1-1,1 1,-1-1,0 1,1-1,-1 1,0 0,1-1,-1 1,0 0,0-1,1 1,-1 0,0-1,0 1,0 0,0 0,0-1,0 1,0 0,0-1,-1 1,1 0,0-1,0 1,0 0,-1-1,1 1,0 0,-1-1,1 1,-1-1,1 1,-1-1,1 1,0 14,0-13,1 1,0 0,0 0,0-1,1 1,-1 0,1-1,-1 0,1 1,0-1,0 0,0 0,0 0,0 0,0 0,1 0,-1 0,1-1,-1 0,1 1,0-1,0 0,-1 0,1 0,0-1,1 1,79 2,-69-6,-1-1,1-1,-1 0,0-1,0 0,-1-1,0-1,0 1,-1-2,0 0,0 0,-1-1,0 0,-1-1,0 0,0-1,-1 1,-1-2,0 1,-1-1,0 0,-1 0,-1-1,0 1,0-1,-1-3,5-23,-2-1,-2 1,-1-1,-3 0,-1 1,-1-1,-9-40,-8 26,19 55,-1-1,1 1,-1 0,1-1,-1 1,1 0,-1-1,0 1,1 0,-1 0,1 0,-1 0,1-1,-1 1,0 0,1 0,-1 0,0 0,1 0,-1 0,1 1,-1-1,0 0,1 0,-1 0,1 1,-1-1,1 0,-1 0,1 1,-1-1,1 1,-1-1,1 0,-1 1,1-1,-1 1,1-1,0 1,-1-1,1 1,0-1,-1 1,1-1,0 1,0 0,0-1,0 1,-1-1,1 1,0 0,0-1,0 1,-9 25,0 0,2 1,1 0,1 0,1 0,1 1,2 7,-1-20,-2 40,2 0,2 1,3 10,-1-48,0 1,1-1,2 1,-1-1,2 0,0-1,1 0,1 0,1 0,0-1,5 5,-10-15,0 0,1 0,0-1,0 0,0 0,1 0,0 0,0-1,0 0,0 0,1-1,-1 0,1 0,0 0,0-1,0 0,0 0,0-1,0 0,1 0,-1-1,0 0,3 0,21-8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40:52.93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0,'15'3,"25"0,27 0,29 2,27 0,16 1,6 2,-22-1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40:53.73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52 390,'0'-355,"0"354,1 0,-1 0,0 0,0 0,1 0,-1 0,0 0,0 0,0 0,0-1,0 1,0 0,-1 0,1 0,0 0,0 0,-1 0,1 0,-1 0,1 0,-1 0,1 0,-1 0,0 0,1 1,-1-1,0 0,0 0,0 1,1-1,-1 0,0 1,0-1,0 1,0-1,0 1,0-1,0 1,0 0,0 0,0-1,-1 1,1 0,0 0,0 0,0 0,0 0,0 1,0-1,0 0,0 0,0 1,0-1,0 0,0 1,0-1,0 1,0 0,0-1,0 1,0 0,0 0,0-1,0 1,1 0,-1 0,0-1,0 1,1 0,-1 0,1 0,-1 0,0 0,1 0,0 0,-1 0,1 0,0 0,-1 0,1 1,0-1,0 0,0 0,0 0,0 0,0 0,0 0,1 0,-1 1,0-1,1 0,-1 0,0 0,1 0,-1 0,1 0,0 0,-1 0,1-1,0 1,-1 0,1 0,0 0,0-1,0 1,0 0,0-1,0 1,50 19,42-10,-75-10,-1 1,1 1,-1 1,1 0,-1 1,0 1,0 1,5 3,-17-6,-1 0,1 0,-1 0,0 1,-1 0,1 0,0 0,-1 0,0 1,0-1,-1 1,1 0,-1 0,0 0,0 0,0 0,-1 0,0 0,0 1,0-1,-1 0,0 1,0-1,0 3,7 42,-6-47,0 0,0 0,0 0,0 0,1 0,-1 0,1 0,0-1,0 1,0 0,0-1,1 0,-1 1,0-1,1 0,0 0,0 0,-1-1,1 1,0-1,0 1,0-1,1 0,-1 0,0-1,0 1,0-1,1 1,-1-1,1 0,7 0,0 0,0 0,0-2,0 1,0-1,0-1,0 0,5-2,-7 1,1 0,-1 0,1 0,-1-2,-1 1,1-1,-1 0,0-1,0 0,-1 0,0 0,0-1,-1 0,0-1,0 1,-1-1,0 0,-1-1,0 1,0-1,-1 0,1-5,-6 14,-2 16,2-8,0 0,1 0,0 0,0 0,1 0,0 0,0 0,1 0,-1 0,2 0,-1 0,1 0,0 0,0-1,1 1,0-1,0 1,1-1,-1 0,1 0,1-1,-1 1,1-1,0 0,3 1,0 0,0-1,0 0,0-1,1 0,0 0,0-1,0 0,0-1,1 0,-1 0,1-1,-1 0,1-1,-1 0,1 0,0-1,-1-1,0 1,1-1,-1-1,0 0,0 0,0-1,0 0,-1-1,0 1,0-2,0 1,0-1,-1 0,0-1,0 1,-1-2,0 1,0-1,0 1,-1-1,0-1,-1 1,0-1,0 0,-1 0,0-1,-1 5,-1 0,1 1,-1-1,0 0,-1 0,1 0,-1 0,0 0,0 0,0 0,-1 0,0 0,0 0,0 0,0 0,-1 1,0-1,0 0,0 1,-1 0,1-1,-1 1,0 0,0 0,-1 1,-1-3,4 6,-1-1,1 0,-1 1,1-1,-1 1,0-1,1 1,-1 0,0-1,1 1,-1 0,0 0,1 1,-1-1,0 0,1 0,-1 1,0-1,1 1,-1-1,1 1,-1 0,1 0,-1 0,1-1,0 1,-1 1,1-1,0 0,0 0,-1 0,1 1,0-1,-26 50,25-45,0 1,1-1,-1 1,2 0,-1-1,1 1,0 0,0 0,1-1,0 1,0 0,1-1,0 1,0-1,0 0,1 0,0 0,0 0,0 0,1 0,0-1,0 0,0 1,1-2,0 1,0 0,0-1,0 0,1 0,0-1,1 1,15 8,2-1,-1-1,1-1,0-1,10 1,50 11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40:59.52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0 833,'168'-38,"-152"33,277-99,40-31,-307 124,856-385,-826 370,22-10,1 3,28-5,-39 28,-66 10,0 0,0 0,-1 0,1 1,0-1,-1 1,1-1,0 1,-1 0,1 0,-1 0,1 0,-1 0,1 0,-1 0,0 0,1 1,-1-1,0 0,0 1,0-1,0 1,0-1,0 1,-1-1,1 1,0 0,-1-1,0 1,1 0,-1 0,0-1,0 1,1 0,-2 1,0 10,0 1,-1-1,-1 0,0 0,-1 0,-1 0,0-1,0 1,-5 6,-30 60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41:00.73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 1255,'-5'3,"1"-2,10-11,18-14,30-21,39-24,46-25,48-24,43-16,33-11,18 1,5 9,-9 18,-25 23,-35 27,-43 25,-51 24,-46 15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41:01.35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1084,'25'-16,"31"-21,40-25,45-26,43-27,39-20,24-12,7 1,-11 10,-23 21,-50 29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41:01.80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1 846,'13'-16,"21"-19,28-21,32-22,32-16,27-10,18-4,9 6,-3 14,-12 18,-21 20,-26 18,-28 19,-30 16,-24 8</inkml:trace>
  <inkml:trace contextRef="#ctx0" brushRef="#br0" timeOffset="261.315">576 1181,'13'6,"19"3,24-7,30-15,32-22,32-23,32-21,26-17,13-9,2-3,-38 16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40:59.79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1 950,'14'-9,"22"-14,30-18,39-17,39-16,39-15,31-10,23-4,9 1,-3 8,-11 12,-19 13,-29 17,-34 16,-37 18,-39 17,-38 22,-25 6</inkml:trace>
  <inkml:trace contextRef="#ctx0" brushRef="#br0" timeOffset="278.249">161 2073,'21'-7,"29"-16,38-22,40-21,42-23,38-19,25-11,13-4,1 4,-14 12,-25 22,-36 26,-44 27,-45 31,-37 15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40:54.06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110 294,'-2'21,"-1"13,0 10,1 4,0-1,1-4,3-8,1-9</inkml:trace>
  <inkml:trace contextRef="#ctx0" brushRef="#br0" timeOffset="263.827">3 53,'-2'0,"6"5,9 8,9 8,1 2</inkml:trace>
  <inkml:trace contextRef="#ctx0" brushRef="#br0" timeOffset="516.148">351 561,'17'-7,"0"0,0-1,-1-1,0-1,-1 0,0-2,-1 1,0-2,0 1,-2-2,0 0,0 0,-1-1,0-2,-9 14,-1 1,0 0,0 0,0 0,0-1,0 1,0-1,0 1,-1 0,1-1,-1 1,0-1,0 1,0-1,0 0,0 1,0-1,-1 1,1 0,-1-1,0 1,0-1,0 1,0 0,0-1,0 1,-1 0,1 0,-1 0,1 0,-1 0,0 1,0-1,1 0,-1 1,-1-1,1 1,0 0,0-1,0 1,-1 0,0 0,-3 0,1 0,-1 1,0-1,1 1,-1 0,0 1,0-1,1 1,-1 0,1 1,-1-1,1 1,-1 0,1 1,0-1,0 1,0 0,0 0,1 0,-1 1,1 0,0 0,0 0,0 0,1 1,-1-1,1 1,-1 2,0-2,0 1,1 0,-1 0,1 0,1 1,-1-1,1 1,0-1,0 1,1 0,0 0,0 0,1 0,0 0,0 0,0-1,1 1,0 0,1 0,-1 0,1-1,1 1,0 2,1-3,1 0,-1 0,1 0,0-1,1 0,-1 0,1 0,0-1,0 0,0 0,1 0,0-1,-1 0,1 0,0-1,0 0,2 0,124 13,-72-18</inkml:trace>
  <inkml:trace contextRef="#ctx0" brushRef="#br0" timeOffset="954.974">1019 321,'-10'-8,"-1"2,0-1,0 1,0 1,0 0,-1 1,0 0,0 0,0 1,0 1,-1 0,1 1,-1 0,1 1,-1 1,11-1,0 0,0 0,0 0,0 0,0 1,0-1,0 1,1 0,-1-1,0 1,0 0,0 0,1 0,-1 0,1 1,-1-1,1 0,-1 1,1-1,0 1,-1-1,1 1,0-1,0 1,0 0,1 0,-1 0,0-1,1 1,-1 0,1 0,-1 0,1 0,0 0,0 0,0 0,0 0,0 0,0 0,1 0,-1 0,1 0,-1 0,1-1,0 1,-1 0,1 0,0-1,0 1,2 1,7 11,2-1,0 0,0-1,1-1,1 0,0-1,0 0,1-1,0 0,7 2,6 5,162 103,-189-118,0-1,1 1,-1-1,0 1,0 0,1 0,-1-1,0 1,0 0,0 0,0 0,0 0,0 1,-1-1,1 0,0 0,0 0,-1 1,1-1,-1 0,1 1,-1-1,0 0,1 1,-1-1,0 1,0-1,0 0,0 1,0-1,0 1,-1-1,1 0,0 1,-1-1,1 0,-1 1,1-1,-1 0,0 0,1 1,-1-1,0 0,-6 3,0-1,-1 1,1-2,-1 1,0-1,1 0,-1-1,0 1,0-2,0 1,0-1,0 0,0-1,-2 0,7 1,0 1,0-1,0 0,0-1,0 1,0 0,0-1,0 1,1-1,-1 0,0 0,0 0,1-1,-1 1,0-1,1 1,0-1,-1 0,1 0,0 0,0 0,0 0,0-1,0 1,1 0,-1-1,1 0,-1 1,1-1,0 0,0 1,0-1,0 0,1 0,-1-3,4-5,0 0,0 0,1 1,1-1,0 1,0 0,1 0,0 1,1 0,0 0,1 0,-1 1,2 0,-1 0,6-2,4-6,0 1,1 1,1 1,1 0,0 2,0 0,1 2,0 0,1 1,13-2,-33 9,0 0,0 0,0 0,0 1,1-1,-1 1,0-1,0 1,1 0,-1 0,0 1,0-1,1 1,-1-1,0 1,0 0,0 0,0 1,0-1,0 1,0-1,-1 1,1 0,0 0,-1 0,1 0,-1 0,0 1,0-1,0 1,0 0,0 0,3 11,-1-1,0 1,-1 0,0 0,-2 1,1-1,-2 8,6 37,12 13,-18-70,1-1,-1 1,1 0,-1-1,1 1,0 0,0-1,0 1,0-1,0 1,0-1,0 0,0 1,1-1,-1 0,1 0,-1 0,1 0,-1 0,1 0,-1 0,1 0,0-1,-1 1,1-1,0 1,0-1,-1 0,1 0,0 0,0 0,0 0,-1 0,1 0,0 0,0-1,-1 1,1-1,13-6</inkml:trace>
  <inkml:trace contextRef="#ctx0" brushRef="#br0" timeOffset="1219.267">1366 0,'-11'9,"3"12,12 12,14 11,4-2</inkml:trace>
  <inkml:trace contextRef="#ctx0" brushRef="#br0" timeOffset="4482.623">1714 642,'15'-41,"-2"0,-1-1,-3 0,-1 0,-2-1,-2-6,-4 47,1-2,-1 0,0 1,0-1,0 0,0 0,-1 0,1 1,-1-1,0 0,0 0,-1 1,1-1,-1 1,1-1,-1 1,-1-1,3 4,-1-1,0 1,1 0,-1 0,1 0,-1 0,1-1,-1 1,1 0,-1 0,0 0,1 0,-1 0,1 1,-1-1,1 0,-1 0,1 0,-1 0,0 1,1-1,-1 0,1 0,0 1,-1-1,1 0,-1 1,1-1,-1 0,1 1,0-1,-1 1,1-1,0 1,-1-1,1 1,0-1,0 1,-1-1,1 1,0-1,0 1,0 0,0-1,0 1,0-1,0 1,0-1,0 1,0 0,0-1,0 1,0-1,1 1,-1-1,0 1,0-1,1 1,-1-1,0 1,0-1,1 1,-1-1,1 1,-1-1,0 0,1 1,-1-1,1 1,6 4,0 0,0 0,0 0,1-1,0 0,-1 0,2-1,-1 0,0 0,0-1,1 0,-1-1,6 1,-11-2,43 8,56 16,-98-21,0 1,-1 0,1 0,-1 0,0 0,0 1,-1-1,1 1,-1 0,0 0,0 0,-1 0,0 0,1 0,-2 0,1 0,0 1,-1-1,0 0,-1 0,1 0,-1 1,0-1,0 0,0 0,-1 0,0 0,0 1,-3 25,4-27,0 0,1 0,-1-1,1 1,0 0,0 0,0 0,0-1,1 1,-1 0,1 0,0-1,0 1,1 0,-1-1,1 1,0-1,0 0,0 0,0 1,0-1,1-1,-1 1,1 0,0 0,0-1,0 0,9 3,0-1,0 0,1-1,-1 0,1-1,0-1,0 0,-1 0,1-1,0-1,0 0,0-1,-1-1,1 0,9-3,-14 4,1 0,-1 0,1-1,-1 0,0 0,0-1,0 0,-1-1,1 1,-1-2,0 1,-1-1,1 0,-1 0,0 0,-1-1,1 0,-2 0,1-1,-1 1,0-1,0 0,-1 0,0-1,0 1,-1 0,0-1,0-4,-2 12,1 0,-1 0,0 0,1 0,-1 0,0 0,0 0,1 0,-1 0,0 0,0 0,0 0,0 1,-1-1,1 0,0 0,0 0,0 0,-1 0,1 0,-1 0,1 0,-1 0,1 0,-1 1,1-1,-1 0,0 0,1 1,-1-1,0 0,0 1,1-1,-1 1,0-1,0 1,0-1,0 1,0-1,0 1,0 0,1 0,-1-1,0 1,0 0,0 0,0 0,0 0,0 0,0 0,0 1,0-1,0 0,0 0,0 1,0-1,0 1,0-1,0 0,0 1,1 0,-1-1,0 1,0-1,1 1,-1 0,0 0,1-1,-1 1,0 1,-2 3,0 1,1 0,-1 0,1 0,1 0,-1 0,1 1,0-1,0 0,1 1,-1-1,2 1,-1-1,1 0,0 1,0-1,0 0,1 1,0-1,1 0,-1 0,1-1,0 1,0-1,1 1,0-1,0 0,0 0,0 0,1-1,0 0,0 0,0 0,0 0,1-1,0 0,17 10,0-2,1 0,0-2,1-1,0 0,23 2,64 12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41:13.33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1230 1124,'19'-54,"-3"-1,-2-1,-3 0,-2-1,-2 0,-3 0,-3 0,-2-12,-2 32,-2 0,-1 0,-2 1,-1 0,-2 0,-1 1,-2 0,-2 1,-18-29,21 42,-2 0,-1 1,-1 0,0 1,-1 1,-1 1,-1 1,0 1,-12-7,22 17,0 0,-1 1,1 1,-1-1,0 1,0 1,0 0,0 1,-1 0,1 1,0 0,-1 1,1 0,0 0,0 1,0 1,0 0,0 1,1 0,-1 0,1 1,0 0,1 1,-1 0,1 1,0 0,1 0,-1 1,1 0,-1 3,-49 56,3 1,4 4,-7 16,32-49,-3 7,1 0,3 3,2 0,2 1,2 1,3 1,1 0,-2 28,-45 312,44-258,6 1,5 1,9 88,27 37,-10-126,-13-51,-4 1,-4-1,-4 9,-2 109,8-172,1 6,-2 1,-1-1,-2 0,-6 25,-26 62,22-79,1 1,3 0,-5 43,11 150,6-170,-3 1,-3-1,-8 41,8-83,-20 102,6 1,0 86,19-117,5 1,4-1,7 15,43 251,-39-248,-6 0,-4 1,-4 98,-8 356,-13-141,15 94,13-149,-25 49,9-361,3-1,2 0,7 29,16 75,40 138,28 56,-60-223,-19-70,2-2,4 0,2-1,6 5,-24-57,14 27,2 0,1 0,19 23,-34-52,1-1,-1 0,1-1,1 0,0 0,0-1,0 0,1 0,0-1,0 0,1-1,-1 0,1-1,0 0,0-1,5 1,-7-3,0-1,1 0,-1 0,0-1,0 0,0 0,0-1,0 0,0-1,-1 0,1 0,-1-1,0 0,0-1,0 1,-1-2,3-1,13-11,-1-1,-1-2,-1 0,15-19,-12 9,-1 0,-2-2,-1 0,-2-1,-1-1,-2 0,-1-1,-2-1,2-13,11-69,-6-2,-2-31,-14 131,48-751,-17 371,20-9,1-12,27-457,-74 816,61-661,-63 279,-6 284,0 67,-4-1,-4 1,-4 0,-4 1,-6-7,-223-884,213 857,5-1,-2-57,-43-299,49 266,6-91,8 123,9 159,-4-36,4 1,6-63,-1 105,1 0,1 0,0 0,2 0,0 1,1 0,7-9,-4 7,-1-2,-1 1,-1-1,-1-1,0-3,-1-15,-3-1,-1 1,-2-1,-3-20,0-4,2 54,1 2,-1 0,0-1,-1 1,0 0,-1 0,0 0,0 0,-2 0,1 0,-3-4,-21-10,11 17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41:31.11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1,'0'6,"2"10,6 14,3 10,7 9,7 9,6 3,5-2,5-4,3-7,0-12,-7-11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41:31.50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429 0,'-35'21,"0"1,1 2,2 1,-27 27,15-13,-88 75,129-110,-1 1,0 0,1 0,0 0,0 0,0 0,1 1,0-1,0 1,0 0,1-1,0 1,0 0,0 0,1 0,0 0,0 0,0 0,2 4,-7 333,-14 85,19-375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41:34.68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83 54,'-8'13,"2"0,0 0,0 1,1 0,1 0,0 0,1 1,0 11,2-21,0 0,1-1,0 1,0 0,1 0,-1 0,1 0,0 0,0-1,1 1,-1 0,1-1,0 1,0-1,1 0,0 0,-1 0,1 0,0 0,1 0,-1-1,1 0,-1 1,1-1,0 0,0-1,5 3,-4-3,0 0,0 0,0-1,1 0,-1 0,1 0,-1 0,1-1,-1 0,1 0,-1 0,0-1,1 0,-1 0,1-1,-1 1,0-1,0 0,0 0,0-1,0 1,0-1,2-3,6-3,-1 0,-1-1,1-1,-2 0,1 0,-2-1,9-13,-13 17,0 0,0 0,-1 0,0-1,-1 0,0 0,0 0,-1 0,1-4,-3 9,1 1,-1-1,0 1,0-1,0 1,-1-1,1 1,-1 0,0-1,0 1,0 0,0 0,0-1,-1 1,1 0,-1 0,0 0,0 1,0-1,-1 0,1 1,0-1,-1 1,0 0,1 0,-1 0,0 0,-7-2,-1 0,1 1,-1 0,1 1,-1 0,0 0,0 1,0 1,0 0,1 0,-1 1,0 0,0 1,0 1,1-1,-1 2,1-1,0 1,0 1,0 0,1 0,0 1,-4 4,-40 50,39-31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41:35.50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1,'21'2,"17"1,17 0,12-3,6-2,3 0,-4 1,-8 2,-12 3,-13 1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41:35.78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0,'16'3,"16"2,17 1,16-1,12-1,8-2,-12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41:36.90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616 323,'-20'2,"-1"1,1 1,0 0,0 2,1 0,-1 1,1 1,1 1,-10 6,-1 0,0 2,1 1,1 1,0 1,2 2,0 0,2 2,1 0,0 2,2 0,1 1,1 1,2 1,0 1,2 0,1 0,2 2,1-1,1 5,6-25,2 0,-1 1,1-1,1 1,0-1,1 1,0 0,2 8,-2-17,0 1,0 0,0-1,0 1,1-1,0 1,-1-1,1 0,0 0,1 1,-1-1,1-1,-1 1,1 0,0-1,0 1,0-1,0 0,0 0,0 0,1 0,-1-1,1 0,-1 1,1-1,0 0,-1-1,2 1,8-2,0 0,0-1,-1 0,1-1,-1 0,0-1,0-1,0 0,0-1,-1 0,0 0,0-1,-1-1,0 0,0 0,8-9,17-13,-1-1,-1-1,-1-2,-2-2,-2-1,-1 0,-2-2,-2-1,-1-1,-3-1,-1-1,-2-1,-2 0,-2 0,-1-2,-3 1,-1-13,-6 41,-1 0,0 1,-2-1,0 0,-1 1,0-1,-6-14,6 24,1 0,-1 1,0-1,-1 1,1 0,-1 0,0 0,-1 0,0 1,1 0,-2 0,1 0,-1 1,1 0,-1 0,0 0,-1 0,1 1,-6-2,-2 2,1 1,-1 1,1 0,-1 0,0 2,1-1,-1 2,1 0,-1 0,1 2,0-1,0 2,0 0,1 0,0 1,0 0,0 1,0 1,1 0,1 1,-1-1,1 2,-4 5,4-4,1 1,0 0,1 0,0 1,1 0,1 0,0 1,0 0,2 0,-1 0,2 0,0 1,1-1,0 1,1 0,1 0,0-1,1 1,2 6,3 18,1-1,3-1,1 0,1 0,2-1,17 29,202 375,-214-395,-5-8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41:39.53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28 0,'0'16,"-2"14,-1 12,0 9,-2 5,1 5,0 1,1 2,1-4,1-5,1-8,0-6,0-9,0-14,0-15,0-7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41:40.37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308 498,'-8'2,"0"0,0 0,0 1,1 0,-1 1,1 0,0 0,0 0,0 1,1 0,-1 0,1 1,0 0,1 0,-5 6,-64 106,49-63,3 1,3 1,2 1,-7 46,20-89,3-11,-1 2,1-1,0 0,0 0,0 0,1 0,0 1,0-1,0 0,0 0,1 1,0-1,1 4,-1-8,0-1,0 1,-1-1,1 1,0-1,0 0,0 1,0-1,-1 0,1 0,0 1,0-1,0 0,0 0,0 0,0 0,0 0,-1 0,1 0,0-1,0 1,0 0,0 0,0-1,-1 1,1-1,0 1,0 0,0-1,-1 1,1-1,0 0,-1 1,1-1,0 0,19-15,-1-1,0-1,-1-1,-1 0,0-2,-2 0,0-1,-6 10,28-39,-3-1,-1-2,-3-2,-3 0,-2-2,-2-1,-3 0,-3-2,-2 0,-3-1,2-47,-12 98,-1-1,0 1,-1 0,0-1,-1 1,0 0,-1 0,0 0,-1 0,0 0,0 0,-1 1,-1-1,0 1,-5-9,8 18,0-1,0 0,0 0,0 1,0-1,0 1,0 0,0-1,-1 1,1 0,0 0,-1 1,1-1,-1 0,1 1,-1 0,1-1,-1 1,1 0,-1 0,1 0,-1 1,1-1,-1 1,1-1,-1 1,1 0,0 0,-1 0,1 0,0 0,0 1,-1-1,1 1,1-1,-1 1,-1 1,-61 78,38-27,3 2,3 0,2 2,3 0,2 1,2 0,3 12,0-17,3 0,2 0,2 1,4 16,-1-49,1-1,1 0,1 0,1 0,0-1,2 0,0 0,1 0,1-1,1-1,1 0,5 6,2-1,1-1,1-1,1-1,0-1,2-1,16 9,-8-8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41:40.74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73 278,'9'8,"0"-1,0 1,1-2,-1 0,2 0,-1 0,1-2,0 1,0-1,0-1,0 0,0 0,1-1,0-1,-1 0,1-1,0 0,-1 0,1-1,0-1,-1 0,1-1,-1 0,0 0,0-1,0-1,-1 0,1 0,-1-1,0-1,-1 1,6-7,-9 9,-1 0,0-1,0 0,0 0,-1 0,1-1,-2 1,1-1,0 0,-1 0,0-1,-1 1,1-1,-1 1,0-1,-1 0,0 0,0 1,0-1,-1 0,0 0,0 0,-1 0,0 0,0 0,0 0,-1 1,0-1,0 1,-1-1,0 1,0 0,-1 0,1 0,-1 0,-1 1,1-1,-1 1,0 0,0 1,0-1,-1 1,-3-2,0 1,0 2,0-1,0 1,0 1,0 0,-1 0,1 1,-1 0,1 0,-1 1,1 1,-1-1,0 2,1-1,0 1,-1 1,1-1,0 2,0-1,1 1,-2 1,-6 3,1 1,1 0,-1 1,1 1,1 0,0 1,1 0,0 1,0 0,2 1,-3 4,-35 91,36-65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41:41.38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52,'43'56,"-41"-55,-1 0,0 0,1 1,-1-1,1 0,-1-1,1 1,-1 0,1 0,0-1,-1 1,1-1,0 1,-1-1,1 0,0 0,0 0,-1 0,1 0,0 0,0 0,0 0,-1-1,1 1,0-1,-1 1,1-1,0 0,-1 1,1-1,-1 0,1 0,-1 0,0 0,1-1,-1 1,0 0,0-1,1 0,0 0,-1-1,1 1,-1 0,0-1,1 1,-1-1,-1 0,1 1,0-1,-1 0,1 0,-1 1,0-1,0 0,0 0,0 0,0 1,-1-1,1 0,-1 1,0-1,1 0,-1 1,-1-1,1 1,0-1,-1 1,1-1,-1 1,0 0,1 0,-1 0,0 0,0 0,-1 0,1 1,0-1,-1 1,1-1,-1 1,1 0,-1 0,1 0,-1 0,0 1,1-1,-1 1,0-1,0 1,0 0,1 0,-2 0,1 2,1-1,0 1,0-1,0 1,0-1,0 1,0 0,0 0,0 0,1 0,-1 1,1-1,0 0,-1 1,1-1,0 1,0-1,1 1,-1-1,0 1,1-1,0 1,-1 0,1-1,0 1,1 0,-1-1,0 1,1 0,-1-1,1 1,0-1,0 1,0-1,0 1,0-1,1 0,-1 1,1-1,12 25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42:11.94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292 781,'-10'-3,"-1"1,1 0,-1 0,1 1,-1 1,0 0,1 0,-1 1,1 0,-1 1,1 0,-1 1,1 0,0 1,0 0,1 0,-1 1,1 0,0 1,0 0,1 0,-1 1,2 0,-4 3,6-3,1-1,-1 0,1 1,0 0,0 0,1 1,0-1,0 0,1 1,0 0,-1 4,3-9,-1 0,1 0,0 0,0 0,0-1,1 1,-1 0,1 0,-1 0,1-1,0 1,0 0,0-1,0 1,1-1,-1 1,1-1,-1 1,1-1,0 0,0 0,0 0,0 0,1 0,-1-1,0 1,1-1,-1 1,1-1,-1 0,1 0,0 0,0 0,8 0,0 0,-1 0,1-2,0 1,-1-1,1-1,0 0,-1 0,0-1,1 0,-1-1,-1 0,1-1,0 0,-1-1,0 1,0-2,-1 1,0-1,0-1,-1 1,1-1,0-2,-3 4,1 0,-1 0,-1 0,1 0,-1-1,0 0,0 0,-1 0,0 0,0-1,-1 1,0-1,0 1,-1-1,0 0,0 0,-1 7,0 1,1 0,-1-1,0 1,0-1,0 1,1-1,-1 1,0-1,0 1,0 0,0-1,0 1,0-1,0 1,0-1,0 1,0-1,0 1,-1-1,1 1,0-1,0 1,0 0,0-1,-1 1,1-1,0 1,0 0,-1-1,1 1,0 0,-1-1,1 1,-1 0,1-1,0 1,-1 0,1 0,-1 0,1-1,0 1,-1 0,1 0,-1 0,1 0,-1 0,1 0,-1 0,1 0,-1 0,1 0,-1 0,1 0,0 0,-1 0,1 0,-1 0,1 1,-1-1,1 0,0 0,-1 1,1-1,-1 0,-18 27,16-23,1 1,1-1,-1 1,1 0,-1 0,1 0,1-1,-1 1,1 0,0 0,0 0,0 0,0 0,1 0,0 0,0 0,1 0,-1-1,1 1,0-1,0 1,1-1,-1 1,1-1,0 0,0 0,0-1,1 1,-1-1,1 1,0-1,0 0,0 0,2 0,11 4,0-1,0-1,0 0,0-2,1 0,0-1,-1 0,1-2,0 0,0-1,0 0,-1-2,1 0,-1-1,12-5,-19 7,-1 0,1-1,0-1,-1 0,0 0,0 0,0-1,-1-1,1 0,-1 0,0 0,-1-1,0 0,0 0,0-1,-1 0,0 0,-1-1,0 1,0-1,-1-1,0 1,0 0,-1-1,0 0,-1 0,0 1,-1-6,-12-21,10 35,1 1,0-1,-1 1,1-1,-1 1,1-1,-1 1,1-1,-1 1,1-1,-1 1,1 0,-1-1,0 1,1 0,-1 0,0-1,1 1,-1 0,0 0,1 0,-1 0,0 0,1 0,-1 0,0 0,1 0,-1 0,0 0,1 0,-1 1,0-1,1 0,-1 0,0 1,1-1,-1 0,1 1,-1-1,1 1,-1-1,1 1,-1-1,1 1,-1-1,1 1,-1-1,1 1,0 0,-1-1,1 1,0-1,-3 6,0 0,0 1,1-1,0 0,0 1,0-1,1 1,0 0,0-1,1 1,0 0,0 0,0-1,1 1,0 0,1-1,-1 1,1-1,0 1,1-1,0 1,0 0,1 1,1-1,-1 0,1 0,1-1,-1 1,1-1,0 0,0-1,1 1,-1-1,1-1,0 1,1-1,-1 0,1-1,0 0,0 0,0-1,0 1,0-2,0 1,1-1,-1-1,1 0,-1 0,0 0,1-1,-1 0,0-1,1 0,-1 0,0-1,0 0,-1 0,1 0,-1-1,1-1,3-2,-4 0,-1 0,1 0,-1-1,0 0,-1 0,0-1,0 1,-1-1,0 0,0 0,-1 0,0-1,-1 1,0-1,-1 0,0 0,0 1,-1-5,3 57,0-35,1 1,-1-1,2 0,-1 0,1-1,0 0,1 1,0-2,0 1,0-1,1 0,0 0,0 0,1-1,-1-1,7 4,6 2,0-1,0-1,1-1,0 0,0-2,8 1,-17-3,-1-1,1 0,0-1,0 0,0-1,0 0,0-1,0 0,-1-1,1 0,0-1,-1 0,1-1,-1 0,0-1,-1-1,1 1,-1-2,0 1,0-1,-1-1,0 0,0 0,-1-1,6-14,0-1,-2-1,0 0,-2-1,-1 0,-1-1,-1 0,-2 0,-1 0,0 0,-2-5,10-77,-4-1,-7-109,-4 195,-3 25,-8 76,7-28,2 0,3 1,1 0,2 0,3-1,2 1,2-1,2-1,2 1,3-2,1 0,2-1,3 0,3 1,-2-13</inkml:trace>
  <inkml:trace contextRef="#ctx0" brushRef="#br0" timeOffset="280.819">1415 380,'7'-2,"20"-1,26 2,27 2,24 2,16 4,-13-1</inkml:trace>
  <inkml:trace contextRef="#ctx0" brushRef="#br0" timeOffset="1916.27">2203 901,'2'9,"0"-1,1 0,0 0,0 0,1-1,0 1,0-1,1 0,0 0,0 0,1 0,0-1,0 0,0-1,1 1,-1-1,1 0,1-1,-1 0,1 0,0 0,-1-1,2 0,-1-1,0 0,0 0,4 0,-9-2,0 1,1-1,-1 0,0 0,0 0,1-1,-1 1,0-1,0 0,0 0,0 0,0 0,0 0,0-1,0 1,0-1,0 0,-1 0,1 0,-1 0,1-1,-1 1,0 0,0-1,0 0,0 1,-1-1,1 0,-1 0,0 0,1 0,-1 0,0 0,-1 0,1-1,-1 1,1 0,-1 0,0-1,0 1,-1 0,1 0,0-1,-1 1,0 0,0 0,-1-3,-3-4,0 0,-1 1,0 0,-1 0,0 0,0 1,-1 0,0 0,0 1,-1 0,0 0,0 1,0 1,-1-1,0 1,0 1,0 0,-1 0,1 1,-1 1,0-1,0 2,0 0,-3 0,11 0,0 0,0 1,1 0,-1-1,0 1,0 0,1 0,-1 1,0-1,0 0,1 1,-1 0,0 0,1 0,-1 0,0 0,1 0,0 1,-1-1,1 1,-2 1,5-3,-1 1,0 0,0 0,1 0,-1 0,1 0,-1-1,1 1,-1 0,1 0,-1-1,1 1,0 0,-1-1,1 1,0 0,-1-1,1 1,0-1,0 0,0 1,-1-1,1 1,0-1,0 0,0 0,0 0,0 1,0-1,0 0,0 0,0 0,29 5,0-1,1-1,0-1,21-3,-14 1,203 7,-238-7,0 0,-1 1,1-1,0 0,-1 1,1-1,-1 1,1 0,-1 0,1 0,-1 0,1 0,-1 1,0-1,0 1,0-1,0 1,0 0,0 0,0 0,0 0,-1 0,1 0,-1 0,0 1,1-1,-1 1,0-1,0 0,-1 1,1 0,0-1,-1 1,0-1,1 2,-9 46,3 24,6-72,0 0,0 1,1-1,-1 0,0 0,1 0,0 0,-1 0,1 0,0-1,0 1,0-1,0 1,0-1,0 0,0 1,0-1,1 0,-1-1,0 1,1 0,-1-1,1 1,-1-1,1 0,-1 1,1-1,68-7,-59 3,-1 1,1-1,-1-1,0 0,-1-1,1 0,-1-1,-1 0,1 0,-1-1,0 0,-1-1,0 0,0 0,-1 0,0-1,-1 0,0-1,0 0,-1 0,-1 0,0 0,0-2,-5 10,-4 17,4-8,-1 0,1-1,0 1,0 0,1 0,-1 0,1 0,1-1,-1 1,1 0,0 0,0 0,1-1,0 1,0-1,0 1,0-1,1 0,0 1,0-2,1 1,-1 0,1-1,0 1,0-1,1 0,0 0,2 0,0 0,0-1,0 0,0 0,0-1,1 0,-1 0,1-1,-1 0,1 0,0 0,-1-1,1-1,0 1,-1-1,1-1,-1 1,1-1,-1 0,0-1,1 0,-1 0,-1-1,2 0,4-3,0 0,0-1,-1-1,0 0,-1 0,0-1,0 0,-1-1,-1 0,0-1,0 1,5-12,-12 20,2-1,0-1,-1 0,0-1,0 1,0 0,0-1,-1 1,0-1,0 1,-1-1,1 0,-1-3,0 9,0-1,0 1,0-1,0 1,0 0,0-1,0 1,0 0,0-1,-1 1,1-1,0 1,0 0,0-1,0 1,0 0,-1-1,1 1,0 0,0-1,-1 1,1 0,0 0,-1-1,1 1,0 0,-1 0,1-1,0 1,-1 0,1 0,0 0,-1 0,1 0,0 0,-1 0,1-1,-1 1,1 0,0 0,-1 0,1 1,-1-1,1 0,0 0,-1 0,1 0,0 0,-1 0,1 0,0 1,-1-1,1 0,0 0,-1 0,1 1,0-1,-1 0,1 1,0-1,0 0,-1 1,1-1,0 0,0 1,-16 22,15-20,0 0,1 0,-1 0,1 0,0 0,0 0,0 1,0-1,0 0,1 0,-1 0,1 0,0 0,0 0,0 0,0-1,1 1,-1 0,1 0,0-1,-1 1,1-1,0 0,1 1,-1-1,0 0,1 0,-1 0,1-1,-1 1,1-1,1 1,96 38,-44-29,0-2,0-3,0-2,1-3,32-4,-88 3,15 1,0-2,0 1,0-2,0 0,0-1,-1-1,1 0,-1-1,0-1,0 0,-1-1,5-3,-17 7,0 1,0-1,0 1,0-1,-1 0,1 0,-1 0,0 0,0 0,0 0,0 0,0 0,-1 0,1 0,-1 0,0-1,0 1,0 0,-1 0,1 0,-1-1,1 1,-1 0,0 0,0 0,-1 0,1 0,0 0,-1 1,0-1,0 0,0 1,0-1,0 1,0 0,-1 0,1 0,-1 0,1 0,-1 0,0 1,0-1,0 1,0 0,0 0,0 0,-1-1,-8-3,-1 0,1 0,-1 1,0 0,0 1,0 1,0 0,0 1,0 0,-1 1,1 1,0 0,0 1,-1 0,0 1,12-2,-1-1,0 1,1 0,-1 0,0 1,1-1,-1 0,1 1,0 0,-1-1,1 1,0 0,0 0,0 0,1 1,-1-1,0 0,1 1,-1-1,1 1,0-1,0 1,0 0,0 0,0-1,1 1,-1 0,1 0,0 0,0-1,0 1,0 0,0 0,1 0,-1 0,1-1,0 1,0 0,0 0,0-1,0 1,0-1,1 1,-1-1,1 0,1 3,8 3,0 1,0-1,1-1,0 0,0-1,1 0,-1-1,1 0,1-1,-1-1,0 0,1 0,0-2,-1 0,1 0,0-1,1-1,76-4,-89 5,0 0,-1 1,1-1,0 0,0 1,-1 0,1-1,0 1,-1 0,1 0,-1 0,1 0,-1 0,1 0,-1 0,0 0,1 1,-1-1,0 0,0 1,0-1,0 1,0-1,0 3,18 18,-13-20,0 1,0-1,0-1,0 1,1-1,-1 0,0 0,1-1,-1 0,1 0,-1-1,0 1,1-2,-1 1,0 0,0-1,1 0,-1-1,-1 1,1-1,0 0,-1-1,0 1,1-1,-1 0,-1-1,1 1,-1-1,1 0,-1 0,-1 0,4-6,14-21,-2-2,-1 0,-2-1,-1-1,-2 0,-2-1,-1 0,4-35,3-2,-4 0,-2-1,-5 0,-2 0,-5-53,0 120,1 0,-1 0,0 0,-1 0,0 0,0 1,-1-1,0 1,0-1,0 1,-2-1,4 7,0 0,1 0,-1 0,0 0,0 0,0 0,0 1,0-1,0 0,0 1,0-1,0 1,-1-1,1 1,0-1,0 1,0 0,-1 0,1-1,0 1,0 0,-1 0,1 0,0 0,0 1,-1-1,1 0,0 0,0 1,0-1,-1 1,1-1,0 1,0-1,0 1,0 0,0 0,-1 0,-34 37,23-13,0-1,1 2,2 0,0 0,2 0,1 1,1 1,1-1,2 1,1-1,1 1,1 0,1 0,3 13,0-5,2 0,1 0,1 0,2-1,2-1,1 0,1-1,2 0,2-1,1-1,1 0,1-2,11 11,-28-35,-1 0,1 0,0-1,0 1,0-1,1 0,-1 0,1 0,0-1,0 1,1-1,-1-1,1 1,-1-1,1 0,0 0,0 0,-1-1,1 0,1 0,-1-1,0 0,0 0,0 0,0 0,0-1,0 0,0-1,0 1,1-2,8-8,1-1,-2-1,0-1,-1 0,0-1,-1 0,0-1,-2 0,0-1,0 0,0-3,27-43,-55 113,-5 47,23-95,0 1,0-1,0 0,0 1,0-1,0 1,1-1,-1 0,1 0,0 1,-1-1,1 0,0 0,0 0,1 0,-1 0,0 0,1 0,-1 0,1 0,-1-1,1 1,0 0,0-1,0 0,0 1,0-1,0 0,0 0,0 0,0 0,1-1,-1 1,0-1,1 1,-1-1,0 0,1 0,-1 0,1 0,10-2,-1 0,0-2,0 1,0-2,0 1,0-2,-1 1,0-1,0-1,-1 0,0-1,0 0,0-1,4-5,99-97,-147 199,35-83,-1 1,1-1,0 1,0-1,0 0,1 0,0 0,0 0,0 0,0 0,1 0,0-1,0 1,0-1,1 0,0 0,-1 0,1 0,0-1,1 0,-1 1,1-1,-1-1,1 1,0-1,0 0,0 0,0 0,1-1,-1 0,0 0,1 0,-1-1,0 1,1-1,-1-1,1 1,-1-1,2 0,18-5</inkml:trace>
  <inkml:trace contextRef="#ctx0" brushRef="#br0" timeOffset="2832.299">4209 380,'60'-11,"2"2,-1 3,29 3,-32 0,104-4,128-6,-1-11,107-31,-227 9,-122 19,-46 27,0-1,0 0,0 0,0 0,0 0,0 0,0 0,0 0,-1 0,1 0,0 0,-1 0,1 0,-1 0,1-1,-1 1,1 0,-1 0,0-1,0 1,0 0,0-1,0 1,0 0,0-1,0 1,0 0,0-1,-1 1,1 0,-1 0,1-1,-1 1,1 0,-1 0,0 0,-5-5,0 0,0 1,0 0,-1 0,0 1,0-1,0 2,-1-1,1 1,-1 0,0 1,0-1,0 2,-7-2,-4-2,1 1,-1 0,0 2,0 0,0 1,-1 0,1 2,0 1,0 0,-4 2,18-2,0 0,0 0,0 1,1 0,-1-1,1 2,0-1,0 0,0 1,0 0,1 0,-1 0,1 0,0 1,0-1,1 1,-1 0,1 0,0 0,0 0,1 0,-1 0,1 0,0 2,-6 130,11-82,2 0,3 0,3-1,1-1,4 0,1 0,3-2,5 7,-21-46,0-1,0 0,2-1,-1 1,1-1,0 0,1-1,0 0,1 0,0-1,0 0,9 5,-12-11,1-1,0-1,0 1,-1-1,1-1,0 1,0-1,-1 0,1-1,-1 1,1-1,-1 0,1-1,-1 0,0 0,0 0,-1-1,1 0,-1 0,1 0,-1-1,-1 1,5-6,126-131,-162 225,26-79,0-1,0 1,0-1,1 1,-1-1,1 1,0-1,1 1,-1-1,1 1,0-1,0 1,0-1,1 1,-1-1,1 0,0 0,0 0,1 0,-1 0,1-1,0 1,0-1,0 1,0-1,1 0,-1 0,1-1,0 1,0-1,0 0,0 0,2 1,1 0,1 0,0-1,0 0,-1 0,1-1,1 0,-1 0,0-1,0 0,0-1,0 0,0 0,0 0,0-1,0 0,-1-1,1 0,-1 0,1 0,-1-1,6-4,4-4,0 0,-2-1,1-1,-2-1,0 0,0 0,-2-2,1 0,-3 3,-11 70,1-51,1 0,0 0,0 1,1-1,-1 0,1-1,0 1,1 0,-1 0,1-1,0 0,0 1,0-1,0 0,1 0,0-1,0 1,0-1,0 0,0 0,1 0,-1-1,1 1,0-1,0 0,0 0,0-1,1 1,10 2,1 0,-1-1,1-1,0-1,0 0,0-1,0-1,4 0,-12 0,-1 1,1-1,-1-1,1 0,-1 0,0 0,1-1,-1 0,0-1,-1 0,1 0,-1-1,0 0,0 0,0 0,-1-1,1 0,-2 0,1-1,-1 0,0 0,2-4,-6 10,-1-1,0 1,1-1,-1 1,0 0,0-1,0 1,0-1,-1 1,1-1,0 1,-1-1,1 1,-1 0,1-1,-1 1,1 0,-1-1,0 1,0 0,0 0,0 0,0 0,0 0,0 0,0 0,0 0,0 0,-1 0,1 1,0-1,0 0,-1 1,1-1,-1 1,1-1,0 1,-1 0,1 0,-1 0,1 0,-1 0,1 0,-1 0,1 0,0 0,-1 1,1-1,-1 0,1 1,-2 0,-14 2</inkml:trace>
  <inkml:trace contextRef="#ctx0" brushRef="#br0" timeOffset="3222.484">6855 446,'-15'14,"-11"11,-3 10,4 7,6 2,7 1,4-3,4-3,3-5,4-8,1-8</inkml:trace>
  <inkml:trace contextRef="#ctx0" brushRef="#br0" timeOffset="3512.751">6668 45,'-11'-11,"0"-2,10 2,4 2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42:08.32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1166,'80'-217,"-31"72,-49 144,0 0,0-1,0 1,0 0,0 0,0-1,0 1,1 0,-1 0,0 0,1 0,-1 0,1-1,-1 1,1 0,0 0,-1 0,1 0,0 0,0 1,0-1,0 0,0 0,0 0,0 1,0-1,0 1,0-1,0 1,0-1,0 1,0-1,1 1,-1 0,0 0,0 0,0-1,1 1,-1 0,0 1,0-1,1 0,-1 0,0 0,0 1,0-1,0 1,0-1,1 1,-1-1,0 1,0 0,0-1,0 1,0 0,-1 0,1 0,14 18,0 0,-2 2,-1 0,0 0,-1 1,-2 1,2 7,-5-18,-1 0,-1 0,0 1,-1-1,-1 1,1 0,-2 0,0 0,0 0,-2 11,0-21,0 0,0 0,0 0,0 0,-1 0,1 0,-1 0,0-1,0 1,0-1,0 1,0-1,0 0,0 0,-1 0,1 0,-1 0,0-1,0 1,1-1,-1 1,0-1,-3 1,-18 4</inkml:trace>
  <inkml:trace contextRef="#ctx0" brushRef="#br0" timeOffset="889.377">735 792,'-12'-1,"0"2,0 0,0 0,0 1,0 1,0 0,1 0,-1 1,1 0,0 1,0 1,0 0,1 0,0 1,0 0,1 1,0 0,0 0,1 1,0 1,0-1,1 1,0 0,1 0,0 1,0 2,5-10,-1-1,1 1,-1 0,1 0,0-1,0 1,0 0,1 0,-1 0,1 1,-1-1,1 0,0 0,0 0,1 0,-1 0,1 0,-1 0,1 0,0 0,0 0,0 0,0 0,1-1,-1 1,1 0,0-1,0 1,0-1,0 0,0 0,0 0,1 0,-1 0,1 0,-1 0,1-1,0 1,-1-1,1 0,0 0,1 1,14 0,1-1,-1 0,1-2,-1 0,1-1,-1 0,0-2,0 0,0-1,-1-1,0-1,0 0,0-1,-1-1,14-10,-10 8,0-1,-1-1,-1-1,-1-1,0 0,0-2,-2 1,0-2,-1 0,-1-1,0 0,-2-1,0 0,-1-1,-1 0,-1-2,1-8,-1-1,-1-1,-2 1,-1-1,-2 0,-1 0,-1 1,-2-1,-2 0,-1 0,-1 1,-1 0,-2 0,-2 1,-1 0,-1 1,-8-13,16 34,0 0,-1 0,0 1,0 0,-1 0,0 0,0 1,-1 0,0 0,-1 1,1 0,-1 0,-8-3,15 8,0 0,0 1,0-1,0 1,0-1,-1 1,1 0,0 0,0 0,0 0,-1 0,1 0,0 1,0-1,0 1,0 0,0-1,-1 1,1 0,1 0,-1 0,0 0,0 1,0-1,1 1,-1-1,0 1,1-1,-1 1,1 0,0-1,-1 3,-25 70,23-45,2 0,0 0,2 0,2 0,0 0,2 0,1 0,1-1,2 0,6 16,9 15,2 0,3-2,2-1,13 16,169 248,-187-274,-22-77,-5 18,0 0,2 1,-1-1,2 0,-1 0,2 1,0-1,0 1,1-1,1 1,0 0,1 0,0 1,0-1,2 1,3-5,-9 14,0 1,0 0,0-1,0 1,0 0,1 0,-1 0,0 0,1 0,-1 0,1 1,-1-1,1 0,-1 1,1-1,0 1,-1-1,1 1,0 0,-1 0,1 0,0 0,-1 0,1 0,0 0,-1 0,1 1,0-1,-1 1,1-1,-1 1,1 0,-1-1,1 1,-1 0,1 0,-1 0,0 0,1 1,36 57,-17-2,31 66,-48-117,-1-1,1 0,0 0,1 0,-1 0,1-1,0 1,0-1,0-1,0 1,1-1,-1 0,1 0,0 0,0-1,0 0,0 0,1-1,0 1,5-2,1 0,-1 0,1-1,-1-1,0 0,1-1,-1 0,0-1,-1 0,1-1,-1 0,0-1,0 0,-1-1,1 0,-1-1,-1 0,0 0,0-1,0 0,-1-1,-1 0,0 0,0 0,-1-1,0 0,-1-1,4-10,-7 18,0 1,-1 0,0 0,1-1,-1 1,0-1,-1 1,1-1,-1 0,1 1,-1-1,0 1,-1-1,1 0,0 1,-1-1,0 1,0-1,0 1,0-1,-1 1,1 0,-1 0,0-1,0 1,0 0,0 1,0-1,-1 0,0 1,1-1,-1 1,0 0,0 0,0 0,0 0,0 0,-1 1,1 0,0-1,-1 1,-3 2,0 1,0-1,0 1,0 1,1-1,-1 1,1 0,-1 0,1 1,0 0,0 0,1 1,-1-1,1 1,0 0,0 1,1-1,0 1,0 0,0 0,0 0,1 1,0-1,1 1,-1 0,1 0,0 0,1 0,0 0,0 0,0 4,1-6,0 1,0-1,0 0,1 0,0 1,0-1,0 0,1 0,-1 0,1 0,0 0,1 0,-1 0,1-1,0 1,0-1,1 0,-1 0,1 0,0 0,0-1,0 0,0 1,1-2,-1 1,1 0,4 1,8 4,1-2,0 0,0 0,0-2,1 0,0-2,3 1,36 1</inkml:trace>
  <inkml:trace contextRef="#ctx0" brushRef="#br0" timeOffset="1964.273">2152 831,'-5'6,"0"0,1 0,0 0,0 0,0 1,1 0,0 0,0 0,1 0,0 0,0 0,0 1,1-1,0 1,1-1,0 1,0-1,1 1,-1-1,1 1,1-1,0 0,0 0,0 1,1-1,0-1,0 1,1 0,0-1,0 1,3 2,1-3,-1 0,1 0,1-1,-1 0,1 0,0-1,0 0,0-1,0 0,1 0,-1-1,1 0,-1-1,1 0,0 0,0-1,0-1,-1 1,1-2,0 1,-1-1,1-1,-1 0,6-2,-9 1,0 0,0-1,0 1,-1-1,1-1,-1 1,0-1,-1 0,1 0,-1 0,-1-1,1 1,-1-1,0 0,0 0,-1 0,0 0,0 0,-1-1,0 1,0-1,-1 1,0-1,0 1,-1-7,1 13,1-1,-1 1,0-1,0 1,1-1,-1 0,0 1,0-1,0 1,-1-1,1 1,0-1,-1 0,1 1,-1-1,1 1,-1 0,0-1,1 1,-1-1,0 1,0 0,0 0,0-1,0 1,0 0,0 0,-1 0,1 0,0 0,-1 1,1-1,0 0,-1 1,1-1,-1 0,1 1,-1 0,0-1,1 1,-1 0,1 0,-1 0,1 0,-1 0,0 0,1 0,-1 1,1-1,-1 1,1-1,-1 1,1-1,-1 1,-1 4,-1 0,1 0,0 0,1 0,-1 0,1 1,0-1,0 1,1-1,-1 1,1 0,1-1,-1 1,1 0,0 0,0 0,1-1,0 1,0 0,0 0,0-1,1 1,0-1,0 1,1-1,0 0,0 0,0 0,0 0,1-1,-1 1,1-1,1 1,6 1,0 0,0-1,0 0,1-1,-1 0,1-1,0-1,0 1,0-2,0 0,1 0,-1-1,0-1,0 0,1 0,-1-1,6-3,-7 4,0-1,0 0,0 0,-1-2,1 1,-1-1,0-1,0 0,0 0,-1-1,0 0,0-1,0 0,-1 0,0-1,-1 0,1 0,-1-1,-1 0,0 0,0-1,-1 0,0 0,-1 0,0 0,0-1,-1 1,-1-1,1-1,-11-12,8 24,-1 0,1 0,0 0,-1 0,1-1,-1 1,1 0,-1 0,1 0,-1 0,1 0,-1 0,1 0,0 0,-1 0,1 1,-1-1,1 0,-1 0,1 0,0 0,-1 1,1-1,-1 0,1 0,0 1,-1-1,1 0,0 1,-1-1,1 0,0 1,0-1,-1 0,1 1,0-1,0 1,-1-1,1 1,0-1,0 0,0 1,0-1,0 1,0-1,0 1,0-1,0 1,0-1,-2 7,1-1,0 0,0 1,0-1,1 1,-1-1,2 1,-1-1,1 0,0 1,0-1,1 1,0-1,0 0,0 0,1 0,0 0,0-1,0 1,1-1,0 0,0 0,0 0,1 0,-1-1,1 0,0 0,1 0,-1 0,1-1,-1 0,1 0,0 0,0-1,0 0,3 0,4 3,0-1,0-1,0 0,0-1,1-1,-1 0,1 0,-1-1,1-1,-1-1,0 1,1-2,-1 0,0-1,-1 0,1-1,-1 0,1-1,-2 0,1-1,-1-1,0 0,0 0,-1-1,0 0,-1-1,0 0,0 0,-1-1,-1 0,0-1,0 1,-1-1,1-5,-5 13,0-1,0 1,-1-1,1 0,-1 0,0 0,-1 0,1 0,-1 0,0 0,0 0,-1 0,1 0,-1 0,0 0,-1 0,1 1,-1-1,0 0,0 1,-2-5,1 9,0-1,0 1,0 0,0 0,0 0,0 0,0 0,0 0,0 1,0 0,0-1,1 1,-1 0,0 0,0 1,1-1,-1 1,1-1,-1 1,1 0,0 0,0 0,-1 0,1 0,1 0,-1 1,0-1,1 1,-1-1,1 1,-1 0,1 0,-3 2,0 0,1 1,-1 0,1 0,0 0,1 0,-1 0,1 1,1-1,-1 1,1-1,0 1,0-1,1 1,0 0,0-1,1 1,0 0,0-1,0 1,1-1,0 1,0-1,1 0,0 0,0 0,0 0,1 0,-1-1,1 1,1-1,-1 0,1-1,0 1,0-1,4 3,9 0,0-1,0 0,1-2,0 0,0-1,0 0,0-2,1 0,-1-2,0 0,0-1,1-1,-2 0,1-2,0 0,8-4,-14 6,-1-1,0 0,0 0,0-1,0-1,-1 0,0 0,0-1,-1 0,0-1,0 0,-1-1,0 0,0-1,-1 0,0 0,-1 0,0-1,-1 0,0-1,-1 1,0-1,-1 0,0 0,0-6,-2 9,0 0,-1-1,-1 1,1-1,-2 1,1-1,-1 1,-1 0,1-1,-2 1,-1-6,4 15,0-1,0 1,0-1,0 1,0-1,0 1,0 0,0-1,-1 1,1 0,0-1,0 1,0-1,0 1,-1 0,1-1,0 1,0 0,-1-1,1 1,0 0,-1 0,1-1,0 1,-1 0,1 0,0-1,-1 1,1 0,-1 0,1 0,0 0,-1 0,1 0,-1 0,1 0,0 0,-1 0,1 0,-1 0,1 0,0 0,-1 0,1 0,-1 0,1 0,0 0,-1 1,1-1,0 0,-1 0,1 0,0 1,-1-1,1 0,0 0,-1 1,1-1,0 0,0 1,-11 24,10-12,1 0,1 0,0-1,0 1,1 0,1-1,0 1,1-1,0 0,1 0,0 0,1-1,1 0,-1 0,2 0,-1-1,1 0,1-1,0 0,0 0,1 0,0-2,1 1,0-1,0-1,0 0,1 0,8 2,-15-5,0 0,1-1,-1 0,1 0,0 0,0-1,0 0,0 0,0 0,0-1,0 1,0-2,0 1,0-1,0 0,0 0,0 0,0-1,-1 0,1 0,0-1,-1 1,0-1,0 0,0-1,0 1,0-1,0-1,5-11</inkml:trace>
  <inkml:trace contextRef="#ctx0" brushRef="#br0" timeOffset="2214.809">3864 337,'-9'-7,"-1"-2,4 0,2 2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42:06.38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2877 308,'-15'-5,"-1"0,0 1,0 1,-1 0,1 1,-1 1,1 1,-1 0,-13 2,23-1,-1 0,1 0,0 1,0 0,0 0,0 1,0 0,0 0,1 0,-1 1,1 0,0 1,0-1,1 1,-1 0,1 0,0 1,1-1,-1 1,1 0,0 1,-3 5,6-9,0-1,1 1,-1 0,0-1,1 1,-1 0,1-1,0 1,0 0,0-1,0 1,1 0,-1 0,1-1,-1 1,1-1,0 1,0 0,0-1,0 0,1 1,-1-1,1 0,-1 1,1-1,0 0,0 0,0-1,0 1,0 0,0 0,0-1,1 0,-1 1,1-1,-1 0,1 0,0 0,148 48,-27-12,-120-37,-1 1,0 0,1 0,-1 0,0 0,0 0,0 1,0 0,0-1,0 1,0 0,-1 1,1-1,-1 0,1 1,-1-1,0 1,0 0,0 0,0-1,-1 1,1 1,-1-1,0 0,0 0,0 0,0 1,0-1,-1 0,0 1,1-1,-1 1,0-1,-1 0,1 1,-1-1,1 1,-1-1,-1 1,-5 6,-1-1,0 0,-1-1,0 0,0-1,-1 1,0-2,0 1,-1-2,1 1,-1-1,0-1,-1 0,1-1,-1 0,-6 1,-11 2,0-1,0-1,-1-1,0-2,-3-1,-8-9,35 2</inkml:trace>
  <inkml:trace contextRef="#ctx0" brushRef="#br0" timeOffset="-2625.554">3 937,'-2'0,"1"0,1 0</inkml:trace>
  <inkml:trace contextRef="#ctx0" brushRef="#br0" timeOffset="-1837.144">805 82,'0'-3,"0"7,0 11,2 17,1 19,0 17,0 14,-4 10,-3 5,-4-2,0-9,1-12,2-14,2-17</inkml:trace>
  <inkml:trace contextRef="#ctx0" brushRef="#br0" timeOffset="-1565.871">377 55,'-20'-3,"-14"0,-4 1,4-1,10 4,20 3,21 4,26 0,29-1,27-7,23-7,19-5,11-5,-1-2,-26 2</inkml:trace>
  <inkml:trace contextRef="#ctx0" brushRef="#br0" timeOffset="-817.359">1059 777,'16'-54,"-3"15,-3-1,-1-1,-2 1,-1-1,-3-1,-1-40,-2 79,1-1,-1 1,0-1,0 1,-1 0,1-1,-1 1,0 0,1-1,-2 1,1 0,0 0,0 0,-1 0,0 0,0 0,0 0,0 0,0 1,0-1,-1 1,1 0,-1 0,1-1,-3 0,3 4,1 0,-1 0,0 0,1 0,-1 0,1 0,0 0,-1 0,1 0,0 1,0-1,-1 0,1 1,0-1,1 1,-1 0,0-1,0 1,1 0,-1-1,1 1,-1 0,1 0,0-1,-1 1,1 0,0 0,0 0,1-1,-1 1,0 0,0 0,1 0,0 1,0 0,0 0,1 1,-1-1,1 0,0 0,0 0,0 0,0 0,1 0,-1-1,1 1,-1-1,1 1,0-1,0 0,0 0,0-1,0 1,1 0,-1-1,0 0,1 0,-1 0,2 0,87 11,-45-12,-1-3,0-1,44-11,-53 8,-35 6,-1 1,1-1,0 0,-1 1,1-1,0 1,-1-1,1 1,0 0,-1-1,1 1,0 0,0 0,-1 1,1-1,0 0,0 0,-1 1,1-1,0 1,-1 0,1-1,-1 1,1 0,-1 0,1 0,-1 0,1 0,-1 0,0 0,0 1,1-1,-1 0,0 1,0-1,0 1,-1-1,1 1,0 0,-1-1,1 1,-1 0,1-1,-1 1,0 0,-7 76,4-70,1-1,1 1,-1-1,1 1,0 0,1 0,0-1,0 1,1 0,0 0,0-1,0 1,1-1,1 1,-1-1,1 0,0 0,1 0,0 0,0 0,0-1,3 3,4-2,0 0,0-1,1-1,-1 0,1 0,0-1,1-1,-1 0,1-1,-1 0,1-1,0 0,0-1,-1 0,12-3,73-6,-55 2</inkml:trace>
  <inkml:trace contextRef="#ctx0" brushRef="#br0" timeOffset="-425.861">2075 630,'1'-2,"8"-10,0 1,-1-1,0-1,-1 1,0-1,-1-1,-1 1,0-1,-1 0,1-9,-4 21,-1 0,0 0,0 0,-1 0,1 1,0-1,-1 0,1 0,-1 0,1 1,-1-1,0 0,0 1,1-1,-1 0,-1 1,1-1,0 1,0 0,0-1,-1 1,1 0,-1 0,1 0,-1 0,1 0,-1 0,0 0,1 0,-1 1,0-1,0 1,0-1,1 1,-1 0,0-1,0 1,-71 7,62-4,1 1,0 0,0 1,0 0,1 0,0 1,0 1,0-1,1 1,0 1,0-1,1 2,0-1,0 1,1 0,0 0,1 0,0 1,0 0,-1 6,5-13,0 1,0-1,0 1,1-1,0 1,-1-1,1 1,1-1,-1 1,0-1,1 1,0-1,0 1,0-1,0 1,0-1,1 0,-1 0,1 0,0 0,0 0,0 0,0 0,1-1,-1 1,1-1,0 1,-1-1,1 0,0 0,0-1,0 1,1 0,-1-1,1 0,4 3,1-1,-1-1,1 0,0 0,0-1,-1 0,1 0,0-1,0 0,0-1,0 0,0 0,6-2,-9 0,0 1,0-1,0 1,0-2,0 1,0-1,-1 0,0 0,0 0,0-1,0 1,-1-1,1-1,-1 1,-1 0,1-1,-1 0,0 0,0 0,-1 0,1-1,-1 1,-1 0,1-1,-1 0,-1 1,1-1,-1 1,0-1,0 0,-1 1,0-1,0 0,-1 1,1-1,-2 1,1 0,-1-2,3 7,0 0,0 0,0 0,0 1,0-1,0 0,0 0,-1 0,1 0,0 1,0-1,-1 0,1 0,0 1,-1-1,1 0,-1 0,1 1,-1-1,1 0,-1 1,1-1,-1 1,0-1,1 1,-1-1,0 1,1-1,-1 1,0 0,0-1,0 1,1 0,-1 0,0-1,0 1,0 0,0 0,1 0,-1 0,0 0,0 0,0 0,0 1,1-1,-1 0,0 0,0 1,0-1,1 0,-1 1,0-1,1 1,-1-1,0 1,1-1,-1 1,0-1,1 1,-1 0,-1 6,0 1,1 0,0 0,0 0,0 0,1 0,0 0,1-1,0 1,0 0,1 0,0 0,0-1,1 1,0-1,0 0,1 1,-1-1,2-1,-1 1,1-1,0 0,0 0,1 0,-1 0,1-1,1 0,4 2,29 13,-2-5</inkml:trace>
  <inkml:trace contextRef="#ctx0" brushRef="#br0" timeOffset="1346.902">3345 589,'-14'-22,"-2"1,0 0,-1 1,-2 0,0 2,-20-16,37 33,0-1,0 0,0 1,-1-1,1 1,0 0,-1 0,1 0,-1 0,1 0,-1 1,0-1,1 1,-1 0,0-1,1 1,-1 1,0-1,0 0,1 0,-1 1,1 0,-1-1,0 1,1 0,0 0,-1 1,1-1,-1 0,1 1,0-1,0 1,0 0,0 0,0 0,0 0,1 0,-1 0,-1 2,-4 7,0-1,1 1,0 0,0 0,2 0,-1 1,1-1,1 1,0 1,0-1,2 0,-1 0,2 1,-1 5,2-14,-1 0,1 0,0 0,-1-1,2 1,-1 0,0-1,1 1,-1-1,1 1,0-1,0 0,1 0,-1 0,1 0,-1 0,1-1,0 1,0-1,0 1,0-1,1 0,-1 0,1-1,-1 1,1-1,-1 0,1 0,0 0,-1 0,1 0,0-1,0 0,0 0,0 0,-1 0,4-1,3 0,-1 0,0-1,1-1,-1 1,0-1,0-1,-1 0,1 0,-1 0,0-1,0-1,0 1,-1-1,1-1,-1 1,-1-1,0 0,0-1,0 0,-1 1,0-2,0 1,-1-1,0 1,-1-1,0 0,1-4,-2-2,-11 35,8-15,0 1,1 0,-1 0,2 0,-1 0,0 0,1 0,0 0,1-1,-1 1,1 0,0-1,0 1,1-1,0 0,0 1,0-1,0-1,1 1,0 0,0-1,0 0,0 0,1 0,0-1,0 1,0-1,0 0,0 0,0-1,2 1,0 0,1 1,0-1,0 0,0-1,1 0,-1 0,1 0,-1-1,1-1,-1 0,1 0,-1 0,1-1,-1 0,1-1,-1 0,0 0,0-1,0 0,0 0,0-1,0 0,-1 0,0-1,0 0,0 0,-1-1,0 0,0 0,0 0,0-1,-1 0,-1 0,1 0,-1-1,0 1,0-2,-1-3,-1 0,-1-1,0 1,0 0,-1-1,0 1,-2 0,1 0,-1-1,-1 1,0 0,-1 0,4 11,-1 0,1 0,0 0,-1 0,1 0,0 0,0 0,0 0,0-1,0 1,0 0,0 0,0 0,0 0,1 0,-1 0,0 0,1 0,-1 0,1 0,-1 0,1 0,-1 0,1 0,0 1,-1-1,1 0,0 0,0 1,0-1,0 0,-1 1,1-1,0 1,0-1,0 1,0-1,0 1,0 0,0-1,1 1,-1 0,0 0,0 0,0 0,0 0,0 0,0 0,0 0,0 1,0-1,0 0,0 0,0 1,0-1,0 1,0-1,1 1,19 0,0 1,0 1,0 1,-1 1,1 0,-1 2,0 0,-1 2,1 0,-2 1,1 0,-1 2,-13-6,-1-1,1 1,-1 0,0 1,0-1,-1 0,0 1,0 0,-1 0,1 0,-2 0,1 0,-1 1,0-1,0 0,-1 1,0-1,0 0,-1 1,-1 3,1-1,1-1,0 0,0 1,1-1,0 0,0 0,1 0,0 1,1-2,0 1,0 0,3 4,1-6,0-1,1 0,-1 0,1-1,1 0,-1 0,0-1,1 0,0 0,0-1,0 0,1-1,-1 0,0 0,1-1,0-1,-1 1,1-1,-1-1,6 0,7 1,0 0,1-1,-1-2,0 0,0-1,0-1,-1-1,0-1,0-1,0-1,-1-1,0 0,-1-2,0 0,0-2,-13 8,0 0,0 0,0-1,-1 1,0-1,-1-1,1 1,-1-1,-1 1,1-1,-2 0,3-7,-4 11,0 0,0 0,-1 1,0-1,1 0,-1 0,-1 0,1 0,0 1,-1-1,0 0,0 0,0 1,0-1,-1 1,1-1,-1 1,0-1,0 1,0 0,-1 0,1 0,-1 0,1 0,-1 1,0-1,0 1,0 0,-1-1,-1 1,0 0,0-1,-1 1,1 1,-1-1,1 1,-1 0,1 0,-1 1,0 0,1 0,-1 0,0 0,1 1,-1 0,1 0,-1 1,1 0,0-1,-1 2,1-1,0 1,0 0,1 0,-1 0,0 0,1 1,0 0,0 0,-2 3,2-4,0 1,1 0,-1 0,1 0,0 1,0-1,0 1,1-1,0 1,0 0,0 0,0 0,1 0,0 0,0 1,0-1,1 0,0 0,0 1,0-1,0 0,1 1,0-1,0 0,1 0,-1 0,1 0,0 0,0 0,1-1,-1 1,4 3,8 4,0-1,0-1,1 0,1-1,0 0,0-2,0 0,1 0,0-2,0 0,1-1,-1-1,1 0,0-1,1-1,46 6,1-1,-1-4,1-3,-1-2,1-4,-1-2,14-6,-62 12,1-1,-1 0,0-2,0 0,0 0,-1-2,0 0,0-1,-1 0,0-1,0-2,-12 10,-1 0,0 0,1-1,-1 1,0-1,0 1,-1-1,1 1,0-1,-1 0,0 0,1 0,-1 0,0 0,-1 0,1 0,0-1,-1 1,0 0,0 0,0 0,0-1,0 1,-1 0,1 0,-1 0,0 0,0 0,0 0,-1 0,1 0,0 0,-1 0,0 1,0-1,0 1,0-1,0 1,0 0,-1-1,1 1,-1 0,1 1,-1-1,0 0,-8-4,0 1,0-1,0 2,-1-1,0 2,1 0,-1 0,-1 1,1 0,0 1,0 0,-1 1,1 1,0 0,0 1,0 0,0 0,0 2,0-1,-8 5,15-5,0 0,0 1,1 0,-1 0,1 0,0 1,0-1,0 1,1 0,-1 0,1 1,1-1,-1 0,1 1,0 0,0-1,0 1,1 0,0 0,0 0,0 0,1 0,0 0,0 0,1 0,0 0,0 0,0 0,0 0,1 0,0 0,1-1,-1 1,1-1,0 0,0 1,1-1,-1-1,1 1,0 0,1-1,-1 0,1 0,-1 0,1-1,0 0,1 0,-1 0,1 0,-1-1,1 0,0 0,-1 0,1-1,0 0,0 0,0 0,0-1,0 0,1 0,-1-1,4 0,1-4,0 0,0 0,-1-1,0 0,0-1,0 0,-1 0,0-1,0-1,-1 1,0-1,-1-1,0 1,0-1,-1-1,-1 1,0-1,0 0,-1 0,0 0,-1-1,1-4,18 52,-14-28,1 0,0-1,0 0,0 0,1-1,-1 0,1-1,1 0,-1-1,1 0,0 0,0-1,0-1,4 1,212 27,-104-24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43:42.66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1525 962,'0'488,"25"-151,34 311,-28-323,-25 16,-7-206,1 313,-26-110,9-59,-4-190,10-70</inkml:trace>
  <inkml:trace contextRef="#ctx0" brushRef="#br0" timeOffset="1">1538 1056,'-24'-72,"-7"-73,-11-130,24 135,-39-226,54 308,11 67,-4 0,0 0,0-1,1 1,1-1,-1 0,1-1,1 1,0-1,0-1,0 1,0-1,1 0,0-1,0 1,1-2,0 1,0-1,5 1,19 2,0-3,0 0,0-2,0-2,11-2,44 2,1111 37,-227 1,-380 14,-362-60,-229 8,1 0,-1 0,0 0,1 0,-1 0,0 0,1 0,-1 1,0-1,0 0,1 1,-1-1,0 1,0 0,0-1,0 1,0 0,0 0,0-1,0 1,0 0,0 0,0 0,0 0,-1 0,1 1,0-1,-1 0,1 0,-1 0,1 1,-1-1,0 0,1 0,-1 1,0-1,0 1,-3 52,2-48,-67 364,60-231,6 1,15 130,1 29,-14-225,1 44,4 0,15 72,2-67,20 162,-9 202,-22-104,-11-225,15 101,-3-156,15 193,-27-247,1 34,3-1,7 30,26 77,12 96,-45-236,2 0,2 0,3 0,1-1,3-1,12 25,-16-47,-1 0,-1 1,-1-1,-1 2,-1-1,-1 4,0 4,-2-25</inkml:trace>
  <inkml:trace contextRef="#ctx0" brushRef="#br0" timeOffset="2">1484 4357,'14'673,"-14"-626,0 217,-21 132,14-339,2-23,1 1,2 0,2 0,1 5,-1-38,0 1,0-1,0 1,0-1,1 1,-1-1,1 0,0 1,-1-1,1 0,0 0,0 1,1-1,-1 0,0 0,1 0,-1 0,1 0,0-1,-1 1,1 0,0-1,0 1,0-1,0 0,1 0,-1 0,0 0,0 0,1 0,-1 0,2-1,20 2,0-1,-1-1,1-1,0-1,-1-1,9-4,45-4,69 3,-1 7,31 7,35 1,850-7,-352-14,-569 13,1-6,92-18,-118 23,-100 6,0-2,0 0,0-1,0 0,0-2,0 1,0-2,0 0,0-1,0 0,-1-1,8-3,-9 1,-11 6,1 0,-1-1,0 1,0-1,0 0,0 0,0 0,0 0,0 0,-1 0,1 0,0-1,-1 1,1-1,0 1,-1-1,0 1,1-1,-1 0,0 0,0 0,0 0,0 0,0-1,-6-117,9-200,-1 225</inkml:trace>
  <inkml:trace contextRef="#ctx0" brushRef="#br0" timeOffset="3">2006 1483,'0'0,"-1"0,1 0,0 0,0 0,0-1,-1 1,1 0,0 0,0 0,-1 0,1 0,0 0,0 0,0 0,-1 0,1 0,0 0,0 0,-1 0,1 0,0 0,0 0,-1 0,1 0,0 0,0 0,-1 0,1 0,0 0,0 1,0-1,-1 0,1 0,0 0,0 0,0 0,0 1,-1-1,1 0,0 0,0 0,0 1,0-1,0 0,-3-27,0-42,2 15,-3 0,-2-1,-10-38,15 93,1-1,0 1,-1-1,1 1,0-1,-1 0,1 1,0-1,0 0,0 1,0-1,0 0,0 0,0 1,0-1,0 0,0 1,0-1,0 0,0 1,0-1,1 0,-1 1,0-1,0 0,1 1,-1-1,0 1,1-1,-1 1,1-1,-1 1,1-1,-1 1,1-1,-1 1,1-1,0 1,-1 0,1-1,-1 1,1 0,0 0,-1-1,1 1,0 0,-1 0,1 0,0 0,-1 0,1 0,0 0,0 0,-1 0,1 0,0 0,-1 1,1-1,0 0,-1 0,1 1,-1-1,1 0,0 1,22 2,0-2,0-1,0 0,0-2,0-1,0 0,0-2,8-3,36-13,-64 22,0 0,-1 0,1 1,0-1,-1 1,1-1,-1 1,0 0,1 0,-1 0,0 0,0 0,0 0,0 1,-1-1,1 1,-1-1,1 1,-1 0,0-1,0 1,0 0,-1 0,1 0,0 0,-1 0,0 1,6 24,-2 0,-1 0,-2 1,0-1,-3 18,1 2,27 744,-26-775,1-9,0 0,-1 0,0 0,-1 0,0 1,0-1,0 0,-1 0,-1-1,1 1,-1 0,-2 1,5-7,-1-1,0 0,0 0,0 0,0 0,0 1,0-2,-1 1,1 0,0 0,0 0,-1 0,1-1,0 1,-1-1,1 1,-1-1,1 0,-1 1,1-1,-1 0,1 0,-1 0,1 0,-1 0,1 0,0 0,-1-1,1 1,-1-1,1 1,-1-1,1 1,0-1,-1 0,-42-35,-9-24,3-3,-38-63,59 83,24 37,3 4,1 1,-1-1,1 1,0-1,-1 0,1 0,0 1,0-1,0 0,0 0,0 0,1 0,-1 0,0 0,1-1,0 1,-1 0,1 0,0 0,0 0,0-1,1 1,-1 0,0 0,1 0,0-1,51-21,250-51,19 10,-232 52</inkml:trace>
  <inkml:trace contextRef="#ctx0" brushRef="#br0" timeOffset="4">1739 2967,'44'17,"0"-2,-10-5,0 2,-1 1,-1 2,0 1,-1 2,0 0,13 13,-37-24,0-1,0 1,-1 1,0-1,0 1,0 0,-1 1,-1-1,3 8,-5-13,-1 0,0 0,0 0,0 1,0-1,-1 0,1 1,-1-1,0 0,0 1,0-1,-1 1,1-1,-1 0,0 1,0-1,0 0,0 0,0 0,-1 0,0 0,1 0,-1 0,0 0,0-1,0 1,-1-1,1 1,-1-1,-13 8,0-1,-1 0,1-2,-2 0,1-1,-1 0,1-2,-2 0,1-1,0-1,-10 0,-130 8,142-4,26 2,5-4</inkml:trace>
  <inkml:trace contextRef="#ctx0" brushRef="#br0" timeOffset="5">2675 2981,'-8'-11,"1"0,-2 0,0 1,0 0,0 1,-1 0,-4-2,11 9,0-1,-1 1,1 0,-1 0,1 0,-1 1,0-1,0 1,0 0,0 0,0 0,0 1,0-1,0 1,0 0,0 0,0 1,0-1,0 1,0 0,0 0,0 0,1 0,-1 1,0-1,0 1,-6 6,0 1,0 0,1 0,0 1,1 0,0 0,1 1,0 0,0 0,1 1,0 0,1 0,1 0,0 1,1 0,0-1,0 6,0-9,0 1,1 0,1-1,-1 1,1 0,1 0,0 0,0 0,1 0,0 0,1 0,0-1,1 1,0-1,0 1,1-1,0 0,1 0,0-1,0 1,1-1,0 0,0 0,1-1,0 0,0 0,1-1,5 4,1-4,1-1,-1 0,2-1,-1-1,0 0,0-1,1 0,0-2,-1 0,1 0,-1-2,1 1,-1-2,0 0,0-1,0-1,0 0,-1-1,0-1,11-6,15-8</inkml:trace>
  <inkml:trace contextRef="#ctx0" brushRef="#br0" timeOffset="6">2901 2887,'0'20,"0"17,0 12,2 8,2 2,-1 2,-1-2,0-3,-1-8,0-6,1-9,5-9,2-9</inkml:trace>
  <inkml:trace contextRef="#ctx0" brushRef="#br0" timeOffset="7">3316 2967,'-34'30,"-2"-1,-1-2,-1-1,-2-2,-5 0,-162 77,166-74,41-26,0 0,0 0,0 0,1 0,-1 0,0 0,0 0,1 0,-1 0,0-1,1 1,-1 0,1 0,-1 0,1 0,-1-1,1 1,-1 0,1-1,0 1,0 0,-1-1,1 1,0-1,0 1,0-1,-1 1,1-1,0 0,0 1,0-1,0 0,0 0,0 0,0 1,145 30,-89-23,271 56,-302-55,-8-1</inkml:trace>
  <inkml:trace contextRef="#ctx0" brushRef="#br0" timeOffset="8">1979 4758,'3'16,"0"17,-1 14,1 12,-2 10,-2 8,-1 1,-3-6,-1-8,1-12,2-14,0-12</inkml:trace>
  <inkml:trace contextRef="#ctx0" brushRef="#br0" timeOffset="9">2353 4812,'-69'76,"-4"-4,-55 40,108-96,-39 44,59-58,0-1,0 1,1-1,-1 1,1-1,-1 0,1 1,0-1,0 1,-1-1,1 0,0 0,0 0,0 0,0 1,0-1,1 0,-1-1,0 1,0 0,1 0,-1 0,0-1,1 1,-1-1,1 1,-1-1,1 0,-1 1,1-1,-1 0,1 0,-1 0,1 0,-1 0,1 0,-1-1,2 1,3 1,489 73,-233-31,-224-37</inkml:trace>
  <inkml:trace contextRef="#ctx0" brushRef="#br0" timeOffset="10">4011 1136,'-24'11,"2"0,-1 2,2 1,0 1,0 1,2 0,0 1,1 2,1 0,0 0,1 2,2 0,0 0,1 2,1-1,2 2,0-1,1 1,1 1,1 3,5-22,0 0,0 0,0 1,1-1,0 0,0 0,1 1,0-1,0 0,0 1,1-1,0 0,0 0,1 1,-1-1,1 0,1 0,-1-1,1 1,0 0,0-1,1 0,0 0,0 0,0 0,0 0,1-1,1 2,0-4,0 1,1-1,-1 0,1 0,0 0,-1-1,1 0,0-1,0 0,-1 0,1 0,0 0,0-1,-1-1,1 1,-1-1,1 0,4-2,7-3,0-2,-1 1,0-2,-1 0,0-1,0-1,1-1,0 0,-1-1,0 0,-1-2,-1 1,0-2,-2 0,0 0,0-2,-2 1,0-1,-1-1,-2 1,1-1,-2-1,-1 1,-1-1,0 0,-2 0,0-1,-1-8,-2 22,0 1,-1 0,1 0,-1-1,-1 1,0 0,0 1,0-1,0 0,-1 1,0 0,-1 0,0 0,1 0,-2 1,1 0,-1 0,1 0,-1 1,-1 0,1 0,-1 0,1 1,-1 0,0 0,0 1,0 0,0 0,-1 0,1 1,-1 0,1 1,0 0,-1 0,1 0,-1 1,1 0,-1 1,0 0,-3 2,1 0,0 0,1 1,-1 1,1-1,0 1,0 1,1 0,0 0,0 1,0 0,1 0,0 1,1 0,0 0,1 0,-1 1,2 0,-1 0,2 0,-1 0,1 1,1-1,0 1,0 0,1 0,1 0,-1 0,2 0,0-1,0 1,2 5,6 16,2-1,2 0,1 0,1-2,1 1,2-2,0 0,2-2,1 0,2-1,0-1,23 17,103 99,-86-84</inkml:trace>
  <inkml:trace contextRef="#ctx0" brushRef="#br0" timeOffset="11">4278 4679,'-19'4,"1"2,-1 0,1 1,0 1,1 0,-1 1,2 1,0 1,0 1,0 0,2 1,0 0,-4 4,1 1,1 0,1 1,1 0,0 2,2-1,0 2,1 0,1 0,2 1,0 0,1 0,1 1,1-1,-1 23,5-41,1 0,-1 0,1 0,0 0,0 0,0 0,0 0,1 0,0 0,0 0,1 0,-1 0,1-1,0 1,0 0,1-1,-1 0,1 0,0 1,0-2,0 1,1 0,0-1,-1 1,1-1,0 0,0 0,1-1,-1 1,1-1,-1 0,1 0,3 1,7-2,1-1,-1 0,1 0,-1-2,0 0,1-1,-1 0,0-1,-1-1,1 0,-1-1,0-1,0 0,-1-1,0 0,0-1,-1-1,0 0,-1 0,7-7,0 0,-1-1,-1 0,-1-2,-1 0,-1 0,0-2,-1 1,-2-2,0 1,-1-2,-5 11,1 0,-2-1,0 1,0-1,-2 1,1-1,-2 0,0 0,0 0,-2 1,1-1,-2 0,0 1,0 0,-1-1,-1 2,0-1,-1 0,0 1,-3-3,5 8,0 1,-1 0,1 0,-1 1,0-1,0 1,-1 0,1 1,-1-1,0 1,0 0,-1 1,1-1,-1 1,0 1,0-1,0 1,0 0,0 1,0 0,-1 0,1 0,0 1,-1 0,1 0,0 1,-1 0,1 1,0-1,0 1,0 0,0 1,0 0,1 0,-1 1,1-1,0 1,0 1,0-1,-2 3,3-1,1-1,-1 1,2 0,-1 0,0 0,1 0,0 0,1 1,0-1,0 1,0 0,1 0,-1 0,2 0,-1 0,1 0,0 0,1 0,-1 0,1 0,1 0,-1-1,3 7,5 12,1-1,0-1,2 0,1 0,13 17,73 99,-53-77,-2 2,33 66,-41-29,-33-82</inkml:trace>
  <inkml:trace contextRef="#ctx0" brushRef="#br0" timeOffset="12">3971 4398,'-14'-3,"-6"1,2-1,11 0,18 2,23 0,29 0,25 1,24-2,13-1,-1 0,-22 0</inkml:trace>
  <inkml:trace contextRef="#ctx0" brushRef="#br0" timeOffset="13">1 1430,'137'26,"4"-9,0-7,0-5,5-7,-57 1,584-1,-727 2,34 0</inkml:trace>
  <inkml:trace contextRef="#ctx0" brushRef="#br0" timeOffset="14">40 3261,'235'0,"827"-16,-745 5,-328 11,-1 0</inkml:trace>
  <inkml:trace contextRef="#ctx0" brushRef="#br0" timeOffset="15">175 5267,'3'5,"153"3,-113-9,928-39,-793 42,-178-2,-1 1,1-1,0 0,0 0,0 0,0 1,0-1,0 0,0 0,0 0,0 1,0-1,0 0,0 0,0 0,1 1,-1-1,0 0,0 0,0 0,0 1,0-1,0 0,0 0,0 0,1 0,-1 0,0 1,0-1,0 0,0 0,1 0,-1 0,0 0,0 0,0 0,1 1,-1-1,0 0,0 0,0 0,1 0,-1 0,-12 2</inkml:trace>
  <inkml:trace contextRef="#ctx0" brushRef="#br0" timeOffset="16">4720 1350,'730'-17,"-588"10,644-25,-729 35,-65 11,-7-6,-1-1</inkml:trace>
  <inkml:trace contextRef="#ctx0" brushRef="#br0" timeOffset="17">5147 4999,'10'-7,"9"-2,10 1,15 1,15 2,20 0,23-2,20-4,17-3,8-1,1-2,-6-1,-14 0,-19 4,-24 3,-26 2,-26 3,-18 2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8T10:45:03.52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2">
      <inkml:brushProperty name="width" value="0.1" units="cm"/>
      <inkml:brushProperty name="height" value="0.1" units="cm"/>
      <inkml:brushProperty name="ignorePressure" value="1"/>
    </inkml:brush>
    <inkml:brush xml:id="br3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4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13586 656,'11'0,"11"0,13 0,11 0,15 0,12 0,12 0,8 0,4 0,1 2,-5 1,-9 0,-14-1,-14 2,-13 0,-15-1,-18 0,-9-2</inkml:trace>
  <inkml:trace contextRef="#ctx0" brushRef="#br0" timeOffset="728.664">13893 349,'-544'314,"493"-280,51-33,0-1,0 1,-1-1,1 1,0-1,0 1,0-1,0 1,0-1,0 1,0-1,0 1,0-1,0 1,0-1,0 1,1-1,-1 1,0-1,0 1,0-1,1 1,-1-1,0 1,1-1,-1 0,0 1,1-1,-1 1,0-1,1 0,-1 0,1 1,-1-1,1 0,-1 0,0 1,1-1,-1 0,1 0,-1 0,1 0,-1 0,1 0,0 0,-1 0,1 0,-1 0,1 0,-1 0,1 0,161 29,-149-26,0 1,0 0,-1 0,1 2,-1 0,0 0,-1 1,1 0,-1 1,-1 0,0 1,0 0,0 1,-2 0,1 0,-1 1,0 0,2 7,48 87,-57-104,-1 0,1 0,-1 0,1 0,0 0,-1 0,1 0,0 0,0-1,-1 1,1 0,0-1,0 1,0 0,0-1,0 1,0-1,0 1,0-1,0 0,0 1,1-1,-1 0,0 0,0 0,0 0,0 0,0 0,0 0,1 0,-1 0,0-1,0 1,0 0,0-1,0 1,0-1,0 1,0-1,0 1,0-1,0 0,0 1,-1-1,1 0,0 0,0 0,-1 0,1 0,0 0,-1 0,1 0,-1 0,0 0,1 0,-1 0,21-64,-15 10,-3 1,-2-1,-3-21,0-3,1-42,-1 99,-3 17,0 9</inkml:trace>
  <inkml:trace contextRef="#ctx0" brushRef="#br1" timeOffset="-64877.571">24013 5482,'-26'553,"26"-539,-1-3,1-1,0 1,0-1,1 1,1-1,-1 0,2 1,0-1,0 0,2 4,-2-12,-1 0,1 0,-1 0,1-1,0 1,0-1,0 1,0-1,0 0,1 0,-1 0,0-1,0 1,1-1,-1 1,0-1,0 0,1-1,-1 1,0-1,1 1,-1-1,0 0,0 0,0 0,0 0,0-1,0 0,1 0,11-3,21-1,0 0,0 3,1 1,-1 2,1 1,-1 2,0 1,17 6,-1-3,87 9,1-7,58-6,-189-4,-14-1,-1-1,-7-3</inkml:trace>
  <inkml:trace contextRef="#ctx0" brushRef="#br1" timeOffset="-64253.187">24039 5468,'30'-13,"0"2,0 0,1 2,0 2,0 1,1 1,27-1,132-6,127 10,-265 3,-31-2,56 11,-76-8,0 0,0 0,0 0,-1 0,1 1,-1-1,1 0,-1 1,0-1,0 1,0 0,0-1,0 1,-1 0,1-1,-1 1,0 0,1 0,-1 0,-1-1,1 1,0 0,-1 0,1-1,-2 3,1 7,-20 309,15-274,-1-4,3 0,1 1,3 32,10-31,-3-45,-7-9</inkml:trace>
  <inkml:trace contextRef="#ctx0" brushRef="#br1" timeOffset="-63744.77">24401 5723,'-3'1,"1"0,-1 1,0-1,0 1,1-1,-1 1,1 0,0 0,-1 1,1-1,0 0,0 1,0-1,1 1,-1-1,1 1,-1 0,1 0,0 0,0 0,0 0,0 0,1 0,-1 0,1 0,0 1,-1 1,0 0,0 1,1-1,0 1,0-1,0 0,1 1,0-1,0 0,0 1,1-1,-1 0,1 0,1 0,-1 0,1-1,-1 1,1 0,1-1,-1 0,1 0,-1 0,1 0,0-1,1 1,-1-1,1 0,-1 0,1-1,3 2,1 1,1 0,0-1,1-1,-1 0,1 0,-1 0,1-2,0 1,0-1,-1-1,1 0,0-1,0 0,0 0,0-1,-5 0,-1 0,1 0,-1-1,1 1,-1-1,0 0,0-1,0 1,0-1,-1 0,1 0,-1-1,0 1,-1-1,1 0,-1 0,0 0,0-1,0 1,-1-1,0 1,0-1,0 0,-1 0,0 0,0 0,0 0,-1 0,0 0,0 0,0 0,-1 0,0 0,0 0,-1 0,0-6,-1 0,-1 1,0-1,-1 1,0 0,-1 0,0 0,0 1,-8-9,11 14,-1 1,0-1,0 1,0-1,-1 1,0 1,1-1,-1 0,-1 1,1 0,0 1,-1-1,1 1,-1 0,0 0,0 1,0-1,0 1,0 1,-5-1,3 3,1 1,-1 0,0 0,1 1,0 0,0 0,0 1,1 0,-1 0,1 1,0-1,1 1,-1 0,1 1,0 0,1-1,0 1,0 1,0-1,1 1,0-1,1 1,-1 0,0 5,-18 49</inkml:trace>
  <inkml:trace contextRef="#ctx0" brushRef="#br1" timeOffset="-39181.2">27007 6351,'-8'38,"2"-1,1 1,2 0,2 0,1 6,0-42,-1 1,1 0,-1 0,1 0,0 0,0 0,0 0,0 0,1-1,-1 1,1 0,0 0,0 0,0-1,0 1,0 0,0-1,1 1,-1-1,1 1,0-1,0 0,0 0,0 0,0 0,0 0,1 0,-1-1,0 1,1-1,0 1,-1-1,1 0,0 0,-1 0,1 0,0-1,0 1,0-1,0 0,0 0,0 0,-1 0,1 0,14-7,-2-1,1-1,-1 0,-1-1,0 0,0-2,-1 1,0-1,10-13,-19 20,40-41,-2-2,-2-2,-2-1,-2-2,17-38,-44 78,-1-2,-1 1,-1-1,0 0,-1 0,0-1,-1 1,-1-1,0 0,-2 0,1 0,-2 0,0-1,-2-9,0 21,0 0,0 0,0 0,0 1,-1-1,0 1,0-1,0 1,0 0,-1 0,0 0,1 1,-1-1,-1 1,1 0,0 0,-1 1,0-1,1 1,-1 0,0 0,0 0,0 1,0 0,-1 0,1 0,0 1,-1 0,-5-1,0 0,-1 1,1 1,0 0,0 0,0 1,0 1,0 0,0 0,1 1,-1 1,-7 4,9-3,0 0,1 1,0 0,0 0,0 1,1 0,0 0,1 1,-1 0,2 0,-1 0,2 1,-1 0,1 0,0 0,1 0,1 1,-1-1,2 1,-1 0,1 6,0 13,1-1,2 1,1-1,1 0,1 0,2 0,4 10,23 59,4-2,41 71,-71-151,-5-8,0 0,0 0,1 0,1-1,-1 1,1-1,0 0,1-1,0 1,0-1,0 0,1 0,0-1,6 4,1-4</inkml:trace>
  <inkml:trace contextRef="#ctx0" brushRef="#br1" timeOffset="-38887.489">27569 6751,'-1'6,"0"0,0 0,1 0,-1 0,1 0,1 0,-1 0,1 0,0 0,0-1,1 1,-1 0,1 0,1-1,-1 0,1 1,0-1,0 0,1 0,-1 0,1-1,0 1,0-1,1 0,-1 0,1-1,0 1,0-1,0 0,4 1,-1-1,1 0,-1-1,1 0,0 0,0-1,0-1,0 1,0-1,0-1,0 0,0 0,0 0,-1-1,1-1,0 0,-1 0,0 0,1-1,-2 0,1-1,0 0,-1 0,0-1,0 1,0-2,-1 1,0-1,0 0,-1 0,0 0,0-1,-1 0,1 0,-2 0,1 0,-1-1,-1 1,1-1,-2 0,1 0,-1 0,0 0,-1 0,0 0,-1 0,0 3,-1 1,0-1,-1 1,1 0,-1 0,0 0,-1 0,1 0,-1 0,0 1,0 0,0 0,-1 0,1 0,-1 1,0 0,0 0,0 0,0 0,-1 1,1 0,-1 0,0 0,1 1,-1 0,0 0,0 0,0 1,1 0,-1 0,0 1,0-1,0 1,0 0,1 1,-1 0,1 0,-1 0,1 0,-1 1,1 0,0 0,-3 3,-3 1,0 1,1 0,0 1,0 0,1 1,0 0,1 0,-2 4,-24 36</inkml:trace>
  <inkml:trace contextRef="#ctx0" brushRef="#br1" timeOffset="-36588.07">26847 9305,'11'2,"18"1,20 0,19-1,19 0,13-1,3 2,-12 3,-21 0</inkml:trace>
  <inkml:trace contextRef="#ctx0" brushRef="#br1" timeOffset="-37472.332">27222 9947,'-24'10,"1"1,0 1,1 1,1 1,0 1,0 1,2 1,0 0,1 2,1 0,1 1,0 0,2 2,0-1,2 2,0 0,1 0,2 1,-1 4,-1 35,11-62,0 1,0 0,0-1,0 1,0-1,0 1,1 0,-1-1,1 1,-1-1,1 1,-1-1,1 1,0-1,0 1,0-1,0 0,0 1,0-1,0 0,0 0,0 0,0 0,1 0,-1 0,0 0,1 0,-1 0,1-1,-1 1,1-1,-1 1,1-1,0 1,-1-1,2 0,7-1,0-1,0 0,0-1,0 0,0-1,0 0,-1 0,1-1,-1 0,-1-1,1 0,-1 0,0-1,4-4,21-17,-3-1,0-1,-2-1,-1-2,-1 0,-2-2,-2-1,-1-1,-2-1,-1 0,-2-1,2-14,-13 41,-1 0,0-1,-1 1,-1-1,0 0,0 0,-1 0,-1 0,0 0,-1 0,0 0,-1 0,-1 1,0-1,-1 1,0-1,0 1,-2 0,1 1,-1-1,-6-6,8 14,-1 0,1 0,-1 1,0 0,0 0,0 0,-1 0,1 1,-1 0,1 0,-1 1,0 0,1 0,-1 0,0 0,0 1,0 0,1 0,-1 1,0-1,0 1,0 1,1-1,-1 1,1 0,-1 0,1 0,0 1,0 0,0 0,0 0,0 1,1 0,-1 0,1 0,0 0,0 1,1-1,-1 1,1 0,-1 2,-8 14,1 0,2 1,0-1,1 2,1-1,1 1,1 0,1 0,1 1,1-1,1 1,1 0,2-1,0 1,2 4,4 18,2 0,3-1,1-1,2 0,2-1,2-1,2-1,1-1,28 36,-43-65,-3-3,0 0,0 0,1-1,0 0,1 0,-1 0,1-1,0 0,5 2,-11-7,1 0,-1-1,0 1,1-1,-1 0,1 1,-1-1,0 0,1 0,-1 0,1 0,-1 0,1 0,-1 0,1-1,-1 1,0 0,1-1,-1 1,1-1,-1 0,0 1,0-1,1 0,-1 0,0 0,0 0,0 0,1-1,12-11</inkml:trace>
  <inkml:trace contextRef="#ctx0" brushRef="#br1" timeOffset="-37161.05">27475 10415,'-1'8,"1"0,0 0,0 1,0-1,1 0,0 0,1 0,0 0,0 0,1 0,-1 0,2-1,-1 1,1-1,1 0,-1 0,1 0,0-1,0 0,1 0,0 0,0 0,1-1,-1 0,1-1,0 1,0-1,2 0,-1-1,1 0,-1-1,1 0,0 0,0-1,-1-1,1 1,0-1,0-1,0 1,0-1,-1-1,1 0,0 0,-1-1,0 0,7-3,-10 3,1 0,-2 0,1 0,0 0,0-1,-1 1,0-1,0-1,0 1,0 0,-1-1,0 0,0 0,0 0,0 0,-1 0,0-1,0 1,0 0,-1-1,0 0,0 1,0-1,-1 0,0 0,0 1,0-6,-2 4,1-1,-1 1,-1 0,1 0,-1 0,0 0,-1 0,0 1,0-1,0 1,-1 0,0 0,0 1,0-1,-1 1,0 0,0 1,0-1,0 1,-1 0,0 1,0 0,0 0,0 0,0 1,0 0,-1 0,1 1,-1 0,1 1,-1-1,1 1,-1 1,0-1,1 1,-1 1,1-1,-6 3,-7 2,0 2,1 0,0 1,0 1,1 0,-17 13,-6 6</inkml:trace>
  <inkml:trace contextRef="#ctx0" brushRef="#br2" timeOffset="-112323.306">10244 7367,'0'488,"25"-151,34 311,-28-323,-25 16,-7-206,1 313,-26-110,9-59,-4-190,10-70</inkml:trace>
  <inkml:trace contextRef="#ctx0" brushRef="#br2" timeOffset="-105646.712">10257 7461,'-24'-72,"-7"-73,-11-130,24 135,-39-226,54 308,11 67,-4 0,0 0,0-1,1 1,1-1,-1 0,1-1,1 1,0-1,0-1,0 1,0-1,1 0,0-1,0 1,1-2,0 1,0-1,5 1,19 2,0-3,0 0,0-2,0-2,11-2,44 2,1111 37,-227 1,-380 14,-362-60,-229 8,1 0,-1 0,0 0,1 0,-1 0,0 0,1 0,-1 1,0-1,0 0,1 1,-1-1,0 1,0 0,0-1,0 1,0 0,0 0,0-1,0 1,0 0,0 0,0 0,0 0,-1 0,1 1,0-1,-1 0,1 0,-1 0,1 1,-1-1,0 0,1 0,-1 1,0-1,0 1,-3 52,2-48,-67 364,60-231,6 1,15 130,1 29,-14-225,1 44,4 0,15 72,2-67,20 162,-9 202,-22-104,-11-225,15 101,-3-156,15 193,-27-247,1 34,3-1,7 30,26 77,12 96,-45-236,2 0,2 0,3 0,1-1,3-1,12 25,-16-47,-1 0,-1 1,-1-1,-1 2,-1-1,-1 4,0 4,-2-25</inkml:trace>
  <inkml:trace contextRef="#ctx0" brushRef="#br2" timeOffset="-104029.278">10203 10762,'14'673,"-14"-626,0 217,-21 132,14-339,2-23,1 1,2 0,2 0,1 5,-1-38,0 1,0-1,0 1,0-1,1 1,-1-1,1 0,0 1,-1-1,1 0,0 0,0 1,1-1,-1 0,0 0,1 0,-1 0,1 0,0-1,-1 1,1 0,0-1,0 1,0-1,0 0,1 0,-1 0,0 0,0 0,1 0,-1 0,2-1,20 2,0-1,-1-1,1-1,0-1,-1-1,9-4,45-4,69 3,-1 7,31 7,35 1,850-7,-352-14,-569 13,1-6,92-18,-118 23,-100 6,0-2,0 0,0-1,0 0,0-2,0 1,0-2,0 0,0-1,0 0,-1-1,8-3,-9 1,-11 6,1 0,-1-1,0 1,0-1,0 0,0 0,0 0,0 0,0 0,-1 0,1 0,0-1,-1 1,1-1,0 1,-1-1,0 1,1-1,-1 0,0 0,0 0,0 0,0 0,0-1,-6-117,9-200,-1 225</inkml:trace>
  <inkml:trace contextRef="#ctx0" brushRef="#br2" timeOffset="-102540.594">10725 7888,'0'0,"-1"0,1 0,0 0,0 0,0-1,-1 1,1 0,0 0,0 0,-1 0,1 0,0 0,0 0,0 0,-1 0,1 0,0 0,0 0,-1 0,1 0,0 0,0 0,-1 0,1 0,0 0,0 0,-1 0,1 0,0 0,0 1,0-1,-1 0,1 0,0 0,0 0,0 0,0 1,-1-1,1 0,0 0,0 0,0 1,0-1,0 0,-3-27,0-42,2 15,-3 0,-2-1,-10-38,15 93,1-1,0 1,-1-1,1 1,0-1,-1 0,1 1,0-1,0 0,0 1,0-1,0 0,0 0,0 1,0-1,0 0,0 1,0-1,0 0,0 1,0-1,1 0,-1 1,0-1,0 0,1 1,-1-1,0 1,1-1,-1 1,1-1,-1 1,1-1,-1 1,1-1,-1 1,1-1,0 1,-1 0,1-1,-1 1,1 0,0 0,-1-1,1 1,0 0,-1 0,1 0,0 0,-1 0,1 0,0 0,0 0,-1 0,1 0,0 0,-1 1,1-1,0 0,-1 0,1 1,-1-1,1 0,0 1,22 2,0-2,0-1,0 0,0-2,0-1,0 0,0-2,8-3,36-13,-64 22,0 0,-1 0,1 1,0-1,-1 1,1-1,-1 1,0 0,1 0,-1 0,0 0,0 0,0 0,0 1,-1-1,1 1,-1-1,1 1,-1 0,0-1,0 1,0 0,-1 0,1 0,0 0,-1 0,0 1,6 24,-2 0,-1 0,-2 1,0-1,-3 18,1 2,27 744,-26-775,1-9,0 0,-1 0,0 0,-1 0,0 1,0-1,0 0,-1 0,-1-1,1 1,-1 0,-2 1,5-7,-1-1,0 0,0 0,0 0,0 0,0 1,0-2,-1 1,1 0,0 0,0 0,-1 0,1-1,0 1,-1-1,1 1,-1-1,1 0,-1 1,1-1,-1 0,1 0,-1 0,1 0,-1 0,1 0,0 0,-1-1,1 1,-1-1,1 1,-1-1,1 1,0-1,-1 0,-42-35,-9-24,3-3,-38-63,59 83,24 37,3 4,1 1,-1-1,1 1,0-1,-1 0,1 0,0 1,0-1,0 0,0 0,0 0,1 0,-1 0,0 0,1-1,0 1,-1 0,1 0,0 0,0 0,0-1,1 1,-1 0,0 0,1 0,0-1,51-21,250-51,19 10,-232 52</inkml:trace>
  <inkml:trace contextRef="#ctx0" brushRef="#br2" timeOffset="-101703.306">10458 9372,'44'17,"0"-2,-10-5,0 2,-1 1,-1 2,0 1,-1 2,0 0,13 13,-37-24,0-1,0 1,-1 1,0-1,0 1,0 0,-1 1,-1-1,3 8,-5-13,-1 0,0 0,0 0,0 1,0-1,-1 0,1 1,-1-1,0 0,0 1,0-1,-1 1,1-1,-1 0,0 1,0-1,0 0,0 0,0 0,-1 0,0 0,1 0,-1 0,0 0,0-1,0 1,-1-1,1 1,-1-1,-13 8,0-1,-1 0,1-2,-2 0,1-1,-1 0,1-2,-2 0,1-1,0-1,-10 0,-130 8,142-4,26 2,5-4</inkml:trace>
  <inkml:trace contextRef="#ctx0" brushRef="#br2" timeOffset="-101297.186">11394 9386,'-8'-11,"1"0,-2 0,0 1,0 0,0 1,-1 0,-4-2,11 9,0-1,-1 1,1 0,-1 0,1 0,-1 1,0-1,0 1,0 0,0 0,0 0,0 1,0-1,0 1,0 0,0 0,0 1,0-1,0 1,0 0,0 0,0 0,1 0,-1 1,0-1,0 1,-6 6,0 1,0 0,1 0,0 1,1 0,0 0,1 1,0 0,0 0,1 1,0 0,1 0,1 0,0 1,1 0,0-1,0 6,0-9,0 1,1 0,1-1,-1 1,1 0,1 0,0 0,0 0,1 0,0 0,1 0,0-1,1 1,0-1,0 1,1-1,0 0,1 0,0-1,0 1,1-1,0 0,0 0,1-1,0 0,0 0,1-1,5 4,1-4,1-1,-1 0,2-1,-1-1,0 0,0-1,1 0,0-2,-1 0,1 0,-1-2,1 1,-1-2,0 0,0-1,0-1,0 0,-1-1,0-1,11-6,15-8</inkml:trace>
  <inkml:trace contextRef="#ctx0" brushRef="#br2" timeOffset="-101013.186">11620 9292,'0'20,"0"17,0 12,2 8,2 2,-1 2,-1-2,0-3,-1-8,0-6,1-9,5-9,2-9</inkml:trace>
  <inkml:trace contextRef="#ctx0" brushRef="#br2" timeOffset="-100736.411">12035 9372,'-34'30,"-2"-1,-1-2,-1-1,-2-2,-5 0,-162 77,166-74,41-26,0 0,0 0,0 0,1 0,-1 0,0 0,0 0,1 0,-1 0,0-1,1 1,-1 0,1 0,-1 0,1 0,-1-1,1 1,-1 0,1-1,0 1,0 0,-1-1,1 1,0-1,0 1,0-1,-1 1,1-1,0 0,0 1,0-1,0 0,0 0,0 0,0 1,145 30,-89-23,271 56,-302-55,-8-1</inkml:trace>
  <inkml:trace contextRef="#ctx0" brushRef="#br2" timeOffset="-100043.708">10698 11163,'3'16,"0"17,-1 14,1 12,-2 10,-2 8,-1 1,-3-6,-1-8,1-12,2-14,0-12</inkml:trace>
  <inkml:trace contextRef="#ctx0" brushRef="#br2" timeOffset="-99705.557">11072 11217,'-69'76,"-4"-4,-55 40,108-96,-39 44,59-58,0-1,0 1,1-1,-1 1,1-1,-1 0,1 1,0-1,0 1,-1-1,1 0,0 0,0 0,0 0,0 1,0-1,1 0,-1-1,0 1,0 0,1 0,-1 0,0-1,1 1,-1-1,1 1,-1-1,1 0,-1 1,1-1,-1 0,1 0,-1 0,1 0,-1 0,1 0,-1-1,2 1,3 1,489 73,-233-31,-224-37</inkml:trace>
  <inkml:trace contextRef="#ctx0" brushRef="#br2" timeOffset="-98764.523">12730 7541,'-24'11,"2"0,-1 2,2 1,0 1,0 1,2 0,0 1,1 2,1 0,0 0,1 2,2 0,0 0,1 2,1-1,2 2,0-1,1 1,1 1,1 3,5-22,0 0,0 0,0 1,1-1,0 0,0 0,1 1,0-1,0 0,0 1,1-1,0 0,0 0,1 1,-1-1,1 0,1 0,-1-1,1 1,0 0,0-1,1 0,0 0,0 0,0 0,0 0,1-1,1 2,0-4,0 1,1-1,-1 0,1 0,0 0,-1-1,1 0,0-1,0 0,-1 0,1 0,0 0,0-1,-1-1,1 1,-1-1,1 0,4-2,7-3,0-2,-1 1,0-2,-1 0,0-1,0-1,1-1,0 0,-1-1,0 0,-1-2,-1 1,0-2,-2 0,0 0,0-2,-2 1,0-1,-1-1,-2 1,1-1,-2-1,-1 1,-1-1,0 0,-2 0,0-1,-1-8,-2 22,0 1,-1 0,1 0,-1-1,-1 1,0 0,0 1,0-1,0 0,-1 1,0 0,-1 0,0 0,1 0,-2 1,1 0,-1 0,1 0,-1 1,-1 0,1 0,-1 0,1 1,-1 0,0 0,0 1,0 0,0 0,-1 0,1 1,-1 0,1 1,0 0,-1 0,1 0,-1 1,1 0,-1 1,0 0,-3 2,1 0,0 0,1 1,-1 1,1-1,0 1,0 1,1 0,0 0,0 1,0 0,1 0,0 1,1 0,0 0,1 0,-1 1,2 0,-1 0,2 0,-1 0,1 1,1-1,0 1,0 0,1 0,1 0,-1 0,2 0,0-1,0 1,2 5,6 16,2-1,2 0,1 0,1-2,1 1,2-2,0 0,2-2,1 0,2-1,0-1,23 17,103 99,-86-84</inkml:trace>
  <inkml:trace contextRef="#ctx0" brushRef="#br2" timeOffset="-97700.447">12997 11084,'-19'4,"1"2,-1 0,1 1,0 1,1 0,-1 1,2 1,0 1,0 1,0 0,2 1,0 0,-4 4,1 1,1 0,1 1,1 0,0 2,2-1,0 2,1 0,1 0,2 1,0 0,1 0,1 1,1-1,-1 23,5-41,1 0,-1 0,1 0,0 0,0 0,0 0,0 0,1 0,0 0,0 0,1 0,-1 0,1-1,0 1,0 0,1-1,-1 0,1 0,0 1,0-2,0 1,1 0,0-1,-1 1,1-1,0 0,0 0,1-1,-1 1,1-1,-1 0,1 0,3 1,7-2,1-1,-1 0,1 0,-1-2,0 0,1-1,-1 0,0-1,-1-1,1 0,-1-1,0-1,0 0,-1-1,0 0,0-1,-1-1,0 0,-1 0,7-7,0 0,-1-1,-1 0,-1-2,-1 0,-1 0,0-2,-1 1,-2-2,0 1,-1-2,-5 11,1 0,-2-1,0 1,0-1,-2 1,1-1,-2 0,0 0,0 0,-2 1,1-1,-2 0,0 1,0 0,-1-1,-1 2,0-1,-1 0,0 1,-3-3,5 8,0 1,-1 0,1 0,-1 1,0-1,0 1,-1 0,1 1,-1-1,0 1,0 0,-1 1,1-1,-1 1,0 1,0-1,0 1,0 0,0 1,0 0,-1 0,1 0,0 1,-1 0,1 0,0 1,-1 0,1 1,0-1,0 1,0 0,0 1,0 0,1 0,-1 1,1-1,0 1,0 1,0-1,-2 3,3-1,1-1,-1 1,2 0,-1 0,0 0,1 0,0 0,1 1,0-1,0 1,0 0,1 0,-1 0,2 0,-1 0,1 0,0 0,1 0,-1 0,1 0,1 0,-1-1,3 7,5 12,1-1,0-1,2 0,1 0,13 17,73 99,-53-77,-2 2,33 66,-41-29,-33-82</inkml:trace>
  <inkml:trace contextRef="#ctx0" brushRef="#br2" timeOffset="-97423.182">12690 10803,'-14'-3,"-6"1,2-1,11 0,18 2,23 0,29 0,25 1,24-2,13-1,-1 0,-22 0</inkml:trace>
  <inkml:trace contextRef="#ctx0" brushRef="#br2" timeOffset="-92872.577">8720 7835,'137'26,"4"-9,0-7,0-5,5-7,-57 1,584-1,-727 2,34 0</inkml:trace>
  <inkml:trace contextRef="#ctx0" brushRef="#br2" timeOffset="-91928.134">8759 9666,'235'0,"827"-16,-745 5,-328 11,-1 0</inkml:trace>
  <inkml:trace contextRef="#ctx0" brushRef="#br2" timeOffset="-91102.834">8894 11672,'3'5,"153"3,-113-9,928-39,-793 42,-178-2,-1 1,1-1,0 0,0 0,0 0,0 1,0-1,0 0,0 0,0 0,0 1,0-1,0 0,0 0,0 0,1 1,-1-1,0 0,0 0,0 0,0 1,0-1,0 0,0 0,0 0,1 0,-1 0,0 1,0-1,0 0,0 0,1 0,-1 0,0 0,0 0,0 0,1 1,-1-1,0 0,0 0,0 0,1 0,-1 0,-12 2</inkml:trace>
  <inkml:trace contextRef="#ctx0" brushRef="#br2" timeOffset="-90122.4">13439 7755,'730'-17,"-588"10,644-25,-729 35,-65 11,-7-6,-1-1</inkml:trace>
  <inkml:trace contextRef="#ctx0" brushRef="#br2" timeOffset="-89103.023">13866 11404,'10'-7,"9"-2,10 1,15 1,15 2,20 0,23-2,20-4,17-3,8-1,1-2,-6-1,-14 0,-19 4,-24 3,-26 2,-26 3,-18 2</inkml:trace>
  <inkml:trace contextRef="#ctx0" brushRef="#br1" timeOffset="-67140.987">11113 5508,'-22'-61,"21"61,0 1,-1 0,1 0,0-1,0 1,0 0,0 0,0 0,0 0,0 0,0 1,0-1,0 0,0 0,1 1,-1-1,1 0,-1 1,1-1,-1 0,1 1,0-1,-1 1,1-1,0 1,0 0,-16 86,3 1,5 0,3 1,7 85,-2-127,0-34,0 5,0-1,1 1,1-1,0 0,2 0,2 6,-4-21,1 1,-1-1,1 0,0 0,0 0,0 0,1-1,-1 1,1-1,-1 0,1 0,0 0,0 0,0-1,0 1,0-1,0 0,0-1,1 1,-1-1,0 1,0-1,0-1,1 1,2-1,10 2,152 5,-1-7,82-15,-38 8,-211 8,0 1,0-1,1 0,-1 0,0 1,0-1,1 0,-1 0,0 0,0-1,0 1,1 0,-1 0,0-1,0 1,0 0,0-1,0 0,0 1,0-1,0 1,0-1,0 0,0 0,0 0,0 1,0-1,0 0,-1 0,1 0,0 0,-1 0,1-1,-1 1,1 0,-1 0,0 0,1-1,0-149,37-505,-37 630,-8-71,6 96,0 0,0 0,0 0,-1 0,1 0,0 0,-1 0,1 0,0 0,-1 1,1-1,-1 1,1-1,-1 1,0-1,1 1,-1 0,1 0,-1 0,0 0,1 0,-1 0,0 0,1 0,-1 1,1-1,-1 1,1-1,-1 1,1 0,-1-1,1 1,0 0,-1 0,1 0,-1 1,-13 3,-19 1,1-1,-1-2,0-1,0-2,-5-1,-12 0,-340 1,376 0,0 0,1 1,-1 1,1 0,0 2,0-1,0 2,0-1,0 2,0 1,14-7,-1 0,1 0,-1 0,1 0,0 0,-1 0,1 0,0 0,-1 0,1 0,-1 0,1 0,0 0,-1 1,1-1,0 0,0 0,-1 1,1-1,0 0,-1 0,1 1,0-1,0 0,0 0,-1 1,1-1,0 0,0 1,0-1,0 1,0-1,-1 0,1 1,0-1,0 0,0 1,0-1,0 0,0 1,0-1,0 1,0-1,1 0,-1 1,0-1,0 0,0 1,0-1,0 0,1 1,-1-1,0 0,0 1,0-1,1 0,-1 0,0 1,1-1,-1 0,0 0,1 0,-1 1,0-1,1 0,-1 0,0 0,1 0,-1 0,0 1,11 1</inkml:trace>
  <inkml:trace contextRef="#ctx0" brushRef="#br1" timeOffset="-66303.405">11340 5656,'49'-107,"6"8,-54 99,-1 0,1 0,-1-1,1 1,-1 0,1 0,-1 0,1 0,0 0,-1 0,1 0,-1 0,1 0,0 0,-1 0,1 0,-1 0,1 0,-1 1,1-1,-1 0,1 0,-1 1,1-1,-1 0,1 1,-1-1,1 0,-1 1,1-1,-1 1,0-1,1 1,-1-1,0 1,1-1,-1 1,0-1,0 1,0-1,1 1,-1-1,0 1,0 0,0-1,0 1,0-1,0 1,0 0,0-1,0 1,0-1,-1 1,1-1,0 1,0-1,0 1,-1 0,1-1,0 1,-1 268,0-15,1-253,0 1,0-1,-1 0,1 1,0-1,-1 0,1 1,-1-1,1 0,-1 0,0 0,0 1,1-1,-1 0,0 0,0 0,0 0,0 0,0 0,0 0,0-1,0 1,-1 0,1-1,0 1,0-1,-1 1,1-1,0 1,-1-1,1 0,0 0,-1 0,1 1,-1-1,1-1,0 1,-1 0,1 0,0 0,-1-1,1 1,0-1,-1 1,1-1,-1 0,-24 0,104-6,-47 4,106 0,-104 21,-42-12,-1-5</inkml:trace>
  <inkml:trace contextRef="#ctx0" brushRef="#br1" timeOffset="-55814.497">8933 7032,'-11'-70,"9"39,0-7,-2 0,-1 0,-3 1,0 0,-3 0,-4-10,-1 23,42 41,3-11,0-1,1-1,-1-1,16-2,-44-1,126 1,-125-1,0 1,0-1,-1 0,1 0,0 1,-1-1,1 1,0-1,-1 1,1 0,-1 0,1-1,-1 1,1 0,-1 0,0 1,1-1,-1 0,0 0,0 1,0-1,0 1,0-1,0 0,0 1,-1 0,1-1,0 1,-1 0,1-1,-1 1,0 0,0-1,1 1,-1 0,0 0,0-1,-1 1,1 0,0-1,-1 1,1 0,-1 0,21 387,-21-365,-1 0,-1 0,-1 0,-1-1,-1 1,-1-1,-4 9,8-25,-1 1,0 0,0-1,0 0,-1 0,0 0,0-1,-1 1,0-1,0-1,0 1,-1-1,1 0,-1 0,-1-1,1 0,-1-1,1 1,-1-1,0-1,0 1,-8 0,11-3,0 0,-1-1,1 0,-1 0,1 0,0 0,-1-1,1 0,0 0,0 0,0-1,1 1,-1-1,1 0,-1-1,1 1,0-1,0 0,0 0,1 0,0-1,-1 1,2-1,-1 1,0-1,1 0,0 0,-1-4,-26-35,29 44,-1-1,1 0,-1 0,0 0,1 1,0-1,-1 0,1 0,-1 0,1 0,0 0,0 0,-1 0,1 0,0 0,0 0,0 0,0 0,0 0,0 0,1 0,-1 0,0 0,0 0,1 1,-1-1,1 0,-1 0,0 0,1 0,0 0,-1 1,1-1,-1 0,1 0,0 1,0-1,-1 1,1-1,0 0,0 1,0 0,0-1,-1 1,1-1,0 1,0 0,0 0,0-1,0 1,0 0,0 0,0 0,0 0,0 0,0 0,1 1,436-134,-410 127,-16 5</inkml:trace>
  <inkml:trace contextRef="#ctx0" brushRef="#br1" timeOffset="-54700.199">9508 7341,'4'-24,"1"1,1-1,1 1,1 1,2 0,0 0,1 1,6-9,-16 28,0-1,0 1,0 0,1 0,-1 0,0-1,1 1,-1 1,1-1,0 0,-1 0,1 1,0-1,0 1,0-1,0 1,1 0,-1 0,2-1,6 43,-13 238,4-277,-1 0,1 0,-1 0,0 0,1 0,-1 1,0-1,0 0,-1 0,1 0,0 0,-1 0,1 0,-1 0,0 0,1 0,-1-1,0 1,0 0,0 0,0-1,-1 1,1 0,0-1,-1 1,1-1,-1 0,0 1,1-1,-1 0,0 0,0 0,1 0,-1 0,0-1,0 1,0-1,0 1,-2 0,-76-1,80 0,0 0,0 0,1 0,-1 0,0 0,0 1,0-1,0 0,0 0,0 0,0 0,0 0,0 1,0-1,1 0,-1 0,0 0,0 0,0 1,0-1,0 0,0 0,0 0,0 0,0 1,0-1,0 0,-1 0,1 0,0 0,0 1,0-1,0 0,0 0,0 0,0 0,0 1,0-1,21 2,215-25,-216 22</inkml:trace>
  <inkml:trace contextRef="#ctx0" brushRef="#br1" timeOffset="-53520.946">14508 6699,'-22'14,"1"2,1 0,0 2,1 0,1 1,1 0,0 2,2 0,0 1,1 0,2 1,0 0,2 1,0 1,2 0,-6 23,13-44,1 0,-1 0,1 0,-1 0,1 0,0 0,1 0,-1 0,1 0,0 0,0 0,0 0,0 0,1-1,-1 1,1 0,0-1,0 1,0-1,1 0,-1 0,1 0,0 0,0 0,0 0,0-1,0 1,1-1,-1 0,1 0,-1 0,1-1,0 1,0-1,-1 0,1 0,0 0,3 0,8-3,-1 0,1-1,-1 0,0-1,0-1,-1-1,1 1,-1-2,-1 0,1-1,-1 0,0 0,-1-2,0 1,0-1,-1-1,-1 0,0 0,2-4,2 0,-2 0,0 0,0-1,-1-1,-1 0,-1 0,-1-1,0 0,-1 0,-1-1,0 1,-2-1,0 0,-1 0,-1-1,-1 1,-1 0,0 0,-3-8,2 20,-1-1,0 1,0-1,0 1,-1 0,-1 0,1 0,-1 1,0 0,0 0,-1 0,0 0,0 1,0 0,0 0,-6-2,8 4,0 1,0 0,0 0,0 0,-1 1,1-1,-1 1,1 0,-1 0,1 1,-1-1,0 1,1 0,-1 0,0 1,1-1,-1 1,1 0,-1 0,1 1,0-1,-1 1,1 0,0 0,0 1,0-1,0 1,0 0,0 0,0 1,0 0,1 0,-1 1,1-1,0 1,0 0,0 0,1 0,0 0,0 0,0 1,0-1,1 1,0-1,0 1,0-1,1 1,0-1,0 1,0 0,1-1,1 5,2 10,1-1,1 1,0-1,2-1,7 15,41 74,-33-66,-2 0,-1 1,-2 2,8 32,-14 28,-9-93</inkml:trace>
  <inkml:trace contextRef="#ctx0" brushRef="#br1" timeOffset="-53195.127">14856 7219,'5'-21,"2"0,0 0,2 1,0 0,1 1,1 0,1 0,0 1,2 1,5-6,-19 24,-1 0,1 0,0-1,0 1,0 0,0 0,0 0,0-1,0 1,0 0,0 0,0-1,1 1,-1 0,0 0,0-1,1 1,-1 0,1 0,-1-1,0 1,1 0,-1-1,1 1,0-1,-1 1,1-1,-1 1,1-1,0 1,-1-1,1 1,0-1,0 0,-1 0,1 1,0-1,0 0,-1 0,1 0,0 0,0 0,0 0,-1 0,1 0,0 0,0 0,0 0,-1 0,1-1,0 1,0 0,-1 0,1-1,0 1,-1-1,1 1,0-1,-1 1,1-1,-1 1,1-1,-1 1,1-1,-1 0,1 0,-6 109,2-91,1 0,1 0,0 0,1 0,1 0,1 0,0 0,1-1,1 1,1-1,0 1,1 0,10 11,-1-6</inkml:trace>
  <inkml:trace contextRef="#ctx0" brushRef="#br1" timeOffset="-52055.625">9348 10762,'0'16,"0"15,0 10,0 8,0 5,0 1,0 2,0-3,0-6,0-8,0-12</inkml:trace>
  <inkml:trace contextRef="#ctx0" brushRef="#br1" timeOffset="-51643.901">9682 10816,'-13'13,"-62"64,-3-4,-44 29,122-102,-1 0,0 0,0 0,0 1,0-1,0 0,0 1,1-1,-1 1,0-1,0 1,0-1,1 1,-1 0,0-1,1 1,-1 0,1 0,-1-1,1 1,-1 0,1 0,-1 0,1-1,0 1,0 0,-1 0,1 0,0 0,0 0,0 0,0 0,0 0,0 0,0 0,0 0,0-1,1 1,-1 0,0 0,0 0,1 0,-1 0,1 0,-1-1,1 1,-1 0,1 0,-1-1,1 1,0 0,22 14,0-1,1-1,0-1,1-1,0-1,1-1,0-1,0-2,1 0,0-2,0-1,0-1,19-2,-29 0</inkml:trace>
  <inkml:trace contextRef="#ctx0" brushRef="#br1" timeOffset="-51405.857">9869 11123,'0'-14,"2"-1,1 5,3 12,-1 14,0 16,-2 14,-1 11,-3 9,-1 4,-3 3,-1-13</inkml:trace>
  <inkml:trace contextRef="#ctx0" brushRef="#br1" timeOffset="-49116.543">14588 10402,'-39'28,"23"-12,2 2,0 0,1 1,0 0,2 1,0 0,2 1,0 0,1 0,1 1,1 0,2 1,-2 13,4-28,0 2,0-1,0 1,1 0,0 0,1-1,0 1,1 0,1 6,-2-15,0 0,1 0,-1 0,0-1,1 1,-1 0,1 0,-1-1,1 1,-1 0,1-1,-1 1,1-1,0 1,-1-1,1 1,0-1,-1 1,1-1,0 1,0-1,0 0,-1 1,1-1,0 0,0 0,0 0,0 0,-1 0,1 0,0 0,0 0,0 0,0 0,-1 0,1 0,0-1,0 1,0 0,-1-1,1 1,0 0,0-1,-1 1,1-1,0 0,35-24,7-18,-1-1,-3-2,2-7,-28 37,2-2,0 0,-1-1,-2 0,0-2,0 1,-2-1,-1-1,-1 0,0 0,-2 0,0-1,-2 0,0 0,-2 0,0-8,-3 24,1 0,-1 0,0 0,0 0,-1 0,0 0,0 1,-1-1,0 1,0-1,0 1,-1 0,0 0,0 0,0 1,-1-1,0 1,0 0,0 1,-1-1,0 1,1 0,-2 0,1 1,0 0,-1 0,1 1,-1-1,0 1,0 1,0-1,0 1,0 0,0 1,0 0,0 0,-4 1,7 0,0 0,0 0,0 1,0 0,0 0,0 0,1 0,-1 0,1 1,-1 0,1 0,0 0,0 0,0 0,1 0,-1 1,1-1,-1 1,1 0,0 0,1 0,-1 0,1 0,0 0,0 0,0 0,0 1,1-1,-1 0,1 1,0-1,1 0,-1 1,1-1,0 0,1 3,2 19,1 0,2 0,1 0,1-1,1 0,3 5,35 98,-24-16,-17-67,3-1,2-1,12 27,0-31,-15-46,-7-1</inkml:trace>
  <inkml:trace contextRef="#ctx0" brushRef="#br1" timeOffset="-48353.693">14922 10775,'35'-31,"-2"-2,-1-2,-2-1,-2-1,-1-1,-2-2,-1 6,-22 46,-6 1,-7 24,1 1,2 0,1 0,2 1,2 0,2-1,2 28,3-45,-1-6</inkml:trace>
  <inkml:trace contextRef="#ctx0" brushRef="#br1" timeOffset="-47866.872">14268 9827,'18'0,"20"0,19 0,16-3,15-2,10-1,1 1,-5 1,-11 2,-15 0,-18 1,-18 3,-20 1,-19 3,-8-1</inkml:trace>
  <inkml:trace contextRef="#ctx0" brushRef="#br1" timeOffset="-42135.557">21513 6672,'-12'-25,"-10"-136,18 136,-33-145,23 146,13 24,1 0,0-1,0 1,-1 0,1 0,0-1,-1 1,1 0,0 0,-1 0,1 0,0-1,-1 1,1 0,0 0,-1 0,1 0,0 0,-1 0,1 0,-1 0,1 0,0 0,-1 0,1 0,0 0,-1 0,1 0,0 1,-1-1,1 0,0 0,-1 0,1 0,0 1,-1-1,1 0,0 0,-1 1,1-1,0 0,0 1,0-1,-1 0,1 1,0-1,0 0,0 1,0-1,0 0,-1 1,1-1,0 0,0 1,0-1,0 0,0 1,0-1,0 1,0-1,0 0,1 1,-1-1,0 0,0 1,0-1,0 3,0 0,0 0,0 0,0 0,0 0,1 0,-1 0,1 0,0 0,0 0,0 0,0 0,1 0,-1-1,1 1,-1-1,1 1,0-1,0 0,0 1,0-1,1 0,-1 0,1-1,-1 1,1 0,-1-1,1 1,0-1,0 0,0 0,1 0,98 22,81-18,-180-6,0 1,1-1,-1 1,0 0,1 0,-1 0,1 0,-1 1,0-1,1 1,-1 0,0 0,0 0,0 1,0-1,0 1,0-1,0 1,0 0,0 0,-1 1,1-1,-1 0,0 1,0-1,0 1,0 0,0 0,0 0,-1 0,1 0,-1 0,1 3,-1 10,-1 0,0 0,-1 0,-1 0,0 0,-4 10,-2 22,-8 99,4 144,12-280,-10 94,9-101,0 1,0-2,-1 1,0 0,0 0,0 0,0-1,0 1,-1-1,0 0,1 1,-1-1,0-1,-1 1,1 0,0-1,-1 1,0-1,1 0,-1 0,0-1,0 1,-2-1,0 1,-1-1,0 0,0-1,0 0,0 0,0 0,1-1,-1 0,0 0,0-1,1 0,-1 0,1 0,-1-1,1 0,0 0,-2-2,-94-73,90 67,0 0,0 0,2-1,-1-1,2 0,0 0,-1-4,9 16,0 0,1 0,-1 0,1 0,-1 0,1 0,0-1,0 1,-1 0,1 0,0 0,0-1,0 1,0 0,0 0,0-1,1 1,-1 0,0 0,1 0,-1 0,1 0,-1-1,1 1,-1 0,1 0,0 0,-1 0,1 0,0 1,0-1,0 0,0 0,0 0,0 1,0-1,0 1,0-1,0 1,0-1,1 1,52-13,-48 12,379-17,-309 16,-74 4,0 0,0 0,-1 0,0 1,1-1,-1 0,0 0,0 1,0-1,0 1,0-1,-1 1,1-1,-1 1,0-1,0 1,0 0,0-1,0 1,0-1,-1 1,1 0,0 3,-1 0,-1 0,2 1,-1-1,1 0,0 1,0-1,1 0,0 0,0 1,1-1,-1 0,1 0,0 0,1-1,0 1,0 0,0-1,0 0,1 1,0-2,0 1,0 0,1-1,-1 0,1 0,0 0,0 0,1-1,4 3,-1-4,1 1,-1-2,1 1,0-1,0 0,0-1,-1-1,1 1,0-1,0-1,-1 0,1 0,-1-1,1 0,-1-1,0 0,5-3,-7 4,-1-1,1 0,-1 0,0 0,0-1,0 0,-1 0,1-1,-1 1,-1-1,1 0,-1 0,0-1,0 1,-1-1,0 0,0 0,0 0,-1 0,0-1,-1 1,0-1,0 0,-1 3,0 0,0 0,-1-1,0 1,0 0,0 0,-1 0,0 1,0-1,0 0,0 1,-1-1,0 1,0 0,0-1,0 1,-1 1,0-1,1 1,-1-1,0 1,-1 0,1 0,-1 1,1-1,-1 1,0 0,1 1,-4-2,-1 0,0 1,0 0,0 0,0 0,-1 1,1 1,0 0,-1 0,1 1,0 0,0 0,0 1,-1 0,2 1,-1 0,-2 1,3 1,0 0,0 1,0-1,1 2,0-1,0 1,0 0,1 1,0-1,1 1,-1 0,1 1,1-1,0 1,0 0,1 0,-3 9,-3 20</inkml:trace>
  <inkml:trace contextRef="#ctx0" brushRef="#br1" timeOffset="-41288.811">21887 10415,'-4'18,"-2"15,0 9,1 7,2 3,1 3,1 0,1 1,-3-1,1 0,-3-6,-3-5,1-9,1-10</inkml:trace>
  <inkml:trace contextRef="#ctx0" brushRef="#br1" timeOffset="-40855.343">22208 10496,'-7'7,"-18"18,-2 0,0-2,-1-1,-9 3,-3-3,-2-2,0-2,-28 8,37-14,29-11,2-1,0 0,0 0,0 1,1-1,-1 0,0 1,0-1,1 1,-1 0,0-1,1 1,-1 0,1 0,-1 0,1 0,-1 0,1 0,0 1,0-1,-1 0,1 1,0-1,0 1,0-1,1 1,-1 0,0-1,0 1,1 0,-1-1,1 1,0 0,-1 0,1-1,0 1,0 0,0 0,0 0,8 10,0 0,1-1,0 0,0 0,1-1,1 0,-1 0,2-2,5 5,0-1,0-1,0-1,1-1,1 0,0-1,0-1,0 0,1-2,0 0,0-2,0 0,0-1,1-1,-1-1,0-1,17-2,0-7,-25 4</inkml:trace>
  <inkml:trace contextRef="#ctx0" brushRef="#br1" timeOffset="-40555.309">22316 10923,'3'6,"0"-1,1 1,0-1,0 1,1-2,0 1,-1 0,2-1,-1 0,0 0,1 0,0-1,0 0,0 0,0 0,0-1,0 0,1 0,-1 0,1-1,0 0,-1-1,1 1,0-1,-1 0,1-1,0 0,-1 0,1 0,-1-1,1 0,-1 0,0-1,0 1,0-1,3-3,-3 1,0-1,0 0,-1 0,0 0,0-1,-1 1,1-1,-2-1,1 1,-1 0,0-1,0 0,-1 1,0-1,0-4,-1 8,-1 0,1 0,-1 0,0 0,0 0,0 0,-1 0,1 0,-1 0,0 0,0 0,0 0,-1 0,0 0,1 1,-1-1,0 1,-1-1,1 1,-1 0,1-1,-1 2,0-1,0 0,0 0,-1 1,1 0,-1-1,1 2,-5-3,3 2,-1 1,0-1,0 1,0 0,0 1,0 0,0 0,0 0,-1 0,1 1,0 0,1 0,-1 1,0 0,0 0,1 0,-1 1,1-1,-1 1,1 1,0-1,0 1,1 0,-1 0,1 0,0 1,0-1,0 1,1 0,-1 0,1 0,1 1,-1-1,1 1,0 0,0-1,0 1,0 2,-1 17</inkml:trace>
  <inkml:trace contextRef="#ctx0" brushRef="#br3" timeOffset="-25680.838">21593 9492,'-38'0,"9"2,-1-2,1-1,0-1,0-2,0-1,0-1,-16-7,43 13,-47-20,-2 2,0 2,0 3,-29-3,17 9,0 3,-63 5,123-2,0 0,-1 1,1 0,0-1,-1 1,1 1,0-1,-1 0,1 1,0 0,0 0,-1 0,1 0,0 0,0 0,0 1,0 0,1 0,-1-1,0 1,1 1,-1-1,1 0,0 1,0-1,-1 1,2 0,-1-1,0 1,1 0,-1 0,1 0,0 1,-1 0,27 101,-22-72,-2-1,-1 1,-1 0,-2-1,-1 1,-2-1,-1 0,-3 4,-12 68,2 58,7 1,8 147,4-228,-5 80,-7-1,-22 92,-3 25,-1 276,13-90,-3 214,37-542,5-1,25 105,7 53,-42-257,3 1,0-1,3 0,1 0,1-1,15 30,-23-56,0-1,0 1,-1-1,0 1,-1 0,0 0,0 0,-1 0,-1 8,5 45,34 72,-34-120,-1 0,0 0,-1 0,-1 0,0 1,-1-1,0 2,2 45,1-33,1 1,2-1,0-1,2 1,1-1,2-1,1 3,-7-20,-2-4,0 0,-1 0,1 0,-1 1,0-1,0 1,0-1,-1 1,0 0,0-1,-1 1,1 0,-1 0,-1 3,0-7,-1 0,0 0,0 0,0-1,0 1,0-1,0 1,0-1,-1 0,1 0,0 0,-1 0,1 0,-1-1,1 1,-1-1,1 1,-1-1,1 0,-1 0,0 0,-2 0,-74 6,-1-4,0-3,-42-7,-1209-92,-2129-115,704 97,1267 66,898 26,-1197-36,777 26,-327-11,410 25,-45-2,-124-16,563 20,-160-1,583 21,-93 0,-60 14,6 14,221-26,-1 2,1 1,0 2,-24 9,36-7,19-6,17-7,13-6,4-3</inkml:trace>
  <inkml:trace contextRef="#ctx0" brushRef="#br3" timeOffset="-22096.817">8840 9586,'3'16,"-3"-15,1-1,-1 1,1 0,-1 0,0 0,1 0,-1 0,0 0,0 0,0 0,0 1,0-1,0 0,0 0,0 0,0 0,0 0,-1 0,1 0,0 0,-1 0,1 0,0 0,-1 0,0-1,1 1,-1 0,1 0,-1 0,0-1,0 1,1 0,-1 0,0-1,0 1,0-1,0 1,-15 3,0 0,0-1,-1-1,1-1,-1 0,-6-1,-1 0,-338 2,355-2,0-1,0 1,1 0,-1 1,0 0,0 0,1 0,-1 1,0 0,1 0,0 0,-1 1,1 0,0 1,0-1,1 1,-1 0,1 0,0 1,0 0,0 0,1 0,-1 1,-8 20,0 1,2 1,1 0,2 0,0 1,-3 28,8-41,-131 757,122-674,4 1,5 1,4-1,8 50,38 188,-17-148,0 135,-40 356,7-603,3-14,-3 1,-3-1,-3 0,-3-1,-13 42,15-72,1 1,1-1,3 2,0-1,2 1,-31 221,37-137,3-41,-6 122,0-199,0 0,0 0,1 1,-1-1,0 0,1 0,-1 0,1 0,-1 0,1 0,-1 0,1 0,0 0,-1 0,1 0,0 0,0 0,0-1,0 1,0 0,0-1,0 1,0 0,0-1,0 1,0-1,0 0,0 1,0-1,1 0,-1 0,0 1,0-1,0 0,0 0,1 0,-1-1,1 1,45-14,-39 9,0 0,0-1,-1 0,0 0,0 0,0-1,-1 0,0-1,0 1,-1-1,0 0,0-1,-1 1,0-1,-2 5,0 0,-1 0,1 0,-1 0,0 0,-1-1,1 1,-1 0,0 0,0-1,0 1,0 0,-1-1,1 1,-1 0,-1 0,1 0,0 0,-1 0,0 0,0 0,0 0,0 1,-1-1,1 1,-1-1,0 1,0 0,0 0,-1 1,-2-3,-1 1,-1 0,-1 0,1 0,0 1,-1 1,0-1,0 1,0 1,0 0,0 0,0 0,0 1,0 1,0 0,0 0,1 0,-1 1,0 1,0 0,1 0,0 0,-1 1,1 0,1 1,-1 0,1 0,-1 0,1 1,1 0,-1 1,1-1,1 1,-1 0,1 1,0-1,1 1,-1 0,2 1,-1-1,1 0,0 1,1 0,0 0,1 0,-1 5,2-7,1-1,0 0,0 1,0-1,1 0,0 0,0 0,0 0,1 0,0 0,0-1,1 1,-1-1,1 0,0 0,1 0,-1-1,1 1,0-1,0 0,4 2,4 2,0 0,1-1,0-1,0 0,0 0,0-2,1 0,10 2,-20-5,-1 0,1 1,-1-1,1-1,0 1,-1-1,1 1,0-2,0 1,-1 0,1-1,0 0,-1 0,1 0,-1-1,1 1,-1-1,0 0,0 0,0-1,0 1,0-1,0 0,-1 0,1 0,-1 0,0-1,0 0,0 1,0-1,-1 0,1 0,-1-1,1-3,-1 4,-1 0,0-1,0 1,0-1,0 1,-1-1,0 1,0-1,0 1,-1-1,1 1,-1-1,0 1,0-1,-1 1,1 0,-1-1,0 1,0 0,-1 0,1 1,-1-1,1 0,-1 1,0-1,-1 1,1 0,-1 0,1 1,-1-1,0 1,0-1,0 1,0 0,0 1,-1-1,1 1,0 0,-1 0,1 0,-1 0,1 1,-1 0,1 0,-1 0,0 1,1-1,-1 1,-4 4,0 1,0 0,1 0,0 0,0 1,1 1,-1-1,2 1,-1 0,1 1,0 0,1 0,0 0,1 0,-1 1,2-1,0 1,0 0,-1 6,3-11,-1 1,1 0,0 0,0-1,1 1,-1 0,1 0,1 0,-1 0,1 0,0-1,0 1,1 0,0-1,0 1,0-1,1 1,-1-1,1 0,1 0,-1 0,1-1,-1 1,1-1,1 0,-1 0,1 0,-1-1,1 1,0-1,0 0,1 0,4 1,0 1,1-2,-1 1,1-1,0-1,-1 0,1-1,0 0,0 0,0-1,1-1,-1 0,0 0,-1-1,1 0,0-1,-1 0,1-1,-1 0,5-3,-12 3,1 1,-1-1,1 0,-1 1,0-1,-1-1,1 1,-1 0,1-1,-1 1,-1-1,1 1,-1-1,0 0,0 0,0 0,0 0,-1 0,0 0,0 0,0 0,-1 0,0 1,0-1,0 0,0 0,-1 0,0 1,0-1,0 1,0 0,-1-1,0 1,0 0,0 0,0 1,0-1,-1 1,0-1,0 1,0 0,0 1,0-1,-4-1,1 0,0 1,1 0,-1 0,0 0,-1 1,1 0,0 1,0-1,-1 1,1 1,-1 0,1 0,-1 0,1 1,-1 0,1 0,0 1,0 0,-1 0,1 1,1 0,-1 0,0 0,1 1,-1 0,1 0,0 1,1 0,-1 0,-1 1,1 0,0 1,0-1,1 1,-1 0,1 1,1-1,0 1,0 0,0 0,1 0,0 1,1-1,0 1,0-1,1 1,0 0,0 0,1-1,0 1,1 0,0 0,0 0,3 5,-2-7,1 0,-1-1,2 1,-1-1,1 0,0 0,0 0,1-1,-1 1,1-1,1 0,-1 0,1-1,-1 0,1 0,1 0,-1-1,0 0,1 0,0 0,-1-1,1 0,0 0,0-1,0 0,1 0,-1-1,0 1,0-2,4 0,-1 1,-1-1,1 0,-1 0,1-1,-1-1,0 1,0-1,0-1,0 0,-1 0,1-1,-1 0,0 0,-1-1,1 0,-1-1,0 1,-1-1,0 0,0-1,0 0,4-7,-8 10,0 0,0-1,0 1,-1-1,0 1,0-1,0 1,-1-1,0 1,0-1,0 0,0 1,-1-1,0 1,0-1,-1 1,0-1,0 1,0 0,0 0,-1 0,0 0,0 0,0 0,0 1,-1 0,0-1,-3-2,0 0,-1 0,1 1,-1 0,-1 0,1 1,-1 0,0 0,0 1,0 0,-1 1,1 0,-1 1,0 0,0 0,-2 1,0 0,-1 1,1 1,0 0,0 1,0 0,0 1,0 0,0 1,1 0,-1 1,1 0,0 1,1 0,-1 1,1 0,1 0,-1 1,1 1,1-1,-1 1,2 1,-1 0,1 0,1 0,-2 5,6-11,1 0,0 0,0 0,0 0,1 0,-1 0,1 0,0 1,0-1,1 0,-1 0,1 0,0 0,0 0,0 0,1 0,-1 0,1 0,0 0,0-1,0 1,1-1,-1 0,1 1,0-1,0 0,0 0,0-1,0 1,1-1,-1 0,1 1,-1-2,1 1,0 0,0-1,3 1,9 4,1-1,0-1,0 0,0-1,0-1,0-1,1-1,-1 0,0-1,1-1,-1 0,0-1,0-1,0-1,-1-1,0 0,0-1,0 0,13-10,-24 15,0 0,0-1,-1 0,1 0,-1 0,1-1,-1 1,0-1,-1 0,1 0,-1-1,0 1,0-1,0 1,0-1,-1 0,0 0,0 0,0-1,-1 1,1 0,-1-1,0 1,-1 0,0-1,0 1,0-1,0 1,-1-1,-3-3,-1 1,-1-1,1 1,-1 0,-1 1,1-1,-1 1,-1 1,1-1,-1 1,0 0,0 1,-1 0,0 0,0 1,0 0,0 1,-1 0,1 0,-2 1,-1-1,0 0,-1 1,1 0,0 1,0 1,-1 0,1 0,0 1,-1 1,1 0,0 1,0 0,0 1,1 0,-1 1,1 0,0 0,1 2,-1-1,1 1,0 1,1 0,0 0,0 1,1 0,0 1,0-1,1 1,0 1,0 2,4-7,1 1,0-1,0 1,0-1,1 1,0 0,0 0,1 0,-1 0,2 0,-1 0,1-1,0 1,0 0,1 0,0-1,0 1,1-1,-1 1,2-1,-1 0,0 0,1-1,0 1,1-1,-1 1,1-1,0-1,0 1,1-1,1 2,8 3,0 0,0-1,1 0,0-2,0 1,1-2,0 0,-1-1,2-1,-1-1,0 0,1-1,-1-1,0-1,1 0,-1-1,0-1,10-3,-19 5,0-1,0 0,-1-1,1 0,-1 0,0 0,1-1,-2 0,1 0,0-1,-1 0,0 0,0-1,0 0,-1 0,0 0,0 0,0-1,-1 0,0 0,-1 0,1 0,-1-1,-1 1,1-1,-1 0,-1 0,1 1,-1-1,-1 0,1-1,-2 1,1 0,-1 0,-1-7,-2 5,1 0,-2 1,1-1,-1 1,-1 0,0 0,0 0,-1 1,0 0,0 0,0 1,-1 0,-1 0,1 1,-1 0,0 0,0 1,-1 0,0 1,0 0,0 1,0 0,0 0,0 1,-1 0,0 1,1 0,-1 1,1 0,-1 1,0 0,1 1,0 0,-1 0,-6 3,7 1,0-1,0 1,1 1,-1 0,2 0,-1 1,1 0,0 0,1 1,0 0,0 0,1 1,0 0,0 0,1 0,1 1,0 0,0 0,1 0,1 0,0 0,0 1,1-1,0 1,1-1,1 1,0-1,0 0,2 8,-1-13,0 0,1 0,-1-1,1 0,0 1,1-1,-1 0,1 0,0-1,0 1,1-1,-1 0,1 0,0 0,0-1,0 0,0 0,1 0,-1 0,1-1,0 0,-1 0,1-1,0 0,0 0,0 0,2 0,7 0,0-1,-1-1,1 0,-1-1,1 0,-1-1,0-1,0 0,0-1,13-6,-11 3,-1 0,0-2,0 1,0-2,-2 0,1-1,-1 0,6-8,-14 14,0 0,0 0,-1-1,0 1,0-1,0 0,-1 0,0 0,-1 0,1 0,-1-1,-1 1,1-1,-1 0,0 1,-1-1,0 0,0 1,-1-1,-1-6,1 9,-1-1,0 1,0-1,0 1,-1 0,1 0,-1 0,-1 0,1 0,-1 1,1-1,-1 1,-1 0,1 0,0 1,-1-1,0 1,0 0,0 0,0 1,0-1,-1 1,1 0,-1 1,-5-2,0 1,0 1,0 0,0 0,0 1,0 1,0 0,0 0,0 1,0 1,0 0,0 0,1 1,-2 1,-2 1,2 0,-1 1,1 1,0 0,0 0,1 1,0 1,1 0,0 0,0 1,1 1,1-1,0 1,0 1,1-1,1 2,4-11,1 0,-1 0,1 0,0 1,0-1,0 1,0-1,0 1,1-1,0 1,0-1,0 1,0-1,0 1,1 0,-1-1,1 1,0-1,0 0,0 1,1-1,-1 0,1 0,0 0,0 0,0 0,0 0,0 0,1-1,-1 1,1-1,1 1,2 0,0 0,0 0,0-1,1 0,-1 0,1-1,-1 0,1 0,0 0,-1-1,1 0,1 0,37-3</inkml:trace>
  <inkml:trace contextRef="#ctx0" brushRef="#br3" timeOffset="-20792.116">1166 12888,'30'88,"-28"-117,-7 12,-1-1,-1 0,0 1,-1 1,-1-1,0 1,-1 1,-1-1,-12-12,17 22,1 0,-1 0,0 0,-1 1,0-1,0 2,0-1,0 1,0 0,-1 0,0 1,0 0,0 1,0-1,0 2,-1-1,1 1,0 0,-1 1,1 0,-1 0,-7 2,2 3,-1 1,2 0,-1 1,1 1,0 0,0 1,1 0,0 1,1 0,0 1,1 0,0 1,1 0,0 0,1 1,0 0,1 1,1 0,-2 4,0-3,2-1,-1 1,2 0,0 0,1 0,0 1,1-1,1 1,1 0,0 0,1 0,1 0,0 0,1 0,1-1,0 1,1-1,1 1,0-1,1-1,1 1,0-1,1 0,0-1,1 0,1 0,7 7,0-5,2-1,-1-1,2 0,-1-1,2-1,0-2,0 1,0-2,1-1,0-1,1-1,-1-1,1 0,23-1,-35-3,0 0,0-1,0 0,0-1,0-1,0 0,0 0,-1-1,1 0,-1 0,0-2,1 0,15-10</inkml:trace>
  <inkml:trace contextRef="#ctx0" brushRef="#br3" timeOffset="-19429.157">1527 12741,'0'116,"-6"1,-14 78,-6-23,26-171,0 0,-1 0,1 0,0 1,0-1,0 0,0 1,0-1,0 0,0 0,0 1,1-1,-1 0,0 0,1 0,-1 1,1-1,-1 0,1 0,0 0,0 0,-1 0,1 0,0 0,0 0,0 0,0 0,0-1,0 1,0 0,0-1,0 1,0-1,0 1,1-1,-1 1,0-1,0 0,1 1,-1-1,0 0,0 0,1 0,-1 0,0 0,0 0,1-1,-1 1,0 0,0-1,1 1,66-14,54-3,-100 20,-1 0,1 2,0 0,-1 2,8 3,80 21,-92-29</inkml:trace>
  <inkml:trace contextRef="#ctx0" brushRef="#br3" timeOffset="-19151.619">2062 12835,'-2'2,"1"6,1 9,3 15,1 12,2 15,-1 11,0 8,-1 1,0-1,0-5,2-8,2-10,2-15,3-14,0-12</inkml:trace>
  <inkml:trace contextRef="#ctx0" brushRef="#br3" timeOffset="-18721.137">2477 12808,'1'22,"-1"0,-1 0,-1 0,-1 0,-1-1,-1 1,-1-1,0 0,-2 0,0-1,-2 0,0 0,-1-1,-11 15,12-22,0 0,0 0,-1-1,0 0,-1-1,0-1,-1 0,0 0,0-1,-1-1,0 0,0-1,0-1,-1 0,0-1,0 0,-6-1,20-2,0-1,0 1,0-1,0 1,0-1,0 1,0-1,0 0,0 0,0 0,0 0,-1 0,1 0,0 0,0 0,0 0,0 0,0 0,0-1,0 1,0 0,0-1,-1 1,2-1,-1 1,0-1,0 0,0 1,0-1,0 0,0 0,1 1,-1-1,0 0,1 0,-1 0,0 0,1 0,-1 0,1 0,0 0,-1 0,1 0,0 0,0-1,-1 1,1 0,0 0,0 0,0 0,1 0,-1 0,0-1,4-2,1 1,0 0,-1 0,1 1,0-1,0 1,1 0,-1 0,0 1,1-1,-1 1,1 0,-1 1,1-1,-1 1,1 0,0 1,-1-1,1 1,-1 0,1 1,3 1,9 3,-1 2,0 0,0 1,-1 0,0 2,-1 0,0 0,-1 2,0-1,-1 2,3 3,-3-2,0-1,1-1,1 0,1-1,-1-1,2 0,-1-1,2-1,-1 0,15 4,64 3,-54-14</inkml:trace>
  <inkml:trace contextRef="#ctx0" brushRef="#br3" timeOffset="-18428.246">3065 13516,'13'5,"12"1,11 0,8-2,7-2,10-6,5-1,6-2,-11 0</inkml:trace>
  <inkml:trace contextRef="#ctx0" brushRef="#br3" timeOffset="-17805.769">3880 12981,'9'110,"-5"0,-5-1,-5 1,-6 10,8-85,6-55,5-123,-6 1,-7-1,-8-23,12 108,3 57,0 1,0-1,0 0,0 0,0 1,1-1,-1 1,0-1,0 1,1-1,-1 1,0 0,1 0,-1 0,0 0,1 0,-1 0,0 0,1 0,-1 0,0 1,1-1,-1 0,0 1,1-1,-1 1,0 0,0-1,0 1,0 0,0 0,1 0,-1-1,0 2,7 1,70 25,2-5,74 13,-27-8,-97-20,-9 0</inkml:trace>
  <inkml:trace contextRef="#ctx0" brushRef="#br3" timeOffset="-17611.262">3786 13276,'23'11,"19"4,15-1,15-2,8-4,5-3,1-4,-1-3,-5-1,-16 0</inkml:trace>
  <inkml:trace contextRef="#ctx0" brushRef="#br3" timeOffset="-17179.377">4949 13035,'-19'-3,"0"0,0 1,-1 1,1 1,-1 1,1 0,-1 2,1 0,0 1,0 1,0 1,1 0,0 2,0 0,1 1,0 0,-11 9,24-16,-1 0,1 1,0-1,-1 1,1 0,0 0,1 0,-1 0,1 1,-1-1,1 1,0 0,0 0,1 0,-1 1,1-1,0 1,0-1,0 1,1 0,0 0,0-1,0 1,0 0,1 0,0 0,0 0,0 0,0 0,1 0,0 0,0 0,0-1,1 1,0 0,0-1,0 1,2 3,11 7,0-2,0 0,1 0,1-2,0 0,0-1,1-1,0 0,5 0,3 4,8 3,-18-10,0 0,0 2,-1 0,0 1,0 0,-1 1,0 1,-1 0,0 0,-1 2,10 11,-21-21,1-1,-1 1,0-1,0 1,0 0,0 0,0-1,-1 1,1 0,-1 0,0 0,0 0,0-1,0 1,0 0,-1 0,1 0,-1 0,0-1,0 1,0 0,0-1,0 1,0-1,-1 1,1-1,-1 1,0-1,0 0,-2 2,-72 48,60-43,-1-2,0 0,0-1,-1 0,1-2,-1 0,0-1,-1-1,1 0,0-2,-1 0,-15-2,33 2,-1 0,1 0,-1 0,1 0,-1 0,1 0,-1 0,1-1,-1 1,1 0,-1-1,1 1,-1-1,1 0,0 1,-1-1,1 0,0 0,0 0,0 0,0 0,-1 0,1 0,0 0,1 0,-1 0,0-1,0 1,0 0,1-1,-1 1,1-1,-1 1,1-1,0 1,-1-1,1 1,0-1,0 1,0-1,0 1,0-1,0 1,1-1,-1 1,0-1,1 1,-1 0,1-1,0 1,-1 0,1-1,0 1,0 0,1-1,20-17,3 3</inkml:trace>
  <inkml:trace contextRef="#ctx0" brushRef="#br3" timeOffset="-16567.597">5164 13249,'-14'101,"5"0,3 70,0-378,-12-60,19 243,-1 24,0 1,0-1,0 0,0 0,0 1,0-1,1 0,-1 0,0 1,0-1,0 0,0 0,0 0,0 1,1-1,-1 0,0 0,0 0,0 1,1-1,-1 0,0 0,0 0,1 0,-1 0,0 0,0 0,0 1,1-1,-1 0,0 0,1 0,-1 0,0 0,0 0,1 0,-1 0,0 0,0 0,1 0,-1-1,0 1,0 0,1 0,-1 0,0 0,0 0,0 0,1-1,-1 1,0 0,0 0,0 0,1 0,-1-1,0 1,0 0,0 0,0 0,0-1,0 1,1 0,-1 0,0-1,0 1,0 0,0 0,0-1,12 22,-12-20,11 22,-6-11,-1 0,2-1,-1 0,2 0,-1 0,2-1,-1 0,1 0,1-1,-1 0,2-1,-1 1,1-2,2 1,-7-6,-1 0,1-1,0 0,0 0,0 0,0-1,0 0,0 0,0 0,0 0,0-1,0 0,0 0,0 0,0-1,0 1,-1-1,1-1,-1 1,1 0,-1-1,0 0,0 0,0 0,1-2,8-7,0 0,-1-1,-1-1,0 0,0 0,4-11,-2 1,-1-1,-2-1,0 0,-2 0,-1-1,0-1,-3 23,-4 27,0-14,1 34,2 1,1 0,3-1,1 0,2-1,2 0,1 0,6 6,33 73,-45-94</inkml:trace>
  <inkml:trace contextRef="#ctx0" brushRef="#br3" timeOffset="-15677.221">2945 13597,'634'-14,"-1197"49,452-24,109-7,14-3,79 2,0-5,48-8,-93 6,15 0</inkml:trace>
  <inkml:trace contextRef="#ctx0" brushRef="#br3" timeOffset="-14321.361">1059 14372,'5'0,"5"0,7 0,6 0,9 0,10 0,7-2,7-1,3 0,-2 1,-11 0</inkml:trace>
  <inkml:trace contextRef="#ctx0" brushRef="#br3" timeOffset="-12881.057">8158 14385,'-7'-11,"0"0,-1 1,0 0,-1 0,0 1,0 0,-1 0,0 1,-1 0,0 1,0 1,0-1,-1 2,0-1,0 2,-11-3,18 6,0 1,0 0,0 0,0 1,0 0,0 0,0 0,0 0,1 1,-1 0,0 0,1 0,-1 0,1 1,0 0,0 0,0 0,0 0,0 0,1 1,-1 0,1 0,0 0,0 0,1 0,-1 1,1-1,0 1,0-1,0 2,-1 2,0-1,1 2,-1-1,2 0,-1 0,1 1,0-1,1 0,0 1,0-1,1 1,0-1,1 0,0 1,0-1,0 0,4 6,-3-8,0-1,0 0,1 0,0 0,0-1,0 1,1-1,-1 0,1 0,0 0,0-1,0 0,0 0,1 0,0-1,-1 1,1-1,0-1,0 1,0-1,0 0,0 0,0-1,0 0,0 0,7-1,1 0,1-2,-1 1,0-2,0 0,0-1,0 0,-1-1,0 0,0-1,11-8,-18 12,0 0,0-1,0 0,0 0,-1-1,1 1,-1-1,0 0,0 0,-1-1,0 0,0 1,0-2,-1 1,1 0,-2 0,1-1,-1 0,0 0,0 1,0-1,-1 0,-1 0,1 0,-1-1,0 1,0 0,-1 0,0 0,0 0,-1 0,0 1,0-1,-1 0,0-1,-2 2,0-1,0 2,-1-1,1 0,-1 1,0 0,-1 1,1-1,-1 1,0 0,0 1,0 0,-1 0,1 0,-1 1,1 0,-1 1,0 0,-2 0,-5-1,0 2,1 0,-1 0,0 2,0-1,0 2,1 0,0 1,-12 5,17-7,1 1,0 0,-1 1,1-1,1 2,-1-1,1 1,-1 0,1 1,1-1,-1 1,1 1,0-1,0 1,1 0,0 0,0 1,1 0,0 0,0 0,1 0,0 0,1 1,-1-1,1 3,3-6,-1-1,1 0,0 1,1-1,-1 0,1 0,-1 0,1 0,1 0,-1 0,0 0,1-1,0 1,0-1,0 0,0 0,0 0,1 0,-1 0,1-1,0 0,0 0,4 2,4 2,1-1,0 0,0-1,0-1,1 0,-1 0,4-1,-6-1,0 1,0-2,1 1,-1-1,0-1,0 0,0-1,0 0,0 0,0-1,-1-1,1 0,-1 0,0-1,0 0,0-1,-1 0,0-1,0 0,-1 0,1-1,-2 0,1 0,-1-1,1-2,-6 6,0 1,-1-1,1 0,-1 0,0 0,0 0,-1 0,0 0,0 0,0 0,0 0,-1 0,0 0,0 0,0 1,0-1,-1 0,0 0,0 1,0-1,-1 1,1 0,-1 0,0 0,0 0,-1 0,0 0,-4-5,-1 1,0 1,-1-1,0 1,0 1,0 0,-1 0,1 1,-1 1,-1 0,1 0,-2 1,0 0,0 1,0 0,0 1,0 1,-1 0,1 1,0 0,0 1,0 0,0 1,0 1,1 0,-2 1,7-2,0 0,0 0,1 1,-1 0,1 0,0 0,0 1,1 0,-1 0,1 0,0 1,1 0,-1 0,1 0,0 0,1 1,0-1,0 1,0 0,1 0,-1 0,2 0,-1 1,1-1,0 6,4 33,7-6</inkml:trace>
  <inkml:trace contextRef="#ctx0" brushRef="#br0" timeOffset="4929.023">8987 11631,'-2'-1,"1"0,0 0,-1-1,1 1,-1 0,0 0,1 0,-1 1,0-1,1 0,-1 1,0-1,0 1,1-1,-1 1,0 0,0 0,0 0,0 0,0 0,1 0,-2 1,-1-2,-258 15,-102-15,190-12,-492 13,474 14,27-7,84 8,75-13</inkml:trace>
  <inkml:trace contextRef="#ctx0" brushRef="#br0" timeOffset="8183.241">8813 7835,'-218'-8,"-5"2,123 7,1-6,-28-7,51 2,-311-57,381 66,-37-10,0 1,-1 2,0 3,-1 1,1 2,-17 3,43 1,0 1,1 1,0 1,0 0,0 1,-4 3,-43 24,62-30,-1 0,1 0,0 0,1 0,-1 0,1 1,-1-1,1 1,0-1,0 1,0-1,1 1,-1-1,1 1,0 0,0-1,0 1,1 0,-1-1,1 1,0-1,0 1,0-1,1 3,2 15,9 338,9-156,24 81,-28-155,-6 1,-5 15,11 128,1-75,-6 113,-14 212,-40-218,15 66,13-127,14-112,12-51,-13-47,0-28</inkml:trace>
  <inkml:trace contextRef="#ctx0" brushRef="#br0" timeOffset="10536.314">7102 7688,'-4'-3,"0"0,0 0,0 1,0 0,0-1,-1 1,1 0,-1 1,1-1,-1 1,0 0,1 0,-1 1,0-1,0 1,0 0,0 1,1-1,-1 1,0 0,0 0,1 0,-1 0,1 1,-1 0,1 0,0 0,-1 1,1 0,-2 3,1 0,0 0,1 0,0 1,0 0,0 0,1 0,0 0,0 0,1 1,0-1,0 1,0 0,1 0,1 0,-1-1,1 1,1 0,-1 0,1 0,1 0,1 5,1-7,0 0,1-1,0 1,0-1,0 0,1 0,0-1,0 1,0-1,0-1,0 1,1-1,0 0,0-1,0 1,0-2,0 1,0-1,0 0,0 0,1 0,-1-1,0-1,1 1,-1-1,0 0,0-1,5-1,-2 0,0 0,-1 0,1-1,-1 0,0-1,0 1,-1-2,1 0,-1 0,-1 0,7-6,-11 9,0-1,0 1,0 0,-1-1,1 0,-1 1,0-1,0 0,0 0,0-1,-1 1,1 0,-1 0,0-1,-1 1,1 0,-1-1,0 1,0-1,0 1,-1-1,1 1,-1 0,0-1,0 1,-1 0,0-2,-3-3,-1 1,0 0,0 1,0-1,-1 1,0 0,-1 1,1 0,-1 0,-1 1,1 0,-1 0,1 1,-1 0,-1 0,1 1,0 1,-1-1,0 2,1-1,-1 1,0 1,0-1,1 2,-1-1,0 2,-8 1,13-2,1 0,-1 0,1 0,0 0,-1 1,1 0,0 0,0 0,0 1,1-1,-1 1,0 0,1 0,0 0,0 1,0-1,0 1,0-1,1 1,-1 0,1 0,0 0,0 0,1 1,-1-1,1 0,0 1,0-1,1 1,-1-1,1 1,0-1,0 1,0 0,1-1,0 1,0-1,0 0,0 1,1-1,1 3,4 2,0 0,0-1,1 0,1-1,-1 1,1-2,1 1,-1-1,1-1,0 0,0 0,1-1,-1 0,1-1,0 0,0 0,0-2,0 1,0-1,0-1,7 0,-13 0,0 0,-1 1,1-2,-1 1,1 0,-1-1,1 0,-1 0,1-1,-1 1,0-1,1 0,-1 0,0 0,0 0,-1-1,1 0,0 0,-1 0,0 0,0 0,0-1,0 1,0-1,0 0,-1 0,0 0,0 0,0 0,-1 0,1-1,-1 1,0-1,0 1,-1-6,-1 1,0 0,-1 0,0 0,0 0,-1 0,0 1,0-1,-1 1,0 0,-1 0,0 0,0 0,0 1,-1 0,0 0,-1 0,0 1,0 0,0 0,0 1,-1 0,0 0,0 1,0 0,-1 1,-5-2,10 3,0 1,0 1,0-1,0 0,0 1,0 0,0 0,0 0,0 1,0-1,0 1,0 0,0 0,0 0,0 0,1 1,-1 0,1 0,-1 0,1 0,-1 0,1 1,0-1,0 1,0 0,1 0,-1 0,0 0,1 1,0-1,0 1,0-1,1 1,-2 4,0-1,0 0,1 0,0 1,1-1,-1 1,1-1,1 1,0-1,0 1,0 0,1-1,0 1,0-1,1 1,0-1,0 0,1 0,2 4,-2-5,1 0,0-1,0 1,1-1,-1 0,1 0,1 0,-1-1,0 0,1 0,0 0,0-1,0 0,0 0,1 0,-1-1,1 0,0 0,0 0,-1-1,1 0,0-1,0 0,0 0,0 0,0-1,0 0,0 0,3-2,7-6</inkml:trace>
  <inkml:trace contextRef="#ctx0" brushRef="#br0" timeOffset="13712.863">4977 7635,'256'22,"542"28,-572-36,1-10,24-11,-8-7,-143 19,-27 1,-124-43,45 34,0-1,0 1,0 0,-1 1,0 0,1 0,-1 0,0 1,0 0,0 0,0 1,0-1,0 2,0-1,0 1,0 0,1 0,-1 1,0 0,0 0,1 1,0 0,-1 0,1 0,0 1,0 0,1 0,-1 0,1 1,0 0,0 0,1 0,-1 0,1 1,0 0,1 0,-1 0,1 0,0 1,-1 4,3-7,1 1,-1-1,1 0,0 0,0 1,1-1,-1 0,1 0,0 1,0-1,0 0,0 0,1 0,0 0,0-1,0 1,0 0,0-1,1 1,0-1,0 0,0 0,0 0,0 0,0 0,1-1,-1 0,1 0,0 1,2 0,3 1,1 0,-1-1,1 0,-1 0,1-1,0 0,0-1,0 0,0 0,0-1,0 0,7-2,-10 1,0 0,0-1,0 0,-1 0,1-1,0 0,-1 0,0 0,0-1,0 0,0 0,-1 0,0-1,1 0,-2 0,1 0,-1-1,1 1,-1-1,-1 0,1 0,-1-1,0 1,-1-1,0 1,0-1,0 0,0 0,-1 0,-1 0,1 0,-1 0,0 0,-1-6,0 7,0-1,0 0,0 1,-1-1,0 1,0 0,-1-1,0 1,0 0,0 1,-1-1,0 1,0-1,0 1,-1 0,1 0,-1 1,-1 0,1 0,0 0,-1 0,0 1,0 0,0 0,0 0,0 1,-1 0,1 0,-1 1,1 0,-1 0,0 0,1 1,-1 0,0 0,1 1,-1 0,0 0,1 1,-2 0,0 2,-1 0,1 1,-1 0,1 1,1 0,-1 0,1 1,0-1,1 2,-1-1,1 1,1 0,0 0,0 0,0 1,1 0,0 0,1 0,0 0,0 5,1-7,0-1,0 1,1 1,0-1,1 0,-1 0,1 0,1 0,-1 0,1 0,1 0,-1 0,1 0,0 0,1 0,0-1,0 1,0-1,1 0,0 0,0 0,0 0,1-1,0 1,0-1,0-1,5 4,-1-2,1-1,0 0,0 0,0-1,0 0,1-1,-1 0,1-1,0 0,0-1,0 0,0-1,-1 0,1-1,6 0,-10 0,-1 0,1-1,-1 1,0-1,0 0,1-1,-1 0,-1 0,1 0,0 0,-1-1,0 0,0 0,0-1,0 1,0-1,-1 0,0 0,0-1,-1 1,1-1,-1 0,0 0,-1 0,0 0,1-1,-1-2,0 0,-1 0,0-1,-1 1,1 0,-2-1,1 1,-1-1,-1 1,0 0,0 0,-2-4,3 9,0 0,-1 0,1 0,-1 1,0-1,0 0,0 1,-1-1,1 1,-1 0,0 0,0 0,0 0,0 0,-1 1,1-1,-1 1,1 0,-1 0,0 0,0 1,0-1,0 1,0 0,0 0,0 0,0 1,-2 0,-2 1,0 1,0 1,0-1,1 1,-1 1,1-1,0 1,0 1,1-1,-1 1,1 0,0 1,0-1,0 1,1 0,0 1,0-1,1 1,0 0,0 0,1 1,-1-1,2 1,-1-1,1 1,0 0,-1 8,2-12,0 0,0 0,1 1,-1-1,1 0,0 1,0-1,0 0,1 1,-1-1,1 0,0 1,1-1,-1 0,1 0,-1 0,1 0,0 0,1-1,-1 1,1-1,-1 1,1-1,0 0,0 0,1 0,-1 0,1-1,-1 1,1-1,0 0,0 0,0 0,0-1,0 1,0-1,0 0,1 0,-2-1,0 0,0 1,-1-1,1 0,0-1,0 1,0-1,0 1,0-1,0 0,-1 0,1 0,0 0,0-1,-1 1,1-1,-1 1,0-1,1 0,-1 0,0 0,0 0,0 0,0-1,-1 1,1-1,-1 1,1-1,-1 1,0-1,0 0,0 0,0 1,-1-1,1 0,-1 0,1 0,-1 0,0 0,0 0,-1 0,1 0,0 0,-1 0,0 1,0-1,0 0,0 0,0 1,0-1,-1 0,1 1,-1-1,0 1,0 0,0 0,0 0,0-1,1 2,0 0,0 0,1 0,-1 1,0-1,0 0,0 0,0 0,-1 1,1-1,0 0,0 1,0-1,-1 1,1 0,0-1,0 1,-1 0,1 0,0 0,0 0,-1 0,1 0,0 0,-1 0,1 0,0 1,0-1,-1 0,1 1,0-1,0 1,0 0,0-1,-1 1,1 0,0 0,0-1,0 1,1 0,-1 0,0 0,0 1,-20 54,18-3,2 0,2 0,6 26,0 36,-5 140,12-92,-23 61,3-135,4 0,5 20,11 114,-2-6,16 45,-1-31,-25-163,3-1,13 65,-3 108,12 1,-28 0,-13-97,-10 33,22 36,2-120,2-86,3-20,1-13,0-6</inkml:trace>
  <inkml:trace contextRef="#ctx0" brushRef="#br0" timeOffset="14568.546">7370 7835,'230'19,"132"-9,-145-6,-114-1,42 2,-1-6,73-12,-176 7</inkml:trace>
  <inkml:trace contextRef="#ctx0" brushRef="#br0" timeOffset="17971.005">2557 6886,'205'208,"-140"-145,-4 4,-2 2,-3 2,-4 3,39 72,-79-124,-1-1,-2 2,0-1,-1 1,-1 1,-1-1,-1 1,-1 0,-1 0,-2 1,0-1,-2 0,0 1,-2-1,-5 23,-8 0,-3 0,-2-2,-2-1,-1 0,-3-2,-1-1,-2-1,-2-2,-2-1,-14 11,-57 60,-4-5,-50 32,174-146</inkml:trace>
  <inkml:trace contextRef="#ctx0" brushRef="#br0" timeOffset="18791.742">2998 6845,'25'3,"-1"0,1 2,-1 0,0 2,-1 1,0 0,0 2,-1 1,0 0,0 2,-2 1,1 0,-2 1,0 1,-1 1,-1 1,0 0,-1 2,8 11,-1 1,-1 1,-2 1,-1 0,-2 2,-1 0,-2 1,-2 0,-1 1,-2 1,-2 0,-1 0,-2 0,-1 33,-4-1,-3 0,-3 0,-3 0,-3-1,-3-1,-3 0,-23 53,-29 45,-6-3,-19 15,85-159</inkml:trace>
  <inkml:trace contextRef="#ctx0" brushRef="#br0" timeOffset="19790.436">3172 6953,'24'-10,"101"26,-87-8,277 44,-115-22,55 22,-190-35,-2 2,0 3,-2 3,0 2,54 35,-73-36,-1 2,-1 2,-1 1,-2 2,-2 2,0 1,-3 2,-1 1,4 10,14 55,-62-111,2-1</inkml:trace>
  <inkml:trace contextRef="#ctx0" brushRef="#br0" timeOffset="21506.317">3265 8891,'143'-59,"117"-30,34-10,224-113,-458 182,0-2,-3-3,-1-2,-1-3,-3-3,-1-1,-2-3,-2-1,2-9,-41 45,-1 0,0-1,-1 0,-1 0,0-1,0 1,-2-1,1 0,-2 0,0-1,-1 1,0 0,-1 0,0-1,-2-1,24-95,-34 113,-13 23,18-18,-57 55,-11 11</inkml:trace>
  <inkml:trace contextRef="#ctx0" brushRef="#br0" timeOffset="29107.16">311 5027,'14'19,"11"9,8 8,5 7,3 5,2 3,2 2,0 2,0 2,-1-2,-4-3,-4-6,-5-6,-5-8,-3-9,-6-8</inkml:trace>
  <inkml:trace contextRef="#ctx0" brushRef="#br0" timeOffset="29363.484">805 5081,'-11'14,"-11"15,-11 19,-8 20,-7 14,-4 9,0 2,4-5,10-18</inkml:trace>
  <inkml:trace contextRef="#ctx0" brushRef="#br0" timeOffset="30148.504">70 4880,'-4'-4,"4"4,0 0,1 1,-1-1,0 0,0 0,1 0,-1 0,0 0,1 0,-1 0,0 0,1 0,-1 0,0 0,0 0,1 0,-1-1,0 1,1 0,-1 0,0 0,0 0,1 0,-1-1,0 1,0 0,1 0,-1 0,0-1,0 1,0 0,0 0,1-1,-1 1,0 0,0 0,0-1,0 1,0 0,0-1,0 1,0 0,1 0,-1-1,0 1,0 0,0-1,-1 1,1 0,0 0,0-1,326-1,405-11,-707 13,-16-2,-9-1</inkml:trace>
  <inkml:trace contextRef="#ctx0" brushRef="#br0" timeOffset="31244.828">3 4894,'14'633,"-27"-251,13-378,-1-2,1-1,-1 1,1 0,-1-1,1 1,0 0,0 0,0-1,0 1,0 0,0 0,0-1,0 1,1 0,-1-1,0 1,1 0,0-1,-1 1,1-1,0 1,0-1,0 1,0-1,0 1,0-1,0 0,1 0,-1 0,0 1,1-1,-1 0,1-1,-1 1,1 0,-1 0,1-1,0 1,-1-1,1 1,1-1,132-4,169-16,191-40,-493 59,134-14,-112 13</inkml:trace>
  <inkml:trace contextRef="#ctx0" brushRef="#br0" timeOffset="32002.476">1073 4854,'69'50,"81"59,-6 6,-4 6,-3 9,-127-120,-9-10,1 1,-1 0,1 0,-1 0,0 0,1 0,-1 0,0 0,0 0,0 0,0 1,0-1,0 0,0 1,0-1,-1 1,1-1,0 1,-1-1,0 1,1-1,-1 1,0 0,1-1,-1 1,0 0,0-1,-1 1,1 0,0-1,0 1,-1-1,1 1,-1-1,1 1,-2 1,-107 100,-98 68,-44 17,117-92</inkml:trace>
  <inkml:trace contextRef="#ctx0" brushRef="#br0" timeOffset="33966.452">1768 5482,'83'0,"218"9,-297-9,-1 0,0-1,0 1,0 0,0 1,0-1,0 0,0 1,0 0,0 0,0 0,0 0,0 0,0 0,-1 1,1-1,0 1,-1 0,1 0,-1 0,0 0,0 0,0 1,0-1,1 2,-4-1,0 0,-1 0,1 0,0 0,-1 0,0 0,0-1,0 1,0-1,0 1,0-1,-1 0,1 1,-1-1,0-1,1 1,-1 0,-1 0,-6 6,5-4,0 0,0 1,1 0,-1-1,1 2,0-1,1 0,0 1,-1 0,2 0,-1 0,1 0,0 0,0 0,0 1,1-1,0 1,0-1,1 2,-66 637,51-188,15-105,28-129,-28-220,-1 0,1-1,0 1,0 0,0 0,0 0,0 0,1-1,-1 1,1 0,0 0,0-1,0 1,0 0,0-1,1 1,-1-1,1 1,-1-1,1 0,0 0,0 0,0 0,0 0,1 0,-1 0,0-1,1 1,-1-1,1 0,0 0,-1 0,1 0,0 0,-1 0,1-1,1 1,109-13,98 0,34 9,-181 3,61-1</inkml:trace>
  <inkml:trace contextRef="#ctx0" brushRef="#br0" timeOffset="48448.369">27823 7461,'0'-2,"0"1,0-1,0 0,0 1,0-1,0 1,1-1,-1 0,1 1,-1-1,1 1,-1-1,1 1,0-1,0 1,0 0,0-1,0 1,0 0,0 0,0 0,0 0,1 0,-1 0,0 0,1 0,-1 0,1 0,-1 1,1-1,-1 1,1-1,-1 1,1 0,-1-1,1 1,0 0,-1 0,1 0,0 0,-1 0,1 1,177 0,58 24,314-24,-204 7,60-2,-381-8,-1 0,0-2,0-1,23-8,-9 3,-38 10,1-1,-1 0,0 1,1-1,-1 1,1-1,-1 1,1 0,0 0,-1 0,1-1,-1 1,1 1,-1-1,1 0,-1 0,1 1,-1-1,1 0,-1 1,1 0,-1-1,1 1,-1 0,0 0,1 0,-1 0,0 0,0 0,0 0,0 0,0 0,0 0,0 1,0-1,0 0,-1 1,1-1,0 1,-1-1,1 0,-1 1,0 0,1-1,-1 1,0-1,0 1,0-1,0 2,-1 228,1-64,-9 290,-2-63,2-190,13 125,21 50,-17 20,10 373,23-16,-41-695,12 245,45 148,-24-254,-20 5,-11-191,1 66,-3-77,-1 0,1 0,-1-1,0 1,1 0,-1-1,0 1,-1-1,1 1,0-1,-1 1,1-1,-1 0,0 0,0 0,0 0,0 0,0 0,0 0,0-1,-1 1,1-1,0 0,-1 0,0 1,-1-1,-17 6,-1 0,0-2,0-1,-1 0,1-2,-5 0,-927-3,451 28,249-19,-240-2,301-7,-278-12,-6-2,2 3,-157-10,-9 12,-141-28,-11-16,117 15,344 25,-541-29,6-10,-644 19,-174 34,927 14,155-1,-21 0,273-3,-79 23,371-27,-519 39,-259 20,-257 7,394-57,210 2,-205-5,-310 7,482-37,-118 8,409 11,-88 7,-25 2,48-1,205-10,84 0,1-1,-1-1,1 0,-1 0,1 0,0-1,0 0,1 0,-1-1,1 0,0 0,0-1,0 1,1-1,0 0,0-1,1 1,0-1,-3-4,-12-15,-30-35,-3 3,-2 2,-2 2,-3 3,-22-12,-434-296,469 323,-1 2,-1 2,-50-23,-92-37,-134-91,77 10,163 114,-2 3,-45-19,-176-110,115 54,184 125,0 0,0 0,1-1,0 1,0-2,1 1,0-1,0 0,-2-5,4 9,1 1,-1-1,0 1,0-1,-1 1,1 0,-1 1,1-1,-1 1,0 0,0 0,0 0,0 1,0 0,0 0,0 0,0 1,0-1,-1 1,1 0,0 1,0-1,0 1,-1 0,1 1,-20-1,-243 8,-104 2,158-1,-45-10,98-2,-34-6,-27-12,45 7,-341 14,391-19,125 16,0 0,0 0,0-1,1 1,-1 0,0-1,1 1,0 0,0-1,-1 0,2 1,-1-1,0 0,0 1,1-1,-1 0,1 0,0 0,0 1,0-1,1 0,-1 0,0 0,1 1,0-1,0 0,0 1,0-1,0 0,0 1,0-1,1 1,0 0,-1 0,2-1,2-12,12-52,-4-1,-2 0,-4-1,-2 1,-4-1,-2 0,-4 0,-5-15,-3-157,12 124,-14-264,-10 42,36 1,-8 49,-17 169,18 43,-3 75,0 1,0-1,1 1,-1 0,0 0,1 0,-1 0,1 0,-1 0,1 0,0 1,-1-1,1 0,0 1,0-1,0 1,-1 0,1 0,0-1,0 1,0 1,-1-1,1 0,0 0,0 1,-1-1,1 0,0 1,5 0,430 24,57-12,-184-6,171-1,-461-12,-27 4</inkml:trace>
  <inkml:trace contextRef="#ctx0" brushRef="#br0" timeOffset="50353.016">4455 11444,'29'22,"6"14,-2 2,-1 0,-2 3,-1 0,11 26,11 37,-51-138,-7 17,-2-1,0 1,-1 0,0 1,-1 0,-1 1,-8-8,10 10,0 0,-1 1,0 0,0 1,-1 0,-1 1,0 1,0 0,-1 0,0 1,-6-1,20 9,0-1,-1 1,1 0,-1-1,1 1,0 0,-1 0,1 0,-1 0,1 0,-1-1,1 1,-1 0,1 0,-1 0,1 0,-1 0,1 0,-1 0,1 1,-1-1,1 0,-1 0,1 0,0 0,-1 1,1-1,-1 0,1 0,0 1,-1-1,1 0,-1 1,1-1,0 0,0 1,-1-1,1 0,0 1,0-1,-1 1,1-1,0 1,0-1,0 1,0-1,-1 1,1-1,0 1,0-1,0 0,0 1,0-1,0 1,0-1,1 1,7 29,19 24,1-1,3-2,19 22,-45-66,6 12,1-2,1 1,1-2,0 0,1 0,1-2,0 0,6 4,-20-17,0 0,0 0,0-1,-1 1,1 1,0-1,-1 0,1 0,-1 1,1-1,-1 0,0 1,1 0,-1-1,0 1,0 0,0-1,0 1,0 0,-1 0,1 1,-19-17,5-2,0 0</inkml:trace>
  <inkml:trace contextRef="#ctx0" brushRef="#br0" timeOffset="50715.089">4509 11471,'-3'-7,"0"0,3 4,5 4,9 5,9 3,12 3,11 1,9 1,10-2,4-1,2 0,-2 1,-8-3,-10 1,-12-3,-9-1,-10-3</inkml:trace>
  <inkml:trace contextRef="#ctx0" brushRef="#br0" timeOffset="52906.573">18064 12567,'0'0,"0"0,-1 0,1 0,0 0,0 0,-1 0,1 0,0 0,0 0,-1 0,1 0,0 0,0 0,0 1,-1-1,1 0,0 0,0 0,-1 0,1 0,0 0,0 1,0-1,0 0,-1 0,1 0,0 1,0-1,0 0,0 0,0 0,0 1,0-1,-1 0,1 0,0 1,0-1,0 0,0 0,0 1,0-1,0 0,0 0,0 1,0-1,0 0,0 0,1 1,-1-1,0 0,0 0,0 1,0-1,0 0,0 0,1 0,-1 1,0-1,0 0,0 0,0 0,1 0,-315 40,69-3,241-37,0 0,1 1,-1 0,1 0,-1 0,1 0,-1 1,1-1,0 1,0 0,0 0,0 0,0 0,0 1,0-1,1 1,-1 0,1-1,0 1,0 0,0 0,0 1,3-3,0 1,0-1,0 0,0 1,0-1,1 0,-1 0,0 0,1 0,-1 0,1 0,-1 0,1-1,-1 1,1 0,0-1,-1 0,1 1,0-1,-1 0,1 0,0 1,0-1,-1-1,1 1,0 0,-1 0,1-1,0 1,-1-1,1 1,0-1,0 0,1 0,149-28,77-28,118-25,-340 80,0 0,0 0,0-1,0 0,0 0,-1-1,0 1,1-2,-2 1,3-2,36-23,116-25,-145 44,-48 14,-438 115,402-101,8-2</inkml:trace>
  <inkml:trace contextRef="#ctx0" brushRef="#br0" timeOffset="53483.102">17596 12715,'146'43,"541"137,-613-153,-72-24</inkml:trace>
  <inkml:trace contextRef="#ctx0" brushRef="#br1" timeOffset="-163143.023">4335 522,'2'19,"4"16,2 17,0 10,-2 9,-1 4,-2-3,-1-6,-1-10,-1-14</inkml:trace>
  <inkml:trace contextRef="#ctx0" brushRef="#br1" timeOffset="-162772.664">4749 536,'-342'321,"338"-318,4-3,-1 0,0 0,0 0,1 1,-1-1,0 0,1 0,-1 1,0-1,1 0,-1 1,0-1,1 0,-1 1,1-1,-1 1,1-1,-1 1,1-1,-1 1,1 0,0-1,-1 1,1-1,0 1,-1 0,1-1,0 1,0 0,0-1,-1 1,1 0,0 0,0-1,0 1,0 0,0 0,0-1,1 1,-1 0,0-1,0 1,0 0,1-1,-1 1,0 0,1-1,-1 1,0-1,1 1,-1 0,1-1,-1 1,1-1,-1 1,1-1,0 0,-1 1,1-1,0 1,135 68,-112-54,1-1,0-1,1-1,0-2,2 0,105 18,-97-23</inkml:trace>
  <inkml:trace contextRef="#ctx0" brushRef="#br1" timeOffset="-162511.829">5043 1124,'53'-192,"-34"132,-19 60,0 0,0 0,0 1,0-1,0 0,0 0,0 1,0-1,0 0,1 0,-1 0,0 1,0-1,0 0,0 0,0 0,1 0,-1 1,0-1,0 0,0 0,1 0,-1 0,0 0,0 0,1 0,-1 1,0-1,0 0,1 0,-1 0,0 0,0 0,1 0,-1 0,0 0,0 0,1 0,-1-1,0 1,0 0,0 0,1 0,-1 0,0 0,0 0,0 0,1-1,-1 1,0 0,0 0,0 0,1 0,-1-1,0 1,0 0,0 0,0 0,6 27,-6-26,7 49,-2 5,3-1,3 0,2 0,2-1,2 0,16 29,-14-47</inkml:trace>
  <inkml:trace contextRef="#ctx0" brushRef="#br1" timeOffset="-161822.673">5939 723,'16'2,"16"1,15 0,10-1,7-1,2 0,-6 0,-11-1,-14 0</inkml:trace>
  <inkml:trace contextRef="#ctx0" brushRef="#br1" timeOffset="-161610.241">6033 924,'22'4,"25"2,23 0,19-2,12-1,-11 0</inkml:trace>
  <inkml:trace contextRef="#ctx0" brushRef="#br1" timeOffset="-147337.831">11353 937,'5'18,"1"15,-1 11,0 10,-2 4,-3 4,-6 1,-7-2,-6-7,1-12</inkml:trace>
  <inkml:trace contextRef="#ctx0" brushRef="#br1" timeOffset="-146954.859">11674 589,'18'7,"15"9,11 8,10 10,4 8,4 8,1 5,-7-1,-5 0,-9-4,-10-7,-10-8,-6-10,-7-9</inkml:trace>
  <inkml:trace contextRef="#ctx0" brushRef="#br1" timeOffset="-146661.288">12195 522,'-18'3,"-13"9,-8 14,-6 17,-3 14,-2 11,1 10,2 6,1-1,10-14</inkml:trace>
  <inkml:trace contextRef="#ctx0" brushRef="#br1" timeOffset="-146302.701">12503 68,'16'25,"14"21,11 18,11 15,4 13,1 9,-6 5,-11 5,-22 9,-31 9,-42 7,-42 6,-6-21</inkml:trace>
  <inkml:trace contextRef="#ctx0" brushRef="#br1" timeOffset="-160284.028">7169 482,'2'9,"3"12,6 14,7 13,10 6,9 4,8 1,7-3,2-6,-2-7,-3-12,-7-10,-11-9</inkml:trace>
  <inkml:trace contextRef="#ctx0" brushRef="#br1" timeOffset="-160011.756">7516 522,'-9'-6,"-7"1,-7 11,-4 16,-8 16,-7 15,-6 12,0 6,2 3,5-3,9-8,11-15</inkml:trace>
  <inkml:trace contextRef="#ctx0" brushRef="#br1" timeOffset="-159653.537">7810 723,'-7'11,"0"2,1-1,0 1,1 0,0 0,1 0,1 1,0 0,1-1,0 1,1 0,1 6,0-15,1-1,1 1,-1-1,1 1,0-1,0 0,0 0,0 0,1 0,0 0,-1 0,2-1,-1 1,0-1,1 0,-1 0,1 0,0 0,0-1,0 0,0 0,0 0,1 0,-1 0,0-1,1 0,3 1,4 0,0 0,0 0,0-1,0-1,0 0,0-1,0 0,-1 0,1-2,6-1,-12 3,0-1,0-1,-1 1,1-1,0 1,-1-2,0 1,0-1,0 1,0-1,0-1,-1 1,0-1,0 0,0 0,0 0,-1 0,0 0,0-1,0 0,-1 0,0 1,0-1,0 0,-1-1,0 1,0 0,-1 0,1 0,-1-1,-1 1,1 0,-1 0,0-1,-1 1,1 0,-1 0,0 0,-2-3,-1 1,0 1,0 0,-1 0,0 1,0 0,-1 0,1 0,-1 0,-1 1,1 0,-1 1,1 0,-1 0,-1 1,1 0,0 0,-1 1,1 0,-1 0,0 1,0 0,1 1,-1 0,0 0,0 1,0 0,1 0,-1 1,0 0,1 1,0 0,0 0,0 1,0 0,0 0,1 1,-1 0,1 0,-5 6,10-9,-1 1,1 0,0-1,-1 1,1 0,1 0,-1 1,0-1,1 0,-1 0,1 1,0-1,0 1,1-1,-1 1,1 0,0-1,-1 1,2-1,-1 1,0 0,1-1,-1 1,1-1,0 1,1-1,-1 1,0-1,2 2,17 25</inkml:trace>
  <inkml:trace contextRef="#ctx0" brushRef="#br1" timeOffset="-159071.027">8412 669,'-17'113,"4"0,5 24,5-35,5-210,17-256,-18 356,-1-4,1 0,0 1,1-1,1 1,-1 0,2 0,-1 0,2 0,-1 0,2 1,-1 0,1 0,1 0,0 1,-2 6,-1 1,1 0,1 1,-1-1,0 1,0 0,0 0,1 1,-1-1,0 1,1 1,-1-1,0 1,1 0,-1 0,0 0,0 1,0-1,0 1,0 1,0-1,-1 1,1-1,2 4,-6-6,16 7,-1 1,0 0,-1 1,1 1,-2 1,1 0,-2 1,1 0,-2 1,0 1,0-1,5 11,-15-21,0 0,-1 1,1-1,-1 0,0 1,0 0,0-1,-1 1,1-1,-1 1,0 0,0-1,0 1,0 0,-1-1,1 1,-1 0,0-1,0 1,0-1,-1 1,1-1,-1 0,0 0,0 1,0-1,0-1,0 1,-1 0,-1 1,-7 6,0-1,-1 0,1-1,-1-1,-1 0,0 0,-4 0,-134 65,150-72,-1 1,0-1,1 1,-1 0,1 0,-1 0,1 0,-1 0,1 0,0 1,0-1,-1 0,1 1,0-1,0 0,0 1,0 0,1-1,-1 1,0-1,1 1,-1 0,1-1,-1 1,1 0,0 0,0 0,0-1,0 1,0 0,0 0,0-1,1 1,-1 0,1 1,5 3,-1-1,1 1,1-1,-1 0,1 0,0-1,0 0,0 0,1-1,0 0,-1 0,1-1,7 2,-6-1,65 17,1-3,0-4,1-3,71 0,-63-6</inkml:trace>
  <inkml:trace contextRef="#ctx0" brushRef="#br1" timeOffset="-158744.9">9709 214,'-20'-4,"-14"0,-8 8,-6 15,-2 22,2 25,6 21,10 19,15 11,24 5,30-3,30-5,34-12,0-22</inkml:trace>
  <inkml:trace contextRef="#ctx0" brushRef="#br1" timeOffset="-148273.79">10244 415,'-22'-66,"21"64,0 1,0-1,-1 1,1-1,0 1,0-1,-1 1,1 0,-1 0,1 0,-1 0,1 0,-1 0,0 0,1 0,-1 0,0 1,0-1,0 1,0-1,1 1,-1 0,0 0,0 0,0 0,0 0,0 0,0 0,0 1,1-1,-1 1,0-1,0 1,0 0,0 0,-8 5,0 1,1 0,-1 1,1 0,1 1,-1 0,2 0,-1 0,1 1,1 0,-4 7,-7 11,1 1,2 1,0 0,2 1,2 0,1 1,1 0,2 0,1 1,0 9,5-29,-1-1,2 1,0 0,0-1,1 1,1-1,0 0,1 2,-3-10,1 0,0 0,-1 0,1 0,1 0,-1-1,0 1,1-1,0 1,0-1,0 0,0 0,0-1,0 1,1 0,0-1,-1 0,1 0,0 0,0 0,0-1,0 0,0 0,1 0,1 0,4-2,1-1,-1 0,1 0,-1-1,0-1,0 0,0 0,0-1,-1 0,0-1,0 0,0 0,-1-1,1 0,-2-1,1 1,-1-2,4-6,18-15,-2-2,-1-1,-2-1,-1-1,-2-2,-1 0,-2 0,-2-2,-1 0,-3-1,0 0,-3-1,-1 0,-3-1,1-31,-5 64,0 0,0-1,-1 1,-1-1,1 1,-1 0,-1 0,0-1,0 1,-1 0,0 0,-1 1,0-1,0 1,0 0,-1 0,-1 0,1 0,-1 1,-1 0,-1-1,5 6,0 1,0 0,-1 0,1 0,0 1,0-1,-1 1,1-1,0 1,0 0,-1 1,1-1,0 0,-1 1,1 0,0 0,0 0,0 0,0 0,0 1,0-1,0 1,0 0,0 0,-1 1,-58 65,46-35,2 0,1 1,1 0,2 0,2 2,1-1,1 1,3 0,0 0,3 0,0 0,5 23,-2-16,2 0,2-1,2 1,1-1,11 25,-13-46,1 0,0-1,2 0,0-1,1-1,1 1,0-2,2 0,0 0,1-2,13 11,23 4,-33-23</inkml:trace>
  <inkml:trace contextRef="#ctx0" brushRef="#br1" timeOffset="-147929.709">10591 924,'0'21,"1"1,0-1,2 1,0-1,2 0,2 7,-5-23,-1 1,1-1,1 0,-1 0,1 0,0 0,0 0,0 0,0-1,1 1,0-1,0 0,0 0,1-1,-1 1,1-1,0 0,0 0,0-1,0 1,0-1,0 0,1-1,-1 1,1-1,1 0,0 0,-1-1,1-1,0 1,0-1,0 0,-1 0,1-1,-1 0,1 0,-1 0,0-1,1 0,-2 0,1-1,0 0,-1 0,1 0,-1-1,0 1,-1-1,1 0,-1-1,0 1,0-1,2-5,0 2,-1-1,0 0,-1 1,0-2,0 1,-1 0,-1-1,0 0,0 1,-1-1,0 0,-1 0,0 0,-1 0,0 1,-1-1,1 6,0 1,0-1,-1 1,0 0,0 0,0 0,0 0,0 0,-1 0,0 1,0-1,0 1,0 0,0 0,-1 0,1 0,-1 1,0-1,0 1,0 0,0 0,0 0,0 1,-1-1,1 1,-1 0,1 0,0 1,-1-1,0 1,1 0,-1 0,1 1,-1-1,1 1,0 0,-1 0,1 1,0-1,-1 1,-3 2,0 0,0 0,1 1,0-1,-1 2,2-1,-1 1,1 0,0 1,0-1,0 1,1 0,0 1,1-1,-3 7,-12 29</inkml:trace>
  <inkml:trace contextRef="#ctx0" brushRef="#br1" timeOffset="-140715.754">5859 2059,'23'5,"20"1,18 0,11-2,5-3,1-2,-6-1,-11 1,-15-1</inkml:trace>
  <inkml:trace contextRef="#ctx0" brushRef="#br1" timeOffset="-140462.274">5992 2274,'23'6,"19"3,15 0,13-2,7-2,4-2,1-2,-15 0</inkml:trace>
  <inkml:trace contextRef="#ctx0" brushRef="#br1" timeOffset="-140132.673">7035 2126,'181'-304,"-181"303,13-18,-13 19,0 0,0 0,0 1,0-1,0 0,0 0,0 0,1 0,-1 0,0 1,0-1,0 0,0 0,0 0,1 0,-1 0,0 0,0 0,0 0,1 0,-1 1,0-1,0 0,0 0,0 0,1 0,-1 0,0 0,0 0,0 0,1 0,-1 0,0-1,0 1,0 0,1 0,-1 0,0 0,0 0,0 0,0 0,0 0,1 0,-1-1,0 1,0 0,0 0,-24 197,31 104,-7-291,0 0,-2 0,1 0,-1 0,0-1,-1 1,0-1,-1 1,0-1,-3 4,-9 13</inkml:trace>
  <inkml:trace contextRef="#ctx0" brushRef="#br1" timeOffset="-139884.286">7062 2448,'15'0,"14"2,9 1,11 2,9 0,8-1,3 0,-4-4,-9-2,-16 0</inkml:trace>
  <inkml:trace contextRef="#ctx0" brushRef="#br1" timeOffset="-141933.279">4321 1845,'-7'23,"-2"21,1 14,3 12,3 4,4 2,4-4,1-4,-1-7,-1-12,-2-14</inkml:trace>
  <inkml:trace contextRef="#ctx0" brushRef="#br1" timeOffset="-141563.629">4602 1913,'-6'19,"0"1,-1-2,-1 1,-1-1,-1 0,0-1,-1 0,-1 0,-1-1,0-1,-1 0,-1-1,0-1,-1 0,0-1,-7 3,-80 52,102-66,-1-1,1 0,0 0,0 1,0-1,0 1,0-1,0 1,0-1,0 1,0 0,0-1,0 1,0 0,1 0,-1 0,0-1,0 1,1 0,-1 0,1 0,-1 0,1 0,-1 1,1-1,0 0,-1 0,1 0,0 0,0 0,0 0,0 1,0-1,0 0,0 0,0 0,0 0,0 0,1 1,-1-1,1 0,-1 0,1 0,-1 0,1 0,-1 0,1 0,0 0,-1 0,1-1,0 1,0 0,0 0,0-1,0 1,0 0,0-1,0 1,164 78,-126-64,-10-2,9 3,0-1,0-2,1-1,34 5,-68-17,-1 1,1-1,0 1,0-1,0-1,-1 1,1-1,0 1,-1-1,1-1,0 1,-1-1,4-1,7-7</inkml:trace>
  <inkml:trace contextRef="#ctx0" brushRef="#br1" timeOffset="-141271.404">4883 2420,'17'12,"1"0,1-2,0 0,0-1,1-1,1 0,-13-5,1-1,-1 0,1 0,-1-1,1 0,-1 0,1-1,0 0,-1-1,1 1,0-2,-1 1,0-1,1-1,-1 0,2 0,-7 1,1 0,-1 0,0 0,0 0,0 0,0-1,0 0,0 1,0-1,-1 0,0 0,1 0,-1-1,0 1,-1-1,1 1,0-1,-1 1,0-1,0 0,0 1,-1-1,1 0,-1 0,0 0,0 0,0 0,0 1,-1-1,1 0,-1 0,0 0,0 1,-1-1,1 0,-1 1,0-1,0 1,0 0,0 0,0 0,-1 0,1 0,-1 0,0 0,-2-1,0 0,1 0,-1 1,0-1,0 1,0 0,0 1,0-1,-1 1,1 0,-1 0,1 0,-1 1,0 0,0 0,0 1,0 0,1-1,-1 2,0-1,0 1,0 0,0 0,1 1,-1 0,1 0,-1 0,1 0,0 1,-1 0,2 0,-1 0,0 1,0 0,1 0,0 0,0 0,0 1,0 0,-1 1,1 1,0-1,0 1,0 0,1 0,0 0,0 1,1-1,0 1,0 0,1-1,0 1,0 0,1 0,0 0,0-1,1 1,0 0,1 0,-1-1,3 6,8 12</inkml:trace>
  <inkml:trace contextRef="#ctx0" brushRef="#br1" timeOffset="-135384.031">5391 3704,'2'0,"4"-3,4-2,1-1</inkml:trace>
  <inkml:trace contextRef="#ctx0" brushRef="#br1" timeOffset="-134416.793">6126 3423,'-10'0,"0"1,1 1,-1-1,1 2,-1-1,1 1,0 1,0 0,0 0,1 0,-1 1,1 1,0-1,1 1,-1 1,1-1,0 1,1 1,0-1,0 1,-4 8,-2 2,1 2,1-1,1 1,1 1,0 0,2 0,1 0,0 1,1 2,2-8,0 0,2-1,0 1,0 0,2-1,2 14,-4-25,1-1,-1 1,1 0,0-1,0 0,1 1,-1-1,1 0,0 0,-1 1,1-1,1-1,-1 1,0 0,1 0,-1-1,1 1,0-1,0 0,0 0,0 0,0 0,0-1,0 1,1-1,-1 0,1 0,-1 0,1 0,-1-1,1 1,0-1,10-3,-1 0,0-1,0 0,0-1,0 0,-1-1,0-1,0 0,-1 0,0-1,0-1,-1 0,0 0,0-1,2-4,12-8,0-2,-2-1,-1 0,-1-1,-1-2,-1 0,-2 0,-1-2,-1 0,-1-1,-2 0,-1-1,-2 0,2-16,-9 35,0 1,-1 0,-1 0,0 0,-1 0,0 0,-1 0,0 0,-1 1,0-1,-1 1,0 0,-1-1,2 6,1 0,-1 1,0 0,0 0,0 0,-1 0,0 1,0-1,0 1,0 0,-1 1,0 0,0-1,1 2,-2-1,1 1,0 0,0 0,-1 1,1-1,-1 1,1 1,-1 0,-5 0,6 0,0 1,0-1,0 1,1 1,-1-1,0 1,0 0,1 1,0-1,-1 1,1 0,0 0,0 1,0 0,1-1,-1 1,1 1,0-1,0 1,1 0,-1 0,1 0,0 0,0 0,0 2,-1 4,0 0,0 0,1 1,1-1,0 1,0 0,1 0,1 0,0-1,0 1,1 0,2 6,7 19,3 0,0 0,3-2,0 1,3-2,0-1,3 0,6 6,4 10,120 195,-148-238,-3-4,0 1,-1-1,1 1,0-1,0 0,0 1,1-1,-1 0,1 0,-1 0,1 0,0 0,-1 0,1-1,0 1,0-1,0 1,0-1,1 0,-1 1,0-1,1 0,-1-1,0 1,1 0,-1-1,1 1,-1-1,1 0,0 0,-1 0,1 0,-1 0,1 0,-1-1,1 1,124-135,-125 135,-1-1,1 1,-1 0,1-1,-1 1,1 0,-1 0,1 0,-1 0,1 1,-1-1,1 0,-1 1,0-1,1 1,-1-1,1 1,-1-1,0 1,1 0,-1 0,0 0,0 0,0 0,0 0,0 0,0 0,0 0,0 0,0 1,0-1,-1 0,1 1,0-1,-1 1,1-1,-1 0,0 1,1-1,-1 1,0 0,11 16,-9-15,1 0,0 0,-1 0,1 0,0-1,0 0,0 0,1 1,-1-2,1 1,-1 0,1-1,-1 1,1-1,0 0,-1-1,1 1,0 0,0-1,0 0,0 0,0 0,-1-1,1 1,0-1,0 0,2-1,2 0,1-2,-1 1,0-1,0-1,-1 1,1-1,-1 0,0-1,0 0,-1 0,3-4,-1 1,0 0,-1-1,0 0,-1 0,0-1,-1 0,0 0,-1 0,0-1,1-5,-4 13,0-1,0 1,-1 0,1-1,-1 1,0 0,0-1,-1 1,1 0,-1 0,0-1,0 1,0 0,-1 0,1 0,-1 0,0 0,0 0,-1 1,1-1,-1 1,0 0,0-1,0 1,0 0,0 1,-1-1,1 0,-1 1,-1-1,-1 0,0 0,0 1,-1 0,1 0,0 0,-1 0,1 1,-1 0,0 1,1 0,-1 0,0 0,1 1,-1-1,0 2,1-1,-1 1,1 0,-6 3,-4 2,1 0,1 2,-1 0,1 0,1 2,0-1,-3 4,-24 25</inkml:trace>
  <inkml:trace contextRef="#ctx0" brushRef="#br1" timeOffset="-136080.409">4683 3343,'-31'23,"1"2,1 1,1 1,1 2,2 0,1 2,1 1,2 0,1 2,2 0,1 1,2 1,-9 31,12 20,11-83,1-1,0 0,1 0,-1 1,0-1,1 0,0 0,0 1,0-1,0 0,0 0,1 0,-1 0,1-1,0 1,0 0,0-1,0 1,0-1,1 0,-1 1,1-1,0 0,1 0,2 0,-1-1,1-1,0 1,0-1,-1 0,1 0,0-1,0 1,-1-1,1-1,-1 1,1-1,-1 0,1 0,-1-1,0 1,0-1,0 0,0-1,-1 1,3-2,20-16,0-1,-2-1,0-2,-2 0,-1-1,0-1,-2-1,-2-1,11-21,-18 29,-1-1,0 0,-2 0,0-1,-2 0,0-1,-2 1,0-11,-2 25,-2-1,1 1,-2 0,1 0,-1 0,0-1,-1 1,0 0,-1 0,0 1,0-1,0 0,-1 1,-1 0,0 0,0 0,0 1,-1-1,0 1,0 1,-1-1,0 1,0 0,4 3,0 0,0 1,-1-1,1 1,-1 0,0 0,0 0,0 0,0 1,0-1,0 1,0 0,0 0,-1 1,1-1,0 1,0 0,-1 0,1 0,0 1,0 0,-1-1,1 1,0 1,0-1,0 1,0-1,0 1,1 0,-1 1,0-1,1 1,0-1,0 1,-1 0,2 0,-1 0,0 1,1-1,-1 1,1 0,0 0,-4 17,1 0,0 0,2 1,1-1,1 1,0-1,2 1,1 0,0-1,2 1,3 13,31 132,7-2,14 19,-4-56,-40-106</inkml:trace>
  <inkml:trace contextRef="#ctx0" brushRef="#br1" timeOffset="-135831.009">5070 3770,'0'16,"0"15,-2 12,-4 9,1 7,-3 2,1 1,1-3,5-5,4-8,1-12</inkml:trace>
  <inkml:trace contextRef="#ctx0" brushRef="#br1" timeOffset="-163703.893">3172 776,'16'9,"14"3,13 2,12-2,4-2,2-4,-3-2,-9-2,-12-2</inkml:trace>
  <inkml:trace contextRef="#ctx0" brushRef="#br1" timeOffset="-163449.021">3211 1057,'19'2,"16"1,19 0,17-1,11-2,10-4,-10-2</inkml:trace>
  <inkml:trace contextRef="#ctx0" brushRef="#br1" timeOffset="-164453.405">2035 802,'5'-87,"-2"67,-1 0,0-1,-2 0,0 1,-2-1,0 1,-1-1,-1 1,-1 0,-1 0,-3-7,9 26,-1 0,1 0,-1 0,1 0,-1 0,1 0,-1 0,0 0,1 0,-1 0,0 0,0 0,0 1,0-1,0 0,0 0,0 1,0-1,0 1,0-1,0 1,0-1,0 1,0 0,0 0,0-1,-1 1,1 0,0 0,0 0,0 0,0 0,-1 1,1-1,0 0,0 0,0 1,0-1,0 1,0-1,0 1,0-1,0 1,0 0,0-1,0 1,0 0,0 0,1 0,-1 0,0 0,0 0,1 0,-1 0,1 0,-1 0,1 0,-1 0,1 0,0 0,-1 1,0 0,0 0,0 0,0-1,0 1,0 0,1 0,-1 0,1 0,-1 0,1 0,-1 0,1 0,0 0,0 0,0 0,0 0,1 0,-1 0,0 0,1 0,-1 0,1 0,0 0,0 0,0 0,0 0,0-1,0 1,0 0,0-1,1 1,-1-1,1 1,-1-1,1 0,0 1,-1-1,1 0,0 0,0 0,0-1,0 1,16 2,-1-1,1 0,0-2,0 0,0-1,-1-1,1-1,0 0,-1-1,6-3,-2 2,6-1,51-5,-75 12,-1 1,1-1,0 1,-1 0,0 0,1 0,-1 0,0 0,0 1,0-1,0 1,0-1,-1 1,1 0,-1 0,0-1,0 1,0 0,0 0,0 0,-1 0,1 0,-1 1,0-1,0 0,0 0,0 0,0 0,-1 0,1 0,-2 1,3 5,-3 149,-1-73,4 0,4 0,5 13,29 102,-38-197,0 1,-1 0,1 0,-1 0,0-1,0 1,-1 0,1 0,-1 0,0-1,0 1,0 0,0-1,-1 1,1-1,-1 1,0-1,0 0,0 0,0 0,-1 0,0 0,1 0,-1-1,0 1,0-1,0 0,0 1,-1-2,1 1,-1 0,1-1,-1 1,1-1,-1 0,0 0,-1-1,-9 1,-1-1,1-1,0 0,0-1,0 0,1-1,-1-1,1 0,-1-1,1 0,1-1,-1-1,1 0,0 0,0-1,-6-7,14 12,-1 0,1 0,0 0,0-1,0 1,1-1,-1 0,1 0,0 0,0-1,0 1,1-1,0 1,0-1,0 0,0 0,1 0,0 0,0 0,0-1,0 1,1 0,0 0,0 0,0-1,1 1,0 0,0 0,1-1,5-5,1 0,1 1,0 0,0 1,1 0,0 0,1 1,-1 0,2 1,-1 0,1 1,0 0,2 1,10-6,0 1,1 2,0 0,1 2,-1 0,1 2,0 1,10 1,10 2</inkml:trace>
  <inkml:trace contextRef="#ctx0" brushRef="#br1" timeOffset="-164182.614">2730 1070,'0'-11,"0"-2,0 6,0 14,0 16,0 16,0 15,3 10,2 5,3 2,3-4,-1-6,-2-14</inkml:trace>
  <inkml:trace contextRef="#ctx0" brushRef="#br1" timeOffset="-142593.771">2183 2327,'-31'-171,"28"140,0 1,-2 0,-2 0,0 0,-5-7,-12-5,24 41,-1 1,1-1,-1 0,1 0,-1 1,1-1,-1 0,0 1,0-1,1 1,-1-1,0 1,0-1,0 1,1-1,-1 1,0 0,0-1,0 1,0 0,0 0,0 0,0 0,0 0,0 0,0 0,0 0,1 0,-1 0,0 0,0 1,0-1,0 0,0 1,0-1,0 0,1 1,-1-1,0 1,0 0,1-1,-1 1,0 0,1-1,-1 1,1 0,-1 0,-4 6,1 0,0 1,1-1,0 1,0 0,0 0,1 0,0 0,1 1,0-1,0 0,1 8,0-14,0-1,0 1,0 0,1-1,-1 1,1-1,-1 1,1-1,-1 1,1-1,0 0,-1 1,1-1,0 0,0 1,0-1,0 0,1 0,-1 0,0 0,0 0,1 0,-1 0,0 0,1-1,-1 1,1 0,-1-1,1 1,-1-1,1 0,-1 1,1-1,0 0,55-3,128-49,-182 51,0 0,0 1,0-1,0 1,0 0,0 0,0 0,0 0,1 1,-1-1,0 1,0 0,0-1,-1 1,1 1,0-1,0 0,0 1,-1-1,1 1,-1 0,1 0,-1 0,0 0,0 1,0-1,0 0,0 1,0 0,-1-1,1 1,-1 0,0 0,1 1,7 23,-1 0,-1 1,-1-1,-2 1,0 5,0-3,20 164,-6 33,-16-213,0-1,-2 1,0 0,0 0,-1-1,-1 1,0 0,-1-1,0 0,-1 1,-1-2,0 1,-1 0,0-1,-4 5,8-15,0 0,0 0,0 0,0 0,-1 0,1 0,-1-1,0 0,1 1,-1-1,0 0,0 0,1 0,-1 0,0-1,0 1,0-1,0 0,0 0,0 0,0 0,0 0,0-1,0 0,0 1,0-1,0 0,1 0,-1 0,0-1,-2-1,-73-60,66 49,0-1,1 0,1 0,1-1,0 0,1-1,0 0,2 0,-4-13,8 22,0 0,0 0,0 0,1 0,1-1,-1 1,2 0,-1-1,1 1,0 0,1-1,-1 1,2 0,-1 0,1 1,0-1,1 0,0 1,0 0,1 0,0 0,1-2,7-1,0 0,1 0,0 1,0 1,1 0,0 1,0 0,0 2,1-1,0 2,0 0,1 1,-1 1,0 1,1 0,0 1,-1 0,11 3,-17-2,0 0,1 0,-1 1,0 1,0 0,0 0,0 1,0 0,-1 1,0 0,0 0,0 1,-1 1,1-1,-1 1,-1 0,0 1,0 0,0 0,-1 1,5 8,4 13,-13-24,-1-1,1 1,0-1,1 0,-1 1,1-1,0-1,0 1,1 0,-1-1,1 1,0-1,0 0,1-1,-1 1,1-1,-1 0,1 0,0 0,1 0,-1-1,5 1,-4-4,0-1,0 0,-1 0,1-1,-1 1,1-1,-1-1,0 1,0-1,0 0,0 0,-1 0,0-1,0 1,0-1,0 0,-1 0,0-1,0 1,0-1,-1 1,2-4,-1 3,0 0,0 0,0-1,-1 1,1 0,-2-1,1 0,-1 0,0 1,0-1,-1 0,1 0,-2 0,1 0,-1 1,0-1,0 0,-1 0,0 1,0-1,-1 1,0 0,0 0,0 0,-1 0,0 0,0 1,0-1,-1 1,1 0,-1 1,-6-5,6 6,0 1,-1-1,1 1,-1 0,0 0,1 1,-1 0,0 0,0 0,0 1,0 0,0 0,0 0,0 1,1 0,-1 0,0 0,0 1,1 0,-1 0,1 0,-1 1,1 0,0 0,0 0,0 1,0-1,1 1,0 0,0 1,0-1,0 1,0-1,1 1,0 0,0 1,0-1,1 0,0 1,-1 3,0-4,1 0,-1 1,1-1,0 1,1-1,0 1,0 0,0 0,0 0,1 0,0 0,0 0,1-1,-1 1,1 0,0 0,1 0,0-1,0 1,0-1,0 1,1-1,0 0,0 0,1 0,-1 0,1-1,0 1,0-1,0 0,2 0,21 13</inkml:trace>
  <inkml:trace contextRef="#ctx0" brushRef="#br1" timeOffset="-142338.071">3132 2153,'16'5,"16"1,17 0,11-2,5-1,-5-1,-7-1,-13 0</inkml:trace>
  <inkml:trace contextRef="#ctx0" brushRef="#br1" timeOffset="-142181.655">3278 2381,'21'4,"20"2,16 0,11-4,5-4,-10-2</inkml:trace>
  <inkml:trace contextRef="#ctx0" brushRef="#br1" timeOffset="-137613.344">3158 3677,'14'7,"17"0,16-4,13-6,8-6,1-1,-6 2,-14 6,-16 3</inkml:trace>
  <inkml:trace contextRef="#ctx0" brushRef="#br1" timeOffset="-137333.098">3185 3998,'18'0,"18"0,16-3,12-2,10-1,4-1,-13 0</inkml:trace>
  <inkml:trace contextRef="#ctx0" brushRef="#br1" timeOffset="-138422.821">2196 3383,'2'16,"6"14,7 9,9 7,7 3,5-1,3-4,2-4,0-5,1-8,-3-9,0-10,-8-6</inkml:trace>
  <inkml:trace contextRef="#ctx0" brushRef="#br1" timeOffset="-138049.188">2810 3343,'-1'0,"0"-1,0 1,0 0,0 0,0 0,0 0,0 0,0 0,0 0,0 1,1-1,-1 0,0 0,0 1,0-1,0 1,0-1,0 1,0-1,1 1,-1-1,0 1,0 0,1-1,-1 1,0 0,1 0,-1 0,1-1,-1 1,1 0,-1 0,-1 2,-202 244,198-239,-1-1,1 2,1-1,0 1,0-1,0 1,1 1,1-1,-1 1,2-1,-1 1,1 0,1 0,0 0,0 0,1 0,0 0,1 0,0 0,1 6,66 145,-54-110,-2 0,-2 1,-2 0,-3 0,-2 1,-2 0,-4 14,2-32</inkml:trace>
  <inkml:trace contextRef="#ctx0" brushRef="#br1" timeOffset="-127999.748">1902 1,'-14'4,"-24"5,0 2,1 2,0 1,1 2,1 2,-9 6,23-12,1 1,1 1,0 1,1 1,1 0,0 1,2 1,0 0,0 1,2 1,0 0,2 1,0 1,1-1,-5 19,5 9,2 0,3 0,1 1,3 0,4 42,-2-34,2 25,3-1,4 1,3-1,4-1,14 35,-22-91,0 0,-1 1,-2 0,0 0,-2 1,-1 0,-1-1,-2 1,0 0,-2 0,-1 0,-5 24,0-30,0-1,-1 1,-1-1,-1-1,0 0,-2 0,0-1,-1-1,-1 0,-1-1,0-1,-1 0,0-1,-1-1,-8 3,-25-2,51-14,0 0,0 0,0-1,0 1,0 0,0-1,-1 1,1 0,0-1,0 1,0 0,0-1,0 1,1 0,-1 0,0-1,0 1,0 0,0-1,0 1,0 0,0-1,1 1,-1 0,0 0,0-1,0 1,1 0,-1 0,0 0,0-1,0 1,1 0,-1 0,0 0,1 0,-1-1,0 1,0 0,1 0,-1 0,0 0,1 0,-1 0,0 0,1 0,-1 0,0 0,1 0,-1 0,0 0,0 0,1 0,-1 0,0 0,1 1,-1-1,0 0,0 0,1 0,-1 0,0 1,0-1,1 0,14 2,-1 1,1 1,-1 0,1 1,-2 0,1 1,0 1,-1 0,0 1,9 7,-10-8,-1 1,1 1,-1-1,0 2,-1 0,0 0,-1 0,0 2,0-1,-2 1,1 0,-1 0,-1 1,0 0,-1 0,-1 1,0-1,0 2,0 27,-2 0,-2 1,-1-1,-3 1,-1-1,-2 0,-4 4,-7 66,5 3,5-1,5 2,8 60,20 70,56 235,-57-372,5-1,12 21,-40-122,0 0,1-1,1 1,-1 0,1-1,0 0,0 0,1 1,0-2,0 1,0 0,1-1,0 0,0 0,0 0,0-1,1 0,0 0,0 0,0-1,0 0,5 2,9-3,0 0,0-2,0 0,0-1,0-1,-1-1,1-1,-1-1,0-1,10-4,0 2,-22 6,105-29,1 4,31 1,-116 17,-28 9,0 0,1-1,-1 1,0-1,0 1,1 0,-1-1,0 1,0-1,0 1,0-1,0 1,0 0,1-1,-1 1,0-1,0 1,0-1,-1 1,1-1,0 1,0-1,0 1,0 0,0-1,0 1,-1-1,1 1,0-1,0 1,-1 0,1-1,0 1,-1 0,1-1,0 1,-1 0,1 0,0-1,-1 1,1 0,-1 0,1-1,0 1,-1 0,1 0,-1 0,1 0,-1 0,1 0,-1 0,1 0,-1 0,-17-10</inkml:trace>
  <inkml:trace contextRef="#ctx0" brushRef="#br4" timeOffset="88639.795">8158 3062,'-14'0,"1"0,6-5,5 0</inkml:trace>
  <inkml:trace contextRef="#ctx0" brushRef="#br4" timeOffset="91692.091">8185 1899,'-27'-20,"0"1,-2 2,0 0,-1 2,-1 2,0 0,-3 1,-22-4,-25-7,0 2,-47-3,-154-25,129 30,-1 7,-21 7,-149-8,-888 14,669 25,162-11,90-16,84-26,15 3,-130-35,223 38,-2 5,-2 4,-200 10,243 3,1 2,-1 3,1 3,0 2,0 2,2 3,0 3,1 2,1 3,-24 15,42-15,1 2,2 2,1 1,1 1,1 2,-3 8,19-24,4-5,1 1,0 0,0 1,1 0,1 0,0 0,1 1,1 1,0-1,1 1,0 0,1 0,1 0,0 1,1 5,0 9,2-1,2 1,0 0,2-1,1 1,1-1,4 8,0-5,6 24,2 0,3-1,18 32,-31-72,1 1,0-1,1-1,1 0,0 0,1-1,1-1,0 0,0 0,1-2,0 1,1-2,1 0,3 1,195 61,-126-47,12 5,1-4,100 11,32-17,5-10,60 4,-60-4,1-10,60-16,158-14,276-35,-144 38,206 21,-541-10,175-36,-360 40,0-3,-1-2,-2-4,46-22,-107 43,1 0,-2-1,1 0,0 0,0 0,0 0,-1-1,0 0,1 0,-1 0,0 0,0-1,-1 1,1-1,-1 0,0 0,0-1,0 1,0-1,-1 1,1-1,-1 0,-1 0,1 0,-1 0,0 0,0-1,-2-19,-1 0,-2 1,0-1,-2 1,-1 0,-1 0,-6-13,11 29,-74-191,28 77,6-1,4-6,-2-9,26 107</inkml:trace>
  <inkml:trace contextRef="#ctx0" brushRef="#br4" timeOffset="93777.554">21700 7594,'1'-1,"-1"0,0 0,1 0,-1 0,0 0,0 0,0 0,0 0,0 0,0 0,0 0,0 0,0 0,0 0,0 0,-1 0,1 0,0 0,-1 0,1 0,-1 0,1 0,-1 0,0 0,1 1,-1-1,0 0,1 0,-1 1,0-1,0 0,0 1,0-1,1 1,-1-1,0 1,0-1,0 1,0 0,0 0,0-1,0 1,0 0,-1 0,-49-7,-226-1,-189-23,-143 4,193 27,421 0</inkml:trace>
  <inkml:trace contextRef="#ctx0" brushRef="#br4" timeOffset="98720.09">21754 11511,'0'-11,"1"10,-1 0,0 0,0-1,1 1,-1 0,0-1,0 1,0 0,-1-1,1 1,0 0,0-1,-1 1,1 0,0 0,-1-1,0 1,1 0,-1 0,0 0,1 0,-1 0,0 0,0 0,0 0,0 0,0 0,0 0,0 0,0 1,0-1,0 0,-1 1,-95-8,72 9,-595-29,60-9,340 23,80 27,-39-1,171-13,-46-8,53 9,0 0,0-1,-1 0,1 1,0-1,0 0,0 1,0-1,0 0,0 0,0 0,0 0,0 0,1 0,-1 0,0 0,1-1,-1 1,1 0,-1 0,1 0,-1-1,1 1,0 0,0-1,0 1,-1 0,1-1,0 1,1 0,-1-1,0 1,0 0,1 0,-1-1,0 1,1 0,13-42,-9 30,-1-1,0 1,-1-1,0 1,-1-1,0 0,-1 0,-1 0,0-1,-60-300,53 203,6-105,3 102,3 17,5 0,4 0,21-73,-25 106,-3 0,-3-1,-3 0,-4-23,1-21,2 71,-1 1,-2 0,-2 0,-1 0,-10-30,3 27,2-1,1 0,3-1,-2-34,4-276,-3-29,22 213,12 63,1-14,-27-179,0 292,-1-1,1 1,-1 0,-1 0,1 0,-1 0,0 0,-1 0,0 0,0 0,0 1,-3-4,5 9,0 0,0 0,0 1,0-1,0 0,0 0,0 0,0 1,-1-1,1 1,0-1,0 1,-1-1,1 1,0 0,-1-1,1 1,0 0,-1 0,1 0,-1 0,1 0,0 1,-1-1,1 0,0 1,-1-1,1 1,0-1,0 1,-1-1,1 1,0 0,0 0,0 0,0-1,0 2,-40 37,38-36,-1 1,0 1,-1-1,2 1,-1 0,0 0,1 1,0-1,1 1,-1 0,1-1,0 1,0 0,1 0,-1 1,3-4,0-1,1 0,-1 0,0 1,1-1,0 0,-1 0,1-1,0 1,0 0,0-1,0 1,0-1,0 1,1-1,-1 0,0 0,1 0,-1 0,1-1,-1 1,1 0,-1-1,1 0,-1 0,1 0,-1 0,3 0,-5 0,14 3,-1-1,1-1,-1 0,1-1,0 0,-1-1,1 0,-1-1,1-1,-1 0,0-1,0-1,0 1,10-7,-20 8,0 1,-1 0,1-1,-1 0,0 0,1 0,-1 0,0 0,-1 0,1 0,0-1,-1 1,0 0,0-1,0 1,0-1,-1 0,1 1,-1-1,0 0,0 1,0-1,-1 0,1 1,-1-1,0 1,0-1,0 1,0-1,-1 1,1 0,-1-1,0 1,0 0,0 0,0 0,-1 1,1-1,-1 0,0 1,1 0,-1 0,-3-2,-3-4,-1 1,0 0,0 1,-1 0,0 0,0 1,0 0,0 1,-1 1,0 0,0 0,0 1,0 1,0 0,0 0,0 1,0 1,-4 0,11 1,0 0,0 0,0 0,0 0,0 1,0-1,1 1,0 0,-1 1,1-1,0 1,0 0,1 0,-1 0,1 0,0 1,0 0,0-1,1 1,0 0,0 0,0 0,0 0,1 1,0-1,0 0,0 4,-1 0,2 1,-1-1,1 1,0-1,1 1,0-1,1 0,0 0,0 1,1-1,0 0,1-1,0 1,0-1,4 6,-1-5,1-1,0 1,0-1,1-1,0 0,0 0,1-1,0 0,0 0,1-1,-1-1,1 1,0-2,0 0,0 0,1-1,-1 0,0-1,1 0,0-1,-1 0,1-1,-1 0,0-1,1-1,-1 0,-5 1,0 0,-1-1,0 0,0 0,0-1,0 0,-1 1,1-1,-1-1,0 1,0-1,0 0,-1 1,0-2,0 1,0 0,0-1,-1 1,0-1,0 1,0-1,-1 0,0 0,0 0,-1 0,0 0,0-3,0-6,0 1,-1 0,-1 0,0 0,-1 0,-1 1,0-1,-1 1,0 0,-1 0,-3-4,6 10,0 1,0 1,-1-1,0 0,0 1,0 0,0 0,-1 0,0 0,0 1,0 0,-1 0,1 0,-1 0,0 1,0 0,0 1,0-1,-1 1,1 0,-1 1,1-1,-1 1,0 1,1-1,-1 1,0 0,0 1,1-1,-1 1,1 1,-1-1,1 1,-1 1,1-1,0 1,0 0,0 0,-1 1,0 4,-1 1,2 0,-1 0,1 1,0 0,1 0,0 0,1 0,0 1,1 0,0 0,0 0,1 0,1 0,0 0,0 1,1-1,1 0,0 0,0 1,1-1,0 0,1 0,2 2,-3-5,1-1,1 1,0-1,0 0,0 0,1-1,0 1,0-1,1 0,0 0,0 0,0-1,1 0,-1-1,1 1,0-1,1 0,-1-1,1 0,-1 0,1-1,0 1,0-2,0 1,0-1,0-1,1 1,-1-1,0-1,0 1,0-1,0-1,0 0,1 0,-4 0,1-1,0 0,-1 0,0 0,1-1,-1 1,-1-1,1-1,0 1,-1 0,0-1,0 0,-1 0,1 0,-1-1,0 1,0-1,-1 0,0 0,0 0,0 0,-1 0,0 0,0 0,0 0,-1 0,0-1,0 1,-1-6,0 5,1 0,-1 0,0 1,0-1,-1 0,0 1,0-1,-1 1,0 0,0 0,0 0,-1 0,1 0,-2 1,1 0,0 0,-1 0,0 0,0 1,-1-1,1 1,-1 1,0-1,0 1,0 0,0 0,-3 0,3 1,0 1,-1 0,1 0,-1 0,1 1,-1 0,1 0,0 0,-1 1,1 0,-1 1,1-1,0 1,0 0,0 1,0-1,0 1,1 0,-1 1,1-1,0 1,0 0,0 1,0-1,1 1,0 0,0 0,0 0,0 1,1-1,0 1,0 0,1 0,-1 0,1 0,1 0,-1 0,0 5,2-6,0 0,1 0,-1 0,1-1,0 1,0 0,0 0,1 0,0-1,0 1,0-1,0 1,1-1,-1 0,1 0,0 0,1 0,-1 0,1-1,-1 0,1 0,0 0,0 0,1 0,-1-1,0 0,1 0,0 0,-1 0,1-1,0 1,0-1,0-1,1 1,-4-1,-1-1,1 1,0-1,-1 1,1-1,-1 0,1 0,-1 0,0 0,1 0,-1 0,0 0,1 0,-1 0,0 0,0-1,0 1,0-1,0 1,-1-1,1 1,0-1,-1 1,1-1,-1 1,1-1,-1 0,0 1,0-1,1 0,-1 1,0-1,-1 0,1 0,0 1,0-1,-1 1,1-1,-1 0,0 1,1-1,-1 1,0-1,0 1,0-1,0 0,-3-19,3-167,14-2,-12 110,-3 0,-10-51,-79-523,80 574,2 4,-4 1,-2 0,-13-29,6 37,4-1,2-1,3-1,3 0,0-66,-14-473,22 365,11-10,14-50,-18 273,-2 1,-1-1,-1 0,-2-21,-7 30,2 14</inkml:trace>
  <inkml:trace contextRef="#ctx0" brushRef="#br4" timeOffset="99849.23">19629 3463,'-10'-4,"0"1,0 0,1 0,-1 1,-1 0,1 1,0 0,0 1,-1 0,1 1,0 0,0 0,0 1,0 0,0 1,0 0,0 1,1 0,0 0,0 1,0 0,0 1,1 0,0 0,0 1,0 0,-2 4,4-2,2 0,-1 0,1 0,1 1,0 0,0-1,1 1,0 0,1 0,0 1,0-1,1 0,0 0,1 0,0 0,1 0,0 0,1 0,0 0,0-1,1 1,0-1,1 0,0 0,1 0,-1-1,1 0,1 0,0-1,0 1,0-1,1-1,0 0,0 0,1 0,0-1,3 1,2 2,1 0,1-2,-1 0,1 0,0-2,1 0,-1 0,1-2,-1 0,1-1,6-1,-16 0,1 0,-1-1,0 0,0 0,0 0,0-1,0 0,-1-1,1 1,0-1,-1-1,0 1,0-1,0 0,0-1,-1 1,1-1,-1 0,0 0,-1-1,1 1,-1-1,0 0,-1 0,1-1,-1 1,1-4,0-2,0 0,-1 0,0 1,0-2,-2 1,1 0,-2 0,1-1,-2 1,0 0,0 0,-1-1,0 1,-1 0,-1 1,0-1,0 1,-1-1,-1 1,0 0,0 1,-1 0,-1 0,1 0,-1 1,-1 0,0 1,0 0,-1 0,-8-5,10 9,0-1,0 1,0 1,-1-1,1 1,-1 1,1 0,-1 0,0 1,0 0,0 0,0 1,0 0,0 0,0 1,0 1,0-1,1 2,-1-1,0 1,1 0,0 1,0 0,0 0,0 1,1 0,-1 0,1 1,0 0,1 0,0 0,0 1,0 0,1 0,0 1,-4 7,6-6,-1 0,2 0,-1 1,1-1,1 1,-1 0,2 0,0 0,0 2,3 35</inkml:trace>
  <inkml:trace contextRef="#ctx0" brushRef="#br4" timeOffset="100329.215">20136 3597,'18'0,"15"0,12 0,8 0,6 0,0 2,-1 1,-5 0,-7 2,-9 0,-10-2</inkml:trace>
  <inkml:trace contextRef="#ctx0" brushRef="#br4" timeOffset="100615.446">20470 3330,'-7'13,"-2"14,1 12,1 10,2 6,4 5,5 3,3 1,1-2,0-7,-3-8,-1-7,-2-9,-1-7,-1-8</inkml:trace>
  <inkml:trace contextRef="#ctx0" brushRef="#br4" timeOffset="100960.677">21019 3410,'23'-3,"16"0,15-2,11 0,6-2,2-2,-6 1,-9 2,-12 1,-19 2,-14 2</inkml:trace>
  <inkml:trace contextRef="#ctx0" brushRef="#br4" timeOffset="101451.488">21032 3317,'-9'37,"2"0,2 0,1 1,1 0,3 25,0-61,0-1,0 1,0-1,1 1,-1-1,0 1,1-1,-1 1,1-1,-1 0,1 1,0-1,0 0,-1 1,1-1,0 0,0 0,0 0,0 0,0 0,1 0,-1 0,0 0,0 0,1-1,-1 1,0 0,1-1,-1 1,1-1,-1 0,1 1,-1-1,1 0,-1 0,1 0,-1 0,1 0,-1 0,1 0,-1-1,1 1,-1 0,0-1,1 1,0-2,87-22,-77 19,0 0,0 1,0 0,1 1,-1 0,1 1,0 1,0 0,0 0,0 1,-1 1,1 0,0 1,0 1,-1 0,11 4,-17-4,-1 1,1 0,-1 0,0 0,0 1,-1 0,1 0,-1 0,0 0,-1 1,1 0,-1 0,0 0,-1 0,1 0,-1 0,0 1,-1-1,0 1,0-1,0 1,0-1,-1 1,-1 0,1-1,-1 1,0 0,0-1,-1 1,0-1,0 0,0 0,-1 0,0 0,0 0,-1 0,1-1,-1 1,-1-1,-2 3,-6 7,-1-1,0 0,-1-1,0-1,-1 0,0-1,-1-1,0 0,-1-2,0 0,0 0,-1-2,0 0,0-2,-1 0,-16 1,-14-8,50 4,0-1,0 0,-1 0,1 0,0 0,-1 0,1 0,0 0,0 0,-1 0,1 0,0 0,0 0,-1 0,1 0,0 0,-1 0,1 0,0 0,0 0,-1 0,1 0,0 0,0 0,-1-1,1 1,0 0,0 0,0 0,-1 0,1-1,0 1,0 0,0 0,-1-1,1 1,0 0,0 0,0-1,0 1,0 0,0 0,0-1,0 1,-1 0,1 0,0-1,0 1,0 0,0-1,0 1,1 0,-1 0,0-1,0 1,0 0,0 0,0-1,0 1,0 0,0 0,1-1,-1 1,0 0,0 0,0 0,9-6</inkml:trace>
  <inkml:trace contextRef="#ctx0" brushRef="#br4" timeOffset="101866.492">21700 3276,'20'68,"-3"1,3 45,-12-65,1 1,2-1,3-1,2 0,19 40,-29-76,1-1,0 1,0-1,1-1,1 0,0 0,8 7,-15-14,1-1,-1 0,0 0,1-1,-1 1,1 0,0-1,0 0,-1 1,1-1,0 0,0-1,0 1,0 0,0-1,0 0,0 1,1-1,-1-1,0 1,0 0,0-1,0 1,0-1,0 0,0 0,0 0,-1 0,1-1,0 1,-1-1,1 0,-1 0,1 0,-1 0,0 0,11-14,-2 0,0-1,-1 0,-1-1,0 0,-2 0,0-1,-1 0,0 0,-2 0,0-3,22-108,6-103,-31 220,5-62,-8 58</inkml:trace>
  <inkml:trace contextRef="#ctx0" brushRef="#br4" timeOffset="102564.393">20470 3583,'3'3,"2"0,5-1,6 1,7-2,8 0,8 0,5-1,1 0,-2 0,-9 2,-10 4,-13-1,-16 3,-7-1</inkml:trace>
  <inkml:trace contextRef="#ctx0" brushRef="#br4" timeOffset="103664.354">20123 1806,'-20'2,"0"1,0 0,1 2,-1 0,1 1,0 1,1 1,0 1,0 0,1 1,0 1,1 1,-9 8,5-2,1 1,1 1,1 0,1 2,0 0,2 0,0 2,2-1,1 2,0 0,2 0,1 0,1 1,1 1,2-1,0 1,2-1,1 1,1 0,1 0,1 0,2-1,0 1,2-1,1 0,1 0,2-1,0 0,1-1,12 17,-6-14,2-1,1 0,1-2,1-1,1 0,1-2,1-1,0-1,2-1,14 7,20 8</inkml:trace>
  <inkml:trace contextRef="#ctx0" brushRef="#br4" timeOffset="104500.491">20483 2367,'79'-105,"-50"71,73-89,-100 120,-2 4,0-1,0 0,0 1,0-1,1 1,-1-1,0 1,0-1,1 0,-1 1,0-1,1 0,-1 1,0-1,1 0,-1 0,0 1,1-1,-1 0,1 0,-1 0,1 1,-1-1,0 0,1 0,-1 0,1 0,-1 0,1 0,-1 0,1 0,-1 0,1 0,-1 0,1 0,-1 0,0 0,1-1,-1 1,1 0,-1 0,1 0,-1-1,0 1,1 0,-1-1,0 1,1 0,-1-1,0 1,1 0,-1-1,0 1,0 0,1-1,-1 1,0-1,0 1,0-1,0 1,0-1,0 1,1 0,-1-1,0 1,0-1,0 1,0-1,-1 1,1-1,0 182,2-136,1-11,-2 0,-1 0,-2 0,-2 0,-1 1,4-27,-1 1,0-1,-1 0,0 0,0 0,-1 0,0-1,0 1,-1-1,0 0,0 0,-1-1,1 1,-2-1,1-1,0 1,-1-1,0 0,-1 0,1-1,-1 0,-1 0,-28 5,67-16,217-23,-219 24</inkml:trace>
  <inkml:trace contextRef="#ctx0" brushRef="#br4" timeOffset="105034.477">20470 1699,'-7'4,"-6"9,-4 9,-3 9,-1 7,-1 6,-4 4,3-6</inkml:trace>
  <inkml:trace contextRef="#ctx0" brushRef="#br4" timeOffset="105603.401">21193 1792,'-14'18,"-11"15,-8 16,-6 11,-2 9,5-8</inkml:trace>
  <inkml:trace contextRef="#ctx0" brushRef="#br4" timeOffset="106092.145">21526 1712,'16'23,"10"20,5 18,1 18,-4 19,-11 17,-18 15,-25 9,-31 8,-34-3,-3-24</inkml:trace>
  <inkml:trace contextRef="#ctx0" brushRef="#br1" timeOffset="122750.37">8853 4948,'0'0</inkml:trace>
  <inkml:trace contextRef="#ctx0" brushRef="#br1" timeOffset="130390.261">15043 7661,'186'8,"156"-2,-213-7,16 3,97 14,145-6,-188 3,-34-14,-163 1,0 0,0 0,0-1,0 1,0-1,0 1,0-1,0 0,-1 1,1-1,0 0,0 0,-1-1,1 1,-1 0,1-1,-1 1,1 0,-1-1,0 0,0 1,0-1,0 0,0 1,0-1,0 0,-1 0,1 0,0 0,-1 0,0 0,1 0,-1 0,0 0,0 0,0 0,0 0,-1 0,1 0,-1 0,1 0,-2-36,-1-1,-2 1,-1 0,-3 0,-1 1,-1 0,-2 1,-6-9,10 24,-31-70,5-1,3-2,-8-51,25 50,5 0,4 0,7-94,-3-47,-18-183,24 201,1 126,-5 1,-7-55,-45-135,32 194,4 0,3-2,3-25,3-150,-7 39,-8-35,-11 108,-6 1,-10-3,-1-9,-25-73,23 82,-17-102,10-140,55 366,-41-302,30-145,7 419,4 1,1-1,4 1,2-1,2 0,4-6,-6 47,-4 14,1 1,0-1,0 0,0 1,0-1,1 0,-1 1,1-1,-1 1,1-1,0 1,0-1,0 1,1 0,-1-1,0 1,1 0,-1 0,1 0,0 0,0 0,0 0,0 0,0 1,0-1,0 1,1 0,-1-1,0 1,1 0,-1 0,1 1,1-1,26 1,1 2,0 1,-1 1,0 2,21 7,5 0,590 88,-585-93,1389 100,-1243-99,953 48,486 20,34-20,982 62,-106-51,-2489-66,-65-2,-1 0,0 1,0-1,0 1,0-1,0 1,0-1,0 1,0 0,0-1,0 1,0 0,0 0,0-1,-1 1,1 0,0 0,-1 0,1 0,0 0,-1 0,1 0,-1 1,0-1,1 0,-1 0,0 0,0 0,0 2,3 9</inkml:trace>
  <inkml:trace contextRef="#ctx0" brushRef="#br1" timeOffset="131875.421">16433 3677,'1'-13,"-10"28,-31 66,-24 49,-5-2,-68 93,92-165,44-56,1 0,0 0,-1 0,1 0,0 0,-1 0,1 0,0 0,-1-1,1 1,0 0,-1 0,1 0,0 0,-1-1,1 1,0 0,0 0,-1 0,1-1,0 1,0 0,-1 0,1-1,0 1,0 0,0-1,0 1,-1 0,1-1,0 1,0 0,0-1,0 1,0 0,0-1,0 1,0 0,0-1,0 1,0 0,0-1,0 1,0-1,1 1,-1 0,0 0,0-1,0 1,0 0,0-1,1 1,-1 0,0 0,0-1,1 1,-1 0,0 0,0-1,1 1,-1 0,0 0,1 0,-1 0,0-1,1 1,-1 0,0 0,1 0,-1 0,127-259,-105 209,-2-1,-3 0,-2-2,-2 0,-3 0,2-26,-9 66,2 31,-1-1,5 5,2 0,1-1,1 0,0-1,2 0,0-1,1-1,1 0,0-2,2 0,9 7,1 1,-1 2,-1 1,-2 1,5 9,-24-30,0 1,-1 0,0 0,-1 0,0 1,0-1,0 1,-1 0,-1 0,0 0,0 0,0 0,-1 1,-1-1,0 1,0-1,-1 4,-1-10,-1 1,1-1,-1 0,0 0,1 0,-1 0,-1-1,1 1,0-1,-1 0,1 0,-1 0,0 0,0-1,1 1,-1-1,0 0,0 0,0-1,0 1,0-1,-1 0,1 0,0 0,0 0,0-1,0 0,0 0,0 0,-3-1,-17 0,-33 2,0 2,0 2,0 3,1 3,0 2,-7 4,-80 34,86-27</inkml:trace>
  <inkml:trace contextRef="#ctx0" brushRef="#br1" timeOffset="135963.63">28438 7420,'-2'-3,"-1"0,1 0,-1 0,0 0,0 0,-1 0,1 1,0 0,-1-1,0 1,1 0,-1 1,0-1,0 1,0 0,0 0,0 0,0 0,0 1,-1-1,1 1,0 0,0 1,0-1,0 1,0-1,0 1,0 1,0-1,0 0,0 1,0 0,0 0,1 0,-1 0,1 1,0-1,0 1,0 0,0 0,0 0,0 0,1 1,-1-1,1 1,0-1,0 1,1 0,-1 0,1 0,-1 4,2-6,0 0,0 0,0 0,0 0,1 0,-1 0,1 0,0 0,-1 0,1 0,0 0,0 0,0 0,1 0,-1-1,0 1,1 0,-1-1,1 1,-1-1,1 0,0 1,-1-1,1 0,0 0,0 0,0 0,0 0,0-1,1 1,64 12,-62-13,0 1,-1 0,1-1,-1 0,1 0,0-1,-1 1,1-1,-1 0,1 0,-1 0,0-1,1 0,-1 0,0 0,0 0,0 0,0-1,-1 0,1 0,-1 0,1 0,-1 0,0-1,0 0,-1 1,1-1,-1 0,0 0,0 0,0-1,0 1,-1 0,1-1,-2-1,0 0,0 0,0 0,0 0,-1 0,0 1,0-1,-1 0,0 0,0 1,0-1,0 1,-1 0,0 0,0 0,-1 0,1 0,-1 1,0-1,0 1,0 0,-1 0,0 1,1-1,-1 1,-1 0,1 1,0-1,-1 1,1 0,-1 0,1 0,-1 1,0 0,0 0,0 1,0-1,-2 2,1-2,-1 1,1 0,0 1,0 0,0 0,0 1,0-1,1 1,-1 1,0 0,1-1,0 2,-1-1,1 1,1 0,-1 0,1 1,-1 0,1 0,0 0,1 0,-1 1,1 0,0 0,1 0,0 0,0 0,0 1,0 0,1-1,0 1,1 0,-1 0,1 0,1 0,-1 0,1 3,1-5,0 0,1 0,-1 0,1 0,0-1,0 1,0 0,1-1,0 0,-1 0,2 0,-1 0,0 0,1-1,0 1,-1-1,1 0,1 0,-1 0,0-1,1 1,-1-1,1 0,0-1,-1 1,1-1,0 0,4 1,1 0,-1-1,1 0,0 0,-1-1,1 0,0 0,-1-1,1-1,-1 0,1 0,-1-1,0 0,0 0,8-4,-13 4,1 1,-1-1,0 0,0 0,0-1,-1 1,1-1,-1 0,0 0,0 0,0 0,0 0,-1 0,0-1,0 0,0 1,0-1,-1 0,0 0,0 0,0 0,0 0,-1 0,0 0,0 0,0 0,-1 0,0 0,0 0,0 0,0 1,-1-1,0 0,0 0,0 1,0 0,-1-1,0 1,0 0,0 0,-3-3,0 3,0 1,1-1,-1 1,0 1,0-1,0 1,-1 0,1 1,-1 0,1 0,-1 0,1 0,-1 1,1 0,-1 1,1 0,-1 0,1 0,-1 0,1 1,0 0,0 1,0-1,0 1,0 0,0 1,1-1,0 1,0 0,0 1,0-1,0 1,1 0,0 0,0 0,0 2,2-4,1 0,0 1,0-1,0 1,1-1,-1 1,1 0,0-1,0 1,0-1,0 1,0 0,1-1,0 1,0-1,0 1,0-1,0 0,1 1,0-1,-1 0,1 0,0 0,1 0,-1 0,0-1,1 1,0 0,-1-1,1 0,0 0,1 1,6 4,0-1,1 0,0-1,-1 0,2 0,-1-1,0-1,1 0,3 0,-14-3,1 0,-1 0,1 0,-1 0,1 0,-1 0,1 0,0-1,-1 1,1 0,-1-1,1 0,-1 1,0-1,1 0,-1 0,0 0,1 0,-1 0,0 0,0 0,0 0,0 0,0 0,0-1,0 1,0 0,-1-1,1 1,0-1,-1 1,1-1,-1 1,0-1,1 1,-1-1,0 1,0-1,0 1,0-1,0 0,0 1,-1-1,1 1,0-1,-1 1,1-1,-1 1,0-1,0 1,1 0,-2-126,1 19,-5-1,-4 1,-16-62,-92-280,115 431,1-1,0 1,1-1,1 0,1 1,1-1,1 1,0-1,2 1,4-14,-4 18,-1 0,0-1,-1 1,-1-1,-1 0,0 0,-1 1,0-1,-2 0,0 0,0 1,-2-1,-3-8,0 3,0 0,1-1,1 1,1-1,1 0,1-13,2-17,2 36,-1 0,-1 0,-1 0,-1 0,0 0,0 0,-2 1,0-1,-6-13,-2 4,0-1,2 1,1-2,1 1,1-1,2 0,-1-12,1-370,-47 185,-49-164,73 291,14 51,1 0,3-1,1-1,3 1,1-11,4-15,3 0,3-1,5-13,2 5,-4 0,-2-83,16 57,-11 75,-8 16,0-2,-1 1,-1 0,0 0,-2-1,-1-8,1-24,2-68,0-8,-12-96,-7 22,19 197,1 1,-1 0,1-1,0 1,0 0,0 0,0 1,1-1,-1 0,1 1,0-1,0 1,-1 0,2 0,-1 0,0 0,0 1,0-1,1 1,-1 0,1 0,-1 0,1 0,0 0,-1 1,1 0,-1 0,1 0,0 0,1 1,6-3,118-12,122 2,-158 10,739-5,-814 7</inkml:trace>
  <inkml:trace contextRef="#ctx0" brushRef="#br1" timeOffset="137344.327">28291 1444,'17'-6,"1"0,0 1,0 1,1 1,-1 1,1 0,5 1,3-1,227-9,35 12,-126 0,22 0,-194-1,-1 0</inkml:trace>
  <inkml:trace contextRef="#ctx0" brushRef="#br1" timeOffset="137960.832">29441 682,'6'143,"23"124,-4-52,-8 38,-10 0,-13 35,-39 73,38-158,7-203,0 0,0 0,0-1,1 1,-1 0,0 0,0 0,1-1,-1 1,0 0,1 0,-1 0,0 0,1 0,-1 0,0 0,1 0,-1-1,0 1,1 0,-1 0,0 1,1-1,-1 0,0 0,0 0,1 0,-1 0,0 0,1 0,-1 0,0 1,1-1,-1 0,0 0,0 0,1 1,-1-1,0 0,0 0,0 1,1-1,-1 0,0 0,0 1,0-1,0 0,0 1,1-1,-1 0,0 0,0 1,0-1,15-29,-6 4,-1-1</inkml:trace>
  <inkml:trace contextRef="#ctx0" brushRef="#br1" timeOffset="139114.932">29467 736,'507'0,"-436"4,0 4,0 3,-1 2,0 4,28 12,-55-14,0 1,-1 2,-1 1,-1 3,-1 1,-1 2,-1 2,12 12,-22-16,-2 0,-1 1,-1 2,-1 0,-1 2,-2 0,-1 1,-1 1,-1 1,-2 0,-1 1,-1 0,-2 1,5 32,-6 0,-3 0,-3 0,-3 1,-3-1,-9 50,3-60,-3 0,-2 0,-2-1,-3-1,-2-1,-2-1,-2-1,-3-1,-24 31,39-61,0-1,-2 0,0-1,-1-1,0-1,-1 0,-1-1,-1-1,0 0,0-2,-1 0,-1-1,0-1,0-1,0-1,-1-1,0-1,-1-1,-20 1,-388 29,99-1,318-29,13-4,0 1,0 0,0-1,0 1,0-1,-1 1,1-1,0 0,0 1,-1-1,1 0,0 0,0 0,-1 0,1 0,0 0,-1 0,1 0,0-1,0 1,0 0,-1-1,1 1,0-1,0 0,0 1,0-1,0 0,0 1,0-1,0 0,0 0,0 0,0 0,0 0,1 0,-1 0,0 0,1 0,-1-1,1 1,-1-1,-3-9,1 0</inkml:trace>
  <inkml:trace contextRef="#ctx0" brushRef="#br1" timeOffset="141875.407">31139 1725,'71'0,"722"-12,-703 3,-62 5,-1 2,1 0,-1 3,1 0,-1 1,22 6,-18-4,193 25,-169-17,-48-12</inkml:trace>
  <inkml:trace contextRef="#ctx0" brushRef="#br1" timeOffset="142739.852">32422 241,'5'16,"5"12,9 8,7 5,7 2,3 1,4-3,-1-4,-3-5,-2-7,-6-7,-4-7,-5-5,-5-3</inkml:trace>
  <inkml:trace contextRef="#ctx0" brushRef="#br1" timeOffset="143319.96">33104 201,'2'-4,"-16"8,-3 5,0 1,1 1,0 0,0 1,1 0,1 1,0 1,1 0,0 1,1 1,1 0,1 0,0 1,1 1,0-1,2 1,0 1,1-1,1 1,1 0,1 1,-3 30,2 1,2-1,3 1,2-1,2 1,9 38,28 193,-31-231,-8-39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F644C-1960-4D37-93F6-E461BDC070E2}" type="datetimeFigureOut">
              <a:rPr lang="ro-RO" smtClean="0"/>
              <a:t>24.01.2026</a:t>
            </a:fld>
            <a:endParaRPr lang="ro-RO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E7765-3615-4616-AA7E-8A391D8DB9E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945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1ED4770-19B2-467E-A820-4D252C5FB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B9EAB633-709C-4215-A83B-C70829A74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EB80A60A-C062-4A61-89EF-C8229597B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24.01.2026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D5DAC12-4BB4-4FB3-ADBA-6607EC1CB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C308DA7-86E3-4F2D-9B4F-316D4B492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8628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94A3EC2-79AE-41E8-A92A-BEE7F74BB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8520C22-FB2B-4035-A1DE-07728BB71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CD13D92D-4D72-47D8-A0E2-2E9ED2450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24.01.2026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8EA7473-B08B-4D14-9003-06719883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619E0BC-7CCD-40FC-B257-81CF53AB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9633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7D1A535-10A7-4DD9-BCE9-2641197B4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5F637BA4-7257-4270-8DF3-1C906899D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9AB487B0-1099-48CD-9680-5785576A4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24.01.2026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AF0A5DC-7B12-4247-9F76-821534F30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C0A7B7-CE57-44FD-BF2E-A71F1823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73066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A587257-FE4B-4BA8-8DBA-E352AAA8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83CC3E4-EA2D-43AE-B7B1-D3297EB8A1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02512AF-6977-4C7A-8732-5A3D4ECAD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F7169090-FB27-485B-8C27-95AC952E0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24.01.2026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DB17E1E-7CF9-4F87-852F-DB6FB23C9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D79A5AB8-2E23-4BB6-9BF8-06CA2A6D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63536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F225706-9157-4618-A97E-DEB030C80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0D618A8D-1947-403B-B7AD-F54B2CD50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1BF42C8-F81B-4BE1-9B8F-68B21591C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80A1361D-98BC-47A1-BA7C-BAE80FA01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72032982-A9C9-429E-948E-0F1DB04E4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FFC008B6-CE0F-4BE4-ABA6-0FC5EF0DC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24.01.2026</a:t>
            </a:fld>
            <a:endParaRPr lang="ro-RO" dirty="0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A380FC15-7219-40D1-9AD0-8E3D9ABFF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E0E67A9F-114C-4374-A10E-8E4110243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24697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C4E8672-328F-46F5-8F33-CAA69236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50E7DFD8-6BF1-4F57-A0B0-E1176672F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24.01.2026</a:t>
            </a:fld>
            <a:endParaRPr lang="ro-RO" dirty="0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43F7D0E0-D38C-43A1-9F3D-92DE1129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F03262CE-D94A-4480-ABED-74902A16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74242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21F2B153-6FF7-4407-9DA8-728332E6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24.01.2026</a:t>
            </a:fld>
            <a:endParaRPr lang="ro-RO" dirty="0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DC2D4B50-25D4-44CC-9C17-720F39742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6B1DF0DC-94B8-4D88-BD39-E42A00B31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6139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706A31A-5FB6-4F9C-A411-418F2475E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013DA19-875D-490E-B87E-DBEB5D995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6CE431BE-ED4A-4CD8-9344-B1C946F11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A56F4DDD-6B9F-4633-B667-D2C69F0F2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24.01.2026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1459D24-23EC-41CD-9287-124D0C2FF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70C83946-98A2-4E98-95DF-F7C6FC1F3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52349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64683FC-1DCE-43B5-8D93-44B4DC62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D96C83C8-E8AE-4620-BF96-8922237E0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 dirty="0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BB7FFD63-0F30-49D7-B490-D0C73C37B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7D5E5649-6B0A-43C4-BB7E-0F59CF5D0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24.01.2026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2D2AC23-82AA-4055-A673-9B577E3C7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9D866400-6F8F-4111-AFCA-C85796035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58592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E2CB809-B633-455A-95F7-E832C33C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C290D47F-C0E1-4C94-8473-5DC64230F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5517D53-86C8-48DF-AC25-A958CDECE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24.01.2026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91120475-F473-42EE-8D79-2E4A3366C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01D6381-EED8-487B-AD15-9C46332B2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96835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0FBDDED8-45D2-469D-AE8E-7BCAE64F1B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D8F55C66-06F2-46F9-9FF0-5AD08240E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BA9260EA-BCED-4401-8284-2DB0D9ACB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24.01.2026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15860957-C43E-493D-9739-5C5F3F0AF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9412FF-50B1-43AD-80B5-F3316BCF7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68195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4F5EB4E9-E70E-4B6C-AA38-D77617C88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D593F9A6-FB02-4209-83AA-F3B74B610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88AD35E-BB51-437C-9835-CA75CDF826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8A049-8667-49AC-8762-F4AFF392D404}" type="datetimeFigureOut">
              <a:rPr lang="ro-RO" smtClean="0"/>
              <a:t>24.01.2026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EA56834E-943C-4A6C-ABFA-1ADD132AC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5AD2AFDC-A203-4AB7-8908-78AF98360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964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10.png"/><Relationship Id="rId26" Type="http://schemas.openxmlformats.org/officeDocument/2006/relationships/image" Target="../media/image14.png"/><Relationship Id="rId21" Type="http://schemas.openxmlformats.org/officeDocument/2006/relationships/customXml" Target="../ink/ink10.xml"/><Relationship Id="rId34" Type="http://schemas.openxmlformats.org/officeDocument/2006/relationships/image" Target="../media/image18.png"/><Relationship Id="rId7" Type="http://schemas.openxmlformats.org/officeDocument/2006/relationships/customXml" Target="../ink/ink3.xml"/><Relationship Id="rId12" Type="http://schemas.openxmlformats.org/officeDocument/2006/relationships/image" Target="../media/image7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20.png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customXml" Target="../ink/ink5.xml"/><Relationship Id="rId24" Type="http://schemas.openxmlformats.org/officeDocument/2006/relationships/image" Target="../media/image13.png"/><Relationship Id="rId32" Type="http://schemas.openxmlformats.org/officeDocument/2006/relationships/image" Target="../media/image17.png"/><Relationship Id="rId37" Type="http://schemas.openxmlformats.org/officeDocument/2006/relationships/customXml" Target="../ink/ink18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5.png"/><Relationship Id="rId36" Type="http://schemas.openxmlformats.org/officeDocument/2006/relationships/image" Target="../media/image19.png"/><Relationship Id="rId10" Type="http://schemas.openxmlformats.org/officeDocument/2006/relationships/image" Target="../media/image6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4" Type="http://schemas.openxmlformats.org/officeDocument/2006/relationships/image" Target="../media/image8.png"/><Relationship Id="rId22" Type="http://schemas.openxmlformats.org/officeDocument/2006/relationships/image" Target="../media/image12.png"/><Relationship Id="rId27" Type="http://schemas.openxmlformats.org/officeDocument/2006/relationships/customXml" Target="../ink/ink13.xml"/><Relationship Id="rId30" Type="http://schemas.openxmlformats.org/officeDocument/2006/relationships/image" Target="../media/image16.png"/><Relationship Id="rId35" Type="http://schemas.openxmlformats.org/officeDocument/2006/relationships/customXml" Target="../ink/ink17.xml"/><Relationship Id="rId8" Type="http://schemas.openxmlformats.org/officeDocument/2006/relationships/image" Target="../media/image5.png"/><Relationship Id="rId3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customXml" Target="../ink/ink19.xml"/><Relationship Id="rId7" Type="http://schemas.openxmlformats.org/officeDocument/2006/relationships/customXml" Target="../ink/ink2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customXml" Target="../ink/ink20.xml"/><Relationship Id="rId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3.xml"/><Relationship Id="rId21" Type="http://schemas.openxmlformats.org/officeDocument/2006/relationships/image" Target="../media/image38.png"/><Relationship Id="rId42" Type="http://schemas.openxmlformats.org/officeDocument/2006/relationships/customXml" Target="../ink/ink41.xml"/><Relationship Id="rId47" Type="http://schemas.openxmlformats.org/officeDocument/2006/relationships/image" Target="../media/image51.png"/><Relationship Id="rId63" Type="http://schemas.openxmlformats.org/officeDocument/2006/relationships/image" Target="../media/image59.png"/><Relationship Id="rId68" Type="http://schemas.openxmlformats.org/officeDocument/2006/relationships/customXml" Target="../ink/ink54.xml"/><Relationship Id="rId84" Type="http://schemas.openxmlformats.org/officeDocument/2006/relationships/customXml" Target="../ink/ink62.xml"/><Relationship Id="rId89" Type="http://schemas.openxmlformats.org/officeDocument/2006/relationships/image" Target="../media/image72.png"/><Relationship Id="rId112" Type="http://schemas.openxmlformats.org/officeDocument/2006/relationships/customXml" Target="../ink/ink76.xml"/><Relationship Id="rId16" Type="http://schemas.openxmlformats.org/officeDocument/2006/relationships/customXml" Target="../ink/ink28.xml"/><Relationship Id="rId107" Type="http://schemas.openxmlformats.org/officeDocument/2006/relationships/image" Target="../media/image81.png"/><Relationship Id="rId11" Type="http://schemas.openxmlformats.org/officeDocument/2006/relationships/image" Target="../media/image33.png"/><Relationship Id="rId32" Type="http://schemas.openxmlformats.org/officeDocument/2006/relationships/customXml" Target="../ink/ink36.xml"/><Relationship Id="rId37" Type="http://schemas.openxmlformats.org/officeDocument/2006/relationships/image" Target="../media/image46.png"/><Relationship Id="rId53" Type="http://schemas.openxmlformats.org/officeDocument/2006/relationships/image" Target="../media/image54.png"/><Relationship Id="rId58" Type="http://schemas.openxmlformats.org/officeDocument/2006/relationships/customXml" Target="../ink/ink49.xml"/><Relationship Id="rId74" Type="http://schemas.openxmlformats.org/officeDocument/2006/relationships/customXml" Target="../ink/ink57.xml"/><Relationship Id="rId79" Type="http://schemas.openxmlformats.org/officeDocument/2006/relationships/image" Target="../media/image67.png"/><Relationship Id="rId102" Type="http://schemas.openxmlformats.org/officeDocument/2006/relationships/customXml" Target="../ink/ink71.xml"/><Relationship Id="rId5" Type="http://schemas.openxmlformats.org/officeDocument/2006/relationships/image" Target="../media/image30.png"/><Relationship Id="rId90" Type="http://schemas.openxmlformats.org/officeDocument/2006/relationships/customXml" Target="../ink/ink65.xml"/><Relationship Id="rId95" Type="http://schemas.openxmlformats.org/officeDocument/2006/relationships/image" Target="../media/image75.png"/><Relationship Id="rId22" Type="http://schemas.openxmlformats.org/officeDocument/2006/relationships/customXml" Target="../ink/ink31.xml"/><Relationship Id="rId27" Type="http://schemas.openxmlformats.org/officeDocument/2006/relationships/image" Target="../media/image41.png"/><Relationship Id="rId43" Type="http://schemas.openxmlformats.org/officeDocument/2006/relationships/image" Target="../media/image49.png"/><Relationship Id="rId48" Type="http://schemas.openxmlformats.org/officeDocument/2006/relationships/customXml" Target="../ink/ink44.xml"/><Relationship Id="rId64" Type="http://schemas.openxmlformats.org/officeDocument/2006/relationships/customXml" Target="../ink/ink52.xml"/><Relationship Id="rId69" Type="http://schemas.openxmlformats.org/officeDocument/2006/relationships/image" Target="../media/image62.png"/><Relationship Id="rId113" Type="http://schemas.openxmlformats.org/officeDocument/2006/relationships/image" Target="../media/image84.png"/><Relationship Id="rId80" Type="http://schemas.openxmlformats.org/officeDocument/2006/relationships/customXml" Target="../ink/ink60.xml"/><Relationship Id="rId85" Type="http://schemas.openxmlformats.org/officeDocument/2006/relationships/image" Target="../media/image70.png"/><Relationship Id="rId12" Type="http://schemas.openxmlformats.org/officeDocument/2006/relationships/customXml" Target="../ink/ink26.xml"/><Relationship Id="rId17" Type="http://schemas.openxmlformats.org/officeDocument/2006/relationships/image" Target="../media/image36.png"/><Relationship Id="rId33" Type="http://schemas.openxmlformats.org/officeDocument/2006/relationships/image" Target="../media/image44.png"/><Relationship Id="rId38" Type="http://schemas.openxmlformats.org/officeDocument/2006/relationships/customXml" Target="../ink/ink39.xml"/><Relationship Id="rId59" Type="http://schemas.openxmlformats.org/officeDocument/2006/relationships/image" Target="../media/image57.png"/><Relationship Id="rId103" Type="http://schemas.openxmlformats.org/officeDocument/2006/relationships/image" Target="../media/image79.png"/><Relationship Id="rId108" Type="http://schemas.openxmlformats.org/officeDocument/2006/relationships/customXml" Target="../ink/ink74.xml"/><Relationship Id="rId54" Type="http://schemas.openxmlformats.org/officeDocument/2006/relationships/customXml" Target="../ink/ink47.xml"/><Relationship Id="rId70" Type="http://schemas.openxmlformats.org/officeDocument/2006/relationships/customXml" Target="../ink/ink55.xml"/><Relationship Id="rId75" Type="http://schemas.openxmlformats.org/officeDocument/2006/relationships/image" Target="../media/image65.png"/><Relationship Id="rId91" Type="http://schemas.openxmlformats.org/officeDocument/2006/relationships/image" Target="../media/image73.png"/><Relationship Id="rId96" Type="http://schemas.openxmlformats.org/officeDocument/2006/relationships/customXml" Target="../ink/ink6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3.xml"/><Relationship Id="rId15" Type="http://schemas.openxmlformats.org/officeDocument/2006/relationships/image" Target="../media/image35.png"/><Relationship Id="rId23" Type="http://schemas.openxmlformats.org/officeDocument/2006/relationships/image" Target="../media/image39.png"/><Relationship Id="rId28" Type="http://schemas.openxmlformats.org/officeDocument/2006/relationships/customXml" Target="../ink/ink34.xml"/><Relationship Id="rId36" Type="http://schemas.openxmlformats.org/officeDocument/2006/relationships/customXml" Target="../ink/ink38.xml"/><Relationship Id="rId49" Type="http://schemas.openxmlformats.org/officeDocument/2006/relationships/image" Target="../media/image52.png"/><Relationship Id="rId57" Type="http://schemas.openxmlformats.org/officeDocument/2006/relationships/image" Target="../media/image56.png"/><Relationship Id="rId106" Type="http://schemas.openxmlformats.org/officeDocument/2006/relationships/customXml" Target="../ink/ink73.xml"/><Relationship Id="rId114" Type="http://schemas.openxmlformats.org/officeDocument/2006/relationships/customXml" Target="../ink/ink77.xml"/><Relationship Id="rId10" Type="http://schemas.openxmlformats.org/officeDocument/2006/relationships/customXml" Target="../ink/ink25.xml"/><Relationship Id="rId31" Type="http://schemas.openxmlformats.org/officeDocument/2006/relationships/image" Target="../media/image43.png"/><Relationship Id="rId44" Type="http://schemas.openxmlformats.org/officeDocument/2006/relationships/customXml" Target="../ink/ink42.xml"/><Relationship Id="rId52" Type="http://schemas.openxmlformats.org/officeDocument/2006/relationships/customXml" Target="../ink/ink46.xml"/><Relationship Id="rId60" Type="http://schemas.openxmlformats.org/officeDocument/2006/relationships/customXml" Target="../ink/ink50.xml"/><Relationship Id="rId65" Type="http://schemas.openxmlformats.org/officeDocument/2006/relationships/image" Target="../media/image60.png"/><Relationship Id="rId73" Type="http://schemas.openxmlformats.org/officeDocument/2006/relationships/image" Target="../media/image64.png"/><Relationship Id="rId78" Type="http://schemas.openxmlformats.org/officeDocument/2006/relationships/customXml" Target="../ink/ink59.xml"/><Relationship Id="rId81" Type="http://schemas.openxmlformats.org/officeDocument/2006/relationships/image" Target="../media/image68.png"/><Relationship Id="rId86" Type="http://schemas.openxmlformats.org/officeDocument/2006/relationships/customXml" Target="../ink/ink63.xml"/><Relationship Id="rId94" Type="http://schemas.openxmlformats.org/officeDocument/2006/relationships/customXml" Target="../ink/ink67.xml"/><Relationship Id="rId99" Type="http://schemas.openxmlformats.org/officeDocument/2006/relationships/image" Target="../media/image77.png"/><Relationship Id="rId101" Type="http://schemas.openxmlformats.org/officeDocument/2006/relationships/image" Target="../media/image78.png"/><Relationship Id="rId4" Type="http://schemas.openxmlformats.org/officeDocument/2006/relationships/customXml" Target="../ink/ink22.xml"/><Relationship Id="rId9" Type="http://schemas.openxmlformats.org/officeDocument/2006/relationships/image" Target="../media/image32.png"/><Relationship Id="rId13" Type="http://schemas.openxmlformats.org/officeDocument/2006/relationships/image" Target="../media/image34.png"/><Relationship Id="rId18" Type="http://schemas.openxmlformats.org/officeDocument/2006/relationships/customXml" Target="../ink/ink29.xml"/><Relationship Id="rId39" Type="http://schemas.openxmlformats.org/officeDocument/2006/relationships/image" Target="../media/image47.png"/><Relationship Id="rId109" Type="http://schemas.openxmlformats.org/officeDocument/2006/relationships/image" Target="../media/image82.png"/><Relationship Id="rId34" Type="http://schemas.openxmlformats.org/officeDocument/2006/relationships/customXml" Target="../ink/ink37.xml"/><Relationship Id="rId50" Type="http://schemas.openxmlformats.org/officeDocument/2006/relationships/customXml" Target="../ink/ink45.xml"/><Relationship Id="rId55" Type="http://schemas.openxmlformats.org/officeDocument/2006/relationships/image" Target="../media/image55.png"/><Relationship Id="rId76" Type="http://schemas.openxmlformats.org/officeDocument/2006/relationships/customXml" Target="../ink/ink58.xml"/><Relationship Id="rId97" Type="http://schemas.openxmlformats.org/officeDocument/2006/relationships/image" Target="../media/image76.png"/><Relationship Id="rId104" Type="http://schemas.openxmlformats.org/officeDocument/2006/relationships/customXml" Target="../ink/ink72.xml"/><Relationship Id="rId7" Type="http://schemas.openxmlformats.org/officeDocument/2006/relationships/image" Target="../media/image31.png"/><Relationship Id="rId71" Type="http://schemas.openxmlformats.org/officeDocument/2006/relationships/image" Target="../media/image63.png"/><Relationship Id="rId92" Type="http://schemas.openxmlformats.org/officeDocument/2006/relationships/customXml" Target="../ink/ink66.xml"/><Relationship Id="rId2" Type="http://schemas.openxmlformats.org/officeDocument/2006/relationships/image" Target="../media/image2.png"/><Relationship Id="rId29" Type="http://schemas.openxmlformats.org/officeDocument/2006/relationships/image" Target="../media/image42.png"/><Relationship Id="rId24" Type="http://schemas.openxmlformats.org/officeDocument/2006/relationships/customXml" Target="../ink/ink32.xml"/><Relationship Id="rId40" Type="http://schemas.openxmlformats.org/officeDocument/2006/relationships/customXml" Target="../ink/ink40.xml"/><Relationship Id="rId45" Type="http://schemas.openxmlformats.org/officeDocument/2006/relationships/image" Target="../media/image50.png"/><Relationship Id="rId66" Type="http://schemas.openxmlformats.org/officeDocument/2006/relationships/customXml" Target="../ink/ink53.xml"/><Relationship Id="rId87" Type="http://schemas.openxmlformats.org/officeDocument/2006/relationships/image" Target="../media/image71.png"/><Relationship Id="rId110" Type="http://schemas.openxmlformats.org/officeDocument/2006/relationships/customXml" Target="../ink/ink75.xml"/><Relationship Id="rId115" Type="http://schemas.openxmlformats.org/officeDocument/2006/relationships/image" Target="../media/image85.png"/><Relationship Id="rId61" Type="http://schemas.openxmlformats.org/officeDocument/2006/relationships/image" Target="../media/image58.png"/><Relationship Id="rId82" Type="http://schemas.openxmlformats.org/officeDocument/2006/relationships/customXml" Target="../ink/ink61.xml"/><Relationship Id="rId19" Type="http://schemas.openxmlformats.org/officeDocument/2006/relationships/image" Target="../media/image37.png"/><Relationship Id="rId14" Type="http://schemas.openxmlformats.org/officeDocument/2006/relationships/customXml" Target="../ink/ink27.xml"/><Relationship Id="rId30" Type="http://schemas.openxmlformats.org/officeDocument/2006/relationships/customXml" Target="../ink/ink35.xml"/><Relationship Id="rId35" Type="http://schemas.openxmlformats.org/officeDocument/2006/relationships/image" Target="../media/image45.png"/><Relationship Id="rId56" Type="http://schemas.openxmlformats.org/officeDocument/2006/relationships/customXml" Target="../ink/ink48.xml"/><Relationship Id="rId77" Type="http://schemas.openxmlformats.org/officeDocument/2006/relationships/image" Target="../media/image66.png"/><Relationship Id="rId100" Type="http://schemas.openxmlformats.org/officeDocument/2006/relationships/customXml" Target="../ink/ink70.xml"/><Relationship Id="rId105" Type="http://schemas.openxmlformats.org/officeDocument/2006/relationships/image" Target="../media/image80.png"/><Relationship Id="rId8" Type="http://schemas.openxmlformats.org/officeDocument/2006/relationships/customXml" Target="../ink/ink24.xml"/><Relationship Id="rId51" Type="http://schemas.openxmlformats.org/officeDocument/2006/relationships/image" Target="../media/image53.png"/><Relationship Id="rId72" Type="http://schemas.openxmlformats.org/officeDocument/2006/relationships/customXml" Target="../ink/ink56.xml"/><Relationship Id="rId93" Type="http://schemas.openxmlformats.org/officeDocument/2006/relationships/image" Target="../media/image74.png"/><Relationship Id="rId98" Type="http://schemas.openxmlformats.org/officeDocument/2006/relationships/customXml" Target="../ink/ink69.xml"/><Relationship Id="rId3" Type="http://schemas.openxmlformats.org/officeDocument/2006/relationships/image" Target="../media/image21.png"/><Relationship Id="rId25" Type="http://schemas.openxmlformats.org/officeDocument/2006/relationships/image" Target="../media/image40.png"/><Relationship Id="rId46" Type="http://schemas.openxmlformats.org/officeDocument/2006/relationships/customXml" Target="../ink/ink43.xml"/><Relationship Id="rId67" Type="http://schemas.openxmlformats.org/officeDocument/2006/relationships/image" Target="../media/image61.png"/><Relationship Id="rId20" Type="http://schemas.openxmlformats.org/officeDocument/2006/relationships/customXml" Target="../ink/ink30.xml"/><Relationship Id="rId41" Type="http://schemas.openxmlformats.org/officeDocument/2006/relationships/image" Target="../media/image48.png"/><Relationship Id="rId62" Type="http://schemas.openxmlformats.org/officeDocument/2006/relationships/customXml" Target="../ink/ink51.xml"/><Relationship Id="rId83" Type="http://schemas.openxmlformats.org/officeDocument/2006/relationships/image" Target="../media/image69.png"/><Relationship Id="rId88" Type="http://schemas.openxmlformats.org/officeDocument/2006/relationships/customXml" Target="../ink/ink64.xml"/><Relationship Id="rId111" Type="http://schemas.openxmlformats.org/officeDocument/2006/relationships/image" Target="../media/image83.png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90.xml"/><Relationship Id="rId21" Type="http://schemas.openxmlformats.org/officeDocument/2006/relationships/image" Target="../media/image95.png"/><Relationship Id="rId42" Type="http://schemas.openxmlformats.org/officeDocument/2006/relationships/customXml" Target="../ink/ink98.xml"/><Relationship Id="rId47" Type="http://schemas.openxmlformats.org/officeDocument/2006/relationships/image" Target="../media/image108.png"/><Relationship Id="rId63" Type="http://schemas.openxmlformats.org/officeDocument/2006/relationships/image" Target="../media/image116.png"/><Relationship Id="rId68" Type="http://schemas.openxmlformats.org/officeDocument/2006/relationships/customXml" Target="../ink/ink111.xml"/><Relationship Id="rId84" Type="http://schemas.openxmlformats.org/officeDocument/2006/relationships/customXml" Target="../ink/ink119.xml"/><Relationship Id="rId89" Type="http://schemas.openxmlformats.org/officeDocument/2006/relationships/image" Target="../media/image129.png"/><Relationship Id="rId16" Type="http://schemas.openxmlformats.org/officeDocument/2006/relationships/customXml" Target="../ink/ink85.xml"/><Relationship Id="rId11" Type="http://schemas.openxmlformats.org/officeDocument/2006/relationships/image" Target="../media/image90.png"/><Relationship Id="rId32" Type="http://schemas.openxmlformats.org/officeDocument/2006/relationships/customXml" Target="../ink/ink93.xml"/><Relationship Id="rId37" Type="http://schemas.openxmlformats.org/officeDocument/2006/relationships/image" Target="../media/image103.png"/><Relationship Id="rId53" Type="http://schemas.openxmlformats.org/officeDocument/2006/relationships/image" Target="../media/image111.png"/><Relationship Id="rId58" Type="http://schemas.openxmlformats.org/officeDocument/2006/relationships/customXml" Target="../ink/ink106.xml"/><Relationship Id="rId74" Type="http://schemas.openxmlformats.org/officeDocument/2006/relationships/customXml" Target="../ink/ink114.xml"/><Relationship Id="rId79" Type="http://schemas.openxmlformats.org/officeDocument/2006/relationships/image" Target="../media/image124.png"/><Relationship Id="rId5" Type="http://schemas.openxmlformats.org/officeDocument/2006/relationships/image" Target="../media/image87.png"/><Relationship Id="rId90" Type="http://schemas.openxmlformats.org/officeDocument/2006/relationships/customXml" Target="../ink/ink122.xml"/><Relationship Id="rId95" Type="http://schemas.openxmlformats.org/officeDocument/2006/relationships/image" Target="../media/image132.png"/><Relationship Id="rId22" Type="http://schemas.openxmlformats.org/officeDocument/2006/relationships/customXml" Target="../ink/ink88.xml"/><Relationship Id="rId27" Type="http://schemas.openxmlformats.org/officeDocument/2006/relationships/image" Target="../media/image98.png"/><Relationship Id="rId43" Type="http://schemas.openxmlformats.org/officeDocument/2006/relationships/image" Target="../media/image106.png"/><Relationship Id="rId48" Type="http://schemas.openxmlformats.org/officeDocument/2006/relationships/customXml" Target="../ink/ink101.xml"/><Relationship Id="rId64" Type="http://schemas.openxmlformats.org/officeDocument/2006/relationships/customXml" Target="../ink/ink109.xml"/><Relationship Id="rId69" Type="http://schemas.openxmlformats.org/officeDocument/2006/relationships/image" Target="../media/image119.png"/><Relationship Id="rId8" Type="http://schemas.openxmlformats.org/officeDocument/2006/relationships/customXml" Target="../ink/ink81.xml"/><Relationship Id="rId51" Type="http://schemas.openxmlformats.org/officeDocument/2006/relationships/image" Target="../media/image110.png"/><Relationship Id="rId72" Type="http://schemas.openxmlformats.org/officeDocument/2006/relationships/customXml" Target="../ink/ink113.xml"/><Relationship Id="rId80" Type="http://schemas.openxmlformats.org/officeDocument/2006/relationships/customXml" Target="../ink/ink117.xml"/><Relationship Id="rId85" Type="http://schemas.openxmlformats.org/officeDocument/2006/relationships/image" Target="../media/image127.png"/><Relationship Id="rId93" Type="http://schemas.openxmlformats.org/officeDocument/2006/relationships/image" Target="../media/image131.png"/><Relationship Id="rId3" Type="http://schemas.openxmlformats.org/officeDocument/2006/relationships/image" Target="../media/image86.png"/><Relationship Id="rId12" Type="http://schemas.openxmlformats.org/officeDocument/2006/relationships/customXml" Target="../ink/ink83.xml"/><Relationship Id="rId17" Type="http://schemas.openxmlformats.org/officeDocument/2006/relationships/image" Target="../media/image93.png"/><Relationship Id="rId25" Type="http://schemas.openxmlformats.org/officeDocument/2006/relationships/image" Target="../media/image97.png"/><Relationship Id="rId33" Type="http://schemas.openxmlformats.org/officeDocument/2006/relationships/image" Target="../media/image101.png"/><Relationship Id="rId38" Type="http://schemas.openxmlformats.org/officeDocument/2006/relationships/customXml" Target="../ink/ink96.xml"/><Relationship Id="rId46" Type="http://schemas.openxmlformats.org/officeDocument/2006/relationships/customXml" Target="../ink/ink100.xml"/><Relationship Id="rId59" Type="http://schemas.openxmlformats.org/officeDocument/2006/relationships/image" Target="../media/image114.png"/><Relationship Id="rId67" Type="http://schemas.openxmlformats.org/officeDocument/2006/relationships/image" Target="../media/image118.png"/><Relationship Id="rId20" Type="http://schemas.openxmlformats.org/officeDocument/2006/relationships/customXml" Target="../ink/ink87.xml"/><Relationship Id="rId41" Type="http://schemas.openxmlformats.org/officeDocument/2006/relationships/image" Target="../media/image105.png"/><Relationship Id="rId54" Type="http://schemas.openxmlformats.org/officeDocument/2006/relationships/customXml" Target="../ink/ink104.xml"/><Relationship Id="rId62" Type="http://schemas.openxmlformats.org/officeDocument/2006/relationships/customXml" Target="../ink/ink108.xml"/><Relationship Id="rId70" Type="http://schemas.openxmlformats.org/officeDocument/2006/relationships/customXml" Target="../ink/ink112.xml"/><Relationship Id="rId75" Type="http://schemas.openxmlformats.org/officeDocument/2006/relationships/image" Target="../media/image122.png"/><Relationship Id="rId83" Type="http://schemas.openxmlformats.org/officeDocument/2006/relationships/image" Target="../media/image126.png"/><Relationship Id="rId88" Type="http://schemas.openxmlformats.org/officeDocument/2006/relationships/customXml" Target="../ink/ink121.xml"/><Relationship Id="rId91" Type="http://schemas.openxmlformats.org/officeDocument/2006/relationships/image" Target="../media/image13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0.xml"/><Relationship Id="rId15" Type="http://schemas.openxmlformats.org/officeDocument/2006/relationships/image" Target="../media/image92.png"/><Relationship Id="rId23" Type="http://schemas.openxmlformats.org/officeDocument/2006/relationships/image" Target="../media/image96.png"/><Relationship Id="rId28" Type="http://schemas.openxmlformats.org/officeDocument/2006/relationships/customXml" Target="../ink/ink91.xml"/><Relationship Id="rId36" Type="http://schemas.openxmlformats.org/officeDocument/2006/relationships/customXml" Target="../ink/ink95.xml"/><Relationship Id="rId49" Type="http://schemas.openxmlformats.org/officeDocument/2006/relationships/image" Target="../media/image109.png"/><Relationship Id="rId57" Type="http://schemas.openxmlformats.org/officeDocument/2006/relationships/image" Target="../media/image113.png"/><Relationship Id="rId10" Type="http://schemas.openxmlformats.org/officeDocument/2006/relationships/customXml" Target="../ink/ink82.xml"/><Relationship Id="rId31" Type="http://schemas.openxmlformats.org/officeDocument/2006/relationships/image" Target="../media/image100.png"/><Relationship Id="rId44" Type="http://schemas.openxmlformats.org/officeDocument/2006/relationships/customXml" Target="../ink/ink99.xml"/><Relationship Id="rId52" Type="http://schemas.openxmlformats.org/officeDocument/2006/relationships/customXml" Target="../ink/ink103.xml"/><Relationship Id="rId60" Type="http://schemas.openxmlformats.org/officeDocument/2006/relationships/customXml" Target="../ink/ink107.xml"/><Relationship Id="rId65" Type="http://schemas.openxmlformats.org/officeDocument/2006/relationships/image" Target="../media/image117.png"/><Relationship Id="rId73" Type="http://schemas.openxmlformats.org/officeDocument/2006/relationships/image" Target="../media/image121.png"/><Relationship Id="rId78" Type="http://schemas.openxmlformats.org/officeDocument/2006/relationships/customXml" Target="../ink/ink116.xml"/><Relationship Id="rId81" Type="http://schemas.openxmlformats.org/officeDocument/2006/relationships/image" Target="../media/image125.png"/><Relationship Id="rId86" Type="http://schemas.openxmlformats.org/officeDocument/2006/relationships/customXml" Target="../ink/ink120.xml"/><Relationship Id="rId94" Type="http://schemas.openxmlformats.org/officeDocument/2006/relationships/customXml" Target="../ink/ink124.xml"/><Relationship Id="rId4" Type="http://schemas.openxmlformats.org/officeDocument/2006/relationships/customXml" Target="../ink/ink79.xml"/><Relationship Id="rId9" Type="http://schemas.openxmlformats.org/officeDocument/2006/relationships/image" Target="../media/image89.png"/><Relationship Id="rId13" Type="http://schemas.openxmlformats.org/officeDocument/2006/relationships/image" Target="../media/image91.png"/><Relationship Id="rId18" Type="http://schemas.openxmlformats.org/officeDocument/2006/relationships/customXml" Target="../ink/ink86.xml"/><Relationship Id="rId39" Type="http://schemas.openxmlformats.org/officeDocument/2006/relationships/image" Target="../media/image104.png"/><Relationship Id="rId34" Type="http://schemas.openxmlformats.org/officeDocument/2006/relationships/customXml" Target="../ink/ink94.xml"/><Relationship Id="rId50" Type="http://schemas.openxmlformats.org/officeDocument/2006/relationships/customXml" Target="../ink/ink102.xml"/><Relationship Id="rId55" Type="http://schemas.openxmlformats.org/officeDocument/2006/relationships/image" Target="../media/image112.png"/><Relationship Id="rId76" Type="http://schemas.openxmlformats.org/officeDocument/2006/relationships/customXml" Target="../ink/ink115.xml"/><Relationship Id="rId7" Type="http://schemas.openxmlformats.org/officeDocument/2006/relationships/image" Target="../media/image88.png"/><Relationship Id="rId71" Type="http://schemas.openxmlformats.org/officeDocument/2006/relationships/image" Target="../media/image120.png"/><Relationship Id="rId92" Type="http://schemas.openxmlformats.org/officeDocument/2006/relationships/customXml" Target="../ink/ink123.xml"/><Relationship Id="rId2" Type="http://schemas.openxmlformats.org/officeDocument/2006/relationships/customXml" Target="../ink/ink78.xml"/><Relationship Id="rId29" Type="http://schemas.openxmlformats.org/officeDocument/2006/relationships/image" Target="../media/image99.png"/><Relationship Id="rId24" Type="http://schemas.openxmlformats.org/officeDocument/2006/relationships/customXml" Target="../ink/ink89.xml"/><Relationship Id="rId40" Type="http://schemas.openxmlformats.org/officeDocument/2006/relationships/customXml" Target="../ink/ink97.xml"/><Relationship Id="rId45" Type="http://schemas.openxmlformats.org/officeDocument/2006/relationships/image" Target="../media/image107.png"/><Relationship Id="rId66" Type="http://schemas.openxmlformats.org/officeDocument/2006/relationships/customXml" Target="../ink/ink110.xml"/><Relationship Id="rId87" Type="http://schemas.openxmlformats.org/officeDocument/2006/relationships/image" Target="../media/image128.png"/><Relationship Id="rId61" Type="http://schemas.openxmlformats.org/officeDocument/2006/relationships/image" Target="../media/image115.png"/><Relationship Id="rId82" Type="http://schemas.openxmlformats.org/officeDocument/2006/relationships/customXml" Target="../ink/ink118.xml"/><Relationship Id="rId19" Type="http://schemas.openxmlformats.org/officeDocument/2006/relationships/image" Target="../media/image94.png"/><Relationship Id="rId14" Type="http://schemas.openxmlformats.org/officeDocument/2006/relationships/customXml" Target="../ink/ink84.xml"/><Relationship Id="rId30" Type="http://schemas.openxmlformats.org/officeDocument/2006/relationships/customXml" Target="../ink/ink92.xml"/><Relationship Id="rId35" Type="http://schemas.openxmlformats.org/officeDocument/2006/relationships/image" Target="../media/image102.png"/><Relationship Id="rId56" Type="http://schemas.openxmlformats.org/officeDocument/2006/relationships/customXml" Target="../ink/ink105.xml"/><Relationship Id="rId77" Type="http://schemas.openxmlformats.org/officeDocument/2006/relationships/image" Target="../media/image123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8.png"/><Relationship Id="rId18" Type="http://schemas.openxmlformats.org/officeDocument/2006/relationships/customXml" Target="../ink/ink132.xml"/><Relationship Id="rId26" Type="http://schemas.openxmlformats.org/officeDocument/2006/relationships/customXml" Target="../ink/ink136.xml"/><Relationship Id="rId39" Type="http://schemas.openxmlformats.org/officeDocument/2006/relationships/image" Target="../media/image151.png"/><Relationship Id="rId21" Type="http://schemas.openxmlformats.org/officeDocument/2006/relationships/image" Target="../media/image142.png"/><Relationship Id="rId34" Type="http://schemas.openxmlformats.org/officeDocument/2006/relationships/customXml" Target="../ink/ink140.xml"/><Relationship Id="rId42" Type="http://schemas.openxmlformats.org/officeDocument/2006/relationships/customXml" Target="../ink/ink144.xml"/><Relationship Id="rId7" Type="http://schemas.openxmlformats.org/officeDocument/2006/relationships/image" Target="../media/image135.png"/><Relationship Id="rId2" Type="http://schemas.openxmlformats.org/officeDocument/2006/relationships/image" Target="../media/image2.png"/><Relationship Id="rId16" Type="http://schemas.openxmlformats.org/officeDocument/2006/relationships/customXml" Target="../ink/ink131.xml"/><Relationship Id="rId20" Type="http://schemas.openxmlformats.org/officeDocument/2006/relationships/customXml" Target="../ink/ink133.xml"/><Relationship Id="rId29" Type="http://schemas.openxmlformats.org/officeDocument/2006/relationships/image" Target="../media/image146.png"/><Relationship Id="rId41" Type="http://schemas.openxmlformats.org/officeDocument/2006/relationships/image" Target="../media/image15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6.xml"/><Relationship Id="rId11" Type="http://schemas.openxmlformats.org/officeDocument/2006/relationships/image" Target="../media/image137.png"/><Relationship Id="rId24" Type="http://schemas.openxmlformats.org/officeDocument/2006/relationships/customXml" Target="../ink/ink135.xml"/><Relationship Id="rId32" Type="http://schemas.openxmlformats.org/officeDocument/2006/relationships/customXml" Target="../ink/ink139.xml"/><Relationship Id="rId37" Type="http://schemas.openxmlformats.org/officeDocument/2006/relationships/image" Target="../media/image150.png"/><Relationship Id="rId40" Type="http://schemas.openxmlformats.org/officeDocument/2006/relationships/customXml" Target="../ink/ink143.xml"/><Relationship Id="rId5" Type="http://schemas.openxmlformats.org/officeDocument/2006/relationships/image" Target="../media/image134.png"/><Relationship Id="rId15" Type="http://schemas.openxmlformats.org/officeDocument/2006/relationships/image" Target="../media/image139.png"/><Relationship Id="rId23" Type="http://schemas.openxmlformats.org/officeDocument/2006/relationships/image" Target="../media/image143.png"/><Relationship Id="rId28" Type="http://schemas.openxmlformats.org/officeDocument/2006/relationships/customXml" Target="../ink/ink137.xml"/><Relationship Id="rId36" Type="http://schemas.openxmlformats.org/officeDocument/2006/relationships/customXml" Target="../ink/ink141.xml"/><Relationship Id="rId10" Type="http://schemas.openxmlformats.org/officeDocument/2006/relationships/customXml" Target="../ink/ink128.xml"/><Relationship Id="rId19" Type="http://schemas.openxmlformats.org/officeDocument/2006/relationships/image" Target="../media/image141.png"/><Relationship Id="rId31" Type="http://schemas.openxmlformats.org/officeDocument/2006/relationships/image" Target="../media/image147.png"/><Relationship Id="rId4" Type="http://schemas.openxmlformats.org/officeDocument/2006/relationships/customXml" Target="../ink/ink125.xml"/><Relationship Id="rId9" Type="http://schemas.openxmlformats.org/officeDocument/2006/relationships/image" Target="../media/image136.png"/><Relationship Id="rId14" Type="http://schemas.openxmlformats.org/officeDocument/2006/relationships/customXml" Target="../ink/ink130.xml"/><Relationship Id="rId22" Type="http://schemas.openxmlformats.org/officeDocument/2006/relationships/customXml" Target="../ink/ink134.xml"/><Relationship Id="rId27" Type="http://schemas.openxmlformats.org/officeDocument/2006/relationships/image" Target="../media/image145.png"/><Relationship Id="rId30" Type="http://schemas.openxmlformats.org/officeDocument/2006/relationships/customXml" Target="../ink/ink138.xml"/><Relationship Id="rId35" Type="http://schemas.openxmlformats.org/officeDocument/2006/relationships/image" Target="../media/image149.png"/><Relationship Id="rId43" Type="http://schemas.openxmlformats.org/officeDocument/2006/relationships/image" Target="../media/image153.png"/><Relationship Id="rId8" Type="http://schemas.openxmlformats.org/officeDocument/2006/relationships/customXml" Target="../ink/ink127.xml"/><Relationship Id="rId3" Type="http://schemas.openxmlformats.org/officeDocument/2006/relationships/image" Target="../media/image22.png"/><Relationship Id="rId12" Type="http://schemas.openxmlformats.org/officeDocument/2006/relationships/customXml" Target="../ink/ink129.xml"/><Relationship Id="rId17" Type="http://schemas.openxmlformats.org/officeDocument/2006/relationships/image" Target="../media/image140.png"/><Relationship Id="rId25" Type="http://schemas.openxmlformats.org/officeDocument/2006/relationships/image" Target="../media/image144.png"/><Relationship Id="rId33" Type="http://schemas.openxmlformats.org/officeDocument/2006/relationships/image" Target="../media/image148.png"/><Relationship Id="rId38" Type="http://schemas.openxmlformats.org/officeDocument/2006/relationships/customXml" Target="../ink/ink142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8.png"/><Relationship Id="rId18" Type="http://schemas.openxmlformats.org/officeDocument/2006/relationships/customXml" Target="../ink/ink152.xml"/><Relationship Id="rId26" Type="http://schemas.openxmlformats.org/officeDocument/2006/relationships/customXml" Target="../ink/ink156.xml"/><Relationship Id="rId3" Type="http://schemas.openxmlformats.org/officeDocument/2006/relationships/image" Target="../media/image22.png"/><Relationship Id="rId21" Type="http://schemas.openxmlformats.org/officeDocument/2006/relationships/image" Target="../media/image162.png"/><Relationship Id="rId34" Type="http://schemas.openxmlformats.org/officeDocument/2006/relationships/customXml" Target="../ink/ink160.xml"/><Relationship Id="rId7" Type="http://schemas.openxmlformats.org/officeDocument/2006/relationships/image" Target="../media/image155.png"/><Relationship Id="rId12" Type="http://schemas.openxmlformats.org/officeDocument/2006/relationships/customXml" Target="../ink/ink149.xml"/><Relationship Id="rId17" Type="http://schemas.openxmlformats.org/officeDocument/2006/relationships/image" Target="../media/image160.png"/><Relationship Id="rId25" Type="http://schemas.openxmlformats.org/officeDocument/2006/relationships/image" Target="../media/image164.png"/><Relationship Id="rId33" Type="http://schemas.openxmlformats.org/officeDocument/2006/relationships/image" Target="../media/image168.png"/><Relationship Id="rId2" Type="http://schemas.openxmlformats.org/officeDocument/2006/relationships/image" Target="../media/image2.png"/><Relationship Id="rId16" Type="http://schemas.openxmlformats.org/officeDocument/2006/relationships/customXml" Target="../ink/ink151.xml"/><Relationship Id="rId20" Type="http://schemas.openxmlformats.org/officeDocument/2006/relationships/customXml" Target="../ink/ink153.xml"/><Relationship Id="rId29" Type="http://schemas.openxmlformats.org/officeDocument/2006/relationships/image" Target="../media/image16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46.xml"/><Relationship Id="rId11" Type="http://schemas.openxmlformats.org/officeDocument/2006/relationships/image" Target="../media/image157.png"/><Relationship Id="rId24" Type="http://schemas.openxmlformats.org/officeDocument/2006/relationships/customXml" Target="../ink/ink155.xml"/><Relationship Id="rId32" Type="http://schemas.openxmlformats.org/officeDocument/2006/relationships/customXml" Target="../ink/ink159.xml"/><Relationship Id="rId5" Type="http://schemas.openxmlformats.org/officeDocument/2006/relationships/image" Target="../media/image154.png"/><Relationship Id="rId15" Type="http://schemas.openxmlformats.org/officeDocument/2006/relationships/image" Target="../media/image159.png"/><Relationship Id="rId23" Type="http://schemas.openxmlformats.org/officeDocument/2006/relationships/image" Target="../media/image163.png"/><Relationship Id="rId28" Type="http://schemas.openxmlformats.org/officeDocument/2006/relationships/customXml" Target="../ink/ink157.xml"/><Relationship Id="rId10" Type="http://schemas.openxmlformats.org/officeDocument/2006/relationships/customXml" Target="../ink/ink148.xml"/><Relationship Id="rId19" Type="http://schemas.openxmlformats.org/officeDocument/2006/relationships/image" Target="../media/image161.png"/><Relationship Id="rId31" Type="http://schemas.openxmlformats.org/officeDocument/2006/relationships/image" Target="../media/image167.png"/><Relationship Id="rId4" Type="http://schemas.openxmlformats.org/officeDocument/2006/relationships/customXml" Target="../ink/ink145.xml"/><Relationship Id="rId9" Type="http://schemas.openxmlformats.org/officeDocument/2006/relationships/image" Target="../media/image156.png"/><Relationship Id="rId14" Type="http://schemas.openxmlformats.org/officeDocument/2006/relationships/customXml" Target="../ink/ink150.xml"/><Relationship Id="rId22" Type="http://schemas.openxmlformats.org/officeDocument/2006/relationships/customXml" Target="../ink/ink154.xml"/><Relationship Id="rId27" Type="http://schemas.openxmlformats.org/officeDocument/2006/relationships/image" Target="../media/image165.png"/><Relationship Id="rId30" Type="http://schemas.openxmlformats.org/officeDocument/2006/relationships/customXml" Target="../ink/ink158.xml"/><Relationship Id="rId35" Type="http://schemas.openxmlformats.org/officeDocument/2006/relationships/image" Target="../media/image169.png"/><Relationship Id="rId8" Type="http://schemas.openxmlformats.org/officeDocument/2006/relationships/customXml" Target="../ink/ink147.xml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82.png"/><Relationship Id="rId21" Type="http://schemas.openxmlformats.org/officeDocument/2006/relationships/customXml" Target="../ink/ink169.xml"/><Relationship Id="rId42" Type="http://schemas.openxmlformats.org/officeDocument/2006/relationships/image" Target="../media/image190.png"/><Relationship Id="rId47" Type="http://schemas.openxmlformats.org/officeDocument/2006/relationships/customXml" Target="../ink/ink182.xml"/><Relationship Id="rId63" Type="http://schemas.openxmlformats.org/officeDocument/2006/relationships/customXml" Target="../ink/ink190.xml"/><Relationship Id="rId68" Type="http://schemas.openxmlformats.org/officeDocument/2006/relationships/image" Target="../media/image203.png"/><Relationship Id="rId84" Type="http://schemas.openxmlformats.org/officeDocument/2006/relationships/image" Target="../media/image211.png"/><Relationship Id="rId89" Type="http://schemas.openxmlformats.org/officeDocument/2006/relationships/customXml" Target="../ink/ink203.xml"/><Relationship Id="rId16" Type="http://schemas.openxmlformats.org/officeDocument/2006/relationships/image" Target="../media/image177.png"/><Relationship Id="rId11" Type="http://schemas.openxmlformats.org/officeDocument/2006/relationships/customXml" Target="../ink/ink164.xml"/><Relationship Id="rId32" Type="http://schemas.openxmlformats.org/officeDocument/2006/relationships/image" Target="../media/image185.png"/><Relationship Id="rId37" Type="http://schemas.openxmlformats.org/officeDocument/2006/relationships/customXml" Target="../ink/ink177.xml"/><Relationship Id="rId53" Type="http://schemas.openxmlformats.org/officeDocument/2006/relationships/customXml" Target="../ink/ink185.xml"/><Relationship Id="rId58" Type="http://schemas.openxmlformats.org/officeDocument/2006/relationships/image" Target="../media/image198.png"/><Relationship Id="rId74" Type="http://schemas.openxmlformats.org/officeDocument/2006/relationships/image" Target="../media/image206.png"/><Relationship Id="rId79" Type="http://schemas.openxmlformats.org/officeDocument/2006/relationships/customXml" Target="../ink/ink198.xml"/><Relationship Id="rId5" Type="http://schemas.openxmlformats.org/officeDocument/2006/relationships/customXml" Target="../ink/ink161.xml"/><Relationship Id="rId90" Type="http://schemas.openxmlformats.org/officeDocument/2006/relationships/image" Target="../media/image214.png"/><Relationship Id="rId22" Type="http://schemas.openxmlformats.org/officeDocument/2006/relationships/image" Target="../media/image180.png"/><Relationship Id="rId27" Type="http://schemas.openxmlformats.org/officeDocument/2006/relationships/customXml" Target="../ink/ink172.xml"/><Relationship Id="rId43" Type="http://schemas.openxmlformats.org/officeDocument/2006/relationships/customXml" Target="../ink/ink180.xml"/><Relationship Id="rId48" Type="http://schemas.openxmlformats.org/officeDocument/2006/relationships/image" Target="../media/image193.png"/><Relationship Id="rId64" Type="http://schemas.openxmlformats.org/officeDocument/2006/relationships/image" Target="../media/image201.png"/><Relationship Id="rId69" Type="http://schemas.openxmlformats.org/officeDocument/2006/relationships/customXml" Target="../ink/ink193.xml"/><Relationship Id="rId8" Type="http://schemas.openxmlformats.org/officeDocument/2006/relationships/image" Target="../media/image173.png"/><Relationship Id="rId51" Type="http://schemas.openxmlformats.org/officeDocument/2006/relationships/customXml" Target="../ink/ink184.xml"/><Relationship Id="rId72" Type="http://schemas.openxmlformats.org/officeDocument/2006/relationships/image" Target="../media/image205.png"/><Relationship Id="rId80" Type="http://schemas.openxmlformats.org/officeDocument/2006/relationships/image" Target="../media/image209.png"/><Relationship Id="rId85" Type="http://schemas.openxmlformats.org/officeDocument/2006/relationships/customXml" Target="../ink/ink201.xml"/><Relationship Id="rId93" Type="http://schemas.openxmlformats.org/officeDocument/2006/relationships/customXml" Target="../ink/ink205.xml"/><Relationship Id="rId3" Type="http://schemas.openxmlformats.org/officeDocument/2006/relationships/image" Target="../media/image23.png"/><Relationship Id="rId12" Type="http://schemas.openxmlformats.org/officeDocument/2006/relationships/image" Target="../media/image175.png"/><Relationship Id="rId17" Type="http://schemas.openxmlformats.org/officeDocument/2006/relationships/customXml" Target="../ink/ink167.xml"/><Relationship Id="rId25" Type="http://schemas.openxmlformats.org/officeDocument/2006/relationships/customXml" Target="../ink/ink171.xml"/><Relationship Id="rId33" Type="http://schemas.openxmlformats.org/officeDocument/2006/relationships/customXml" Target="../ink/ink175.xml"/><Relationship Id="rId38" Type="http://schemas.openxmlformats.org/officeDocument/2006/relationships/image" Target="../media/image188.png"/><Relationship Id="rId46" Type="http://schemas.openxmlformats.org/officeDocument/2006/relationships/image" Target="../media/image192.png"/><Relationship Id="rId59" Type="http://schemas.openxmlformats.org/officeDocument/2006/relationships/customXml" Target="../ink/ink188.xml"/><Relationship Id="rId67" Type="http://schemas.openxmlformats.org/officeDocument/2006/relationships/customXml" Target="../ink/ink192.xml"/><Relationship Id="rId20" Type="http://schemas.openxmlformats.org/officeDocument/2006/relationships/image" Target="../media/image179.png"/><Relationship Id="rId41" Type="http://schemas.openxmlformats.org/officeDocument/2006/relationships/customXml" Target="../ink/ink179.xml"/><Relationship Id="rId54" Type="http://schemas.openxmlformats.org/officeDocument/2006/relationships/image" Target="../media/image196.png"/><Relationship Id="rId62" Type="http://schemas.openxmlformats.org/officeDocument/2006/relationships/image" Target="../media/image200.png"/><Relationship Id="rId70" Type="http://schemas.openxmlformats.org/officeDocument/2006/relationships/image" Target="../media/image204.png"/><Relationship Id="rId75" Type="http://schemas.openxmlformats.org/officeDocument/2006/relationships/customXml" Target="../ink/ink196.xml"/><Relationship Id="rId83" Type="http://schemas.openxmlformats.org/officeDocument/2006/relationships/customXml" Target="../ink/ink200.xml"/><Relationship Id="rId88" Type="http://schemas.openxmlformats.org/officeDocument/2006/relationships/image" Target="../media/image213.png"/><Relationship Id="rId91" Type="http://schemas.openxmlformats.org/officeDocument/2006/relationships/customXml" Target="../ink/ink20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2.png"/><Relationship Id="rId15" Type="http://schemas.openxmlformats.org/officeDocument/2006/relationships/customXml" Target="../ink/ink166.xml"/><Relationship Id="rId23" Type="http://schemas.openxmlformats.org/officeDocument/2006/relationships/customXml" Target="../ink/ink170.xml"/><Relationship Id="rId28" Type="http://schemas.openxmlformats.org/officeDocument/2006/relationships/image" Target="../media/image183.png"/><Relationship Id="rId36" Type="http://schemas.openxmlformats.org/officeDocument/2006/relationships/image" Target="../media/image187.png"/><Relationship Id="rId49" Type="http://schemas.openxmlformats.org/officeDocument/2006/relationships/customXml" Target="../ink/ink183.xml"/><Relationship Id="rId57" Type="http://schemas.openxmlformats.org/officeDocument/2006/relationships/customXml" Target="../ink/ink187.xml"/><Relationship Id="rId10" Type="http://schemas.openxmlformats.org/officeDocument/2006/relationships/image" Target="../media/image174.png"/><Relationship Id="rId31" Type="http://schemas.openxmlformats.org/officeDocument/2006/relationships/customXml" Target="../ink/ink174.xml"/><Relationship Id="rId44" Type="http://schemas.openxmlformats.org/officeDocument/2006/relationships/image" Target="../media/image191.png"/><Relationship Id="rId52" Type="http://schemas.openxmlformats.org/officeDocument/2006/relationships/image" Target="../media/image195.png"/><Relationship Id="rId60" Type="http://schemas.openxmlformats.org/officeDocument/2006/relationships/image" Target="../media/image199.png"/><Relationship Id="rId65" Type="http://schemas.openxmlformats.org/officeDocument/2006/relationships/customXml" Target="../ink/ink191.xml"/><Relationship Id="rId73" Type="http://schemas.openxmlformats.org/officeDocument/2006/relationships/customXml" Target="../ink/ink195.xml"/><Relationship Id="rId78" Type="http://schemas.openxmlformats.org/officeDocument/2006/relationships/image" Target="../media/image208.png"/><Relationship Id="rId81" Type="http://schemas.openxmlformats.org/officeDocument/2006/relationships/customXml" Target="../ink/ink199.xml"/><Relationship Id="rId86" Type="http://schemas.openxmlformats.org/officeDocument/2006/relationships/image" Target="../media/image212.png"/><Relationship Id="rId94" Type="http://schemas.openxmlformats.org/officeDocument/2006/relationships/image" Target="../media/image216.png"/><Relationship Id="rId4" Type="http://schemas.openxmlformats.org/officeDocument/2006/relationships/image" Target="../media/image24.png"/><Relationship Id="rId9" Type="http://schemas.openxmlformats.org/officeDocument/2006/relationships/customXml" Target="../ink/ink163.xml"/><Relationship Id="rId13" Type="http://schemas.openxmlformats.org/officeDocument/2006/relationships/customXml" Target="../ink/ink165.xml"/><Relationship Id="rId18" Type="http://schemas.openxmlformats.org/officeDocument/2006/relationships/image" Target="../media/image178.png"/><Relationship Id="rId39" Type="http://schemas.openxmlformats.org/officeDocument/2006/relationships/customXml" Target="../ink/ink178.xml"/><Relationship Id="rId34" Type="http://schemas.openxmlformats.org/officeDocument/2006/relationships/image" Target="../media/image186.png"/><Relationship Id="rId50" Type="http://schemas.openxmlformats.org/officeDocument/2006/relationships/image" Target="../media/image194.png"/><Relationship Id="rId55" Type="http://schemas.openxmlformats.org/officeDocument/2006/relationships/customXml" Target="../ink/ink186.xml"/><Relationship Id="rId76" Type="http://schemas.openxmlformats.org/officeDocument/2006/relationships/image" Target="../media/image207.png"/><Relationship Id="rId7" Type="http://schemas.openxmlformats.org/officeDocument/2006/relationships/customXml" Target="../ink/ink162.xml"/><Relationship Id="rId71" Type="http://schemas.openxmlformats.org/officeDocument/2006/relationships/customXml" Target="../ink/ink194.xml"/><Relationship Id="rId92" Type="http://schemas.openxmlformats.org/officeDocument/2006/relationships/image" Target="../media/image215.png"/><Relationship Id="rId2" Type="http://schemas.openxmlformats.org/officeDocument/2006/relationships/image" Target="../media/image22.png"/><Relationship Id="rId29" Type="http://schemas.openxmlformats.org/officeDocument/2006/relationships/customXml" Target="../ink/ink173.xml"/><Relationship Id="rId24" Type="http://schemas.openxmlformats.org/officeDocument/2006/relationships/image" Target="../media/image181.png"/><Relationship Id="rId40" Type="http://schemas.openxmlformats.org/officeDocument/2006/relationships/image" Target="../media/image189.png"/><Relationship Id="rId45" Type="http://schemas.openxmlformats.org/officeDocument/2006/relationships/customXml" Target="../ink/ink181.xml"/><Relationship Id="rId66" Type="http://schemas.openxmlformats.org/officeDocument/2006/relationships/image" Target="../media/image202.png"/><Relationship Id="rId87" Type="http://schemas.openxmlformats.org/officeDocument/2006/relationships/customXml" Target="../ink/ink202.xml"/><Relationship Id="rId61" Type="http://schemas.openxmlformats.org/officeDocument/2006/relationships/customXml" Target="../ink/ink189.xml"/><Relationship Id="rId82" Type="http://schemas.openxmlformats.org/officeDocument/2006/relationships/image" Target="../media/image210.png"/><Relationship Id="rId19" Type="http://schemas.openxmlformats.org/officeDocument/2006/relationships/customXml" Target="../ink/ink168.xml"/><Relationship Id="rId14" Type="http://schemas.openxmlformats.org/officeDocument/2006/relationships/image" Target="../media/image176.png"/><Relationship Id="rId30" Type="http://schemas.openxmlformats.org/officeDocument/2006/relationships/image" Target="../media/image184.png"/><Relationship Id="rId35" Type="http://schemas.openxmlformats.org/officeDocument/2006/relationships/customXml" Target="../ink/ink176.xml"/><Relationship Id="rId56" Type="http://schemas.openxmlformats.org/officeDocument/2006/relationships/image" Target="../media/image197.png"/><Relationship Id="rId77" Type="http://schemas.openxmlformats.org/officeDocument/2006/relationships/customXml" Target="../ink/ink19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9.png"/><Relationship Id="rId13" Type="http://schemas.openxmlformats.org/officeDocument/2006/relationships/customXml" Target="../ink/ink211.xml"/><Relationship Id="rId3" Type="http://schemas.openxmlformats.org/officeDocument/2006/relationships/customXml" Target="../ink/ink206.xml"/><Relationship Id="rId7" Type="http://schemas.openxmlformats.org/officeDocument/2006/relationships/customXml" Target="../ink/ink208.xml"/><Relationship Id="rId12" Type="http://schemas.openxmlformats.org/officeDocument/2006/relationships/image" Target="../media/image221.png"/><Relationship Id="rId2" Type="http://schemas.openxmlformats.org/officeDocument/2006/relationships/image" Target="../media/image24.png"/><Relationship Id="rId16" Type="http://schemas.openxmlformats.org/officeDocument/2006/relationships/image" Target="../media/image2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8.png"/><Relationship Id="rId11" Type="http://schemas.openxmlformats.org/officeDocument/2006/relationships/customXml" Target="../ink/ink210.xml"/><Relationship Id="rId5" Type="http://schemas.openxmlformats.org/officeDocument/2006/relationships/customXml" Target="../ink/ink207.xml"/><Relationship Id="rId15" Type="http://schemas.openxmlformats.org/officeDocument/2006/relationships/customXml" Target="../ink/ink212.xml"/><Relationship Id="rId10" Type="http://schemas.openxmlformats.org/officeDocument/2006/relationships/image" Target="../media/image220.png"/><Relationship Id="rId4" Type="http://schemas.openxmlformats.org/officeDocument/2006/relationships/image" Target="../media/image217.png"/><Relationship Id="rId9" Type="http://schemas.openxmlformats.org/officeDocument/2006/relationships/customXml" Target="../ink/ink209.xml"/><Relationship Id="rId14" Type="http://schemas.openxmlformats.org/officeDocument/2006/relationships/image" Target="../media/image2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215.xml"/><Relationship Id="rId13" Type="http://schemas.openxmlformats.org/officeDocument/2006/relationships/image" Target="../media/image229.png"/><Relationship Id="rId18" Type="http://schemas.openxmlformats.org/officeDocument/2006/relationships/customXml" Target="../ink/ink220.xml"/><Relationship Id="rId3" Type="http://schemas.openxmlformats.org/officeDocument/2006/relationships/image" Target="../media/image25.png"/><Relationship Id="rId21" Type="http://schemas.openxmlformats.org/officeDocument/2006/relationships/image" Target="../media/image233.png"/><Relationship Id="rId7" Type="http://schemas.openxmlformats.org/officeDocument/2006/relationships/image" Target="../media/image226.png"/><Relationship Id="rId12" Type="http://schemas.openxmlformats.org/officeDocument/2006/relationships/customXml" Target="../ink/ink217.xml"/><Relationship Id="rId17" Type="http://schemas.openxmlformats.org/officeDocument/2006/relationships/image" Target="../media/image231.png"/><Relationship Id="rId2" Type="http://schemas.openxmlformats.org/officeDocument/2006/relationships/image" Target="../media/image22.png"/><Relationship Id="rId16" Type="http://schemas.openxmlformats.org/officeDocument/2006/relationships/customXml" Target="../ink/ink219.xml"/><Relationship Id="rId20" Type="http://schemas.openxmlformats.org/officeDocument/2006/relationships/customXml" Target="../ink/ink22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14.xml"/><Relationship Id="rId11" Type="http://schemas.openxmlformats.org/officeDocument/2006/relationships/image" Target="../media/image228.png"/><Relationship Id="rId5" Type="http://schemas.openxmlformats.org/officeDocument/2006/relationships/image" Target="../media/image225.png"/><Relationship Id="rId15" Type="http://schemas.openxmlformats.org/officeDocument/2006/relationships/image" Target="../media/image230.png"/><Relationship Id="rId10" Type="http://schemas.openxmlformats.org/officeDocument/2006/relationships/customXml" Target="../ink/ink216.xml"/><Relationship Id="rId19" Type="http://schemas.openxmlformats.org/officeDocument/2006/relationships/image" Target="../media/image232.png"/><Relationship Id="rId4" Type="http://schemas.openxmlformats.org/officeDocument/2006/relationships/customXml" Target="../ink/ink213.xml"/><Relationship Id="rId9" Type="http://schemas.openxmlformats.org/officeDocument/2006/relationships/image" Target="../media/image227.png"/><Relationship Id="rId14" Type="http://schemas.openxmlformats.org/officeDocument/2006/relationships/customXml" Target="../ink/ink218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9.png"/><Relationship Id="rId18" Type="http://schemas.openxmlformats.org/officeDocument/2006/relationships/customXml" Target="../ink/ink229.xml"/><Relationship Id="rId26" Type="http://schemas.openxmlformats.org/officeDocument/2006/relationships/customXml" Target="../ink/ink233.xml"/><Relationship Id="rId39" Type="http://schemas.openxmlformats.org/officeDocument/2006/relationships/image" Target="../media/image252.png"/><Relationship Id="rId21" Type="http://schemas.openxmlformats.org/officeDocument/2006/relationships/image" Target="../media/image243.png"/><Relationship Id="rId34" Type="http://schemas.openxmlformats.org/officeDocument/2006/relationships/customXml" Target="../ink/ink237.xml"/><Relationship Id="rId42" Type="http://schemas.openxmlformats.org/officeDocument/2006/relationships/customXml" Target="../ink/ink241.xml"/><Relationship Id="rId47" Type="http://schemas.openxmlformats.org/officeDocument/2006/relationships/image" Target="../media/image256.png"/><Relationship Id="rId50" Type="http://schemas.openxmlformats.org/officeDocument/2006/relationships/customXml" Target="../ink/ink245.xml"/><Relationship Id="rId55" Type="http://schemas.openxmlformats.org/officeDocument/2006/relationships/image" Target="../media/image260.png"/><Relationship Id="rId7" Type="http://schemas.openxmlformats.org/officeDocument/2006/relationships/image" Target="../media/image236.png"/><Relationship Id="rId2" Type="http://schemas.openxmlformats.org/officeDocument/2006/relationships/image" Target="../media/image22.png"/><Relationship Id="rId16" Type="http://schemas.openxmlformats.org/officeDocument/2006/relationships/customXml" Target="../ink/ink228.xml"/><Relationship Id="rId29" Type="http://schemas.openxmlformats.org/officeDocument/2006/relationships/image" Target="../media/image247.png"/><Relationship Id="rId11" Type="http://schemas.openxmlformats.org/officeDocument/2006/relationships/image" Target="../media/image238.png"/><Relationship Id="rId24" Type="http://schemas.openxmlformats.org/officeDocument/2006/relationships/customXml" Target="../ink/ink232.xml"/><Relationship Id="rId32" Type="http://schemas.openxmlformats.org/officeDocument/2006/relationships/customXml" Target="../ink/ink236.xml"/><Relationship Id="rId37" Type="http://schemas.openxmlformats.org/officeDocument/2006/relationships/image" Target="../media/image251.png"/><Relationship Id="rId40" Type="http://schemas.openxmlformats.org/officeDocument/2006/relationships/customXml" Target="../ink/ink240.xml"/><Relationship Id="rId45" Type="http://schemas.openxmlformats.org/officeDocument/2006/relationships/image" Target="../media/image255.png"/><Relationship Id="rId53" Type="http://schemas.openxmlformats.org/officeDocument/2006/relationships/image" Target="../media/image259.png"/><Relationship Id="rId58" Type="http://schemas.openxmlformats.org/officeDocument/2006/relationships/customXml" Target="../ink/ink249.xml"/><Relationship Id="rId5" Type="http://schemas.openxmlformats.org/officeDocument/2006/relationships/image" Target="../media/image235.png"/><Relationship Id="rId19" Type="http://schemas.openxmlformats.org/officeDocument/2006/relationships/image" Target="../media/image242.png"/><Relationship Id="rId4" Type="http://schemas.openxmlformats.org/officeDocument/2006/relationships/customXml" Target="../ink/ink222.xml"/><Relationship Id="rId9" Type="http://schemas.openxmlformats.org/officeDocument/2006/relationships/image" Target="../media/image237.png"/><Relationship Id="rId14" Type="http://schemas.openxmlformats.org/officeDocument/2006/relationships/customXml" Target="../ink/ink227.xml"/><Relationship Id="rId22" Type="http://schemas.openxmlformats.org/officeDocument/2006/relationships/customXml" Target="../ink/ink231.xml"/><Relationship Id="rId27" Type="http://schemas.openxmlformats.org/officeDocument/2006/relationships/image" Target="../media/image246.png"/><Relationship Id="rId30" Type="http://schemas.openxmlformats.org/officeDocument/2006/relationships/customXml" Target="../ink/ink235.xml"/><Relationship Id="rId35" Type="http://schemas.openxmlformats.org/officeDocument/2006/relationships/image" Target="../media/image250.png"/><Relationship Id="rId43" Type="http://schemas.openxmlformats.org/officeDocument/2006/relationships/image" Target="../media/image254.png"/><Relationship Id="rId48" Type="http://schemas.openxmlformats.org/officeDocument/2006/relationships/customXml" Target="../ink/ink244.xml"/><Relationship Id="rId56" Type="http://schemas.openxmlformats.org/officeDocument/2006/relationships/customXml" Target="../ink/ink248.xml"/><Relationship Id="rId8" Type="http://schemas.openxmlformats.org/officeDocument/2006/relationships/customXml" Target="../ink/ink224.xml"/><Relationship Id="rId51" Type="http://schemas.openxmlformats.org/officeDocument/2006/relationships/image" Target="../media/image258.png"/><Relationship Id="rId3" Type="http://schemas.openxmlformats.org/officeDocument/2006/relationships/image" Target="../media/image29.png"/><Relationship Id="rId12" Type="http://schemas.openxmlformats.org/officeDocument/2006/relationships/customXml" Target="../ink/ink226.xml"/><Relationship Id="rId17" Type="http://schemas.openxmlformats.org/officeDocument/2006/relationships/image" Target="../media/image241.png"/><Relationship Id="rId25" Type="http://schemas.openxmlformats.org/officeDocument/2006/relationships/image" Target="../media/image245.png"/><Relationship Id="rId33" Type="http://schemas.openxmlformats.org/officeDocument/2006/relationships/image" Target="../media/image249.png"/><Relationship Id="rId38" Type="http://schemas.openxmlformats.org/officeDocument/2006/relationships/customXml" Target="../ink/ink239.xml"/><Relationship Id="rId46" Type="http://schemas.openxmlformats.org/officeDocument/2006/relationships/customXml" Target="../ink/ink243.xml"/><Relationship Id="rId59" Type="http://schemas.openxmlformats.org/officeDocument/2006/relationships/image" Target="../media/image262.png"/><Relationship Id="rId20" Type="http://schemas.openxmlformats.org/officeDocument/2006/relationships/customXml" Target="../ink/ink230.xml"/><Relationship Id="rId41" Type="http://schemas.openxmlformats.org/officeDocument/2006/relationships/image" Target="../media/image253.png"/><Relationship Id="rId54" Type="http://schemas.openxmlformats.org/officeDocument/2006/relationships/customXml" Target="../ink/ink24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23.xml"/><Relationship Id="rId15" Type="http://schemas.openxmlformats.org/officeDocument/2006/relationships/image" Target="../media/image240.png"/><Relationship Id="rId23" Type="http://schemas.openxmlformats.org/officeDocument/2006/relationships/image" Target="../media/image244.png"/><Relationship Id="rId28" Type="http://schemas.openxmlformats.org/officeDocument/2006/relationships/customXml" Target="../ink/ink234.xml"/><Relationship Id="rId36" Type="http://schemas.openxmlformats.org/officeDocument/2006/relationships/customXml" Target="../ink/ink238.xml"/><Relationship Id="rId49" Type="http://schemas.openxmlformats.org/officeDocument/2006/relationships/image" Target="../media/image257.png"/><Relationship Id="rId57" Type="http://schemas.openxmlformats.org/officeDocument/2006/relationships/image" Target="../media/image261.png"/><Relationship Id="rId10" Type="http://schemas.openxmlformats.org/officeDocument/2006/relationships/customXml" Target="../ink/ink225.xml"/><Relationship Id="rId31" Type="http://schemas.openxmlformats.org/officeDocument/2006/relationships/image" Target="../media/image248.png"/><Relationship Id="rId44" Type="http://schemas.openxmlformats.org/officeDocument/2006/relationships/customXml" Target="../ink/ink242.xml"/><Relationship Id="rId52" Type="http://schemas.openxmlformats.org/officeDocument/2006/relationships/customXml" Target="../ink/ink24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0.xml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5.png"/><Relationship Id="rId5" Type="http://schemas.openxmlformats.org/officeDocument/2006/relationships/customXml" Target="../ink/ink251.xml"/><Relationship Id="rId4" Type="http://schemas.openxmlformats.org/officeDocument/2006/relationships/image" Target="../media/image26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7.png"/><Relationship Id="rId5" Type="http://schemas.openxmlformats.org/officeDocument/2006/relationships/customXml" Target="../ink/ink252.xml"/><Relationship Id="rId4" Type="http://schemas.openxmlformats.org/officeDocument/2006/relationships/image" Target="../media/image133.png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80.png"/><Relationship Id="rId21" Type="http://schemas.openxmlformats.org/officeDocument/2006/relationships/customXml" Target="../ink/ink261.xml"/><Relationship Id="rId42" Type="http://schemas.openxmlformats.org/officeDocument/2006/relationships/image" Target="../media/image288.png"/><Relationship Id="rId47" Type="http://schemas.openxmlformats.org/officeDocument/2006/relationships/customXml" Target="../ink/ink274.xml"/><Relationship Id="rId63" Type="http://schemas.openxmlformats.org/officeDocument/2006/relationships/customXml" Target="../ink/ink282.xml"/><Relationship Id="rId68" Type="http://schemas.openxmlformats.org/officeDocument/2006/relationships/image" Target="../media/image301.png"/><Relationship Id="rId16" Type="http://schemas.openxmlformats.org/officeDocument/2006/relationships/image" Target="../media/image275.png"/><Relationship Id="rId11" Type="http://schemas.openxmlformats.org/officeDocument/2006/relationships/customXml" Target="../ink/ink256.xml"/><Relationship Id="rId32" Type="http://schemas.openxmlformats.org/officeDocument/2006/relationships/image" Target="../media/image283.png"/><Relationship Id="rId37" Type="http://schemas.openxmlformats.org/officeDocument/2006/relationships/customXml" Target="../ink/ink269.xml"/><Relationship Id="rId53" Type="http://schemas.openxmlformats.org/officeDocument/2006/relationships/customXml" Target="../ink/ink277.xml"/><Relationship Id="rId58" Type="http://schemas.openxmlformats.org/officeDocument/2006/relationships/image" Target="../media/image296.png"/><Relationship Id="rId74" Type="http://schemas.openxmlformats.org/officeDocument/2006/relationships/image" Target="../media/image304.png"/><Relationship Id="rId79" Type="http://schemas.openxmlformats.org/officeDocument/2006/relationships/customXml" Target="../ink/ink290.xml"/><Relationship Id="rId5" Type="http://schemas.openxmlformats.org/officeDocument/2006/relationships/customXml" Target="../ink/ink253.xml"/><Relationship Id="rId61" Type="http://schemas.openxmlformats.org/officeDocument/2006/relationships/customXml" Target="../ink/ink281.xml"/><Relationship Id="rId82" Type="http://schemas.openxmlformats.org/officeDocument/2006/relationships/image" Target="../media/image308.png"/><Relationship Id="rId19" Type="http://schemas.openxmlformats.org/officeDocument/2006/relationships/customXml" Target="../ink/ink260.xml"/><Relationship Id="rId14" Type="http://schemas.openxmlformats.org/officeDocument/2006/relationships/image" Target="../media/image274.png"/><Relationship Id="rId22" Type="http://schemas.openxmlformats.org/officeDocument/2006/relationships/image" Target="../media/image278.png"/><Relationship Id="rId27" Type="http://schemas.openxmlformats.org/officeDocument/2006/relationships/customXml" Target="../ink/ink264.xml"/><Relationship Id="rId30" Type="http://schemas.openxmlformats.org/officeDocument/2006/relationships/image" Target="../media/image282.png"/><Relationship Id="rId35" Type="http://schemas.openxmlformats.org/officeDocument/2006/relationships/customXml" Target="../ink/ink268.xml"/><Relationship Id="rId43" Type="http://schemas.openxmlformats.org/officeDocument/2006/relationships/customXml" Target="../ink/ink272.xml"/><Relationship Id="rId48" Type="http://schemas.openxmlformats.org/officeDocument/2006/relationships/image" Target="../media/image291.png"/><Relationship Id="rId56" Type="http://schemas.openxmlformats.org/officeDocument/2006/relationships/image" Target="../media/image295.png"/><Relationship Id="rId64" Type="http://schemas.openxmlformats.org/officeDocument/2006/relationships/image" Target="../media/image299.png"/><Relationship Id="rId69" Type="http://schemas.openxmlformats.org/officeDocument/2006/relationships/customXml" Target="../ink/ink285.xml"/><Relationship Id="rId77" Type="http://schemas.openxmlformats.org/officeDocument/2006/relationships/customXml" Target="../ink/ink289.xml"/><Relationship Id="rId8" Type="http://schemas.openxmlformats.org/officeDocument/2006/relationships/image" Target="../media/image271.png"/><Relationship Id="rId51" Type="http://schemas.openxmlformats.org/officeDocument/2006/relationships/customXml" Target="../ink/ink276.xml"/><Relationship Id="rId72" Type="http://schemas.openxmlformats.org/officeDocument/2006/relationships/image" Target="../media/image303.png"/><Relationship Id="rId80" Type="http://schemas.openxmlformats.org/officeDocument/2006/relationships/image" Target="../media/image307.png"/><Relationship Id="rId3" Type="http://schemas.openxmlformats.org/officeDocument/2006/relationships/image" Target="../media/image22.png"/><Relationship Id="rId12" Type="http://schemas.openxmlformats.org/officeDocument/2006/relationships/image" Target="../media/image273.png"/><Relationship Id="rId17" Type="http://schemas.openxmlformats.org/officeDocument/2006/relationships/customXml" Target="../ink/ink259.xml"/><Relationship Id="rId25" Type="http://schemas.openxmlformats.org/officeDocument/2006/relationships/customXml" Target="../ink/ink263.xml"/><Relationship Id="rId33" Type="http://schemas.openxmlformats.org/officeDocument/2006/relationships/customXml" Target="../ink/ink267.xml"/><Relationship Id="rId38" Type="http://schemas.openxmlformats.org/officeDocument/2006/relationships/image" Target="../media/image286.png"/><Relationship Id="rId46" Type="http://schemas.openxmlformats.org/officeDocument/2006/relationships/image" Target="../media/image290.png"/><Relationship Id="rId59" Type="http://schemas.openxmlformats.org/officeDocument/2006/relationships/customXml" Target="../ink/ink280.xml"/><Relationship Id="rId67" Type="http://schemas.openxmlformats.org/officeDocument/2006/relationships/customXml" Target="../ink/ink284.xml"/><Relationship Id="rId20" Type="http://schemas.openxmlformats.org/officeDocument/2006/relationships/image" Target="../media/image277.png"/><Relationship Id="rId41" Type="http://schemas.openxmlformats.org/officeDocument/2006/relationships/customXml" Target="../ink/ink271.xml"/><Relationship Id="rId54" Type="http://schemas.openxmlformats.org/officeDocument/2006/relationships/image" Target="../media/image294.png"/><Relationship Id="rId62" Type="http://schemas.openxmlformats.org/officeDocument/2006/relationships/image" Target="../media/image298.png"/><Relationship Id="rId70" Type="http://schemas.openxmlformats.org/officeDocument/2006/relationships/image" Target="../media/image302.png"/><Relationship Id="rId75" Type="http://schemas.openxmlformats.org/officeDocument/2006/relationships/customXml" Target="../ink/ink28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0.png"/><Relationship Id="rId15" Type="http://schemas.openxmlformats.org/officeDocument/2006/relationships/customXml" Target="../ink/ink258.xml"/><Relationship Id="rId23" Type="http://schemas.openxmlformats.org/officeDocument/2006/relationships/customXml" Target="../ink/ink262.xml"/><Relationship Id="rId28" Type="http://schemas.openxmlformats.org/officeDocument/2006/relationships/image" Target="../media/image281.png"/><Relationship Id="rId36" Type="http://schemas.openxmlformats.org/officeDocument/2006/relationships/image" Target="../media/image285.png"/><Relationship Id="rId49" Type="http://schemas.openxmlformats.org/officeDocument/2006/relationships/customXml" Target="../ink/ink275.xml"/><Relationship Id="rId57" Type="http://schemas.openxmlformats.org/officeDocument/2006/relationships/customXml" Target="../ink/ink279.xml"/><Relationship Id="rId10" Type="http://schemas.openxmlformats.org/officeDocument/2006/relationships/image" Target="../media/image272.png"/><Relationship Id="rId31" Type="http://schemas.openxmlformats.org/officeDocument/2006/relationships/customXml" Target="../ink/ink266.xml"/><Relationship Id="rId44" Type="http://schemas.openxmlformats.org/officeDocument/2006/relationships/image" Target="../media/image289.png"/><Relationship Id="rId52" Type="http://schemas.openxmlformats.org/officeDocument/2006/relationships/image" Target="../media/image293.png"/><Relationship Id="rId60" Type="http://schemas.openxmlformats.org/officeDocument/2006/relationships/image" Target="../media/image297.png"/><Relationship Id="rId65" Type="http://schemas.openxmlformats.org/officeDocument/2006/relationships/customXml" Target="../ink/ink283.xml"/><Relationship Id="rId73" Type="http://schemas.openxmlformats.org/officeDocument/2006/relationships/customXml" Target="../ink/ink287.xml"/><Relationship Id="rId78" Type="http://schemas.openxmlformats.org/officeDocument/2006/relationships/image" Target="../media/image306.png"/><Relationship Id="rId81" Type="http://schemas.openxmlformats.org/officeDocument/2006/relationships/customXml" Target="../ink/ink291.xml"/><Relationship Id="rId4" Type="http://schemas.openxmlformats.org/officeDocument/2006/relationships/image" Target="../media/image224.png"/><Relationship Id="rId9" Type="http://schemas.openxmlformats.org/officeDocument/2006/relationships/customXml" Target="../ink/ink255.xml"/><Relationship Id="rId13" Type="http://schemas.openxmlformats.org/officeDocument/2006/relationships/customXml" Target="../ink/ink257.xml"/><Relationship Id="rId18" Type="http://schemas.openxmlformats.org/officeDocument/2006/relationships/image" Target="../media/image276.png"/><Relationship Id="rId39" Type="http://schemas.openxmlformats.org/officeDocument/2006/relationships/customXml" Target="../ink/ink270.xml"/><Relationship Id="rId34" Type="http://schemas.openxmlformats.org/officeDocument/2006/relationships/image" Target="../media/image284.png"/><Relationship Id="rId50" Type="http://schemas.openxmlformats.org/officeDocument/2006/relationships/image" Target="../media/image292.png"/><Relationship Id="rId55" Type="http://schemas.openxmlformats.org/officeDocument/2006/relationships/customXml" Target="../ink/ink278.xml"/><Relationship Id="rId76" Type="http://schemas.openxmlformats.org/officeDocument/2006/relationships/image" Target="../media/image305.png"/><Relationship Id="rId7" Type="http://schemas.openxmlformats.org/officeDocument/2006/relationships/customXml" Target="../ink/ink254.xml"/><Relationship Id="rId71" Type="http://schemas.openxmlformats.org/officeDocument/2006/relationships/customXml" Target="../ink/ink286.xml"/><Relationship Id="rId2" Type="http://schemas.openxmlformats.org/officeDocument/2006/relationships/image" Target="../media/image171.png"/><Relationship Id="rId29" Type="http://schemas.openxmlformats.org/officeDocument/2006/relationships/customXml" Target="../ink/ink265.xml"/><Relationship Id="rId24" Type="http://schemas.openxmlformats.org/officeDocument/2006/relationships/image" Target="../media/image279.png"/><Relationship Id="rId40" Type="http://schemas.openxmlformats.org/officeDocument/2006/relationships/image" Target="../media/image287.png"/><Relationship Id="rId45" Type="http://schemas.openxmlformats.org/officeDocument/2006/relationships/customXml" Target="../ink/ink273.xml"/><Relationship Id="rId66" Type="http://schemas.openxmlformats.org/officeDocument/2006/relationships/image" Target="../media/image300.png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49.xml"/><Relationship Id="rId21" Type="http://schemas.openxmlformats.org/officeDocument/2006/relationships/customXml" Target="../ink/ink301.xml"/><Relationship Id="rId42" Type="http://schemas.openxmlformats.org/officeDocument/2006/relationships/image" Target="../media/image328.png"/><Relationship Id="rId63" Type="http://schemas.openxmlformats.org/officeDocument/2006/relationships/customXml" Target="../ink/ink322.xml"/><Relationship Id="rId84" Type="http://schemas.openxmlformats.org/officeDocument/2006/relationships/image" Target="../media/image348.png"/><Relationship Id="rId138" Type="http://schemas.openxmlformats.org/officeDocument/2006/relationships/customXml" Target="../ink/ink360.xml"/><Relationship Id="rId159" Type="http://schemas.openxmlformats.org/officeDocument/2006/relationships/image" Target="../media/image385.png"/><Relationship Id="rId170" Type="http://schemas.openxmlformats.org/officeDocument/2006/relationships/customXml" Target="../ink/ink376.xml"/><Relationship Id="rId107" Type="http://schemas.openxmlformats.org/officeDocument/2006/relationships/customXml" Target="../ink/ink344.xml"/><Relationship Id="rId11" Type="http://schemas.openxmlformats.org/officeDocument/2006/relationships/customXml" Target="../ink/ink296.xml"/><Relationship Id="rId32" Type="http://schemas.openxmlformats.org/officeDocument/2006/relationships/image" Target="../media/image323.png"/><Relationship Id="rId53" Type="http://schemas.openxmlformats.org/officeDocument/2006/relationships/customXml" Target="../ink/ink317.xml"/><Relationship Id="rId74" Type="http://schemas.openxmlformats.org/officeDocument/2006/relationships/image" Target="../media/image343.png"/><Relationship Id="rId128" Type="http://schemas.openxmlformats.org/officeDocument/2006/relationships/customXml" Target="../ink/ink355.xml"/><Relationship Id="rId149" Type="http://schemas.openxmlformats.org/officeDocument/2006/relationships/image" Target="../media/image380.png"/><Relationship Id="rId5" Type="http://schemas.openxmlformats.org/officeDocument/2006/relationships/customXml" Target="../ink/ink293.xml"/><Relationship Id="rId95" Type="http://schemas.openxmlformats.org/officeDocument/2006/relationships/customXml" Target="../ink/ink338.xml"/><Relationship Id="rId160" Type="http://schemas.openxmlformats.org/officeDocument/2006/relationships/customXml" Target="../ink/ink371.xml"/><Relationship Id="rId181" Type="http://schemas.openxmlformats.org/officeDocument/2006/relationships/image" Target="../media/image396.png"/><Relationship Id="rId22" Type="http://schemas.openxmlformats.org/officeDocument/2006/relationships/image" Target="../media/image318.png"/><Relationship Id="rId43" Type="http://schemas.openxmlformats.org/officeDocument/2006/relationships/customXml" Target="../ink/ink312.xml"/><Relationship Id="rId64" Type="http://schemas.openxmlformats.org/officeDocument/2006/relationships/image" Target="../media/image338.png"/><Relationship Id="rId118" Type="http://schemas.openxmlformats.org/officeDocument/2006/relationships/image" Target="../media/image365.png"/><Relationship Id="rId139" Type="http://schemas.openxmlformats.org/officeDocument/2006/relationships/image" Target="../media/image375.png"/><Relationship Id="rId85" Type="http://schemas.openxmlformats.org/officeDocument/2006/relationships/customXml" Target="../ink/ink333.xml"/><Relationship Id="rId150" Type="http://schemas.openxmlformats.org/officeDocument/2006/relationships/customXml" Target="../ink/ink366.xml"/><Relationship Id="rId171" Type="http://schemas.openxmlformats.org/officeDocument/2006/relationships/image" Target="../media/image391.png"/><Relationship Id="rId12" Type="http://schemas.openxmlformats.org/officeDocument/2006/relationships/image" Target="../media/image313.png"/><Relationship Id="rId33" Type="http://schemas.openxmlformats.org/officeDocument/2006/relationships/customXml" Target="../ink/ink307.xml"/><Relationship Id="rId108" Type="http://schemas.openxmlformats.org/officeDocument/2006/relationships/image" Target="../media/image360.png"/><Relationship Id="rId129" Type="http://schemas.openxmlformats.org/officeDocument/2006/relationships/image" Target="../media/image370.png"/><Relationship Id="rId54" Type="http://schemas.openxmlformats.org/officeDocument/2006/relationships/image" Target="../media/image333.png"/><Relationship Id="rId75" Type="http://schemas.openxmlformats.org/officeDocument/2006/relationships/customXml" Target="../ink/ink328.xml"/><Relationship Id="rId96" Type="http://schemas.openxmlformats.org/officeDocument/2006/relationships/image" Target="../media/image354.png"/><Relationship Id="rId140" Type="http://schemas.openxmlformats.org/officeDocument/2006/relationships/customXml" Target="../ink/ink361.xml"/><Relationship Id="rId161" Type="http://schemas.openxmlformats.org/officeDocument/2006/relationships/image" Target="../media/image386.png"/><Relationship Id="rId182" Type="http://schemas.openxmlformats.org/officeDocument/2006/relationships/customXml" Target="../ink/ink382.xml"/><Relationship Id="rId6" Type="http://schemas.openxmlformats.org/officeDocument/2006/relationships/image" Target="../media/image310.png"/><Relationship Id="rId23" Type="http://schemas.openxmlformats.org/officeDocument/2006/relationships/customXml" Target="../ink/ink302.xml"/><Relationship Id="rId119" Type="http://schemas.openxmlformats.org/officeDocument/2006/relationships/customXml" Target="../ink/ink350.xml"/><Relationship Id="rId44" Type="http://schemas.openxmlformats.org/officeDocument/2006/relationships/image" Target="../media/image329.png"/><Relationship Id="rId60" Type="http://schemas.openxmlformats.org/officeDocument/2006/relationships/image" Target="../media/image336.png"/><Relationship Id="rId65" Type="http://schemas.openxmlformats.org/officeDocument/2006/relationships/customXml" Target="../ink/ink323.xml"/><Relationship Id="rId81" Type="http://schemas.openxmlformats.org/officeDocument/2006/relationships/customXml" Target="../ink/ink331.xml"/><Relationship Id="rId86" Type="http://schemas.openxmlformats.org/officeDocument/2006/relationships/image" Target="../media/image349.png"/><Relationship Id="rId130" Type="http://schemas.openxmlformats.org/officeDocument/2006/relationships/customXml" Target="../ink/ink356.xml"/><Relationship Id="rId135" Type="http://schemas.openxmlformats.org/officeDocument/2006/relationships/image" Target="../media/image373.png"/><Relationship Id="rId151" Type="http://schemas.openxmlformats.org/officeDocument/2006/relationships/image" Target="../media/image381.png"/><Relationship Id="rId156" Type="http://schemas.openxmlformats.org/officeDocument/2006/relationships/customXml" Target="../ink/ink369.xml"/><Relationship Id="rId177" Type="http://schemas.openxmlformats.org/officeDocument/2006/relationships/image" Target="../media/image394.png"/><Relationship Id="rId172" Type="http://schemas.openxmlformats.org/officeDocument/2006/relationships/customXml" Target="../ink/ink377.xml"/><Relationship Id="rId13" Type="http://schemas.openxmlformats.org/officeDocument/2006/relationships/customXml" Target="../ink/ink297.xml"/><Relationship Id="rId18" Type="http://schemas.openxmlformats.org/officeDocument/2006/relationships/image" Target="../media/image316.png"/><Relationship Id="rId39" Type="http://schemas.openxmlformats.org/officeDocument/2006/relationships/customXml" Target="../ink/ink310.xml"/><Relationship Id="rId109" Type="http://schemas.openxmlformats.org/officeDocument/2006/relationships/customXml" Target="../ink/ink345.xml"/><Relationship Id="rId34" Type="http://schemas.openxmlformats.org/officeDocument/2006/relationships/image" Target="../media/image324.png"/><Relationship Id="rId50" Type="http://schemas.openxmlformats.org/officeDocument/2006/relationships/image" Target="../media/image61.png"/><Relationship Id="rId55" Type="http://schemas.openxmlformats.org/officeDocument/2006/relationships/customXml" Target="../ink/ink318.xml"/><Relationship Id="rId76" Type="http://schemas.openxmlformats.org/officeDocument/2006/relationships/image" Target="../media/image344.png"/><Relationship Id="rId97" Type="http://schemas.openxmlformats.org/officeDocument/2006/relationships/customXml" Target="../ink/ink339.xml"/><Relationship Id="rId104" Type="http://schemas.openxmlformats.org/officeDocument/2006/relationships/image" Target="../media/image358.png"/><Relationship Id="rId120" Type="http://schemas.openxmlformats.org/officeDocument/2006/relationships/image" Target="../media/image366.png"/><Relationship Id="rId125" Type="http://schemas.openxmlformats.org/officeDocument/2006/relationships/image" Target="../media/image368.png"/><Relationship Id="rId141" Type="http://schemas.openxmlformats.org/officeDocument/2006/relationships/image" Target="../media/image376.png"/><Relationship Id="rId146" Type="http://schemas.openxmlformats.org/officeDocument/2006/relationships/customXml" Target="../ink/ink364.xml"/><Relationship Id="rId167" Type="http://schemas.openxmlformats.org/officeDocument/2006/relationships/image" Target="../media/image389.png"/><Relationship Id="rId7" Type="http://schemas.openxmlformats.org/officeDocument/2006/relationships/customXml" Target="../ink/ink294.xml"/><Relationship Id="rId71" Type="http://schemas.openxmlformats.org/officeDocument/2006/relationships/customXml" Target="../ink/ink326.xml"/><Relationship Id="rId92" Type="http://schemas.openxmlformats.org/officeDocument/2006/relationships/image" Target="../media/image352.png"/><Relationship Id="rId162" Type="http://schemas.openxmlformats.org/officeDocument/2006/relationships/customXml" Target="../ink/ink372.xml"/><Relationship Id="rId183" Type="http://schemas.openxmlformats.org/officeDocument/2006/relationships/image" Target="../media/image397.png"/><Relationship Id="rId2" Type="http://schemas.openxmlformats.org/officeDocument/2006/relationships/image" Target="../media/image224.png"/><Relationship Id="rId29" Type="http://schemas.openxmlformats.org/officeDocument/2006/relationships/customXml" Target="../ink/ink305.xml"/><Relationship Id="rId24" Type="http://schemas.openxmlformats.org/officeDocument/2006/relationships/image" Target="../media/image319.png"/><Relationship Id="rId40" Type="http://schemas.openxmlformats.org/officeDocument/2006/relationships/image" Target="../media/image327.png"/><Relationship Id="rId45" Type="http://schemas.openxmlformats.org/officeDocument/2006/relationships/customXml" Target="../ink/ink313.xml"/><Relationship Id="rId66" Type="http://schemas.openxmlformats.org/officeDocument/2006/relationships/image" Target="../media/image339.png"/><Relationship Id="rId87" Type="http://schemas.openxmlformats.org/officeDocument/2006/relationships/customXml" Target="../ink/ink334.xml"/><Relationship Id="rId110" Type="http://schemas.openxmlformats.org/officeDocument/2006/relationships/image" Target="../media/image361.png"/><Relationship Id="rId115" Type="http://schemas.openxmlformats.org/officeDocument/2006/relationships/customXml" Target="../ink/ink348.xml"/><Relationship Id="rId131" Type="http://schemas.openxmlformats.org/officeDocument/2006/relationships/image" Target="../media/image371.png"/><Relationship Id="rId136" Type="http://schemas.openxmlformats.org/officeDocument/2006/relationships/customXml" Target="../ink/ink359.xml"/><Relationship Id="rId157" Type="http://schemas.openxmlformats.org/officeDocument/2006/relationships/image" Target="../media/image384.png"/><Relationship Id="rId178" Type="http://schemas.openxmlformats.org/officeDocument/2006/relationships/customXml" Target="../ink/ink380.xml"/><Relationship Id="rId61" Type="http://schemas.openxmlformats.org/officeDocument/2006/relationships/customXml" Target="../ink/ink321.xml"/><Relationship Id="rId82" Type="http://schemas.openxmlformats.org/officeDocument/2006/relationships/image" Target="../media/image347.png"/><Relationship Id="rId152" Type="http://schemas.openxmlformats.org/officeDocument/2006/relationships/customXml" Target="../ink/ink367.xml"/><Relationship Id="rId173" Type="http://schemas.openxmlformats.org/officeDocument/2006/relationships/image" Target="../media/image392.png"/><Relationship Id="rId19" Type="http://schemas.openxmlformats.org/officeDocument/2006/relationships/customXml" Target="../ink/ink300.xml"/><Relationship Id="rId14" Type="http://schemas.openxmlformats.org/officeDocument/2006/relationships/image" Target="../media/image314.png"/><Relationship Id="rId30" Type="http://schemas.openxmlformats.org/officeDocument/2006/relationships/image" Target="../media/image322.png"/><Relationship Id="rId35" Type="http://schemas.openxmlformats.org/officeDocument/2006/relationships/customXml" Target="../ink/ink308.xml"/><Relationship Id="rId56" Type="http://schemas.openxmlformats.org/officeDocument/2006/relationships/image" Target="../media/image334.png"/><Relationship Id="rId77" Type="http://schemas.openxmlformats.org/officeDocument/2006/relationships/customXml" Target="../ink/ink329.xml"/><Relationship Id="rId100" Type="http://schemas.openxmlformats.org/officeDocument/2006/relationships/image" Target="../media/image356.png"/><Relationship Id="rId105" Type="http://schemas.openxmlformats.org/officeDocument/2006/relationships/customXml" Target="../ink/ink343.xml"/><Relationship Id="rId126" Type="http://schemas.openxmlformats.org/officeDocument/2006/relationships/customXml" Target="../ink/ink354.xml"/><Relationship Id="rId147" Type="http://schemas.openxmlformats.org/officeDocument/2006/relationships/image" Target="../media/image379.png"/><Relationship Id="rId168" Type="http://schemas.openxmlformats.org/officeDocument/2006/relationships/customXml" Target="../ink/ink375.xml"/><Relationship Id="rId8" Type="http://schemas.openxmlformats.org/officeDocument/2006/relationships/image" Target="../media/image311.png"/><Relationship Id="rId51" Type="http://schemas.openxmlformats.org/officeDocument/2006/relationships/customXml" Target="../ink/ink316.xml"/><Relationship Id="rId72" Type="http://schemas.openxmlformats.org/officeDocument/2006/relationships/image" Target="../media/image342.png"/><Relationship Id="rId93" Type="http://schemas.openxmlformats.org/officeDocument/2006/relationships/customXml" Target="../ink/ink337.xml"/><Relationship Id="rId98" Type="http://schemas.openxmlformats.org/officeDocument/2006/relationships/image" Target="../media/image355.png"/><Relationship Id="rId121" Type="http://schemas.openxmlformats.org/officeDocument/2006/relationships/customXml" Target="../ink/ink351.xml"/><Relationship Id="rId142" Type="http://schemas.openxmlformats.org/officeDocument/2006/relationships/customXml" Target="../ink/ink362.xml"/><Relationship Id="rId163" Type="http://schemas.openxmlformats.org/officeDocument/2006/relationships/image" Target="../media/image387.png"/><Relationship Id="rId3" Type="http://schemas.openxmlformats.org/officeDocument/2006/relationships/customXml" Target="../ink/ink292.xml"/><Relationship Id="rId25" Type="http://schemas.openxmlformats.org/officeDocument/2006/relationships/customXml" Target="../ink/ink303.xml"/><Relationship Id="rId46" Type="http://schemas.openxmlformats.org/officeDocument/2006/relationships/image" Target="../media/image330.png"/><Relationship Id="rId67" Type="http://schemas.openxmlformats.org/officeDocument/2006/relationships/customXml" Target="../ink/ink324.xml"/><Relationship Id="rId116" Type="http://schemas.openxmlformats.org/officeDocument/2006/relationships/image" Target="../media/image364.png"/><Relationship Id="rId137" Type="http://schemas.openxmlformats.org/officeDocument/2006/relationships/image" Target="../media/image374.png"/><Relationship Id="rId158" Type="http://schemas.openxmlformats.org/officeDocument/2006/relationships/customXml" Target="../ink/ink370.xml"/><Relationship Id="rId20" Type="http://schemas.openxmlformats.org/officeDocument/2006/relationships/image" Target="../media/image317.png"/><Relationship Id="rId41" Type="http://schemas.openxmlformats.org/officeDocument/2006/relationships/customXml" Target="../ink/ink311.xml"/><Relationship Id="rId62" Type="http://schemas.openxmlformats.org/officeDocument/2006/relationships/image" Target="../media/image337.png"/><Relationship Id="rId83" Type="http://schemas.openxmlformats.org/officeDocument/2006/relationships/customXml" Target="../ink/ink332.xml"/><Relationship Id="rId88" Type="http://schemas.openxmlformats.org/officeDocument/2006/relationships/image" Target="../media/image350.png"/><Relationship Id="rId111" Type="http://schemas.openxmlformats.org/officeDocument/2006/relationships/customXml" Target="../ink/ink346.xml"/><Relationship Id="rId132" Type="http://schemas.openxmlformats.org/officeDocument/2006/relationships/customXml" Target="../ink/ink357.xml"/><Relationship Id="rId153" Type="http://schemas.openxmlformats.org/officeDocument/2006/relationships/image" Target="../media/image382.png"/><Relationship Id="rId174" Type="http://schemas.openxmlformats.org/officeDocument/2006/relationships/customXml" Target="../ink/ink378.xml"/><Relationship Id="rId179" Type="http://schemas.openxmlformats.org/officeDocument/2006/relationships/image" Target="../media/image395.png"/><Relationship Id="rId15" Type="http://schemas.openxmlformats.org/officeDocument/2006/relationships/customXml" Target="../ink/ink298.xml"/><Relationship Id="rId36" Type="http://schemas.openxmlformats.org/officeDocument/2006/relationships/image" Target="../media/image325.png"/><Relationship Id="rId57" Type="http://schemas.openxmlformats.org/officeDocument/2006/relationships/customXml" Target="../ink/ink319.xml"/><Relationship Id="rId106" Type="http://schemas.openxmlformats.org/officeDocument/2006/relationships/image" Target="../media/image359.png"/><Relationship Id="rId127" Type="http://schemas.openxmlformats.org/officeDocument/2006/relationships/image" Target="../media/image369.png"/><Relationship Id="rId10" Type="http://schemas.openxmlformats.org/officeDocument/2006/relationships/image" Target="../media/image312.png"/><Relationship Id="rId31" Type="http://schemas.openxmlformats.org/officeDocument/2006/relationships/customXml" Target="../ink/ink306.xml"/><Relationship Id="rId52" Type="http://schemas.openxmlformats.org/officeDocument/2006/relationships/image" Target="../media/image332.png"/><Relationship Id="rId73" Type="http://schemas.openxmlformats.org/officeDocument/2006/relationships/customXml" Target="../ink/ink327.xml"/><Relationship Id="rId78" Type="http://schemas.openxmlformats.org/officeDocument/2006/relationships/image" Target="../media/image345.png"/><Relationship Id="rId94" Type="http://schemas.openxmlformats.org/officeDocument/2006/relationships/image" Target="../media/image353.png"/><Relationship Id="rId99" Type="http://schemas.openxmlformats.org/officeDocument/2006/relationships/customXml" Target="../ink/ink340.xml"/><Relationship Id="rId101" Type="http://schemas.openxmlformats.org/officeDocument/2006/relationships/customXml" Target="../ink/ink341.xml"/><Relationship Id="rId122" Type="http://schemas.openxmlformats.org/officeDocument/2006/relationships/customXml" Target="../ink/ink352.xml"/><Relationship Id="rId143" Type="http://schemas.openxmlformats.org/officeDocument/2006/relationships/image" Target="../media/image377.png"/><Relationship Id="rId148" Type="http://schemas.openxmlformats.org/officeDocument/2006/relationships/customXml" Target="../ink/ink365.xml"/><Relationship Id="rId164" Type="http://schemas.openxmlformats.org/officeDocument/2006/relationships/customXml" Target="../ink/ink373.xml"/><Relationship Id="rId169" Type="http://schemas.openxmlformats.org/officeDocument/2006/relationships/image" Target="../media/image390.png"/><Relationship Id="rId4" Type="http://schemas.openxmlformats.org/officeDocument/2006/relationships/image" Target="../media/image309.png"/><Relationship Id="rId9" Type="http://schemas.openxmlformats.org/officeDocument/2006/relationships/customXml" Target="../ink/ink295.xml"/><Relationship Id="rId180" Type="http://schemas.openxmlformats.org/officeDocument/2006/relationships/customXml" Target="../ink/ink381.xml"/><Relationship Id="rId26" Type="http://schemas.openxmlformats.org/officeDocument/2006/relationships/image" Target="../media/image320.png"/><Relationship Id="rId47" Type="http://schemas.openxmlformats.org/officeDocument/2006/relationships/customXml" Target="../ink/ink314.xml"/><Relationship Id="rId68" Type="http://schemas.openxmlformats.org/officeDocument/2006/relationships/image" Target="../media/image340.png"/><Relationship Id="rId89" Type="http://schemas.openxmlformats.org/officeDocument/2006/relationships/customXml" Target="../ink/ink335.xml"/><Relationship Id="rId112" Type="http://schemas.openxmlformats.org/officeDocument/2006/relationships/image" Target="../media/image362.png"/><Relationship Id="rId133" Type="http://schemas.openxmlformats.org/officeDocument/2006/relationships/image" Target="../media/image372.png"/><Relationship Id="rId154" Type="http://schemas.openxmlformats.org/officeDocument/2006/relationships/customXml" Target="../ink/ink368.xml"/><Relationship Id="rId175" Type="http://schemas.openxmlformats.org/officeDocument/2006/relationships/image" Target="../media/image393.png"/><Relationship Id="rId16" Type="http://schemas.openxmlformats.org/officeDocument/2006/relationships/image" Target="../media/image315.png"/><Relationship Id="rId37" Type="http://schemas.openxmlformats.org/officeDocument/2006/relationships/customXml" Target="../ink/ink309.xml"/><Relationship Id="rId58" Type="http://schemas.openxmlformats.org/officeDocument/2006/relationships/image" Target="../media/image335.png"/><Relationship Id="rId79" Type="http://schemas.openxmlformats.org/officeDocument/2006/relationships/customXml" Target="../ink/ink330.xml"/><Relationship Id="rId102" Type="http://schemas.openxmlformats.org/officeDocument/2006/relationships/image" Target="../media/image357.png"/><Relationship Id="rId123" Type="http://schemas.openxmlformats.org/officeDocument/2006/relationships/image" Target="../media/image367.png"/><Relationship Id="rId144" Type="http://schemas.openxmlformats.org/officeDocument/2006/relationships/customXml" Target="../ink/ink363.xml"/><Relationship Id="rId90" Type="http://schemas.openxmlformats.org/officeDocument/2006/relationships/image" Target="../media/image351.png"/><Relationship Id="rId165" Type="http://schemas.openxmlformats.org/officeDocument/2006/relationships/image" Target="../media/image388.png"/><Relationship Id="rId27" Type="http://schemas.openxmlformats.org/officeDocument/2006/relationships/customXml" Target="../ink/ink304.xml"/><Relationship Id="rId48" Type="http://schemas.openxmlformats.org/officeDocument/2006/relationships/image" Target="../media/image331.png"/><Relationship Id="rId69" Type="http://schemas.openxmlformats.org/officeDocument/2006/relationships/customXml" Target="../ink/ink325.xml"/><Relationship Id="rId113" Type="http://schemas.openxmlformats.org/officeDocument/2006/relationships/customXml" Target="../ink/ink347.xml"/><Relationship Id="rId134" Type="http://schemas.openxmlformats.org/officeDocument/2006/relationships/customXml" Target="../ink/ink358.xml"/><Relationship Id="rId80" Type="http://schemas.openxmlformats.org/officeDocument/2006/relationships/image" Target="../media/image346.png"/><Relationship Id="rId155" Type="http://schemas.openxmlformats.org/officeDocument/2006/relationships/image" Target="../media/image383.png"/><Relationship Id="rId176" Type="http://schemas.openxmlformats.org/officeDocument/2006/relationships/customXml" Target="../ink/ink379.xml"/><Relationship Id="rId17" Type="http://schemas.openxmlformats.org/officeDocument/2006/relationships/customXml" Target="../ink/ink299.xml"/><Relationship Id="rId38" Type="http://schemas.openxmlformats.org/officeDocument/2006/relationships/image" Target="../media/image326.png"/><Relationship Id="rId59" Type="http://schemas.openxmlformats.org/officeDocument/2006/relationships/customXml" Target="../ink/ink320.xml"/><Relationship Id="rId103" Type="http://schemas.openxmlformats.org/officeDocument/2006/relationships/customXml" Target="../ink/ink342.xml"/><Relationship Id="rId124" Type="http://schemas.openxmlformats.org/officeDocument/2006/relationships/customXml" Target="../ink/ink353.xml"/><Relationship Id="rId70" Type="http://schemas.openxmlformats.org/officeDocument/2006/relationships/image" Target="../media/image341.png"/><Relationship Id="rId91" Type="http://schemas.openxmlformats.org/officeDocument/2006/relationships/customXml" Target="../ink/ink336.xml"/><Relationship Id="rId145" Type="http://schemas.openxmlformats.org/officeDocument/2006/relationships/image" Target="../media/image378.png"/><Relationship Id="rId166" Type="http://schemas.openxmlformats.org/officeDocument/2006/relationships/customXml" Target="../ink/ink374.xml"/><Relationship Id="rId1" Type="http://schemas.openxmlformats.org/officeDocument/2006/relationships/slideLayout" Target="../slideLayouts/slideLayout7.xml"/><Relationship Id="rId28" Type="http://schemas.openxmlformats.org/officeDocument/2006/relationships/image" Target="../media/image321.png"/><Relationship Id="rId49" Type="http://schemas.openxmlformats.org/officeDocument/2006/relationships/customXml" Target="../ink/ink315.xml"/><Relationship Id="rId114" Type="http://schemas.openxmlformats.org/officeDocument/2006/relationships/image" Target="../media/image36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1.png"/><Relationship Id="rId13" Type="http://schemas.openxmlformats.org/officeDocument/2006/relationships/customXml" Target="../ink/ink388.xml"/><Relationship Id="rId18" Type="http://schemas.openxmlformats.org/officeDocument/2006/relationships/image" Target="../media/image406.png"/><Relationship Id="rId3" Type="http://schemas.openxmlformats.org/officeDocument/2006/relationships/customXml" Target="../ink/ink383.xml"/><Relationship Id="rId21" Type="http://schemas.openxmlformats.org/officeDocument/2006/relationships/customXml" Target="../ink/ink392.xml"/><Relationship Id="rId7" Type="http://schemas.openxmlformats.org/officeDocument/2006/relationships/customXml" Target="../ink/ink385.xml"/><Relationship Id="rId12" Type="http://schemas.openxmlformats.org/officeDocument/2006/relationships/image" Target="../media/image403.png"/><Relationship Id="rId17" Type="http://schemas.openxmlformats.org/officeDocument/2006/relationships/customXml" Target="../ink/ink390.xml"/><Relationship Id="rId2" Type="http://schemas.openxmlformats.org/officeDocument/2006/relationships/image" Target="../media/image234.png"/><Relationship Id="rId16" Type="http://schemas.openxmlformats.org/officeDocument/2006/relationships/image" Target="../media/image405.png"/><Relationship Id="rId20" Type="http://schemas.openxmlformats.org/officeDocument/2006/relationships/image" Target="../media/image40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0.png"/><Relationship Id="rId11" Type="http://schemas.openxmlformats.org/officeDocument/2006/relationships/customXml" Target="../ink/ink387.xml"/><Relationship Id="rId24" Type="http://schemas.openxmlformats.org/officeDocument/2006/relationships/image" Target="../media/image409.png"/><Relationship Id="rId5" Type="http://schemas.openxmlformats.org/officeDocument/2006/relationships/customXml" Target="../ink/ink384.xml"/><Relationship Id="rId15" Type="http://schemas.openxmlformats.org/officeDocument/2006/relationships/customXml" Target="../ink/ink389.xml"/><Relationship Id="rId23" Type="http://schemas.openxmlformats.org/officeDocument/2006/relationships/customXml" Target="../ink/ink393.xml"/><Relationship Id="rId10" Type="http://schemas.openxmlformats.org/officeDocument/2006/relationships/image" Target="../media/image402.png"/><Relationship Id="rId19" Type="http://schemas.openxmlformats.org/officeDocument/2006/relationships/customXml" Target="../ink/ink391.xml"/><Relationship Id="rId4" Type="http://schemas.openxmlformats.org/officeDocument/2006/relationships/image" Target="../media/image399.png"/><Relationship Id="rId9" Type="http://schemas.openxmlformats.org/officeDocument/2006/relationships/customXml" Target="../ink/ink386.xml"/><Relationship Id="rId14" Type="http://schemas.openxmlformats.org/officeDocument/2006/relationships/image" Target="../media/image404.png"/><Relationship Id="rId22" Type="http://schemas.openxmlformats.org/officeDocument/2006/relationships/image" Target="../media/image408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99.xml"/><Relationship Id="rId18" Type="http://schemas.openxmlformats.org/officeDocument/2006/relationships/image" Target="../media/image418.png"/><Relationship Id="rId26" Type="http://schemas.openxmlformats.org/officeDocument/2006/relationships/image" Target="../media/image422.png"/><Relationship Id="rId39" Type="http://schemas.openxmlformats.org/officeDocument/2006/relationships/customXml" Target="../ink/ink412.xml"/><Relationship Id="rId21" Type="http://schemas.openxmlformats.org/officeDocument/2006/relationships/customXml" Target="../ink/ink403.xml"/><Relationship Id="rId34" Type="http://schemas.openxmlformats.org/officeDocument/2006/relationships/image" Target="../media/image426.png"/><Relationship Id="rId7" Type="http://schemas.openxmlformats.org/officeDocument/2006/relationships/customXml" Target="../ink/ink396.xml"/><Relationship Id="rId12" Type="http://schemas.openxmlformats.org/officeDocument/2006/relationships/image" Target="../media/image415.png"/><Relationship Id="rId17" Type="http://schemas.openxmlformats.org/officeDocument/2006/relationships/customXml" Target="../ink/ink401.xml"/><Relationship Id="rId25" Type="http://schemas.openxmlformats.org/officeDocument/2006/relationships/customXml" Target="../ink/ink405.xml"/><Relationship Id="rId33" Type="http://schemas.openxmlformats.org/officeDocument/2006/relationships/customXml" Target="../ink/ink409.xml"/><Relationship Id="rId38" Type="http://schemas.openxmlformats.org/officeDocument/2006/relationships/image" Target="../media/image428.png"/><Relationship Id="rId2" Type="http://schemas.openxmlformats.org/officeDocument/2006/relationships/image" Target="../media/image263.png"/><Relationship Id="rId16" Type="http://schemas.openxmlformats.org/officeDocument/2006/relationships/image" Target="../media/image417.png"/><Relationship Id="rId20" Type="http://schemas.openxmlformats.org/officeDocument/2006/relationships/image" Target="../media/image419.png"/><Relationship Id="rId29" Type="http://schemas.openxmlformats.org/officeDocument/2006/relationships/customXml" Target="../ink/ink40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2.png"/><Relationship Id="rId11" Type="http://schemas.openxmlformats.org/officeDocument/2006/relationships/customXml" Target="../ink/ink398.xml"/><Relationship Id="rId24" Type="http://schemas.openxmlformats.org/officeDocument/2006/relationships/image" Target="../media/image421.png"/><Relationship Id="rId32" Type="http://schemas.openxmlformats.org/officeDocument/2006/relationships/image" Target="../media/image425.png"/><Relationship Id="rId37" Type="http://schemas.openxmlformats.org/officeDocument/2006/relationships/customXml" Target="../ink/ink411.xml"/><Relationship Id="rId40" Type="http://schemas.openxmlformats.org/officeDocument/2006/relationships/image" Target="../media/image429.png"/><Relationship Id="rId5" Type="http://schemas.openxmlformats.org/officeDocument/2006/relationships/customXml" Target="../ink/ink395.xml"/><Relationship Id="rId15" Type="http://schemas.openxmlformats.org/officeDocument/2006/relationships/customXml" Target="../ink/ink400.xml"/><Relationship Id="rId23" Type="http://schemas.openxmlformats.org/officeDocument/2006/relationships/customXml" Target="../ink/ink404.xml"/><Relationship Id="rId28" Type="http://schemas.openxmlformats.org/officeDocument/2006/relationships/image" Target="../media/image423.png"/><Relationship Id="rId36" Type="http://schemas.openxmlformats.org/officeDocument/2006/relationships/image" Target="../media/image427.png"/><Relationship Id="rId10" Type="http://schemas.openxmlformats.org/officeDocument/2006/relationships/image" Target="../media/image414.png"/><Relationship Id="rId19" Type="http://schemas.openxmlformats.org/officeDocument/2006/relationships/customXml" Target="../ink/ink402.xml"/><Relationship Id="rId31" Type="http://schemas.openxmlformats.org/officeDocument/2006/relationships/customXml" Target="../ink/ink408.xml"/><Relationship Id="rId4" Type="http://schemas.openxmlformats.org/officeDocument/2006/relationships/image" Target="../media/image411.png"/><Relationship Id="rId9" Type="http://schemas.openxmlformats.org/officeDocument/2006/relationships/customXml" Target="../ink/ink397.xml"/><Relationship Id="rId14" Type="http://schemas.openxmlformats.org/officeDocument/2006/relationships/image" Target="../media/image416.png"/><Relationship Id="rId22" Type="http://schemas.openxmlformats.org/officeDocument/2006/relationships/image" Target="../media/image420.png"/><Relationship Id="rId27" Type="http://schemas.openxmlformats.org/officeDocument/2006/relationships/customXml" Target="../ink/ink406.xml"/><Relationship Id="rId30" Type="http://schemas.openxmlformats.org/officeDocument/2006/relationships/image" Target="../media/image424.png"/><Relationship Id="rId35" Type="http://schemas.openxmlformats.org/officeDocument/2006/relationships/customXml" Target="../ink/ink410.xml"/><Relationship Id="rId8" Type="http://schemas.openxmlformats.org/officeDocument/2006/relationships/image" Target="../media/image413.png"/><Relationship Id="rId3" Type="http://schemas.openxmlformats.org/officeDocument/2006/relationships/customXml" Target="../ink/ink39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415.xml"/><Relationship Id="rId13" Type="http://schemas.openxmlformats.org/officeDocument/2006/relationships/image" Target="../media/image433.png"/><Relationship Id="rId18" Type="http://schemas.openxmlformats.org/officeDocument/2006/relationships/customXml" Target="../ink/ink420.xml"/><Relationship Id="rId26" Type="http://schemas.openxmlformats.org/officeDocument/2006/relationships/customXml" Target="../ink/ink424.xml"/><Relationship Id="rId3" Type="http://schemas.openxmlformats.org/officeDocument/2006/relationships/image" Target="../media/image171.png"/><Relationship Id="rId21" Type="http://schemas.openxmlformats.org/officeDocument/2006/relationships/image" Target="../media/image436.png"/><Relationship Id="rId7" Type="http://schemas.openxmlformats.org/officeDocument/2006/relationships/image" Target="../media/image430.png"/><Relationship Id="rId12" Type="http://schemas.openxmlformats.org/officeDocument/2006/relationships/customXml" Target="../ink/ink417.xml"/><Relationship Id="rId17" Type="http://schemas.openxmlformats.org/officeDocument/2006/relationships/image" Target="../media/image434.png"/><Relationship Id="rId25" Type="http://schemas.openxmlformats.org/officeDocument/2006/relationships/image" Target="../media/image438.png"/><Relationship Id="rId2" Type="http://schemas.openxmlformats.org/officeDocument/2006/relationships/image" Target="../media/image263.png"/><Relationship Id="rId16" Type="http://schemas.openxmlformats.org/officeDocument/2006/relationships/customXml" Target="../ink/ink419.xml"/><Relationship Id="rId20" Type="http://schemas.openxmlformats.org/officeDocument/2006/relationships/customXml" Target="../ink/ink421.xml"/><Relationship Id="rId29" Type="http://schemas.openxmlformats.org/officeDocument/2006/relationships/image" Target="../media/image44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14.xml"/><Relationship Id="rId11" Type="http://schemas.openxmlformats.org/officeDocument/2006/relationships/image" Target="../media/image432.png"/><Relationship Id="rId24" Type="http://schemas.openxmlformats.org/officeDocument/2006/relationships/customXml" Target="../ink/ink423.xml"/><Relationship Id="rId5" Type="http://schemas.openxmlformats.org/officeDocument/2006/relationships/image" Target="../media/image340.png"/><Relationship Id="rId15" Type="http://schemas.openxmlformats.org/officeDocument/2006/relationships/image" Target="../media/image61.png"/><Relationship Id="rId23" Type="http://schemas.openxmlformats.org/officeDocument/2006/relationships/image" Target="../media/image437.png"/><Relationship Id="rId28" Type="http://schemas.openxmlformats.org/officeDocument/2006/relationships/customXml" Target="../ink/ink425.xml"/><Relationship Id="rId10" Type="http://schemas.openxmlformats.org/officeDocument/2006/relationships/customXml" Target="../ink/ink416.xml"/><Relationship Id="rId19" Type="http://schemas.openxmlformats.org/officeDocument/2006/relationships/image" Target="../media/image435.png"/><Relationship Id="rId31" Type="http://schemas.openxmlformats.org/officeDocument/2006/relationships/image" Target="../media/image441.png"/><Relationship Id="rId4" Type="http://schemas.openxmlformats.org/officeDocument/2006/relationships/customXml" Target="../ink/ink413.xml"/><Relationship Id="rId9" Type="http://schemas.openxmlformats.org/officeDocument/2006/relationships/image" Target="../media/image431.png"/><Relationship Id="rId14" Type="http://schemas.openxmlformats.org/officeDocument/2006/relationships/customXml" Target="../ink/ink418.xml"/><Relationship Id="rId22" Type="http://schemas.openxmlformats.org/officeDocument/2006/relationships/customXml" Target="../ink/ink422.xml"/><Relationship Id="rId27" Type="http://schemas.openxmlformats.org/officeDocument/2006/relationships/image" Target="../media/image439.png"/><Relationship Id="rId30" Type="http://schemas.openxmlformats.org/officeDocument/2006/relationships/customXml" Target="../ink/ink426.xml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47.png"/><Relationship Id="rId18" Type="http://schemas.openxmlformats.org/officeDocument/2006/relationships/customXml" Target="../ink/ink434.xml"/><Relationship Id="rId26" Type="http://schemas.openxmlformats.org/officeDocument/2006/relationships/customXml" Target="../ink/ink438.xml"/><Relationship Id="rId39" Type="http://schemas.openxmlformats.org/officeDocument/2006/relationships/image" Target="../media/image460.png"/><Relationship Id="rId21" Type="http://schemas.openxmlformats.org/officeDocument/2006/relationships/image" Target="../media/image451.png"/><Relationship Id="rId34" Type="http://schemas.openxmlformats.org/officeDocument/2006/relationships/customXml" Target="../ink/ink442.xml"/><Relationship Id="rId42" Type="http://schemas.openxmlformats.org/officeDocument/2006/relationships/customXml" Target="../ink/ink446.xml"/><Relationship Id="rId47" Type="http://schemas.openxmlformats.org/officeDocument/2006/relationships/image" Target="../media/image464.png"/><Relationship Id="rId7" Type="http://schemas.openxmlformats.org/officeDocument/2006/relationships/image" Target="../media/image444.png"/><Relationship Id="rId2" Type="http://schemas.openxmlformats.org/officeDocument/2006/relationships/image" Target="../media/image266.png"/><Relationship Id="rId16" Type="http://schemas.openxmlformats.org/officeDocument/2006/relationships/customXml" Target="../ink/ink433.xml"/><Relationship Id="rId29" Type="http://schemas.openxmlformats.org/officeDocument/2006/relationships/image" Target="../media/image455.png"/><Relationship Id="rId11" Type="http://schemas.openxmlformats.org/officeDocument/2006/relationships/image" Target="../media/image446.png"/><Relationship Id="rId24" Type="http://schemas.openxmlformats.org/officeDocument/2006/relationships/customXml" Target="../ink/ink437.xml"/><Relationship Id="rId32" Type="http://schemas.openxmlformats.org/officeDocument/2006/relationships/customXml" Target="../ink/ink441.xml"/><Relationship Id="rId37" Type="http://schemas.openxmlformats.org/officeDocument/2006/relationships/image" Target="../media/image459.png"/><Relationship Id="rId40" Type="http://schemas.openxmlformats.org/officeDocument/2006/relationships/customXml" Target="../ink/ink445.xml"/><Relationship Id="rId45" Type="http://schemas.openxmlformats.org/officeDocument/2006/relationships/image" Target="../media/image463.png"/><Relationship Id="rId5" Type="http://schemas.openxmlformats.org/officeDocument/2006/relationships/image" Target="../media/image443.png"/><Relationship Id="rId15" Type="http://schemas.openxmlformats.org/officeDocument/2006/relationships/image" Target="../media/image448.png"/><Relationship Id="rId23" Type="http://schemas.openxmlformats.org/officeDocument/2006/relationships/image" Target="../media/image452.png"/><Relationship Id="rId28" Type="http://schemas.openxmlformats.org/officeDocument/2006/relationships/customXml" Target="../ink/ink439.xml"/><Relationship Id="rId36" Type="http://schemas.openxmlformats.org/officeDocument/2006/relationships/customXml" Target="../ink/ink443.xml"/><Relationship Id="rId49" Type="http://schemas.openxmlformats.org/officeDocument/2006/relationships/image" Target="../media/image465.png"/><Relationship Id="rId10" Type="http://schemas.openxmlformats.org/officeDocument/2006/relationships/customXml" Target="../ink/ink430.xml"/><Relationship Id="rId19" Type="http://schemas.openxmlformats.org/officeDocument/2006/relationships/image" Target="../media/image450.png"/><Relationship Id="rId31" Type="http://schemas.openxmlformats.org/officeDocument/2006/relationships/image" Target="../media/image456.png"/><Relationship Id="rId44" Type="http://schemas.openxmlformats.org/officeDocument/2006/relationships/customXml" Target="../ink/ink447.xml"/><Relationship Id="rId4" Type="http://schemas.openxmlformats.org/officeDocument/2006/relationships/customXml" Target="../ink/ink427.xml"/><Relationship Id="rId9" Type="http://schemas.openxmlformats.org/officeDocument/2006/relationships/image" Target="../media/image445.png"/><Relationship Id="rId14" Type="http://schemas.openxmlformats.org/officeDocument/2006/relationships/customXml" Target="../ink/ink432.xml"/><Relationship Id="rId22" Type="http://schemas.openxmlformats.org/officeDocument/2006/relationships/customXml" Target="../ink/ink436.xml"/><Relationship Id="rId27" Type="http://schemas.openxmlformats.org/officeDocument/2006/relationships/image" Target="../media/image454.png"/><Relationship Id="rId30" Type="http://schemas.openxmlformats.org/officeDocument/2006/relationships/customXml" Target="../ink/ink440.xml"/><Relationship Id="rId35" Type="http://schemas.openxmlformats.org/officeDocument/2006/relationships/image" Target="../media/image458.png"/><Relationship Id="rId43" Type="http://schemas.openxmlformats.org/officeDocument/2006/relationships/image" Target="../media/image462.png"/><Relationship Id="rId48" Type="http://schemas.openxmlformats.org/officeDocument/2006/relationships/customXml" Target="../ink/ink449.xml"/><Relationship Id="rId8" Type="http://schemas.openxmlformats.org/officeDocument/2006/relationships/customXml" Target="../ink/ink429.xml"/><Relationship Id="rId3" Type="http://schemas.openxmlformats.org/officeDocument/2006/relationships/image" Target="../media/image171.png"/><Relationship Id="rId12" Type="http://schemas.openxmlformats.org/officeDocument/2006/relationships/customXml" Target="../ink/ink431.xml"/><Relationship Id="rId17" Type="http://schemas.openxmlformats.org/officeDocument/2006/relationships/image" Target="../media/image449.png"/><Relationship Id="rId25" Type="http://schemas.openxmlformats.org/officeDocument/2006/relationships/image" Target="../media/image453.png"/><Relationship Id="rId33" Type="http://schemas.openxmlformats.org/officeDocument/2006/relationships/image" Target="../media/image457.png"/><Relationship Id="rId38" Type="http://schemas.openxmlformats.org/officeDocument/2006/relationships/customXml" Target="../ink/ink444.xml"/><Relationship Id="rId46" Type="http://schemas.openxmlformats.org/officeDocument/2006/relationships/customXml" Target="../ink/ink448.xml"/><Relationship Id="rId20" Type="http://schemas.openxmlformats.org/officeDocument/2006/relationships/customXml" Target="../ink/ink435.xml"/><Relationship Id="rId41" Type="http://schemas.openxmlformats.org/officeDocument/2006/relationships/image" Target="../media/image46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28.xml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55.xml"/><Relationship Id="rId18" Type="http://schemas.openxmlformats.org/officeDocument/2006/relationships/image" Target="../media/image473.png"/><Relationship Id="rId26" Type="http://schemas.openxmlformats.org/officeDocument/2006/relationships/image" Target="../media/image477.png"/><Relationship Id="rId39" Type="http://schemas.openxmlformats.org/officeDocument/2006/relationships/customXml" Target="../ink/ink468.xml"/><Relationship Id="rId21" Type="http://schemas.openxmlformats.org/officeDocument/2006/relationships/customXml" Target="../ink/ink459.xml"/><Relationship Id="rId34" Type="http://schemas.openxmlformats.org/officeDocument/2006/relationships/image" Target="../media/image481.png"/><Relationship Id="rId42" Type="http://schemas.openxmlformats.org/officeDocument/2006/relationships/image" Target="../media/image485.png"/><Relationship Id="rId47" Type="http://schemas.openxmlformats.org/officeDocument/2006/relationships/customXml" Target="../ink/ink472.xml"/><Relationship Id="rId50" Type="http://schemas.openxmlformats.org/officeDocument/2006/relationships/image" Target="../media/image489.png"/><Relationship Id="rId55" Type="http://schemas.openxmlformats.org/officeDocument/2006/relationships/customXml" Target="../ink/ink476.xml"/><Relationship Id="rId7" Type="http://schemas.openxmlformats.org/officeDocument/2006/relationships/customXml" Target="../ink/ink452.xml"/><Relationship Id="rId2" Type="http://schemas.openxmlformats.org/officeDocument/2006/relationships/image" Target="../media/image266.png"/><Relationship Id="rId16" Type="http://schemas.openxmlformats.org/officeDocument/2006/relationships/image" Target="../media/image472.png"/><Relationship Id="rId29" Type="http://schemas.openxmlformats.org/officeDocument/2006/relationships/customXml" Target="../ink/ink463.xml"/><Relationship Id="rId11" Type="http://schemas.openxmlformats.org/officeDocument/2006/relationships/customXml" Target="../ink/ink454.xml"/><Relationship Id="rId24" Type="http://schemas.openxmlformats.org/officeDocument/2006/relationships/image" Target="../media/image476.png"/><Relationship Id="rId32" Type="http://schemas.openxmlformats.org/officeDocument/2006/relationships/image" Target="../media/image480.png"/><Relationship Id="rId37" Type="http://schemas.openxmlformats.org/officeDocument/2006/relationships/customXml" Target="../ink/ink467.xml"/><Relationship Id="rId40" Type="http://schemas.openxmlformats.org/officeDocument/2006/relationships/image" Target="../media/image484.png"/><Relationship Id="rId45" Type="http://schemas.openxmlformats.org/officeDocument/2006/relationships/customXml" Target="../ink/ink471.xml"/><Relationship Id="rId53" Type="http://schemas.openxmlformats.org/officeDocument/2006/relationships/customXml" Target="../ink/ink475.xml"/><Relationship Id="rId5" Type="http://schemas.openxmlformats.org/officeDocument/2006/relationships/customXml" Target="../ink/ink451.xml"/><Relationship Id="rId10" Type="http://schemas.openxmlformats.org/officeDocument/2006/relationships/image" Target="../media/image469.png"/><Relationship Id="rId19" Type="http://schemas.openxmlformats.org/officeDocument/2006/relationships/customXml" Target="../ink/ink458.xml"/><Relationship Id="rId31" Type="http://schemas.openxmlformats.org/officeDocument/2006/relationships/customXml" Target="../ink/ink464.xml"/><Relationship Id="rId44" Type="http://schemas.openxmlformats.org/officeDocument/2006/relationships/image" Target="../media/image486.png"/><Relationship Id="rId52" Type="http://schemas.openxmlformats.org/officeDocument/2006/relationships/image" Target="../media/image490.png"/><Relationship Id="rId4" Type="http://schemas.openxmlformats.org/officeDocument/2006/relationships/image" Target="../media/image466.png"/><Relationship Id="rId9" Type="http://schemas.openxmlformats.org/officeDocument/2006/relationships/customXml" Target="../ink/ink453.xml"/><Relationship Id="rId14" Type="http://schemas.openxmlformats.org/officeDocument/2006/relationships/image" Target="../media/image471.png"/><Relationship Id="rId22" Type="http://schemas.openxmlformats.org/officeDocument/2006/relationships/image" Target="../media/image475.png"/><Relationship Id="rId27" Type="http://schemas.openxmlformats.org/officeDocument/2006/relationships/customXml" Target="../ink/ink462.xml"/><Relationship Id="rId30" Type="http://schemas.openxmlformats.org/officeDocument/2006/relationships/image" Target="../media/image479.png"/><Relationship Id="rId35" Type="http://schemas.openxmlformats.org/officeDocument/2006/relationships/customXml" Target="../ink/ink466.xml"/><Relationship Id="rId43" Type="http://schemas.openxmlformats.org/officeDocument/2006/relationships/customXml" Target="../ink/ink470.xml"/><Relationship Id="rId48" Type="http://schemas.openxmlformats.org/officeDocument/2006/relationships/image" Target="../media/image488.png"/><Relationship Id="rId56" Type="http://schemas.openxmlformats.org/officeDocument/2006/relationships/image" Target="../media/image492.png"/><Relationship Id="rId8" Type="http://schemas.openxmlformats.org/officeDocument/2006/relationships/image" Target="../media/image468.png"/><Relationship Id="rId51" Type="http://schemas.openxmlformats.org/officeDocument/2006/relationships/customXml" Target="../ink/ink474.xml"/><Relationship Id="rId3" Type="http://schemas.openxmlformats.org/officeDocument/2006/relationships/customXml" Target="../ink/ink450.xml"/><Relationship Id="rId12" Type="http://schemas.openxmlformats.org/officeDocument/2006/relationships/image" Target="../media/image470.png"/><Relationship Id="rId17" Type="http://schemas.openxmlformats.org/officeDocument/2006/relationships/customXml" Target="../ink/ink457.xml"/><Relationship Id="rId25" Type="http://schemas.openxmlformats.org/officeDocument/2006/relationships/customXml" Target="../ink/ink461.xml"/><Relationship Id="rId33" Type="http://schemas.openxmlformats.org/officeDocument/2006/relationships/customXml" Target="../ink/ink465.xml"/><Relationship Id="rId38" Type="http://schemas.openxmlformats.org/officeDocument/2006/relationships/image" Target="../media/image483.png"/><Relationship Id="rId46" Type="http://schemas.openxmlformats.org/officeDocument/2006/relationships/image" Target="../media/image487.png"/><Relationship Id="rId20" Type="http://schemas.openxmlformats.org/officeDocument/2006/relationships/image" Target="../media/image474.png"/><Relationship Id="rId41" Type="http://schemas.openxmlformats.org/officeDocument/2006/relationships/customXml" Target="../ink/ink469.xml"/><Relationship Id="rId54" Type="http://schemas.openxmlformats.org/officeDocument/2006/relationships/image" Target="../media/image4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7.png"/><Relationship Id="rId15" Type="http://schemas.openxmlformats.org/officeDocument/2006/relationships/customXml" Target="../ink/ink456.xml"/><Relationship Id="rId23" Type="http://schemas.openxmlformats.org/officeDocument/2006/relationships/customXml" Target="../ink/ink460.xml"/><Relationship Id="rId28" Type="http://schemas.openxmlformats.org/officeDocument/2006/relationships/image" Target="../media/image478.png"/><Relationship Id="rId36" Type="http://schemas.openxmlformats.org/officeDocument/2006/relationships/image" Target="../media/image482.png"/><Relationship Id="rId49" Type="http://schemas.openxmlformats.org/officeDocument/2006/relationships/customXml" Target="../ink/ink473.xml"/></Relationships>
</file>

<file path=ppt/slides/_rels/slide2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04.png"/><Relationship Id="rId21" Type="http://schemas.openxmlformats.org/officeDocument/2006/relationships/customXml" Target="../ink/ink486.xml"/><Relationship Id="rId42" Type="http://schemas.openxmlformats.org/officeDocument/2006/relationships/image" Target="../media/image512.png"/><Relationship Id="rId47" Type="http://schemas.openxmlformats.org/officeDocument/2006/relationships/customXml" Target="../ink/ink499.xml"/><Relationship Id="rId63" Type="http://schemas.openxmlformats.org/officeDocument/2006/relationships/customXml" Target="../ink/ink507.xml"/><Relationship Id="rId68" Type="http://schemas.openxmlformats.org/officeDocument/2006/relationships/image" Target="../media/image525.png"/><Relationship Id="rId84" Type="http://schemas.openxmlformats.org/officeDocument/2006/relationships/image" Target="../media/image533.png"/><Relationship Id="rId89" Type="http://schemas.openxmlformats.org/officeDocument/2006/relationships/customXml" Target="../ink/ink520.xml"/><Relationship Id="rId16" Type="http://schemas.openxmlformats.org/officeDocument/2006/relationships/image" Target="../media/image499.png"/><Relationship Id="rId11" Type="http://schemas.openxmlformats.org/officeDocument/2006/relationships/customXml" Target="../ink/ink481.xml"/><Relationship Id="rId32" Type="http://schemas.openxmlformats.org/officeDocument/2006/relationships/image" Target="../media/image507.png"/><Relationship Id="rId37" Type="http://schemas.openxmlformats.org/officeDocument/2006/relationships/customXml" Target="../ink/ink494.xml"/><Relationship Id="rId53" Type="http://schemas.openxmlformats.org/officeDocument/2006/relationships/customXml" Target="../ink/ink502.xml"/><Relationship Id="rId58" Type="http://schemas.openxmlformats.org/officeDocument/2006/relationships/image" Target="../media/image520.png"/><Relationship Id="rId74" Type="http://schemas.openxmlformats.org/officeDocument/2006/relationships/image" Target="../media/image528.png"/><Relationship Id="rId79" Type="http://schemas.openxmlformats.org/officeDocument/2006/relationships/customXml" Target="../ink/ink515.xml"/><Relationship Id="rId5" Type="http://schemas.openxmlformats.org/officeDocument/2006/relationships/customXml" Target="../ink/ink478.xml"/><Relationship Id="rId90" Type="http://schemas.openxmlformats.org/officeDocument/2006/relationships/image" Target="../media/image536.png"/><Relationship Id="rId95" Type="http://schemas.openxmlformats.org/officeDocument/2006/relationships/customXml" Target="../ink/ink523.xml"/><Relationship Id="rId22" Type="http://schemas.openxmlformats.org/officeDocument/2006/relationships/image" Target="../media/image502.png"/><Relationship Id="rId27" Type="http://schemas.openxmlformats.org/officeDocument/2006/relationships/customXml" Target="../ink/ink489.xml"/><Relationship Id="rId43" Type="http://schemas.openxmlformats.org/officeDocument/2006/relationships/customXml" Target="../ink/ink497.xml"/><Relationship Id="rId48" Type="http://schemas.openxmlformats.org/officeDocument/2006/relationships/image" Target="../media/image515.png"/><Relationship Id="rId64" Type="http://schemas.openxmlformats.org/officeDocument/2006/relationships/image" Target="../media/image523.png"/><Relationship Id="rId69" Type="http://schemas.openxmlformats.org/officeDocument/2006/relationships/customXml" Target="../ink/ink510.xml"/><Relationship Id="rId80" Type="http://schemas.openxmlformats.org/officeDocument/2006/relationships/image" Target="../media/image531.png"/><Relationship Id="rId85" Type="http://schemas.openxmlformats.org/officeDocument/2006/relationships/customXml" Target="../ink/ink518.xml"/><Relationship Id="rId3" Type="http://schemas.openxmlformats.org/officeDocument/2006/relationships/customXml" Target="../ink/ink477.xml"/><Relationship Id="rId12" Type="http://schemas.openxmlformats.org/officeDocument/2006/relationships/image" Target="../media/image497.png"/><Relationship Id="rId17" Type="http://schemas.openxmlformats.org/officeDocument/2006/relationships/customXml" Target="../ink/ink484.xml"/><Relationship Id="rId25" Type="http://schemas.openxmlformats.org/officeDocument/2006/relationships/customXml" Target="../ink/ink488.xml"/><Relationship Id="rId33" Type="http://schemas.openxmlformats.org/officeDocument/2006/relationships/customXml" Target="../ink/ink492.xml"/><Relationship Id="rId38" Type="http://schemas.openxmlformats.org/officeDocument/2006/relationships/image" Target="../media/image510.png"/><Relationship Id="rId46" Type="http://schemas.openxmlformats.org/officeDocument/2006/relationships/image" Target="../media/image514.png"/><Relationship Id="rId59" Type="http://schemas.openxmlformats.org/officeDocument/2006/relationships/customXml" Target="../ink/ink505.xml"/><Relationship Id="rId67" Type="http://schemas.openxmlformats.org/officeDocument/2006/relationships/customXml" Target="../ink/ink509.xml"/><Relationship Id="rId20" Type="http://schemas.openxmlformats.org/officeDocument/2006/relationships/image" Target="../media/image501.png"/><Relationship Id="rId41" Type="http://schemas.openxmlformats.org/officeDocument/2006/relationships/customXml" Target="../ink/ink496.xml"/><Relationship Id="rId54" Type="http://schemas.openxmlformats.org/officeDocument/2006/relationships/image" Target="../media/image518.png"/><Relationship Id="rId62" Type="http://schemas.openxmlformats.org/officeDocument/2006/relationships/image" Target="../media/image522.png"/><Relationship Id="rId70" Type="http://schemas.openxmlformats.org/officeDocument/2006/relationships/image" Target="../media/image526.png"/><Relationship Id="rId75" Type="http://schemas.openxmlformats.org/officeDocument/2006/relationships/customXml" Target="../ink/ink513.xml"/><Relationship Id="rId83" Type="http://schemas.openxmlformats.org/officeDocument/2006/relationships/customXml" Target="../ink/ink517.xml"/><Relationship Id="rId88" Type="http://schemas.openxmlformats.org/officeDocument/2006/relationships/image" Target="../media/image535.png"/><Relationship Id="rId91" Type="http://schemas.openxmlformats.org/officeDocument/2006/relationships/customXml" Target="../ink/ink521.xml"/><Relationship Id="rId96" Type="http://schemas.openxmlformats.org/officeDocument/2006/relationships/image" Target="../media/image5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4.png"/><Relationship Id="rId15" Type="http://schemas.openxmlformats.org/officeDocument/2006/relationships/customXml" Target="../ink/ink483.xml"/><Relationship Id="rId23" Type="http://schemas.openxmlformats.org/officeDocument/2006/relationships/customXml" Target="../ink/ink487.xml"/><Relationship Id="rId28" Type="http://schemas.openxmlformats.org/officeDocument/2006/relationships/image" Target="../media/image505.png"/><Relationship Id="rId36" Type="http://schemas.openxmlformats.org/officeDocument/2006/relationships/image" Target="../media/image509.png"/><Relationship Id="rId49" Type="http://schemas.openxmlformats.org/officeDocument/2006/relationships/customXml" Target="../ink/ink500.xml"/><Relationship Id="rId57" Type="http://schemas.openxmlformats.org/officeDocument/2006/relationships/customXml" Target="../ink/ink504.xml"/><Relationship Id="rId10" Type="http://schemas.openxmlformats.org/officeDocument/2006/relationships/image" Target="../media/image496.png"/><Relationship Id="rId31" Type="http://schemas.openxmlformats.org/officeDocument/2006/relationships/customXml" Target="../ink/ink491.xml"/><Relationship Id="rId44" Type="http://schemas.openxmlformats.org/officeDocument/2006/relationships/image" Target="../media/image513.png"/><Relationship Id="rId52" Type="http://schemas.openxmlformats.org/officeDocument/2006/relationships/image" Target="../media/image517.png"/><Relationship Id="rId60" Type="http://schemas.openxmlformats.org/officeDocument/2006/relationships/image" Target="../media/image521.png"/><Relationship Id="rId65" Type="http://schemas.openxmlformats.org/officeDocument/2006/relationships/customXml" Target="../ink/ink508.xml"/><Relationship Id="rId73" Type="http://schemas.openxmlformats.org/officeDocument/2006/relationships/customXml" Target="../ink/ink512.xml"/><Relationship Id="rId78" Type="http://schemas.openxmlformats.org/officeDocument/2006/relationships/image" Target="../media/image530.png"/><Relationship Id="rId81" Type="http://schemas.openxmlformats.org/officeDocument/2006/relationships/customXml" Target="../ink/ink516.xml"/><Relationship Id="rId86" Type="http://schemas.openxmlformats.org/officeDocument/2006/relationships/image" Target="../media/image534.png"/><Relationship Id="rId94" Type="http://schemas.openxmlformats.org/officeDocument/2006/relationships/image" Target="../media/image538.png"/><Relationship Id="rId99" Type="http://schemas.openxmlformats.org/officeDocument/2006/relationships/customXml" Target="../ink/ink525.xml"/><Relationship Id="rId4" Type="http://schemas.openxmlformats.org/officeDocument/2006/relationships/image" Target="../media/image493.png"/><Relationship Id="rId9" Type="http://schemas.openxmlformats.org/officeDocument/2006/relationships/customXml" Target="../ink/ink480.xml"/><Relationship Id="rId13" Type="http://schemas.openxmlformats.org/officeDocument/2006/relationships/customXml" Target="../ink/ink482.xml"/><Relationship Id="rId18" Type="http://schemas.openxmlformats.org/officeDocument/2006/relationships/image" Target="../media/image500.png"/><Relationship Id="rId39" Type="http://schemas.openxmlformats.org/officeDocument/2006/relationships/customXml" Target="../ink/ink495.xml"/><Relationship Id="rId34" Type="http://schemas.openxmlformats.org/officeDocument/2006/relationships/image" Target="../media/image508.png"/><Relationship Id="rId50" Type="http://schemas.openxmlformats.org/officeDocument/2006/relationships/image" Target="../media/image516.png"/><Relationship Id="rId55" Type="http://schemas.openxmlformats.org/officeDocument/2006/relationships/customXml" Target="../ink/ink503.xml"/><Relationship Id="rId76" Type="http://schemas.openxmlformats.org/officeDocument/2006/relationships/image" Target="../media/image529.png"/><Relationship Id="rId97" Type="http://schemas.openxmlformats.org/officeDocument/2006/relationships/customXml" Target="../ink/ink524.xml"/><Relationship Id="rId7" Type="http://schemas.openxmlformats.org/officeDocument/2006/relationships/customXml" Target="../ink/ink479.xml"/><Relationship Id="rId71" Type="http://schemas.openxmlformats.org/officeDocument/2006/relationships/customXml" Target="../ink/ink511.xml"/><Relationship Id="rId92" Type="http://schemas.openxmlformats.org/officeDocument/2006/relationships/image" Target="../media/image537.png"/><Relationship Id="rId2" Type="http://schemas.openxmlformats.org/officeDocument/2006/relationships/image" Target="../media/image266.png"/><Relationship Id="rId29" Type="http://schemas.openxmlformats.org/officeDocument/2006/relationships/customXml" Target="../ink/ink490.xml"/><Relationship Id="rId24" Type="http://schemas.openxmlformats.org/officeDocument/2006/relationships/image" Target="../media/image503.png"/><Relationship Id="rId40" Type="http://schemas.openxmlformats.org/officeDocument/2006/relationships/image" Target="../media/image511.png"/><Relationship Id="rId45" Type="http://schemas.openxmlformats.org/officeDocument/2006/relationships/customXml" Target="../ink/ink498.xml"/><Relationship Id="rId66" Type="http://schemas.openxmlformats.org/officeDocument/2006/relationships/image" Target="../media/image524.png"/><Relationship Id="rId87" Type="http://schemas.openxmlformats.org/officeDocument/2006/relationships/customXml" Target="../ink/ink519.xml"/><Relationship Id="rId61" Type="http://schemas.openxmlformats.org/officeDocument/2006/relationships/customXml" Target="../ink/ink506.xml"/><Relationship Id="rId82" Type="http://schemas.openxmlformats.org/officeDocument/2006/relationships/image" Target="../media/image532.png"/><Relationship Id="rId19" Type="http://schemas.openxmlformats.org/officeDocument/2006/relationships/customXml" Target="../ink/ink485.xml"/><Relationship Id="rId14" Type="http://schemas.openxmlformats.org/officeDocument/2006/relationships/image" Target="../media/image498.png"/><Relationship Id="rId30" Type="http://schemas.openxmlformats.org/officeDocument/2006/relationships/image" Target="../media/image506.png"/><Relationship Id="rId35" Type="http://schemas.openxmlformats.org/officeDocument/2006/relationships/customXml" Target="../ink/ink493.xml"/><Relationship Id="rId56" Type="http://schemas.openxmlformats.org/officeDocument/2006/relationships/image" Target="../media/image519.png"/><Relationship Id="rId77" Type="http://schemas.openxmlformats.org/officeDocument/2006/relationships/customXml" Target="../ink/ink514.xml"/><Relationship Id="rId100" Type="http://schemas.openxmlformats.org/officeDocument/2006/relationships/image" Target="../media/image541.png"/><Relationship Id="rId8" Type="http://schemas.openxmlformats.org/officeDocument/2006/relationships/image" Target="../media/image495.png"/><Relationship Id="rId51" Type="http://schemas.openxmlformats.org/officeDocument/2006/relationships/customXml" Target="../ink/ink501.xml"/><Relationship Id="rId72" Type="http://schemas.openxmlformats.org/officeDocument/2006/relationships/image" Target="../media/image527.png"/><Relationship Id="rId93" Type="http://schemas.openxmlformats.org/officeDocument/2006/relationships/customXml" Target="../ink/ink522.xml"/><Relationship Id="rId98" Type="http://schemas.openxmlformats.org/officeDocument/2006/relationships/image" Target="../media/image54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4.png"/><Relationship Id="rId13" Type="http://schemas.openxmlformats.org/officeDocument/2006/relationships/customXml" Target="../ink/ink531.xml"/><Relationship Id="rId18" Type="http://schemas.openxmlformats.org/officeDocument/2006/relationships/image" Target="../media/image549.png"/><Relationship Id="rId26" Type="http://schemas.openxmlformats.org/officeDocument/2006/relationships/image" Target="../media/image553.png"/><Relationship Id="rId3" Type="http://schemas.openxmlformats.org/officeDocument/2006/relationships/customXml" Target="../ink/ink526.xml"/><Relationship Id="rId21" Type="http://schemas.openxmlformats.org/officeDocument/2006/relationships/customXml" Target="../ink/ink535.xml"/><Relationship Id="rId7" Type="http://schemas.openxmlformats.org/officeDocument/2006/relationships/customXml" Target="../ink/ink528.xml"/><Relationship Id="rId12" Type="http://schemas.openxmlformats.org/officeDocument/2006/relationships/image" Target="../media/image546.png"/><Relationship Id="rId17" Type="http://schemas.openxmlformats.org/officeDocument/2006/relationships/customXml" Target="../ink/ink533.xml"/><Relationship Id="rId25" Type="http://schemas.openxmlformats.org/officeDocument/2006/relationships/customXml" Target="../ink/ink537.xml"/><Relationship Id="rId2" Type="http://schemas.openxmlformats.org/officeDocument/2006/relationships/image" Target="../media/image266.png"/><Relationship Id="rId16" Type="http://schemas.openxmlformats.org/officeDocument/2006/relationships/image" Target="../media/image548.png"/><Relationship Id="rId20" Type="http://schemas.openxmlformats.org/officeDocument/2006/relationships/image" Target="../media/image5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3.png"/><Relationship Id="rId11" Type="http://schemas.openxmlformats.org/officeDocument/2006/relationships/customXml" Target="../ink/ink530.xml"/><Relationship Id="rId24" Type="http://schemas.openxmlformats.org/officeDocument/2006/relationships/image" Target="../media/image552.png"/><Relationship Id="rId5" Type="http://schemas.openxmlformats.org/officeDocument/2006/relationships/customXml" Target="../ink/ink527.xml"/><Relationship Id="rId15" Type="http://schemas.openxmlformats.org/officeDocument/2006/relationships/customXml" Target="../ink/ink532.xml"/><Relationship Id="rId23" Type="http://schemas.openxmlformats.org/officeDocument/2006/relationships/customXml" Target="../ink/ink536.xml"/><Relationship Id="rId10" Type="http://schemas.openxmlformats.org/officeDocument/2006/relationships/image" Target="../media/image545.png"/><Relationship Id="rId19" Type="http://schemas.openxmlformats.org/officeDocument/2006/relationships/customXml" Target="../ink/ink534.xml"/><Relationship Id="rId4" Type="http://schemas.openxmlformats.org/officeDocument/2006/relationships/image" Target="../media/image542.png"/><Relationship Id="rId9" Type="http://schemas.openxmlformats.org/officeDocument/2006/relationships/customXml" Target="../ink/ink529.xml"/><Relationship Id="rId14" Type="http://schemas.openxmlformats.org/officeDocument/2006/relationships/image" Target="../media/image547.png"/><Relationship Id="rId22" Type="http://schemas.openxmlformats.org/officeDocument/2006/relationships/image" Target="../media/image551.png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59.png"/><Relationship Id="rId18" Type="http://schemas.openxmlformats.org/officeDocument/2006/relationships/customXml" Target="../ink/ink545.xml"/><Relationship Id="rId26" Type="http://schemas.openxmlformats.org/officeDocument/2006/relationships/customXml" Target="../ink/ink549.xml"/><Relationship Id="rId39" Type="http://schemas.openxmlformats.org/officeDocument/2006/relationships/image" Target="../media/image572.png"/><Relationship Id="rId21" Type="http://schemas.openxmlformats.org/officeDocument/2006/relationships/image" Target="../media/image563.png"/><Relationship Id="rId34" Type="http://schemas.openxmlformats.org/officeDocument/2006/relationships/customXml" Target="../ink/ink553.xml"/><Relationship Id="rId42" Type="http://schemas.openxmlformats.org/officeDocument/2006/relationships/customXml" Target="../ink/ink557.xml"/><Relationship Id="rId47" Type="http://schemas.openxmlformats.org/officeDocument/2006/relationships/image" Target="../media/image576.png"/><Relationship Id="rId7" Type="http://schemas.openxmlformats.org/officeDocument/2006/relationships/image" Target="../media/image556.png"/><Relationship Id="rId2" Type="http://schemas.openxmlformats.org/officeDocument/2006/relationships/image" Target="../media/image268.png"/><Relationship Id="rId16" Type="http://schemas.openxmlformats.org/officeDocument/2006/relationships/customXml" Target="../ink/ink544.xml"/><Relationship Id="rId29" Type="http://schemas.openxmlformats.org/officeDocument/2006/relationships/image" Target="../media/image567.png"/><Relationship Id="rId11" Type="http://schemas.openxmlformats.org/officeDocument/2006/relationships/image" Target="../media/image558.png"/><Relationship Id="rId24" Type="http://schemas.openxmlformats.org/officeDocument/2006/relationships/customXml" Target="../ink/ink548.xml"/><Relationship Id="rId32" Type="http://schemas.openxmlformats.org/officeDocument/2006/relationships/customXml" Target="../ink/ink552.xml"/><Relationship Id="rId37" Type="http://schemas.openxmlformats.org/officeDocument/2006/relationships/image" Target="../media/image571.png"/><Relationship Id="rId40" Type="http://schemas.openxmlformats.org/officeDocument/2006/relationships/customXml" Target="../ink/ink556.xml"/><Relationship Id="rId45" Type="http://schemas.openxmlformats.org/officeDocument/2006/relationships/image" Target="../media/image575.png"/><Relationship Id="rId5" Type="http://schemas.openxmlformats.org/officeDocument/2006/relationships/image" Target="../media/image555.png"/><Relationship Id="rId15" Type="http://schemas.openxmlformats.org/officeDocument/2006/relationships/image" Target="../media/image560.png"/><Relationship Id="rId23" Type="http://schemas.openxmlformats.org/officeDocument/2006/relationships/image" Target="../media/image564.png"/><Relationship Id="rId28" Type="http://schemas.openxmlformats.org/officeDocument/2006/relationships/customXml" Target="../ink/ink550.xml"/><Relationship Id="rId36" Type="http://schemas.openxmlformats.org/officeDocument/2006/relationships/customXml" Target="../ink/ink554.xml"/><Relationship Id="rId49" Type="http://schemas.openxmlformats.org/officeDocument/2006/relationships/image" Target="../media/image577.png"/><Relationship Id="rId10" Type="http://schemas.openxmlformats.org/officeDocument/2006/relationships/customXml" Target="../ink/ink541.xml"/><Relationship Id="rId19" Type="http://schemas.openxmlformats.org/officeDocument/2006/relationships/image" Target="../media/image562.png"/><Relationship Id="rId31" Type="http://schemas.openxmlformats.org/officeDocument/2006/relationships/image" Target="../media/image568.png"/><Relationship Id="rId44" Type="http://schemas.openxmlformats.org/officeDocument/2006/relationships/customXml" Target="../ink/ink558.xml"/><Relationship Id="rId4" Type="http://schemas.openxmlformats.org/officeDocument/2006/relationships/customXml" Target="../ink/ink538.xml"/><Relationship Id="rId9" Type="http://schemas.openxmlformats.org/officeDocument/2006/relationships/image" Target="../media/image557.png"/><Relationship Id="rId14" Type="http://schemas.openxmlformats.org/officeDocument/2006/relationships/customXml" Target="../ink/ink543.xml"/><Relationship Id="rId22" Type="http://schemas.openxmlformats.org/officeDocument/2006/relationships/customXml" Target="../ink/ink547.xml"/><Relationship Id="rId27" Type="http://schemas.openxmlformats.org/officeDocument/2006/relationships/image" Target="../media/image566.png"/><Relationship Id="rId30" Type="http://schemas.openxmlformats.org/officeDocument/2006/relationships/customXml" Target="../ink/ink551.xml"/><Relationship Id="rId35" Type="http://schemas.openxmlformats.org/officeDocument/2006/relationships/image" Target="../media/image570.png"/><Relationship Id="rId43" Type="http://schemas.openxmlformats.org/officeDocument/2006/relationships/image" Target="../media/image574.png"/><Relationship Id="rId48" Type="http://schemas.openxmlformats.org/officeDocument/2006/relationships/customXml" Target="../ink/ink560.xml"/><Relationship Id="rId8" Type="http://schemas.openxmlformats.org/officeDocument/2006/relationships/customXml" Target="../ink/ink540.xml"/><Relationship Id="rId3" Type="http://schemas.openxmlformats.org/officeDocument/2006/relationships/image" Target="../media/image266.png"/><Relationship Id="rId12" Type="http://schemas.openxmlformats.org/officeDocument/2006/relationships/customXml" Target="../ink/ink542.xml"/><Relationship Id="rId17" Type="http://schemas.openxmlformats.org/officeDocument/2006/relationships/image" Target="../media/image561.png"/><Relationship Id="rId25" Type="http://schemas.openxmlformats.org/officeDocument/2006/relationships/image" Target="../media/image565.png"/><Relationship Id="rId33" Type="http://schemas.openxmlformats.org/officeDocument/2006/relationships/image" Target="../media/image569.png"/><Relationship Id="rId38" Type="http://schemas.openxmlformats.org/officeDocument/2006/relationships/customXml" Target="../ink/ink555.xml"/><Relationship Id="rId46" Type="http://schemas.openxmlformats.org/officeDocument/2006/relationships/customXml" Target="../ink/ink559.xml"/><Relationship Id="rId20" Type="http://schemas.openxmlformats.org/officeDocument/2006/relationships/customXml" Target="../ink/ink546.xml"/><Relationship Id="rId41" Type="http://schemas.openxmlformats.org/officeDocument/2006/relationships/image" Target="../media/image57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39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customXml" Target="../ink/ink564.xml"/><Relationship Id="rId3" Type="http://schemas.openxmlformats.org/officeDocument/2006/relationships/image" Target="../media/image578.png"/><Relationship Id="rId7" Type="http://schemas.openxmlformats.org/officeDocument/2006/relationships/image" Target="../media/image580.png"/><Relationship Id="rId2" Type="http://schemas.openxmlformats.org/officeDocument/2006/relationships/customXml" Target="../ink/ink56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63.xml"/><Relationship Id="rId11" Type="http://schemas.openxmlformats.org/officeDocument/2006/relationships/image" Target="../media/image582.png"/><Relationship Id="rId5" Type="http://schemas.openxmlformats.org/officeDocument/2006/relationships/image" Target="../media/image579.png"/><Relationship Id="rId10" Type="http://schemas.openxmlformats.org/officeDocument/2006/relationships/customXml" Target="../ink/ink565.xml"/><Relationship Id="rId4" Type="http://schemas.openxmlformats.org/officeDocument/2006/relationships/customXml" Target="../ink/ink562.xml"/><Relationship Id="rId9" Type="http://schemas.openxmlformats.org/officeDocument/2006/relationships/image" Target="../media/image58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426781" y="411513"/>
            <a:ext cx="11246998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800" b="1" dirty="0">
                <a:solidFill>
                  <a:srgbClr val="0000FF"/>
                </a:solidFill>
              </a:rPr>
              <a:t>Automate FSM</a:t>
            </a:r>
          </a:p>
          <a:p>
            <a:endParaRPr lang="ro-RO" sz="2800" b="1" dirty="0">
              <a:solidFill>
                <a:srgbClr val="0000FF"/>
              </a:solidFill>
            </a:endParaRPr>
          </a:p>
          <a:p>
            <a:endParaRPr lang="ro-RO" sz="2800" b="1" dirty="0">
              <a:solidFill>
                <a:srgbClr val="0000FF"/>
              </a:solidFill>
            </a:endParaRPr>
          </a:p>
          <a:p>
            <a:r>
              <a:rPr lang="ro-RO" sz="2800" b="1" dirty="0">
                <a:solidFill>
                  <a:srgbClr val="FF0000"/>
                </a:solidFill>
              </a:rPr>
              <a:t>Sinteză = </a:t>
            </a:r>
            <a:r>
              <a:rPr lang="ro-RO" sz="2800" b="1" dirty="0">
                <a:solidFill>
                  <a:srgbClr val="0000FF"/>
                </a:solidFill>
              </a:rPr>
              <a:t>determinarea schemei logice pornind de la graful de tranziție a stărilor</a:t>
            </a:r>
          </a:p>
          <a:p>
            <a:endParaRPr lang="ro-RO" sz="2800" b="1" dirty="0">
              <a:solidFill>
                <a:srgbClr val="0000FF"/>
              </a:solidFill>
            </a:endParaRPr>
          </a:p>
          <a:p>
            <a:endParaRPr lang="ro-RO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0107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426782" y="868708"/>
            <a:ext cx="10515485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>
              <a:solidFill>
                <a:srgbClr val="0000FF"/>
              </a:solidFill>
            </a:endParaRPr>
          </a:p>
          <a:p>
            <a:r>
              <a:rPr lang="ro-RO" sz="2800" b="1" dirty="0">
                <a:solidFill>
                  <a:srgbClr val="0000FF"/>
                </a:solidFill>
              </a:rPr>
              <a:t>Ce etape </a:t>
            </a:r>
            <a:r>
              <a:rPr lang="en-US" sz="2800" b="1" dirty="0" err="1">
                <a:solidFill>
                  <a:srgbClr val="0000FF"/>
                </a:solidFill>
              </a:rPr>
              <a:t>trebuie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r>
              <a:rPr lang="en-US" sz="2800" b="1" dirty="0" err="1">
                <a:solidFill>
                  <a:srgbClr val="0000FF"/>
                </a:solidFill>
              </a:rPr>
              <a:t>parcurse</a:t>
            </a:r>
            <a:r>
              <a:rPr lang="ro-RO" sz="2800" b="1" dirty="0">
                <a:solidFill>
                  <a:srgbClr val="0000FF"/>
                </a:solidFill>
              </a:rPr>
              <a:t>?</a:t>
            </a:r>
          </a:p>
          <a:p>
            <a:endParaRPr lang="ro-RO" b="1" dirty="0">
              <a:solidFill>
                <a:srgbClr val="0000FF"/>
              </a:solidFill>
            </a:endParaRPr>
          </a:p>
          <a:p>
            <a:pPr marL="457200" indent="-4572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C</a:t>
            </a:r>
            <a:r>
              <a:rPr lang="en-US" sz="2800" b="1" dirty="0" err="1">
                <a:solidFill>
                  <a:srgbClr val="0000FF"/>
                </a:solidFill>
              </a:rPr>
              <a:t>unoa</a:t>
            </a:r>
            <a:r>
              <a:rPr lang="ro-RO" sz="2800" b="1" dirty="0" err="1">
                <a:solidFill>
                  <a:srgbClr val="0000FF"/>
                </a:solidFill>
              </a:rPr>
              <a:t>șterea</a:t>
            </a:r>
            <a:r>
              <a:rPr lang="ro-RO" sz="2800" b="1" dirty="0">
                <a:solidFill>
                  <a:srgbClr val="0000FF"/>
                </a:solidFill>
              </a:rPr>
              <a:t> procesului controlat;</a:t>
            </a:r>
          </a:p>
          <a:p>
            <a:pPr marL="457200" indent="-4572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Proiectarea grafului de tranziție a stărilor;</a:t>
            </a:r>
            <a:endParaRPr lang="en-US" sz="2800" b="1" dirty="0">
              <a:solidFill>
                <a:srgbClr val="0000FF"/>
              </a:solidFill>
            </a:endParaRPr>
          </a:p>
          <a:p>
            <a:pPr marL="457200" indent="-4572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Codificarea stărilor;</a:t>
            </a:r>
            <a:endParaRPr lang="en-US" sz="2800" b="1" dirty="0">
              <a:solidFill>
                <a:srgbClr val="0000FF"/>
              </a:solidFill>
            </a:endParaRPr>
          </a:p>
          <a:p>
            <a:pPr marL="457200" indent="-4572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Realizarea tabelului de tranziție a stărilor;</a:t>
            </a:r>
          </a:p>
          <a:p>
            <a:pPr marL="457200" indent="-4572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Extragerea ecuațiilor pentru comanda bistabililor din registrul de stare (intrările J,K sau D);</a:t>
            </a:r>
          </a:p>
          <a:p>
            <a:pPr marL="457200" indent="-4572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Extragerea ecuațiilor pentru ieșiri; </a:t>
            </a:r>
          </a:p>
          <a:p>
            <a:pPr marL="457200" indent="-4572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Trasarea schemei logice;</a:t>
            </a:r>
          </a:p>
          <a:p>
            <a:pPr marL="457200" indent="-4572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Simularea schemei logice;</a:t>
            </a:r>
          </a:p>
          <a:p>
            <a:pPr marL="457200" indent="-4572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Realizarea practică;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C82C191B-2572-435F-8779-7034B922D9E0}"/>
              </a:ext>
            </a:extLst>
          </p:cNvPr>
          <p:cNvSpPr/>
          <p:nvPr/>
        </p:nvSpPr>
        <p:spPr>
          <a:xfrm>
            <a:off x="243904" y="137196"/>
            <a:ext cx="1124699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b="1" dirty="0">
                <a:solidFill>
                  <a:srgbClr val="0000FF"/>
                </a:solidFill>
              </a:rPr>
              <a:t>Sinteza automatelor Moore</a:t>
            </a:r>
          </a:p>
        </p:txBody>
      </p:sp>
    </p:spTree>
    <p:extLst>
      <p:ext uri="{BB962C8B-B14F-4D97-AF65-F5344CB8AC3E}">
        <p14:creationId xmlns:p14="http://schemas.microsoft.com/office/powerpoint/2010/main" val="1980864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243904" y="137196"/>
            <a:ext cx="1124699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b="1" dirty="0">
                <a:solidFill>
                  <a:srgbClr val="0000FF"/>
                </a:solidFill>
              </a:rPr>
              <a:t>Sinteza automatelor </a:t>
            </a:r>
            <a:r>
              <a:rPr lang="ro-RO" sz="2000" b="1" dirty="0">
                <a:solidFill>
                  <a:srgbClr val="FF0000"/>
                </a:solidFill>
              </a:rPr>
              <a:t>Moore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BA1ECDF1-18AD-484E-943E-862806B80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1325903"/>
            <a:ext cx="9134490" cy="231053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4B179D71-C5BF-42F4-8CF2-1A06BD8ED591}"/>
                  </a:ext>
                </a:extLst>
              </p14:cNvPr>
              <p14:cNvContentPartPr/>
              <p14:nvPr/>
            </p14:nvContentPartPr>
            <p14:xfrm>
              <a:off x="1360629" y="1332985"/>
              <a:ext cx="916200" cy="30780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4B179D71-C5BF-42F4-8CF2-1A06BD8ED59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42989" y="1314985"/>
                <a:ext cx="951840" cy="34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F211D890-0154-41CA-99AF-BFD9E66D5239}"/>
                  </a:ext>
                </a:extLst>
              </p14:cNvPr>
              <p14:cNvContentPartPr/>
              <p14:nvPr/>
            </p14:nvContentPartPr>
            <p14:xfrm>
              <a:off x="1465389" y="2141545"/>
              <a:ext cx="4786200" cy="194040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F211D890-0154-41CA-99AF-BFD9E66D523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47749" y="2123545"/>
                <a:ext cx="4821840" cy="19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93C81AC2-D8C7-486B-A048-81F960CFCAE5}"/>
                  </a:ext>
                </a:extLst>
              </p14:cNvPr>
              <p14:cNvContentPartPr/>
              <p14:nvPr/>
            </p14:nvContentPartPr>
            <p14:xfrm>
              <a:off x="5630589" y="485905"/>
              <a:ext cx="1543320" cy="42480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93C81AC2-D8C7-486B-A048-81F960CFCAE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612589" y="468265"/>
                <a:ext cx="1578960" cy="46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1ECCF86A-076D-4F54-905D-EA6C6F521800}"/>
                  </a:ext>
                </a:extLst>
              </p14:cNvPr>
              <p14:cNvContentPartPr/>
              <p14:nvPr/>
            </p14:nvContentPartPr>
            <p14:xfrm>
              <a:off x="4024629" y="525145"/>
              <a:ext cx="1194480" cy="122796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1ECCF86A-076D-4F54-905D-EA6C6F52180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006984" y="507145"/>
                <a:ext cx="1230131" cy="126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0E24644B-2EC6-4199-9290-CB2FEBE1A04E}"/>
                  </a:ext>
                </a:extLst>
              </p14:cNvPr>
              <p14:cNvContentPartPr/>
              <p14:nvPr/>
            </p14:nvContentPartPr>
            <p14:xfrm>
              <a:off x="6333309" y="1746985"/>
              <a:ext cx="1440000" cy="23220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0E24644B-2EC6-4199-9290-CB2FEBE1A04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15309" y="1728985"/>
                <a:ext cx="147564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7DFB4567-5B65-4136-AC02-B7B33A18CD67}"/>
                  </a:ext>
                </a:extLst>
              </p14:cNvPr>
              <p14:cNvContentPartPr/>
              <p14:nvPr/>
            </p14:nvContentPartPr>
            <p14:xfrm>
              <a:off x="2299869" y="4392985"/>
              <a:ext cx="715320" cy="51048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7DFB4567-5B65-4136-AC02-B7B33A18CD6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282220" y="4374985"/>
                <a:ext cx="750978" cy="54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0AAC7F6B-381C-495E-8C6E-F9C340423FF4}"/>
                  </a:ext>
                </a:extLst>
              </p14:cNvPr>
              <p14:cNvContentPartPr/>
              <p14:nvPr/>
            </p14:nvContentPartPr>
            <p14:xfrm>
              <a:off x="3381309" y="4309465"/>
              <a:ext cx="4743360" cy="83484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0AAC7F6B-381C-495E-8C6E-F9C340423FF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363669" y="4291833"/>
                <a:ext cx="4779000" cy="8704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B50345F5-DFD6-4D96-A2CA-C6908BCD388C}"/>
                  </a:ext>
                </a:extLst>
              </p14:cNvPr>
              <p14:cNvContentPartPr/>
              <p14:nvPr/>
            </p14:nvContentPartPr>
            <p14:xfrm>
              <a:off x="3970269" y="5866465"/>
              <a:ext cx="116640" cy="1152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B50345F5-DFD6-4D96-A2CA-C6908BCD388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952269" y="5848825"/>
                <a:ext cx="15228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E688B765-D830-4B95-8E45-CCECD57C6465}"/>
                  </a:ext>
                </a:extLst>
              </p14:cNvPr>
              <p14:cNvContentPartPr/>
              <p14:nvPr/>
            </p14:nvContentPartPr>
            <p14:xfrm>
              <a:off x="6414669" y="5786545"/>
              <a:ext cx="137160" cy="1296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E688B765-D830-4B95-8E45-CCECD57C646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397029" y="5768905"/>
                <a:ext cx="17280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9FA39F23-3AC9-4D16-9D63-31CEFF9CCBEB}"/>
                  </a:ext>
                </a:extLst>
              </p14:cNvPr>
              <p14:cNvContentPartPr/>
              <p14:nvPr/>
            </p14:nvContentPartPr>
            <p14:xfrm>
              <a:off x="6443829" y="5913625"/>
              <a:ext cx="128160" cy="648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9FA39F23-3AC9-4D16-9D63-31CEFF9CCBEB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426189" y="5895625"/>
                <a:ext cx="16380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16D1C8D8-EE49-4392-94E9-8CD979AD6062}"/>
                  </a:ext>
                </a:extLst>
              </p14:cNvPr>
              <p14:cNvContentPartPr/>
              <p14:nvPr/>
            </p14:nvContentPartPr>
            <p14:xfrm>
              <a:off x="4329549" y="5457145"/>
              <a:ext cx="1777320" cy="51516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16D1C8D8-EE49-4392-94E9-8CD979AD6062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311909" y="5439505"/>
                <a:ext cx="1812960" cy="55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4EED3086-B390-4DD8-A9D1-C7D0E650BDEC}"/>
                  </a:ext>
                </a:extLst>
              </p14:cNvPr>
              <p14:cNvContentPartPr/>
              <p14:nvPr/>
            </p14:nvContentPartPr>
            <p14:xfrm>
              <a:off x="2320389" y="5469025"/>
              <a:ext cx="1436760" cy="45108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4EED3086-B390-4DD8-A9D1-C7D0E650BDEC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302745" y="5451025"/>
                <a:ext cx="1472409" cy="48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1EE8D543-CF4C-4EB5-A1E1-33917C833F46}"/>
                  </a:ext>
                </a:extLst>
              </p14:cNvPr>
              <p14:cNvContentPartPr/>
              <p14:nvPr/>
            </p14:nvContentPartPr>
            <p14:xfrm>
              <a:off x="9906309" y="5827945"/>
              <a:ext cx="41760" cy="22176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1EE8D543-CF4C-4EB5-A1E1-33917C833F46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888309" y="5809945"/>
                <a:ext cx="7740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EB4430C3-9725-4F65-AA63-52FDF31F77EB}"/>
                  </a:ext>
                </a:extLst>
              </p14:cNvPr>
              <p14:cNvContentPartPr/>
              <p14:nvPr/>
            </p14:nvContentPartPr>
            <p14:xfrm>
              <a:off x="10207269" y="5276785"/>
              <a:ext cx="1495800" cy="84276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EB4430C3-9725-4F65-AA63-52FDF31F77EB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0189629" y="5258785"/>
                <a:ext cx="1531440" cy="87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2A2D4CB5-24CB-4070-950D-093D93E2F714}"/>
                  </a:ext>
                </a:extLst>
              </p14:cNvPr>
              <p14:cNvContentPartPr/>
              <p14:nvPr/>
            </p14:nvContentPartPr>
            <p14:xfrm>
              <a:off x="8306109" y="5377945"/>
              <a:ext cx="1401480" cy="72468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2A2D4CB5-24CB-4070-950D-093D93E2F714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288109" y="5359945"/>
                <a:ext cx="1437120" cy="76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F321A747-9E91-4FC2-BF0D-D744AFC68B00}"/>
                  </a:ext>
                </a:extLst>
              </p14:cNvPr>
              <p14:cNvContentPartPr/>
              <p14:nvPr/>
            </p14:nvContentPartPr>
            <p14:xfrm>
              <a:off x="7349949" y="5389825"/>
              <a:ext cx="784080" cy="63036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F321A747-9E91-4FC2-BF0D-D744AFC68B00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332301" y="5372185"/>
                <a:ext cx="819736" cy="66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1089D4C8-16B4-477D-9731-4E8AF49CE982}"/>
                  </a:ext>
                </a:extLst>
              </p14:cNvPr>
              <p14:cNvContentPartPr/>
              <p14:nvPr/>
            </p14:nvContentPartPr>
            <p14:xfrm>
              <a:off x="6814269" y="5435545"/>
              <a:ext cx="383760" cy="75132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1089D4C8-16B4-477D-9731-4E8AF49CE982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796269" y="5417545"/>
                <a:ext cx="419400" cy="78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86C9903C-D70B-40A3-AA41-9553C0BFC573}"/>
                  </a:ext>
                </a:extLst>
              </p14:cNvPr>
              <p14:cNvContentPartPr/>
              <p14:nvPr/>
            </p14:nvContentPartPr>
            <p14:xfrm>
              <a:off x="10303749" y="2546905"/>
              <a:ext cx="1402200" cy="54288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86C9903C-D70B-40A3-AA41-9553C0BFC573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0285749" y="2528905"/>
                <a:ext cx="1437840" cy="57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80592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243904" y="137196"/>
            <a:ext cx="1124699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b="1" dirty="0">
                <a:solidFill>
                  <a:srgbClr val="0000FF"/>
                </a:solidFill>
              </a:rPr>
              <a:t>Sinteza automatelor Moore – </a:t>
            </a:r>
            <a:r>
              <a:rPr lang="ro-RO" sz="2000" b="1" dirty="0">
                <a:solidFill>
                  <a:srgbClr val="FF0000"/>
                </a:solidFill>
              </a:rPr>
              <a:t>Exemplu de implementare cu bistabili de tip D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8E3517E5-5564-4977-88CF-52859EFD5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1508781"/>
            <a:ext cx="4924425" cy="36004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9" name="Cerneală 168">
                <a:extLst>
                  <a:ext uri="{FF2B5EF4-FFF2-40B4-BE49-F238E27FC236}">
                    <a16:creationId xmlns:a16="http://schemas.microsoft.com/office/drawing/2014/main" id="{C5BAF0B1-27F9-4531-843F-A3EEDC625256}"/>
                  </a:ext>
                </a:extLst>
              </p14:cNvPr>
              <p14:cNvContentPartPr/>
              <p14:nvPr/>
            </p14:nvContentPartPr>
            <p14:xfrm>
              <a:off x="548109" y="5582425"/>
              <a:ext cx="186120" cy="40680"/>
            </p14:xfrm>
          </p:contentPart>
        </mc:Choice>
        <mc:Fallback xmlns="">
          <p:pic>
            <p:nvPicPr>
              <p:cNvPr id="169" name="Cerneală 168">
                <a:extLst>
                  <a:ext uri="{FF2B5EF4-FFF2-40B4-BE49-F238E27FC236}">
                    <a16:creationId xmlns:a16="http://schemas.microsoft.com/office/drawing/2014/main" id="{C5BAF0B1-27F9-4531-843F-A3EEDC62525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0469" y="5564425"/>
                <a:ext cx="22176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93" name="Cerneală 192">
                <a:extLst>
                  <a:ext uri="{FF2B5EF4-FFF2-40B4-BE49-F238E27FC236}">
                    <a16:creationId xmlns:a16="http://schemas.microsoft.com/office/drawing/2014/main" id="{9B000B26-E34B-4B95-B8FD-FF5FE1043882}"/>
                  </a:ext>
                </a:extLst>
              </p14:cNvPr>
              <p14:cNvContentPartPr/>
              <p14:nvPr/>
            </p14:nvContentPartPr>
            <p14:xfrm>
              <a:off x="576909" y="6092905"/>
              <a:ext cx="186840" cy="17280"/>
            </p14:xfrm>
          </p:contentPart>
        </mc:Choice>
        <mc:Fallback xmlns="">
          <p:pic>
            <p:nvPicPr>
              <p:cNvPr id="193" name="Cerneală 192">
                <a:extLst>
                  <a:ext uri="{FF2B5EF4-FFF2-40B4-BE49-F238E27FC236}">
                    <a16:creationId xmlns:a16="http://schemas.microsoft.com/office/drawing/2014/main" id="{9B000B26-E34B-4B95-B8FD-FF5FE104388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9269" y="6075265"/>
                <a:ext cx="22248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88" name="Cerneală 287">
                <a:extLst>
                  <a:ext uri="{FF2B5EF4-FFF2-40B4-BE49-F238E27FC236}">
                    <a16:creationId xmlns:a16="http://schemas.microsoft.com/office/drawing/2014/main" id="{FC25A3F6-36DD-49D6-818E-CF945AA1D7DF}"/>
                  </a:ext>
                </a:extLst>
              </p14:cNvPr>
              <p14:cNvContentPartPr/>
              <p14:nvPr/>
            </p14:nvContentPartPr>
            <p14:xfrm>
              <a:off x="927909" y="341545"/>
              <a:ext cx="11017440" cy="6406920"/>
            </p14:xfrm>
          </p:contentPart>
        </mc:Choice>
        <mc:Fallback xmlns="">
          <p:pic>
            <p:nvPicPr>
              <p:cNvPr id="288" name="Cerneală 287">
                <a:extLst>
                  <a:ext uri="{FF2B5EF4-FFF2-40B4-BE49-F238E27FC236}">
                    <a16:creationId xmlns:a16="http://schemas.microsoft.com/office/drawing/2014/main" id="{FC25A3F6-36DD-49D6-818E-CF945AA1D7D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10270" y="323545"/>
                <a:ext cx="11053079" cy="644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383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243904" y="137196"/>
            <a:ext cx="1124699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b="1" dirty="0">
                <a:solidFill>
                  <a:srgbClr val="0000FF"/>
                </a:solidFill>
              </a:rPr>
              <a:t>Sinteza automatelor Moore – </a:t>
            </a:r>
            <a:r>
              <a:rPr lang="ro-RO" sz="2000" b="1" dirty="0">
                <a:solidFill>
                  <a:srgbClr val="FF0000"/>
                </a:solidFill>
              </a:rPr>
              <a:t>Exemplu de implementare cu bistabili de tip D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8E3517E5-5564-4977-88CF-52859EFD5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960147"/>
            <a:ext cx="4924425" cy="3600450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2A34B9B1-37AD-442B-A81F-EF45A0FD6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3049" y="868708"/>
            <a:ext cx="6766486" cy="512058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A5710DEC-6318-4B04-9AAB-A85783109AB2}"/>
                  </a:ext>
                </a:extLst>
              </p14:cNvPr>
              <p14:cNvContentPartPr/>
              <p14:nvPr/>
            </p14:nvContentPartPr>
            <p14:xfrm>
              <a:off x="1831869" y="582025"/>
              <a:ext cx="864360" cy="45864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A5710DEC-6318-4B04-9AAB-A85783109AB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13869" y="564025"/>
                <a:ext cx="900000" cy="49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E0877F4F-7F7E-41A3-B092-5366089AF839}"/>
                  </a:ext>
                </a:extLst>
              </p14:cNvPr>
              <p14:cNvContentPartPr/>
              <p14:nvPr/>
            </p14:nvContentPartPr>
            <p14:xfrm>
              <a:off x="8199549" y="506785"/>
              <a:ext cx="273240" cy="22932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E0877F4F-7F7E-41A3-B092-5366089AF83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81909" y="488785"/>
                <a:ext cx="30888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F56527F4-FC78-40BE-8B85-80879C319BA0}"/>
                  </a:ext>
                </a:extLst>
              </p14:cNvPr>
              <p14:cNvContentPartPr/>
              <p14:nvPr/>
            </p14:nvContentPartPr>
            <p14:xfrm>
              <a:off x="8695989" y="394105"/>
              <a:ext cx="1447560" cy="47340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F56527F4-FC78-40BE-8B85-80879C319BA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678349" y="376478"/>
                <a:ext cx="1483200" cy="5090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0ADCB3B0-F25E-48D8-A82F-0C5F2F175DC9}"/>
                  </a:ext>
                </a:extLst>
              </p14:cNvPr>
              <p14:cNvContentPartPr/>
              <p14:nvPr/>
            </p14:nvContentPartPr>
            <p14:xfrm>
              <a:off x="7074189" y="532705"/>
              <a:ext cx="836640" cy="25488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0ADCB3B0-F25E-48D8-A82F-0C5F2F175DC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056541" y="515065"/>
                <a:ext cx="872295" cy="2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6B3252C5-7B44-4DC8-84D5-9D82DB605F53}"/>
                  </a:ext>
                </a:extLst>
              </p14:cNvPr>
              <p14:cNvContentPartPr/>
              <p14:nvPr/>
            </p14:nvContentPartPr>
            <p14:xfrm>
              <a:off x="2869029" y="559705"/>
              <a:ext cx="285480" cy="20700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6B3252C5-7B44-4DC8-84D5-9D82DB605F5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851389" y="542065"/>
                <a:ext cx="32112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5D1A57B1-EB68-416E-B40D-9560B4743582}"/>
                  </a:ext>
                </a:extLst>
              </p14:cNvPr>
              <p14:cNvContentPartPr/>
              <p14:nvPr/>
            </p14:nvContentPartPr>
            <p14:xfrm>
              <a:off x="3430989" y="466465"/>
              <a:ext cx="1592640" cy="51192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5D1A57B1-EB68-416E-B40D-9560B474358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413345" y="448813"/>
                <a:ext cx="1628288" cy="5475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B0AEF60D-86A4-4919-AAB2-210E8915D704}"/>
                  </a:ext>
                </a:extLst>
              </p14:cNvPr>
              <p14:cNvContentPartPr/>
              <p14:nvPr/>
            </p14:nvContentPartPr>
            <p14:xfrm>
              <a:off x="592029" y="4683505"/>
              <a:ext cx="1037880" cy="38196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B0AEF60D-86A4-4919-AAB2-210E8915D70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74029" y="4665505"/>
                <a:ext cx="1073520" cy="41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EE675EF6-569B-46A0-81BB-4BEB0F498807}"/>
                  </a:ext>
                </a:extLst>
              </p14:cNvPr>
              <p14:cNvContentPartPr/>
              <p14:nvPr/>
            </p14:nvContentPartPr>
            <p14:xfrm>
              <a:off x="5486229" y="3738865"/>
              <a:ext cx="6324840" cy="13068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EE675EF6-569B-46A0-81BB-4BEB0F49880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468229" y="3720865"/>
                <a:ext cx="6360480" cy="1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76E8EEAD-5126-456C-B075-227AA3A97FFA}"/>
                  </a:ext>
                </a:extLst>
              </p14:cNvPr>
              <p14:cNvContentPartPr/>
              <p14:nvPr/>
            </p14:nvContentPartPr>
            <p14:xfrm>
              <a:off x="5433309" y="4806985"/>
              <a:ext cx="6384240" cy="9252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76E8EEAD-5126-456C-B075-227AA3A97FF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415309" y="4788985"/>
                <a:ext cx="641988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6394049A-6C09-4B07-A415-F47421F17BFC}"/>
                  </a:ext>
                </a:extLst>
              </p14:cNvPr>
              <p14:cNvContentPartPr/>
              <p14:nvPr/>
            </p14:nvContentPartPr>
            <p14:xfrm>
              <a:off x="5447349" y="2806105"/>
              <a:ext cx="6416640" cy="15300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6394049A-6C09-4B07-A415-F47421F17BF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429709" y="2788105"/>
                <a:ext cx="645228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93" name="Cerneală 92">
                <a:extLst>
                  <a:ext uri="{FF2B5EF4-FFF2-40B4-BE49-F238E27FC236}">
                    <a16:creationId xmlns:a16="http://schemas.microsoft.com/office/drawing/2014/main" id="{2F21A7E4-6B29-4D0A-AC2C-736CCEAAD7B2}"/>
                  </a:ext>
                </a:extLst>
              </p14:cNvPr>
              <p14:cNvContentPartPr/>
              <p14:nvPr/>
            </p14:nvContentPartPr>
            <p14:xfrm>
              <a:off x="731349" y="5892385"/>
              <a:ext cx="3381840" cy="810720"/>
            </p14:xfrm>
          </p:contentPart>
        </mc:Choice>
        <mc:Fallback xmlns="">
          <p:pic>
            <p:nvPicPr>
              <p:cNvPr id="93" name="Cerneală 92">
                <a:extLst>
                  <a:ext uri="{FF2B5EF4-FFF2-40B4-BE49-F238E27FC236}">
                    <a16:creationId xmlns:a16="http://schemas.microsoft.com/office/drawing/2014/main" id="{2F21A7E4-6B29-4D0A-AC2C-736CCEAAD7B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13351" y="5874745"/>
                <a:ext cx="3417476" cy="84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828C0F45-8BF6-4F9F-839D-61B195D91000}"/>
                  </a:ext>
                </a:extLst>
              </p14:cNvPr>
              <p14:cNvContentPartPr/>
              <p14:nvPr/>
            </p14:nvContentPartPr>
            <p14:xfrm>
              <a:off x="3527469" y="5200465"/>
              <a:ext cx="1086120" cy="46080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828C0F45-8BF6-4F9F-839D-61B195D9100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509469" y="5182825"/>
                <a:ext cx="1121760" cy="49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A21E8679-68EB-4F8D-9E7E-F51F26B99FBF}"/>
                  </a:ext>
                </a:extLst>
              </p14:cNvPr>
              <p14:cNvContentPartPr/>
              <p14:nvPr/>
            </p14:nvContentPartPr>
            <p14:xfrm>
              <a:off x="1643949" y="5285065"/>
              <a:ext cx="1542960" cy="55512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A21E8679-68EB-4F8D-9E7E-F51F26B99FB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625953" y="5267425"/>
                <a:ext cx="1578592" cy="59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D5717EC7-D0CC-4333-B56E-934A823D4D34}"/>
                  </a:ext>
                </a:extLst>
              </p14:cNvPr>
              <p14:cNvContentPartPr/>
              <p14:nvPr/>
            </p14:nvContentPartPr>
            <p14:xfrm>
              <a:off x="538749" y="5269225"/>
              <a:ext cx="822960" cy="51840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D5717EC7-D0CC-4333-B56E-934A823D4D3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21101" y="5251237"/>
                <a:ext cx="858616" cy="5540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7" name="Cerneală 106">
                <a:extLst>
                  <a:ext uri="{FF2B5EF4-FFF2-40B4-BE49-F238E27FC236}">
                    <a16:creationId xmlns:a16="http://schemas.microsoft.com/office/drawing/2014/main" id="{F3D1FE3D-E665-4A52-90DC-BF03D9C402DD}"/>
                  </a:ext>
                </a:extLst>
              </p14:cNvPr>
              <p14:cNvContentPartPr/>
              <p14:nvPr/>
            </p14:nvContentPartPr>
            <p14:xfrm>
              <a:off x="2270709" y="1668145"/>
              <a:ext cx="525960" cy="541800"/>
            </p14:xfrm>
          </p:contentPart>
        </mc:Choice>
        <mc:Fallback xmlns="">
          <p:pic>
            <p:nvPicPr>
              <p:cNvPr id="107" name="Cerneală 106">
                <a:extLst>
                  <a:ext uri="{FF2B5EF4-FFF2-40B4-BE49-F238E27FC236}">
                    <a16:creationId xmlns:a16="http://schemas.microsoft.com/office/drawing/2014/main" id="{F3D1FE3D-E665-4A52-90DC-BF03D9C402D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253069" y="1632505"/>
                <a:ext cx="561600" cy="61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8" name="Cerneală 107">
                <a:extLst>
                  <a:ext uri="{FF2B5EF4-FFF2-40B4-BE49-F238E27FC236}">
                    <a16:creationId xmlns:a16="http://schemas.microsoft.com/office/drawing/2014/main" id="{5E6C31AF-7962-4451-B404-3F7B3F4A29E5}"/>
                  </a:ext>
                </a:extLst>
              </p14:cNvPr>
              <p14:cNvContentPartPr/>
              <p14:nvPr/>
            </p14:nvContentPartPr>
            <p14:xfrm>
              <a:off x="2699829" y="1308505"/>
              <a:ext cx="1536120" cy="228240"/>
            </p14:xfrm>
          </p:contentPart>
        </mc:Choice>
        <mc:Fallback xmlns="">
          <p:pic>
            <p:nvPicPr>
              <p:cNvPr id="108" name="Cerneală 107">
                <a:extLst>
                  <a:ext uri="{FF2B5EF4-FFF2-40B4-BE49-F238E27FC236}">
                    <a16:creationId xmlns:a16="http://schemas.microsoft.com/office/drawing/2014/main" id="{5E6C31AF-7962-4451-B404-3F7B3F4A29E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681829" y="1272505"/>
                <a:ext cx="157176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F784F1D3-ACD2-4DA7-A777-B9C62067EC29}"/>
                  </a:ext>
                </a:extLst>
              </p14:cNvPr>
              <p14:cNvContentPartPr/>
              <p14:nvPr/>
            </p14:nvContentPartPr>
            <p14:xfrm>
              <a:off x="3589749" y="1173865"/>
              <a:ext cx="326160" cy="32724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F784F1D3-ACD2-4DA7-A777-B9C62067EC2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571749" y="1137865"/>
                <a:ext cx="361800" cy="39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C8DF6930-4D61-4901-AB70-9CEA92BB44E5}"/>
                  </a:ext>
                </a:extLst>
              </p14:cNvPr>
              <p14:cNvContentPartPr/>
              <p14:nvPr/>
            </p14:nvContentPartPr>
            <p14:xfrm>
              <a:off x="3406509" y="860665"/>
              <a:ext cx="242640" cy="33804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C8DF6930-4D61-4901-AB70-9CEA92BB44E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388509" y="825025"/>
                <a:ext cx="278280" cy="40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17D7C381-DD5A-4D2C-AFB4-11463797B1B0}"/>
                  </a:ext>
                </a:extLst>
              </p14:cNvPr>
              <p14:cNvContentPartPr/>
              <p14:nvPr/>
            </p14:nvContentPartPr>
            <p14:xfrm>
              <a:off x="7666749" y="1961545"/>
              <a:ext cx="212760" cy="25704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17D7C381-DD5A-4D2C-AFB4-11463797B1B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648749" y="1925905"/>
                <a:ext cx="248400" cy="32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12" name="Cerneală 111">
                <a:extLst>
                  <a:ext uri="{FF2B5EF4-FFF2-40B4-BE49-F238E27FC236}">
                    <a16:creationId xmlns:a16="http://schemas.microsoft.com/office/drawing/2014/main" id="{6B07648D-50CF-4D9A-B312-56FA21E1928F}"/>
                  </a:ext>
                </a:extLst>
              </p14:cNvPr>
              <p14:cNvContentPartPr/>
              <p14:nvPr/>
            </p14:nvContentPartPr>
            <p14:xfrm>
              <a:off x="4114629" y="1756345"/>
              <a:ext cx="417960" cy="15120"/>
            </p14:xfrm>
          </p:contentPart>
        </mc:Choice>
        <mc:Fallback xmlns="">
          <p:pic>
            <p:nvPicPr>
              <p:cNvPr id="112" name="Cerneală 111">
                <a:extLst>
                  <a:ext uri="{FF2B5EF4-FFF2-40B4-BE49-F238E27FC236}">
                    <a16:creationId xmlns:a16="http://schemas.microsoft.com/office/drawing/2014/main" id="{6B07648D-50CF-4D9A-B312-56FA21E1928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096629" y="1720345"/>
                <a:ext cx="45360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13" name="Cerneală 112">
                <a:extLst>
                  <a:ext uri="{FF2B5EF4-FFF2-40B4-BE49-F238E27FC236}">
                    <a16:creationId xmlns:a16="http://schemas.microsoft.com/office/drawing/2014/main" id="{9E612755-263F-4126-B516-CECE0910A8F2}"/>
                  </a:ext>
                </a:extLst>
              </p14:cNvPr>
              <p14:cNvContentPartPr/>
              <p14:nvPr/>
            </p14:nvContentPartPr>
            <p14:xfrm>
              <a:off x="4148109" y="1847425"/>
              <a:ext cx="363960" cy="19800"/>
            </p14:xfrm>
          </p:contentPart>
        </mc:Choice>
        <mc:Fallback xmlns="">
          <p:pic>
            <p:nvPicPr>
              <p:cNvPr id="113" name="Cerneală 112">
                <a:extLst>
                  <a:ext uri="{FF2B5EF4-FFF2-40B4-BE49-F238E27FC236}">
                    <a16:creationId xmlns:a16="http://schemas.microsoft.com/office/drawing/2014/main" id="{9E612755-263F-4126-B516-CECE0910A8F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130109" y="1811785"/>
                <a:ext cx="39960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14" name="Cerneală 113">
                <a:extLst>
                  <a:ext uri="{FF2B5EF4-FFF2-40B4-BE49-F238E27FC236}">
                    <a16:creationId xmlns:a16="http://schemas.microsoft.com/office/drawing/2014/main" id="{5113CEBF-C78E-46A3-9927-16EE3B538390}"/>
                  </a:ext>
                </a:extLst>
              </p14:cNvPr>
              <p14:cNvContentPartPr/>
              <p14:nvPr/>
            </p14:nvContentPartPr>
            <p14:xfrm>
              <a:off x="4160349" y="1804225"/>
              <a:ext cx="355320" cy="48600"/>
            </p14:xfrm>
          </p:contentPart>
        </mc:Choice>
        <mc:Fallback xmlns="">
          <p:pic>
            <p:nvPicPr>
              <p:cNvPr id="114" name="Cerneală 113">
                <a:extLst>
                  <a:ext uri="{FF2B5EF4-FFF2-40B4-BE49-F238E27FC236}">
                    <a16:creationId xmlns:a16="http://schemas.microsoft.com/office/drawing/2014/main" id="{5113CEBF-C78E-46A3-9927-16EE3B53839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142349" y="1768585"/>
                <a:ext cx="39096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15" name="Cerneală 114">
                <a:extLst>
                  <a:ext uri="{FF2B5EF4-FFF2-40B4-BE49-F238E27FC236}">
                    <a16:creationId xmlns:a16="http://schemas.microsoft.com/office/drawing/2014/main" id="{49A998C2-CFD6-4AC3-AB41-B9C20F434504}"/>
                  </a:ext>
                </a:extLst>
              </p14:cNvPr>
              <p14:cNvContentPartPr/>
              <p14:nvPr/>
            </p14:nvContentPartPr>
            <p14:xfrm>
              <a:off x="4170789" y="1761025"/>
              <a:ext cx="349560" cy="15120"/>
            </p14:xfrm>
          </p:contentPart>
        </mc:Choice>
        <mc:Fallback xmlns="">
          <p:pic>
            <p:nvPicPr>
              <p:cNvPr id="115" name="Cerneală 114">
                <a:extLst>
                  <a:ext uri="{FF2B5EF4-FFF2-40B4-BE49-F238E27FC236}">
                    <a16:creationId xmlns:a16="http://schemas.microsoft.com/office/drawing/2014/main" id="{49A998C2-CFD6-4AC3-AB41-B9C20F43450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152789" y="1725025"/>
                <a:ext cx="38520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16" name="Cerneală 115">
                <a:extLst>
                  <a:ext uri="{FF2B5EF4-FFF2-40B4-BE49-F238E27FC236}">
                    <a16:creationId xmlns:a16="http://schemas.microsoft.com/office/drawing/2014/main" id="{3605262C-5FD1-489F-A20B-B29B2202C6F8}"/>
                  </a:ext>
                </a:extLst>
              </p14:cNvPr>
              <p14:cNvContentPartPr/>
              <p14:nvPr/>
            </p14:nvContentPartPr>
            <p14:xfrm>
              <a:off x="4172229" y="1833745"/>
              <a:ext cx="342360" cy="22680"/>
            </p14:xfrm>
          </p:contentPart>
        </mc:Choice>
        <mc:Fallback xmlns="">
          <p:pic>
            <p:nvPicPr>
              <p:cNvPr id="116" name="Cerneală 115">
                <a:extLst>
                  <a:ext uri="{FF2B5EF4-FFF2-40B4-BE49-F238E27FC236}">
                    <a16:creationId xmlns:a16="http://schemas.microsoft.com/office/drawing/2014/main" id="{3605262C-5FD1-489F-A20B-B29B2202C6F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154589" y="1798105"/>
                <a:ext cx="37800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17" name="Cerneală 116">
                <a:extLst>
                  <a:ext uri="{FF2B5EF4-FFF2-40B4-BE49-F238E27FC236}">
                    <a16:creationId xmlns:a16="http://schemas.microsoft.com/office/drawing/2014/main" id="{A5845A4D-1ED2-4CE0-919E-D22FF9A82805}"/>
                  </a:ext>
                </a:extLst>
              </p14:cNvPr>
              <p14:cNvContentPartPr/>
              <p14:nvPr/>
            </p14:nvContentPartPr>
            <p14:xfrm>
              <a:off x="4143429" y="1775065"/>
              <a:ext cx="357120" cy="15480"/>
            </p14:xfrm>
          </p:contentPart>
        </mc:Choice>
        <mc:Fallback xmlns="">
          <p:pic>
            <p:nvPicPr>
              <p:cNvPr id="117" name="Cerneală 116">
                <a:extLst>
                  <a:ext uri="{FF2B5EF4-FFF2-40B4-BE49-F238E27FC236}">
                    <a16:creationId xmlns:a16="http://schemas.microsoft.com/office/drawing/2014/main" id="{A5845A4D-1ED2-4CE0-919E-D22FF9A82805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125429" y="1739065"/>
                <a:ext cx="39276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18" name="Cerneală 117">
                <a:extLst>
                  <a:ext uri="{FF2B5EF4-FFF2-40B4-BE49-F238E27FC236}">
                    <a16:creationId xmlns:a16="http://schemas.microsoft.com/office/drawing/2014/main" id="{BF5A4CA9-7DF4-4039-8275-1761EC4F27B4}"/>
                  </a:ext>
                </a:extLst>
              </p14:cNvPr>
              <p14:cNvContentPartPr/>
              <p14:nvPr/>
            </p14:nvContentPartPr>
            <p14:xfrm>
              <a:off x="8742789" y="1987465"/>
              <a:ext cx="166320" cy="194400"/>
            </p14:xfrm>
          </p:contentPart>
        </mc:Choice>
        <mc:Fallback xmlns="">
          <p:pic>
            <p:nvPicPr>
              <p:cNvPr id="118" name="Cerneală 117">
                <a:extLst>
                  <a:ext uri="{FF2B5EF4-FFF2-40B4-BE49-F238E27FC236}">
                    <a16:creationId xmlns:a16="http://schemas.microsoft.com/office/drawing/2014/main" id="{BF5A4CA9-7DF4-4039-8275-1761EC4F27B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724789" y="1951465"/>
                <a:ext cx="20196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19" name="Cerneală 118">
                <a:extLst>
                  <a:ext uri="{FF2B5EF4-FFF2-40B4-BE49-F238E27FC236}">
                    <a16:creationId xmlns:a16="http://schemas.microsoft.com/office/drawing/2014/main" id="{D38436BF-689A-4082-8E80-1A7B950BD598}"/>
                  </a:ext>
                </a:extLst>
              </p14:cNvPr>
              <p14:cNvContentPartPr/>
              <p14:nvPr/>
            </p14:nvContentPartPr>
            <p14:xfrm>
              <a:off x="9057069" y="1979545"/>
              <a:ext cx="254160" cy="230400"/>
            </p14:xfrm>
          </p:contentPart>
        </mc:Choice>
        <mc:Fallback xmlns="">
          <p:pic>
            <p:nvPicPr>
              <p:cNvPr id="119" name="Cerneală 118">
                <a:extLst>
                  <a:ext uri="{FF2B5EF4-FFF2-40B4-BE49-F238E27FC236}">
                    <a16:creationId xmlns:a16="http://schemas.microsoft.com/office/drawing/2014/main" id="{D38436BF-689A-4082-8E80-1A7B950BD598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039069" y="1943545"/>
                <a:ext cx="28980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20" name="Cerneală 119">
                <a:extLst>
                  <a:ext uri="{FF2B5EF4-FFF2-40B4-BE49-F238E27FC236}">
                    <a16:creationId xmlns:a16="http://schemas.microsoft.com/office/drawing/2014/main" id="{D709BABC-CAC3-4F08-93FE-71E2E47C9B27}"/>
                  </a:ext>
                </a:extLst>
              </p14:cNvPr>
              <p14:cNvContentPartPr/>
              <p14:nvPr/>
            </p14:nvContentPartPr>
            <p14:xfrm>
              <a:off x="548109" y="1698385"/>
              <a:ext cx="360" cy="360"/>
            </p14:xfrm>
          </p:contentPart>
        </mc:Choice>
        <mc:Fallback xmlns="">
          <p:pic>
            <p:nvPicPr>
              <p:cNvPr id="120" name="Cerneală 119">
                <a:extLst>
                  <a:ext uri="{FF2B5EF4-FFF2-40B4-BE49-F238E27FC236}">
                    <a16:creationId xmlns:a16="http://schemas.microsoft.com/office/drawing/2014/main" id="{D709BABC-CAC3-4F08-93FE-71E2E47C9B27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30469" y="166274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21" name="Cerneală 120">
                <a:extLst>
                  <a:ext uri="{FF2B5EF4-FFF2-40B4-BE49-F238E27FC236}">
                    <a16:creationId xmlns:a16="http://schemas.microsoft.com/office/drawing/2014/main" id="{2CC4B3DF-E304-4084-9938-33B6D90EBBBB}"/>
                  </a:ext>
                </a:extLst>
              </p14:cNvPr>
              <p14:cNvContentPartPr/>
              <p14:nvPr/>
            </p14:nvContentPartPr>
            <p14:xfrm>
              <a:off x="2433429" y="2031385"/>
              <a:ext cx="284040" cy="190440"/>
            </p14:xfrm>
          </p:contentPart>
        </mc:Choice>
        <mc:Fallback xmlns="">
          <p:pic>
            <p:nvPicPr>
              <p:cNvPr id="121" name="Cerneală 120">
                <a:extLst>
                  <a:ext uri="{FF2B5EF4-FFF2-40B4-BE49-F238E27FC236}">
                    <a16:creationId xmlns:a16="http://schemas.microsoft.com/office/drawing/2014/main" id="{2CC4B3DF-E304-4084-9938-33B6D90EBBBB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415429" y="1995385"/>
                <a:ext cx="31968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22" name="Cerneală 121">
                <a:extLst>
                  <a:ext uri="{FF2B5EF4-FFF2-40B4-BE49-F238E27FC236}">
                    <a16:creationId xmlns:a16="http://schemas.microsoft.com/office/drawing/2014/main" id="{DA41C975-8C7B-4CB5-AB82-CEBD68DF4668}"/>
                  </a:ext>
                </a:extLst>
              </p14:cNvPr>
              <p14:cNvContentPartPr/>
              <p14:nvPr/>
            </p14:nvContentPartPr>
            <p14:xfrm>
              <a:off x="11338029" y="2043985"/>
              <a:ext cx="194040" cy="178560"/>
            </p14:xfrm>
          </p:contentPart>
        </mc:Choice>
        <mc:Fallback xmlns="">
          <p:pic>
            <p:nvPicPr>
              <p:cNvPr id="122" name="Cerneală 121">
                <a:extLst>
                  <a:ext uri="{FF2B5EF4-FFF2-40B4-BE49-F238E27FC236}">
                    <a16:creationId xmlns:a16="http://schemas.microsoft.com/office/drawing/2014/main" id="{DA41C975-8C7B-4CB5-AB82-CEBD68DF466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1320029" y="2007985"/>
                <a:ext cx="22968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23" name="Cerneală 122">
                <a:extLst>
                  <a:ext uri="{FF2B5EF4-FFF2-40B4-BE49-F238E27FC236}">
                    <a16:creationId xmlns:a16="http://schemas.microsoft.com/office/drawing/2014/main" id="{C66681A6-2F77-4FDB-B1E4-FDBB05577A29}"/>
                  </a:ext>
                </a:extLst>
              </p14:cNvPr>
              <p14:cNvContentPartPr/>
              <p14:nvPr/>
            </p14:nvContentPartPr>
            <p14:xfrm>
              <a:off x="11322189" y="2432065"/>
              <a:ext cx="218160" cy="240120"/>
            </p14:xfrm>
          </p:contentPart>
        </mc:Choice>
        <mc:Fallback xmlns="">
          <p:pic>
            <p:nvPicPr>
              <p:cNvPr id="123" name="Cerneală 122">
                <a:extLst>
                  <a:ext uri="{FF2B5EF4-FFF2-40B4-BE49-F238E27FC236}">
                    <a16:creationId xmlns:a16="http://schemas.microsoft.com/office/drawing/2014/main" id="{C66681A6-2F77-4FDB-B1E4-FDBB05577A2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1304189" y="2396425"/>
                <a:ext cx="253800" cy="31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24" name="Cerneală 123">
                <a:extLst>
                  <a:ext uri="{FF2B5EF4-FFF2-40B4-BE49-F238E27FC236}">
                    <a16:creationId xmlns:a16="http://schemas.microsoft.com/office/drawing/2014/main" id="{23AA4219-D815-454F-86B7-C5AB9FCCFC41}"/>
                  </a:ext>
                </a:extLst>
              </p14:cNvPr>
              <p14:cNvContentPartPr/>
              <p14:nvPr/>
            </p14:nvContentPartPr>
            <p14:xfrm>
              <a:off x="201789" y="798385"/>
              <a:ext cx="360" cy="360"/>
            </p14:xfrm>
          </p:contentPart>
        </mc:Choice>
        <mc:Fallback xmlns="">
          <p:pic>
            <p:nvPicPr>
              <p:cNvPr id="124" name="Cerneală 123">
                <a:extLst>
                  <a:ext uri="{FF2B5EF4-FFF2-40B4-BE49-F238E27FC236}">
                    <a16:creationId xmlns:a16="http://schemas.microsoft.com/office/drawing/2014/main" id="{23AA4219-D815-454F-86B7-C5AB9FCCFC41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84149" y="76274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C8A61374-6B6F-404C-AE5F-7DE46E9AFB67}"/>
                  </a:ext>
                </a:extLst>
              </p14:cNvPr>
              <p14:cNvContentPartPr/>
              <p14:nvPr/>
            </p14:nvContentPartPr>
            <p14:xfrm>
              <a:off x="2581749" y="2328745"/>
              <a:ext cx="79920" cy="92592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C8A61374-6B6F-404C-AE5F-7DE46E9AFB6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564109" y="2293105"/>
                <a:ext cx="115560" cy="9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26" name="Cerneală 125">
                <a:extLst>
                  <a:ext uri="{FF2B5EF4-FFF2-40B4-BE49-F238E27FC236}">
                    <a16:creationId xmlns:a16="http://schemas.microsoft.com/office/drawing/2014/main" id="{850FC984-0C92-4F45-9D99-2C176232BFE1}"/>
                  </a:ext>
                </a:extLst>
              </p14:cNvPr>
              <p14:cNvContentPartPr/>
              <p14:nvPr/>
            </p14:nvContentPartPr>
            <p14:xfrm>
              <a:off x="2575269" y="2617105"/>
              <a:ext cx="147600" cy="200520"/>
            </p14:xfrm>
          </p:contentPart>
        </mc:Choice>
        <mc:Fallback xmlns="">
          <p:pic>
            <p:nvPicPr>
              <p:cNvPr id="126" name="Cerneală 125">
                <a:extLst>
                  <a:ext uri="{FF2B5EF4-FFF2-40B4-BE49-F238E27FC236}">
                    <a16:creationId xmlns:a16="http://schemas.microsoft.com/office/drawing/2014/main" id="{850FC984-0C92-4F45-9D99-2C176232BFE1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557269" y="2581465"/>
                <a:ext cx="18324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27" name="Cerneală 126">
                <a:extLst>
                  <a:ext uri="{FF2B5EF4-FFF2-40B4-BE49-F238E27FC236}">
                    <a16:creationId xmlns:a16="http://schemas.microsoft.com/office/drawing/2014/main" id="{8BB63C11-B117-4E08-AC8A-F1A28F6C4F24}"/>
                  </a:ext>
                </a:extLst>
              </p14:cNvPr>
              <p14:cNvContentPartPr/>
              <p14:nvPr/>
            </p14:nvContentPartPr>
            <p14:xfrm>
              <a:off x="2862909" y="2555905"/>
              <a:ext cx="390240" cy="362520"/>
            </p14:xfrm>
          </p:contentPart>
        </mc:Choice>
        <mc:Fallback xmlns="">
          <p:pic>
            <p:nvPicPr>
              <p:cNvPr id="127" name="Cerneală 126">
                <a:extLst>
                  <a:ext uri="{FF2B5EF4-FFF2-40B4-BE49-F238E27FC236}">
                    <a16:creationId xmlns:a16="http://schemas.microsoft.com/office/drawing/2014/main" id="{8BB63C11-B117-4E08-AC8A-F1A28F6C4F24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844909" y="2519905"/>
                <a:ext cx="425880" cy="43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28" name="Cerneală 127">
                <a:extLst>
                  <a:ext uri="{FF2B5EF4-FFF2-40B4-BE49-F238E27FC236}">
                    <a16:creationId xmlns:a16="http://schemas.microsoft.com/office/drawing/2014/main" id="{6475A968-C5C9-46D3-AF99-B296CAF42B7E}"/>
                  </a:ext>
                </a:extLst>
              </p14:cNvPr>
              <p14:cNvContentPartPr/>
              <p14:nvPr/>
            </p14:nvContentPartPr>
            <p14:xfrm>
              <a:off x="7521669" y="2423065"/>
              <a:ext cx="325080" cy="250560"/>
            </p14:xfrm>
          </p:contentPart>
        </mc:Choice>
        <mc:Fallback xmlns="">
          <p:pic>
            <p:nvPicPr>
              <p:cNvPr id="128" name="Cerneală 127">
                <a:extLst>
                  <a:ext uri="{FF2B5EF4-FFF2-40B4-BE49-F238E27FC236}">
                    <a16:creationId xmlns:a16="http://schemas.microsoft.com/office/drawing/2014/main" id="{6475A968-C5C9-46D3-AF99-B296CAF42B7E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504029" y="2387065"/>
                <a:ext cx="36072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29" name="Cerneală 128">
                <a:extLst>
                  <a:ext uri="{FF2B5EF4-FFF2-40B4-BE49-F238E27FC236}">
                    <a16:creationId xmlns:a16="http://schemas.microsoft.com/office/drawing/2014/main" id="{E280DA39-643C-4E4E-97A9-C42BA6835B33}"/>
                  </a:ext>
                </a:extLst>
              </p14:cNvPr>
              <p14:cNvContentPartPr/>
              <p14:nvPr/>
            </p14:nvContentPartPr>
            <p14:xfrm>
              <a:off x="2430189" y="3406945"/>
              <a:ext cx="243720" cy="10080"/>
            </p14:xfrm>
          </p:contentPart>
        </mc:Choice>
        <mc:Fallback xmlns="">
          <p:pic>
            <p:nvPicPr>
              <p:cNvPr id="129" name="Cerneală 128">
                <a:extLst>
                  <a:ext uri="{FF2B5EF4-FFF2-40B4-BE49-F238E27FC236}">
                    <a16:creationId xmlns:a16="http://schemas.microsoft.com/office/drawing/2014/main" id="{E280DA39-643C-4E4E-97A9-C42BA6835B33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412189" y="3371305"/>
                <a:ext cx="27936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30" name="Cerneală 129">
                <a:extLst>
                  <a:ext uri="{FF2B5EF4-FFF2-40B4-BE49-F238E27FC236}">
                    <a16:creationId xmlns:a16="http://schemas.microsoft.com/office/drawing/2014/main" id="{26FCFF9B-4BE3-4BF5-9952-DEDE968A9A9F}"/>
                  </a:ext>
                </a:extLst>
              </p14:cNvPr>
              <p14:cNvContentPartPr/>
              <p14:nvPr/>
            </p14:nvContentPartPr>
            <p14:xfrm>
              <a:off x="2401029" y="3431065"/>
              <a:ext cx="274320" cy="13680"/>
            </p14:xfrm>
          </p:contentPart>
        </mc:Choice>
        <mc:Fallback xmlns="">
          <p:pic>
            <p:nvPicPr>
              <p:cNvPr id="130" name="Cerneală 129">
                <a:extLst>
                  <a:ext uri="{FF2B5EF4-FFF2-40B4-BE49-F238E27FC236}">
                    <a16:creationId xmlns:a16="http://schemas.microsoft.com/office/drawing/2014/main" id="{26FCFF9B-4BE3-4BF5-9952-DEDE968A9A9F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383389" y="3395425"/>
                <a:ext cx="30996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31" name="Cerneală 130">
                <a:extLst>
                  <a:ext uri="{FF2B5EF4-FFF2-40B4-BE49-F238E27FC236}">
                    <a16:creationId xmlns:a16="http://schemas.microsoft.com/office/drawing/2014/main" id="{EF191A75-9EA9-4069-89E6-4F662905BF92}"/>
                  </a:ext>
                </a:extLst>
              </p14:cNvPr>
              <p14:cNvContentPartPr/>
              <p14:nvPr/>
            </p14:nvContentPartPr>
            <p14:xfrm>
              <a:off x="2401029" y="3464545"/>
              <a:ext cx="256680" cy="5760"/>
            </p14:xfrm>
          </p:contentPart>
        </mc:Choice>
        <mc:Fallback xmlns="">
          <p:pic>
            <p:nvPicPr>
              <p:cNvPr id="131" name="Cerneală 130">
                <a:extLst>
                  <a:ext uri="{FF2B5EF4-FFF2-40B4-BE49-F238E27FC236}">
                    <a16:creationId xmlns:a16="http://schemas.microsoft.com/office/drawing/2014/main" id="{EF191A75-9EA9-4069-89E6-4F662905BF92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383389" y="3428545"/>
                <a:ext cx="29232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32" name="Cerneală 131">
                <a:extLst>
                  <a:ext uri="{FF2B5EF4-FFF2-40B4-BE49-F238E27FC236}">
                    <a16:creationId xmlns:a16="http://schemas.microsoft.com/office/drawing/2014/main" id="{27069502-2F09-4C0D-9637-601FBE485F80}"/>
                  </a:ext>
                </a:extLst>
              </p14:cNvPr>
              <p14:cNvContentPartPr/>
              <p14:nvPr/>
            </p14:nvContentPartPr>
            <p14:xfrm>
              <a:off x="2367549" y="3483985"/>
              <a:ext cx="279360" cy="19800"/>
            </p14:xfrm>
          </p:contentPart>
        </mc:Choice>
        <mc:Fallback xmlns="">
          <p:pic>
            <p:nvPicPr>
              <p:cNvPr id="132" name="Cerneală 131">
                <a:extLst>
                  <a:ext uri="{FF2B5EF4-FFF2-40B4-BE49-F238E27FC236}">
                    <a16:creationId xmlns:a16="http://schemas.microsoft.com/office/drawing/2014/main" id="{27069502-2F09-4C0D-9637-601FBE485F80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349909" y="3447985"/>
                <a:ext cx="31500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33" name="Cerneală 132">
                <a:extLst>
                  <a:ext uri="{FF2B5EF4-FFF2-40B4-BE49-F238E27FC236}">
                    <a16:creationId xmlns:a16="http://schemas.microsoft.com/office/drawing/2014/main" id="{EFD2B459-6910-4B6C-9C42-B1655ADABCF0}"/>
                  </a:ext>
                </a:extLst>
              </p14:cNvPr>
              <p14:cNvContentPartPr/>
              <p14:nvPr/>
            </p14:nvContentPartPr>
            <p14:xfrm>
              <a:off x="2372229" y="3522505"/>
              <a:ext cx="268560" cy="5040"/>
            </p14:xfrm>
          </p:contentPart>
        </mc:Choice>
        <mc:Fallback xmlns="">
          <p:pic>
            <p:nvPicPr>
              <p:cNvPr id="133" name="Cerneală 132">
                <a:extLst>
                  <a:ext uri="{FF2B5EF4-FFF2-40B4-BE49-F238E27FC236}">
                    <a16:creationId xmlns:a16="http://schemas.microsoft.com/office/drawing/2014/main" id="{EFD2B459-6910-4B6C-9C42-B1655ADABCF0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354589" y="3486865"/>
                <a:ext cx="30420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34" name="Cerneală 133">
                <a:extLst>
                  <a:ext uri="{FF2B5EF4-FFF2-40B4-BE49-F238E27FC236}">
                    <a16:creationId xmlns:a16="http://schemas.microsoft.com/office/drawing/2014/main" id="{EF91E61F-1DCC-4F99-B13C-2A9112D6469B}"/>
                  </a:ext>
                </a:extLst>
              </p14:cNvPr>
              <p14:cNvContentPartPr/>
              <p14:nvPr/>
            </p14:nvContentPartPr>
            <p14:xfrm>
              <a:off x="2423709" y="3527185"/>
              <a:ext cx="201600" cy="5760"/>
            </p14:xfrm>
          </p:contentPart>
        </mc:Choice>
        <mc:Fallback xmlns="">
          <p:pic>
            <p:nvPicPr>
              <p:cNvPr id="134" name="Cerneală 133">
                <a:extLst>
                  <a:ext uri="{FF2B5EF4-FFF2-40B4-BE49-F238E27FC236}">
                    <a16:creationId xmlns:a16="http://schemas.microsoft.com/office/drawing/2014/main" id="{EF91E61F-1DCC-4F99-B13C-2A9112D6469B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405709" y="3491545"/>
                <a:ext cx="23724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35" name="Cerneală 134">
                <a:extLst>
                  <a:ext uri="{FF2B5EF4-FFF2-40B4-BE49-F238E27FC236}">
                    <a16:creationId xmlns:a16="http://schemas.microsoft.com/office/drawing/2014/main" id="{57202EC5-6983-4D6E-8BC3-A7181284BECE}"/>
                  </a:ext>
                </a:extLst>
              </p14:cNvPr>
              <p14:cNvContentPartPr/>
              <p14:nvPr/>
            </p14:nvContentPartPr>
            <p14:xfrm>
              <a:off x="2410749" y="3532225"/>
              <a:ext cx="225000" cy="10800"/>
            </p14:xfrm>
          </p:contentPart>
        </mc:Choice>
        <mc:Fallback xmlns="">
          <p:pic>
            <p:nvPicPr>
              <p:cNvPr id="135" name="Cerneală 134">
                <a:extLst>
                  <a:ext uri="{FF2B5EF4-FFF2-40B4-BE49-F238E27FC236}">
                    <a16:creationId xmlns:a16="http://schemas.microsoft.com/office/drawing/2014/main" id="{57202EC5-6983-4D6E-8BC3-A7181284BECE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393109" y="3496585"/>
                <a:ext cx="26064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36" name="Cerneală 135">
                <a:extLst>
                  <a:ext uri="{FF2B5EF4-FFF2-40B4-BE49-F238E27FC236}">
                    <a16:creationId xmlns:a16="http://schemas.microsoft.com/office/drawing/2014/main" id="{7F02FBB6-30F9-4121-8762-F845EA676EAA}"/>
                  </a:ext>
                </a:extLst>
              </p14:cNvPr>
              <p14:cNvContentPartPr/>
              <p14:nvPr/>
            </p14:nvContentPartPr>
            <p14:xfrm>
              <a:off x="2386989" y="3551665"/>
              <a:ext cx="246240" cy="5040"/>
            </p14:xfrm>
          </p:contentPart>
        </mc:Choice>
        <mc:Fallback xmlns="">
          <p:pic>
            <p:nvPicPr>
              <p:cNvPr id="136" name="Cerneală 135">
                <a:extLst>
                  <a:ext uri="{FF2B5EF4-FFF2-40B4-BE49-F238E27FC236}">
                    <a16:creationId xmlns:a16="http://schemas.microsoft.com/office/drawing/2014/main" id="{7F02FBB6-30F9-4121-8762-F845EA676EAA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2368989" y="3515665"/>
                <a:ext cx="28188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37" name="Cerneală 136">
                <a:extLst>
                  <a:ext uri="{FF2B5EF4-FFF2-40B4-BE49-F238E27FC236}">
                    <a16:creationId xmlns:a16="http://schemas.microsoft.com/office/drawing/2014/main" id="{CEE8E433-50F5-4556-815A-CB67AE75F08B}"/>
                  </a:ext>
                </a:extLst>
              </p14:cNvPr>
              <p14:cNvContentPartPr/>
              <p14:nvPr/>
            </p14:nvContentPartPr>
            <p14:xfrm>
              <a:off x="2410749" y="3401905"/>
              <a:ext cx="206280" cy="6120"/>
            </p14:xfrm>
          </p:contentPart>
        </mc:Choice>
        <mc:Fallback xmlns="">
          <p:pic>
            <p:nvPicPr>
              <p:cNvPr id="137" name="Cerneală 136">
                <a:extLst>
                  <a:ext uri="{FF2B5EF4-FFF2-40B4-BE49-F238E27FC236}">
                    <a16:creationId xmlns:a16="http://schemas.microsoft.com/office/drawing/2014/main" id="{CEE8E433-50F5-4556-815A-CB67AE75F08B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2393109" y="3365905"/>
                <a:ext cx="24192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B10D7978-07D7-41B4-ABDC-FE09EDBEAF27}"/>
                  </a:ext>
                </a:extLst>
              </p14:cNvPr>
              <p14:cNvContentPartPr/>
              <p14:nvPr/>
            </p14:nvContentPartPr>
            <p14:xfrm>
              <a:off x="2401029" y="3435745"/>
              <a:ext cx="255960" cy="972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B10D7978-07D7-41B4-ABDC-FE09EDBEAF27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383389" y="3400105"/>
                <a:ext cx="29160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7B439E2C-26FF-4189-9134-6BB71372C14D}"/>
                  </a:ext>
                </a:extLst>
              </p14:cNvPr>
              <p14:cNvContentPartPr/>
              <p14:nvPr/>
            </p14:nvContentPartPr>
            <p14:xfrm>
              <a:off x="2372229" y="3460945"/>
              <a:ext cx="231120" cy="16560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7B439E2C-26FF-4189-9134-6BB71372C14D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354589" y="3424945"/>
                <a:ext cx="26676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242A7A51-D86F-4DE3-8D22-26E4336CA2A1}"/>
                  </a:ext>
                </a:extLst>
              </p14:cNvPr>
              <p14:cNvContentPartPr/>
              <p14:nvPr/>
            </p14:nvContentPartPr>
            <p14:xfrm>
              <a:off x="2410749" y="3516025"/>
              <a:ext cx="212040" cy="216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242A7A51-D86F-4DE3-8D22-26E4336CA2A1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393109" y="3480025"/>
                <a:ext cx="24768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41" name="Cerneală 140">
                <a:extLst>
                  <a:ext uri="{FF2B5EF4-FFF2-40B4-BE49-F238E27FC236}">
                    <a16:creationId xmlns:a16="http://schemas.microsoft.com/office/drawing/2014/main" id="{9CCF8EB5-5103-49F8-A315-980E0C83087D}"/>
                  </a:ext>
                </a:extLst>
              </p14:cNvPr>
              <p14:cNvContentPartPr/>
              <p14:nvPr/>
            </p14:nvContentPartPr>
            <p14:xfrm>
              <a:off x="2420469" y="3503425"/>
              <a:ext cx="232560" cy="14760"/>
            </p14:xfrm>
          </p:contentPart>
        </mc:Choice>
        <mc:Fallback xmlns="">
          <p:pic>
            <p:nvPicPr>
              <p:cNvPr id="141" name="Cerneală 140">
                <a:extLst>
                  <a:ext uri="{FF2B5EF4-FFF2-40B4-BE49-F238E27FC236}">
                    <a16:creationId xmlns:a16="http://schemas.microsoft.com/office/drawing/2014/main" id="{9CCF8EB5-5103-49F8-A315-980E0C83087D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2402469" y="3467425"/>
                <a:ext cx="26820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42" name="Cerneală 141">
                <a:extLst>
                  <a:ext uri="{FF2B5EF4-FFF2-40B4-BE49-F238E27FC236}">
                    <a16:creationId xmlns:a16="http://schemas.microsoft.com/office/drawing/2014/main" id="{768FC51B-9FB6-4DC1-BFFA-25DEBA1BBC6A}"/>
                  </a:ext>
                </a:extLst>
              </p14:cNvPr>
              <p14:cNvContentPartPr/>
              <p14:nvPr/>
            </p14:nvContentPartPr>
            <p14:xfrm>
              <a:off x="2391669" y="3468865"/>
              <a:ext cx="237960" cy="21240"/>
            </p14:xfrm>
          </p:contentPart>
        </mc:Choice>
        <mc:Fallback xmlns="">
          <p:pic>
            <p:nvPicPr>
              <p:cNvPr id="142" name="Cerneală 141">
                <a:extLst>
                  <a:ext uri="{FF2B5EF4-FFF2-40B4-BE49-F238E27FC236}">
                    <a16:creationId xmlns:a16="http://schemas.microsoft.com/office/drawing/2014/main" id="{768FC51B-9FB6-4DC1-BFFA-25DEBA1BBC6A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373669" y="3433225"/>
                <a:ext cx="27360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43" name="Cerneală 142">
                <a:extLst>
                  <a:ext uri="{FF2B5EF4-FFF2-40B4-BE49-F238E27FC236}">
                    <a16:creationId xmlns:a16="http://schemas.microsoft.com/office/drawing/2014/main" id="{D26A1DAF-2BD2-4045-80A9-0222FF5E2727}"/>
                  </a:ext>
                </a:extLst>
              </p14:cNvPr>
              <p14:cNvContentPartPr/>
              <p14:nvPr/>
            </p14:nvContentPartPr>
            <p14:xfrm>
              <a:off x="2413989" y="3383905"/>
              <a:ext cx="237960" cy="22320"/>
            </p14:xfrm>
          </p:contentPart>
        </mc:Choice>
        <mc:Fallback xmlns="">
          <p:pic>
            <p:nvPicPr>
              <p:cNvPr id="143" name="Cerneală 142">
                <a:extLst>
                  <a:ext uri="{FF2B5EF4-FFF2-40B4-BE49-F238E27FC236}">
                    <a16:creationId xmlns:a16="http://schemas.microsoft.com/office/drawing/2014/main" id="{D26A1DAF-2BD2-4045-80A9-0222FF5E2727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396349" y="3347905"/>
                <a:ext cx="27360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44" name="Cerneală 143">
                <a:extLst>
                  <a:ext uri="{FF2B5EF4-FFF2-40B4-BE49-F238E27FC236}">
                    <a16:creationId xmlns:a16="http://schemas.microsoft.com/office/drawing/2014/main" id="{BD0B7C21-B2F2-47FE-8628-6175DB14CCB1}"/>
                  </a:ext>
                </a:extLst>
              </p14:cNvPr>
              <p14:cNvContentPartPr/>
              <p14:nvPr/>
            </p14:nvContentPartPr>
            <p14:xfrm>
              <a:off x="2396349" y="3459505"/>
              <a:ext cx="253800" cy="14040"/>
            </p14:xfrm>
          </p:contentPart>
        </mc:Choice>
        <mc:Fallback xmlns="">
          <p:pic>
            <p:nvPicPr>
              <p:cNvPr id="144" name="Cerneală 143">
                <a:extLst>
                  <a:ext uri="{FF2B5EF4-FFF2-40B4-BE49-F238E27FC236}">
                    <a16:creationId xmlns:a16="http://schemas.microsoft.com/office/drawing/2014/main" id="{BD0B7C21-B2F2-47FE-8628-6175DB14CCB1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2378349" y="3423505"/>
                <a:ext cx="28944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45" name="Cerneală 144">
                <a:extLst>
                  <a:ext uri="{FF2B5EF4-FFF2-40B4-BE49-F238E27FC236}">
                    <a16:creationId xmlns:a16="http://schemas.microsoft.com/office/drawing/2014/main" id="{97664ECD-C4E5-4EC5-AE3E-98C3AD6BA378}"/>
                  </a:ext>
                </a:extLst>
              </p14:cNvPr>
              <p14:cNvContentPartPr/>
              <p14:nvPr/>
            </p14:nvContentPartPr>
            <p14:xfrm>
              <a:off x="2458989" y="3513145"/>
              <a:ext cx="240120" cy="15120"/>
            </p14:xfrm>
          </p:contentPart>
        </mc:Choice>
        <mc:Fallback xmlns="">
          <p:pic>
            <p:nvPicPr>
              <p:cNvPr id="145" name="Cerneală 144">
                <a:extLst>
                  <a:ext uri="{FF2B5EF4-FFF2-40B4-BE49-F238E27FC236}">
                    <a16:creationId xmlns:a16="http://schemas.microsoft.com/office/drawing/2014/main" id="{97664ECD-C4E5-4EC5-AE3E-98C3AD6BA378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2440989" y="3477145"/>
                <a:ext cx="27576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46" name="Cerneală 145">
                <a:extLst>
                  <a:ext uri="{FF2B5EF4-FFF2-40B4-BE49-F238E27FC236}">
                    <a16:creationId xmlns:a16="http://schemas.microsoft.com/office/drawing/2014/main" id="{C2093802-9D54-4FAA-9C41-AEAF21C0AC2A}"/>
                  </a:ext>
                </a:extLst>
              </p14:cNvPr>
              <p14:cNvContentPartPr/>
              <p14:nvPr/>
            </p14:nvContentPartPr>
            <p14:xfrm>
              <a:off x="8763309" y="2439985"/>
              <a:ext cx="210600" cy="269640"/>
            </p14:xfrm>
          </p:contentPart>
        </mc:Choice>
        <mc:Fallback xmlns="">
          <p:pic>
            <p:nvPicPr>
              <p:cNvPr id="146" name="Cerneală 145">
                <a:extLst>
                  <a:ext uri="{FF2B5EF4-FFF2-40B4-BE49-F238E27FC236}">
                    <a16:creationId xmlns:a16="http://schemas.microsoft.com/office/drawing/2014/main" id="{C2093802-9D54-4FAA-9C41-AEAF21C0AC2A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8745669" y="2403985"/>
                <a:ext cx="246240" cy="34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47" name="Cerneală 146">
                <a:extLst>
                  <a:ext uri="{FF2B5EF4-FFF2-40B4-BE49-F238E27FC236}">
                    <a16:creationId xmlns:a16="http://schemas.microsoft.com/office/drawing/2014/main" id="{C6824154-CCEC-4BF7-B8F2-16E297B1E5D2}"/>
                  </a:ext>
                </a:extLst>
              </p14:cNvPr>
              <p14:cNvContentPartPr/>
              <p14:nvPr/>
            </p14:nvContentPartPr>
            <p14:xfrm>
              <a:off x="9108549" y="2432425"/>
              <a:ext cx="231840" cy="246960"/>
            </p14:xfrm>
          </p:contentPart>
        </mc:Choice>
        <mc:Fallback xmlns="">
          <p:pic>
            <p:nvPicPr>
              <p:cNvPr id="147" name="Cerneală 146">
                <a:extLst>
                  <a:ext uri="{FF2B5EF4-FFF2-40B4-BE49-F238E27FC236}">
                    <a16:creationId xmlns:a16="http://schemas.microsoft.com/office/drawing/2014/main" id="{C6824154-CCEC-4BF7-B8F2-16E297B1E5D2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9090909" y="2396785"/>
                <a:ext cx="26748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205" name="Cerneală 204">
                <a:extLst>
                  <a:ext uri="{FF2B5EF4-FFF2-40B4-BE49-F238E27FC236}">
                    <a16:creationId xmlns:a16="http://schemas.microsoft.com/office/drawing/2014/main" id="{4DD2F781-6AF5-4010-A200-42244FE81076}"/>
                  </a:ext>
                </a:extLst>
              </p14:cNvPr>
              <p14:cNvContentPartPr/>
              <p14:nvPr/>
            </p14:nvContentPartPr>
            <p14:xfrm>
              <a:off x="5125149" y="5903545"/>
              <a:ext cx="6908760" cy="950400"/>
            </p14:xfrm>
          </p:contentPart>
        </mc:Choice>
        <mc:Fallback xmlns="">
          <p:pic>
            <p:nvPicPr>
              <p:cNvPr id="205" name="Cerneală 204">
                <a:extLst>
                  <a:ext uri="{FF2B5EF4-FFF2-40B4-BE49-F238E27FC236}">
                    <a16:creationId xmlns:a16="http://schemas.microsoft.com/office/drawing/2014/main" id="{4DD2F781-6AF5-4010-A200-42244FE81076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107509" y="5885898"/>
                <a:ext cx="6944400" cy="98605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91062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243904" y="137196"/>
            <a:ext cx="1124699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b="1" dirty="0">
                <a:solidFill>
                  <a:srgbClr val="0000FF"/>
                </a:solidFill>
              </a:rPr>
              <a:t>Sinteza automatelor Moore – </a:t>
            </a:r>
            <a:r>
              <a:rPr lang="ro-RO" sz="2000" b="1" dirty="0">
                <a:solidFill>
                  <a:srgbClr val="FF0000"/>
                </a:solidFill>
              </a:rPr>
              <a:t>Exemplu de implementare cu bistabili de tip 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EBFA0851-B055-47D0-B093-BED7EE99BAC0}"/>
                  </a:ext>
                </a:extLst>
              </p14:cNvPr>
              <p14:cNvContentPartPr/>
              <p14:nvPr/>
            </p14:nvContentPartPr>
            <p14:xfrm>
              <a:off x="1024389" y="1059385"/>
              <a:ext cx="433440" cy="30708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EBFA0851-B055-47D0-B093-BED7EE99BAC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6389" y="1041745"/>
                <a:ext cx="469080" cy="34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CB4D8989-EB31-439B-B258-46C7AF2E69B0}"/>
                  </a:ext>
                </a:extLst>
              </p14:cNvPr>
              <p14:cNvContentPartPr/>
              <p14:nvPr/>
            </p14:nvContentPartPr>
            <p14:xfrm>
              <a:off x="3946869" y="1005745"/>
              <a:ext cx="361440" cy="32616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CB4D8989-EB31-439B-B258-46C7AF2E69B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29229" y="987745"/>
                <a:ext cx="397080" cy="36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FA29909D-71EE-418D-AE4F-4BB95F49ED7F}"/>
                  </a:ext>
                </a:extLst>
              </p14:cNvPr>
              <p14:cNvContentPartPr/>
              <p14:nvPr/>
            </p14:nvContentPartPr>
            <p14:xfrm>
              <a:off x="6213069" y="1129945"/>
              <a:ext cx="565200" cy="30636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FA29909D-71EE-418D-AE4F-4BB95F49ED7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195080" y="1112305"/>
                <a:ext cx="600817" cy="34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F5638227-8508-42CB-8D7C-496719EBFE33}"/>
                  </a:ext>
                </a:extLst>
              </p14:cNvPr>
              <p14:cNvContentPartPr/>
              <p14:nvPr/>
            </p14:nvContentPartPr>
            <p14:xfrm>
              <a:off x="5466789" y="1015105"/>
              <a:ext cx="230760" cy="35316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F5638227-8508-42CB-8D7C-496719EBFE3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448789" y="997465"/>
                <a:ext cx="266400" cy="38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C9145CE9-A663-4FAE-B9E5-3BCE98B69B3A}"/>
                  </a:ext>
                </a:extLst>
              </p14:cNvPr>
              <p14:cNvContentPartPr/>
              <p14:nvPr/>
            </p14:nvContentPartPr>
            <p14:xfrm>
              <a:off x="4648509" y="952825"/>
              <a:ext cx="533520" cy="60012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C9145CE9-A663-4FAE-B9E5-3BCE98B69B3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630869" y="934836"/>
                <a:ext cx="569160" cy="6357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0E956320-3F39-4DB7-855A-2F4FDCFED3AC}"/>
                  </a:ext>
                </a:extLst>
              </p14:cNvPr>
              <p14:cNvContentPartPr/>
              <p14:nvPr/>
            </p14:nvContentPartPr>
            <p14:xfrm>
              <a:off x="1828989" y="954265"/>
              <a:ext cx="1708200" cy="40572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0E956320-3F39-4DB7-855A-2F4FDCFED3A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11349" y="936265"/>
                <a:ext cx="1743840" cy="44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7CA75981-5F48-4100-815C-38BAACB6229C}"/>
                  </a:ext>
                </a:extLst>
              </p14:cNvPr>
              <p14:cNvContentPartPr/>
              <p14:nvPr/>
            </p14:nvContentPartPr>
            <p14:xfrm>
              <a:off x="7810749" y="1236505"/>
              <a:ext cx="9000" cy="36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7CA75981-5F48-4100-815C-38BAACB6229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792749" y="1218505"/>
                <a:ext cx="446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26A1D1E5-869A-4C54-BFC9-747ABF2361C6}"/>
                  </a:ext>
                </a:extLst>
              </p14:cNvPr>
              <p14:cNvContentPartPr/>
              <p14:nvPr/>
            </p14:nvContentPartPr>
            <p14:xfrm>
              <a:off x="7189749" y="1152985"/>
              <a:ext cx="447480" cy="14256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26A1D1E5-869A-4C54-BFC9-747ABF2361C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171749" y="1135345"/>
                <a:ext cx="48312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5DEAC3FE-257F-4638-A909-68DAF16CA3A5}"/>
                  </a:ext>
                </a:extLst>
              </p14:cNvPr>
              <p14:cNvContentPartPr/>
              <p14:nvPr/>
            </p14:nvContentPartPr>
            <p14:xfrm>
              <a:off x="2280429" y="1569505"/>
              <a:ext cx="1882080" cy="80748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5DEAC3FE-257F-4638-A909-68DAF16CA3A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262789" y="1551865"/>
                <a:ext cx="1917720" cy="84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6F190582-E8A2-4083-AA1F-1ED11E84F2F1}"/>
                  </a:ext>
                </a:extLst>
              </p14:cNvPr>
              <p14:cNvContentPartPr/>
              <p14:nvPr/>
            </p14:nvContentPartPr>
            <p14:xfrm>
              <a:off x="4716189" y="1896025"/>
              <a:ext cx="549000" cy="34092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6F190582-E8A2-4083-AA1F-1ED11E84F2F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698549" y="1878025"/>
                <a:ext cx="584640" cy="37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DE64D1F4-F74A-4754-8753-BF9C9D1A2873}"/>
                  </a:ext>
                </a:extLst>
              </p14:cNvPr>
              <p14:cNvContentPartPr/>
              <p14:nvPr/>
            </p14:nvContentPartPr>
            <p14:xfrm>
              <a:off x="10780029" y="1514425"/>
              <a:ext cx="667800" cy="40284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DE64D1F4-F74A-4754-8753-BF9C9D1A287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762019" y="1496425"/>
                <a:ext cx="703459" cy="43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EF2A7222-19EF-40AE-98A7-00B5A3F6240E}"/>
                  </a:ext>
                </a:extLst>
              </p14:cNvPr>
              <p14:cNvContentPartPr/>
              <p14:nvPr/>
            </p14:nvContentPartPr>
            <p14:xfrm>
              <a:off x="8186229" y="831145"/>
              <a:ext cx="2271600" cy="113904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EF2A7222-19EF-40AE-98A7-00B5A3F6240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168229" y="813505"/>
                <a:ext cx="2307240" cy="11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02F9EDBE-0C2A-4E7F-83D0-D59C93F170C6}"/>
                  </a:ext>
                </a:extLst>
              </p14:cNvPr>
              <p14:cNvContentPartPr/>
              <p14:nvPr/>
            </p14:nvContentPartPr>
            <p14:xfrm>
              <a:off x="6121629" y="1681465"/>
              <a:ext cx="1582560" cy="30420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02F9EDBE-0C2A-4E7F-83D0-D59C93F170C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103989" y="1663825"/>
                <a:ext cx="1618200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8BE526AC-649A-4FFD-8E83-A0FDDEBD59B3}"/>
                  </a:ext>
                </a:extLst>
              </p14:cNvPr>
              <p14:cNvContentPartPr/>
              <p14:nvPr/>
            </p14:nvContentPartPr>
            <p14:xfrm>
              <a:off x="8432829" y="2286265"/>
              <a:ext cx="537480" cy="14364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8BE526AC-649A-4FFD-8E83-A0FDDEBD59B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415189" y="2268265"/>
                <a:ext cx="57312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56E17F6A-9705-49AC-9C5C-765E3B675AE2}"/>
                  </a:ext>
                </a:extLst>
              </p14:cNvPr>
              <p14:cNvContentPartPr/>
              <p14:nvPr/>
            </p14:nvContentPartPr>
            <p14:xfrm>
              <a:off x="9523629" y="2094385"/>
              <a:ext cx="1193400" cy="37908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56E17F6A-9705-49AC-9C5C-765E3B675AE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505989" y="2076745"/>
                <a:ext cx="1229040" cy="41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BD686315-C6CC-4D12-9FB6-76121E9195F1}"/>
                  </a:ext>
                </a:extLst>
              </p14:cNvPr>
              <p14:cNvContentPartPr/>
              <p14:nvPr/>
            </p14:nvContentPartPr>
            <p14:xfrm>
              <a:off x="7360749" y="2236945"/>
              <a:ext cx="537480" cy="25488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BD686315-C6CC-4D12-9FB6-76121E9195F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343121" y="2218970"/>
                <a:ext cx="573096" cy="2904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A438B525-BB0E-40F1-B36C-6EE8958A8511}"/>
                  </a:ext>
                </a:extLst>
              </p14:cNvPr>
              <p14:cNvContentPartPr/>
              <p14:nvPr/>
            </p14:nvContentPartPr>
            <p14:xfrm>
              <a:off x="6155109" y="2143705"/>
              <a:ext cx="1054440" cy="38556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A438B525-BB0E-40F1-B36C-6EE8958A851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137109" y="2126065"/>
                <a:ext cx="1090080" cy="42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5" name="Cerneală 104">
                <a:extLst>
                  <a:ext uri="{FF2B5EF4-FFF2-40B4-BE49-F238E27FC236}">
                    <a16:creationId xmlns:a16="http://schemas.microsoft.com/office/drawing/2014/main" id="{87B237AD-3432-44B9-8B9F-BAE03DB6372D}"/>
                  </a:ext>
                </a:extLst>
              </p14:cNvPr>
              <p14:cNvContentPartPr/>
              <p14:nvPr/>
            </p14:nvContentPartPr>
            <p14:xfrm>
              <a:off x="11087829" y="2097985"/>
              <a:ext cx="887040" cy="337680"/>
            </p14:xfrm>
          </p:contentPart>
        </mc:Choice>
        <mc:Fallback xmlns="">
          <p:pic>
            <p:nvPicPr>
              <p:cNvPr id="105" name="Cerneală 104">
                <a:extLst>
                  <a:ext uri="{FF2B5EF4-FFF2-40B4-BE49-F238E27FC236}">
                    <a16:creationId xmlns:a16="http://schemas.microsoft.com/office/drawing/2014/main" id="{87B237AD-3432-44B9-8B9F-BAE03DB6372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1070182" y="2079985"/>
                <a:ext cx="922694" cy="37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24" name="Cerneală 123">
                <a:extLst>
                  <a:ext uri="{FF2B5EF4-FFF2-40B4-BE49-F238E27FC236}">
                    <a16:creationId xmlns:a16="http://schemas.microsoft.com/office/drawing/2014/main" id="{6A2E6DD8-D98C-4602-9A25-3FDB5C37CB18}"/>
                  </a:ext>
                </a:extLst>
              </p14:cNvPr>
              <p14:cNvContentPartPr/>
              <p14:nvPr/>
            </p14:nvContentPartPr>
            <p14:xfrm>
              <a:off x="1357029" y="3564265"/>
              <a:ext cx="2179800" cy="33120"/>
            </p14:xfrm>
          </p:contentPart>
        </mc:Choice>
        <mc:Fallback xmlns="">
          <p:pic>
            <p:nvPicPr>
              <p:cNvPr id="124" name="Cerneală 123">
                <a:extLst>
                  <a:ext uri="{FF2B5EF4-FFF2-40B4-BE49-F238E27FC236}">
                    <a16:creationId xmlns:a16="http://schemas.microsoft.com/office/drawing/2014/main" id="{6A2E6DD8-D98C-4602-9A25-3FDB5C37CB1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339029" y="3546265"/>
                <a:ext cx="221544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45" name="Cerneală 144">
                <a:extLst>
                  <a:ext uri="{FF2B5EF4-FFF2-40B4-BE49-F238E27FC236}">
                    <a16:creationId xmlns:a16="http://schemas.microsoft.com/office/drawing/2014/main" id="{1ED619CD-EA04-4CDA-9419-19F721895444}"/>
                  </a:ext>
                </a:extLst>
              </p14:cNvPr>
              <p14:cNvContentPartPr/>
              <p14:nvPr/>
            </p14:nvContentPartPr>
            <p14:xfrm>
              <a:off x="1306269" y="2936785"/>
              <a:ext cx="2383200" cy="473760"/>
            </p14:xfrm>
          </p:contentPart>
        </mc:Choice>
        <mc:Fallback xmlns="">
          <p:pic>
            <p:nvPicPr>
              <p:cNvPr id="145" name="Cerneală 144">
                <a:extLst>
                  <a:ext uri="{FF2B5EF4-FFF2-40B4-BE49-F238E27FC236}">
                    <a16:creationId xmlns:a16="http://schemas.microsoft.com/office/drawing/2014/main" id="{1ED619CD-EA04-4CDA-9419-19F72189544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288629" y="2919145"/>
                <a:ext cx="2418840" cy="50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49" name="Cerneală 148">
                <a:extLst>
                  <a:ext uri="{FF2B5EF4-FFF2-40B4-BE49-F238E27FC236}">
                    <a16:creationId xmlns:a16="http://schemas.microsoft.com/office/drawing/2014/main" id="{C22F136E-3D88-4ABB-A7B5-60FF48CEF2D2}"/>
                  </a:ext>
                </a:extLst>
              </p14:cNvPr>
              <p14:cNvContentPartPr/>
              <p14:nvPr/>
            </p14:nvContentPartPr>
            <p14:xfrm>
              <a:off x="9264069" y="3056665"/>
              <a:ext cx="316440" cy="167760"/>
            </p14:xfrm>
          </p:contentPart>
        </mc:Choice>
        <mc:Fallback xmlns="">
          <p:pic>
            <p:nvPicPr>
              <p:cNvPr id="149" name="Cerneală 148">
                <a:extLst>
                  <a:ext uri="{FF2B5EF4-FFF2-40B4-BE49-F238E27FC236}">
                    <a16:creationId xmlns:a16="http://schemas.microsoft.com/office/drawing/2014/main" id="{C22F136E-3D88-4ABB-A7B5-60FF48CEF2D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246069" y="3039025"/>
                <a:ext cx="35208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57" name="Cerneală 156">
                <a:extLst>
                  <a:ext uri="{FF2B5EF4-FFF2-40B4-BE49-F238E27FC236}">
                    <a16:creationId xmlns:a16="http://schemas.microsoft.com/office/drawing/2014/main" id="{2FABB6B8-FD03-42A5-B1C8-C421C1221D8E}"/>
                  </a:ext>
                </a:extLst>
              </p14:cNvPr>
              <p14:cNvContentPartPr/>
              <p14:nvPr/>
            </p14:nvContentPartPr>
            <p14:xfrm>
              <a:off x="10032309" y="3012385"/>
              <a:ext cx="1368360" cy="380160"/>
            </p14:xfrm>
          </p:contentPart>
        </mc:Choice>
        <mc:Fallback xmlns="">
          <p:pic>
            <p:nvPicPr>
              <p:cNvPr id="157" name="Cerneală 156">
                <a:extLst>
                  <a:ext uri="{FF2B5EF4-FFF2-40B4-BE49-F238E27FC236}">
                    <a16:creationId xmlns:a16="http://schemas.microsoft.com/office/drawing/2014/main" id="{2FABB6B8-FD03-42A5-B1C8-C421C1221D8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014309" y="2994728"/>
                <a:ext cx="1404000" cy="4158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68" name="Cerneală 167">
                <a:extLst>
                  <a:ext uri="{FF2B5EF4-FFF2-40B4-BE49-F238E27FC236}">
                    <a16:creationId xmlns:a16="http://schemas.microsoft.com/office/drawing/2014/main" id="{EB14B567-A9D0-4DBC-B7BE-205008A51005}"/>
                  </a:ext>
                </a:extLst>
              </p14:cNvPr>
              <p14:cNvContentPartPr/>
              <p14:nvPr/>
            </p14:nvContentPartPr>
            <p14:xfrm>
              <a:off x="4068549" y="2862265"/>
              <a:ext cx="4615920" cy="1220400"/>
            </p14:xfrm>
          </p:contentPart>
        </mc:Choice>
        <mc:Fallback xmlns="">
          <p:pic>
            <p:nvPicPr>
              <p:cNvPr id="168" name="Cerneală 167">
                <a:extLst>
                  <a:ext uri="{FF2B5EF4-FFF2-40B4-BE49-F238E27FC236}">
                    <a16:creationId xmlns:a16="http://schemas.microsoft.com/office/drawing/2014/main" id="{EB14B567-A9D0-4DBC-B7BE-205008A5100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050909" y="2844265"/>
                <a:ext cx="4651560" cy="12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69" name="Cerneală 168">
                <a:extLst>
                  <a:ext uri="{FF2B5EF4-FFF2-40B4-BE49-F238E27FC236}">
                    <a16:creationId xmlns:a16="http://schemas.microsoft.com/office/drawing/2014/main" id="{B4AA4CB5-7314-4356-9296-F9F56C7CF66D}"/>
                  </a:ext>
                </a:extLst>
              </p14:cNvPr>
              <p14:cNvContentPartPr/>
              <p14:nvPr/>
            </p14:nvContentPartPr>
            <p14:xfrm>
              <a:off x="7367949" y="3703225"/>
              <a:ext cx="120600" cy="92160"/>
            </p14:xfrm>
          </p:contentPart>
        </mc:Choice>
        <mc:Fallback xmlns="">
          <p:pic>
            <p:nvPicPr>
              <p:cNvPr id="169" name="Cerneală 168">
                <a:extLst>
                  <a:ext uri="{FF2B5EF4-FFF2-40B4-BE49-F238E27FC236}">
                    <a16:creationId xmlns:a16="http://schemas.microsoft.com/office/drawing/2014/main" id="{B4AA4CB5-7314-4356-9296-F9F56C7CF66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349949" y="3685585"/>
                <a:ext cx="15624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70" name="Cerneală 169">
                <a:extLst>
                  <a:ext uri="{FF2B5EF4-FFF2-40B4-BE49-F238E27FC236}">
                    <a16:creationId xmlns:a16="http://schemas.microsoft.com/office/drawing/2014/main" id="{B393F790-E448-401B-9513-2A9CDC8F85E9}"/>
                  </a:ext>
                </a:extLst>
              </p14:cNvPr>
              <p14:cNvContentPartPr/>
              <p14:nvPr/>
            </p14:nvContentPartPr>
            <p14:xfrm>
              <a:off x="7523829" y="3703585"/>
              <a:ext cx="507960" cy="95040"/>
            </p14:xfrm>
          </p:contentPart>
        </mc:Choice>
        <mc:Fallback xmlns="">
          <p:pic>
            <p:nvPicPr>
              <p:cNvPr id="170" name="Cerneală 169">
                <a:extLst>
                  <a:ext uri="{FF2B5EF4-FFF2-40B4-BE49-F238E27FC236}">
                    <a16:creationId xmlns:a16="http://schemas.microsoft.com/office/drawing/2014/main" id="{B393F790-E448-401B-9513-2A9CDC8F85E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506189" y="3685585"/>
                <a:ext cx="54360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71" name="Cerneală 170">
                <a:extLst>
                  <a:ext uri="{FF2B5EF4-FFF2-40B4-BE49-F238E27FC236}">
                    <a16:creationId xmlns:a16="http://schemas.microsoft.com/office/drawing/2014/main" id="{ACC6DE4B-7D7C-4256-A689-FC810189B0AF}"/>
                  </a:ext>
                </a:extLst>
              </p14:cNvPr>
              <p14:cNvContentPartPr/>
              <p14:nvPr/>
            </p14:nvContentPartPr>
            <p14:xfrm>
              <a:off x="8052669" y="3696385"/>
              <a:ext cx="240840" cy="96120"/>
            </p14:xfrm>
          </p:contentPart>
        </mc:Choice>
        <mc:Fallback xmlns="">
          <p:pic>
            <p:nvPicPr>
              <p:cNvPr id="171" name="Cerneală 170">
                <a:extLst>
                  <a:ext uri="{FF2B5EF4-FFF2-40B4-BE49-F238E27FC236}">
                    <a16:creationId xmlns:a16="http://schemas.microsoft.com/office/drawing/2014/main" id="{ACC6DE4B-7D7C-4256-A689-FC810189B0A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034669" y="3678385"/>
                <a:ext cx="27648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72" name="Cerneală 171">
                <a:extLst>
                  <a:ext uri="{FF2B5EF4-FFF2-40B4-BE49-F238E27FC236}">
                    <a16:creationId xmlns:a16="http://schemas.microsoft.com/office/drawing/2014/main" id="{A7E6E19C-1B91-4602-8A19-47A9896A1D04}"/>
                  </a:ext>
                </a:extLst>
              </p14:cNvPr>
              <p14:cNvContentPartPr/>
              <p14:nvPr/>
            </p14:nvContentPartPr>
            <p14:xfrm>
              <a:off x="8744229" y="3410545"/>
              <a:ext cx="261360" cy="367200"/>
            </p14:xfrm>
          </p:contentPart>
        </mc:Choice>
        <mc:Fallback xmlns="">
          <p:pic>
            <p:nvPicPr>
              <p:cNvPr id="172" name="Cerneală 171">
                <a:extLst>
                  <a:ext uri="{FF2B5EF4-FFF2-40B4-BE49-F238E27FC236}">
                    <a16:creationId xmlns:a16="http://schemas.microsoft.com/office/drawing/2014/main" id="{A7E6E19C-1B91-4602-8A19-47A9896A1D0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726229" y="3392905"/>
                <a:ext cx="297000" cy="40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73" name="Cerneală 172">
                <a:extLst>
                  <a:ext uri="{FF2B5EF4-FFF2-40B4-BE49-F238E27FC236}">
                    <a16:creationId xmlns:a16="http://schemas.microsoft.com/office/drawing/2014/main" id="{C1885253-69A7-43ED-9A65-B5BEE0DD4E06}"/>
                  </a:ext>
                </a:extLst>
              </p14:cNvPr>
              <p14:cNvContentPartPr/>
              <p14:nvPr/>
            </p14:nvContentPartPr>
            <p14:xfrm>
              <a:off x="8792469" y="3565705"/>
              <a:ext cx="313560" cy="32400"/>
            </p14:xfrm>
          </p:contentPart>
        </mc:Choice>
        <mc:Fallback xmlns="">
          <p:pic>
            <p:nvPicPr>
              <p:cNvPr id="173" name="Cerneală 172">
                <a:extLst>
                  <a:ext uri="{FF2B5EF4-FFF2-40B4-BE49-F238E27FC236}">
                    <a16:creationId xmlns:a16="http://schemas.microsoft.com/office/drawing/2014/main" id="{C1885253-69A7-43ED-9A65-B5BEE0DD4E06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774829" y="3548065"/>
                <a:ext cx="34920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74" name="Cerneală 173">
                <a:extLst>
                  <a:ext uri="{FF2B5EF4-FFF2-40B4-BE49-F238E27FC236}">
                    <a16:creationId xmlns:a16="http://schemas.microsoft.com/office/drawing/2014/main" id="{70DD391B-3B4E-446A-B626-922CA3E3A35A}"/>
                  </a:ext>
                </a:extLst>
              </p14:cNvPr>
              <p14:cNvContentPartPr/>
              <p14:nvPr/>
            </p14:nvContentPartPr>
            <p14:xfrm>
              <a:off x="9038709" y="3638425"/>
              <a:ext cx="563400" cy="141120"/>
            </p14:xfrm>
          </p:contentPart>
        </mc:Choice>
        <mc:Fallback xmlns="">
          <p:pic>
            <p:nvPicPr>
              <p:cNvPr id="174" name="Cerneală 173">
                <a:extLst>
                  <a:ext uri="{FF2B5EF4-FFF2-40B4-BE49-F238E27FC236}">
                    <a16:creationId xmlns:a16="http://schemas.microsoft.com/office/drawing/2014/main" id="{70DD391B-3B4E-446A-B626-922CA3E3A35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020709" y="3620425"/>
                <a:ext cx="59904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88" name="Cerneală 187">
                <a:extLst>
                  <a:ext uri="{FF2B5EF4-FFF2-40B4-BE49-F238E27FC236}">
                    <a16:creationId xmlns:a16="http://schemas.microsoft.com/office/drawing/2014/main" id="{792CC670-5C57-4911-8F94-7CD9D50727A6}"/>
                  </a:ext>
                </a:extLst>
              </p14:cNvPr>
              <p14:cNvContentPartPr/>
              <p14:nvPr/>
            </p14:nvContentPartPr>
            <p14:xfrm>
              <a:off x="11424789" y="3797185"/>
              <a:ext cx="360" cy="9720"/>
            </p14:xfrm>
          </p:contentPart>
        </mc:Choice>
        <mc:Fallback xmlns="">
          <p:pic>
            <p:nvPicPr>
              <p:cNvPr id="188" name="Cerneală 187">
                <a:extLst>
                  <a:ext uri="{FF2B5EF4-FFF2-40B4-BE49-F238E27FC236}">
                    <a16:creationId xmlns:a16="http://schemas.microsoft.com/office/drawing/2014/main" id="{792CC670-5C57-4911-8F94-7CD9D50727A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1407149" y="3779185"/>
                <a:ext cx="3600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89" name="Cerneală 188">
                <a:extLst>
                  <a:ext uri="{FF2B5EF4-FFF2-40B4-BE49-F238E27FC236}">
                    <a16:creationId xmlns:a16="http://schemas.microsoft.com/office/drawing/2014/main" id="{44C14B6A-00E1-4B13-BBEA-2C64C5D8A330}"/>
                  </a:ext>
                </a:extLst>
              </p14:cNvPr>
              <p14:cNvContentPartPr/>
              <p14:nvPr/>
            </p14:nvContentPartPr>
            <p14:xfrm>
              <a:off x="9870309" y="3508105"/>
              <a:ext cx="1339560" cy="309600"/>
            </p14:xfrm>
          </p:contentPart>
        </mc:Choice>
        <mc:Fallback xmlns="">
          <p:pic>
            <p:nvPicPr>
              <p:cNvPr id="189" name="Cerneală 188">
                <a:extLst>
                  <a:ext uri="{FF2B5EF4-FFF2-40B4-BE49-F238E27FC236}">
                    <a16:creationId xmlns:a16="http://schemas.microsoft.com/office/drawing/2014/main" id="{44C14B6A-00E1-4B13-BBEA-2C64C5D8A33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852664" y="3490126"/>
                <a:ext cx="1375210" cy="3451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92" name="Cerneală 191">
                <a:extLst>
                  <a:ext uri="{FF2B5EF4-FFF2-40B4-BE49-F238E27FC236}">
                    <a16:creationId xmlns:a16="http://schemas.microsoft.com/office/drawing/2014/main" id="{0F66703E-1BCF-40E0-B679-FA0C7EBFA65A}"/>
                  </a:ext>
                </a:extLst>
              </p14:cNvPr>
              <p14:cNvContentPartPr/>
              <p14:nvPr/>
            </p14:nvContentPartPr>
            <p14:xfrm>
              <a:off x="633429" y="4696825"/>
              <a:ext cx="346320" cy="213840"/>
            </p14:xfrm>
          </p:contentPart>
        </mc:Choice>
        <mc:Fallback xmlns="">
          <p:pic>
            <p:nvPicPr>
              <p:cNvPr id="192" name="Cerneală 191">
                <a:extLst>
                  <a:ext uri="{FF2B5EF4-FFF2-40B4-BE49-F238E27FC236}">
                    <a16:creationId xmlns:a16="http://schemas.microsoft.com/office/drawing/2014/main" id="{0F66703E-1BCF-40E0-B679-FA0C7EBFA65A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15429" y="4679185"/>
                <a:ext cx="38196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94" name="Cerneală 193">
                <a:extLst>
                  <a:ext uri="{FF2B5EF4-FFF2-40B4-BE49-F238E27FC236}">
                    <a16:creationId xmlns:a16="http://schemas.microsoft.com/office/drawing/2014/main" id="{EA239F13-FDAC-4ED3-A8D8-E88DCBE453B2}"/>
                  </a:ext>
                </a:extLst>
              </p14:cNvPr>
              <p14:cNvContentPartPr/>
              <p14:nvPr/>
            </p14:nvContentPartPr>
            <p14:xfrm>
              <a:off x="461709" y="1183585"/>
              <a:ext cx="284400" cy="285480"/>
            </p14:xfrm>
          </p:contentPart>
        </mc:Choice>
        <mc:Fallback xmlns="">
          <p:pic>
            <p:nvPicPr>
              <p:cNvPr id="194" name="Cerneală 193">
                <a:extLst>
                  <a:ext uri="{FF2B5EF4-FFF2-40B4-BE49-F238E27FC236}">
                    <a16:creationId xmlns:a16="http://schemas.microsoft.com/office/drawing/2014/main" id="{EA239F13-FDAC-4ED3-A8D8-E88DCBE453B2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43732" y="1165945"/>
                <a:ext cx="319995" cy="32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95" name="Cerneală 194">
                <a:extLst>
                  <a:ext uri="{FF2B5EF4-FFF2-40B4-BE49-F238E27FC236}">
                    <a16:creationId xmlns:a16="http://schemas.microsoft.com/office/drawing/2014/main" id="{272D7E51-B2F4-4396-88FF-919DD1FACAB7}"/>
                  </a:ext>
                </a:extLst>
              </p14:cNvPr>
              <p14:cNvContentPartPr/>
              <p14:nvPr/>
            </p14:nvContentPartPr>
            <p14:xfrm>
              <a:off x="1457829" y="4506025"/>
              <a:ext cx="426960" cy="334080"/>
            </p14:xfrm>
          </p:contentPart>
        </mc:Choice>
        <mc:Fallback xmlns="">
          <p:pic>
            <p:nvPicPr>
              <p:cNvPr id="195" name="Cerneală 194">
                <a:extLst>
                  <a:ext uri="{FF2B5EF4-FFF2-40B4-BE49-F238E27FC236}">
                    <a16:creationId xmlns:a16="http://schemas.microsoft.com/office/drawing/2014/main" id="{272D7E51-B2F4-4396-88FF-919DD1FACAB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439829" y="4488025"/>
                <a:ext cx="462600" cy="36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06" name="Cerneală 205">
                <a:extLst>
                  <a:ext uri="{FF2B5EF4-FFF2-40B4-BE49-F238E27FC236}">
                    <a16:creationId xmlns:a16="http://schemas.microsoft.com/office/drawing/2014/main" id="{DE49AD8D-487B-468E-98B0-6019C8E78710}"/>
                  </a:ext>
                </a:extLst>
              </p14:cNvPr>
              <p14:cNvContentPartPr/>
              <p14:nvPr/>
            </p14:nvContentPartPr>
            <p14:xfrm>
              <a:off x="4643109" y="4457065"/>
              <a:ext cx="262800" cy="615240"/>
            </p14:xfrm>
          </p:contentPart>
        </mc:Choice>
        <mc:Fallback xmlns="">
          <p:pic>
            <p:nvPicPr>
              <p:cNvPr id="206" name="Cerneală 205">
                <a:extLst>
                  <a:ext uri="{FF2B5EF4-FFF2-40B4-BE49-F238E27FC236}">
                    <a16:creationId xmlns:a16="http://schemas.microsoft.com/office/drawing/2014/main" id="{DE49AD8D-487B-468E-98B0-6019C8E78710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625109" y="4439425"/>
                <a:ext cx="298440" cy="65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39" name="Cerneală 238">
                <a:extLst>
                  <a:ext uri="{FF2B5EF4-FFF2-40B4-BE49-F238E27FC236}">
                    <a16:creationId xmlns:a16="http://schemas.microsoft.com/office/drawing/2014/main" id="{E3FCD5FF-BC7C-454F-A238-D83FF7C8953A}"/>
                  </a:ext>
                </a:extLst>
              </p14:cNvPr>
              <p14:cNvContentPartPr/>
              <p14:nvPr/>
            </p14:nvContentPartPr>
            <p14:xfrm>
              <a:off x="7795989" y="4409185"/>
              <a:ext cx="2261880" cy="631440"/>
            </p14:xfrm>
          </p:contentPart>
        </mc:Choice>
        <mc:Fallback xmlns="">
          <p:pic>
            <p:nvPicPr>
              <p:cNvPr id="239" name="Cerneală 238">
                <a:extLst>
                  <a:ext uri="{FF2B5EF4-FFF2-40B4-BE49-F238E27FC236}">
                    <a16:creationId xmlns:a16="http://schemas.microsoft.com/office/drawing/2014/main" id="{E3FCD5FF-BC7C-454F-A238-D83FF7C8953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778349" y="4391185"/>
                <a:ext cx="2297520" cy="66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40" name="Cerneală 239">
                <a:extLst>
                  <a:ext uri="{FF2B5EF4-FFF2-40B4-BE49-F238E27FC236}">
                    <a16:creationId xmlns:a16="http://schemas.microsoft.com/office/drawing/2014/main" id="{A4D57CEC-8354-4DFD-8DA7-8F3AB2A908D7}"/>
                  </a:ext>
                </a:extLst>
              </p14:cNvPr>
              <p14:cNvContentPartPr/>
              <p14:nvPr/>
            </p14:nvContentPartPr>
            <p14:xfrm>
              <a:off x="6856749" y="4688545"/>
              <a:ext cx="401760" cy="169560"/>
            </p14:xfrm>
          </p:contentPart>
        </mc:Choice>
        <mc:Fallback xmlns="">
          <p:pic>
            <p:nvPicPr>
              <p:cNvPr id="240" name="Cerneală 239">
                <a:extLst>
                  <a:ext uri="{FF2B5EF4-FFF2-40B4-BE49-F238E27FC236}">
                    <a16:creationId xmlns:a16="http://schemas.microsoft.com/office/drawing/2014/main" id="{A4D57CEC-8354-4DFD-8DA7-8F3AB2A908D7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838765" y="4670905"/>
                <a:ext cx="437368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41" name="Cerneală 240">
                <a:extLst>
                  <a:ext uri="{FF2B5EF4-FFF2-40B4-BE49-F238E27FC236}">
                    <a16:creationId xmlns:a16="http://schemas.microsoft.com/office/drawing/2014/main" id="{301762FF-AAE9-4A56-8A72-FC8EAA2A2E68}"/>
                  </a:ext>
                </a:extLst>
              </p14:cNvPr>
              <p14:cNvContentPartPr/>
              <p14:nvPr/>
            </p14:nvContentPartPr>
            <p14:xfrm>
              <a:off x="6174189" y="4682425"/>
              <a:ext cx="435240" cy="276840"/>
            </p14:xfrm>
          </p:contentPart>
        </mc:Choice>
        <mc:Fallback xmlns="">
          <p:pic>
            <p:nvPicPr>
              <p:cNvPr id="241" name="Cerneală 240">
                <a:extLst>
                  <a:ext uri="{FF2B5EF4-FFF2-40B4-BE49-F238E27FC236}">
                    <a16:creationId xmlns:a16="http://schemas.microsoft.com/office/drawing/2014/main" id="{301762FF-AAE9-4A56-8A72-FC8EAA2A2E68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156534" y="4664425"/>
                <a:ext cx="47091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42" name="Cerneală 241">
                <a:extLst>
                  <a:ext uri="{FF2B5EF4-FFF2-40B4-BE49-F238E27FC236}">
                    <a16:creationId xmlns:a16="http://schemas.microsoft.com/office/drawing/2014/main" id="{5B8CCEE3-9604-443C-9D0D-7A5A11C9D618}"/>
                  </a:ext>
                </a:extLst>
              </p14:cNvPr>
              <p14:cNvContentPartPr/>
              <p14:nvPr/>
            </p14:nvContentPartPr>
            <p14:xfrm>
              <a:off x="5086269" y="4569385"/>
              <a:ext cx="311400" cy="283320"/>
            </p14:xfrm>
          </p:contentPart>
        </mc:Choice>
        <mc:Fallback xmlns="">
          <p:pic>
            <p:nvPicPr>
              <p:cNvPr id="242" name="Cerneală 241">
                <a:extLst>
                  <a:ext uri="{FF2B5EF4-FFF2-40B4-BE49-F238E27FC236}">
                    <a16:creationId xmlns:a16="http://schemas.microsoft.com/office/drawing/2014/main" id="{5B8CCEE3-9604-443C-9D0D-7A5A11C9D618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068629" y="4551745"/>
                <a:ext cx="34704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43" name="Cerneală 242">
                <a:extLst>
                  <a:ext uri="{FF2B5EF4-FFF2-40B4-BE49-F238E27FC236}">
                    <a16:creationId xmlns:a16="http://schemas.microsoft.com/office/drawing/2014/main" id="{EC4F1D38-4106-4F89-A037-BDBA1C070A94}"/>
                  </a:ext>
                </a:extLst>
              </p14:cNvPr>
              <p14:cNvContentPartPr/>
              <p14:nvPr/>
            </p14:nvContentPartPr>
            <p14:xfrm>
              <a:off x="2363589" y="4340065"/>
              <a:ext cx="1616400" cy="431640"/>
            </p14:xfrm>
          </p:contentPart>
        </mc:Choice>
        <mc:Fallback xmlns="">
          <p:pic>
            <p:nvPicPr>
              <p:cNvPr id="243" name="Cerneală 242">
                <a:extLst>
                  <a:ext uri="{FF2B5EF4-FFF2-40B4-BE49-F238E27FC236}">
                    <a16:creationId xmlns:a16="http://schemas.microsoft.com/office/drawing/2014/main" id="{EC4F1D38-4106-4F89-A037-BDBA1C070A94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345949" y="4322425"/>
                <a:ext cx="1652040" cy="46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82" name="Cerneală 281">
                <a:extLst>
                  <a:ext uri="{FF2B5EF4-FFF2-40B4-BE49-F238E27FC236}">
                    <a16:creationId xmlns:a16="http://schemas.microsoft.com/office/drawing/2014/main" id="{6605F142-A232-4A6E-91B9-7F2E00EABB0F}"/>
                  </a:ext>
                </a:extLst>
              </p14:cNvPr>
              <p14:cNvContentPartPr/>
              <p14:nvPr/>
            </p14:nvContentPartPr>
            <p14:xfrm>
              <a:off x="1426869" y="5211985"/>
              <a:ext cx="2009520" cy="1354680"/>
            </p14:xfrm>
          </p:contentPart>
        </mc:Choice>
        <mc:Fallback xmlns="">
          <p:pic>
            <p:nvPicPr>
              <p:cNvPr id="282" name="Cerneală 281">
                <a:extLst>
                  <a:ext uri="{FF2B5EF4-FFF2-40B4-BE49-F238E27FC236}">
                    <a16:creationId xmlns:a16="http://schemas.microsoft.com/office/drawing/2014/main" id="{6605F142-A232-4A6E-91B9-7F2E00EABB0F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408869" y="5194345"/>
                <a:ext cx="2045160" cy="139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90" name="Cerneală 289">
                <a:extLst>
                  <a:ext uri="{FF2B5EF4-FFF2-40B4-BE49-F238E27FC236}">
                    <a16:creationId xmlns:a16="http://schemas.microsoft.com/office/drawing/2014/main" id="{FA0F3B5D-55FA-4EC5-90D5-4069550A6CA3}"/>
                  </a:ext>
                </a:extLst>
              </p14:cNvPr>
              <p14:cNvContentPartPr/>
              <p14:nvPr/>
            </p14:nvContentPartPr>
            <p14:xfrm>
              <a:off x="8228709" y="6306385"/>
              <a:ext cx="310320" cy="144720"/>
            </p14:xfrm>
          </p:contentPart>
        </mc:Choice>
        <mc:Fallback xmlns="">
          <p:pic>
            <p:nvPicPr>
              <p:cNvPr id="290" name="Cerneală 289">
                <a:extLst>
                  <a:ext uri="{FF2B5EF4-FFF2-40B4-BE49-F238E27FC236}">
                    <a16:creationId xmlns:a16="http://schemas.microsoft.com/office/drawing/2014/main" id="{FA0F3B5D-55FA-4EC5-90D5-4069550A6CA3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210709" y="6288745"/>
                <a:ext cx="34596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291" name="Cerneală 290">
                <a:extLst>
                  <a:ext uri="{FF2B5EF4-FFF2-40B4-BE49-F238E27FC236}">
                    <a16:creationId xmlns:a16="http://schemas.microsoft.com/office/drawing/2014/main" id="{596B7983-6965-4222-8F00-B79263A2AF78}"/>
                  </a:ext>
                </a:extLst>
              </p14:cNvPr>
              <p14:cNvContentPartPr/>
              <p14:nvPr/>
            </p14:nvContentPartPr>
            <p14:xfrm>
              <a:off x="3580029" y="5192545"/>
              <a:ext cx="4092480" cy="1410840"/>
            </p14:xfrm>
          </p:contentPart>
        </mc:Choice>
        <mc:Fallback xmlns="">
          <p:pic>
            <p:nvPicPr>
              <p:cNvPr id="291" name="Cerneală 290">
                <a:extLst>
                  <a:ext uri="{FF2B5EF4-FFF2-40B4-BE49-F238E27FC236}">
                    <a16:creationId xmlns:a16="http://schemas.microsoft.com/office/drawing/2014/main" id="{596B7983-6965-4222-8F00-B79263A2AF78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562389" y="5174905"/>
                <a:ext cx="4128120" cy="144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297" name="Cerneală 296">
                <a:extLst>
                  <a:ext uri="{FF2B5EF4-FFF2-40B4-BE49-F238E27FC236}">
                    <a16:creationId xmlns:a16="http://schemas.microsoft.com/office/drawing/2014/main" id="{DD3D9A0E-4C07-4A31-9EE4-CF78BCA83453}"/>
                  </a:ext>
                </a:extLst>
              </p14:cNvPr>
              <p14:cNvContentPartPr/>
              <p14:nvPr/>
            </p14:nvContentPartPr>
            <p14:xfrm>
              <a:off x="10966869" y="6255985"/>
              <a:ext cx="626400" cy="145080"/>
            </p14:xfrm>
          </p:contentPart>
        </mc:Choice>
        <mc:Fallback xmlns="">
          <p:pic>
            <p:nvPicPr>
              <p:cNvPr id="297" name="Cerneală 296">
                <a:extLst>
                  <a:ext uri="{FF2B5EF4-FFF2-40B4-BE49-F238E27FC236}">
                    <a16:creationId xmlns:a16="http://schemas.microsoft.com/office/drawing/2014/main" id="{DD3D9A0E-4C07-4A31-9EE4-CF78BCA83453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0949229" y="6238345"/>
                <a:ext cx="66204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98" name="Cerneală 297">
                <a:extLst>
                  <a:ext uri="{FF2B5EF4-FFF2-40B4-BE49-F238E27FC236}">
                    <a16:creationId xmlns:a16="http://schemas.microsoft.com/office/drawing/2014/main" id="{FD42AE61-B4BC-4F21-AF57-5A68033BB919}"/>
                  </a:ext>
                </a:extLst>
              </p14:cNvPr>
              <p14:cNvContentPartPr/>
              <p14:nvPr/>
            </p14:nvContentPartPr>
            <p14:xfrm>
              <a:off x="11578869" y="6110905"/>
              <a:ext cx="43560" cy="25560"/>
            </p14:xfrm>
          </p:contentPart>
        </mc:Choice>
        <mc:Fallback xmlns="">
          <p:pic>
            <p:nvPicPr>
              <p:cNvPr id="298" name="Cerneală 297">
                <a:extLst>
                  <a:ext uri="{FF2B5EF4-FFF2-40B4-BE49-F238E27FC236}">
                    <a16:creationId xmlns:a16="http://schemas.microsoft.com/office/drawing/2014/main" id="{FD42AE61-B4BC-4F21-AF57-5A68033BB919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1561229" y="6092905"/>
                <a:ext cx="7920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301" name="Cerneală 300">
                <a:extLst>
                  <a:ext uri="{FF2B5EF4-FFF2-40B4-BE49-F238E27FC236}">
                    <a16:creationId xmlns:a16="http://schemas.microsoft.com/office/drawing/2014/main" id="{263FB843-4F01-4BCD-92CB-E890F2155024}"/>
                  </a:ext>
                </a:extLst>
              </p14:cNvPr>
              <p14:cNvContentPartPr/>
              <p14:nvPr/>
            </p14:nvContentPartPr>
            <p14:xfrm>
              <a:off x="10373949" y="6523105"/>
              <a:ext cx="806760" cy="248040"/>
            </p14:xfrm>
          </p:contentPart>
        </mc:Choice>
        <mc:Fallback xmlns="">
          <p:pic>
            <p:nvPicPr>
              <p:cNvPr id="301" name="Cerneală 300">
                <a:extLst>
                  <a:ext uri="{FF2B5EF4-FFF2-40B4-BE49-F238E27FC236}">
                    <a16:creationId xmlns:a16="http://schemas.microsoft.com/office/drawing/2014/main" id="{263FB843-4F01-4BCD-92CB-E890F2155024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0356301" y="6505105"/>
                <a:ext cx="842416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302" name="Cerneală 301">
                <a:extLst>
                  <a:ext uri="{FF2B5EF4-FFF2-40B4-BE49-F238E27FC236}">
                    <a16:creationId xmlns:a16="http://schemas.microsoft.com/office/drawing/2014/main" id="{20765317-29BE-44AF-B76F-714B42FFBFFB}"/>
                  </a:ext>
                </a:extLst>
              </p14:cNvPr>
              <p14:cNvContentPartPr/>
              <p14:nvPr/>
            </p14:nvContentPartPr>
            <p14:xfrm>
              <a:off x="8923149" y="6033865"/>
              <a:ext cx="1750320" cy="382680"/>
            </p14:xfrm>
          </p:contentPart>
        </mc:Choice>
        <mc:Fallback xmlns="">
          <p:pic>
            <p:nvPicPr>
              <p:cNvPr id="302" name="Cerneală 301">
                <a:extLst>
                  <a:ext uri="{FF2B5EF4-FFF2-40B4-BE49-F238E27FC236}">
                    <a16:creationId xmlns:a16="http://schemas.microsoft.com/office/drawing/2014/main" id="{20765317-29BE-44AF-B76F-714B42FFBFFB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905149" y="6015865"/>
                <a:ext cx="1785960" cy="41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69775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243904" y="137196"/>
            <a:ext cx="1124699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b="1" dirty="0">
                <a:solidFill>
                  <a:srgbClr val="0000FF"/>
                </a:solidFill>
              </a:rPr>
              <a:t>Sinteza automatelor Moore – </a:t>
            </a:r>
            <a:r>
              <a:rPr lang="ro-RO" sz="2000" b="1" dirty="0">
                <a:solidFill>
                  <a:srgbClr val="FF0000"/>
                </a:solidFill>
              </a:rPr>
              <a:t>Exemplu de implementare cu bistabili de tip D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8E3517E5-5564-4977-88CF-52859EFD5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1508781"/>
            <a:ext cx="4924425" cy="3600450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FF771DD6-2F2E-4D62-A15F-AF3DDBA11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5" y="1508781"/>
            <a:ext cx="6105525" cy="36195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9" name="Cerneală 128">
                <a:extLst>
                  <a:ext uri="{FF2B5EF4-FFF2-40B4-BE49-F238E27FC236}">
                    <a16:creationId xmlns:a16="http://schemas.microsoft.com/office/drawing/2014/main" id="{FE222BAF-6A82-46B2-9EB9-3113ED46325F}"/>
                  </a:ext>
                </a:extLst>
              </p14:cNvPr>
              <p14:cNvContentPartPr/>
              <p14:nvPr/>
            </p14:nvContentPartPr>
            <p14:xfrm>
              <a:off x="783909" y="115105"/>
              <a:ext cx="11200320" cy="6229080"/>
            </p14:xfrm>
          </p:contentPart>
        </mc:Choice>
        <mc:Fallback xmlns="">
          <p:pic>
            <p:nvPicPr>
              <p:cNvPr id="129" name="Cerneală 128">
                <a:extLst>
                  <a:ext uri="{FF2B5EF4-FFF2-40B4-BE49-F238E27FC236}">
                    <a16:creationId xmlns:a16="http://schemas.microsoft.com/office/drawing/2014/main" id="{FE222BAF-6A82-46B2-9EB9-3113ED46325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6269" y="97105"/>
                <a:ext cx="11235960" cy="626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0" name="Cerneală 129">
                <a:extLst>
                  <a:ext uri="{FF2B5EF4-FFF2-40B4-BE49-F238E27FC236}">
                    <a16:creationId xmlns:a16="http://schemas.microsoft.com/office/drawing/2014/main" id="{3409BBE7-0FDE-49E0-9A1D-614C0F1C371F}"/>
                  </a:ext>
                </a:extLst>
              </p14:cNvPr>
              <p14:cNvContentPartPr/>
              <p14:nvPr/>
            </p14:nvContentPartPr>
            <p14:xfrm>
              <a:off x="6174549" y="6270025"/>
              <a:ext cx="267480" cy="226080"/>
            </p14:xfrm>
          </p:contentPart>
        </mc:Choice>
        <mc:Fallback xmlns="">
          <p:pic>
            <p:nvPicPr>
              <p:cNvPr id="130" name="Cerneală 129">
                <a:extLst>
                  <a:ext uri="{FF2B5EF4-FFF2-40B4-BE49-F238E27FC236}">
                    <a16:creationId xmlns:a16="http://schemas.microsoft.com/office/drawing/2014/main" id="{3409BBE7-0FDE-49E0-9A1D-614C0F1C371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156909" y="6252025"/>
                <a:ext cx="30312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1" name="Cerneală 130">
                <a:extLst>
                  <a:ext uri="{FF2B5EF4-FFF2-40B4-BE49-F238E27FC236}">
                    <a16:creationId xmlns:a16="http://schemas.microsoft.com/office/drawing/2014/main" id="{3F6AF27B-0D28-4C47-9B15-7A4DCDCC5CBC}"/>
                  </a:ext>
                </a:extLst>
              </p14:cNvPr>
              <p14:cNvContentPartPr/>
              <p14:nvPr/>
            </p14:nvContentPartPr>
            <p14:xfrm>
              <a:off x="6867189" y="6399985"/>
              <a:ext cx="102240" cy="102240"/>
            </p14:xfrm>
          </p:contentPart>
        </mc:Choice>
        <mc:Fallback xmlns="">
          <p:pic>
            <p:nvPicPr>
              <p:cNvPr id="131" name="Cerneală 130">
                <a:extLst>
                  <a:ext uri="{FF2B5EF4-FFF2-40B4-BE49-F238E27FC236}">
                    <a16:creationId xmlns:a16="http://schemas.microsoft.com/office/drawing/2014/main" id="{3F6AF27B-0D28-4C47-9B15-7A4DCDCC5CB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849549" y="6382345"/>
                <a:ext cx="13788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2" name="Cerneală 131">
                <a:extLst>
                  <a:ext uri="{FF2B5EF4-FFF2-40B4-BE49-F238E27FC236}">
                    <a16:creationId xmlns:a16="http://schemas.microsoft.com/office/drawing/2014/main" id="{A793512F-B500-4CC7-90A4-DD9E7E57E53A}"/>
                  </a:ext>
                </a:extLst>
              </p14:cNvPr>
              <p14:cNvContentPartPr/>
              <p14:nvPr/>
            </p14:nvContentPartPr>
            <p14:xfrm>
              <a:off x="7060869" y="6417985"/>
              <a:ext cx="193320" cy="88200"/>
            </p14:xfrm>
          </p:contentPart>
        </mc:Choice>
        <mc:Fallback xmlns="">
          <p:pic>
            <p:nvPicPr>
              <p:cNvPr id="132" name="Cerneală 131">
                <a:extLst>
                  <a:ext uri="{FF2B5EF4-FFF2-40B4-BE49-F238E27FC236}">
                    <a16:creationId xmlns:a16="http://schemas.microsoft.com/office/drawing/2014/main" id="{A793512F-B500-4CC7-90A4-DD9E7E57E53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043229" y="6399985"/>
                <a:ext cx="22896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3" name="Cerneală 132">
                <a:extLst>
                  <a:ext uri="{FF2B5EF4-FFF2-40B4-BE49-F238E27FC236}">
                    <a16:creationId xmlns:a16="http://schemas.microsoft.com/office/drawing/2014/main" id="{6C818028-6C62-48E5-ADFF-7EF4CDC7AC80}"/>
                  </a:ext>
                </a:extLst>
              </p14:cNvPr>
              <p14:cNvContentPartPr/>
              <p14:nvPr/>
            </p14:nvContentPartPr>
            <p14:xfrm>
              <a:off x="7363269" y="6496825"/>
              <a:ext cx="360" cy="360"/>
            </p14:xfrm>
          </p:contentPart>
        </mc:Choice>
        <mc:Fallback xmlns="">
          <p:pic>
            <p:nvPicPr>
              <p:cNvPr id="133" name="Cerneală 132">
                <a:extLst>
                  <a:ext uri="{FF2B5EF4-FFF2-40B4-BE49-F238E27FC236}">
                    <a16:creationId xmlns:a16="http://schemas.microsoft.com/office/drawing/2014/main" id="{6C818028-6C62-48E5-ADFF-7EF4CDC7AC8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345269" y="647918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4" name="Cerneală 133">
                <a:extLst>
                  <a:ext uri="{FF2B5EF4-FFF2-40B4-BE49-F238E27FC236}">
                    <a16:creationId xmlns:a16="http://schemas.microsoft.com/office/drawing/2014/main" id="{FE402658-BA39-4F6C-A8C3-47A0156F9337}"/>
                  </a:ext>
                </a:extLst>
              </p14:cNvPr>
              <p14:cNvContentPartPr/>
              <p14:nvPr/>
            </p14:nvContentPartPr>
            <p14:xfrm>
              <a:off x="7815429" y="6234385"/>
              <a:ext cx="231480" cy="445680"/>
            </p14:xfrm>
          </p:contentPart>
        </mc:Choice>
        <mc:Fallback xmlns="">
          <p:pic>
            <p:nvPicPr>
              <p:cNvPr id="134" name="Cerneală 133">
                <a:extLst>
                  <a:ext uri="{FF2B5EF4-FFF2-40B4-BE49-F238E27FC236}">
                    <a16:creationId xmlns:a16="http://schemas.microsoft.com/office/drawing/2014/main" id="{FE402658-BA39-4F6C-A8C3-47A0156F933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797429" y="6216745"/>
                <a:ext cx="267120" cy="48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5" name="Cerneală 134">
                <a:extLst>
                  <a:ext uri="{FF2B5EF4-FFF2-40B4-BE49-F238E27FC236}">
                    <a16:creationId xmlns:a16="http://schemas.microsoft.com/office/drawing/2014/main" id="{6EB36D54-CD20-4C45-A072-FCACCE44ED60}"/>
                  </a:ext>
                </a:extLst>
              </p14:cNvPr>
              <p14:cNvContentPartPr/>
              <p14:nvPr/>
            </p14:nvContentPartPr>
            <p14:xfrm>
              <a:off x="7829829" y="6413665"/>
              <a:ext cx="410760" cy="86760"/>
            </p14:xfrm>
          </p:contentPart>
        </mc:Choice>
        <mc:Fallback xmlns="">
          <p:pic>
            <p:nvPicPr>
              <p:cNvPr id="135" name="Cerneală 134">
                <a:extLst>
                  <a:ext uri="{FF2B5EF4-FFF2-40B4-BE49-F238E27FC236}">
                    <a16:creationId xmlns:a16="http://schemas.microsoft.com/office/drawing/2014/main" id="{6EB36D54-CD20-4C45-A072-FCACCE44ED6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812189" y="6396025"/>
                <a:ext cx="446400" cy="12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36" name="Cerneală 135">
                <a:extLst>
                  <a:ext uri="{FF2B5EF4-FFF2-40B4-BE49-F238E27FC236}">
                    <a16:creationId xmlns:a16="http://schemas.microsoft.com/office/drawing/2014/main" id="{E0076A08-3FE1-4CD2-A740-C147E911AF32}"/>
                  </a:ext>
                </a:extLst>
              </p14:cNvPr>
              <p14:cNvContentPartPr/>
              <p14:nvPr/>
            </p14:nvContentPartPr>
            <p14:xfrm>
              <a:off x="8315829" y="6405385"/>
              <a:ext cx="153000" cy="84600"/>
            </p14:xfrm>
          </p:contentPart>
        </mc:Choice>
        <mc:Fallback xmlns="">
          <p:pic>
            <p:nvPicPr>
              <p:cNvPr id="136" name="Cerneală 135">
                <a:extLst>
                  <a:ext uri="{FF2B5EF4-FFF2-40B4-BE49-F238E27FC236}">
                    <a16:creationId xmlns:a16="http://schemas.microsoft.com/office/drawing/2014/main" id="{E0076A08-3FE1-4CD2-A740-C147E911AF3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298189" y="6387385"/>
                <a:ext cx="1886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37" name="Cerneală 136">
                <a:extLst>
                  <a:ext uri="{FF2B5EF4-FFF2-40B4-BE49-F238E27FC236}">
                    <a16:creationId xmlns:a16="http://schemas.microsoft.com/office/drawing/2014/main" id="{5D977914-2954-4AFF-BD71-BC2B1B23F887}"/>
                  </a:ext>
                </a:extLst>
              </p14:cNvPr>
              <p14:cNvContentPartPr/>
              <p14:nvPr/>
            </p14:nvContentPartPr>
            <p14:xfrm>
              <a:off x="8586189" y="6204505"/>
              <a:ext cx="342360" cy="283320"/>
            </p14:xfrm>
          </p:contentPart>
        </mc:Choice>
        <mc:Fallback xmlns="">
          <p:pic>
            <p:nvPicPr>
              <p:cNvPr id="137" name="Cerneală 136">
                <a:extLst>
                  <a:ext uri="{FF2B5EF4-FFF2-40B4-BE49-F238E27FC236}">
                    <a16:creationId xmlns:a16="http://schemas.microsoft.com/office/drawing/2014/main" id="{5D977914-2954-4AFF-BD71-BC2B1B23F88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568549" y="6186505"/>
                <a:ext cx="37800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E94B4B17-2D1E-490B-8091-458289743114}"/>
                  </a:ext>
                </a:extLst>
              </p14:cNvPr>
              <p14:cNvContentPartPr/>
              <p14:nvPr/>
            </p14:nvContentPartPr>
            <p14:xfrm>
              <a:off x="8864829" y="6342745"/>
              <a:ext cx="96480" cy="4392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E94B4B17-2D1E-490B-8091-45828974311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847189" y="6325105"/>
                <a:ext cx="13212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E5401130-69C2-4048-B3A6-7F2B4CAB11AF}"/>
                  </a:ext>
                </a:extLst>
              </p14:cNvPr>
              <p14:cNvContentPartPr/>
              <p14:nvPr/>
            </p14:nvContentPartPr>
            <p14:xfrm>
              <a:off x="8597709" y="6248065"/>
              <a:ext cx="380880" cy="28800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E5401130-69C2-4048-B3A6-7F2B4CAB11A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580069" y="6230065"/>
                <a:ext cx="41652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8E359CFD-B8CB-4648-A690-82BF0EC165CD}"/>
                  </a:ext>
                </a:extLst>
              </p14:cNvPr>
              <p14:cNvContentPartPr/>
              <p14:nvPr/>
            </p14:nvContentPartPr>
            <p14:xfrm>
              <a:off x="9069669" y="6209905"/>
              <a:ext cx="823320" cy="28656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8E359CFD-B8CB-4648-A690-82BF0EC165C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052029" y="6192265"/>
                <a:ext cx="85896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41" name="Cerneală 140">
                <a:extLst>
                  <a:ext uri="{FF2B5EF4-FFF2-40B4-BE49-F238E27FC236}">
                    <a16:creationId xmlns:a16="http://schemas.microsoft.com/office/drawing/2014/main" id="{4A83BF69-2DD2-4162-AC75-F24684ABDDFC}"/>
                  </a:ext>
                </a:extLst>
              </p14:cNvPr>
              <p14:cNvContentPartPr/>
              <p14:nvPr/>
            </p14:nvContentPartPr>
            <p14:xfrm>
              <a:off x="9829989" y="6255985"/>
              <a:ext cx="74520" cy="100800"/>
            </p14:xfrm>
          </p:contentPart>
        </mc:Choice>
        <mc:Fallback xmlns="">
          <p:pic>
            <p:nvPicPr>
              <p:cNvPr id="141" name="Cerneală 140">
                <a:extLst>
                  <a:ext uri="{FF2B5EF4-FFF2-40B4-BE49-F238E27FC236}">
                    <a16:creationId xmlns:a16="http://schemas.microsoft.com/office/drawing/2014/main" id="{4A83BF69-2DD2-4162-AC75-F24684ABDDF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812349" y="6238345"/>
                <a:ext cx="11016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42" name="Cerneală 141">
                <a:extLst>
                  <a:ext uri="{FF2B5EF4-FFF2-40B4-BE49-F238E27FC236}">
                    <a16:creationId xmlns:a16="http://schemas.microsoft.com/office/drawing/2014/main" id="{5DDBEB8C-45F4-42DD-95A7-D4D622F8955D}"/>
                  </a:ext>
                </a:extLst>
              </p14:cNvPr>
              <p14:cNvContentPartPr/>
              <p14:nvPr/>
            </p14:nvContentPartPr>
            <p14:xfrm>
              <a:off x="9894429" y="6400705"/>
              <a:ext cx="162360" cy="84600"/>
            </p14:xfrm>
          </p:contentPart>
        </mc:Choice>
        <mc:Fallback xmlns="">
          <p:pic>
            <p:nvPicPr>
              <p:cNvPr id="142" name="Cerneală 141">
                <a:extLst>
                  <a:ext uri="{FF2B5EF4-FFF2-40B4-BE49-F238E27FC236}">
                    <a16:creationId xmlns:a16="http://schemas.microsoft.com/office/drawing/2014/main" id="{5DDBEB8C-45F4-42DD-95A7-D4D622F8955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876789" y="6382705"/>
                <a:ext cx="19800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43" name="Cerneală 142">
                <a:extLst>
                  <a:ext uri="{FF2B5EF4-FFF2-40B4-BE49-F238E27FC236}">
                    <a16:creationId xmlns:a16="http://schemas.microsoft.com/office/drawing/2014/main" id="{B24586A4-FC87-4A79-973A-6F4D5410FE0C}"/>
                  </a:ext>
                </a:extLst>
              </p14:cNvPr>
              <p14:cNvContentPartPr/>
              <p14:nvPr/>
            </p14:nvContentPartPr>
            <p14:xfrm>
              <a:off x="10326429" y="6411505"/>
              <a:ext cx="178920" cy="74520"/>
            </p14:xfrm>
          </p:contentPart>
        </mc:Choice>
        <mc:Fallback xmlns="">
          <p:pic>
            <p:nvPicPr>
              <p:cNvPr id="143" name="Cerneală 142">
                <a:extLst>
                  <a:ext uri="{FF2B5EF4-FFF2-40B4-BE49-F238E27FC236}">
                    <a16:creationId xmlns:a16="http://schemas.microsoft.com/office/drawing/2014/main" id="{B24586A4-FC87-4A79-973A-6F4D5410FE0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308429" y="6393865"/>
                <a:ext cx="21456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44" name="Cerneală 143">
                <a:extLst>
                  <a:ext uri="{FF2B5EF4-FFF2-40B4-BE49-F238E27FC236}">
                    <a16:creationId xmlns:a16="http://schemas.microsoft.com/office/drawing/2014/main" id="{CB443B7F-F070-4890-BA44-0D553470F590}"/>
                  </a:ext>
                </a:extLst>
              </p14:cNvPr>
              <p14:cNvContentPartPr/>
              <p14:nvPr/>
            </p14:nvContentPartPr>
            <p14:xfrm>
              <a:off x="10807029" y="6217465"/>
              <a:ext cx="172800" cy="257760"/>
            </p14:xfrm>
          </p:contentPart>
        </mc:Choice>
        <mc:Fallback xmlns="">
          <p:pic>
            <p:nvPicPr>
              <p:cNvPr id="144" name="Cerneală 143">
                <a:extLst>
                  <a:ext uri="{FF2B5EF4-FFF2-40B4-BE49-F238E27FC236}">
                    <a16:creationId xmlns:a16="http://schemas.microsoft.com/office/drawing/2014/main" id="{CB443B7F-F070-4890-BA44-0D553470F59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789029" y="6199825"/>
                <a:ext cx="20844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45" name="Cerneală 144">
                <a:extLst>
                  <a:ext uri="{FF2B5EF4-FFF2-40B4-BE49-F238E27FC236}">
                    <a16:creationId xmlns:a16="http://schemas.microsoft.com/office/drawing/2014/main" id="{778F043A-C6E6-4BA8-83FB-8633B8F8A545}"/>
                  </a:ext>
                </a:extLst>
              </p14:cNvPr>
              <p14:cNvContentPartPr/>
              <p14:nvPr/>
            </p14:nvContentPartPr>
            <p14:xfrm>
              <a:off x="10999989" y="6270745"/>
              <a:ext cx="2160" cy="23040"/>
            </p14:xfrm>
          </p:contentPart>
        </mc:Choice>
        <mc:Fallback xmlns="">
          <p:pic>
            <p:nvPicPr>
              <p:cNvPr id="145" name="Cerneală 144">
                <a:extLst>
                  <a:ext uri="{FF2B5EF4-FFF2-40B4-BE49-F238E27FC236}">
                    <a16:creationId xmlns:a16="http://schemas.microsoft.com/office/drawing/2014/main" id="{778F043A-C6E6-4BA8-83FB-8633B8F8A545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981989" y="6252745"/>
                <a:ext cx="3780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46" name="Cerneală 145">
                <a:extLst>
                  <a:ext uri="{FF2B5EF4-FFF2-40B4-BE49-F238E27FC236}">
                    <a16:creationId xmlns:a16="http://schemas.microsoft.com/office/drawing/2014/main" id="{A2B8887E-FC0F-4ABF-9F27-65276D4F2A42}"/>
                  </a:ext>
                </a:extLst>
              </p14:cNvPr>
              <p14:cNvContentPartPr/>
              <p14:nvPr/>
            </p14:nvContentPartPr>
            <p14:xfrm>
              <a:off x="11079909" y="6186505"/>
              <a:ext cx="227520" cy="300600"/>
            </p14:xfrm>
          </p:contentPart>
        </mc:Choice>
        <mc:Fallback xmlns="">
          <p:pic>
            <p:nvPicPr>
              <p:cNvPr id="146" name="Cerneală 145">
                <a:extLst>
                  <a:ext uri="{FF2B5EF4-FFF2-40B4-BE49-F238E27FC236}">
                    <a16:creationId xmlns:a16="http://schemas.microsoft.com/office/drawing/2014/main" id="{A2B8887E-FC0F-4ABF-9F27-65276D4F2A4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1061909" y="6168505"/>
                <a:ext cx="263160" cy="3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47" name="Cerneală 146">
                <a:extLst>
                  <a:ext uri="{FF2B5EF4-FFF2-40B4-BE49-F238E27FC236}">
                    <a16:creationId xmlns:a16="http://schemas.microsoft.com/office/drawing/2014/main" id="{48EEA8D9-9DAC-4008-973C-144F14A5803F}"/>
                  </a:ext>
                </a:extLst>
              </p14:cNvPr>
              <p14:cNvContentPartPr/>
              <p14:nvPr/>
            </p14:nvContentPartPr>
            <p14:xfrm>
              <a:off x="11198709" y="6177505"/>
              <a:ext cx="510840" cy="294480"/>
            </p14:xfrm>
          </p:contentPart>
        </mc:Choice>
        <mc:Fallback xmlns="">
          <p:pic>
            <p:nvPicPr>
              <p:cNvPr id="147" name="Cerneală 146">
                <a:extLst>
                  <a:ext uri="{FF2B5EF4-FFF2-40B4-BE49-F238E27FC236}">
                    <a16:creationId xmlns:a16="http://schemas.microsoft.com/office/drawing/2014/main" id="{48EEA8D9-9DAC-4008-973C-144F14A5803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1180709" y="6159865"/>
                <a:ext cx="546480" cy="33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48" name="Cerneală 147">
                <a:extLst>
                  <a:ext uri="{FF2B5EF4-FFF2-40B4-BE49-F238E27FC236}">
                    <a16:creationId xmlns:a16="http://schemas.microsoft.com/office/drawing/2014/main" id="{3699B08C-D1F4-41AE-AB54-ED78EFF66E7C}"/>
                  </a:ext>
                </a:extLst>
              </p14:cNvPr>
              <p14:cNvContentPartPr/>
              <p14:nvPr/>
            </p14:nvContentPartPr>
            <p14:xfrm>
              <a:off x="11699109" y="6241945"/>
              <a:ext cx="28080" cy="7920"/>
            </p14:xfrm>
          </p:contentPart>
        </mc:Choice>
        <mc:Fallback xmlns="">
          <p:pic>
            <p:nvPicPr>
              <p:cNvPr id="148" name="Cerneală 147">
                <a:extLst>
                  <a:ext uri="{FF2B5EF4-FFF2-40B4-BE49-F238E27FC236}">
                    <a16:creationId xmlns:a16="http://schemas.microsoft.com/office/drawing/2014/main" id="{3699B08C-D1F4-41AE-AB54-ED78EFF66E7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1681469" y="6223945"/>
                <a:ext cx="63720" cy="43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22475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ine 24">
            <a:extLst>
              <a:ext uri="{FF2B5EF4-FFF2-40B4-BE49-F238E27FC236}">
                <a16:creationId xmlns:a16="http://schemas.microsoft.com/office/drawing/2014/main" id="{62B699E8-14FA-4FCA-AF54-45A392938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1508781"/>
            <a:ext cx="4924425" cy="3600450"/>
          </a:xfrm>
          <a:prstGeom prst="rect">
            <a:avLst/>
          </a:prstGeom>
        </p:spPr>
      </p:pic>
      <p:pic>
        <p:nvPicPr>
          <p:cNvPr id="26" name="Imagine 25">
            <a:extLst>
              <a:ext uri="{FF2B5EF4-FFF2-40B4-BE49-F238E27FC236}">
                <a16:creationId xmlns:a16="http://schemas.microsoft.com/office/drawing/2014/main" id="{EF20EA60-E75F-4E7A-93D7-47A9E5CB1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5" y="1508781"/>
            <a:ext cx="6105525" cy="36195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9BFD70F3-00CD-411D-87D0-20EBCDE0C757}"/>
                  </a:ext>
                </a:extLst>
              </p14:cNvPr>
              <p14:cNvContentPartPr/>
              <p14:nvPr/>
            </p14:nvContentPartPr>
            <p14:xfrm>
              <a:off x="8489709" y="2232625"/>
              <a:ext cx="953640" cy="282960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9BFD70F3-00CD-411D-87D0-20EBCDE0C75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71709" y="2196985"/>
                <a:ext cx="989280" cy="29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106D4058-A773-463D-8417-EA79EF416AB2}"/>
                  </a:ext>
                </a:extLst>
              </p14:cNvPr>
              <p14:cNvContentPartPr/>
              <p14:nvPr/>
            </p14:nvContentPartPr>
            <p14:xfrm>
              <a:off x="8818749" y="5072665"/>
              <a:ext cx="1558080" cy="66528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106D4058-A773-463D-8417-EA79EF416AB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800749" y="5036665"/>
                <a:ext cx="1593720" cy="73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6DDA6FF4-7D13-4900-BE94-C53B078CE12E}"/>
                  </a:ext>
                </a:extLst>
              </p14:cNvPr>
              <p14:cNvContentPartPr/>
              <p14:nvPr/>
            </p14:nvContentPartPr>
            <p14:xfrm>
              <a:off x="9822069" y="2178625"/>
              <a:ext cx="801000" cy="282312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6DDA6FF4-7D13-4900-BE94-C53B078CE12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804069" y="2142985"/>
                <a:ext cx="836640" cy="28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D5D3FBDE-B363-4F00-860A-5A92EED349D1}"/>
                  </a:ext>
                </a:extLst>
              </p14:cNvPr>
              <p14:cNvContentPartPr/>
              <p14:nvPr/>
            </p14:nvContentPartPr>
            <p14:xfrm>
              <a:off x="8567109" y="5867905"/>
              <a:ext cx="356760" cy="21132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D5D3FBDE-B363-4F00-860A-5A92EED349D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549109" y="5832265"/>
                <a:ext cx="39240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361E11BC-27FB-454A-8290-704A950039B1}"/>
                  </a:ext>
                </a:extLst>
              </p14:cNvPr>
              <p14:cNvContentPartPr/>
              <p14:nvPr/>
            </p14:nvContentPartPr>
            <p14:xfrm>
              <a:off x="9069669" y="5914345"/>
              <a:ext cx="7200" cy="34344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361E11BC-27FB-454A-8290-704A950039B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051669" y="5878705"/>
                <a:ext cx="42840" cy="4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198AF943-8A7B-48EA-9DBB-5D815C39524B}"/>
                  </a:ext>
                </a:extLst>
              </p14:cNvPr>
              <p14:cNvContentPartPr/>
              <p14:nvPr/>
            </p14:nvContentPartPr>
            <p14:xfrm>
              <a:off x="9015309" y="5956825"/>
              <a:ext cx="357840" cy="15048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198AF943-8A7B-48EA-9DBB-5D815C39524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997309" y="5921185"/>
                <a:ext cx="39348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AB2C30D0-0F73-4900-9213-D3C1259DB3C7}"/>
                  </a:ext>
                </a:extLst>
              </p14:cNvPr>
              <p14:cNvContentPartPr/>
              <p14:nvPr/>
            </p14:nvContentPartPr>
            <p14:xfrm>
              <a:off x="9310869" y="5764225"/>
              <a:ext cx="25920" cy="5544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AB2C30D0-0F73-4900-9213-D3C1259DB3C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292869" y="5728585"/>
                <a:ext cx="6156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F177E1A5-D97D-474E-A3BE-35BF51365D5E}"/>
                  </a:ext>
                </a:extLst>
              </p14:cNvPr>
              <p14:cNvContentPartPr/>
              <p14:nvPr/>
            </p14:nvContentPartPr>
            <p14:xfrm>
              <a:off x="9475749" y="5880505"/>
              <a:ext cx="858960" cy="20232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F177E1A5-D97D-474E-A3BE-35BF51365D5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457749" y="5844865"/>
                <a:ext cx="89460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AF3769A6-DE1D-4D4B-81F9-C3AB3A71714E}"/>
                  </a:ext>
                </a:extLst>
              </p14:cNvPr>
              <p14:cNvContentPartPr/>
              <p14:nvPr/>
            </p14:nvContentPartPr>
            <p14:xfrm>
              <a:off x="7884189" y="6245545"/>
              <a:ext cx="306720" cy="40932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AF3769A6-DE1D-4D4B-81F9-C3AB3A71714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866189" y="6209545"/>
                <a:ext cx="342360" cy="48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EA15E998-F6B3-41BA-A68D-C10FA5F71501}"/>
                  </a:ext>
                </a:extLst>
              </p14:cNvPr>
              <p14:cNvContentPartPr/>
              <p14:nvPr/>
            </p14:nvContentPartPr>
            <p14:xfrm>
              <a:off x="8209989" y="6251305"/>
              <a:ext cx="203040" cy="720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EA15E998-F6B3-41BA-A68D-C10FA5F7150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192349" y="6215665"/>
                <a:ext cx="23868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64DE6270-5AA9-4C86-9C2B-4B1EB6E48061}"/>
                  </a:ext>
                </a:extLst>
              </p14:cNvPr>
              <p14:cNvContentPartPr/>
              <p14:nvPr/>
            </p14:nvContentPartPr>
            <p14:xfrm>
              <a:off x="8341749" y="6145465"/>
              <a:ext cx="45720" cy="29268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64DE6270-5AA9-4C86-9C2B-4B1EB6E4806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324109" y="6109825"/>
                <a:ext cx="81360" cy="36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441B1E6D-C6AA-4B08-935D-8010F7E6B58B}"/>
                  </a:ext>
                </a:extLst>
              </p14:cNvPr>
              <p14:cNvContentPartPr/>
              <p14:nvPr/>
            </p14:nvContentPartPr>
            <p14:xfrm>
              <a:off x="8551629" y="6492505"/>
              <a:ext cx="182880" cy="936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441B1E6D-C6AA-4B08-935D-8010F7E6B58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533989" y="6456505"/>
                <a:ext cx="21852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47EB4912-BCF0-4A75-B018-70BAFB5931B5}"/>
                  </a:ext>
                </a:extLst>
              </p14:cNvPr>
              <p14:cNvContentPartPr/>
              <p14:nvPr/>
            </p14:nvContentPartPr>
            <p14:xfrm>
              <a:off x="8527869" y="6599065"/>
              <a:ext cx="223920" cy="2052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47EB4912-BCF0-4A75-B018-70BAFB5931B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509869" y="6563065"/>
                <a:ext cx="25956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41046420-11E0-4653-818F-F940F418A377}"/>
                  </a:ext>
                </a:extLst>
              </p14:cNvPr>
              <p14:cNvContentPartPr/>
              <p14:nvPr/>
            </p14:nvContentPartPr>
            <p14:xfrm>
              <a:off x="8901909" y="6429505"/>
              <a:ext cx="40320" cy="17784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41046420-11E0-4653-818F-F940F418A37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883909" y="6393865"/>
                <a:ext cx="7596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8175D683-A5FF-4C82-A6CD-58649D6BA5F8}"/>
                  </a:ext>
                </a:extLst>
              </p14:cNvPr>
              <p14:cNvContentPartPr/>
              <p14:nvPr/>
            </p14:nvContentPartPr>
            <p14:xfrm>
              <a:off x="8857989" y="6367225"/>
              <a:ext cx="284400" cy="30996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8175D683-A5FF-4C82-A6CD-58649D6BA5F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840349" y="6331225"/>
                <a:ext cx="320040" cy="38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0B4C3978-7172-469A-9867-497BEF5B1367}"/>
                  </a:ext>
                </a:extLst>
              </p14:cNvPr>
              <p14:cNvContentPartPr/>
              <p14:nvPr/>
            </p14:nvContentPartPr>
            <p14:xfrm>
              <a:off x="8354709" y="6236905"/>
              <a:ext cx="191160" cy="360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0B4C3978-7172-469A-9867-497BEF5B136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336709" y="6200905"/>
                <a:ext cx="226800" cy="75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2564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243904" y="137196"/>
            <a:ext cx="1124699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b="1" dirty="0">
                <a:solidFill>
                  <a:srgbClr val="0000FF"/>
                </a:solidFill>
              </a:rPr>
              <a:t>Sinteza automatelor Moore – </a:t>
            </a:r>
            <a:r>
              <a:rPr lang="ro-RO" sz="2000" b="1" dirty="0">
                <a:solidFill>
                  <a:srgbClr val="FF0000"/>
                </a:solidFill>
              </a:rPr>
              <a:t>Exemplu de implementare cu bistabili de tip D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FF771DD6-2F2E-4D62-A15F-AF3DDBA11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1051586"/>
            <a:ext cx="6105525" cy="3619500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A75BFD69-92E8-4A43-A509-8B4A4E327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390" y="1143025"/>
            <a:ext cx="3981450" cy="1885950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F5A24ABB-5E66-4C9E-B2F5-4F60EB786A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1829" y="3246122"/>
            <a:ext cx="3295650" cy="20002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9E11D4C5-EB27-4D21-B4ED-4CADF19983D7}"/>
                  </a:ext>
                </a:extLst>
              </p14:cNvPr>
              <p14:cNvContentPartPr/>
              <p14:nvPr/>
            </p14:nvContentPartPr>
            <p14:xfrm>
              <a:off x="4112469" y="769585"/>
              <a:ext cx="25920" cy="7668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9E11D4C5-EB27-4D21-B4ED-4CADF19983D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94829" y="751945"/>
                <a:ext cx="6156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2E3DE0E7-6327-4397-A335-13B1C82509EA}"/>
                  </a:ext>
                </a:extLst>
              </p14:cNvPr>
              <p14:cNvContentPartPr/>
              <p14:nvPr/>
            </p14:nvContentPartPr>
            <p14:xfrm>
              <a:off x="4136589" y="602185"/>
              <a:ext cx="2160" cy="396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2E3DE0E7-6327-4397-A335-13B1C82509E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118949" y="584545"/>
                <a:ext cx="3780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361D041B-529A-46CB-B800-6B6A4DAC8263}"/>
                  </a:ext>
                </a:extLst>
              </p14:cNvPr>
              <p14:cNvContentPartPr/>
              <p14:nvPr/>
            </p14:nvContentPartPr>
            <p14:xfrm>
              <a:off x="2737989" y="520825"/>
              <a:ext cx="1247040" cy="34380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361D041B-529A-46CB-B800-6B6A4DAC826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19989" y="503185"/>
                <a:ext cx="1282680" cy="37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D829C28A-4261-4190-A462-CBEB48D1EBE2}"/>
                  </a:ext>
                </a:extLst>
              </p14:cNvPr>
              <p14:cNvContentPartPr/>
              <p14:nvPr/>
            </p14:nvContentPartPr>
            <p14:xfrm>
              <a:off x="587349" y="644665"/>
              <a:ext cx="1704240" cy="46980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D829C28A-4261-4190-A462-CBEB48D1EBE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69705" y="626665"/>
                <a:ext cx="1739888" cy="50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956FF4B6-83CB-44B8-9D81-6F283562FE25}"/>
                  </a:ext>
                </a:extLst>
              </p14:cNvPr>
              <p14:cNvContentPartPr/>
              <p14:nvPr/>
            </p14:nvContentPartPr>
            <p14:xfrm>
              <a:off x="4364829" y="711625"/>
              <a:ext cx="62280" cy="3384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956FF4B6-83CB-44B8-9D81-6F283562FE2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346829" y="693985"/>
                <a:ext cx="9792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62730D05-6711-4D9B-ABDA-F273EEE7D922}"/>
                  </a:ext>
                </a:extLst>
              </p14:cNvPr>
              <p14:cNvContentPartPr/>
              <p14:nvPr/>
            </p14:nvContentPartPr>
            <p14:xfrm>
              <a:off x="4410549" y="846265"/>
              <a:ext cx="67320" cy="3132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62730D05-6711-4D9B-ABDA-F273EEE7D92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392814" y="828625"/>
                <a:ext cx="103152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7653AB7D-B191-4F43-A33A-34AE596031E3}"/>
                  </a:ext>
                </a:extLst>
              </p14:cNvPr>
              <p14:cNvContentPartPr/>
              <p14:nvPr/>
            </p14:nvContentPartPr>
            <p14:xfrm>
              <a:off x="312669" y="5510785"/>
              <a:ext cx="624960" cy="2376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7653AB7D-B191-4F43-A33A-34AE596031E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94669" y="5493145"/>
                <a:ext cx="66060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5FDE072B-370D-426C-A775-B0342898740B}"/>
                  </a:ext>
                </a:extLst>
              </p14:cNvPr>
              <p14:cNvContentPartPr/>
              <p14:nvPr/>
            </p14:nvContentPartPr>
            <p14:xfrm>
              <a:off x="1048149" y="5231425"/>
              <a:ext cx="87120" cy="18288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5FDE072B-370D-426C-A775-B0342898740B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30436" y="5213425"/>
                <a:ext cx="122908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1021B06C-4E55-45FA-B42B-EAADD6DEA584}"/>
                  </a:ext>
                </a:extLst>
              </p14:cNvPr>
              <p14:cNvContentPartPr/>
              <p14:nvPr/>
            </p14:nvContentPartPr>
            <p14:xfrm>
              <a:off x="358389" y="5101105"/>
              <a:ext cx="535680" cy="31428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1021B06C-4E55-45FA-B42B-EAADD6DEA58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40749" y="5083126"/>
                <a:ext cx="571320" cy="3498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3185C9FA-1A82-479F-86A9-D62F11582E0C}"/>
                  </a:ext>
                </a:extLst>
              </p14:cNvPr>
              <p14:cNvContentPartPr/>
              <p14:nvPr/>
            </p14:nvContentPartPr>
            <p14:xfrm>
              <a:off x="1482309" y="5320705"/>
              <a:ext cx="216360" cy="216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3185C9FA-1A82-479F-86A9-D62F11582E0C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464309" y="5303065"/>
                <a:ext cx="25200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4" name="Cerneală 103">
                <a:extLst>
                  <a:ext uri="{FF2B5EF4-FFF2-40B4-BE49-F238E27FC236}">
                    <a16:creationId xmlns:a16="http://schemas.microsoft.com/office/drawing/2014/main" id="{3D0A58B0-DA92-4B01-9609-343DCDBD4F33}"/>
                  </a:ext>
                </a:extLst>
              </p14:cNvPr>
              <p14:cNvContentPartPr/>
              <p14:nvPr/>
            </p14:nvContentPartPr>
            <p14:xfrm>
              <a:off x="2040309" y="5059705"/>
              <a:ext cx="4654800" cy="1635840"/>
            </p14:xfrm>
          </p:contentPart>
        </mc:Choice>
        <mc:Fallback xmlns="">
          <p:pic>
            <p:nvPicPr>
              <p:cNvPr id="104" name="Cerneală 103">
                <a:extLst>
                  <a:ext uri="{FF2B5EF4-FFF2-40B4-BE49-F238E27FC236}">
                    <a16:creationId xmlns:a16="http://schemas.microsoft.com/office/drawing/2014/main" id="{3D0A58B0-DA92-4B01-9609-343DCDBD4F33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022309" y="5042065"/>
                <a:ext cx="4690440" cy="167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17" name="Cerneală 116">
                <a:extLst>
                  <a:ext uri="{FF2B5EF4-FFF2-40B4-BE49-F238E27FC236}">
                    <a16:creationId xmlns:a16="http://schemas.microsoft.com/office/drawing/2014/main" id="{CC663F7A-E6B3-404A-B87F-6D780B4E5695}"/>
                  </a:ext>
                </a:extLst>
              </p14:cNvPr>
              <p14:cNvContentPartPr/>
              <p14:nvPr/>
            </p14:nvContentPartPr>
            <p14:xfrm>
              <a:off x="4571469" y="1366465"/>
              <a:ext cx="376560" cy="3336480"/>
            </p14:xfrm>
          </p:contentPart>
        </mc:Choice>
        <mc:Fallback xmlns="">
          <p:pic>
            <p:nvPicPr>
              <p:cNvPr id="117" name="Cerneală 116">
                <a:extLst>
                  <a:ext uri="{FF2B5EF4-FFF2-40B4-BE49-F238E27FC236}">
                    <a16:creationId xmlns:a16="http://schemas.microsoft.com/office/drawing/2014/main" id="{CC663F7A-E6B3-404A-B87F-6D780B4E569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553469" y="1330465"/>
                <a:ext cx="412200" cy="340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18" name="Cerneală 117">
                <a:extLst>
                  <a:ext uri="{FF2B5EF4-FFF2-40B4-BE49-F238E27FC236}">
                    <a16:creationId xmlns:a16="http://schemas.microsoft.com/office/drawing/2014/main" id="{079068BA-5FED-4371-A4C5-D7136A34BE08}"/>
                  </a:ext>
                </a:extLst>
              </p14:cNvPr>
              <p14:cNvContentPartPr/>
              <p14:nvPr/>
            </p14:nvContentPartPr>
            <p14:xfrm>
              <a:off x="796869" y="1345225"/>
              <a:ext cx="1874880" cy="3530880"/>
            </p14:xfrm>
          </p:contentPart>
        </mc:Choice>
        <mc:Fallback xmlns="">
          <p:pic>
            <p:nvPicPr>
              <p:cNvPr id="118" name="Cerneală 117">
                <a:extLst>
                  <a:ext uri="{FF2B5EF4-FFF2-40B4-BE49-F238E27FC236}">
                    <a16:creationId xmlns:a16="http://schemas.microsoft.com/office/drawing/2014/main" id="{079068BA-5FED-4371-A4C5-D7136A34BE08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79229" y="1309225"/>
                <a:ext cx="1910520" cy="360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19" name="Cerneală 118">
                <a:extLst>
                  <a:ext uri="{FF2B5EF4-FFF2-40B4-BE49-F238E27FC236}">
                    <a16:creationId xmlns:a16="http://schemas.microsoft.com/office/drawing/2014/main" id="{08EB12C2-6F31-4C03-BCA2-6F9421C2E56A}"/>
                  </a:ext>
                </a:extLst>
              </p14:cNvPr>
              <p14:cNvContentPartPr/>
              <p14:nvPr/>
            </p14:nvContentPartPr>
            <p14:xfrm>
              <a:off x="177669" y="2093305"/>
              <a:ext cx="74160" cy="222480"/>
            </p14:xfrm>
          </p:contentPart>
        </mc:Choice>
        <mc:Fallback xmlns="">
          <p:pic>
            <p:nvPicPr>
              <p:cNvPr id="119" name="Cerneală 118">
                <a:extLst>
                  <a:ext uri="{FF2B5EF4-FFF2-40B4-BE49-F238E27FC236}">
                    <a16:creationId xmlns:a16="http://schemas.microsoft.com/office/drawing/2014/main" id="{08EB12C2-6F31-4C03-BCA2-6F9421C2E56A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59669" y="2057305"/>
                <a:ext cx="10980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20" name="Cerneală 119">
                <a:extLst>
                  <a:ext uri="{FF2B5EF4-FFF2-40B4-BE49-F238E27FC236}">
                    <a16:creationId xmlns:a16="http://schemas.microsoft.com/office/drawing/2014/main" id="{562761FD-822C-4319-A290-F28DFF9C8D9A}"/>
                  </a:ext>
                </a:extLst>
              </p14:cNvPr>
              <p14:cNvContentPartPr/>
              <p14:nvPr/>
            </p14:nvContentPartPr>
            <p14:xfrm>
              <a:off x="297909" y="1884505"/>
              <a:ext cx="400320" cy="379800"/>
            </p14:xfrm>
          </p:contentPart>
        </mc:Choice>
        <mc:Fallback xmlns="">
          <p:pic>
            <p:nvPicPr>
              <p:cNvPr id="120" name="Cerneală 119">
                <a:extLst>
                  <a:ext uri="{FF2B5EF4-FFF2-40B4-BE49-F238E27FC236}">
                    <a16:creationId xmlns:a16="http://schemas.microsoft.com/office/drawing/2014/main" id="{562761FD-822C-4319-A290-F28DFF9C8D9A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80269" y="1848505"/>
                <a:ext cx="435960" cy="45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21" name="Cerneală 120">
                <a:extLst>
                  <a:ext uri="{FF2B5EF4-FFF2-40B4-BE49-F238E27FC236}">
                    <a16:creationId xmlns:a16="http://schemas.microsoft.com/office/drawing/2014/main" id="{2913A7FA-B34A-4AED-BB2E-A10B3B76D67B}"/>
                  </a:ext>
                </a:extLst>
              </p14:cNvPr>
              <p14:cNvContentPartPr/>
              <p14:nvPr/>
            </p14:nvContentPartPr>
            <p14:xfrm>
              <a:off x="437589" y="1884865"/>
              <a:ext cx="228240" cy="97920"/>
            </p14:xfrm>
          </p:contentPart>
        </mc:Choice>
        <mc:Fallback xmlns="">
          <p:pic>
            <p:nvPicPr>
              <p:cNvPr id="121" name="Cerneală 120">
                <a:extLst>
                  <a:ext uri="{FF2B5EF4-FFF2-40B4-BE49-F238E27FC236}">
                    <a16:creationId xmlns:a16="http://schemas.microsoft.com/office/drawing/2014/main" id="{2913A7FA-B34A-4AED-BB2E-A10B3B76D67B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19949" y="1849225"/>
                <a:ext cx="26388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22" name="Cerneală 121">
                <a:extLst>
                  <a:ext uri="{FF2B5EF4-FFF2-40B4-BE49-F238E27FC236}">
                    <a16:creationId xmlns:a16="http://schemas.microsoft.com/office/drawing/2014/main" id="{E563A1F8-26EB-45D8-ABE0-89EDF8092B5D}"/>
                  </a:ext>
                </a:extLst>
              </p14:cNvPr>
              <p14:cNvContentPartPr/>
              <p14:nvPr/>
            </p14:nvContentPartPr>
            <p14:xfrm>
              <a:off x="736029" y="1931305"/>
              <a:ext cx="348120" cy="176760"/>
            </p14:xfrm>
          </p:contentPart>
        </mc:Choice>
        <mc:Fallback xmlns="">
          <p:pic>
            <p:nvPicPr>
              <p:cNvPr id="122" name="Cerneală 121">
                <a:extLst>
                  <a:ext uri="{FF2B5EF4-FFF2-40B4-BE49-F238E27FC236}">
                    <a16:creationId xmlns:a16="http://schemas.microsoft.com/office/drawing/2014/main" id="{E563A1F8-26EB-45D8-ABE0-89EDF8092B5D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718029" y="1895665"/>
                <a:ext cx="38376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23" name="Cerneală 122">
                <a:extLst>
                  <a:ext uri="{FF2B5EF4-FFF2-40B4-BE49-F238E27FC236}">
                    <a16:creationId xmlns:a16="http://schemas.microsoft.com/office/drawing/2014/main" id="{2CAAB57B-E286-4B39-86A0-6DC62D15F165}"/>
                  </a:ext>
                </a:extLst>
              </p14:cNvPr>
              <p14:cNvContentPartPr/>
              <p14:nvPr/>
            </p14:nvContentPartPr>
            <p14:xfrm>
              <a:off x="4802949" y="798385"/>
              <a:ext cx="284040" cy="398520"/>
            </p14:xfrm>
          </p:contentPart>
        </mc:Choice>
        <mc:Fallback xmlns="">
          <p:pic>
            <p:nvPicPr>
              <p:cNvPr id="123" name="Cerneală 122">
                <a:extLst>
                  <a:ext uri="{FF2B5EF4-FFF2-40B4-BE49-F238E27FC236}">
                    <a16:creationId xmlns:a16="http://schemas.microsoft.com/office/drawing/2014/main" id="{2CAAB57B-E286-4B39-86A0-6DC62D15F165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4784949" y="762745"/>
                <a:ext cx="319680" cy="47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24" name="Cerneală 123">
                <a:extLst>
                  <a:ext uri="{FF2B5EF4-FFF2-40B4-BE49-F238E27FC236}">
                    <a16:creationId xmlns:a16="http://schemas.microsoft.com/office/drawing/2014/main" id="{90880F43-C0C8-4EA3-9C91-F2BDAE8750CA}"/>
                  </a:ext>
                </a:extLst>
              </p14:cNvPr>
              <p14:cNvContentPartPr/>
              <p14:nvPr/>
            </p14:nvContentPartPr>
            <p14:xfrm>
              <a:off x="4837149" y="981265"/>
              <a:ext cx="9360" cy="194400"/>
            </p14:xfrm>
          </p:contentPart>
        </mc:Choice>
        <mc:Fallback xmlns="">
          <p:pic>
            <p:nvPicPr>
              <p:cNvPr id="124" name="Cerneală 123">
                <a:extLst>
                  <a:ext uri="{FF2B5EF4-FFF2-40B4-BE49-F238E27FC236}">
                    <a16:creationId xmlns:a16="http://schemas.microsoft.com/office/drawing/2014/main" id="{90880F43-C0C8-4EA3-9C91-F2BDAE8750CA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4819509" y="945625"/>
                <a:ext cx="4500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5C072A6A-A721-4EBE-BBDC-A4DFE578ED34}"/>
                  </a:ext>
                </a:extLst>
              </p14:cNvPr>
              <p14:cNvContentPartPr/>
              <p14:nvPr/>
            </p14:nvContentPartPr>
            <p14:xfrm>
              <a:off x="4811589" y="1011505"/>
              <a:ext cx="141480" cy="17640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5C072A6A-A721-4EBE-BBDC-A4DFE578ED34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4793949" y="975865"/>
                <a:ext cx="17712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26" name="Cerneală 125">
                <a:extLst>
                  <a:ext uri="{FF2B5EF4-FFF2-40B4-BE49-F238E27FC236}">
                    <a16:creationId xmlns:a16="http://schemas.microsoft.com/office/drawing/2014/main" id="{1E807950-6CDC-40C1-AF20-CD18061BC44C}"/>
                  </a:ext>
                </a:extLst>
              </p14:cNvPr>
              <p14:cNvContentPartPr/>
              <p14:nvPr/>
            </p14:nvContentPartPr>
            <p14:xfrm>
              <a:off x="5375349" y="625225"/>
              <a:ext cx="20160" cy="266040"/>
            </p14:xfrm>
          </p:contentPart>
        </mc:Choice>
        <mc:Fallback xmlns="">
          <p:pic>
            <p:nvPicPr>
              <p:cNvPr id="126" name="Cerneală 125">
                <a:extLst>
                  <a:ext uri="{FF2B5EF4-FFF2-40B4-BE49-F238E27FC236}">
                    <a16:creationId xmlns:a16="http://schemas.microsoft.com/office/drawing/2014/main" id="{1E807950-6CDC-40C1-AF20-CD18061BC44C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5357709" y="589585"/>
                <a:ext cx="55800" cy="33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27" name="Cerneală 126">
                <a:extLst>
                  <a:ext uri="{FF2B5EF4-FFF2-40B4-BE49-F238E27FC236}">
                    <a16:creationId xmlns:a16="http://schemas.microsoft.com/office/drawing/2014/main" id="{E0E040F2-B577-466F-A2F6-1E06BEE9239F}"/>
                  </a:ext>
                </a:extLst>
              </p14:cNvPr>
              <p14:cNvContentPartPr/>
              <p14:nvPr/>
            </p14:nvContentPartPr>
            <p14:xfrm>
              <a:off x="5346549" y="596065"/>
              <a:ext cx="195480" cy="22320"/>
            </p14:xfrm>
          </p:contentPart>
        </mc:Choice>
        <mc:Fallback xmlns="">
          <p:pic>
            <p:nvPicPr>
              <p:cNvPr id="127" name="Cerneală 126">
                <a:extLst>
                  <a:ext uri="{FF2B5EF4-FFF2-40B4-BE49-F238E27FC236}">
                    <a16:creationId xmlns:a16="http://schemas.microsoft.com/office/drawing/2014/main" id="{E0E040F2-B577-466F-A2F6-1E06BEE9239F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5328909" y="560065"/>
                <a:ext cx="23112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28" name="Cerneală 127">
                <a:extLst>
                  <a:ext uri="{FF2B5EF4-FFF2-40B4-BE49-F238E27FC236}">
                    <a16:creationId xmlns:a16="http://schemas.microsoft.com/office/drawing/2014/main" id="{62574543-8DDD-4BB9-9F85-374A863BE553}"/>
                  </a:ext>
                </a:extLst>
              </p14:cNvPr>
              <p14:cNvContentPartPr/>
              <p14:nvPr/>
            </p14:nvContentPartPr>
            <p14:xfrm>
              <a:off x="5394789" y="747625"/>
              <a:ext cx="140040" cy="37080"/>
            </p14:xfrm>
          </p:contentPart>
        </mc:Choice>
        <mc:Fallback xmlns="">
          <p:pic>
            <p:nvPicPr>
              <p:cNvPr id="128" name="Cerneală 127">
                <a:extLst>
                  <a:ext uri="{FF2B5EF4-FFF2-40B4-BE49-F238E27FC236}">
                    <a16:creationId xmlns:a16="http://schemas.microsoft.com/office/drawing/2014/main" id="{62574543-8DDD-4BB9-9F85-374A863BE553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5376789" y="711625"/>
                <a:ext cx="17568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29" name="Cerneală 128">
                <a:extLst>
                  <a:ext uri="{FF2B5EF4-FFF2-40B4-BE49-F238E27FC236}">
                    <a16:creationId xmlns:a16="http://schemas.microsoft.com/office/drawing/2014/main" id="{62E656B6-5792-456B-8BA7-8C52D9B6A1F8}"/>
                  </a:ext>
                </a:extLst>
              </p14:cNvPr>
              <p14:cNvContentPartPr/>
              <p14:nvPr/>
            </p14:nvContentPartPr>
            <p14:xfrm>
              <a:off x="5630229" y="778945"/>
              <a:ext cx="159480" cy="154800"/>
            </p14:xfrm>
          </p:contentPart>
        </mc:Choice>
        <mc:Fallback xmlns="">
          <p:pic>
            <p:nvPicPr>
              <p:cNvPr id="129" name="Cerneală 128">
                <a:extLst>
                  <a:ext uri="{FF2B5EF4-FFF2-40B4-BE49-F238E27FC236}">
                    <a16:creationId xmlns:a16="http://schemas.microsoft.com/office/drawing/2014/main" id="{62E656B6-5792-456B-8BA7-8C52D9B6A1F8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5612229" y="743305"/>
                <a:ext cx="19512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30" name="Cerneală 129">
                <a:extLst>
                  <a:ext uri="{FF2B5EF4-FFF2-40B4-BE49-F238E27FC236}">
                    <a16:creationId xmlns:a16="http://schemas.microsoft.com/office/drawing/2014/main" id="{4F8F7209-52E8-495B-B087-EA8ED48DC0DC}"/>
                  </a:ext>
                </a:extLst>
              </p14:cNvPr>
              <p14:cNvContentPartPr/>
              <p14:nvPr/>
            </p14:nvContentPartPr>
            <p14:xfrm>
              <a:off x="5846949" y="765985"/>
              <a:ext cx="174240" cy="122760"/>
            </p14:xfrm>
          </p:contentPart>
        </mc:Choice>
        <mc:Fallback xmlns="">
          <p:pic>
            <p:nvPicPr>
              <p:cNvPr id="130" name="Cerneală 129">
                <a:extLst>
                  <a:ext uri="{FF2B5EF4-FFF2-40B4-BE49-F238E27FC236}">
                    <a16:creationId xmlns:a16="http://schemas.microsoft.com/office/drawing/2014/main" id="{4F8F7209-52E8-495B-B087-EA8ED48DC0DC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5828949" y="730345"/>
                <a:ext cx="20988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31" name="Cerneală 130">
                <a:extLst>
                  <a:ext uri="{FF2B5EF4-FFF2-40B4-BE49-F238E27FC236}">
                    <a16:creationId xmlns:a16="http://schemas.microsoft.com/office/drawing/2014/main" id="{CE5728B8-A0CE-4BE0-B868-C0A041DEF12C}"/>
                  </a:ext>
                </a:extLst>
              </p14:cNvPr>
              <p14:cNvContentPartPr/>
              <p14:nvPr/>
            </p14:nvContentPartPr>
            <p14:xfrm>
              <a:off x="6093189" y="451345"/>
              <a:ext cx="437760" cy="408240"/>
            </p14:xfrm>
          </p:contentPart>
        </mc:Choice>
        <mc:Fallback xmlns="">
          <p:pic>
            <p:nvPicPr>
              <p:cNvPr id="131" name="Cerneală 130">
                <a:extLst>
                  <a:ext uri="{FF2B5EF4-FFF2-40B4-BE49-F238E27FC236}">
                    <a16:creationId xmlns:a16="http://schemas.microsoft.com/office/drawing/2014/main" id="{CE5728B8-A0CE-4BE0-B868-C0A041DEF12C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6075549" y="415705"/>
                <a:ext cx="473400" cy="47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32" name="Cerneală 131">
                <a:extLst>
                  <a:ext uri="{FF2B5EF4-FFF2-40B4-BE49-F238E27FC236}">
                    <a16:creationId xmlns:a16="http://schemas.microsoft.com/office/drawing/2014/main" id="{FA6BEA34-D0AA-4873-8E23-6A0FFAADA68C}"/>
                  </a:ext>
                </a:extLst>
              </p14:cNvPr>
              <p14:cNvContentPartPr/>
              <p14:nvPr/>
            </p14:nvContentPartPr>
            <p14:xfrm>
              <a:off x="6494229" y="637825"/>
              <a:ext cx="36720" cy="7200"/>
            </p14:xfrm>
          </p:contentPart>
        </mc:Choice>
        <mc:Fallback xmlns="">
          <p:pic>
            <p:nvPicPr>
              <p:cNvPr id="132" name="Cerneală 131">
                <a:extLst>
                  <a:ext uri="{FF2B5EF4-FFF2-40B4-BE49-F238E27FC236}">
                    <a16:creationId xmlns:a16="http://schemas.microsoft.com/office/drawing/2014/main" id="{FA6BEA34-D0AA-4873-8E23-6A0FFAADA68C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6476229" y="601825"/>
                <a:ext cx="7236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33" name="Cerneală 132">
                <a:extLst>
                  <a:ext uri="{FF2B5EF4-FFF2-40B4-BE49-F238E27FC236}">
                    <a16:creationId xmlns:a16="http://schemas.microsoft.com/office/drawing/2014/main" id="{2983F542-018A-46A0-B412-8AD2AA56F815}"/>
                  </a:ext>
                </a:extLst>
              </p14:cNvPr>
              <p14:cNvContentPartPr/>
              <p14:nvPr/>
            </p14:nvContentPartPr>
            <p14:xfrm>
              <a:off x="6213069" y="523705"/>
              <a:ext cx="295920" cy="15480"/>
            </p14:xfrm>
          </p:contentPart>
        </mc:Choice>
        <mc:Fallback xmlns="">
          <p:pic>
            <p:nvPicPr>
              <p:cNvPr id="133" name="Cerneală 132">
                <a:extLst>
                  <a:ext uri="{FF2B5EF4-FFF2-40B4-BE49-F238E27FC236}">
                    <a16:creationId xmlns:a16="http://schemas.microsoft.com/office/drawing/2014/main" id="{2983F542-018A-46A0-B412-8AD2AA56F815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6195069" y="487705"/>
                <a:ext cx="33156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34" name="Cerneală 133">
                <a:extLst>
                  <a:ext uri="{FF2B5EF4-FFF2-40B4-BE49-F238E27FC236}">
                    <a16:creationId xmlns:a16="http://schemas.microsoft.com/office/drawing/2014/main" id="{1E7D1A3A-5A62-4471-9ACE-1A0E6185EDCD}"/>
                  </a:ext>
                </a:extLst>
              </p14:cNvPr>
              <p14:cNvContentPartPr/>
              <p14:nvPr/>
            </p14:nvContentPartPr>
            <p14:xfrm>
              <a:off x="6636429" y="648625"/>
              <a:ext cx="165960" cy="178920"/>
            </p14:xfrm>
          </p:contentPart>
        </mc:Choice>
        <mc:Fallback xmlns="">
          <p:pic>
            <p:nvPicPr>
              <p:cNvPr id="134" name="Cerneală 133">
                <a:extLst>
                  <a:ext uri="{FF2B5EF4-FFF2-40B4-BE49-F238E27FC236}">
                    <a16:creationId xmlns:a16="http://schemas.microsoft.com/office/drawing/2014/main" id="{1E7D1A3A-5A62-4471-9ACE-1A0E6185EDCD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6618429" y="612625"/>
                <a:ext cx="20160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35" name="Cerneală 134">
                <a:extLst>
                  <a:ext uri="{FF2B5EF4-FFF2-40B4-BE49-F238E27FC236}">
                    <a16:creationId xmlns:a16="http://schemas.microsoft.com/office/drawing/2014/main" id="{BF7944C1-3986-492C-B8CB-6ADF36FFB6F2}"/>
                  </a:ext>
                </a:extLst>
              </p14:cNvPr>
              <p14:cNvContentPartPr/>
              <p14:nvPr/>
            </p14:nvContentPartPr>
            <p14:xfrm>
              <a:off x="7097949" y="476185"/>
              <a:ext cx="298080" cy="326880"/>
            </p14:xfrm>
          </p:contentPart>
        </mc:Choice>
        <mc:Fallback xmlns="">
          <p:pic>
            <p:nvPicPr>
              <p:cNvPr id="135" name="Cerneală 134">
                <a:extLst>
                  <a:ext uri="{FF2B5EF4-FFF2-40B4-BE49-F238E27FC236}">
                    <a16:creationId xmlns:a16="http://schemas.microsoft.com/office/drawing/2014/main" id="{BF7944C1-3986-492C-B8CB-6ADF36FFB6F2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7080309" y="440185"/>
                <a:ext cx="333720" cy="39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36" name="Cerneală 135">
                <a:extLst>
                  <a:ext uri="{FF2B5EF4-FFF2-40B4-BE49-F238E27FC236}">
                    <a16:creationId xmlns:a16="http://schemas.microsoft.com/office/drawing/2014/main" id="{C4F54DB8-753F-4EE9-A159-75E17234C1BF}"/>
                  </a:ext>
                </a:extLst>
              </p14:cNvPr>
              <p14:cNvContentPartPr/>
              <p14:nvPr/>
            </p14:nvContentPartPr>
            <p14:xfrm>
              <a:off x="7324749" y="529105"/>
              <a:ext cx="1175040" cy="234000"/>
            </p14:xfrm>
          </p:contentPart>
        </mc:Choice>
        <mc:Fallback xmlns="">
          <p:pic>
            <p:nvPicPr>
              <p:cNvPr id="136" name="Cerneală 135">
                <a:extLst>
                  <a:ext uri="{FF2B5EF4-FFF2-40B4-BE49-F238E27FC236}">
                    <a16:creationId xmlns:a16="http://schemas.microsoft.com/office/drawing/2014/main" id="{C4F54DB8-753F-4EE9-A159-75E17234C1BF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7306749" y="493465"/>
                <a:ext cx="1210680" cy="3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37" name="Cerneală 136">
                <a:extLst>
                  <a:ext uri="{FF2B5EF4-FFF2-40B4-BE49-F238E27FC236}">
                    <a16:creationId xmlns:a16="http://schemas.microsoft.com/office/drawing/2014/main" id="{5B03243B-D17C-4803-9060-77B6B5F37642}"/>
                  </a:ext>
                </a:extLst>
              </p14:cNvPr>
              <p14:cNvContentPartPr/>
              <p14:nvPr/>
            </p14:nvContentPartPr>
            <p14:xfrm>
              <a:off x="8403309" y="399145"/>
              <a:ext cx="105480" cy="72360"/>
            </p14:xfrm>
          </p:contentPart>
        </mc:Choice>
        <mc:Fallback xmlns="">
          <p:pic>
            <p:nvPicPr>
              <p:cNvPr id="137" name="Cerneală 136">
                <a:extLst>
                  <a:ext uri="{FF2B5EF4-FFF2-40B4-BE49-F238E27FC236}">
                    <a16:creationId xmlns:a16="http://schemas.microsoft.com/office/drawing/2014/main" id="{5B03243B-D17C-4803-9060-77B6B5F37642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8385669" y="363505"/>
                <a:ext cx="14112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61E5D3E3-F16A-4B07-B7EF-71CAA983A5D7}"/>
                  </a:ext>
                </a:extLst>
              </p14:cNvPr>
              <p14:cNvContentPartPr/>
              <p14:nvPr/>
            </p14:nvContentPartPr>
            <p14:xfrm>
              <a:off x="8532549" y="659065"/>
              <a:ext cx="191520" cy="4392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61E5D3E3-F16A-4B07-B7EF-71CAA983A5D7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8514549" y="623425"/>
                <a:ext cx="22716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41" name="Cerneală 140">
                <a:extLst>
                  <a:ext uri="{FF2B5EF4-FFF2-40B4-BE49-F238E27FC236}">
                    <a16:creationId xmlns:a16="http://schemas.microsoft.com/office/drawing/2014/main" id="{8F793D86-333D-4070-9E0D-480D0149C689}"/>
                  </a:ext>
                </a:extLst>
              </p14:cNvPr>
              <p14:cNvContentPartPr/>
              <p14:nvPr/>
            </p14:nvContentPartPr>
            <p14:xfrm>
              <a:off x="7714269" y="2131825"/>
              <a:ext cx="360" cy="5040"/>
            </p14:xfrm>
          </p:contentPart>
        </mc:Choice>
        <mc:Fallback xmlns="">
          <p:pic>
            <p:nvPicPr>
              <p:cNvPr id="141" name="Cerneală 140">
                <a:extLst>
                  <a:ext uri="{FF2B5EF4-FFF2-40B4-BE49-F238E27FC236}">
                    <a16:creationId xmlns:a16="http://schemas.microsoft.com/office/drawing/2014/main" id="{8F793D86-333D-4070-9E0D-480D0149C689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7696269" y="2113825"/>
                <a:ext cx="3600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42" name="Cerneală 141">
                <a:extLst>
                  <a:ext uri="{FF2B5EF4-FFF2-40B4-BE49-F238E27FC236}">
                    <a16:creationId xmlns:a16="http://schemas.microsoft.com/office/drawing/2014/main" id="{C307AD5F-417A-4681-9821-E8FC18A4B47F}"/>
                  </a:ext>
                </a:extLst>
              </p14:cNvPr>
              <p14:cNvContentPartPr/>
              <p14:nvPr/>
            </p14:nvContentPartPr>
            <p14:xfrm>
              <a:off x="8099469" y="2156665"/>
              <a:ext cx="3960" cy="9000"/>
            </p14:xfrm>
          </p:contentPart>
        </mc:Choice>
        <mc:Fallback xmlns="">
          <p:pic>
            <p:nvPicPr>
              <p:cNvPr id="142" name="Cerneală 141">
                <a:extLst>
                  <a:ext uri="{FF2B5EF4-FFF2-40B4-BE49-F238E27FC236}">
                    <a16:creationId xmlns:a16="http://schemas.microsoft.com/office/drawing/2014/main" id="{C307AD5F-417A-4681-9821-E8FC18A4B47F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8081829" y="2139025"/>
                <a:ext cx="3960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45" name="Cerneală 144">
                <a:extLst>
                  <a:ext uri="{FF2B5EF4-FFF2-40B4-BE49-F238E27FC236}">
                    <a16:creationId xmlns:a16="http://schemas.microsoft.com/office/drawing/2014/main" id="{AA1F1078-AE23-4BB9-8862-26F29AF4E0DE}"/>
                  </a:ext>
                </a:extLst>
              </p14:cNvPr>
              <p14:cNvContentPartPr/>
              <p14:nvPr/>
            </p14:nvContentPartPr>
            <p14:xfrm>
              <a:off x="7849269" y="1525225"/>
              <a:ext cx="356760" cy="8280"/>
            </p14:xfrm>
          </p:contentPart>
        </mc:Choice>
        <mc:Fallback xmlns="">
          <p:pic>
            <p:nvPicPr>
              <p:cNvPr id="145" name="Cerneală 144">
                <a:extLst>
                  <a:ext uri="{FF2B5EF4-FFF2-40B4-BE49-F238E27FC236}">
                    <a16:creationId xmlns:a16="http://schemas.microsoft.com/office/drawing/2014/main" id="{AA1F1078-AE23-4BB9-8862-26F29AF4E0DE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7831269" y="1507585"/>
                <a:ext cx="39240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46" name="Cerneală 145">
                <a:extLst>
                  <a:ext uri="{FF2B5EF4-FFF2-40B4-BE49-F238E27FC236}">
                    <a16:creationId xmlns:a16="http://schemas.microsoft.com/office/drawing/2014/main" id="{5E1CA462-5D9F-4BC8-BAFD-78E7434C823E}"/>
                  </a:ext>
                </a:extLst>
              </p14:cNvPr>
              <p14:cNvContentPartPr/>
              <p14:nvPr/>
            </p14:nvContentPartPr>
            <p14:xfrm>
              <a:off x="8131869" y="1491385"/>
              <a:ext cx="103320" cy="99000"/>
            </p14:xfrm>
          </p:contentPart>
        </mc:Choice>
        <mc:Fallback xmlns="">
          <p:pic>
            <p:nvPicPr>
              <p:cNvPr id="146" name="Cerneală 145">
                <a:extLst>
                  <a:ext uri="{FF2B5EF4-FFF2-40B4-BE49-F238E27FC236}">
                    <a16:creationId xmlns:a16="http://schemas.microsoft.com/office/drawing/2014/main" id="{5E1CA462-5D9F-4BC8-BAFD-78E7434C823E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8113869" y="1473745"/>
                <a:ext cx="13896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57" name="Cerneală 156">
                <a:extLst>
                  <a:ext uri="{FF2B5EF4-FFF2-40B4-BE49-F238E27FC236}">
                    <a16:creationId xmlns:a16="http://schemas.microsoft.com/office/drawing/2014/main" id="{97DE8579-0065-409B-8EEF-5CABE54855E7}"/>
                  </a:ext>
                </a:extLst>
              </p14:cNvPr>
              <p14:cNvContentPartPr/>
              <p14:nvPr/>
            </p14:nvContentPartPr>
            <p14:xfrm>
              <a:off x="8575749" y="1451785"/>
              <a:ext cx="428760" cy="116280"/>
            </p14:xfrm>
          </p:contentPart>
        </mc:Choice>
        <mc:Fallback xmlns="">
          <p:pic>
            <p:nvPicPr>
              <p:cNvPr id="157" name="Cerneală 156">
                <a:extLst>
                  <a:ext uri="{FF2B5EF4-FFF2-40B4-BE49-F238E27FC236}">
                    <a16:creationId xmlns:a16="http://schemas.microsoft.com/office/drawing/2014/main" id="{97DE8579-0065-409B-8EEF-5CABE54855E7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8557749" y="1434145"/>
                <a:ext cx="46440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69" name="Cerneală 168">
                <a:extLst>
                  <a:ext uri="{FF2B5EF4-FFF2-40B4-BE49-F238E27FC236}">
                    <a16:creationId xmlns:a16="http://schemas.microsoft.com/office/drawing/2014/main" id="{D5B0ABA1-C8B9-49CC-8060-3CBCE82AE7E7}"/>
                  </a:ext>
                </a:extLst>
              </p14:cNvPr>
              <p14:cNvContentPartPr/>
              <p14:nvPr/>
            </p14:nvContentPartPr>
            <p14:xfrm>
              <a:off x="1628829" y="1718185"/>
              <a:ext cx="421560" cy="81720"/>
            </p14:xfrm>
          </p:contentPart>
        </mc:Choice>
        <mc:Fallback xmlns="">
          <p:pic>
            <p:nvPicPr>
              <p:cNvPr id="169" name="Cerneală 168">
                <a:extLst>
                  <a:ext uri="{FF2B5EF4-FFF2-40B4-BE49-F238E27FC236}">
                    <a16:creationId xmlns:a16="http://schemas.microsoft.com/office/drawing/2014/main" id="{D5B0ABA1-C8B9-49CC-8060-3CBCE82AE7E7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610829" y="1700185"/>
                <a:ext cx="45720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212" name="Cerneală 211">
                <a:extLst>
                  <a:ext uri="{FF2B5EF4-FFF2-40B4-BE49-F238E27FC236}">
                    <a16:creationId xmlns:a16="http://schemas.microsoft.com/office/drawing/2014/main" id="{3027A996-EA47-4235-B195-CD17365136A5}"/>
                  </a:ext>
                </a:extLst>
              </p14:cNvPr>
              <p14:cNvContentPartPr/>
              <p14:nvPr/>
            </p14:nvContentPartPr>
            <p14:xfrm>
              <a:off x="962829" y="3152065"/>
              <a:ext cx="1603800" cy="366480"/>
            </p14:xfrm>
          </p:contentPart>
        </mc:Choice>
        <mc:Fallback xmlns="">
          <p:pic>
            <p:nvPicPr>
              <p:cNvPr id="212" name="Cerneală 211">
                <a:extLst>
                  <a:ext uri="{FF2B5EF4-FFF2-40B4-BE49-F238E27FC236}">
                    <a16:creationId xmlns:a16="http://schemas.microsoft.com/office/drawing/2014/main" id="{3027A996-EA47-4235-B195-CD17365136A5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944829" y="3134065"/>
                <a:ext cx="1639440" cy="40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215" name="Cerneală 214">
                <a:extLst>
                  <a:ext uri="{FF2B5EF4-FFF2-40B4-BE49-F238E27FC236}">
                    <a16:creationId xmlns:a16="http://schemas.microsoft.com/office/drawing/2014/main" id="{5262BB21-A787-4DCE-BC74-A0D2F23855E6}"/>
                  </a:ext>
                </a:extLst>
              </p14:cNvPr>
              <p14:cNvContentPartPr/>
              <p14:nvPr/>
            </p14:nvContentPartPr>
            <p14:xfrm>
              <a:off x="2944989" y="1026625"/>
              <a:ext cx="1999800" cy="3530880"/>
            </p14:xfrm>
          </p:contentPart>
        </mc:Choice>
        <mc:Fallback xmlns="">
          <p:pic>
            <p:nvPicPr>
              <p:cNvPr id="215" name="Cerneală 214">
                <a:extLst>
                  <a:ext uri="{FF2B5EF4-FFF2-40B4-BE49-F238E27FC236}">
                    <a16:creationId xmlns:a16="http://schemas.microsoft.com/office/drawing/2014/main" id="{5262BB21-A787-4DCE-BC74-A0D2F23855E6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2926992" y="1008625"/>
                <a:ext cx="2035434" cy="356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220" name="Cerneală 219">
                <a:extLst>
                  <a:ext uri="{FF2B5EF4-FFF2-40B4-BE49-F238E27FC236}">
                    <a16:creationId xmlns:a16="http://schemas.microsoft.com/office/drawing/2014/main" id="{B35CAECA-1D5F-4EC4-9621-FB6AE78011EB}"/>
                  </a:ext>
                </a:extLst>
              </p14:cNvPr>
              <p14:cNvContentPartPr/>
              <p14:nvPr/>
            </p14:nvContentPartPr>
            <p14:xfrm>
              <a:off x="70389" y="4269145"/>
              <a:ext cx="2577960" cy="351000"/>
            </p14:xfrm>
          </p:contentPart>
        </mc:Choice>
        <mc:Fallback xmlns="">
          <p:pic>
            <p:nvPicPr>
              <p:cNvPr id="220" name="Cerneală 219">
                <a:extLst>
                  <a:ext uri="{FF2B5EF4-FFF2-40B4-BE49-F238E27FC236}">
                    <a16:creationId xmlns:a16="http://schemas.microsoft.com/office/drawing/2014/main" id="{B35CAECA-1D5F-4EC4-9621-FB6AE78011EB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52389" y="4251505"/>
                <a:ext cx="2613600" cy="38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238" name="Cerneală 237">
                <a:extLst>
                  <a:ext uri="{FF2B5EF4-FFF2-40B4-BE49-F238E27FC236}">
                    <a16:creationId xmlns:a16="http://schemas.microsoft.com/office/drawing/2014/main" id="{726DC431-591A-4208-A09E-3BE64B075E90}"/>
                  </a:ext>
                </a:extLst>
              </p14:cNvPr>
              <p14:cNvContentPartPr/>
              <p14:nvPr/>
            </p14:nvContentPartPr>
            <p14:xfrm>
              <a:off x="166509" y="1872265"/>
              <a:ext cx="2388600" cy="959760"/>
            </p14:xfrm>
          </p:contentPart>
        </mc:Choice>
        <mc:Fallback xmlns="">
          <p:pic>
            <p:nvPicPr>
              <p:cNvPr id="238" name="Cerneală 237">
                <a:extLst>
                  <a:ext uri="{FF2B5EF4-FFF2-40B4-BE49-F238E27FC236}">
                    <a16:creationId xmlns:a16="http://schemas.microsoft.com/office/drawing/2014/main" id="{726DC431-591A-4208-A09E-3BE64B075E90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148869" y="1854632"/>
                <a:ext cx="2424240" cy="9953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239" name="Cerneală 238">
                <a:extLst>
                  <a:ext uri="{FF2B5EF4-FFF2-40B4-BE49-F238E27FC236}">
                    <a16:creationId xmlns:a16="http://schemas.microsoft.com/office/drawing/2014/main" id="{D560E356-09E5-4D97-8F80-ACBCA6AE1065}"/>
                  </a:ext>
                </a:extLst>
              </p14:cNvPr>
              <p14:cNvContentPartPr/>
              <p14:nvPr/>
            </p14:nvContentPartPr>
            <p14:xfrm>
              <a:off x="50949" y="3097345"/>
              <a:ext cx="702720" cy="371880"/>
            </p14:xfrm>
          </p:contentPart>
        </mc:Choice>
        <mc:Fallback xmlns="">
          <p:pic>
            <p:nvPicPr>
              <p:cNvPr id="239" name="Cerneală 238">
                <a:extLst>
                  <a:ext uri="{FF2B5EF4-FFF2-40B4-BE49-F238E27FC236}">
                    <a16:creationId xmlns:a16="http://schemas.microsoft.com/office/drawing/2014/main" id="{D560E356-09E5-4D97-8F80-ACBCA6AE1065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33309" y="3079362"/>
                <a:ext cx="738360" cy="4074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242" name="Cerneală 241">
                <a:extLst>
                  <a:ext uri="{FF2B5EF4-FFF2-40B4-BE49-F238E27FC236}">
                    <a16:creationId xmlns:a16="http://schemas.microsoft.com/office/drawing/2014/main" id="{87C8F7FF-C5B5-4284-AD40-EB7321F11BC5}"/>
                  </a:ext>
                </a:extLst>
              </p14:cNvPr>
              <p14:cNvContentPartPr/>
              <p14:nvPr/>
            </p14:nvContentPartPr>
            <p14:xfrm>
              <a:off x="7756749" y="3049105"/>
              <a:ext cx="1363680" cy="2279160"/>
            </p14:xfrm>
          </p:contentPart>
        </mc:Choice>
        <mc:Fallback xmlns="">
          <p:pic>
            <p:nvPicPr>
              <p:cNvPr id="242" name="Cerneală 241">
                <a:extLst>
                  <a:ext uri="{FF2B5EF4-FFF2-40B4-BE49-F238E27FC236}">
                    <a16:creationId xmlns:a16="http://schemas.microsoft.com/office/drawing/2014/main" id="{87C8F7FF-C5B5-4284-AD40-EB7321F11BC5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7739109" y="3031108"/>
                <a:ext cx="1399320" cy="231479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4753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Imagine 50">
            <a:extLst>
              <a:ext uri="{FF2B5EF4-FFF2-40B4-BE49-F238E27FC236}">
                <a16:creationId xmlns:a16="http://schemas.microsoft.com/office/drawing/2014/main" id="{63A1CC9C-1D73-4D9B-BBFD-BD32FCE1E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685830"/>
            <a:ext cx="3295650" cy="20002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4F6FED63-126C-4443-BCD1-05479BAC8F7E}"/>
                  </a:ext>
                </a:extLst>
              </p14:cNvPr>
              <p14:cNvContentPartPr/>
              <p14:nvPr/>
            </p14:nvContentPartPr>
            <p14:xfrm>
              <a:off x="1660509" y="3166105"/>
              <a:ext cx="42480" cy="3420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4F6FED63-126C-4443-BCD1-05479BAC8F7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42509" y="3148465"/>
                <a:ext cx="7812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269FD0D2-A70F-43B7-B34A-F090E06E34B8}"/>
                  </a:ext>
                </a:extLst>
              </p14:cNvPr>
              <p14:cNvContentPartPr/>
              <p14:nvPr/>
            </p14:nvContentPartPr>
            <p14:xfrm>
              <a:off x="1689669" y="3265465"/>
              <a:ext cx="28080" cy="5148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269FD0D2-A70F-43B7-B34A-F090E06E34B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72029" y="3247825"/>
                <a:ext cx="6372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D9CA8EDC-CE81-4D14-88D2-2C3B38D426A2}"/>
                  </a:ext>
                </a:extLst>
              </p14:cNvPr>
              <p14:cNvContentPartPr/>
              <p14:nvPr/>
            </p14:nvContentPartPr>
            <p14:xfrm>
              <a:off x="735309" y="2974585"/>
              <a:ext cx="756360" cy="50148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D9CA8EDC-CE81-4D14-88D2-2C3B38D426A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7669" y="2956585"/>
                <a:ext cx="792000" cy="53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8E82B006-D83E-4949-B01F-950C4B893AF2}"/>
                  </a:ext>
                </a:extLst>
              </p14:cNvPr>
              <p14:cNvContentPartPr/>
              <p14:nvPr/>
            </p14:nvContentPartPr>
            <p14:xfrm>
              <a:off x="1741869" y="4437265"/>
              <a:ext cx="13320" cy="2412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8E82B006-D83E-4949-B01F-950C4B893AF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724229" y="4419265"/>
                <a:ext cx="4896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035914A9-70E2-4BF1-BBFF-24A598D5569B}"/>
                  </a:ext>
                </a:extLst>
              </p14:cNvPr>
              <p14:cNvContentPartPr/>
              <p14:nvPr/>
            </p14:nvContentPartPr>
            <p14:xfrm>
              <a:off x="1765989" y="4572985"/>
              <a:ext cx="37080" cy="1116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035914A9-70E2-4BF1-BBFF-24A598D5569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47989" y="4554985"/>
                <a:ext cx="7272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C2C98783-39F4-4C04-86A6-C8EEADC41126}"/>
                  </a:ext>
                </a:extLst>
              </p14:cNvPr>
              <p14:cNvContentPartPr/>
              <p14:nvPr/>
            </p14:nvContentPartPr>
            <p14:xfrm>
              <a:off x="492669" y="4316665"/>
              <a:ext cx="941760" cy="31752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C2C98783-39F4-4C04-86A6-C8EEADC4112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74669" y="4299025"/>
                <a:ext cx="977400" cy="35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56" name="Cerneală 255">
                <a:extLst>
                  <a:ext uri="{FF2B5EF4-FFF2-40B4-BE49-F238E27FC236}">
                    <a16:creationId xmlns:a16="http://schemas.microsoft.com/office/drawing/2014/main" id="{92B46FF7-E3E8-4465-A38A-82CAB1BF3E8A}"/>
                  </a:ext>
                </a:extLst>
              </p14:cNvPr>
              <p14:cNvContentPartPr/>
              <p14:nvPr/>
            </p14:nvContentPartPr>
            <p14:xfrm>
              <a:off x="2074149" y="298345"/>
              <a:ext cx="9745560" cy="6181560"/>
            </p14:xfrm>
          </p:contentPart>
        </mc:Choice>
        <mc:Fallback xmlns="">
          <p:pic>
            <p:nvPicPr>
              <p:cNvPr id="256" name="Cerneală 255">
                <a:extLst>
                  <a:ext uri="{FF2B5EF4-FFF2-40B4-BE49-F238E27FC236}">
                    <a16:creationId xmlns:a16="http://schemas.microsoft.com/office/drawing/2014/main" id="{92B46FF7-E3E8-4465-A38A-82CAB1BF3E8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056150" y="280345"/>
                <a:ext cx="9781199" cy="621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08218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243904" y="137196"/>
            <a:ext cx="1124699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b="1" dirty="0">
                <a:solidFill>
                  <a:srgbClr val="0000FF"/>
                </a:solidFill>
              </a:rPr>
              <a:t>Sinteza automatelor Moore – </a:t>
            </a:r>
            <a:r>
              <a:rPr lang="ro-RO" sz="2000" b="1" dirty="0">
                <a:solidFill>
                  <a:srgbClr val="FF0000"/>
                </a:solidFill>
              </a:rPr>
              <a:t>Exemplu de implementare cu bistabili de tip D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FF771DD6-2F2E-4D62-A15F-AF3DDBA11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1051586"/>
            <a:ext cx="6105525" cy="3619500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72923753-9F23-4109-83D2-FA63F759E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390" y="1143025"/>
            <a:ext cx="3371850" cy="19240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077264CB-CF7D-4A8B-AF45-9CBA064BE6DE}"/>
                  </a:ext>
                </a:extLst>
              </p14:cNvPr>
              <p14:cNvContentPartPr/>
              <p14:nvPr/>
            </p14:nvContentPartPr>
            <p14:xfrm>
              <a:off x="5640309" y="2666065"/>
              <a:ext cx="455760" cy="12528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077264CB-CF7D-4A8B-AF45-9CBA064BE6D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22309" y="2648425"/>
                <a:ext cx="49140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A3D8C173-C33C-4EF6-B13F-8AC66CA20292}"/>
                  </a:ext>
                </a:extLst>
              </p14:cNvPr>
              <p14:cNvContentPartPr/>
              <p14:nvPr/>
            </p14:nvContentPartPr>
            <p14:xfrm>
              <a:off x="5750829" y="3170425"/>
              <a:ext cx="348480" cy="8280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A3D8C173-C33C-4EF6-B13F-8AC66CA2029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33189" y="3152785"/>
                <a:ext cx="38412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9A0A4C52-7759-4AC1-9486-3E7E19790145}"/>
                  </a:ext>
                </a:extLst>
              </p14:cNvPr>
              <p14:cNvContentPartPr/>
              <p14:nvPr/>
            </p14:nvContentPartPr>
            <p14:xfrm>
              <a:off x="5793309" y="3582625"/>
              <a:ext cx="347400" cy="6480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9A0A4C52-7759-4AC1-9486-3E7E1979014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775669" y="3564625"/>
                <a:ext cx="38304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83B77208-460D-4FBF-8262-E2FB903CFF62}"/>
                  </a:ext>
                </a:extLst>
              </p14:cNvPr>
              <p14:cNvContentPartPr/>
              <p14:nvPr/>
            </p14:nvContentPartPr>
            <p14:xfrm>
              <a:off x="5688189" y="3962065"/>
              <a:ext cx="445680" cy="59652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83B77208-460D-4FBF-8262-E2FB903CFF6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670549" y="3944414"/>
                <a:ext cx="481320" cy="6321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EB4D81E0-A4E7-4181-947E-FBA933607D2D}"/>
                  </a:ext>
                </a:extLst>
              </p14:cNvPr>
              <p14:cNvContentPartPr/>
              <p14:nvPr/>
            </p14:nvContentPartPr>
            <p14:xfrm>
              <a:off x="5529429" y="1773625"/>
              <a:ext cx="568440" cy="77220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EB4D81E0-A4E7-4181-947E-FBA933607D2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511429" y="1755633"/>
                <a:ext cx="604080" cy="8078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DBF23396-7D05-4422-9E0F-B38C0F14C646}"/>
                  </a:ext>
                </a:extLst>
              </p14:cNvPr>
              <p14:cNvContentPartPr/>
              <p14:nvPr/>
            </p14:nvContentPartPr>
            <p14:xfrm>
              <a:off x="4970349" y="4889425"/>
              <a:ext cx="742320" cy="71532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DBF23396-7D05-4422-9E0F-B38C0F14C64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952700" y="4871425"/>
                <a:ext cx="777977" cy="75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2FA54949-5362-4949-99F6-B012E9BA925D}"/>
                  </a:ext>
                </a:extLst>
              </p14:cNvPr>
              <p14:cNvContentPartPr/>
              <p14:nvPr/>
            </p14:nvContentPartPr>
            <p14:xfrm>
              <a:off x="587349" y="855625"/>
              <a:ext cx="3778920" cy="494028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2FA54949-5362-4949-99F6-B012E9BA925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69349" y="837625"/>
                <a:ext cx="3814560" cy="497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EC4CB94B-EC16-468B-815F-821E608704BC}"/>
                  </a:ext>
                </a:extLst>
              </p14:cNvPr>
              <p14:cNvContentPartPr/>
              <p14:nvPr/>
            </p14:nvContentPartPr>
            <p14:xfrm>
              <a:off x="4650669" y="1288705"/>
              <a:ext cx="639000" cy="346824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EC4CB94B-EC16-468B-815F-821E608704B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633029" y="1270705"/>
                <a:ext cx="674640" cy="350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7347DFDB-738B-4760-BA24-6642663BC8AF}"/>
                  </a:ext>
                </a:extLst>
              </p14:cNvPr>
              <p14:cNvContentPartPr/>
              <p14:nvPr/>
            </p14:nvContentPartPr>
            <p14:xfrm>
              <a:off x="7395309" y="3348625"/>
              <a:ext cx="2056320" cy="100728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7347DFDB-738B-4760-BA24-6642663BC8A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377309" y="3330625"/>
                <a:ext cx="2091960" cy="104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6100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243904" y="137196"/>
            <a:ext cx="1124699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b="1" dirty="0">
                <a:solidFill>
                  <a:srgbClr val="0000FF"/>
                </a:solidFill>
              </a:rPr>
              <a:t>Sinteza automatelor Moore – </a:t>
            </a:r>
            <a:r>
              <a:rPr lang="ro-RO" sz="2000" b="1" dirty="0">
                <a:solidFill>
                  <a:srgbClr val="FF0000"/>
                </a:solidFill>
              </a:rPr>
              <a:t>Exemplu de implementare cu bistabili de tip D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FF771DD6-2F2E-4D62-A15F-AF3DDBA11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1051586"/>
            <a:ext cx="6105525" cy="3619500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67396F3A-E245-4235-A8B1-CD3E4E9D3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8951" y="1051586"/>
            <a:ext cx="3629025" cy="18954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82D64A94-232B-4153-9132-970F0C73EB75}"/>
                  </a:ext>
                </a:extLst>
              </p14:cNvPr>
              <p14:cNvContentPartPr/>
              <p14:nvPr/>
            </p14:nvContentPartPr>
            <p14:xfrm>
              <a:off x="616149" y="421105"/>
              <a:ext cx="3713760" cy="461772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82D64A94-232B-4153-9132-970F0C73EB7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8509" y="403105"/>
                <a:ext cx="3749400" cy="46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9F75CF78-2264-4A40-B2A3-5751A62F278F}"/>
                  </a:ext>
                </a:extLst>
              </p14:cNvPr>
              <p14:cNvContentPartPr/>
              <p14:nvPr/>
            </p14:nvContentPartPr>
            <p14:xfrm>
              <a:off x="7047909" y="510025"/>
              <a:ext cx="1167480" cy="26028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9F75CF78-2264-4A40-B2A3-5751A62F278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30269" y="492025"/>
                <a:ext cx="120312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C6E33EA3-586B-4A89-9B7A-F637D4AF0806}"/>
                  </a:ext>
                </a:extLst>
              </p14:cNvPr>
              <p14:cNvContentPartPr/>
              <p14:nvPr/>
            </p14:nvContentPartPr>
            <p14:xfrm>
              <a:off x="5498109" y="494905"/>
              <a:ext cx="1191240" cy="421092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C6E33EA3-586B-4A89-9B7A-F637D4AF080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480464" y="476905"/>
                <a:ext cx="1226891" cy="424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48C9FA9C-3019-482E-9BE8-AC393C69665D}"/>
                  </a:ext>
                </a:extLst>
              </p14:cNvPr>
              <p14:cNvContentPartPr/>
              <p14:nvPr/>
            </p14:nvContentPartPr>
            <p14:xfrm>
              <a:off x="7015149" y="3171505"/>
              <a:ext cx="3081960" cy="115092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48C9FA9C-3019-482E-9BE8-AC393C69665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997509" y="3153505"/>
                <a:ext cx="3117600" cy="11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166E0C57-66E0-4D33-BDA2-2AC94C3825DB}"/>
                  </a:ext>
                </a:extLst>
              </p14:cNvPr>
              <p14:cNvContentPartPr/>
              <p14:nvPr/>
            </p14:nvContentPartPr>
            <p14:xfrm>
              <a:off x="2665989" y="5247985"/>
              <a:ext cx="26280" cy="648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166E0C57-66E0-4D33-BDA2-2AC94C3825D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647989" y="5230345"/>
                <a:ext cx="61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AF1B670B-811D-474D-9870-531ED84336B3}"/>
                  </a:ext>
                </a:extLst>
              </p14:cNvPr>
              <p14:cNvContentPartPr/>
              <p14:nvPr/>
            </p14:nvContentPartPr>
            <p14:xfrm>
              <a:off x="3590109" y="5218105"/>
              <a:ext cx="387000" cy="36360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AF1B670B-811D-474D-9870-531ED84336B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572109" y="5200105"/>
                <a:ext cx="422640" cy="39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7CE7CEAA-70A5-4C04-9D6F-CE0A5D6ED552}"/>
                  </a:ext>
                </a:extLst>
              </p14:cNvPr>
              <p14:cNvContentPartPr/>
              <p14:nvPr/>
            </p14:nvContentPartPr>
            <p14:xfrm>
              <a:off x="2405349" y="5376865"/>
              <a:ext cx="941400" cy="55728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7CE7CEAA-70A5-4C04-9D6F-CE0A5D6ED55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387349" y="5359225"/>
                <a:ext cx="977040" cy="59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03854F76-20F6-4990-BC34-3458B1296974}"/>
                  </a:ext>
                </a:extLst>
              </p14:cNvPr>
              <p14:cNvContentPartPr/>
              <p14:nvPr/>
            </p14:nvContentPartPr>
            <p14:xfrm>
              <a:off x="1507869" y="5249425"/>
              <a:ext cx="609480" cy="33516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03854F76-20F6-4990-BC34-3458B129697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489869" y="5231425"/>
                <a:ext cx="645120" cy="37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37DB6064-D399-4ABA-A1ED-C693ACE4E25C}"/>
                  </a:ext>
                </a:extLst>
              </p14:cNvPr>
              <p14:cNvContentPartPr/>
              <p14:nvPr/>
            </p14:nvContentPartPr>
            <p14:xfrm>
              <a:off x="6506829" y="5481265"/>
              <a:ext cx="34200" cy="14976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37DB6064-D399-4ABA-A1ED-C693ACE4E25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488829" y="5463308"/>
                <a:ext cx="69840" cy="1853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92A3CD4F-6A78-43A2-884A-B4AD0E1E7660}"/>
                  </a:ext>
                </a:extLst>
              </p14:cNvPr>
              <p14:cNvContentPartPr/>
              <p14:nvPr/>
            </p14:nvContentPartPr>
            <p14:xfrm>
              <a:off x="4392549" y="5195785"/>
              <a:ext cx="1682280" cy="61812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92A3CD4F-6A78-43A2-884A-B4AD0E1E766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374905" y="5177785"/>
                <a:ext cx="1717928" cy="65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B44EAEE9-289F-453C-A3B5-FB3B80B86B37}"/>
                  </a:ext>
                </a:extLst>
              </p14:cNvPr>
              <p14:cNvContentPartPr/>
              <p14:nvPr/>
            </p14:nvContentPartPr>
            <p14:xfrm>
              <a:off x="7208829" y="4889425"/>
              <a:ext cx="544680" cy="33804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B44EAEE9-289F-453C-A3B5-FB3B80B86B3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191177" y="4871444"/>
                <a:ext cx="580344" cy="3736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6098360F-B932-4DA1-8AEE-AF13F4EBF126}"/>
                  </a:ext>
                </a:extLst>
              </p14:cNvPr>
              <p14:cNvContentPartPr/>
              <p14:nvPr/>
            </p14:nvContentPartPr>
            <p14:xfrm>
              <a:off x="9480789" y="4985545"/>
              <a:ext cx="86400" cy="22572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6098360F-B932-4DA1-8AEE-AF13F4EBF12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463149" y="4967905"/>
                <a:ext cx="122040" cy="2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12C3A94E-4534-4077-B629-E35D995B614A}"/>
                  </a:ext>
                </a:extLst>
              </p14:cNvPr>
              <p14:cNvContentPartPr/>
              <p14:nvPr/>
            </p14:nvContentPartPr>
            <p14:xfrm>
              <a:off x="7954029" y="4740025"/>
              <a:ext cx="1238400" cy="49284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12C3A94E-4534-4077-B629-E35D995B614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936029" y="4722372"/>
                <a:ext cx="1274040" cy="5285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3" name="Cerneală 102">
                <a:extLst>
                  <a:ext uri="{FF2B5EF4-FFF2-40B4-BE49-F238E27FC236}">
                    <a16:creationId xmlns:a16="http://schemas.microsoft.com/office/drawing/2014/main" id="{1107A777-5DE9-4ED2-A1CC-F1EE87589D89}"/>
                  </a:ext>
                </a:extLst>
              </p14:cNvPr>
              <p14:cNvContentPartPr/>
              <p14:nvPr/>
            </p14:nvContentPartPr>
            <p14:xfrm>
              <a:off x="11016189" y="4485145"/>
              <a:ext cx="718920" cy="768240"/>
            </p14:xfrm>
          </p:contentPart>
        </mc:Choice>
        <mc:Fallback xmlns="">
          <p:pic>
            <p:nvPicPr>
              <p:cNvPr id="103" name="Cerneală 102">
                <a:extLst>
                  <a:ext uri="{FF2B5EF4-FFF2-40B4-BE49-F238E27FC236}">
                    <a16:creationId xmlns:a16="http://schemas.microsoft.com/office/drawing/2014/main" id="{1107A777-5DE9-4ED2-A1CC-F1EE87589D8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998189" y="4467145"/>
                <a:ext cx="754560" cy="80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4" name="Cerneală 103">
                <a:extLst>
                  <a:ext uri="{FF2B5EF4-FFF2-40B4-BE49-F238E27FC236}">
                    <a16:creationId xmlns:a16="http://schemas.microsoft.com/office/drawing/2014/main" id="{A8E74836-23FE-47CA-8F1D-ECAE6762539B}"/>
                  </a:ext>
                </a:extLst>
              </p14:cNvPr>
              <p14:cNvContentPartPr/>
              <p14:nvPr/>
            </p14:nvContentPartPr>
            <p14:xfrm>
              <a:off x="10471149" y="4750105"/>
              <a:ext cx="448920" cy="342720"/>
            </p14:xfrm>
          </p:contentPart>
        </mc:Choice>
        <mc:Fallback xmlns="">
          <p:pic>
            <p:nvPicPr>
              <p:cNvPr id="104" name="Cerneală 103">
                <a:extLst>
                  <a:ext uri="{FF2B5EF4-FFF2-40B4-BE49-F238E27FC236}">
                    <a16:creationId xmlns:a16="http://schemas.microsoft.com/office/drawing/2014/main" id="{A8E74836-23FE-47CA-8F1D-ECAE6762539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453163" y="4732105"/>
                <a:ext cx="484531" cy="37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" name="Cerneală 104">
                <a:extLst>
                  <a:ext uri="{FF2B5EF4-FFF2-40B4-BE49-F238E27FC236}">
                    <a16:creationId xmlns:a16="http://schemas.microsoft.com/office/drawing/2014/main" id="{31633852-3F9F-45B4-9874-AC9BAB3036E9}"/>
                  </a:ext>
                </a:extLst>
              </p14:cNvPr>
              <p14:cNvContentPartPr/>
              <p14:nvPr/>
            </p14:nvContentPartPr>
            <p14:xfrm>
              <a:off x="9764469" y="4817425"/>
              <a:ext cx="569880" cy="207720"/>
            </p14:xfrm>
          </p:contentPart>
        </mc:Choice>
        <mc:Fallback xmlns="">
          <p:pic>
            <p:nvPicPr>
              <p:cNvPr id="105" name="Cerneală 104">
                <a:extLst>
                  <a:ext uri="{FF2B5EF4-FFF2-40B4-BE49-F238E27FC236}">
                    <a16:creationId xmlns:a16="http://schemas.microsoft.com/office/drawing/2014/main" id="{31633852-3F9F-45B4-9874-AC9BAB3036E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746818" y="4799425"/>
                <a:ext cx="605543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8" name="Cerneală 107">
                <a:extLst>
                  <a:ext uri="{FF2B5EF4-FFF2-40B4-BE49-F238E27FC236}">
                    <a16:creationId xmlns:a16="http://schemas.microsoft.com/office/drawing/2014/main" id="{432732E3-02BE-4802-8F5C-504AB086A376}"/>
                  </a:ext>
                </a:extLst>
              </p14:cNvPr>
              <p14:cNvContentPartPr/>
              <p14:nvPr/>
            </p14:nvContentPartPr>
            <p14:xfrm>
              <a:off x="7545789" y="5715265"/>
              <a:ext cx="97200" cy="77400"/>
            </p14:xfrm>
          </p:contentPart>
        </mc:Choice>
        <mc:Fallback xmlns="">
          <p:pic>
            <p:nvPicPr>
              <p:cNvPr id="108" name="Cerneală 107">
                <a:extLst>
                  <a:ext uri="{FF2B5EF4-FFF2-40B4-BE49-F238E27FC236}">
                    <a16:creationId xmlns:a16="http://schemas.microsoft.com/office/drawing/2014/main" id="{432732E3-02BE-4802-8F5C-504AB086A37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528149" y="5697265"/>
                <a:ext cx="13284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1EEDB049-88FE-4137-8748-E64033E2BDA0}"/>
                  </a:ext>
                </a:extLst>
              </p14:cNvPr>
              <p14:cNvContentPartPr/>
              <p14:nvPr/>
            </p14:nvContentPartPr>
            <p14:xfrm>
              <a:off x="7776909" y="5664145"/>
              <a:ext cx="133920" cy="1908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1EEDB049-88FE-4137-8748-E64033E2BDA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758909" y="5646505"/>
                <a:ext cx="16956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153D0C41-0713-4D48-852F-60A4B43C787C}"/>
                  </a:ext>
                </a:extLst>
              </p14:cNvPr>
              <p14:cNvContentPartPr/>
              <p14:nvPr/>
            </p14:nvContentPartPr>
            <p14:xfrm>
              <a:off x="7820109" y="5747665"/>
              <a:ext cx="143640" cy="1512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153D0C41-0713-4D48-852F-60A4B43C787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802469" y="5730025"/>
                <a:ext cx="17928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877B1D36-F2D3-4B1D-9811-BC77CB161824}"/>
                  </a:ext>
                </a:extLst>
              </p14:cNvPr>
              <p14:cNvContentPartPr/>
              <p14:nvPr/>
            </p14:nvContentPartPr>
            <p14:xfrm>
              <a:off x="7228269" y="5471905"/>
              <a:ext cx="186120" cy="33480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877B1D36-F2D3-4B1D-9811-BC77CB16182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210269" y="5453905"/>
                <a:ext cx="22176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14" name="Cerneală 113">
                <a:extLst>
                  <a:ext uri="{FF2B5EF4-FFF2-40B4-BE49-F238E27FC236}">
                    <a16:creationId xmlns:a16="http://schemas.microsoft.com/office/drawing/2014/main" id="{89DA3A4F-58F6-44A1-81E8-DFDB22EFE39D}"/>
                  </a:ext>
                </a:extLst>
              </p14:cNvPr>
              <p14:cNvContentPartPr/>
              <p14:nvPr/>
            </p14:nvContentPartPr>
            <p14:xfrm>
              <a:off x="8223669" y="5404225"/>
              <a:ext cx="271800" cy="14760"/>
            </p14:xfrm>
          </p:contentPart>
        </mc:Choice>
        <mc:Fallback xmlns="">
          <p:pic>
            <p:nvPicPr>
              <p:cNvPr id="114" name="Cerneală 113">
                <a:extLst>
                  <a:ext uri="{FF2B5EF4-FFF2-40B4-BE49-F238E27FC236}">
                    <a16:creationId xmlns:a16="http://schemas.microsoft.com/office/drawing/2014/main" id="{89DA3A4F-58F6-44A1-81E8-DFDB22EFE39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205669" y="5386585"/>
                <a:ext cx="30744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15" name="Cerneală 114">
                <a:extLst>
                  <a:ext uri="{FF2B5EF4-FFF2-40B4-BE49-F238E27FC236}">
                    <a16:creationId xmlns:a16="http://schemas.microsoft.com/office/drawing/2014/main" id="{21978365-C4F2-4081-98B8-B45A961DB1A4}"/>
                  </a:ext>
                </a:extLst>
              </p14:cNvPr>
              <p14:cNvContentPartPr/>
              <p14:nvPr/>
            </p14:nvContentPartPr>
            <p14:xfrm>
              <a:off x="8194509" y="5500705"/>
              <a:ext cx="364320" cy="366120"/>
            </p14:xfrm>
          </p:contentPart>
        </mc:Choice>
        <mc:Fallback xmlns="">
          <p:pic>
            <p:nvPicPr>
              <p:cNvPr id="115" name="Cerneală 114">
                <a:extLst>
                  <a:ext uri="{FF2B5EF4-FFF2-40B4-BE49-F238E27FC236}">
                    <a16:creationId xmlns:a16="http://schemas.microsoft.com/office/drawing/2014/main" id="{21978365-C4F2-4081-98B8-B45A961DB1A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176527" y="5483048"/>
                <a:ext cx="399925" cy="4017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18" name="Cerneală 117">
                <a:extLst>
                  <a:ext uri="{FF2B5EF4-FFF2-40B4-BE49-F238E27FC236}">
                    <a16:creationId xmlns:a16="http://schemas.microsoft.com/office/drawing/2014/main" id="{7A4ADC6C-CE8D-4FDD-A765-790B5C8D3167}"/>
                  </a:ext>
                </a:extLst>
              </p14:cNvPr>
              <p14:cNvContentPartPr/>
              <p14:nvPr/>
            </p14:nvContentPartPr>
            <p14:xfrm>
              <a:off x="7295589" y="6056905"/>
              <a:ext cx="250920" cy="352800"/>
            </p14:xfrm>
          </p:contentPart>
        </mc:Choice>
        <mc:Fallback xmlns="">
          <p:pic>
            <p:nvPicPr>
              <p:cNvPr id="118" name="Cerneală 117">
                <a:extLst>
                  <a:ext uri="{FF2B5EF4-FFF2-40B4-BE49-F238E27FC236}">
                    <a16:creationId xmlns:a16="http://schemas.microsoft.com/office/drawing/2014/main" id="{7A4ADC6C-CE8D-4FDD-A765-790B5C8D316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277589" y="6038905"/>
                <a:ext cx="286560" cy="38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23" name="Cerneală 122">
                <a:extLst>
                  <a:ext uri="{FF2B5EF4-FFF2-40B4-BE49-F238E27FC236}">
                    <a16:creationId xmlns:a16="http://schemas.microsoft.com/office/drawing/2014/main" id="{C0240C3B-B5CF-4F2C-91E7-79D586E8180B}"/>
                  </a:ext>
                </a:extLst>
              </p14:cNvPr>
              <p14:cNvContentPartPr/>
              <p14:nvPr/>
            </p14:nvContentPartPr>
            <p14:xfrm>
              <a:off x="8520309" y="6081385"/>
              <a:ext cx="387360" cy="361800"/>
            </p14:xfrm>
          </p:contentPart>
        </mc:Choice>
        <mc:Fallback xmlns="">
          <p:pic>
            <p:nvPicPr>
              <p:cNvPr id="123" name="Cerneală 122">
                <a:extLst>
                  <a:ext uri="{FF2B5EF4-FFF2-40B4-BE49-F238E27FC236}">
                    <a16:creationId xmlns:a16="http://schemas.microsoft.com/office/drawing/2014/main" id="{C0240C3B-B5CF-4F2C-91E7-79D586E8180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502309" y="6063385"/>
                <a:ext cx="423000" cy="39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24" name="Cerneală 123">
                <a:extLst>
                  <a:ext uri="{FF2B5EF4-FFF2-40B4-BE49-F238E27FC236}">
                    <a16:creationId xmlns:a16="http://schemas.microsoft.com/office/drawing/2014/main" id="{562C9BA8-4F72-44C6-9CA1-30821E764476}"/>
                  </a:ext>
                </a:extLst>
              </p14:cNvPr>
              <p14:cNvContentPartPr/>
              <p14:nvPr/>
            </p14:nvContentPartPr>
            <p14:xfrm>
              <a:off x="9388629" y="6290905"/>
              <a:ext cx="24840" cy="3960"/>
            </p14:xfrm>
          </p:contentPart>
        </mc:Choice>
        <mc:Fallback xmlns="">
          <p:pic>
            <p:nvPicPr>
              <p:cNvPr id="124" name="Cerneală 123">
                <a:extLst>
                  <a:ext uri="{FF2B5EF4-FFF2-40B4-BE49-F238E27FC236}">
                    <a16:creationId xmlns:a16="http://schemas.microsoft.com/office/drawing/2014/main" id="{562C9BA8-4F72-44C6-9CA1-30821E76447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370989" y="6273265"/>
                <a:ext cx="6048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1E572718-770E-4356-B2A6-0A5ADF29E125}"/>
                  </a:ext>
                </a:extLst>
              </p14:cNvPr>
              <p14:cNvContentPartPr/>
              <p14:nvPr/>
            </p14:nvContentPartPr>
            <p14:xfrm>
              <a:off x="6872949" y="4781065"/>
              <a:ext cx="206640" cy="169992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1E572718-770E-4356-B2A6-0A5ADF29E125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854949" y="4763425"/>
                <a:ext cx="242280" cy="173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26" name="Cerneală 125">
                <a:extLst>
                  <a:ext uri="{FF2B5EF4-FFF2-40B4-BE49-F238E27FC236}">
                    <a16:creationId xmlns:a16="http://schemas.microsoft.com/office/drawing/2014/main" id="{51693813-36CA-4EB2-9FFD-16A79D0CB36A}"/>
                  </a:ext>
                </a:extLst>
              </p14:cNvPr>
              <p14:cNvContentPartPr/>
              <p14:nvPr/>
            </p14:nvContentPartPr>
            <p14:xfrm>
              <a:off x="8101269" y="6097585"/>
              <a:ext cx="268920" cy="369000"/>
            </p14:xfrm>
          </p:contentPart>
        </mc:Choice>
        <mc:Fallback xmlns="">
          <p:pic>
            <p:nvPicPr>
              <p:cNvPr id="126" name="Cerneală 125">
                <a:extLst>
                  <a:ext uri="{FF2B5EF4-FFF2-40B4-BE49-F238E27FC236}">
                    <a16:creationId xmlns:a16="http://schemas.microsoft.com/office/drawing/2014/main" id="{51693813-36CA-4EB2-9FFD-16A79D0CB36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083293" y="6079928"/>
                <a:ext cx="304512" cy="4046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27" name="Cerneală 126">
                <a:extLst>
                  <a:ext uri="{FF2B5EF4-FFF2-40B4-BE49-F238E27FC236}">
                    <a16:creationId xmlns:a16="http://schemas.microsoft.com/office/drawing/2014/main" id="{52C1CED4-E5F9-4973-9755-DD8EC2950873}"/>
                  </a:ext>
                </a:extLst>
              </p14:cNvPr>
              <p14:cNvContentPartPr/>
              <p14:nvPr/>
            </p14:nvContentPartPr>
            <p14:xfrm>
              <a:off x="7704909" y="6241945"/>
              <a:ext cx="210600" cy="87840"/>
            </p14:xfrm>
          </p:contentPart>
        </mc:Choice>
        <mc:Fallback xmlns="">
          <p:pic>
            <p:nvPicPr>
              <p:cNvPr id="127" name="Cerneală 126">
                <a:extLst>
                  <a:ext uri="{FF2B5EF4-FFF2-40B4-BE49-F238E27FC236}">
                    <a16:creationId xmlns:a16="http://schemas.microsoft.com/office/drawing/2014/main" id="{52C1CED4-E5F9-4973-9755-DD8EC295087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686909" y="6223945"/>
                <a:ext cx="246240" cy="12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177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243904" y="137196"/>
            <a:ext cx="1124699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b="1" dirty="0">
                <a:solidFill>
                  <a:srgbClr val="0000FF"/>
                </a:solidFill>
              </a:rPr>
              <a:t>Sinteza automatelor Moore – </a:t>
            </a:r>
            <a:r>
              <a:rPr lang="ro-RO" sz="2000" b="1" dirty="0">
                <a:solidFill>
                  <a:srgbClr val="FF0000"/>
                </a:solidFill>
              </a:rPr>
              <a:t>Exemplu de implementare cu bistabili de tip D</a:t>
            </a:r>
          </a:p>
        </p:txBody>
      </p:sp>
      <p:pic>
        <p:nvPicPr>
          <p:cNvPr id="7" name="Imagine 6">
            <a:extLst>
              <a:ext uri="{FF2B5EF4-FFF2-40B4-BE49-F238E27FC236}">
                <a16:creationId xmlns:a16="http://schemas.microsoft.com/office/drawing/2014/main" id="{745AD61A-E583-4044-B235-C4AE73865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147" y="960147"/>
            <a:ext cx="1381125" cy="10001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DF862A8E-C8E4-43FC-BF6C-4D109B94A6F7}"/>
                  </a:ext>
                </a:extLst>
              </p14:cNvPr>
              <p14:cNvContentPartPr/>
              <p14:nvPr/>
            </p14:nvContentPartPr>
            <p14:xfrm>
              <a:off x="7284707" y="3246122"/>
              <a:ext cx="1311840" cy="1701988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DF862A8E-C8E4-43FC-BF6C-4D109B94A6F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66707" y="3228123"/>
                <a:ext cx="1347480" cy="17376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09" name="Cerneală 208">
                <a:extLst>
                  <a:ext uri="{FF2B5EF4-FFF2-40B4-BE49-F238E27FC236}">
                    <a16:creationId xmlns:a16="http://schemas.microsoft.com/office/drawing/2014/main" id="{D477DB43-1AF0-4460-B869-111690A50B8E}"/>
                  </a:ext>
                </a:extLst>
              </p14:cNvPr>
              <p14:cNvContentPartPr/>
              <p14:nvPr/>
            </p14:nvContentPartPr>
            <p14:xfrm>
              <a:off x="59589" y="619465"/>
              <a:ext cx="11938680" cy="5935680"/>
            </p14:xfrm>
          </p:contentPart>
        </mc:Choice>
        <mc:Fallback xmlns="">
          <p:pic>
            <p:nvPicPr>
              <p:cNvPr id="209" name="Cerneală 208">
                <a:extLst>
                  <a:ext uri="{FF2B5EF4-FFF2-40B4-BE49-F238E27FC236}">
                    <a16:creationId xmlns:a16="http://schemas.microsoft.com/office/drawing/2014/main" id="{D477DB43-1AF0-4460-B869-111690A50B8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949" y="601466"/>
                <a:ext cx="11974320" cy="597131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4019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243904" y="137196"/>
            <a:ext cx="1124699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b="1" dirty="0">
                <a:solidFill>
                  <a:srgbClr val="0000FF"/>
                </a:solidFill>
              </a:rPr>
              <a:t>Sinteza automatelor Moore – </a:t>
            </a:r>
            <a:r>
              <a:rPr lang="ro-RO" sz="2000" b="1" dirty="0">
                <a:solidFill>
                  <a:srgbClr val="FF0000"/>
                </a:solidFill>
              </a:rPr>
              <a:t>Exemplu de implementare cu bistabili de tip D</a:t>
            </a: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49F1A8C1-93A6-49B8-A4C9-48FE0CED0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3154683"/>
            <a:ext cx="9001125" cy="2466975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EF8F91BF-7C07-4FCB-8745-451451FE3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221" y="685830"/>
            <a:ext cx="3295650" cy="2000250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745AD61A-E583-4044-B235-C4AE738650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20" y="685830"/>
            <a:ext cx="1381125" cy="10001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42CFA6A0-F1CB-49EE-9CC4-275F6CDAE8D3}"/>
                  </a:ext>
                </a:extLst>
              </p14:cNvPr>
              <p14:cNvContentPartPr/>
              <p14:nvPr/>
            </p14:nvContentPartPr>
            <p14:xfrm>
              <a:off x="5225229" y="4480105"/>
              <a:ext cx="2408400" cy="153144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42CFA6A0-F1CB-49EE-9CC4-275F6CDAE8D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07589" y="4462105"/>
                <a:ext cx="2444040" cy="156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623896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243904" y="137196"/>
            <a:ext cx="1124699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b="1" dirty="0">
                <a:solidFill>
                  <a:srgbClr val="0000FF"/>
                </a:solidFill>
              </a:rPr>
              <a:t>Sinteza automatelor Moore – </a:t>
            </a:r>
            <a:r>
              <a:rPr lang="ro-RO" sz="2000" b="1" dirty="0">
                <a:solidFill>
                  <a:srgbClr val="FF0000"/>
                </a:solidFill>
              </a:rPr>
              <a:t>Exemplu de implementare cu bistabili de tip JK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CEC96537-B36B-4A25-8593-5632A15E9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960147"/>
            <a:ext cx="3390900" cy="3505200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C48B3EBF-10DE-40F2-8547-E58CC35C3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3122" y="594391"/>
            <a:ext cx="6105525" cy="3619500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1F5708E0-82FC-480C-B8E6-989BF8EC0E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1464" y="2971805"/>
            <a:ext cx="6705600" cy="36766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1AAF8AEC-C5E7-4EA3-AF66-94661743496D}"/>
                  </a:ext>
                </a:extLst>
              </p14:cNvPr>
              <p14:cNvContentPartPr/>
              <p14:nvPr/>
            </p14:nvContentPartPr>
            <p14:xfrm>
              <a:off x="4005549" y="530185"/>
              <a:ext cx="1344600" cy="26568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1AAF8AEC-C5E7-4EA3-AF66-94661743496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87549" y="512545"/>
                <a:ext cx="1380240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848A0680-75E4-45C3-8F7D-34200796B56B}"/>
                  </a:ext>
                </a:extLst>
              </p14:cNvPr>
              <p14:cNvContentPartPr/>
              <p14:nvPr/>
            </p14:nvContentPartPr>
            <p14:xfrm>
              <a:off x="2531349" y="478705"/>
              <a:ext cx="1231920" cy="55296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848A0680-75E4-45C3-8F7D-34200796B56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513349" y="461065"/>
                <a:ext cx="1267560" cy="58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392BE60F-6D78-41E8-8ABD-581EFC769C8C}"/>
                  </a:ext>
                </a:extLst>
              </p14:cNvPr>
              <p14:cNvContentPartPr/>
              <p14:nvPr/>
            </p14:nvContentPartPr>
            <p14:xfrm>
              <a:off x="315189" y="501025"/>
              <a:ext cx="1881000" cy="28980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392BE60F-6D78-41E8-8ABD-581EFC769C8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97189" y="483047"/>
                <a:ext cx="1916640" cy="3253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39241178-81F8-4454-9A18-8EF93BA45B60}"/>
                  </a:ext>
                </a:extLst>
              </p14:cNvPr>
              <p14:cNvContentPartPr/>
              <p14:nvPr/>
            </p14:nvContentPartPr>
            <p14:xfrm>
              <a:off x="8891469" y="288265"/>
              <a:ext cx="368280" cy="33624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39241178-81F8-4454-9A18-8EF93BA45B6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873829" y="270606"/>
                <a:ext cx="403920" cy="3719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C1DDB772-3BCD-47BC-8621-0C90C29D9CC1}"/>
                  </a:ext>
                </a:extLst>
              </p14:cNvPr>
              <p14:cNvContentPartPr/>
              <p14:nvPr/>
            </p14:nvContentPartPr>
            <p14:xfrm>
              <a:off x="9480429" y="53185"/>
              <a:ext cx="1619280" cy="51876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C1DDB772-3BCD-47BC-8621-0C90C29D9CC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462793" y="35197"/>
                <a:ext cx="1654912" cy="5543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DF233229-4138-433B-A76C-C7C8EABE9D24}"/>
                  </a:ext>
                </a:extLst>
              </p14:cNvPr>
              <p14:cNvContentPartPr/>
              <p14:nvPr/>
            </p14:nvContentPartPr>
            <p14:xfrm>
              <a:off x="865989" y="4462465"/>
              <a:ext cx="2840040" cy="195732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DF233229-4138-433B-A76C-C7C8EABE9D2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47991" y="4444468"/>
                <a:ext cx="2875675" cy="19929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4C647D2F-D65C-4BDE-997C-DEC185CE90A7}"/>
                  </a:ext>
                </a:extLst>
              </p14:cNvPr>
              <p14:cNvContentPartPr/>
              <p14:nvPr/>
            </p14:nvContentPartPr>
            <p14:xfrm>
              <a:off x="10072269" y="927265"/>
              <a:ext cx="640800" cy="105192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4C647D2F-D65C-4BDE-997C-DEC185CE90A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054269" y="891625"/>
                <a:ext cx="676440" cy="11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B7764F1D-5489-4CB6-9069-546871287B37}"/>
                  </a:ext>
                </a:extLst>
              </p14:cNvPr>
              <p14:cNvContentPartPr/>
              <p14:nvPr/>
            </p14:nvContentPartPr>
            <p14:xfrm>
              <a:off x="10211949" y="976225"/>
              <a:ext cx="678600" cy="82944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B7764F1D-5489-4CB6-9069-546871287B3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194309" y="940585"/>
                <a:ext cx="714240" cy="90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36B2BAFD-9AEC-47BA-BC69-EDD9A083F40C}"/>
                  </a:ext>
                </a:extLst>
              </p14:cNvPr>
              <p14:cNvContentPartPr/>
              <p14:nvPr/>
            </p14:nvContentPartPr>
            <p14:xfrm>
              <a:off x="10086309" y="928345"/>
              <a:ext cx="780480" cy="102492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36B2BAFD-9AEC-47BA-BC69-EDD9A083F40C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068669" y="892345"/>
                <a:ext cx="816120" cy="10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6DE41CC8-F59C-4F59-97EB-CE10F163C916}"/>
                  </a:ext>
                </a:extLst>
              </p14:cNvPr>
              <p14:cNvContentPartPr/>
              <p14:nvPr/>
            </p14:nvContentPartPr>
            <p14:xfrm>
              <a:off x="8018829" y="3328105"/>
              <a:ext cx="717120" cy="50076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6DE41CC8-F59C-4F59-97EB-CE10F163C916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001189" y="3292465"/>
                <a:ext cx="752760" cy="57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BE99467D-6F67-496F-94BB-043A632C0266}"/>
                  </a:ext>
                </a:extLst>
              </p14:cNvPr>
              <p14:cNvContentPartPr/>
              <p14:nvPr/>
            </p14:nvContentPartPr>
            <p14:xfrm>
              <a:off x="8798589" y="3324865"/>
              <a:ext cx="803520" cy="53532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BE99467D-6F67-496F-94BB-043A632C0266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780949" y="3288865"/>
                <a:ext cx="839160" cy="60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2CF70CFC-127B-49BE-9695-05A8A4D271DA}"/>
                  </a:ext>
                </a:extLst>
              </p14:cNvPr>
              <p14:cNvContentPartPr/>
              <p14:nvPr/>
            </p14:nvContentPartPr>
            <p14:xfrm>
              <a:off x="8623989" y="4071145"/>
              <a:ext cx="82440" cy="214884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2CF70CFC-127B-49BE-9695-05A8A4D271DA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606349" y="4035145"/>
                <a:ext cx="118080" cy="222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A121FBD0-067B-42F5-89E3-7D7F7FDB88EC}"/>
                  </a:ext>
                </a:extLst>
              </p14:cNvPr>
              <p14:cNvContentPartPr/>
              <p14:nvPr/>
            </p14:nvContentPartPr>
            <p14:xfrm>
              <a:off x="8571069" y="5252305"/>
              <a:ext cx="308160" cy="30456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A121FBD0-067B-42F5-89E3-7D7F7FDB88EC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553069" y="5216665"/>
                <a:ext cx="343800" cy="37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B0A84C12-6DC4-4100-8BE5-B35A0EE09CDB}"/>
                  </a:ext>
                </a:extLst>
              </p14:cNvPr>
              <p14:cNvContentPartPr/>
              <p14:nvPr/>
            </p14:nvContentPartPr>
            <p14:xfrm>
              <a:off x="8947989" y="4428265"/>
              <a:ext cx="394560" cy="43992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B0A84C12-6DC4-4100-8BE5-B35A0EE09CDB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929989" y="4392625"/>
                <a:ext cx="430200" cy="51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AAD8DCE2-0CDB-4112-B4FA-C858C04F1D0B}"/>
                  </a:ext>
                </a:extLst>
              </p14:cNvPr>
              <p14:cNvContentPartPr/>
              <p14:nvPr/>
            </p14:nvContentPartPr>
            <p14:xfrm>
              <a:off x="9325989" y="4469665"/>
              <a:ext cx="25200" cy="2124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AAD8DCE2-0CDB-4112-B4FA-C858C04F1D0B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307989" y="4433665"/>
                <a:ext cx="6084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92AC05DC-C5B0-4057-BA1B-C55926D20DE9}"/>
                  </a:ext>
                </a:extLst>
              </p14:cNvPr>
              <p14:cNvContentPartPr/>
              <p14:nvPr/>
            </p14:nvContentPartPr>
            <p14:xfrm>
              <a:off x="9461349" y="4275625"/>
              <a:ext cx="261360" cy="84564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92AC05DC-C5B0-4057-BA1B-C55926D20DE9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443349" y="4239625"/>
                <a:ext cx="297000" cy="91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568BE72E-F9E0-4B35-9465-99CCE7C8E985}"/>
                  </a:ext>
                </a:extLst>
              </p14:cNvPr>
              <p14:cNvContentPartPr/>
              <p14:nvPr/>
            </p14:nvContentPartPr>
            <p14:xfrm>
              <a:off x="9475749" y="4565785"/>
              <a:ext cx="888120" cy="21816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568BE72E-F9E0-4B35-9465-99CCE7C8E985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457749" y="4529785"/>
                <a:ext cx="923760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65A43D1F-91A1-41F3-AC43-1BB7BA0C6B7E}"/>
                  </a:ext>
                </a:extLst>
              </p14:cNvPr>
              <p14:cNvContentPartPr/>
              <p14:nvPr/>
            </p14:nvContentPartPr>
            <p14:xfrm>
              <a:off x="10253349" y="4326025"/>
              <a:ext cx="60120" cy="7020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65A43D1F-91A1-41F3-AC43-1BB7BA0C6B7E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0235709" y="4290385"/>
                <a:ext cx="9576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749910C4-9386-4F59-916C-B40055E1FE9B}"/>
                  </a:ext>
                </a:extLst>
              </p14:cNvPr>
              <p14:cNvContentPartPr/>
              <p14:nvPr/>
            </p14:nvContentPartPr>
            <p14:xfrm>
              <a:off x="10380429" y="4584505"/>
              <a:ext cx="192960" cy="2340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749910C4-9386-4F59-916C-B40055E1FE9B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0362789" y="4548865"/>
                <a:ext cx="22860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3853801A-A124-4CB4-A687-EBA68BCEB08A}"/>
                  </a:ext>
                </a:extLst>
              </p14:cNvPr>
              <p14:cNvContentPartPr/>
              <p14:nvPr/>
            </p14:nvContentPartPr>
            <p14:xfrm>
              <a:off x="10818549" y="4228105"/>
              <a:ext cx="247680" cy="83376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3853801A-A124-4CB4-A687-EBA68BCEB08A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0800549" y="4192105"/>
                <a:ext cx="283320" cy="90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93" name="Cerneală 92">
                <a:extLst>
                  <a:ext uri="{FF2B5EF4-FFF2-40B4-BE49-F238E27FC236}">
                    <a16:creationId xmlns:a16="http://schemas.microsoft.com/office/drawing/2014/main" id="{60B3D615-A556-4ACF-8ED3-F95D555FC5D8}"/>
                  </a:ext>
                </a:extLst>
              </p14:cNvPr>
              <p14:cNvContentPartPr/>
              <p14:nvPr/>
            </p14:nvContentPartPr>
            <p14:xfrm>
              <a:off x="10780029" y="4240345"/>
              <a:ext cx="587520" cy="466560"/>
            </p14:xfrm>
          </p:contentPart>
        </mc:Choice>
        <mc:Fallback xmlns="">
          <p:pic>
            <p:nvPicPr>
              <p:cNvPr id="93" name="Cerneală 92">
                <a:extLst>
                  <a:ext uri="{FF2B5EF4-FFF2-40B4-BE49-F238E27FC236}">
                    <a16:creationId xmlns:a16="http://schemas.microsoft.com/office/drawing/2014/main" id="{60B3D615-A556-4ACF-8ED3-F95D555FC5D8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0762029" y="4204705"/>
                <a:ext cx="623160" cy="53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E19548BE-5F9A-443F-89D3-02AF5D68B633}"/>
                  </a:ext>
                </a:extLst>
              </p14:cNvPr>
              <p14:cNvContentPartPr/>
              <p14:nvPr/>
            </p14:nvContentPartPr>
            <p14:xfrm>
              <a:off x="11179269" y="4456345"/>
              <a:ext cx="284040" cy="756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E19548BE-5F9A-443F-89D3-02AF5D68B633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1161629" y="4420705"/>
                <a:ext cx="31968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79779C15-0383-452C-8613-3642D63D72AF}"/>
                  </a:ext>
                </a:extLst>
              </p14:cNvPr>
              <p14:cNvContentPartPr/>
              <p14:nvPr/>
            </p14:nvContentPartPr>
            <p14:xfrm>
              <a:off x="11455029" y="4514305"/>
              <a:ext cx="146520" cy="15372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79779C15-0383-452C-8613-3642D63D72AF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1437389" y="4478665"/>
                <a:ext cx="18216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34AF129B-F4D9-4CAD-8E8C-50F3C626D7A0}"/>
                  </a:ext>
                </a:extLst>
              </p14:cNvPr>
              <p14:cNvContentPartPr/>
              <p14:nvPr/>
            </p14:nvContentPartPr>
            <p14:xfrm>
              <a:off x="11572029" y="4299025"/>
              <a:ext cx="99000" cy="14112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34AF129B-F4D9-4CAD-8E8C-50F3C626D7A0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1554029" y="4263385"/>
                <a:ext cx="13464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0B4A7B93-2595-4605-A0B8-B874012B9DF4}"/>
                  </a:ext>
                </a:extLst>
              </p14:cNvPr>
              <p14:cNvContentPartPr/>
              <p14:nvPr/>
            </p14:nvContentPartPr>
            <p14:xfrm>
              <a:off x="11660589" y="4600345"/>
              <a:ext cx="215640" cy="7236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0B4A7B93-2595-4605-A0B8-B874012B9DF4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1642949" y="4564705"/>
                <a:ext cx="25128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2A9829D4-556E-4556-9CE9-3A7CE6D9E04F}"/>
                  </a:ext>
                </a:extLst>
              </p14:cNvPr>
              <p14:cNvContentPartPr/>
              <p14:nvPr/>
            </p14:nvContentPartPr>
            <p14:xfrm>
              <a:off x="9153189" y="5197945"/>
              <a:ext cx="509400" cy="33480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2A9829D4-556E-4556-9CE9-3A7CE6D9E04F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9135189" y="5161945"/>
                <a:ext cx="545040" cy="40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39FBC236-DD65-4E09-8511-2AAC885F1287}"/>
                  </a:ext>
                </a:extLst>
              </p14:cNvPr>
              <p14:cNvContentPartPr/>
              <p14:nvPr/>
            </p14:nvContentPartPr>
            <p14:xfrm>
              <a:off x="10135269" y="4846945"/>
              <a:ext cx="1364040" cy="79488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39FBC236-DD65-4E09-8511-2AAC885F1287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0117269" y="4811305"/>
                <a:ext cx="1399680" cy="86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3A70576C-867C-48F2-BB7F-EC06A8B2F863}"/>
                  </a:ext>
                </a:extLst>
              </p14:cNvPr>
              <p14:cNvContentPartPr/>
              <p14:nvPr/>
            </p14:nvContentPartPr>
            <p14:xfrm>
              <a:off x="9202149" y="5742985"/>
              <a:ext cx="1106640" cy="50256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3A70576C-867C-48F2-BB7F-EC06A8B2F863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9184149" y="5706985"/>
                <a:ext cx="1142280" cy="57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133A6341-A4FD-4199-8C29-D5B0CF7D9B0E}"/>
                  </a:ext>
                </a:extLst>
              </p14:cNvPr>
              <p14:cNvContentPartPr/>
              <p14:nvPr/>
            </p14:nvContentPartPr>
            <p14:xfrm>
              <a:off x="9851229" y="5795185"/>
              <a:ext cx="304920" cy="4788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133A6341-A4FD-4199-8C29-D5B0CF7D9B0E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9833229" y="5759185"/>
                <a:ext cx="34056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A913500A-27DF-43FD-8C89-9DB25BEFDFFC}"/>
                  </a:ext>
                </a:extLst>
              </p14:cNvPr>
              <p14:cNvContentPartPr/>
              <p14:nvPr/>
            </p14:nvContentPartPr>
            <p14:xfrm>
              <a:off x="10346949" y="5867545"/>
              <a:ext cx="496080" cy="254520"/>
            </p14:xfrm>
          </p:contentPart>
        </mc:Choice>
        <mc:Fallback xmlns=""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A913500A-27DF-43FD-8C89-9DB25BEFDFFC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0329309" y="5831545"/>
                <a:ext cx="531720" cy="32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3" name="Cerneală 102">
                <a:extLst>
                  <a:ext uri="{FF2B5EF4-FFF2-40B4-BE49-F238E27FC236}">
                    <a16:creationId xmlns:a16="http://schemas.microsoft.com/office/drawing/2014/main" id="{5DA62469-F5BC-4183-8D54-72BECFE81AB9}"/>
                  </a:ext>
                </a:extLst>
              </p14:cNvPr>
              <p14:cNvContentPartPr/>
              <p14:nvPr/>
            </p14:nvContentPartPr>
            <p14:xfrm>
              <a:off x="10715589" y="5726785"/>
              <a:ext cx="11880" cy="41400"/>
            </p14:xfrm>
          </p:contentPart>
        </mc:Choice>
        <mc:Fallback xmlns="">
          <p:pic>
            <p:nvPicPr>
              <p:cNvPr id="103" name="Cerneală 102">
                <a:extLst>
                  <a:ext uri="{FF2B5EF4-FFF2-40B4-BE49-F238E27FC236}">
                    <a16:creationId xmlns:a16="http://schemas.microsoft.com/office/drawing/2014/main" id="{5DA62469-F5BC-4183-8D54-72BECFE81AB9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0697949" y="5690785"/>
                <a:ext cx="4752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4" name="Cerneală 103">
                <a:extLst>
                  <a:ext uri="{FF2B5EF4-FFF2-40B4-BE49-F238E27FC236}">
                    <a16:creationId xmlns:a16="http://schemas.microsoft.com/office/drawing/2014/main" id="{BB11920E-F138-41FB-AC73-F233D402A86E}"/>
                  </a:ext>
                </a:extLst>
              </p14:cNvPr>
              <p14:cNvContentPartPr/>
              <p14:nvPr/>
            </p14:nvContentPartPr>
            <p14:xfrm>
              <a:off x="10866429" y="5876545"/>
              <a:ext cx="105840" cy="143640"/>
            </p14:xfrm>
          </p:contentPart>
        </mc:Choice>
        <mc:Fallback xmlns="">
          <p:pic>
            <p:nvPicPr>
              <p:cNvPr id="104" name="Cerneală 103">
                <a:extLst>
                  <a:ext uri="{FF2B5EF4-FFF2-40B4-BE49-F238E27FC236}">
                    <a16:creationId xmlns:a16="http://schemas.microsoft.com/office/drawing/2014/main" id="{BB11920E-F138-41FB-AC73-F233D402A86E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0848789" y="5840545"/>
                <a:ext cx="14148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5" name="Cerneală 104">
                <a:extLst>
                  <a:ext uri="{FF2B5EF4-FFF2-40B4-BE49-F238E27FC236}">
                    <a16:creationId xmlns:a16="http://schemas.microsoft.com/office/drawing/2014/main" id="{4A285488-CB2A-44B8-87C8-58EE5F57E9B2}"/>
                  </a:ext>
                </a:extLst>
              </p14:cNvPr>
              <p14:cNvContentPartPr/>
              <p14:nvPr/>
            </p14:nvContentPartPr>
            <p14:xfrm>
              <a:off x="11020869" y="5790865"/>
              <a:ext cx="375840" cy="230040"/>
            </p14:xfrm>
          </p:contentPart>
        </mc:Choice>
        <mc:Fallback xmlns="">
          <p:pic>
            <p:nvPicPr>
              <p:cNvPr id="105" name="Cerneală 104">
                <a:extLst>
                  <a:ext uri="{FF2B5EF4-FFF2-40B4-BE49-F238E27FC236}">
                    <a16:creationId xmlns:a16="http://schemas.microsoft.com/office/drawing/2014/main" id="{4A285488-CB2A-44B8-87C8-58EE5F57E9B2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11002869" y="5754865"/>
                <a:ext cx="411480" cy="3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6" name="Cerneală 105">
                <a:extLst>
                  <a:ext uri="{FF2B5EF4-FFF2-40B4-BE49-F238E27FC236}">
                    <a16:creationId xmlns:a16="http://schemas.microsoft.com/office/drawing/2014/main" id="{56AA59E5-D133-4B06-9D9B-FEF4B4FD94C6}"/>
                  </a:ext>
                </a:extLst>
              </p14:cNvPr>
              <p14:cNvContentPartPr/>
              <p14:nvPr/>
            </p14:nvContentPartPr>
            <p14:xfrm>
              <a:off x="4724829" y="2585425"/>
              <a:ext cx="256320" cy="269640"/>
            </p14:xfrm>
          </p:contentPart>
        </mc:Choice>
        <mc:Fallback xmlns="">
          <p:pic>
            <p:nvPicPr>
              <p:cNvPr id="106" name="Cerneală 105">
                <a:extLst>
                  <a:ext uri="{FF2B5EF4-FFF2-40B4-BE49-F238E27FC236}">
                    <a16:creationId xmlns:a16="http://schemas.microsoft.com/office/drawing/2014/main" id="{56AA59E5-D133-4B06-9D9B-FEF4B4FD94C6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4707189" y="2549785"/>
                <a:ext cx="291960" cy="34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7" name="Cerneală 106">
                <a:extLst>
                  <a:ext uri="{FF2B5EF4-FFF2-40B4-BE49-F238E27FC236}">
                    <a16:creationId xmlns:a16="http://schemas.microsoft.com/office/drawing/2014/main" id="{47C550F5-809F-4F7A-AD8A-F3772EBCA1B1}"/>
                  </a:ext>
                </a:extLst>
              </p14:cNvPr>
              <p14:cNvContentPartPr/>
              <p14:nvPr/>
            </p14:nvContentPartPr>
            <p14:xfrm>
              <a:off x="6867189" y="378985"/>
              <a:ext cx="234360" cy="214920"/>
            </p14:xfrm>
          </p:contentPart>
        </mc:Choice>
        <mc:Fallback xmlns="">
          <p:pic>
            <p:nvPicPr>
              <p:cNvPr id="107" name="Cerneală 106">
                <a:extLst>
                  <a:ext uri="{FF2B5EF4-FFF2-40B4-BE49-F238E27FC236}">
                    <a16:creationId xmlns:a16="http://schemas.microsoft.com/office/drawing/2014/main" id="{47C550F5-809F-4F7A-AD8A-F3772EBCA1B1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6849549" y="343345"/>
                <a:ext cx="270000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8" name="Cerneală 107">
                <a:extLst>
                  <a:ext uri="{FF2B5EF4-FFF2-40B4-BE49-F238E27FC236}">
                    <a16:creationId xmlns:a16="http://schemas.microsoft.com/office/drawing/2014/main" id="{61CC312C-D3EF-4E06-86A1-D21E0D809726}"/>
                  </a:ext>
                </a:extLst>
              </p14:cNvPr>
              <p14:cNvContentPartPr/>
              <p14:nvPr/>
            </p14:nvContentPartPr>
            <p14:xfrm>
              <a:off x="8074989" y="392305"/>
              <a:ext cx="204840" cy="196200"/>
            </p14:xfrm>
          </p:contentPart>
        </mc:Choice>
        <mc:Fallback xmlns="">
          <p:pic>
            <p:nvPicPr>
              <p:cNvPr id="108" name="Cerneală 107">
                <a:extLst>
                  <a:ext uri="{FF2B5EF4-FFF2-40B4-BE49-F238E27FC236}">
                    <a16:creationId xmlns:a16="http://schemas.microsoft.com/office/drawing/2014/main" id="{61CC312C-D3EF-4E06-86A1-D21E0D809726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8057349" y="356665"/>
                <a:ext cx="24048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9A051652-8E74-4CD5-86AF-5D498E8763C8}"/>
                  </a:ext>
                </a:extLst>
              </p14:cNvPr>
              <p14:cNvContentPartPr/>
              <p14:nvPr/>
            </p14:nvContentPartPr>
            <p14:xfrm>
              <a:off x="6041349" y="2832385"/>
              <a:ext cx="253440" cy="21996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9A051652-8E74-4CD5-86AF-5D498E8763C8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6023709" y="2796745"/>
                <a:ext cx="289080" cy="29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6DAEC250-A912-4250-815A-3E6F07EB4942}"/>
                  </a:ext>
                </a:extLst>
              </p14:cNvPr>
              <p14:cNvContentPartPr/>
              <p14:nvPr/>
            </p14:nvContentPartPr>
            <p14:xfrm>
              <a:off x="7122429" y="2790625"/>
              <a:ext cx="201240" cy="18972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6DAEC250-A912-4250-815A-3E6F07EB4942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7104429" y="2754625"/>
                <a:ext cx="236880" cy="2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DEE8D80D-50E7-4026-A34D-569125C9783B}"/>
                  </a:ext>
                </a:extLst>
              </p14:cNvPr>
              <p14:cNvContentPartPr/>
              <p14:nvPr/>
            </p14:nvContentPartPr>
            <p14:xfrm>
              <a:off x="9071469" y="857425"/>
              <a:ext cx="246960" cy="13104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DEE8D80D-50E7-4026-A34D-569125C9783B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9053829" y="821785"/>
                <a:ext cx="282600" cy="20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50180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agine 44">
            <a:extLst>
              <a:ext uri="{FF2B5EF4-FFF2-40B4-BE49-F238E27FC236}">
                <a16:creationId xmlns:a16="http://schemas.microsoft.com/office/drawing/2014/main" id="{DE2D5013-3DD6-446B-9CB4-F9B51BC82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1143025"/>
            <a:ext cx="7171092" cy="393187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5B71F4FC-F38D-4A3A-8F07-2DC66054DD5E}"/>
                  </a:ext>
                </a:extLst>
              </p14:cNvPr>
              <p14:cNvContentPartPr/>
              <p14:nvPr/>
            </p14:nvContentPartPr>
            <p14:xfrm>
              <a:off x="5002389" y="150385"/>
              <a:ext cx="303840" cy="27900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5B71F4FC-F38D-4A3A-8F07-2DC66054DD5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84749" y="132385"/>
                <a:ext cx="33948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DCC17E57-3E72-42D1-903A-FF8ED7E0EDD1}"/>
                  </a:ext>
                </a:extLst>
              </p14:cNvPr>
              <p14:cNvContentPartPr/>
              <p14:nvPr/>
            </p14:nvContentPartPr>
            <p14:xfrm>
              <a:off x="8157069" y="184225"/>
              <a:ext cx="1051560" cy="47592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DCC17E57-3E72-42D1-903A-FF8ED7E0EDD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139423" y="166225"/>
                <a:ext cx="1087212" cy="51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031A324C-6B8C-4509-ADB8-19F9C68F77FB}"/>
                  </a:ext>
                </a:extLst>
              </p14:cNvPr>
              <p14:cNvContentPartPr/>
              <p14:nvPr/>
            </p14:nvContentPartPr>
            <p14:xfrm>
              <a:off x="7488189" y="235705"/>
              <a:ext cx="460080" cy="22932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031A324C-6B8C-4509-ADB8-19F9C68F77F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470535" y="217705"/>
                <a:ext cx="495748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0A057467-FE82-4258-B2DC-C579503E6ECF}"/>
                  </a:ext>
                </a:extLst>
              </p14:cNvPr>
              <p14:cNvContentPartPr/>
              <p14:nvPr/>
            </p14:nvContentPartPr>
            <p14:xfrm>
              <a:off x="5644989" y="49585"/>
              <a:ext cx="1441440" cy="42768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0A057467-FE82-4258-B2DC-C579503E6EC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627349" y="31585"/>
                <a:ext cx="1477080" cy="46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14EF5D14-B937-4705-8953-573617C56023}"/>
                  </a:ext>
                </a:extLst>
              </p14:cNvPr>
              <p14:cNvContentPartPr/>
              <p14:nvPr/>
            </p14:nvContentPartPr>
            <p14:xfrm>
              <a:off x="3024549" y="117625"/>
              <a:ext cx="1430640" cy="34128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14EF5D14-B937-4705-8953-573617C5602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006554" y="99985"/>
                <a:ext cx="1466271" cy="37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B74F35FC-C6B9-44FF-9FF8-BCF3467C0DDB}"/>
                  </a:ext>
                </a:extLst>
              </p14:cNvPr>
              <p14:cNvContentPartPr/>
              <p14:nvPr/>
            </p14:nvContentPartPr>
            <p14:xfrm>
              <a:off x="613989" y="163345"/>
              <a:ext cx="1984680" cy="50076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B74F35FC-C6B9-44FF-9FF8-BCF3467C0DD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96349" y="145345"/>
                <a:ext cx="2020320" cy="53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78EBA46E-0B54-42FA-B8AA-D0666389E004}"/>
                  </a:ext>
                </a:extLst>
              </p14:cNvPr>
              <p14:cNvContentPartPr/>
              <p14:nvPr/>
            </p14:nvContentPartPr>
            <p14:xfrm>
              <a:off x="10199349" y="249745"/>
              <a:ext cx="352440" cy="39744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78EBA46E-0B54-42FA-B8AA-D0666389E00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181709" y="232121"/>
                <a:ext cx="388080" cy="4330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A37AFA4D-615C-40EF-AA17-E8C8A883D6D2}"/>
                  </a:ext>
                </a:extLst>
              </p14:cNvPr>
              <p14:cNvContentPartPr/>
              <p14:nvPr/>
            </p14:nvContentPartPr>
            <p14:xfrm>
              <a:off x="9647109" y="218785"/>
              <a:ext cx="358560" cy="43056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A37AFA4D-615C-40EF-AA17-E8C8A883D6D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629127" y="200785"/>
                <a:ext cx="394164" cy="46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A5131DCE-63C9-4A24-932E-BA72390D2223}"/>
                  </a:ext>
                </a:extLst>
              </p14:cNvPr>
              <p14:cNvContentPartPr/>
              <p14:nvPr/>
            </p14:nvContentPartPr>
            <p14:xfrm>
              <a:off x="8132949" y="1428385"/>
              <a:ext cx="468000" cy="1044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A5131DCE-63C9-4A24-932E-BA72390D222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115309" y="1410745"/>
                <a:ext cx="50364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4D9CEFEF-F6F7-427C-8A9D-A1B6258E98AD}"/>
                  </a:ext>
                </a:extLst>
              </p14:cNvPr>
              <p14:cNvContentPartPr/>
              <p14:nvPr/>
            </p14:nvContentPartPr>
            <p14:xfrm>
              <a:off x="8813349" y="1129585"/>
              <a:ext cx="64800" cy="5976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4D9CEFEF-F6F7-427C-8A9D-A1B6258E98A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795349" y="1111585"/>
                <a:ext cx="10044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9B25825C-29FD-480B-AA63-BEAEC933AB1F}"/>
                  </a:ext>
                </a:extLst>
              </p14:cNvPr>
              <p14:cNvContentPartPr/>
              <p14:nvPr/>
            </p14:nvContentPartPr>
            <p14:xfrm>
              <a:off x="8859069" y="1266745"/>
              <a:ext cx="49320" cy="7596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9B25825C-29FD-480B-AA63-BEAEC933AB1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841429" y="1248745"/>
                <a:ext cx="8496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0C1F4792-AAB4-492B-9549-B2EF95A9AE3E}"/>
                  </a:ext>
                </a:extLst>
              </p14:cNvPr>
              <p14:cNvContentPartPr/>
              <p14:nvPr/>
            </p14:nvContentPartPr>
            <p14:xfrm>
              <a:off x="8056269" y="1852825"/>
              <a:ext cx="256320" cy="1008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0C1F4792-AAB4-492B-9549-B2EF95A9AE3E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038269" y="1834825"/>
                <a:ext cx="29196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D9D673EA-ABCE-42CE-BBBB-83C06FDFCDC5}"/>
                  </a:ext>
                </a:extLst>
              </p14:cNvPr>
              <p14:cNvContentPartPr/>
              <p14:nvPr/>
            </p14:nvContentPartPr>
            <p14:xfrm>
              <a:off x="8191269" y="967225"/>
              <a:ext cx="480600" cy="35964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D9D673EA-ABCE-42CE-BBBB-83C06FDFCDC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173269" y="949603"/>
                <a:ext cx="516240" cy="3952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46" name="Cerneală 145">
                <a:extLst>
                  <a:ext uri="{FF2B5EF4-FFF2-40B4-BE49-F238E27FC236}">
                    <a16:creationId xmlns:a16="http://schemas.microsoft.com/office/drawing/2014/main" id="{DEF7FF6C-84F8-4C9F-9A86-0E2BBDD314D6}"/>
                  </a:ext>
                </a:extLst>
              </p14:cNvPr>
              <p14:cNvContentPartPr/>
              <p14:nvPr/>
            </p14:nvContentPartPr>
            <p14:xfrm>
              <a:off x="8499069" y="1524145"/>
              <a:ext cx="3531600" cy="1385280"/>
            </p14:xfrm>
          </p:contentPart>
        </mc:Choice>
        <mc:Fallback xmlns="">
          <p:pic>
            <p:nvPicPr>
              <p:cNvPr id="146" name="Cerneală 145">
                <a:extLst>
                  <a:ext uri="{FF2B5EF4-FFF2-40B4-BE49-F238E27FC236}">
                    <a16:creationId xmlns:a16="http://schemas.microsoft.com/office/drawing/2014/main" id="{DEF7FF6C-84F8-4C9F-9A86-0E2BBDD314D6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481069" y="1506150"/>
                <a:ext cx="3567240" cy="14209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05" name="Cerneală 204">
                <a:extLst>
                  <a:ext uri="{FF2B5EF4-FFF2-40B4-BE49-F238E27FC236}">
                    <a16:creationId xmlns:a16="http://schemas.microsoft.com/office/drawing/2014/main" id="{675D0032-02CF-4BAA-AB1A-60AFB057911D}"/>
                  </a:ext>
                </a:extLst>
              </p14:cNvPr>
              <p14:cNvContentPartPr/>
              <p14:nvPr/>
            </p14:nvContentPartPr>
            <p14:xfrm>
              <a:off x="8335269" y="3291385"/>
              <a:ext cx="2440440" cy="2407680"/>
            </p14:xfrm>
          </p:contentPart>
        </mc:Choice>
        <mc:Fallback xmlns="">
          <p:pic>
            <p:nvPicPr>
              <p:cNvPr id="205" name="Cerneală 204">
                <a:extLst>
                  <a:ext uri="{FF2B5EF4-FFF2-40B4-BE49-F238E27FC236}">
                    <a16:creationId xmlns:a16="http://schemas.microsoft.com/office/drawing/2014/main" id="{675D0032-02CF-4BAA-AB1A-60AFB057911D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317269" y="3273742"/>
                <a:ext cx="2476080" cy="24433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06" name="Cerneală 205">
                <a:extLst>
                  <a:ext uri="{FF2B5EF4-FFF2-40B4-BE49-F238E27FC236}">
                    <a16:creationId xmlns:a16="http://schemas.microsoft.com/office/drawing/2014/main" id="{6162DEC7-FD53-4D0D-97C0-3A6AA32A77B6}"/>
                  </a:ext>
                </a:extLst>
              </p14:cNvPr>
              <p14:cNvContentPartPr/>
              <p14:nvPr/>
            </p14:nvContentPartPr>
            <p14:xfrm>
              <a:off x="8118549" y="3134785"/>
              <a:ext cx="3177000" cy="2799720"/>
            </p14:xfrm>
          </p:contentPart>
        </mc:Choice>
        <mc:Fallback xmlns="">
          <p:pic>
            <p:nvPicPr>
              <p:cNvPr id="206" name="Cerneală 205">
                <a:extLst>
                  <a:ext uri="{FF2B5EF4-FFF2-40B4-BE49-F238E27FC236}">
                    <a16:creationId xmlns:a16="http://schemas.microsoft.com/office/drawing/2014/main" id="{6162DEC7-FD53-4D0D-97C0-3A6AA32A77B6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8100909" y="3098785"/>
                <a:ext cx="3212640" cy="28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07" name="Cerneală 206">
                <a:extLst>
                  <a:ext uri="{FF2B5EF4-FFF2-40B4-BE49-F238E27FC236}">
                    <a16:creationId xmlns:a16="http://schemas.microsoft.com/office/drawing/2014/main" id="{31609C35-6D89-4B71-BF39-AA66D83EF9FF}"/>
                  </a:ext>
                </a:extLst>
              </p14:cNvPr>
              <p14:cNvContentPartPr/>
              <p14:nvPr/>
            </p14:nvContentPartPr>
            <p14:xfrm>
              <a:off x="5607549" y="1713145"/>
              <a:ext cx="182160" cy="3471840"/>
            </p14:xfrm>
          </p:contentPart>
        </mc:Choice>
        <mc:Fallback xmlns="">
          <p:pic>
            <p:nvPicPr>
              <p:cNvPr id="207" name="Cerneală 206">
                <a:extLst>
                  <a:ext uri="{FF2B5EF4-FFF2-40B4-BE49-F238E27FC236}">
                    <a16:creationId xmlns:a16="http://schemas.microsoft.com/office/drawing/2014/main" id="{31609C35-6D89-4B71-BF39-AA66D83EF9FF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589909" y="1677145"/>
                <a:ext cx="217800" cy="354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08" name="Cerneală 207">
                <a:extLst>
                  <a:ext uri="{FF2B5EF4-FFF2-40B4-BE49-F238E27FC236}">
                    <a16:creationId xmlns:a16="http://schemas.microsoft.com/office/drawing/2014/main" id="{4348E78E-8779-4D02-8E7C-5E29DBAD9FE0}"/>
                  </a:ext>
                </a:extLst>
              </p14:cNvPr>
              <p14:cNvContentPartPr/>
              <p14:nvPr/>
            </p14:nvContentPartPr>
            <p14:xfrm>
              <a:off x="4798269" y="1163425"/>
              <a:ext cx="750960" cy="867240"/>
            </p14:xfrm>
          </p:contentPart>
        </mc:Choice>
        <mc:Fallback xmlns="">
          <p:pic>
            <p:nvPicPr>
              <p:cNvPr id="208" name="Cerneală 207">
                <a:extLst>
                  <a:ext uri="{FF2B5EF4-FFF2-40B4-BE49-F238E27FC236}">
                    <a16:creationId xmlns:a16="http://schemas.microsoft.com/office/drawing/2014/main" id="{4348E78E-8779-4D02-8E7C-5E29DBAD9FE0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4780629" y="1127425"/>
                <a:ext cx="786600" cy="9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09" name="Cerneală 208">
                <a:extLst>
                  <a:ext uri="{FF2B5EF4-FFF2-40B4-BE49-F238E27FC236}">
                    <a16:creationId xmlns:a16="http://schemas.microsoft.com/office/drawing/2014/main" id="{9767C7F7-C414-40BD-862A-95B007BF4DAB}"/>
                  </a:ext>
                </a:extLst>
              </p14:cNvPr>
              <p14:cNvContentPartPr/>
              <p14:nvPr/>
            </p14:nvContentPartPr>
            <p14:xfrm>
              <a:off x="948069" y="1544305"/>
              <a:ext cx="433440" cy="3629880"/>
            </p14:xfrm>
          </p:contentPart>
        </mc:Choice>
        <mc:Fallback xmlns="">
          <p:pic>
            <p:nvPicPr>
              <p:cNvPr id="209" name="Cerneală 208">
                <a:extLst>
                  <a:ext uri="{FF2B5EF4-FFF2-40B4-BE49-F238E27FC236}">
                    <a16:creationId xmlns:a16="http://schemas.microsoft.com/office/drawing/2014/main" id="{9767C7F7-C414-40BD-862A-95B007BF4DAB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930429" y="1508665"/>
                <a:ext cx="469080" cy="37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10" name="Cerneală 209">
                <a:extLst>
                  <a:ext uri="{FF2B5EF4-FFF2-40B4-BE49-F238E27FC236}">
                    <a16:creationId xmlns:a16="http://schemas.microsoft.com/office/drawing/2014/main" id="{91A6B86B-A4C2-4276-96CE-A97985F4D391}"/>
                  </a:ext>
                </a:extLst>
              </p14:cNvPr>
              <p14:cNvContentPartPr/>
              <p14:nvPr/>
            </p14:nvContentPartPr>
            <p14:xfrm>
              <a:off x="3414429" y="1588225"/>
              <a:ext cx="575640" cy="3514320"/>
            </p14:xfrm>
          </p:contentPart>
        </mc:Choice>
        <mc:Fallback xmlns="">
          <p:pic>
            <p:nvPicPr>
              <p:cNvPr id="210" name="Cerneală 209">
                <a:extLst>
                  <a:ext uri="{FF2B5EF4-FFF2-40B4-BE49-F238E27FC236}">
                    <a16:creationId xmlns:a16="http://schemas.microsoft.com/office/drawing/2014/main" id="{91A6B86B-A4C2-4276-96CE-A97985F4D391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396429" y="1552225"/>
                <a:ext cx="611280" cy="358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27" name="Cerneală 226">
                <a:extLst>
                  <a:ext uri="{FF2B5EF4-FFF2-40B4-BE49-F238E27FC236}">
                    <a16:creationId xmlns:a16="http://schemas.microsoft.com/office/drawing/2014/main" id="{D276970C-27E9-400A-8B1B-8CF54D791C99}"/>
                  </a:ext>
                </a:extLst>
              </p14:cNvPr>
              <p14:cNvContentPartPr/>
              <p14:nvPr/>
            </p14:nvContentPartPr>
            <p14:xfrm>
              <a:off x="614349" y="5257345"/>
              <a:ext cx="1626840" cy="803880"/>
            </p14:xfrm>
          </p:contentPart>
        </mc:Choice>
        <mc:Fallback xmlns="">
          <p:pic>
            <p:nvPicPr>
              <p:cNvPr id="227" name="Cerneală 226">
                <a:extLst>
                  <a:ext uri="{FF2B5EF4-FFF2-40B4-BE49-F238E27FC236}">
                    <a16:creationId xmlns:a16="http://schemas.microsoft.com/office/drawing/2014/main" id="{D276970C-27E9-400A-8B1B-8CF54D791C99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96705" y="5239697"/>
                <a:ext cx="1662488" cy="8395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58" name="Cerneală 257">
                <a:extLst>
                  <a:ext uri="{FF2B5EF4-FFF2-40B4-BE49-F238E27FC236}">
                    <a16:creationId xmlns:a16="http://schemas.microsoft.com/office/drawing/2014/main" id="{60D97F0B-B399-49E6-A869-816EAEE6A63C}"/>
                  </a:ext>
                </a:extLst>
              </p14:cNvPr>
              <p14:cNvContentPartPr/>
              <p14:nvPr/>
            </p14:nvContentPartPr>
            <p14:xfrm>
              <a:off x="6130989" y="6266065"/>
              <a:ext cx="145440" cy="467280"/>
            </p14:xfrm>
          </p:contentPart>
        </mc:Choice>
        <mc:Fallback xmlns="">
          <p:pic>
            <p:nvPicPr>
              <p:cNvPr id="258" name="Cerneală 257">
                <a:extLst>
                  <a:ext uri="{FF2B5EF4-FFF2-40B4-BE49-F238E27FC236}">
                    <a16:creationId xmlns:a16="http://schemas.microsoft.com/office/drawing/2014/main" id="{60D97F0B-B399-49E6-A869-816EAEE6A63C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6113349" y="6248065"/>
                <a:ext cx="181080" cy="50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59" name="Cerneală 258">
                <a:extLst>
                  <a:ext uri="{FF2B5EF4-FFF2-40B4-BE49-F238E27FC236}">
                    <a16:creationId xmlns:a16="http://schemas.microsoft.com/office/drawing/2014/main" id="{67747710-C923-486E-B535-82A149078D32}"/>
                  </a:ext>
                </a:extLst>
              </p14:cNvPr>
              <p14:cNvContentPartPr/>
              <p14:nvPr/>
            </p14:nvContentPartPr>
            <p14:xfrm>
              <a:off x="3499389" y="5245465"/>
              <a:ext cx="2513520" cy="1454760"/>
            </p14:xfrm>
          </p:contentPart>
        </mc:Choice>
        <mc:Fallback xmlns="">
          <p:pic>
            <p:nvPicPr>
              <p:cNvPr id="259" name="Cerneală 258">
                <a:extLst>
                  <a:ext uri="{FF2B5EF4-FFF2-40B4-BE49-F238E27FC236}">
                    <a16:creationId xmlns:a16="http://schemas.microsoft.com/office/drawing/2014/main" id="{67747710-C923-486E-B535-82A149078D32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481392" y="5227829"/>
                <a:ext cx="2549155" cy="14903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60" name="Cerneală 259">
                <a:extLst>
                  <a:ext uri="{FF2B5EF4-FFF2-40B4-BE49-F238E27FC236}">
                    <a16:creationId xmlns:a16="http://schemas.microsoft.com/office/drawing/2014/main" id="{942D25B9-C13B-44E9-ABF4-ACFC5BCCCB09}"/>
                  </a:ext>
                </a:extLst>
              </p14:cNvPr>
              <p14:cNvContentPartPr/>
              <p14:nvPr/>
            </p14:nvContentPartPr>
            <p14:xfrm>
              <a:off x="192069" y="5337265"/>
              <a:ext cx="360" cy="360"/>
            </p14:xfrm>
          </p:contentPart>
        </mc:Choice>
        <mc:Fallback xmlns="">
          <p:pic>
            <p:nvPicPr>
              <p:cNvPr id="260" name="Cerneală 259">
                <a:extLst>
                  <a:ext uri="{FF2B5EF4-FFF2-40B4-BE49-F238E27FC236}">
                    <a16:creationId xmlns:a16="http://schemas.microsoft.com/office/drawing/2014/main" id="{942D25B9-C13B-44E9-ABF4-ACFC5BCCCB09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74429" y="530126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261" name="Cerneală 260">
                <a:extLst>
                  <a:ext uri="{FF2B5EF4-FFF2-40B4-BE49-F238E27FC236}">
                    <a16:creationId xmlns:a16="http://schemas.microsoft.com/office/drawing/2014/main" id="{286481EB-CE8E-400B-85EF-77DC147E8D00}"/>
                  </a:ext>
                </a:extLst>
              </p14:cNvPr>
              <p14:cNvContentPartPr/>
              <p14:nvPr/>
            </p14:nvContentPartPr>
            <p14:xfrm>
              <a:off x="969309" y="1987465"/>
              <a:ext cx="412200" cy="329040"/>
            </p14:xfrm>
          </p:contentPart>
        </mc:Choice>
        <mc:Fallback xmlns="">
          <p:pic>
            <p:nvPicPr>
              <p:cNvPr id="261" name="Cerneală 260">
                <a:extLst>
                  <a:ext uri="{FF2B5EF4-FFF2-40B4-BE49-F238E27FC236}">
                    <a16:creationId xmlns:a16="http://schemas.microsoft.com/office/drawing/2014/main" id="{286481EB-CE8E-400B-85EF-77DC147E8D00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951669" y="1951465"/>
                <a:ext cx="447840" cy="40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262" name="Cerneală 261">
                <a:extLst>
                  <a:ext uri="{FF2B5EF4-FFF2-40B4-BE49-F238E27FC236}">
                    <a16:creationId xmlns:a16="http://schemas.microsoft.com/office/drawing/2014/main" id="{54D54CAA-88BC-48B0-8047-B92B58B6437B}"/>
                  </a:ext>
                </a:extLst>
              </p14:cNvPr>
              <p14:cNvContentPartPr/>
              <p14:nvPr/>
            </p14:nvContentPartPr>
            <p14:xfrm>
              <a:off x="3668229" y="1994665"/>
              <a:ext cx="337320" cy="254520"/>
            </p14:xfrm>
          </p:contentPart>
        </mc:Choice>
        <mc:Fallback xmlns="">
          <p:pic>
            <p:nvPicPr>
              <p:cNvPr id="262" name="Cerneală 261">
                <a:extLst>
                  <a:ext uri="{FF2B5EF4-FFF2-40B4-BE49-F238E27FC236}">
                    <a16:creationId xmlns:a16="http://schemas.microsoft.com/office/drawing/2014/main" id="{54D54CAA-88BC-48B0-8047-B92B58B6437B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3650229" y="1959025"/>
                <a:ext cx="372960" cy="32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263" name="Cerneală 262">
                <a:extLst>
                  <a:ext uri="{FF2B5EF4-FFF2-40B4-BE49-F238E27FC236}">
                    <a16:creationId xmlns:a16="http://schemas.microsoft.com/office/drawing/2014/main" id="{B34C190E-916C-46FE-B520-8C8370D6F8F8}"/>
                  </a:ext>
                </a:extLst>
              </p14:cNvPr>
              <p14:cNvContentPartPr/>
              <p14:nvPr/>
            </p14:nvContentPartPr>
            <p14:xfrm>
              <a:off x="8311509" y="3892585"/>
              <a:ext cx="1312920" cy="366840"/>
            </p14:xfrm>
          </p:contentPart>
        </mc:Choice>
        <mc:Fallback xmlns="">
          <p:pic>
            <p:nvPicPr>
              <p:cNvPr id="263" name="Cerneală 262">
                <a:extLst>
                  <a:ext uri="{FF2B5EF4-FFF2-40B4-BE49-F238E27FC236}">
                    <a16:creationId xmlns:a16="http://schemas.microsoft.com/office/drawing/2014/main" id="{B34C190E-916C-46FE-B520-8C8370D6F8F8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8293869" y="3856945"/>
                <a:ext cx="1348560" cy="43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264" name="Cerneală 263">
                <a:extLst>
                  <a:ext uri="{FF2B5EF4-FFF2-40B4-BE49-F238E27FC236}">
                    <a16:creationId xmlns:a16="http://schemas.microsoft.com/office/drawing/2014/main" id="{1F08FC01-5F05-44E0-B069-F98FAC984ADD}"/>
                  </a:ext>
                </a:extLst>
              </p14:cNvPr>
              <p14:cNvContentPartPr/>
              <p14:nvPr/>
            </p14:nvContentPartPr>
            <p14:xfrm>
              <a:off x="9931869" y="3865585"/>
              <a:ext cx="861120" cy="411840"/>
            </p14:xfrm>
          </p:contentPart>
        </mc:Choice>
        <mc:Fallback xmlns="">
          <p:pic>
            <p:nvPicPr>
              <p:cNvPr id="264" name="Cerneală 263">
                <a:extLst>
                  <a:ext uri="{FF2B5EF4-FFF2-40B4-BE49-F238E27FC236}">
                    <a16:creationId xmlns:a16="http://schemas.microsoft.com/office/drawing/2014/main" id="{1F08FC01-5F05-44E0-B069-F98FAC984ADD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9914229" y="3829945"/>
                <a:ext cx="896760" cy="48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265" name="Cerneală 264">
                <a:extLst>
                  <a:ext uri="{FF2B5EF4-FFF2-40B4-BE49-F238E27FC236}">
                    <a16:creationId xmlns:a16="http://schemas.microsoft.com/office/drawing/2014/main" id="{B983762E-2C26-4D73-9F3C-38AFB3396793}"/>
                  </a:ext>
                </a:extLst>
              </p14:cNvPr>
              <p14:cNvContentPartPr/>
              <p14:nvPr/>
            </p14:nvContentPartPr>
            <p14:xfrm>
              <a:off x="4938669" y="2063785"/>
              <a:ext cx="149400" cy="180720"/>
            </p14:xfrm>
          </p:contentPart>
        </mc:Choice>
        <mc:Fallback xmlns="">
          <p:pic>
            <p:nvPicPr>
              <p:cNvPr id="265" name="Cerneală 264">
                <a:extLst>
                  <a:ext uri="{FF2B5EF4-FFF2-40B4-BE49-F238E27FC236}">
                    <a16:creationId xmlns:a16="http://schemas.microsoft.com/office/drawing/2014/main" id="{B983762E-2C26-4D73-9F3C-38AFB3396793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4921029" y="2028145"/>
                <a:ext cx="18504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266" name="Cerneală 265">
                <a:extLst>
                  <a:ext uri="{FF2B5EF4-FFF2-40B4-BE49-F238E27FC236}">
                    <a16:creationId xmlns:a16="http://schemas.microsoft.com/office/drawing/2014/main" id="{C77A1FAB-BF32-4D50-9092-62511D7E4033}"/>
                  </a:ext>
                </a:extLst>
              </p14:cNvPr>
              <p14:cNvContentPartPr/>
              <p14:nvPr/>
            </p14:nvContentPartPr>
            <p14:xfrm>
              <a:off x="5277069" y="2059465"/>
              <a:ext cx="174240" cy="176040"/>
            </p14:xfrm>
          </p:contentPart>
        </mc:Choice>
        <mc:Fallback xmlns="">
          <p:pic>
            <p:nvPicPr>
              <p:cNvPr id="266" name="Cerneală 265">
                <a:extLst>
                  <a:ext uri="{FF2B5EF4-FFF2-40B4-BE49-F238E27FC236}">
                    <a16:creationId xmlns:a16="http://schemas.microsoft.com/office/drawing/2014/main" id="{C77A1FAB-BF32-4D50-9092-62511D7E4033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5259429" y="2023465"/>
                <a:ext cx="20988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267" name="Cerneală 266">
                <a:extLst>
                  <a:ext uri="{FF2B5EF4-FFF2-40B4-BE49-F238E27FC236}">
                    <a16:creationId xmlns:a16="http://schemas.microsoft.com/office/drawing/2014/main" id="{3E4ED1A7-07F8-4A3E-8B86-2827C10252C4}"/>
                  </a:ext>
                </a:extLst>
              </p14:cNvPr>
              <p14:cNvContentPartPr/>
              <p14:nvPr/>
            </p14:nvContentPartPr>
            <p14:xfrm>
              <a:off x="5249349" y="2083585"/>
              <a:ext cx="189000" cy="166680"/>
            </p14:xfrm>
          </p:contentPart>
        </mc:Choice>
        <mc:Fallback xmlns="">
          <p:pic>
            <p:nvPicPr>
              <p:cNvPr id="267" name="Cerneală 266">
                <a:extLst>
                  <a:ext uri="{FF2B5EF4-FFF2-40B4-BE49-F238E27FC236}">
                    <a16:creationId xmlns:a16="http://schemas.microsoft.com/office/drawing/2014/main" id="{3E4ED1A7-07F8-4A3E-8B86-2827C10252C4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5231349" y="2047945"/>
                <a:ext cx="22464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268" name="Cerneală 267">
                <a:extLst>
                  <a:ext uri="{FF2B5EF4-FFF2-40B4-BE49-F238E27FC236}">
                    <a16:creationId xmlns:a16="http://schemas.microsoft.com/office/drawing/2014/main" id="{F8DF4889-E90F-47AA-B667-8416276713D8}"/>
                  </a:ext>
                </a:extLst>
              </p14:cNvPr>
              <p14:cNvContentPartPr/>
              <p14:nvPr/>
            </p14:nvContentPartPr>
            <p14:xfrm>
              <a:off x="5206869" y="2151625"/>
              <a:ext cx="388080" cy="9000"/>
            </p14:xfrm>
          </p:contentPart>
        </mc:Choice>
        <mc:Fallback xmlns="">
          <p:pic>
            <p:nvPicPr>
              <p:cNvPr id="268" name="Cerneală 267">
                <a:extLst>
                  <a:ext uri="{FF2B5EF4-FFF2-40B4-BE49-F238E27FC236}">
                    <a16:creationId xmlns:a16="http://schemas.microsoft.com/office/drawing/2014/main" id="{F8DF4889-E90F-47AA-B667-8416276713D8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5189229" y="2115985"/>
                <a:ext cx="42372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269" name="Cerneală 268">
                <a:extLst>
                  <a:ext uri="{FF2B5EF4-FFF2-40B4-BE49-F238E27FC236}">
                    <a16:creationId xmlns:a16="http://schemas.microsoft.com/office/drawing/2014/main" id="{21BDB1A9-5AF6-43E7-B9D9-C47163B92DB1}"/>
                  </a:ext>
                </a:extLst>
              </p14:cNvPr>
              <p14:cNvContentPartPr/>
              <p14:nvPr/>
            </p14:nvContentPartPr>
            <p14:xfrm>
              <a:off x="225909" y="1905385"/>
              <a:ext cx="360" cy="360"/>
            </p14:xfrm>
          </p:contentPart>
        </mc:Choice>
        <mc:Fallback xmlns="">
          <p:pic>
            <p:nvPicPr>
              <p:cNvPr id="269" name="Cerneală 268">
                <a:extLst>
                  <a:ext uri="{FF2B5EF4-FFF2-40B4-BE49-F238E27FC236}">
                    <a16:creationId xmlns:a16="http://schemas.microsoft.com/office/drawing/2014/main" id="{21BDB1A9-5AF6-43E7-B9D9-C47163B92DB1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208269" y="186974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270" name="Cerneală 269">
                <a:extLst>
                  <a:ext uri="{FF2B5EF4-FFF2-40B4-BE49-F238E27FC236}">
                    <a16:creationId xmlns:a16="http://schemas.microsoft.com/office/drawing/2014/main" id="{54E1CBE2-B1FC-4C5E-A999-F53BB832EFDE}"/>
                  </a:ext>
                </a:extLst>
              </p14:cNvPr>
              <p14:cNvContentPartPr/>
              <p14:nvPr/>
            </p14:nvContentPartPr>
            <p14:xfrm>
              <a:off x="1082349" y="2341705"/>
              <a:ext cx="269640" cy="291240"/>
            </p14:xfrm>
          </p:contentPart>
        </mc:Choice>
        <mc:Fallback xmlns="">
          <p:pic>
            <p:nvPicPr>
              <p:cNvPr id="270" name="Cerneală 269">
                <a:extLst>
                  <a:ext uri="{FF2B5EF4-FFF2-40B4-BE49-F238E27FC236}">
                    <a16:creationId xmlns:a16="http://schemas.microsoft.com/office/drawing/2014/main" id="{54E1CBE2-B1FC-4C5E-A999-F53BB832EFDE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1064709" y="2305705"/>
                <a:ext cx="305280" cy="36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271" name="Cerneală 270">
                <a:extLst>
                  <a:ext uri="{FF2B5EF4-FFF2-40B4-BE49-F238E27FC236}">
                    <a16:creationId xmlns:a16="http://schemas.microsoft.com/office/drawing/2014/main" id="{D1B53345-EB6D-4682-A142-D11687A0DA22}"/>
                  </a:ext>
                </a:extLst>
              </p14:cNvPr>
              <p14:cNvContentPartPr/>
              <p14:nvPr/>
            </p14:nvContentPartPr>
            <p14:xfrm>
              <a:off x="3680829" y="2340985"/>
              <a:ext cx="319680" cy="262440"/>
            </p14:xfrm>
          </p:contentPart>
        </mc:Choice>
        <mc:Fallback xmlns="">
          <p:pic>
            <p:nvPicPr>
              <p:cNvPr id="271" name="Cerneală 270">
                <a:extLst>
                  <a:ext uri="{FF2B5EF4-FFF2-40B4-BE49-F238E27FC236}">
                    <a16:creationId xmlns:a16="http://schemas.microsoft.com/office/drawing/2014/main" id="{D1B53345-EB6D-4682-A142-D11687A0DA22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3662829" y="2305345"/>
                <a:ext cx="355320" cy="33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272" name="Cerneală 271">
                <a:extLst>
                  <a:ext uri="{FF2B5EF4-FFF2-40B4-BE49-F238E27FC236}">
                    <a16:creationId xmlns:a16="http://schemas.microsoft.com/office/drawing/2014/main" id="{A58967A9-95A2-4D27-B2F3-A0D25EC44128}"/>
                  </a:ext>
                </a:extLst>
              </p14:cNvPr>
              <p14:cNvContentPartPr/>
              <p14:nvPr/>
            </p14:nvContentPartPr>
            <p14:xfrm>
              <a:off x="8415549" y="4319545"/>
              <a:ext cx="1253160" cy="427680"/>
            </p14:xfrm>
          </p:contentPart>
        </mc:Choice>
        <mc:Fallback xmlns="">
          <p:pic>
            <p:nvPicPr>
              <p:cNvPr id="272" name="Cerneală 271">
                <a:extLst>
                  <a:ext uri="{FF2B5EF4-FFF2-40B4-BE49-F238E27FC236}">
                    <a16:creationId xmlns:a16="http://schemas.microsoft.com/office/drawing/2014/main" id="{A58967A9-95A2-4D27-B2F3-A0D25EC44128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8397909" y="4283545"/>
                <a:ext cx="1288800" cy="49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273" name="Cerneală 272">
                <a:extLst>
                  <a:ext uri="{FF2B5EF4-FFF2-40B4-BE49-F238E27FC236}">
                    <a16:creationId xmlns:a16="http://schemas.microsoft.com/office/drawing/2014/main" id="{BB4F9598-2A85-4C8D-980C-475C4142C9C8}"/>
                  </a:ext>
                </a:extLst>
              </p14:cNvPr>
              <p14:cNvContentPartPr/>
              <p14:nvPr/>
            </p14:nvContentPartPr>
            <p14:xfrm>
              <a:off x="9968949" y="4326385"/>
              <a:ext cx="934920" cy="347760"/>
            </p14:xfrm>
          </p:contentPart>
        </mc:Choice>
        <mc:Fallback xmlns="">
          <p:pic>
            <p:nvPicPr>
              <p:cNvPr id="273" name="Cerneală 272">
                <a:extLst>
                  <a:ext uri="{FF2B5EF4-FFF2-40B4-BE49-F238E27FC236}">
                    <a16:creationId xmlns:a16="http://schemas.microsoft.com/office/drawing/2014/main" id="{BB4F9598-2A85-4C8D-980C-475C4142C9C8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9950949" y="4290745"/>
                <a:ext cx="970560" cy="41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274" name="Cerneală 273">
                <a:extLst>
                  <a:ext uri="{FF2B5EF4-FFF2-40B4-BE49-F238E27FC236}">
                    <a16:creationId xmlns:a16="http://schemas.microsoft.com/office/drawing/2014/main" id="{E90FE189-3EC4-45D1-B90D-F3E268E29371}"/>
                  </a:ext>
                </a:extLst>
              </p14:cNvPr>
              <p14:cNvContentPartPr/>
              <p14:nvPr/>
            </p14:nvContentPartPr>
            <p14:xfrm>
              <a:off x="4953789" y="2387065"/>
              <a:ext cx="176400" cy="208800"/>
            </p14:xfrm>
          </p:contentPart>
        </mc:Choice>
        <mc:Fallback xmlns="">
          <p:pic>
            <p:nvPicPr>
              <p:cNvPr id="274" name="Cerneală 273">
                <a:extLst>
                  <a:ext uri="{FF2B5EF4-FFF2-40B4-BE49-F238E27FC236}">
                    <a16:creationId xmlns:a16="http://schemas.microsoft.com/office/drawing/2014/main" id="{E90FE189-3EC4-45D1-B90D-F3E268E29371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4935789" y="2351065"/>
                <a:ext cx="21204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275" name="Cerneală 274">
                <a:extLst>
                  <a:ext uri="{FF2B5EF4-FFF2-40B4-BE49-F238E27FC236}">
                    <a16:creationId xmlns:a16="http://schemas.microsoft.com/office/drawing/2014/main" id="{49B541C4-4F81-48BA-820B-1C654AD53861}"/>
                  </a:ext>
                </a:extLst>
              </p14:cNvPr>
              <p14:cNvContentPartPr/>
              <p14:nvPr/>
            </p14:nvContentPartPr>
            <p14:xfrm>
              <a:off x="5322429" y="2406145"/>
              <a:ext cx="167400" cy="192600"/>
            </p14:xfrm>
          </p:contentPart>
        </mc:Choice>
        <mc:Fallback xmlns="">
          <p:pic>
            <p:nvPicPr>
              <p:cNvPr id="275" name="Cerneală 274">
                <a:extLst>
                  <a:ext uri="{FF2B5EF4-FFF2-40B4-BE49-F238E27FC236}">
                    <a16:creationId xmlns:a16="http://schemas.microsoft.com/office/drawing/2014/main" id="{49B541C4-4F81-48BA-820B-1C654AD53861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5304429" y="2370145"/>
                <a:ext cx="20304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276" name="Cerneală 275">
                <a:extLst>
                  <a:ext uri="{FF2B5EF4-FFF2-40B4-BE49-F238E27FC236}">
                    <a16:creationId xmlns:a16="http://schemas.microsoft.com/office/drawing/2014/main" id="{831AA674-C370-402E-B013-44F4D3270942}"/>
                  </a:ext>
                </a:extLst>
              </p14:cNvPr>
              <p14:cNvContentPartPr/>
              <p14:nvPr/>
            </p14:nvContentPartPr>
            <p14:xfrm>
              <a:off x="5347989" y="2429905"/>
              <a:ext cx="124200" cy="173880"/>
            </p14:xfrm>
          </p:contentPart>
        </mc:Choice>
        <mc:Fallback xmlns="">
          <p:pic>
            <p:nvPicPr>
              <p:cNvPr id="276" name="Cerneală 275">
                <a:extLst>
                  <a:ext uri="{FF2B5EF4-FFF2-40B4-BE49-F238E27FC236}">
                    <a16:creationId xmlns:a16="http://schemas.microsoft.com/office/drawing/2014/main" id="{831AA674-C370-402E-B013-44F4D3270942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5330349" y="2394265"/>
                <a:ext cx="15984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277" name="Cerneală 276">
                <a:extLst>
                  <a:ext uri="{FF2B5EF4-FFF2-40B4-BE49-F238E27FC236}">
                    <a16:creationId xmlns:a16="http://schemas.microsoft.com/office/drawing/2014/main" id="{CA1073EF-36B1-437C-8F8B-5C2EB2571AFC}"/>
                  </a:ext>
                </a:extLst>
              </p14:cNvPr>
              <p14:cNvContentPartPr/>
              <p14:nvPr/>
            </p14:nvContentPartPr>
            <p14:xfrm>
              <a:off x="5274189" y="2502265"/>
              <a:ext cx="354240" cy="5040"/>
            </p14:xfrm>
          </p:contentPart>
        </mc:Choice>
        <mc:Fallback xmlns="">
          <p:pic>
            <p:nvPicPr>
              <p:cNvPr id="277" name="Cerneală 276">
                <a:extLst>
                  <a:ext uri="{FF2B5EF4-FFF2-40B4-BE49-F238E27FC236}">
                    <a16:creationId xmlns:a16="http://schemas.microsoft.com/office/drawing/2014/main" id="{CA1073EF-36B1-437C-8F8B-5C2EB2571AFC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5256549" y="2466625"/>
                <a:ext cx="38988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278" name="Cerneală 277">
                <a:extLst>
                  <a:ext uri="{FF2B5EF4-FFF2-40B4-BE49-F238E27FC236}">
                    <a16:creationId xmlns:a16="http://schemas.microsoft.com/office/drawing/2014/main" id="{5A82CCB3-A5C9-42EF-AC9B-E5F29EA769CB}"/>
                  </a:ext>
                </a:extLst>
              </p14:cNvPr>
              <p14:cNvContentPartPr/>
              <p14:nvPr/>
            </p14:nvContentPartPr>
            <p14:xfrm>
              <a:off x="148869" y="942745"/>
              <a:ext cx="360" cy="360"/>
            </p14:xfrm>
          </p:contentPart>
        </mc:Choice>
        <mc:Fallback xmlns="">
          <p:pic>
            <p:nvPicPr>
              <p:cNvPr id="278" name="Cerneală 277">
                <a:extLst>
                  <a:ext uri="{FF2B5EF4-FFF2-40B4-BE49-F238E27FC236}">
                    <a16:creationId xmlns:a16="http://schemas.microsoft.com/office/drawing/2014/main" id="{5A82CCB3-A5C9-42EF-AC9B-E5F29EA769CB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130869" y="90710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279" name="Cerneală 278">
                <a:extLst>
                  <a:ext uri="{FF2B5EF4-FFF2-40B4-BE49-F238E27FC236}">
                    <a16:creationId xmlns:a16="http://schemas.microsoft.com/office/drawing/2014/main" id="{E5F25ABD-33F3-4505-B052-A46998695074}"/>
                  </a:ext>
                </a:extLst>
              </p14:cNvPr>
              <p14:cNvContentPartPr/>
              <p14:nvPr/>
            </p14:nvContentPartPr>
            <p14:xfrm>
              <a:off x="1075869" y="2754265"/>
              <a:ext cx="320400" cy="277920"/>
            </p14:xfrm>
          </p:contentPart>
        </mc:Choice>
        <mc:Fallback xmlns="">
          <p:pic>
            <p:nvPicPr>
              <p:cNvPr id="279" name="Cerneală 278">
                <a:extLst>
                  <a:ext uri="{FF2B5EF4-FFF2-40B4-BE49-F238E27FC236}">
                    <a16:creationId xmlns:a16="http://schemas.microsoft.com/office/drawing/2014/main" id="{E5F25ABD-33F3-4505-B052-A46998695074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1058229" y="2718625"/>
                <a:ext cx="356040" cy="3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280" name="Cerneală 279">
                <a:extLst>
                  <a:ext uri="{FF2B5EF4-FFF2-40B4-BE49-F238E27FC236}">
                    <a16:creationId xmlns:a16="http://schemas.microsoft.com/office/drawing/2014/main" id="{7207686E-2D84-4928-A0F6-8C84A5E73E87}"/>
                  </a:ext>
                </a:extLst>
              </p14:cNvPr>
              <p14:cNvContentPartPr/>
              <p14:nvPr/>
            </p14:nvContentPartPr>
            <p14:xfrm>
              <a:off x="3651669" y="2733385"/>
              <a:ext cx="300600" cy="255600"/>
            </p14:xfrm>
          </p:contentPart>
        </mc:Choice>
        <mc:Fallback xmlns="">
          <p:pic>
            <p:nvPicPr>
              <p:cNvPr id="280" name="Cerneală 279">
                <a:extLst>
                  <a:ext uri="{FF2B5EF4-FFF2-40B4-BE49-F238E27FC236}">
                    <a16:creationId xmlns:a16="http://schemas.microsoft.com/office/drawing/2014/main" id="{7207686E-2D84-4928-A0F6-8C84A5E73E87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3634029" y="2697745"/>
                <a:ext cx="336240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281" name="Cerneală 280">
                <a:extLst>
                  <a:ext uri="{FF2B5EF4-FFF2-40B4-BE49-F238E27FC236}">
                    <a16:creationId xmlns:a16="http://schemas.microsoft.com/office/drawing/2014/main" id="{26856718-3DBF-4D2E-B40C-2CD4D338540B}"/>
                  </a:ext>
                </a:extLst>
              </p14:cNvPr>
              <p14:cNvContentPartPr/>
              <p14:nvPr/>
            </p14:nvContentPartPr>
            <p14:xfrm>
              <a:off x="9976149" y="4388665"/>
              <a:ext cx="5040" cy="360"/>
            </p14:xfrm>
          </p:contentPart>
        </mc:Choice>
        <mc:Fallback xmlns="">
          <p:pic>
            <p:nvPicPr>
              <p:cNvPr id="281" name="Cerneală 280">
                <a:extLst>
                  <a:ext uri="{FF2B5EF4-FFF2-40B4-BE49-F238E27FC236}">
                    <a16:creationId xmlns:a16="http://schemas.microsoft.com/office/drawing/2014/main" id="{26856718-3DBF-4D2E-B40C-2CD4D338540B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9958509" y="4353025"/>
                <a:ext cx="406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282" name="Cerneală 281">
                <a:extLst>
                  <a:ext uri="{FF2B5EF4-FFF2-40B4-BE49-F238E27FC236}">
                    <a16:creationId xmlns:a16="http://schemas.microsoft.com/office/drawing/2014/main" id="{EEB4BBAF-BA06-4118-9F13-A9B768EE2448}"/>
                  </a:ext>
                </a:extLst>
              </p14:cNvPr>
              <p14:cNvContentPartPr/>
              <p14:nvPr/>
            </p14:nvContentPartPr>
            <p14:xfrm>
              <a:off x="8392509" y="4339705"/>
              <a:ext cx="1185840" cy="353160"/>
            </p14:xfrm>
          </p:contentPart>
        </mc:Choice>
        <mc:Fallback xmlns="">
          <p:pic>
            <p:nvPicPr>
              <p:cNvPr id="282" name="Cerneală 281">
                <a:extLst>
                  <a:ext uri="{FF2B5EF4-FFF2-40B4-BE49-F238E27FC236}">
                    <a16:creationId xmlns:a16="http://schemas.microsoft.com/office/drawing/2014/main" id="{EEB4BBAF-BA06-4118-9F13-A9B768EE2448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8374509" y="4304065"/>
                <a:ext cx="1221480" cy="42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283" name="Cerneală 282">
                <a:extLst>
                  <a:ext uri="{FF2B5EF4-FFF2-40B4-BE49-F238E27FC236}">
                    <a16:creationId xmlns:a16="http://schemas.microsoft.com/office/drawing/2014/main" id="{74E845AD-C415-4229-AEDF-1126C85EAF8C}"/>
                  </a:ext>
                </a:extLst>
              </p14:cNvPr>
              <p14:cNvContentPartPr/>
              <p14:nvPr/>
            </p14:nvContentPartPr>
            <p14:xfrm>
              <a:off x="10030149" y="4329625"/>
              <a:ext cx="810360" cy="334080"/>
            </p14:xfrm>
          </p:contentPart>
        </mc:Choice>
        <mc:Fallback xmlns="">
          <p:pic>
            <p:nvPicPr>
              <p:cNvPr id="283" name="Cerneală 282">
                <a:extLst>
                  <a:ext uri="{FF2B5EF4-FFF2-40B4-BE49-F238E27FC236}">
                    <a16:creationId xmlns:a16="http://schemas.microsoft.com/office/drawing/2014/main" id="{74E845AD-C415-4229-AEDF-1126C85EAF8C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10012149" y="4293625"/>
                <a:ext cx="846000" cy="40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284" name="Cerneală 283">
                <a:extLst>
                  <a:ext uri="{FF2B5EF4-FFF2-40B4-BE49-F238E27FC236}">
                    <a16:creationId xmlns:a16="http://schemas.microsoft.com/office/drawing/2014/main" id="{83B8D1C2-0ED8-4A72-9A20-2840F4CCC21C}"/>
                  </a:ext>
                </a:extLst>
              </p14:cNvPr>
              <p14:cNvContentPartPr/>
              <p14:nvPr/>
            </p14:nvContentPartPr>
            <p14:xfrm>
              <a:off x="4980789" y="2760385"/>
              <a:ext cx="216360" cy="223560"/>
            </p14:xfrm>
          </p:contentPart>
        </mc:Choice>
        <mc:Fallback xmlns="">
          <p:pic>
            <p:nvPicPr>
              <p:cNvPr id="284" name="Cerneală 283">
                <a:extLst>
                  <a:ext uri="{FF2B5EF4-FFF2-40B4-BE49-F238E27FC236}">
                    <a16:creationId xmlns:a16="http://schemas.microsoft.com/office/drawing/2014/main" id="{83B8D1C2-0ED8-4A72-9A20-2840F4CCC21C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4962789" y="2724385"/>
                <a:ext cx="25200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285" name="Cerneală 284">
                <a:extLst>
                  <a:ext uri="{FF2B5EF4-FFF2-40B4-BE49-F238E27FC236}">
                    <a16:creationId xmlns:a16="http://schemas.microsoft.com/office/drawing/2014/main" id="{00AD3E11-9C77-4536-91E6-64B3830E4FC2}"/>
                  </a:ext>
                </a:extLst>
              </p14:cNvPr>
              <p14:cNvContentPartPr/>
              <p14:nvPr/>
            </p14:nvContentPartPr>
            <p14:xfrm>
              <a:off x="5332149" y="2776585"/>
              <a:ext cx="191520" cy="181080"/>
            </p14:xfrm>
          </p:contentPart>
        </mc:Choice>
        <mc:Fallback xmlns="">
          <p:pic>
            <p:nvPicPr>
              <p:cNvPr id="285" name="Cerneală 284">
                <a:extLst>
                  <a:ext uri="{FF2B5EF4-FFF2-40B4-BE49-F238E27FC236}">
                    <a16:creationId xmlns:a16="http://schemas.microsoft.com/office/drawing/2014/main" id="{00AD3E11-9C77-4536-91E6-64B3830E4FC2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5314509" y="2740945"/>
                <a:ext cx="22716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286" name="Cerneală 285">
                <a:extLst>
                  <a:ext uri="{FF2B5EF4-FFF2-40B4-BE49-F238E27FC236}">
                    <a16:creationId xmlns:a16="http://schemas.microsoft.com/office/drawing/2014/main" id="{DB156621-38B9-4FD0-A14E-A73587C2CF3A}"/>
                  </a:ext>
                </a:extLst>
              </p14:cNvPr>
              <p14:cNvContentPartPr/>
              <p14:nvPr/>
            </p14:nvContentPartPr>
            <p14:xfrm>
              <a:off x="5350509" y="2790985"/>
              <a:ext cx="159840" cy="192600"/>
            </p14:xfrm>
          </p:contentPart>
        </mc:Choice>
        <mc:Fallback xmlns="">
          <p:pic>
            <p:nvPicPr>
              <p:cNvPr id="286" name="Cerneală 285">
                <a:extLst>
                  <a:ext uri="{FF2B5EF4-FFF2-40B4-BE49-F238E27FC236}">
                    <a16:creationId xmlns:a16="http://schemas.microsoft.com/office/drawing/2014/main" id="{DB156621-38B9-4FD0-A14E-A73587C2CF3A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5332869" y="2754985"/>
                <a:ext cx="19548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287" name="Cerneală 286">
                <a:extLst>
                  <a:ext uri="{FF2B5EF4-FFF2-40B4-BE49-F238E27FC236}">
                    <a16:creationId xmlns:a16="http://schemas.microsoft.com/office/drawing/2014/main" id="{850EE0A6-A6D3-4A02-9598-28B066FE6114}"/>
                  </a:ext>
                </a:extLst>
              </p14:cNvPr>
              <p14:cNvContentPartPr/>
              <p14:nvPr/>
            </p14:nvContentPartPr>
            <p14:xfrm>
              <a:off x="5293629" y="2867665"/>
              <a:ext cx="284040" cy="7200"/>
            </p14:xfrm>
          </p:contentPart>
        </mc:Choice>
        <mc:Fallback xmlns="">
          <p:pic>
            <p:nvPicPr>
              <p:cNvPr id="287" name="Cerneală 286">
                <a:extLst>
                  <a:ext uri="{FF2B5EF4-FFF2-40B4-BE49-F238E27FC236}">
                    <a16:creationId xmlns:a16="http://schemas.microsoft.com/office/drawing/2014/main" id="{850EE0A6-A6D3-4A02-9598-28B066FE6114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5275629" y="2832025"/>
                <a:ext cx="31968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288" name="Cerneală 287">
                <a:extLst>
                  <a:ext uri="{FF2B5EF4-FFF2-40B4-BE49-F238E27FC236}">
                    <a16:creationId xmlns:a16="http://schemas.microsoft.com/office/drawing/2014/main" id="{2C0FDA9E-366C-431D-9456-CEADC5E67790}"/>
                  </a:ext>
                </a:extLst>
              </p14:cNvPr>
              <p14:cNvContentPartPr/>
              <p14:nvPr/>
            </p14:nvContentPartPr>
            <p14:xfrm>
              <a:off x="254709" y="2680465"/>
              <a:ext cx="360" cy="360"/>
            </p14:xfrm>
          </p:contentPart>
        </mc:Choice>
        <mc:Fallback xmlns="">
          <p:pic>
            <p:nvPicPr>
              <p:cNvPr id="288" name="Cerneală 287">
                <a:extLst>
                  <a:ext uri="{FF2B5EF4-FFF2-40B4-BE49-F238E27FC236}">
                    <a16:creationId xmlns:a16="http://schemas.microsoft.com/office/drawing/2014/main" id="{2C0FDA9E-366C-431D-9456-CEADC5E67790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236709" y="264446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289" name="Cerneală 288">
                <a:extLst>
                  <a:ext uri="{FF2B5EF4-FFF2-40B4-BE49-F238E27FC236}">
                    <a16:creationId xmlns:a16="http://schemas.microsoft.com/office/drawing/2014/main" id="{4600E8B1-7EA9-4349-8081-CF484A3A9206}"/>
                  </a:ext>
                </a:extLst>
              </p14:cNvPr>
              <p14:cNvContentPartPr/>
              <p14:nvPr/>
            </p14:nvContentPartPr>
            <p14:xfrm>
              <a:off x="198549" y="3161785"/>
              <a:ext cx="3600" cy="6840"/>
            </p14:xfrm>
          </p:contentPart>
        </mc:Choice>
        <mc:Fallback xmlns="">
          <p:pic>
            <p:nvPicPr>
              <p:cNvPr id="289" name="Cerneală 288">
                <a:extLst>
                  <a:ext uri="{FF2B5EF4-FFF2-40B4-BE49-F238E27FC236}">
                    <a16:creationId xmlns:a16="http://schemas.microsoft.com/office/drawing/2014/main" id="{4600E8B1-7EA9-4349-8081-CF484A3A9206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180909" y="3125785"/>
                <a:ext cx="3924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290" name="Cerneală 289">
                <a:extLst>
                  <a:ext uri="{FF2B5EF4-FFF2-40B4-BE49-F238E27FC236}">
                    <a16:creationId xmlns:a16="http://schemas.microsoft.com/office/drawing/2014/main" id="{358A1598-FC43-4D6D-8393-A2B285ACA41E}"/>
                  </a:ext>
                </a:extLst>
              </p14:cNvPr>
              <p14:cNvContentPartPr/>
              <p14:nvPr/>
            </p14:nvContentPartPr>
            <p14:xfrm>
              <a:off x="1105389" y="3112105"/>
              <a:ext cx="290520" cy="270720"/>
            </p14:xfrm>
          </p:contentPart>
        </mc:Choice>
        <mc:Fallback xmlns="">
          <p:pic>
            <p:nvPicPr>
              <p:cNvPr id="290" name="Cerneală 289">
                <a:extLst>
                  <a:ext uri="{FF2B5EF4-FFF2-40B4-BE49-F238E27FC236}">
                    <a16:creationId xmlns:a16="http://schemas.microsoft.com/office/drawing/2014/main" id="{358A1598-FC43-4D6D-8393-A2B285ACA41E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1087749" y="3076105"/>
                <a:ext cx="326160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291" name="Cerneală 290">
                <a:extLst>
                  <a:ext uri="{FF2B5EF4-FFF2-40B4-BE49-F238E27FC236}">
                    <a16:creationId xmlns:a16="http://schemas.microsoft.com/office/drawing/2014/main" id="{4109C5BB-456C-4466-8152-E50186C5586F}"/>
                  </a:ext>
                </a:extLst>
              </p14:cNvPr>
              <p14:cNvContentPartPr/>
              <p14:nvPr/>
            </p14:nvContentPartPr>
            <p14:xfrm>
              <a:off x="3690909" y="3084745"/>
              <a:ext cx="318240" cy="299880"/>
            </p14:xfrm>
          </p:contentPart>
        </mc:Choice>
        <mc:Fallback xmlns="">
          <p:pic>
            <p:nvPicPr>
              <p:cNvPr id="291" name="Cerneală 290">
                <a:extLst>
                  <a:ext uri="{FF2B5EF4-FFF2-40B4-BE49-F238E27FC236}">
                    <a16:creationId xmlns:a16="http://schemas.microsoft.com/office/drawing/2014/main" id="{4109C5BB-456C-4466-8152-E50186C5586F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3672909" y="3049105"/>
                <a:ext cx="353880" cy="37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292" name="Cerneală 291">
                <a:extLst>
                  <a:ext uri="{FF2B5EF4-FFF2-40B4-BE49-F238E27FC236}">
                    <a16:creationId xmlns:a16="http://schemas.microsoft.com/office/drawing/2014/main" id="{D52E59A3-13B4-4350-8991-4389CE975129}"/>
                  </a:ext>
                </a:extLst>
              </p14:cNvPr>
              <p14:cNvContentPartPr/>
              <p14:nvPr/>
            </p14:nvContentPartPr>
            <p14:xfrm>
              <a:off x="4998429" y="3132265"/>
              <a:ext cx="138960" cy="202680"/>
            </p14:xfrm>
          </p:contentPart>
        </mc:Choice>
        <mc:Fallback xmlns="">
          <p:pic>
            <p:nvPicPr>
              <p:cNvPr id="292" name="Cerneală 291">
                <a:extLst>
                  <a:ext uri="{FF2B5EF4-FFF2-40B4-BE49-F238E27FC236}">
                    <a16:creationId xmlns:a16="http://schemas.microsoft.com/office/drawing/2014/main" id="{D52E59A3-13B4-4350-8991-4389CE975129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4980789" y="3096265"/>
                <a:ext cx="174600" cy="2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293" name="Cerneală 292">
                <a:extLst>
                  <a:ext uri="{FF2B5EF4-FFF2-40B4-BE49-F238E27FC236}">
                    <a16:creationId xmlns:a16="http://schemas.microsoft.com/office/drawing/2014/main" id="{138E4567-A699-42EA-8FFB-57DD1C2A9D9F}"/>
                  </a:ext>
                </a:extLst>
              </p14:cNvPr>
              <p14:cNvContentPartPr/>
              <p14:nvPr/>
            </p14:nvContentPartPr>
            <p14:xfrm>
              <a:off x="5360949" y="3132985"/>
              <a:ext cx="178560" cy="184320"/>
            </p14:xfrm>
          </p:contentPart>
        </mc:Choice>
        <mc:Fallback xmlns="">
          <p:pic>
            <p:nvPicPr>
              <p:cNvPr id="293" name="Cerneală 292">
                <a:extLst>
                  <a:ext uri="{FF2B5EF4-FFF2-40B4-BE49-F238E27FC236}">
                    <a16:creationId xmlns:a16="http://schemas.microsoft.com/office/drawing/2014/main" id="{138E4567-A699-42EA-8FFB-57DD1C2A9D9F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5342949" y="3096985"/>
                <a:ext cx="21420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294" name="Cerneală 293">
                <a:extLst>
                  <a:ext uri="{FF2B5EF4-FFF2-40B4-BE49-F238E27FC236}">
                    <a16:creationId xmlns:a16="http://schemas.microsoft.com/office/drawing/2014/main" id="{A85E31AC-01A3-4A7A-967A-F9D579F5DB52}"/>
                  </a:ext>
                </a:extLst>
              </p14:cNvPr>
              <p14:cNvContentPartPr/>
              <p14:nvPr/>
            </p14:nvContentPartPr>
            <p14:xfrm>
              <a:off x="5399829" y="3103825"/>
              <a:ext cx="129960" cy="247320"/>
            </p14:xfrm>
          </p:contentPart>
        </mc:Choice>
        <mc:Fallback xmlns="">
          <p:pic>
            <p:nvPicPr>
              <p:cNvPr id="294" name="Cerneală 293">
                <a:extLst>
                  <a:ext uri="{FF2B5EF4-FFF2-40B4-BE49-F238E27FC236}">
                    <a16:creationId xmlns:a16="http://schemas.microsoft.com/office/drawing/2014/main" id="{A85E31AC-01A3-4A7A-967A-F9D579F5DB52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5381829" y="3067825"/>
                <a:ext cx="16560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295" name="Cerneală 294">
                <a:extLst>
                  <a:ext uri="{FF2B5EF4-FFF2-40B4-BE49-F238E27FC236}">
                    <a16:creationId xmlns:a16="http://schemas.microsoft.com/office/drawing/2014/main" id="{865BBA79-4E01-4684-A235-26576AD3D493}"/>
                  </a:ext>
                </a:extLst>
              </p14:cNvPr>
              <p14:cNvContentPartPr/>
              <p14:nvPr/>
            </p14:nvContentPartPr>
            <p14:xfrm>
              <a:off x="5293629" y="3224425"/>
              <a:ext cx="337680" cy="9720"/>
            </p14:xfrm>
          </p:contentPart>
        </mc:Choice>
        <mc:Fallback xmlns="">
          <p:pic>
            <p:nvPicPr>
              <p:cNvPr id="295" name="Cerneală 294">
                <a:extLst>
                  <a:ext uri="{FF2B5EF4-FFF2-40B4-BE49-F238E27FC236}">
                    <a16:creationId xmlns:a16="http://schemas.microsoft.com/office/drawing/2014/main" id="{865BBA79-4E01-4684-A235-26576AD3D493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5275629" y="3188785"/>
                <a:ext cx="37332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296" name="Cerneală 295">
                <a:extLst>
                  <a:ext uri="{FF2B5EF4-FFF2-40B4-BE49-F238E27FC236}">
                    <a16:creationId xmlns:a16="http://schemas.microsoft.com/office/drawing/2014/main" id="{69B7DAC2-F22B-4A7D-B8C3-D30E51829F67}"/>
                  </a:ext>
                </a:extLst>
              </p14:cNvPr>
              <p14:cNvContentPartPr/>
              <p14:nvPr/>
            </p14:nvContentPartPr>
            <p14:xfrm>
              <a:off x="187389" y="832225"/>
              <a:ext cx="360" cy="360"/>
            </p14:xfrm>
          </p:contentPart>
        </mc:Choice>
        <mc:Fallback xmlns="">
          <p:pic>
            <p:nvPicPr>
              <p:cNvPr id="296" name="Cerneală 295">
                <a:extLst>
                  <a:ext uri="{FF2B5EF4-FFF2-40B4-BE49-F238E27FC236}">
                    <a16:creationId xmlns:a16="http://schemas.microsoft.com/office/drawing/2014/main" id="{69B7DAC2-F22B-4A7D-B8C3-D30E51829F67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169749" y="79658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297" name="Cerneală 296">
                <a:extLst>
                  <a:ext uri="{FF2B5EF4-FFF2-40B4-BE49-F238E27FC236}">
                    <a16:creationId xmlns:a16="http://schemas.microsoft.com/office/drawing/2014/main" id="{FC2BA9B8-756B-4098-9624-104C10557892}"/>
                  </a:ext>
                </a:extLst>
              </p14:cNvPr>
              <p14:cNvContentPartPr/>
              <p14:nvPr/>
            </p14:nvContentPartPr>
            <p14:xfrm>
              <a:off x="1030509" y="3504145"/>
              <a:ext cx="318600" cy="251280"/>
            </p14:xfrm>
          </p:contentPart>
        </mc:Choice>
        <mc:Fallback xmlns="">
          <p:pic>
            <p:nvPicPr>
              <p:cNvPr id="297" name="Cerneală 296">
                <a:extLst>
                  <a:ext uri="{FF2B5EF4-FFF2-40B4-BE49-F238E27FC236}">
                    <a16:creationId xmlns:a16="http://schemas.microsoft.com/office/drawing/2014/main" id="{FC2BA9B8-756B-4098-9624-104C10557892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012869" y="3468505"/>
                <a:ext cx="354240" cy="32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298" name="Cerneală 297">
                <a:extLst>
                  <a:ext uri="{FF2B5EF4-FFF2-40B4-BE49-F238E27FC236}">
                    <a16:creationId xmlns:a16="http://schemas.microsoft.com/office/drawing/2014/main" id="{95B2D22F-D701-4167-868F-B825EADFE6C0}"/>
                  </a:ext>
                </a:extLst>
              </p14:cNvPr>
              <p14:cNvContentPartPr/>
              <p14:nvPr/>
            </p14:nvContentPartPr>
            <p14:xfrm>
              <a:off x="3733389" y="3504865"/>
              <a:ext cx="244080" cy="268560"/>
            </p14:xfrm>
          </p:contentPart>
        </mc:Choice>
        <mc:Fallback xmlns="">
          <p:pic>
            <p:nvPicPr>
              <p:cNvPr id="298" name="Cerneală 297">
                <a:extLst>
                  <a:ext uri="{FF2B5EF4-FFF2-40B4-BE49-F238E27FC236}">
                    <a16:creationId xmlns:a16="http://schemas.microsoft.com/office/drawing/2014/main" id="{95B2D22F-D701-4167-868F-B825EADFE6C0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3715749" y="3468865"/>
                <a:ext cx="279720" cy="34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299" name="Cerneală 298">
                <a:extLst>
                  <a:ext uri="{FF2B5EF4-FFF2-40B4-BE49-F238E27FC236}">
                    <a16:creationId xmlns:a16="http://schemas.microsoft.com/office/drawing/2014/main" id="{D00DA0B7-BAD8-4311-B388-3618CE7AC6B3}"/>
                  </a:ext>
                </a:extLst>
              </p14:cNvPr>
              <p14:cNvContentPartPr/>
              <p14:nvPr/>
            </p14:nvContentPartPr>
            <p14:xfrm>
              <a:off x="8478549" y="5244745"/>
              <a:ext cx="1291680" cy="491400"/>
            </p14:xfrm>
          </p:contentPart>
        </mc:Choice>
        <mc:Fallback xmlns="">
          <p:pic>
            <p:nvPicPr>
              <p:cNvPr id="299" name="Cerneală 298">
                <a:extLst>
                  <a:ext uri="{FF2B5EF4-FFF2-40B4-BE49-F238E27FC236}">
                    <a16:creationId xmlns:a16="http://schemas.microsoft.com/office/drawing/2014/main" id="{D00DA0B7-BAD8-4311-B388-3618CE7AC6B3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8460909" y="5208745"/>
                <a:ext cx="1327320" cy="56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300" name="Cerneală 299">
                <a:extLst>
                  <a:ext uri="{FF2B5EF4-FFF2-40B4-BE49-F238E27FC236}">
                    <a16:creationId xmlns:a16="http://schemas.microsoft.com/office/drawing/2014/main" id="{92FDCCF5-EFB2-4DF8-B67B-8113917E7272}"/>
                  </a:ext>
                </a:extLst>
              </p14:cNvPr>
              <p14:cNvContentPartPr/>
              <p14:nvPr/>
            </p14:nvContentPartPr>
            <p14:xfrm>
              <a:off x="10073349" y="5241145"/>
              <a:ext cx="816480" cy="469800"/>
            </p14:xfrm>
          </p:contentPart>
        </mc:Choice>
        <mc:Fallback xmlns="">
          <p:pic>
            <p:nvPicPr>
              <p:cNvPr id="300" name="Cerneală 299">
                <a:extLst>
                  <a:ext uri="{FF2B5EF4-FFF2-40B4-BE49-F238E27FC236}">
                    <a16:creationId xmlns:a16="http://schemas.microsoft.com/office/drawing/2014/main" id="{92FDCCF5-EFB2-4DF8-B67B-8113917E7272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0055709" y="5205505"/>
                <a:ext cx="852120" cy="54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301" name="Cerneală 300">
                <a:extLst>
                  <a:ext uri="{FF2B5EF4-FFF2-40B4-BE49-F238E27FC236}">
                    <a16:creationId xmlns:a16="http://schemas.microsoft.com/office/drawing/2014/main" id="{73B51748-6A4F-4573-BB45-5FDDC138C5E1}"/>
                  </a:ext>
                </a:extLst>
              </p14:cNvPr>
              <p14:cNvContentPartPr/>
              <p14:nvPr/>
            </p14:nvContentPartPr>
            <p14:xfrm>
              <a:off x="4976109" y="3532225"/>
              <a:ext cx="158040" cy="192960"/>
            </p14:xfrm>
          </p:contentPart>
        </mc:Choice>
        <mc:Fallback xmlns="">
          <p:pic>
            <p:nvPicPr>
              <p:cNvPr id="301" name="Cerneală 300">
                <a:extLst>
                  <a:ext uri="{FF2B5EF4-FFF2-40B4-BE49-F238E27FC236}">
                    <a16:creationId xmlns:a16="http://schemas.microsoft.com/office/drawing/2014/main" id="{73B51748-6A4F-4573-BB45-5FDDC138C5E1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4958109" y="3496585"/>
                <a:ext cx="19368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302" name="Cerneală 301">
                <a:extLst>
                  <a:ext uri="{FF2B5EF4-FFF2-40B4-BE49-F238E27FC236}">
                    <a16:creationId xmlns:a16="http://schemas.microsoft.com/office/drawing/2014/main" id="{9BF94EAD-3931-4800-9E13-9BA54657BDE5}"/>
                  </a:ext>
                </a:extLst>
              </p14:cNvPr>
              <p14:cNvContentPartPr/>
              <p14:nvPr/>
            </p14:nvContentPartPr>
            <p14:xfrm>
              <a:off x="5012829" y="3531505"/>
              <a:ext cx="122040" cy="189360"/>
            </p14:xfrm>
          </p:contentPart>
        </mc:Choice>
        <mc:Fallback xmlns="">
          <p:pic>
            <p:nvPicPr>
              <p:cNvPr id="302" name="Cerneală 301">
                <a:extLst>
                  <a:ext uri="{FF2B5EF4-FFF2-40B4-BE49-F238E27FC236}">
                    <a16:creationId xmlns:a16="http://schemas.microsoft.com/office/drawing/2014/main" id="{9BF94EAD-3931-4800-9E13-9BA54657BDE5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4995189" y="3495505"/>
                <a:ext cx="15768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303" name="Cerneală 302">
                <a:extLst>
                  <a:ext uri="{FF2B5EF4-FFF2-40B4-BE49-F238E27FC236}">
                    <a16:creationId xmlns:a16="http://schemas.microsoft.com/office/drawing/2014/main" id="{41E6649E-801E-4DFC-B30E-A7E26709F6D7}"/>
                  </a:ext>
                </a:extLst>
              </p14:cNvPr>
              <p14:cNvContentPartPr/>
              <p14:nvPr/>
            </p14:nvContentPartPr>
            <p14:xfrm>
              <a:off x="4942269" y="3623665"/>
              <a:ext cx="331920" cy="17640"/>
            </p14:xfrm>
          </p:contentPart>
        </mc:Choice>
        <mc:Fallback xmlns="">
          <p:pic>
            <p:nvPicPr>
              <p:cNvPr id="303" name="Cerneală 302">
                <a:extLst>
                  <a:ext uri="{FF2B5EF4-FFF2-40B4-BE49-F238E27FC236}">
                    <a16:creationId xmlns:a16="http://schemas.microsoft.com/office/drawing/2014/main" id="{41E6649E-801E-4DFC-B30E-A7E26709F6D7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4924269" y="3587665"/>
                <a:ext cx="36756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304" name="Cerneală 303">
                <a:extLst>
                  <a:ext uri="{FF2B5EF4-FFF2-40B4-BE49-F238E27FC236}">
                    <a16:creationId xmlns:a16="http://schemas.microsoft.com/office/drawing/2014/main" id="{1F742E6B-EEE5-45FA-8219-1765DF6A6544}"/>
                  </a:ext>
                </a:extLst>
              </p14:cNvPr>
              <p14:cNvContentPartPr/>
              <p14:nvPr/>
            </p14:nvContentPartPr>
            <p14:xfrm>
              <a:off x="5390829" y="3530065"/>
              <a:ext cx="192600" cy="206280"/>
            </p14:xfrm>
          </p:contentPart>
        </mc:Choice>
        <mc:Fallback xmlns="">
          <p:pic>
            <p:nvPicPr>
              <p:cNvPr id="304" name="Cerneală 303">
                <a:extLst>
                  <a:ext uri="{FF2B5EF4-FFF2-40B4-BE49-F238E27FC236}">
                    <a16:creationId xmlns:a16="http://schemas.microsoft.com/office/drawing/2014/main" id="{1F742E6B-EEE5-45FA-8219-1765DF6A6544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5373189" y="3494425"/>
                <a:ext cx="22824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305" name="Cerneală 304">
                <a:extLst>
                  <a:ext uri="{FF2B5EF4-FFF2-40B4-BE49-F238E27FC236}">
                    <a16:creationId xmlns:a16="http://schemas.microsoft.com/office/drawing/2014/main" id="{D06E6135-3882-4FCF-B7C8-A4C83318D759}"/>
                  </a:ext>
                </a:extLst>
              </p14:cNvPr>
              <p14:cNvContentPartPr/>
              <p14:nvPr/>
            </p14:nvContentPartPr>
            <p14:xfrm>
              <a:off x="1036629" y="3847225"/>
              <a:ext cx="320760" cy="315360"/>
            </p14:xfrm>
          </p:contentPart>
        </mc:Choice>
        <mc:Fallback xmlns="">
          <p:pic>
            <p:nvPicPr>
              <p:cNvPr id="305" name="Cerneală 304">
                <a:extLst>
                  <a:ext uri="{FF2B5EF4-FFF2-40B4-BE49-F238E27FC236}">
                    <a16:creationId xmlns:a16="http://schemas.microsoft.com/office/drawing/2014/main" id="{D06E6135-3882-4FCF-B7C8-A4C83318D759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1018989" y="3811225"/>
                <a:ext cx="356400" cy="38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306" name="Cerneală 305">
                <a:extLst>
                  <a:ext uri="{FF2B5EF4-FFF2-40B4-BE49-F238E27FC236}">
                    <a16:creationId xmlns:a16="http://schemas.microsoft.com/office/drawing/2014/main" id="{59B5C161-BB36-4981-BAFB-5FD76D34CB87}"/>
                  </a:ext>
                </a:extLst>
              </p14:cNvPr>
              <p14:cNvContentPartPr/>
              <p14:nvPr/>
            </p14:nvContentPartPr>
            <p14:xfrm>
              <a:off x="3636909" y="3857665"/>
              <a:ext cx="362520" cy="311040"/>
            </p14:xfrm>
          </p:contentPart>
        </mc:Choice>
        <mc:Fallback xmlns="">
          <p:pic>
            <p:nvPicPr>
              <p:cNvPr id="306" name="Cerneală 305">
                <a:extLst>
                  <a:ext uri="{FF2B5EF4-FFF2-40B4-BE49-F238E27FC236}">
                    <a16:creationId xmlns:a16="http://schemas.microsoft.com/office/drawing/2014/main" id="{59B5C161-BB36-4981-BAFB-5FD76D34CB87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3618909" y="3822025"/>
                <a:ext cx="398160" cy="38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307" name="Cerneală 306">
                <a:extLst>
                  <a:ext uri="{FF2B5EF4-FFF2-40B4-BE49-F238E27FC236}">
                    <a16:creationId xmlns:a16="http://schemas.microsoft.com/office/drawing/2014/main" id="{59D6EAB0-051E-4A8D-8596-76484F2E2565}"/>
                  </a:ext>
                </a:extLst>
              </p14:cNvPr>
              <p14:cNvContentPartPr/>
              <p14:nvPr/>
            </p14:nvContentPartPr>
            <p14:xfrm>
              <a:off x="1012869" y="4261225"/>
              <a:ext cx="357840" cy="285480"/>
            </p14:xfrm>
          </p:contentPart>
        </mc:Choice>
        <mc:Fallback xmlns="">
          <p:pic>
            <p:nvPicPr>
              <p:cNvPr id="307" name="Cerneală 306">
                <a:extLst>
                  <a:ext uri="{FF2B5EF4-FFF2-40B4-BE49-F238E27FC236}">
                    <a16:creationId xmlns:a16="http://schemas.microsoft.com/office/drawing/2014/main" id="{59D6EAB0-051E-4A8D-8596-76484F2E2565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995229" y="4225225"/>
                <a:ext cx="393480" cy="35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308" name="Cerneală 307">
                <a:extLst>
                  <a:ext uri="{FF2B5EF4-FFF2-40B4-BE49-F238E27FC236}">
                    <a16:creationId xmlns:a16="http://schemas.microsoft.com/office/drawing/2014/main" id="{B31183E7-C3DD-4556-81E0-52D2C631D882}"/>
                  </a:ext>
                </a:extLst>
              </p14:cNvPr>
              <p14:cNvContentPartPr/>
              <p14:nvPr/>
            </p14:nvContentPartPr>
            <p14:xfrm>
              <a:off x="3650949" y="4282825"/>
              <a:ext cx="257040" cy="195480"/>
            </p14:xfrm>
          </p:contentPart>
        </mc:Choice>
        <mc:Fallback xmlns="">
          <p:pic>
            <p:nvPicPr>
              <p:cNvPr id="308" name="Cerneală 307">
                <a:extLst>
                  <a:ext uri="{FF2B5EF4-FFF2-40B4-BE49-F238E27FC236}">
                    <a16:creationId xmlns:a16="http://schemas.microsoft.com/office/drawing/2014/main" id="{B31183E7-C3DD-4556-81E0-52D2C631D882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3632949" y="4246825"/>
                <a:ext cx="29268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309" name="Cerneală 308">
                <a:extLst>
                  <a:ext uri="{FF2B5EF4-FFF2-40B4-BE49-F238E27FC236}">
                    <a16:creationId xmlns:a16="http://schemas.microsoft.com/office/drawing/2014/main" id="{E220FEC0-A243-46CA-B7E2-721B59FA8A8C}"/>
                  </a:ext>
                </a:extLst>
              </p14:cNvPr>
              <p14:cNvContentPartPr/>
              <p14:nvPr/>
            </p14:nvContentPartPr>
            <p14:xfrm>
              <a:off x="6963669" y="808105"/>
              <a:ext cx="360" cy="360"/>
            </p14:xfrm>
          </p:contentPart>
        </mc:Choice>
        <mc:Fallback xmlns="">
          <p:pic>
            <p:nvPicPr>
              <p:cNvPr id="309" name="Cerneală 308">
                <a:extLst>
                  <a:ext uri="{FF2B5EF4-FFF2-40B4-BE49-F238E27FC236}">
                    <a16:creationId xmlns:a16="http://schemas.microsoft.com/office/drawing/2014/main" id="{E220FEC0-A243-46CA-B7E2-721B59FA8A8C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6946029" y="77246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310" name="Cerneală 309">
                <a:extLst>
                  <a:ext uri="{FF2B5EF4-FFF2-40B4-BE49-F238E27FC236}">
                    <a16:creationId xmlns:a16="http://schemas.microsoft.com/office/drawing/2014/main" id="{A3CCB78E-C83F-434C-8BCA-B3241B182B44}"/>
                  </a:ext>
                </a:extLst>
              </p14:cNvPr>
              <p14:cNvContentPartPr/>
              <p14:nvPr/>
            </p14:nvContentPartPr>
            <p14:xfrm>
              <a:off x="8195589" y="5004985"/>
              <a:ext cx="243360" cy="10800"/>
            </p14:xfrm>
          </p:contentPart>
        </mc:Choice>
        <mc:Fallback xmlns="">
          <p:pic>
            <p:nvPicPr>
              <p:cNvPr id="310" name="Cerneală 309">
                <a:extLst>
                  <a:ext uri="{FF2B5EF4-FFF2-40B4-BE49-F238E27FC236}">
                    <a16:creationId xmlns:a16="http://schemas.microsoft.com/office/drawing/2014/main" id="{A3CCB78E-C83F-434C-8BCA-B3241B182B44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8177589" y="4969345"/>
                <a:ext cx="27900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311" name="Cerneală 310">
                <a:extLst>
                  <a:ext uri="{FF2B5EF4-FFF2-40B4-BE49-F238E27FC236}">
                    <a16:creationId xmlns:a16="http://schemas.microsoft.com/office/drawing/2014/main" id="{1086BC0E-14F3-4699-85AE-E4EEF0E85909}"/>
                  </a:ext>
                </a:extLst>
              </p14:cNvPr>
              <p14:cNvContentPartPr/>
              <p14:nvPr/>
            </p14:nvContentPartPr>
            <p14:xfrm>
              <a:off x="8214669" y="5096425"/>
              <a:ext cx="205560" cy="20160"/>
            </p14:xfrm>
          </p:contentPart>
        </mc:Choice>
        <mc:Fallback xmlns="">
          <p:pic>
            <p:nvPicPr>
              <p:cNvPr id="311" name="Cerneală 310">
                <a:extLst>
                  <a:ext uri="{FF2B5EF4-FFF2-40B4-BE49-F238E27FC236}">
                    <a16:creationId xmlns:a16="http://schemas.microsoft.com/office/drawing/2014/main" id="{1086BC0E-14F3-4699-85AE-E4EEF0E85909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8197029" y="5060425"/>
                <a:ext cx="24120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312" name="Cerneală 311">
                <a:extLst>
                  <a:ext uri="{FF2B5EF4-FFF2-40B4-BE49-F238E27FC236}">
                    <a16:creationId xmlns:a16="http://schemas.microsoft.com/office/drawing/2014/main" id="{77C74E89-4DBD-4072-B127-C39977AF58A6}"/>
                  </a:ext>
                </a:extLst>
              </p14:cNvPr>
              <p14:cNvContentPartPr/>
              <p14:nvPr/>
            </p14:nvContentPartPr>
            <p14:xfrm>
              <a:off x="10803789" y="4840825"/>
              <a:ext cx="216360" cy="36360"/>
            </p14:xfrm>
          </p:contentPart>
        </mc:Choice>
        <mc:Fallback xmlns="">
          <p:pic>
            <p:nvPicPr>
              <p:cNvPr id="312" name="Cerneală 311">
                <a:extLst>
                  <a:ext uri="{FF2B5EF4-FFF2-40B4-BE49-F238E27FC236}">
                    <a16:creationId xmlns:a16="http://schemas.microsoft.com/office/drawing/2014/main" id="{77C74E89-4DBD-4072-B127-C39977AF58A6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0786149" y="4804825"/>
                <a:ext cx="25200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313" name="Cerneală 312">
                <a:extLst>
                  <a:ext uri="{FF2B5EF4-FFF2-40B4-BE49-F238E27FC236}">
                    <a16:creationId xmlns:a16="http://schemas.microsoft.com/office/drawing/2014/main" id="{16313875-E0DE-4FB9-9E6A-42260CBBF60F}"/>
                  </a:ext>
                </a:extLst>
              </p14:cNvPr>
              <p14:cNvContentPartPr/>
              <p14:nvPr/>
            </p14:nvContentPartPr>
            <p14:xfrm>
              <a:off x="10837629" y="4942705"/>
              <a:ext cx="198000" cy="4680"/>
            </p14:xfrm>
          </p:contentPart>
        </mc:Choice>
        <mc:Fallback xmlns="">
          <p:pic>
            <p:nvPicPr>
              <p:cNvPr id="313" name="Cerneală 312">
                <a:extLst>
                  <a:ext uri="{FF2B5EF4-FFF2-40B4-BE49-F238E27FC236}">
                    <a16:creationId xmlns:a16="http://schemas.microsoft.com/office/drawing/2014/main" id="{16313875-E0DE-4FB9-9E6A-42260CBBF60F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0819989" y="4907065"/>
                <a:ext cx="23364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314" name="Cerneală 313">
                <a:extLst>
                  <a:ext uri="{FF2B5EF4-FFF2-40B4-BE49-F238E27FC236}">
                    <a16:creationId xmlns:a16="http://schemas.microsoft.com/office/drawing/2014/main" id="{DCDDF081-E037-4A7E-8C51-F092589055B2}"/>
                  </a:ext>
                </a:extLst>
              </p14:cNvPr>
              <p14:cNvContentPartPr/>
              <p14:nvPr/>
            </p14:nvContentPartPr>
            <p14:xfrm>
              <a:off x="5043789" y="3931825"/>
              <a:ext cx="111240" cy="205920"/>
            </p14:xfrm>
          </p:contentPart>
        </mc:Choice>
        <mc:Fallback xmlns="">
          <p:pic>
            <p:nvPicPr>
              <p:cNvPr id="314" name="Cerneală 313">
                <a:extLst>
                  <a:ext uri="{FF2B5EF4-FFF2-40B4-BE49-F238E27FC236}">
                    <a16:creationId xmlns:a16="http://schemas.microsoft.com/office/drawing/2014/main" id="{DCDDF081-E037-4A7E-8C51-F092589055B2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5026149" y="3895825"/>
                <a:ext cx="14688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315" name="Cerneală 314">
                <a:extLst>
                  <a:ext uri="{FF2B5EF4-FFF2-40B4-BE49-F238E27FC236}">
                    <a16:creationId xmlns:a16="http://schemas.microsoft.com/office/drawing/2014/main" id="{E605D6A0-8D1D-4F98-9CF9-41BF0FA50D31}"/>
                  </a:ext>
                </a:extLst>
              </p14:cNvPr>
              <p14:cNvContentPartPr/>
              <p14:nvPr/>
            </p14:nvContentPartPr>
            <p14:xfrm>
              <a:off x="4994469" y="3950905"/>
              <a:ext cx="169560" cy="199440"/>
            </p14:xfrm>
          </p:contentPart>
        </mc:Choice>
        <mc:Fallback xmlns="">
          <p:pic>
            <p:nvPicPr>
              <p:cNvPr id="315" name="Cerneală 314">
                <a:extLst>
                  <a:ext uri="{FF2B5EF4-FFF2-40B4-BE49-F238E27FC236}">
                    <a16:creationId xmlns:a16="http://schemas.microsoft.com/office/drawing/2014/main" id="{E605D6A0-8D1D-4F98-9CF9-41BF0FA50D31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4976829" y="3915265"/>
                <a:ext cx="20520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316" name="Cerneală 315">
                <a:extLst>
                  <a:ext uri="{FF2B5EF4-FFF2-40B4-BE49-F238E27FC236}">
                    <a16:creationId xmlns:a16="http://schemas.microsoft.com/office/drawing/2014/main" id="{EB0368EA-3CD7-474E-A688-C3C8B479D2C4}"/>
                  </a:ext>
                </a:extLst>
              </p14:cNvPr>
              <p14:cNvContentPartPr/>
              <p14:nvPr/>
            </p14:nvContentPartPr>
            <p14:xfrm>
              <a:off x="4927869" y="4033705"/>
              <a:ext cx="347040" cy="33120"/>
            </p14:xfrm>
          </p:contentPart>
        </mc:Choice>
        <mc:Fallback xmlns="">
          <p:pic>
            <p:nvPicPr>
              <p:cNvPr id="316" name="Cerneală 315">
                <a:extLst>
                  <a:ext uri="{FF2B5EF4-FFF2-40B4-BE49-F238E27FC236}">
                    <a16:creationId xmlns:a16="http://schemas.microsoft.com/office/drawing/2014/main" id="{EB0368EA-3CD7-474E-A688-C3C8B479D2C4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4910229" y="3998065"/>
                <a:ext cx="38268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317" name="Cerneală 316">
                <a:extLst>
                  <a:ext uri="{FF2B5EF4-FFF2-40B4-BE49-F238E27FC236}">
                    <a16:creationId xmlns:a16="http://schemas.microsoft.com/office/drawing/2014/main" id="{C1990228-8807-4800-B64C-4DA490495ED7}"/>
                  </a:ext>
                </a:extLst>
              </p14:cNvPr>
              <p14:cNvContentPartPr/>
              <p14:nvPr/>
            </p14:nvContentPartPr>
            <p14:xfrm>
              <a:off x="5414589" y="3903745"/>
              <a:ext cx="34200" cy="254160"/>
            </p14:xfrm>
          </p:contentPart>
        </mc:Choice>
        <mc:Fallback xmlns="">
          <p:pic>
            <p:nvPicPr>
              <p:cNvPr id="317" name="Cerneală 316">
                <a:extLst>
                  <a:ext uri="{FF2B5EF4-FFF2-40B4-BE49-F238E27FC236}">
                    <a16:creationId xmlns:a16="http://schemas.microsoft.com/office/drawing/2014/main" id="{C1990228-8807-4800-B64C-4DA490495ED7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5396949" y="3868105"/>
                <a:ext cx="69840" cy="32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318" name="Cerneală 317">
                <a:extLst>
                  <a:ext uri="{FF2B5EF4-FFF2-40B4-BE49-F238E27FC236}">
                    <a16:creationId xmlns:a16="http://schemas.microsoft.com/office/drawing/2014/main" id="{7FEB13E5-B176-4279-9828-96F3D34B57F0}"/>
                  </a:ext>
                </a:extLst>
              </p14:cNvPr>
              <p14:cNvContentPartPr/>
              <p14:nvPr/>
            </p14:nvContentPartPr>
            <p14:xfrm>
              <a:off x="4990509" y="4388665"/>
              <a:ext cx="182160" cy="181440"/>
            </p14:xfrm>
          </p:contentPart>
        </mc:Choice>
        <mc:Fallback xmlns="">
          <p:pic>
            <p:nvPicPr>
              <p:cNvPr id="318" name="Cerneală 317">
                <a:extLst>
                  <a:ext uri="{FF2B5EF4-FFF2-40B4-BE49-F238E27FC236}">
                    <a16:creationId xmlns:a16="http://schemas.microsoft.com/office/drawing/2014/main" id="{7FEB13E5-B176-4279-9828-96F3D34B57F0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4972869" y="4353025"/>
                <a:ext cx="21780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319" name="Cerneală 318">
                <a:extLst>
                  <a:ext uri="{FF2B5EF4-FFF2-40B4-BE49-F238E27FC236}">
                    <a16:creationId xmlns:a16="http://schemas.microsoft.com/office/drawing/2014/main" id="{11892823-8BFE-4287-82B3-A7F368B451AF}"/>
                  </a:ext>
                </a:extLst>
              </p14:cNvPr>
              <p14:cNvContentPartPr/>
              <p14:nvPr/>
            </p14:nvContentPartPr>
            <p14:xfrm>
              <a:off x="4969989" y="4379305"/>
              <a:ext cx="194040" cy="240480"/>
            </p14:xfrm>
          </p:contentPart>
        </mc:Choice>
        <mc:Fallback xmlns="">
          <p:pic>
            <p:nvPicPr>
              <p:cNvPr id="319" name="Cerneală 318">
                <a:extLst>
                  <a:ext uri="{FF2B5EF4-FFF2-40B4-BE49-F238E27FC236}">
                    <a16:creationId xmlns:a16="http://schemas.microsoft.com/office/drawing/2014/main" id="{11892823-8BFE-4287-82B3-A7F368B451AF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4952349" y="4343305"/>
                <a:ext cx="22968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320" name="Cerneală 319">
                <a:extLst>
                  <a:ext uri="{FF2B5EF4-FFF2-40B4-BE49-F238E27FC236}">
                    <a16:creationId xmlns:a16="http://schemas.microsoft.com/office/drawing/2014/main" id="{1DAA579B-BF4F-46E1-9D1D-70245CCE01DD}"/>
                  </a:ext>
                </a:extLst>
              </p14:cNvPr>
              <p14:cNvContentPartPr/>
              <p14:nvPr/>
            </p14:nvContentPartPr>
            <p14:xfrm>
              <a:off x="4937589" y="4477225"/>
              <a:ext cx="319680" cy="37080"/>
            </p14:xfrm>
          </p:contentPart>
        </mc:Choice>
        <mc:Fallback xmlns="">
          <p:pic>
            <p:nvPicPr>
              <p:cNvPr id="320" name="Cerneală 319">
                <a:extLst>
                  <a:ext uri="{FF2B5EF4-FFF2-40B4-BE49-F238E27FC236}">
                    <a16:creationId xmlns:a16="http://schemas.microsoft.com/office/drawing/2014/main" id="{1DAA579B-BF4F-46E1-9D1D-70245CCE01DD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4919589" y="4441585"/>
                <a:ext cx="35532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321" name="Cerneală 320">
                <a:extLst>
                  <a:ext uri="{FF2B5EF4-FFF2-40B4-BE49-F238E27FC236}">
                    <a16:creationId xmlns:a16="http://schemas.microsoft.com/office/drawing/2014/main" id="{73F3FA20-6C89-4607-9C92-4528661EAC02}"/>
                  </a:ext>
                </a:extLst>
              </p14:cNvPr>
              <p14:cNvContentPartPr/>
              <p14:nvPr/>
            </p14:nvContentPartPr>
            <p14:xfrm>
              <a:off x="5390109" y="4327465"/>
              <a:ext cx="93600" cy="236520"/>
            </p14:xfrm>
          </p:contentPart>
        </mc:Choice>
        <mc:Fallback xmlns="">
          <p:pic>
            <p:nvPicPr>
              <p:cNvPr id="321" name="Cerneală 320">
                <a:extLst>
                  <a:ext uri="{FF2B5EF4-FFF2-40B4-BE49-F238E27FC236}">
                    <a16:creationId xmlns:a16="http://schemas.microsoft.com/office/drawing/2014/main" id="{73F3FA20-6C89-4607-9C92-4528661EAC02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5372109" y="4291825"/>
                <a:ext cx="129240" cy="30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322" name="Cerneală 321">
                <a:extLst>
                  <a:ext uri="{FF2B5EF4-FFF2-40B4-BE49-F238E27FC236}">
                    <a16:creationId xmlns:a16="http://schemas.microsoft.com/office/drawing/2014/main" id="{5FBECEC6-FE61-4C7B-85FB-32E8E5E37C41}"/>
                  </a:ext>
                </a:extLst>
              </p14:cNvPr>
              <p14:cNvContentPartPr/>
              <p14:nvPr/>
            </p14:nvContentPartPr>
            <p14:xfrm>
              <a:off x="5025429" y="4787185"/>
              <a:ext cx="132840" cy="154800"/>
            </p14:xfrm>
          </p:contentPart>
        </mc:Choice>
        <mc:Fallback xmlns="">
          <p:pic>
            <p:nvPicPr>
              <p:cNvPr id="322" name="Cerneală 321">
                <a:extLst>
                  <a:ext uri="{FF2B5EF4-FFF2-40B4-BE49-F238E27FC236}">
                    <a16:creationId xmlns:a16="http://schemas.microsoft.com/office/drawing/2014/main" id="{5FBECEC6-FE61-4C7B-85FB-32E8E5E37C41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5007429" y="4751185"/>
                <a:ext cx="16848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323" name="Cerneală 322">
                <a:extLst>
                  <a:ext uri="{FF2B5EF4-FFF2-40B4-BE49-F238E27FC236}">
                    <a16:creationId xmlns:a16="http://schemas.microsoft.com/office/drawing/2014/main" id="{87B1570B-BFFA-4CD0-917D-EB71CA169FFD}"/>
                  </a:ext>
                </a:extLst>
              </p14:cNvPr>
              <p14:cNvContentPartPr/>
              <p14:nvPr/>
            </p14:nvContentPartPr>
            <p14:xfrm>
              <a:off x="5040549" y="4791145"/>
              <a:ext cx="108720" cy="164520"/>
            </p14:xfrm>
          </p:contentPart>
        </mc:Choice>
        <mc:Fallback xmlns="">
          <p:pic>
            <p:nvPicPr>
              <p:cNvPr id="323" name="Cerneală 322">
                <a:extLst>
                  <a:ext uri="{FF2B5EF4-FFF2-40B4-BE49-F238E27FC236}">
                    <a16:creationId xmlns:a16="http://schemas.microsoft.com/office/drawing/2014/main" id="{87B1570B-BFFA-4CD0-917D-EB71CA169FFD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5022909" y="4755505"/>
                <a:ext cx="14436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324" name="Cerneală 323">
                <a:extLst>
                  <a:ext uri="{FF2B5EF4-FFF2-40B4-BE49-F238E27FC236}">
                    <a16:creationId xmlns:a16="http://schemas.microsoft.com/office/drawing/2014/main" id="{FBA7C149-3B2C-4D7A-B992-FC09DB1B08F3}"/>
                  </a:ext>
                </a:extLst>
              </p14:cNvPr>
              <p14:cNvContentPartPr/>
              <p14:nvPr/>
            </p14:nvContentPartPr>
            <p14:xfrm>
              <a:off x="4932549" y="4864585"/>
              <a:ext cx="268920" cy="44280"/>
            </p14:xfrm>
          </p:contentPart>
        </mc:Choice>
        <mc:Fallback xmlns="">
          <p:pic>
            <p:nvPicPr>
              <p:cNvPr id="324" name="Cerneală 323">
                <a:extLst>
                  <a:ext uri="{FF2B5EF4-FFF2-40B4-BE49-F238E27FC236}">
                    <a16:creationId xmlns:a16="http://schemas.microsoft.com/office/drawing/2014/main" id="{FBA7C149-3B2C-4D7A-B992-FC09DB1B08F3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4914909" y="4828945"/>
                <a:ext cx="30456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325" name="Cerneală 324">
                <a:extLst>
                  <a:ext uri="{FF2B5EF4-FFF2-40B4-BE49-F238E27FC236}">
                    <a16:creationId xmlns:a16="http://schemas.microsoft.com/office/drawing/2014/main" id="{22935518-693C-4647-8A89-534A934D286A}"/>
                  </a:ext>
                </a:extLst>
              </p14:cNvPr>
              <p14:cNvContentPartPr/>
              <p14:nvPr/>
            </p14:nvContentPartPr>
            <p14:xfrm>
              <a:off x="5319189" y="4746145"/>
              <a:ext cx="183600" cy="174960"/>
            </p14:xfrm>
          </p:contentPart>
        </mc:Choice>
        <mc:Fallback xmlns="">
          <p:pic>
            <p:nvPicPr>
              <p:cNvPr id="325" name="Cerneală 324">
                <a:extLst>
                  <a:ext uri="{FF2B5EF4-FFF2-40B4-BE49-F238E27FC236}">
                    <a16:creationId xmlns:a16="http://schemas.microsoft.com/office/drawing/2014/main" id="{22935518-693C-4647-8A89-534A934D286A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5301189" y="4710145"/>
                <a:ext cx="21924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326" name="Cerneală 325">
                <a:extLst>
                  <a:ext uri="{FF2B5EF4-FFF2-40B4-BE49-F238E27FC236}">
                    <a16:creationId xmlns:a16="http://schemas.microsoft.com/office/drawing/2014/main" id="{76B82C0B-1469-4250-9428-E768F4160703}"/>
                  </a:ext>
                </a:extLst>
              </p14:cNvPr>
              <p14:cNvContentPartPr/>
              <p14:nvPr/>
            </p14:nvContentPartPr>
            <p14:xfrm>
              <a:off x="3591189" y="4687465"/>
              <a:ext cx="304560" cy="278640"/>
            </p14:xfrm>
          </p:contentPart>
        </mc:Choice>
        <mc:Fallback xmlns="">
          <p:pic>
            <p:nvPicPr>
              <p:cNvPr id="326" name="Cerneală 325">
                <a:extLst>
                  <a:ext uri="{FF2B5EF4-FFF2-40B4-BE49-F238E27FC236}">
                    <a16:creationId xmlns:a16="http://schemas.microsoft.com/office/drawing/2014/main" id="{76B82C0B-1469-4250-9428-E768F4160703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3573189" y="4651465"/>
                <a:ext cx="340200" cy="35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327" name="Cerneală 326">
                <a:extLst>
                  <a:ext uri="{FF2B5EF4-FFF2-40B4-BE49-F238E27FC236}">
                    <a16:creationId xmlns:a16="http://schemas.microsoft.com/office/drawing/2014/main" id="{A16D1D7C-A1AE-48F5-815D-A4592DC67A63}"/>
                  </a:ext>
                </a:extLst>
              </p14:cNvPr>
              <p14:cNvContentPartPr/>
              <p14:nvPr/>
            </p14:nvContentPartPr>
            <p14:xfrm>
              <a:off x="1091349" y="4711945"/>
              <a:ext cx="249480" cy="233280"/>
            </p14:xfrm>
          </p:contentPart>
        </mc:Choice>
        <mc:Fallback xmlns="">
          <p:pic>
            <p:nvPicPr>
              <p:cNvPr id="327" name="Cerneală 326">
                <a:extLst>
                  <a:ext uri="{FF2B5EF4-FFF2-40B4-BE49-F238E27FC236}">
                    <a16:creationId xmlns:a16="http://schemas.microsoft.com/office/drawing/2014/main" id="{A16D1D7C-A1AE-48F5-815D-A4592DC67A63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1073709" y="4676305"/>
                <a:ext cx="285120" cy="30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06850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243904" y="137196"/>
            <a:ext cx="1124699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b="1" dirty="0">
                <a:solidFill>
                  <a:srgbClr val="0000FF"/>
                </a:solidFill>
              </a:rPr>
              <a:t>Sinteza automatelor Moore – </a:t>
            </a:r>
            <a:r>
              <a:rPr lang="ro-RO" sz="2000" b="1" dirty="0">
                <a:solidFill>
                  <a:srgbClr val="FF0000"/>
                </a:solidFill>
              </a:rPr>
              <a:t>Exemplu de implementare cu bistabili de tip JK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3FCDADFE-6AB6-4CB5-9303-D1F86725D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685830"/>
            <a:ext cx="4892044" cy="592894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97D4B7AA-7054-4B37-94A3-E510A0B4719B}"/>
                  </a:ext>
                </a:extLst>
              </p14:cNvPr>
              <p14:cNvContentPartPr/>
              <p14:nvPr/>
            </p14:nvContentPartPr>
            <p14:xfrm>
              <a:off x="7834509" y="1015105"/>
              <a:ext cx="39600" cy="40248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97D4B7AA-7054-4B37-94A3-E510A0B4719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16869" y="997465"/>
                <a:ext cx="75240" cy="43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08061EB8-8A38-431D-BA50-D2387E54E107}"/>
                  </a:ext>
                </a:extLst>
              </p14:cNvPr>
              <p14:cNvContentPartPr/>
              <p14:nvPr/>
            </p14:nvContentPartPr>
            <p14:xfrm>
              <a:off x="6472629" y="1537465"/>
              <a:ext cx="1515240" cy="6840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08061EB8-8A38-431D-BA50-D2387E54E10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54989" y="1519559"/>
                <a:ext cx="1550880" cy="1038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9F66A802-43CF-4A40-A89C-8D8C9E0F78AF}"/>
                  </a:ext>
                </a:extLst>
              </p14:cNvPr>
              <p14:cNvContentPartPr/>
              <p14:nvPr/>
            </p14:nvContentPartPr>
            <p14:xfrm>
              <a:off x="6304149" y="960745"/>
              <a:ext cx="1299600" cy="40176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9F66A802-43CF-4A40-A89C-8D8C9E0F78A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86504" y="943089"/>
                <a:ext cx="1335250" cy="4374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0C135714-041C-4DAC-BFAE-92BF225AA1B2}"/>
                  </a:ext>
                </a:extLst>
              </p14:cNvPr>
              <p14:cNvContentPartPr/>
              <p14:nvPr/>
            </p14:nvContentPartPr>
            <p14:xfrm>
              <a:off x="9756549" y="2022385"/>
              <a:ext cx="547560" cy="9720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0C135714-041C-4DAC-BFAE-92BF225AA1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738549" y="2004385"/>
                <a:ext cx="58320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41BCDEAF-4A8E-4863-B8A3-1E53B9F24A49}"/>
                  </a:ext>
                </a:extLst>
              </p14:cNvPr>
              <p14:cNvContentPartPr/>
              <p14:nvPr/>
            </p14:nvContentPartPr>
            <p14:xfrm>
              <a:off x="9754749" y="2527465"/>
              <a:ext cx="7920" cy="432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41BCDEAF-4A8E-4863-B8A3-1E53B9F24A4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737109" y="2509465"/>
                <a:ext cx="4356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B37CE65B-2F55-41D8-A494-E7E11CAE9FD1}"/>
                  </a:ext>
                </a:extLst>
              </p14:cNvPr>
              <p14:cNvContentPartPr/>
              <p14:nvPr/>
            </p14:nvContentPartPr>
            <p14:xfrm>
              <a:off x="6866829" y="3184105"/>
              <a:ext cx="376200" cy="51012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B37CE65B-2F55-41D8-A494-E7E11CAE9FD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848829" y="3166465"/>
                <a:ext cx="411840" cy="54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4C4E9B01-4484-4CD5-9C5F-9BB04F6BD415}"/>
                  </a:ext>
                </a:extLst>
              </p14:cNvPr>
              <p14:cNvContentPartPr/>
              <p14:nvPr/>
            </p14:nvContentPartPr>
            <p14:xfrm>
              <a:off x="6044589" y="1896025"/>
              <a:ext cx="3525120" cy="71496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4C4E9B01-4484-4CD5-9C5F-9BB04F6BD41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026589" y="1878025"/>
                <a:ext cx="3560760" cy="75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0F4F622B-8BDB-420A-B20C-1CEA09A7A201}"/>
                  </a:ext>
                </a:extLst>
              </p14:cNvPr>
              <p14:cNvContentPartPr/>
              <p14:nvPr/>
            </p14:nvContentPartPr>
            <p14:xfrm>
              <a:off x="7618149" y="3065305"/>
              <a:ext cx="1533240" cy="55872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0F4F622B-8BDB-420A-B20C-1CEA09A7A20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600505" y="3047317"/>
                <a:ext cx="1568888" cy="5943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8E4B173A-611C-41AA-9F49-7ABFE10012B4}"/>
                  </a:ext>
                </a:extLst>
              </p14:cNvPr>
              <p14:cNvContentPartPr/>
              <p14:nvPr/>
            </p14:nvContentPartPr>
            <p14:xfrm>
              <a:off x="8661429" y="4032625"/>
              <a:ext cx="495360" cy="54648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8E4B173A-611C-41AA-9F49-7ABFE10012B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643429" y="4014625"/>
                <a:ext cx="531000" cy="58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B732A2B4-BA51-4CB9-89FC-EE96DC0D5143}"/>
                  </a:ext>
                </a:extLst>
              </p14:cNvPr>
              <p14:cNvContentPartPr/>
              <p14:nvPr/>
            </p14:nvContentPartPr>
            <p14:xfrm>
              <a:off x="7690149" y="4230265"/>
              <a:ext cx="683640" cy="23832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B732A2B4-BA51-4CB9-89FC-EE96DC0D514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672500" y="4212625"/>
                <a:ext cx="719299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DD626262-A51F-4A88-88D8-472C7990FDA1}"/>
                  </a:ext>
                </a:extLst>
              </p14:cNvPr>
              <p14:cNvContentPartPr/>
              <p14:nvPr/>
            </p14:nvContentPartPr>
            <p14:xfrm>
              <a:off x="6875829" y="4026865"/>
              <a:ext cx="455760" cy="52164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DD626262-A51F-4A88-88D8-472C7990FDA1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858189" y="4009213"/>
                <a:ext cx="491400" cy="55730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907669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243904" y="137196"/>
            <a:ext cx="1124699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b="1" dirty="0">
                <a:solidFill>
                  <a:srgbClr val="0000FF"/>
                </a:solidFill>
              </a:rPr>
              <a:t>Sinteza automatelor Moore – </a:t>
            </a:r>
            <a:r>
              <a:rPr lang="ro-RO" sz="2000" b="1" dirty="0">
                <a:solidFill>
                  <a:srgbClr val="FF0000"/>
                </a:solidFill>
              </a:rPr>
              <a:t>Exemplu de implementare cu bistabili de tip JK</a:t>
            </a: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5E42D1E6-FC94-4605-8C7F-782423175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685830"/>
            <a:ext cx="4828198" cy="585844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D9DE619D-C3DB-4C05-8FF0-B403E6367C0D}"/>
                  </a:ext>
                </a:extLst>
              </p14:cNvPr>
              <p14:cNvContentPartPr/>
              <p14:nvPr/>
            </p14:nvContentPartPr>
            <p14:xfrm>
              <a:off x="6053949" y="1443505"/>
              <a:ext cx="280440" cy="3060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D9DE619D-C3DB-4C05-8FF0-B403E6367C0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35949" y="1425505"/>
                <a:ext cx="31608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17AF9852-363A-4A04-AD45-C8B32317AFB6}"/>
                  </a:ext>
                </a:extLst>
              </p14:cNvPr>
              <p14:cNvContentPartPr/>
              <p14:nvPr/>
            </p14:nvContentPartPr>
            <p14:xfrm>
              <a:off x="8020629" y="1221745"/>
              <a:ext cx="448560" cy="54864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17AF9852-363A-4A04-AD45-C8B32317AFB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002629" y="1203745"/>
                <a:ext cx="484200" cy="58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2387E5B1-CF15-4F82-B0CB-A9F449BD6169}"/>
                  </a:ext>
                </a:extLst>
              </p14:cNvPr>
              <p14:cNvContentPartPr/>
              <p14:nvPr/>
            </p14:nvContentPartPr>
            <p14:xfrm>
              <a:off x="9826749" y="1374745"/>
              <a:ext cx="333360" cy="18144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2387E5B1-CF15-4F82-B0CB-A9F449BD616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808749" y="1357105"/>
                <a:ext cx="36900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7AF8FBC5-55D5-4AFD-AE90-451C58842990}"/>
                  </a:ext>
                </a:extLst>
              </p14:cNvPr>
              <p14:cNvContentPartPr/>
              <p14:nvPr/>
            </p14:nvContentPartPr>
            <p14:xfrm>
              <a:off x="8648109" y="1279705"/>
              <a:ext cx="390240" cy="32256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7AF8FBC5-55D5-4AFD-AE90-451C5884299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630469" y="1262065"/>
                <a:ext cx="425880" cy="3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CD0E2C96-877C-45D1-9B98-4BBD186B569A}"/>
                  </a:ext>
                </a:extLst>
              </p14:cNvPr>
              <p14:cNvContentPartPr/>
              <p14:nvPr/>
            </p14:nvContentPartPr>
            <p14:xfrm>
              <a:off x="6636429" y="1141105"/>
              <a:ext cx="636840" cy="62532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CD0E2C96-877C-45D1-9B98-4BBD186B569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618439" y="1123465"/>
                <a:ext cx="672460" cy="66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A0FBFA42-39C0-49C1-90B2-7BC596592A11}"/>
                  </a:ext>
                </a:extLst>
              </p14:cNvPr>
              <p14:cNvContentPartPr/>
              <p14:nvPr/>
            </p14:nvContentPartPr>
            <p14:xfrm>
              <a:off x="6612309" y="2007265"/>
              <a:ext cx="270720" cy="24012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A0FBFA42-39C0-49C1-90B2-7BC596592A1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594669" y="1989625"/>
                <a:ext cx="30636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01F40C04-D339-4DCD-A8AD-E6044B08BD47}"/>
                  </a:ext>
                </a:extLst>
              </p14:cNvPr>
              <p14:cNvContentPartPr/>
              <p14:nvPr/>
            </p14:nvContentPartPr>
            <p14:xfrm>
              <a:off x="6809589" y="1948585"/>
              <a:ext cx="603000" cy="20412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01F40C04-D339-4DCD-A8AD-E6044B08BD4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791589" y="1930945"/>
                <a:ext cx="63864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9ABE93B9-816E-4480-940F-FC4D08CB087C}"/>
                  </a:ext>
                </a:extLst>
              </p14:cNvPr>
              <p14:cNvContentPartPr/>
              <p14:nvPr/>
            </p14:nvContentPartPr>
            <p14:xfrm>
              <a:off x="7392069" y="1939225"/>
              <a:ext cx="3960" cy="1188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9ABE93B9-816E-4480-940F-FC4D08CB087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374069" y="1921585"/>
                <a:ext cx="3960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AD162CA8-A5AB-4873-B537-C3604C2D10D0}"/>
                  </a:ext>
                </a:extLst>
              </p14:cNvPr>
              <p14:cNvContentPartPr/>
              <p14:nvPr/>
            </p14:nvContentPartPr>
            <p14:xfrm>
              <a:off x="7514109" y="1805665"/>
              <a:ext cx="639720" cy="33444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AD162CA8-A5AB-4873-B537-C3604C2D10D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496109" y="1788025"/>
                <a:ext cx="675360" cy="37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8FADE028-6A59-4092-A7B5-09E9A9920285}"/>
                  </a:ext>
                </a:extLst>
              </p14:cNvPr>
              <p14:cNvContentPartPr/>
              <p14:nvPr/>
            </p14:nvContentPartPr>
            <p14:xfrm>
              <a:off x="10452069" y="1292305"/>
              <a:ext cx="1709640" cy="97992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8FADE028-6A59-4092-A7B5-09E9A992028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434073" y="1274312"/>
                <a:ext cx="1745272" cy="10155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B24BFDEF-1A3F-4B3B-8F9E-DF3072AFF53E}"/>
                  </a:ext>
                </a:extLst>
              </p14:cNvPr>
              <p14:cNvContentPartPr/>
              <p14:nvPr/>
            </p14:nvContentPartPr>
            <p14:xfrm>
              <a:off x="8656029" y="1734385"/>
              <a:ext cx="1498320" cy="66816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B24BFDEF-1A3F-4B3B-8F9E-DF3072AFF53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638033" y="1716745"/>
                <a:ext cx="1533951" cy="70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6A4F7A38-F28F-4DBC-9059-4EA6279142DB}"/>
                  </a:ext>
                </a:extLst>
              </p14:cNvPr>
              <p14:cNvContentPartPr/>
              <p14:nvPr/>
            </p14:nvContentPartPr>
            <p14:xfrm>
              <a:off x="6537789" y="2829505"/>
              <a:ext cx="119520" cy="60696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6A4F7A38-F28F-4DBC-9059-4EA6279142D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520149" y="2811505"/>
                <a:ext cx="155160" cy="64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CCD38FBA-71AA-4F8E-A82E-9E67783D61E6}"/>
                  </a:ext>
                </a:extLst>
              </p14:cNvPr>
              <p14:cNvContentPartPr/>
              <p14:nvPr/>
            </p14:nvContentPartPr>
            <p14:xfrm>
              <a:off x="6852789" y="3050185"/>
              <a:ext cx="360000" cy="20808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CCD38FBA-71AA-4F8E-A82E-9E67783D61E6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835149" y="3032545"/>
                <a:ext cx="39564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D8B08345-6AE6-4514-A234-FF1F90CA6418}"/>
                  </a:ext>
                </a:extLst>
              </p14:cNvPr>
              <p14:cNvContentPartPr/>
              <p14:nvPr/>
            </p14:nvContentPartPr>
            <p14:xfrm>
              <a:off x="10084869" y="3031465"/>
              <a:ext cx="497160" cy="14112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D8B08345-6AE6-4514-A234-FF1F90CA6418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0067229" y="3013825"/>
                <a:ext cx="53280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30DA1278-4CF7-4AA2-98A1-EE57A2743EAB}"/>
                  </a:ext>
                </a:extLst>
              </p14:cNvPr>
              <p14:cNvContentPartPr/>
              <p14:nvPr/>
            </p14:nvContentPartPr>
            <p14:xfrm>
              <a:off x="7709589" y="2847505"/>
              <a:ext cx="1809360" cy="52020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30DA1278-4CF7-4AA2-98A1-EE57A2743EAB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691593" y="2829865"/>
                <a:ext cx="1844993" cy="55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0EE930D8-64D3-421C-81D1-B75E5C9CF34B}"/>
                  </a:ext>
                </a:extLst>
              </p14:cNvPr>
              <p14:cNvContentPartPr/>
              <p14:nvPr/>
            </p14:nvContentPartPr>
            <p14:xfrm>
              <a:off x="10183149" y="3724825"/>
              <a:ext cx="571320" cy="25272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0EE930D8-64D3-421C-81D1-B75E5C9CF34B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0165509" y="3706825"/>
                <a:ext cx="606960" cy="28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B56F3330-A13F-4AE3-B0B7-D10A38A21C22}"/>
                  </a:ext>
                </a:extLst>
              </p14:cNvPr>
              <p14:cNvContentPartPr/>
              <p14:nvPr/>
            </p14:nvContentPartPr>
            <p14:xfrm>
              <a:off x="9442989" y="3603865"/>
              <a:ext cx="427680" cy="48240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B56F3330-A13F-4AE3-B0B7-D10A38A21C22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425004" y="3585878"/>
                <a:ext cx="463290" cy="5180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FE7501D6-9125-437A-8EF4-98B778AEBFCB}"/>
                  </a:ext>
                </a:extLst>
              </p14:cNvPr>
              <p14:cNvContentPartPr/>
              <p14:nvPr/>
            </p14:nvContentPartPr>
            <p14:xfrm>
              <a:off x="6703749" y="3618625"/>
              <a:ext cx="2093040" cy="69408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FE7501D6-9125-437A-8EF4-98B778AEBFCB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685752" y="3600634"/>
                <a:ext cx="2128674" cy="7297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E7D8B147-39B4-4117-9882-B782F709B454}"/>
                  </a:ext>
                </a:extLst>
              </p14:cNvPr>
              <p14:cNvContentPartPr/>
              <p14:nvPr/>
            </p14:nvContentPartPr>
            <p14:xfrm>
              <a:off x="10960749" y="3431785"/>
              <a:ext cx="835560" cy="86724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E7D8B147-39B4-4117-9882-B782F709B454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0942749" y="3414145"/>
                <a:ext cx="871200" cy="902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046971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243904" y="137196"/>
            <a:ext cx="1124699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b="1" dirty="0">
                <a:solidFill>
                  <a:srgbClr val="0000FF"/>
                </a:solidFill>
              </a:rPr>
              <a:t>Sinteza automatelor Moore – </a:t>
            </a:r>
            <a:r>
              <a:rPr lang="ro-RO" sz="2000" b="1" dirty="0">
                <a:solidFill>
                  <a:srgbClr val="FF0000"/>
                </a:solidFill>
              </a:rPr>
              <a:t>Exemplu de implementare cu bistabili de tip JK</a:t>
            </a: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5E42D1E6-FC94-4605-8C7F-782423175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685830"/>
            <a:ext cx="4828198" cy="5858446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47BF355A-C880-46A7-9787-AAE3A0812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780" y="685830"/>
            <a:ext cx="3390900" cy="35052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8AD66D36-7C5E-4ADC-ADA0-5D376A9D3AF5}"/>
                  </a:ext>
                </a:extLst>
              </p14:cNvPr>
              <p14:cNvContentPartPr/>
              <p14:nvPr/>
            </p14:nvContentPartPr>
            <p14:xfrm>
              <a:off x="7040349" y="6280105"/>
              <a:ext cx="360" cy="36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8AD66D36-7C5E-4ADC-ADA0-5D376A9D3AF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22709" y="624446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D59E38C4-288E-4609-B828-6481A0B8FE4E}"/>
                  </a:ext>
                </a:extLst>
              </p14:cNvPr>
              <p14:cNvContentPartPr/>
              <p14:nvPr/>
            </p14:nvContentPartPr>
            <p14:xfrm>
              <a:off x="727029" y="1633945"/>
              <a:ext cx="784080" cy="59940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D59E38C4-288E-4609-B828-6481A0B8FE4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9389" y="1598305"/>
                <a:ext cx="819720" cy="67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ED0A4682-BCD7-4A3D-8663-234AACDDCB29}"/>
                  </a:ext>
                </a:extLst>
              </p14:cNvPr>
              <p14:cNvContentPartPr/>
              <p14:nvPr/>
            </p14:nvContentPartPr>
            <p14:xfrm>
              <a:off x="4735269" y="1646185"/>
              <a:ext cx="149400" cy="18252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ED0A4682-BCD7-4A3D-8663-234AACDDCB2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717269" y="1610185"/>
                <a:ext cx="18504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EB30F6A6-1748-4120-942F-DF4CD17C216C}"/>
                  </a:ext>
                </a:extLst>
              </p14:cNvPr>
              <p14:cNvContentPartPr/>
              <p14:nvPr/>
            </p14:nvContentPartPr>
            <p14:xfrm>
              <a:off x="4748589" y="1923745"/>
              <a:ext cx="164880" cy="17100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EB30F6A6-1748-4120-942F-DF4CD17C216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730589" y="1887745"/>
                <a:ext cx="20052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D08132D6-ACD3-4D7B-AA67-1B69FE1E6281}"/>
                  </a:ext>
                </a:extLst>
              </p14:cNvPr>
              <p14:cNvContentPartPr/>
              <p14:nvPr/>
            </p14:nvContentPartPr>
            <p14:xfrm>
              <a:off x="8609589" y="1697665"/>
              <a:ext cx="265320" cy="21888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D08132D6-ACD3-4D7B-AA67-1B69FE1E628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591589" y="1661665"/>
                <a:ext cx="300960" cy="2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0875841E-417C-4A85-9D14-D9328C8528EA}"/>
                  </a:ext>
                </a:extLst>
              </p14:cNvPr>
              <p14:cNvContentPartPr/>
              <p14:nvPr/>
            </p14:nvContentPartPr>
            <p14:xfrm>
              <a:off x="5943429" y="4051705"/>
              <a:ext cx="360" cy="36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0875841E-417C-4A85-9D14-D9328C8528E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925429" y="401606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1FAC4694-DE8E-4CB2-8733-DD349724CB97}"/>
                  </a:ext>
                </a:extLst>
              </p14:cNvPr>
              <p14:cNvContentPartPr/>
              <p14:nvPr/>
            </p14:nvContentPartPr>
            <p14:xfrm>
              <a:off x="755469" y="2288785"/>
              <a:ext cx="813960" cy="57564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1FAC4694-DE8E-4CB2-8733-DD349724CB9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37469" y="2253145"/>
                <a:ext cx="849600" cy="64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39F8362B-502B-4C6F-AA37-949EFC9A6843}"/>
                  </a:ext>
                </a:extLst>
              </p14:cNvPr>
              <p14:cNvContentPartPr/>
              <p14:nvPr/>
            </p14:nvContentPartPr>
            <p14:xfrm>
              <a:off x="10422549" y="1662385"/>
              <a:ext cx="217800" cy="19296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39F8362B-502B-4C6F-AA37-949EFC9A684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404909" y="1626385"/>
                <a:ext cx="25344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B68A193F-3D34-4748-B41E-A5E402A238F1}"/>
                  </a:ext>
                </a:extLst>
              </p14:cNvPr>
              <p14:cNvContentPartPr/>
              <p14:nvPr/>
            </p14:nvContentPartPr>
            <p14:xfrm>
              <a:off x="4786389" y="2347105"/>
              <a:ext cx="147960" cy="11736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B68A193F-3D34-4748-B41E-A5E402A238F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768389" y="2311105"/>
                <a:ext cx="18360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C934CF9F-2CAA-4C0A-A962-6BEF990E109A}"/>
                  </a:ext>
                </a:extLst>
              </p14:cNvPr>
              <p14:cNvContentPartPr/>
              <p14:nvPr/>
            </p14:nvContentPartPr>
            <p14:xfrm>
              <a:off x="4814109" y="2586865"/>
              <a:ext cx="137520" cy="17676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C934CF9F-2CAA-4C0A-A962-6BEF990E109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796469" y="2550865"/>
                <a:ext cx="17316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BA40A161-F15C-4B4E-B772-E636CFB88976}"/>
                  </a:ext>
                </a:extLst>
              </p14:cNvPr>
              <p14:cNvContentPartPr/>
              <p14:nvPr/>
            </p14:nvContentPartPr>
            <p14:xfrm>
              <a:off x="756549" y="2919865"/>
              <a:ext cx="820800" cy="60408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BA40A161-F15C-4B4E-B772-E636CFB8897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38909" y="2902225"/>
                <a:ext cx="856440" cy="63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838146CB-32EC-4BA6-9A46-ED4FC1FA961F}"/>
                  </a:ext>
                </a:extLst>
              </p14:cNvPr>
              <p14:cNvContentPartPr/>
              <p14:nvPr/>
            </p14:nvContentPartPr>
            <p14:xfrm>
              <a:off x="10373949" y="3319465"/>
              <a:ext cx="305640" cy="21960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838146CB-32EC-4BA6-9A46-ED4FC1FA961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355949" y="3301825"/>
                <a:ext cx="34128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DFFA53B0-6FC3-43F4-B09E-2FC4B980EBEA}"/>
                  </a:ext>
                </a:extLst>
              </p14:cNvPr>
              <p14:cNvContentPartPr/>
              <p14:nvPr/>
            </p14:nvContentPartPr>
            <p14:xfrm>
              <a:off x="4812309" y="2986465"/>
              <a:ext cx="149760" cy="15660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DFFA53B0-6FC3-43F4-B09E-2FC4B980EBE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794669" y="2968465"/>
                <a:ext cx="18540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B452C659-A402-4D3F-A6F8-E102A4F6819A}"/>
                  </a:ext>
                </a:extLst>
              </p14:cNvPr>
              <p14:cNvContentPartPr/>
              <p14:nvPr/>
            </p14:nvContentPartPr>
            <p14:xfrm>
              <a:off x="4818789" y="3218665"/>
              <a:ext cx="3877560" cy="88200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B452C659-A402-4D3F-A6F8-E102A4F6819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800791" y="3200665"/>
                <a:ext cx="3913197" cy="91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525269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243904" y="137196"/>
            <a:ext cx="1124699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b="1" dirty="0">
                <a:solidFill>
                  <a:srgbClr val="0000FF"/>
                </a:solidFill>
              </a:rPr>
              <a:t>Sinteza automatelor Moore – </a:t>
            </a:r>
            <a:r>
              <a:rPr lang="ro-RO" sz="2000" b="1" dirty="0">
                <a:solidFill>
                  <a:srgbClr val="FF0000"/>
                </a:solidFill>
              </a:rPr>
              <a:t>Exemplu de implementare cu bistabili de tip JK</a:t>
            </a: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09A290D6-A84E-429C-9B97-AF59D3CD1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342" y="1234464"/>
            <a:ext cx="5667375" cy="4276725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6E956B15-E078-457D-B151-9A7C8C9FB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43" y="1234464"/>
            <a:ext cx="3390900" cy="35052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1A6A33C3-AAA2-41EE-9B07-0CB6C8AC9216}"/>
                  </a:ext>
                </a:extLst>
              </p14:cNvPr>
              <p14:cNvContentPartPr/>
              <p14:nvPr/>
            </p14:nvContentPartPr>
            <p14:xfrm>
              <a:off x="1781469" y="745465"/>
              <a:ext cx="305640" cy="24480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1A6A33C3-AAA2-41EE-9B07-0CB6C8AC921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63469" y="727465"/>
                <a:ext cx="34128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888DEE62-67B7-4309-A83D-BBC7CE70BA7F}"/>
                  </a:ext>
                </a:extLst>
              </p14:cNvPr>
              <p14:cNvContentPartPr/>
              <p14:nvPr/>
            </p14:nvContentPartPr>
            <p14:xfrm>
              <a:off x="6521229" y="760225"/>
              <a:ext cx="276120" cy="26532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888DEE62-67B7-4309-A83D-BBC7CE70BA7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503589" y="742585"/>
                <a:ext cx="31176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3B301D71-B194-4BDB-9E7E-A689193A890F}"/>
                  </a:ext>
                </a:extLst>
              </p14:cNvPr>
              <p14:cNvContentPartPr/>
              <p14:nvPr/>
            </p14:nvContentPartPr>
            <p14:xfrm>
              <a:off x="6997149" y="664825"/>
              <a:ext cx="1522440" cy="49608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3B301D71-B194-4BDB-9E7E-A689193A890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979509" y="646825"/>
                <a:ext cx="1558080" cy="53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7675A020-DEBB-499E-BA3D-7BDF28F949C6}"/>
                  </a:ext>
                </a:extLst>
              </p14:cNvPr>
              <p14:cNvContentPartPr/>
              <p14:nvPr/>
            </p14:nvContentPartPr>
            <p14:xfrm>
              <a:off x="5120469" y="698665"/>
              <a:ext cx="861120" cy="32256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7675A020-DEBB-499E-BA3D-7BDF28F949C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102477" y="680665"/>
                <a:ext cx="896745" cy="3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6D9C5641-08BA-41E2-B92C-9DC31CF5A8E0}"/>
                  </a:ext>
                </a:extLst>
              </p14:cNvPr>
              <p14:cNvContentPartPr/>
              <p14:nvPr/>
            </p14:nvContentPartPr>
            <p14:xfrm>
              <a:off x="2343429" y="644665"/>
              <a:ext cx="1387800" cy="48600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6D9C5641-08BA-41E2-B92C-9DC31CF5A8E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25789" y="626665"/>
                <a:ext cx="1423440" cy="52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02FAAE5E-8259-4815-9FF9-EE4B46E4284B}"/>
                  </a:ext>
                </a:extLst>
              </p14:cNvPr>
              <p14:cNvContentPartPr/>
              <p14:nvPr/>
            </p14:nvContentPartPr>
            <p14:xfrm>
              <a:off x="648189" y="708385"/>
              <a:ext cx="797760" cy="48924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02FAAE5E-8259-4815-9FF9-EE4B46E4284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30549" y="690745"/>
                <a:ext cx="833400" cy="52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7742CD6E-3D39-4B6D-A610-0A760A72CE94}"/>
                  </a:ext>
                </a:extLst>
              </p14:cNvPr>
              <p14:cNvContentPartPr/>
              <p14:nvPr/>
            </p14:nvContentPartPr>
            <p14:xfrm>
              <a:off x="8794269" y="645025"/>
              <a:ext cx="739440" cy="61200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7742CD6E-3D39-4B6D-A610-0A760A72CE9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776269" y="627025"/>
                <a:ext cx="775080" cy="64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59F4E64B-F2B3-4EFE-845A-F87ABBB4A8E5}"/>
                  </a:ext>
                </a:extLst>
              </p14:cNvPr>
              <p14:cNvContentPartPr/>
              <p14:nvPr/>
            </p14:nvContentPartPr>
            <p14:xfrm>
              <a:off x="11318949" y="645025"/>
              <a:ext cx="213120" cy="46332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59F4E64B-F2B3-4EFE-845A-F87ABBB4A8E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1301309" y="627025"/>
                <a:ext cx="248760" cy="49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1F1D547A-0DCD-46CA-900F-D5763B2F61F3}"/>
                  </a:ext>
                </a:extLst>
              </p14:cNvPr>
              <p14:cNvContentPartPr/>
              <p14:nvPr/>
            </p14:nvContentPartPr>
            <p14:xfrm>
              <a:off x="11646549" y="649345"/>
              <a:ext cx="290520" cy="53136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1F1D547A-0DCD-46CA-900F-D5763B2F61F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628571" y="631345"/>
                <a:ext cx="326116" cy="56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1B8107BC-C95B-42E7-9A87-92F9881955F1}"/>
                  </a:ext>
                </a:extLst>
              </p14:cNvPr>
              <p14:cNvContentPartPr/>
              <p14:nvPr/>
            </p14:nvContentPartPr>
            <p14:xfrm>
              <a:off x="9819909" y="602185"/>
              <a:ext cx="1350360" cy="38556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1B8107BC-C95B-42E7-9A87-92F9881955F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801909" y="584545"/>
                <a:ext cx="1386000" cy="42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091FC686-4044-415F-A06E-61FE5C911E02}"/>
                  </a:ext>
                </a:extLst>
              </p14:cNvPr>
              <p14:cNvContentPartPr/>
              <p14:nvPr/>
            </p14:nvContentPartPr>
            <p14:xfrm>
              <a:off x="6228549" y="1438825"/>
              <a:ext cx="985680" cy="386028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091FC686-4044-415F-A06E-61FE5C911E0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210903" y="1420825"/>
                <a:ext cx="1021333" cy="38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E02AF724-61F0-4E4F-8970-2D3DDC4BE4FE}"/>
                  </a:ext>
                </a:extLst>
              </p14:cNvPr>
              <p14:cNvContentPartPr/>
              <p14:nvPr/>
            </p14:nvContentPartPr>
            <p14:xfrm>
              <a:off x="8002989" y="6030985"/>
              <a:ext cx="721080" cy="14796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E02AF724-61F0-4E4F-8970-2D3DDC4BE4F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985349" y="6013345"/>
                <a:ext cx="756720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5EE56467-FBF4-4688-9163-A1F79C1CBF73}"/>
                  </a:ext>
                </a:extLst>
              </p14:cNvPr>
              <p14:cNvContentPartPr/>
              <p14:nvPr/>
            </p14:nvContentPartPr>
            <p14:xfrm>
              <a:off x="8757189" y="5899945"/>
              <a:ext cx="20520" cy="4572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5EE56467-FBF4-4688-9163-A1F79C1CBF7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739189" y="5881945"/>
                <a:ext cx="5616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279D3923-DE51-427C-BF6F-7772613F1C4A}"/>
                  </a:ext>
                </a:extLst>
              </p14:cNvPr>
              <p14:cNvContentPartPr/>
              <p14:nvPr/>
            </p14:nvContentPartPr>
            <p14:xfrm>
              <a:off x="11384829" y="5852065"/>
              <a:ext cx="45360" cy="7668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279D3923-DE51-427C-BF6F-7772613F1C4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1366829" y="5834065"/>
                <a:ext cx="8100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E0DA21C3-DE2C-47EF-9119-CB43498F3082}"/>
                  </a:ext>
                </a:extLst>
              </p14:cNvPr>
              <p14:cNvContentPartPr/>
              <p14:nvPr/>
            </p14:nvContentPartPr>
            <p14:xfrm>
              <a:off x="10144629" y="5971585"/>
              <a:ext cx="1430280" cy="15516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E0DA21C3-DE2C-47EF-9119-CB43498F308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126985" y="5953945"/>
                <a:ext cx="1465929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61788003-90C4-484C-BFAD-63D63494AF1B}"/>
                  </a:ext>
                </a:extLst>
              </p14:cNvPr>
              <p14:cNvContentPartPr/>
              <p14:nvPr/>
            </p14:nvContentPartPr>
            <p14:xfrm>
              <a:off x="9124389" y="5740825"/>
              <a:ext cx="680040" cy="41292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61788003-90C4-484C-BFAD-63D63494AF1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106389" y="5722825"/>
                <a:ext cx="715680" cy="44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DE82589F-FDFB-492D-BAA8-22AB48C398D7}"/>
                  </a:ext>
                </a:extLst>
              </p14:cNvPr>
              <p14:cNvContentPartPr/>
              <p14:nvPr/>
            </p14:nvContentPartPr>
            <p14:xfrm>
              <a:off x="7246989" y="5933785"/>
              <a:ext cx="334800" cy="24876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DE82589F-FDFB-492D-BAA8-22AB48C398D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229008" y="5915785"/>
                <a:ext cx="370402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A7868378-560C-4FE5-9373-B69C5F3DD54B}"/>
                  </a:ext>
                </a:extLst>
              </p14:cNvPr>
              <p14:cNvContentPartPr/>
              <p14:nvPr/>
            </p14:nvContentPartPr>
            <p14:xfrm>
              <a:off x="6615909" y="5559745"/>
              <a:ext cx="244080" cy="57564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A7868378-560C-4FE5-9373-B69C5F3DD54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598269" y="5542105"/>
                <a:ext cx="279720" cy="61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19" name="Cerneală 118">
                <a:extLst>
                  <a:ext uri="{FF2B5EF4-FFF2-40B4-BE49-F238E27FC236}">
                    <a16:creationId xmlns:a16="http://schemas.microsoft.com/office/drawing/2014/main" id="{D9FD8C5C-4F95-45DB-932C-5B28DAB0CD02}"/>
                  </a:ext>
                </a:extLst>
              </p14:cNvPr>
              <p14:cNvContentPartPr/>
              <p14:nvPr/>
            </p14:nvContentPartPr>
            <p14:xfrm>
              <a:off x="4325229" y="2352865"/>
              <a:ext cx="997920" cy="660240"/>
            </p14:xfrm>
          </p:contentPart>
        </mc:Choice>
        <mc:Fallback xmlns="">
          <p:pic>
            <p:nvPicPr>
              <p:cNvPr id="119" name="Cerneală 118">
                <a:extLst>
                  <a:ext uri="{FF2B5EF4-FFF2-40B4-BE49-F238E27FC236}">
                    <a16:creationId xmlns:a16="http://schemas.microsoft.com/office/drawing/2014/main" id="{D9FD8C5C-4F95-45DB-932C-5B28DAB0CD0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307589" y="2335225"/>
                <a:ext cx="1033560" cy="69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21" name="Cerneală 120">
                <a:extLst>
                  <a:ext uri="{FF2B5EF4-FFF2-40B4-BE49-F238E27FC236}">
                    <a16:creationId xmlns:a16="http://schemas.microsoft.com/office/drawing/2014/main" id="{923B3767-661D-4781-B0B7-A074C9F34931}"/>
                  </a:ext>
                </a:extLst>
              </p14:cNvPr>
              <p14:cNvContentPartPr/>
              <p14:nvPr/>
            </p14:nvContentPartPr>
            <p14:xfrm>
              <a:off x="8946189" y="2021305"/>
              <a:ext cx="3178800" cy="1714680"/>
            </p14:xfrm>
          </p:contentPart>
        </mc:Choice>
        <mc:Fallback xmlns="">
          <p:pic>
            <p:nvPicPr>
              <p:cNvPr id="121" name="Cerneală 120">
                <a:extLst>
                  <a:ext uri="{FF2B5EF4-FFF2-40B4-BE49-F238E27FC236}">
                    <a16:creationId xmlns:a16="http://schemas.microsoft.com/office/drawing/2014/main" id="{923B3767-661D-4781-B0B7-A074C9F3493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928189" y="2003309"/>
                <a:ext cx="3214440" cy="17503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22" name="Cerneală 121">
                <a:extLst>
                  <a:ext uri="{FF2B5EF4-FFF2-40B4-BE49-F238E27FC236}">
                    <a16:creationId xmlns:a16="http://schemas.microsoft.com/office/drawing/2014/main" id="{D0517131-F23F-4963-B084-B659814126D6}"/>
                  </a:ext>
                </a:extLst>
              </p14:cNvPr>
              <p14:cNvContentPartPr/>
              <p14:nvPr/>
            </p14:nvContentPartPr>
            <p14:xfrm>
              <a:off x="8993349" y="3860185"/>
              <a:ext cx="430560" cy="619920"/>
            </p14:xfrm>
          </p:contentPart>
        </mc:Choice>
        <mc:Fallback xmlns="">
          <p:pic>
            <p:nvPicPr>
              <p:cNvPr id="122" name="Cerneală 121">
                <a:extLst>
                  <a:ext uri="{FF2B5EF4-FFF2-40B4-BE49-F238E27FC236}">
                    <a16:creationId xmlns:a16="http://schemas.microsoft.com/office/drawing/2014/main" id="{D0517131-F23F-4963-B084-B659814126D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975349" y="3842545"/>
                <a:ext cx="466200" cy="65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23" name="Cerneală 122">
                <a:extLst>
                  <a:ext uri="{FF2B5EF4-FFF2-40B4-BE49-F238E27FC236}">
                    <a16:creationId xmlns:a16="http://schemas.microsoft.com/office/drawing/2014/main" id="{3DB16C66-68A7-4C4B-B0C9-FE9F5BEF6D70}"/>
                  </a:ext>
                </a:extLst>
              </p14:cNvPr>
              <p14:cNvContentPartPr/>
              <p14:nvPr/>
            </p14:nvContentPartPr>
            <p14:xfrm>
              <a:off x="8979309" y="4623745"/>
              <a:ext cx="454680" cy="690120"/>
            </p14:xfrm>
          </p:contentPart>
        </mc:Choice>
        <mc:Fallback xmlns="">
          <p:pic>
            <p:nvPicPr>
              <p:cNvPr id="123" name="Cerneală 122">
                <a:extLst>
                  <a:ext uri="{FF2B5EF4-FFF2-40B4-BE49-F238E27FC236}">
                    <a16:creationId xmlns:a16="http://schemas.microsoft.com/office/drawing/2014/main" id="{3DB16C66-68A7-4C4B-B0C9-FE9F5BEF6D7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961669" y="4606105"/>
                <a:ext cx="490320" cy="72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34" name="Cerneală 133">
                <a:extLst>
                  <a:ext uri="{FF2B5EF4-FFF2-40B4-BE49-F238E27FC236}">
                    <a16:creationId xmlns:a16="http://schemas.microsoft.com/office/drawing/2014/main" id="{6D38FAF3-E7EE-49F1-8BB9-40BB914D20A5}"/>
                  </a:ext>
                </a:extLst>
              </p14:cNvPr>
              <p14:cNvContentPartPr/>
              <p14:nvPr/>
            </p14:nvContentPartPr>
            <p14:xfrm>
              <a:off x="9716949" y="3902665"/>
              <a:ext cx="793800" cy="547560"/>
            </p14:xfrm>
          </p:contentPart>
        </mc:Choice>
        <mc:Fallback xmlns="">
          <p:pic>
            <p:nvPicPr>
              <p:cNvPr id="134" name="Cerneală 133">
                <a:extLst>
                  <a:ext uri="{FF2B5EF4-FFF2-40B4-BE49-F238E27FC236}">
                    <a16:creationId xmlns:a16="http://schemas.microsoft.com/office/drawing/2014/main" id="{6D38FAF3-E7EE-49F1-8BB9-40BB914D20A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698949" y="3885025"/>
                <a:ext cx="829440" cy="58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074559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ine 27">
            <a:extLst>
              <a:ext uri="{FF2B5EF4-FFF2-40B4-BE49-F238E27FC236}">
                <a16:creationId xmlns:a16="http://schemas.microsoft.com/office/drawing/2014/main" id="{F4763A3C-4618-49E5-9066-4D8520C62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502952"/>
            <a:ext cx="5667375" cy="42767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058ECE88-4EAA-4CFD-8AF9-5DF5F7D35B94}"/>
                  </a:ext>
                </a:extLst>
              </p14:cNvPr>
              <p14:cNvContentPartPr/>
              <p14:nvPr/>
            </p14:nvContentPartPr>
            <p14:xfrm>
              <a:off x="8256069" y="1823665"/>
              <a:ext cx="334440" cy="42264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058ECE88-4EAA-4CFD-8AF9-5DF5F7D35B9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38429" y="1805665"/>
                <a:ext cx="370080" cy="45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4937F5B4-CE59-47D0-9399-822DAB8EB633}"/>
                  </a:ext>
                </a:extLst>
              </p14:cNvPr>
              <p14:cNvContentPartPr/>
              <p14:nvPr/>
            </p14:nvContentPartPr>
            <p14:xfrm>
              <a:off x="7281909" y="1817545"/>
              <a:ext cx="396000" cy="43488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4937F5B4-CE59-47D0-9399-822DAB8EB63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263909" y="1799545"/>
                <a:ext cx="431640" cy="47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6FA56F03-D92B-414D-A913-03DFA74C0544}"/>
                  </a:ext>
                </a:extLst>
              </p14:cNvPr>
              <p14:cNvContentPartPr/>
              <p14:nvPr/>
            </p14:nvContentPartPr>
            <p14:xfrm>
              <a:off x="9232749" y="1803865"/>
              <a:ext cx="390960" cy="42336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6FA56F03-D92B-414D-A913-03DFA74C054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214749" y="1785865"/>
                <a:ext cx="426600" cy="45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B81CA97F-24CD-4438-B461-5BB461883494}"/>
                  </a:ext>
                </a:extLst>
              </p14:cNvPr>
              <p14:cNvContentPartPr/>
              <p14:nvPr/>
            </p14:nvContentPartPr>
            <p14:xfrm>
              <a:off x="11092869" y="1814305"/>
              <a:ext cx="356760" cy="44424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B81CA97F-24CD-4438-B461-5BB46188349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074869" y="1796305"/>
                <a:ext cx="392400" cy="47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4F0D540E-1079-4A1E-82B4-809ACBFF6C80}"/>
                  </a:ext>
                </a:extLst>
              </p14:cNvPr>
              <p14:cNvContentPartPr/>
              <p14:nvPr/>
            </p14:nvContentPartPr>
            <p14:xfrm>
              <a:off x="6342669" y="311665"/>
              <a:ext cx="5083560" cy="133956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4F0D540E-1079-4A1E-82B4-809ACBFF6C8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25028" y="294020"/>
                <a:ext cx="5119203" cy="13752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0BE5D68B-72E9-456F-A5BC-60FE055C4719}"/>
                  </a:ext>
                </a:extLst>
              </p14:cNvPr>
              <p14:cNvContentPartPr/>
              <p14:nvPr/>
            </p14:nvContentPartPr>
            <p14:xfrm>
              <a:off x="10118709" y="1833385"/>
              <a:ext cx="389880" cy="31824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0BE5D68B-72E9-456F-A5BC-60FE055C471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100709" y="1815765"/>
                <a:ext cx="425520" cy="35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20A9949B-CE7D-4D53-8B59-18CD4F408E3C}"/>
                  </a:ext>
                </a:extLst>
              </p14:cNvPr>
              <p14:cNvContentPartPr/>
              <p14:nvPr/>
            </p14:nvContentPartPr>
            <p14:xfrm>
              <a:off x="6323589" y="2870545"/>
              <a:ext cx="353160" cy="19800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20A9949B-CE7D-4D53-8B59-18CD4F408E3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305589" y="2852905"/>
                <a:ext cx="38880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4C840B69-63FB-4FDC-9BC8-239BC52B2394}"/>
                  </a:ext>
                </a:extLst>
              </p14:cNvPr>
              <p14:cNvContentPartPr/>
              <p14:nvPr/>
            </p14:nvContentPartPr>
            <p14:xfrm>
              <a:off x="7281189" y="2874865"/>
              <a:ext cx="173880" cy="43308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4C840B69-63FB-4FDC-9BC8-239BC52B239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263189" y="2857225"/>
                <a:ext cx="209520" cy="46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80E98BFA-CE29-45CE-B270-05A0BA129CBC}"/>
                  </a:ext>
                </a:extLst>
              </p14:cNvPr>
              <p14:cNvContentPartPr/>
              <p14:nvPr/>
            </p14:nvContentPartPr>
            <p14:xfrm>
              <a:off x="7795989" y="2959465"/>
              <a:ext cx="186840" cy="1548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80E98BFA-CE29-45CE-B270-05A0BA129CB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778349" y="2941465"/>
                <a:ext cx="22248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FA086CF2-BD05-4F11-8BCD-99370EFE49D7}"/>
                  </a:ext>
                </a:extLst>
              </p14:cNvPr>
              <p14:cNvContentPartPr/>
              <p14:nvPr/>
            </p14:nvContentPartPr>
            <p14:xfrm>
              <a:off x="7599069" y="3040465"/>
              <a:ext cx="419760" cy="24048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FA086CF2-BD05-4F11-8BCD-99370EFE49D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581069" y="3022825"/>
                <a:ext cx="45540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5198C662-9013-47F7-8BB8-2A7501272EF2}"/>
                  </a:ext>
                </a:extLst>
              </p14:cNvPr>
              <p14:cNvContentPartPr/>
              <p14:nvPr/>
            </p14:nvContentPartPr>
            <p14:xfrm>
              <a:off x="8287389" y="2861545"/>
              <a:ext cx="127080" cy="27684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5198C662-9013-47F7-8BB8-2A7501272EF2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269389" y="2843545"/>
                <a:ext cx="16272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E3B092F5-EE65-4E7A-B8DD-95AFDDC1E7F3}"/>
                  </a:ext>
                </a:extLst>
              </p14:cNvPr>
              <p14:cNvContentPartPr/>
              <p14:nvPr/>
            </p14:nvContentPartPr>
            <p14:xfrm>
              <a:off x="8349309" y="3253945"/>
              <a:ext cx="61920" cy="6336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E3B092F5-EE65-4E7A-B8DD-95AFDDC1E7F3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331669" y="3235945"/>
                <a:ext cx="9756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93" name="Cerneală 92">
                <a:extLst>
                  <a:ext uri="{FF2B5EF4-FFF2-40B4-BE49-F238E27FC236}">
                    <a16:creationId xmlns:a16="http://schemas.microsoft.com/office/drawing/2014/main" id="{DAC00710-031E-45E6-B45A-DE2EE07A13F3}"/>
                  </a:ext>
                </a:extLst>
              </p14:cNvPr>
              <p14:cNvContentPartPr/>
              <p14:nvPr/>
            </p14:nvContentPartPr>
            <p14:xfrm>
              <a:off x="7393869" y="3522505"/>
              <a:ext cx="955440" cy="383040"/>
            </p14:xfrm>
          </p:contentPart>
        </mc:Choice>
        <mc:Fallback xmlns="">
          <p:pic>
            <p:nvPicPr>
              <p:cNvPr id="93" name="Cerneală 92">
                <a:extLst>
                  <a:ext uri="{FF2B5EF4-FFF2-40B4-BE49-F238E27FC236}">
                    <a16:creationId xmlns:a16="http://schemas.microsoft.com/office/drawing/2014/main" id="{DAC00710-031E-45E6-B45A-DE2EE07A13F3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375876" y="3504865"/>
                <a:ext cx="991067" cy="41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B31C0894-4003-4907-B948-812434DAD1CD}"/>
                  </a:ext>
                </a:extLst>
              </p14:cNvPr>
              <p14:cNvContentPartPr/>
              <p14:nvPr/>
            </p14:nvContentPartPr>
            <p14:xfrm>
              <a:off x="7776909" y="4182025"/>
              <a:ext cx="6480" cy="2160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B31C0894-4003-4907-B948-812434DAD1CD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758909" y="4164385"/>
                <a:ext cx="4212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FFD05548-79A5-4352-84F1-82C63B73D152}"/>
                  </a:ext>
                </a:extLst>
              </p14:cNvPr>
              <p14:cNvContentPartPr/>
              <p14:nvPr/>
            </p14:nvContentPartPr>
            <p14:xfrm>
              <a:off x="7793829" y="4456345"/>
              <a:ext cx="7560" cy="6372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FFD05548-79A5-4352-84F1-82C63B73D152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775829" y="4438705"/>
                <a:ext cx="4320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53DB224C-842B-42B6-94CE-D8EF06536BFC}"/>
                  </a:ext>
                </a:extLst>
              </p14:cNvPr>
              <p14:cNvContentPartPr/>
              <p14:nvPr/>
            </p14:nvContentPartPr>
            <p14:xfrm>
              <a:off x="7800669" y="4658305"/>
              <a:ext cx="36000" cy="24084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53DB224C-842B-42B6-94CE-D8EF06536BFC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783029" y="4640305"/>
                <a:ext cx="7164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4" name="Cerneală 103">
                <a:extLst>
                  <a:ext uri="{FF2B5EF4-FFF2-40B4-BE49-F238E27FC236}">
                    <a16:creationId xmlns:a16="http://schemas.microsoft.com/office/drawing/2014/main" id="{50F24307-05A9-449C-8495-6D6277BA4EC3}"/>
                  </a:ext>
                </a:extLst>
              </p14:cNvPr>
              <p14:cNvContentPartPr/>
              <p14:nvPr/>
            </p14:nvContentPartPr>
            <p14:xfrm>
              <a:off x="8601309" y="5107945"/>
              <a:ext cx="338040" cy="255240"/>
            </p14:xfrm>
          </p:contentPart>
        </mc:Choice>
        <mc:Fallback xmlns="">
          <p:pic>
            <p:nvPicPr>
              <p:cNvPr id="104" name="Cerneală 103">
                <a:extLst>
                  <a:ext uri="{FF2B5EF4-FFF2-40B4-BE49-F238E27FC236}">
                    <a16:creationId xmlns:a16="http://schemas.microsoft.com/office/drawing/2014/main" id="{50F24307-05A9-449C-8495-6D6277BA4EC3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583669" y="5089945"/>
                <a:ext cx="373680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8" name="Cerneală 107">
                <a:extLst>
                  <a:ext uri="{FF2B5EF4-FFF2-40B4-BE49-F238E27FC236}">
                    <a16:creationId xmlns:a16="http://schemas.microsoft.com/office/drawing/2014/main" id="{C6264749-4B8E-4E55-94DC-B3410962EF3F}"/>
                  </a:ext>
                </a:extLst>
              </p14:cNvPr>
              <p14:cNvContentPartPr/>
              <p14:nvPr/>
            </p14:nvContentPartPr>
            <p14:xfrm>
              <a:off x="10445949" y="5028745"/>
              <a:ext cx="528480" cy="325800"/>
            </p14:xfrm>
          </p:contentPart>
        </mc:Choice>
        <mc:Fallback xmlns="">
          <p:pic>
            <p:nvPicPr>
              <p:cNvPr id="108" name="Cerneală 107">
                <a:extLst>
                  <a:ext uri="{FF2B5EF4-FFF2-40B4-BE49-F238E27FC236}">
                    <a16:creationId xmlns:a16="http://schemas.microsoft.com/office/drawing/2014/main" id="{C6264749-4B8E-4E55-94DC-B3410962EF3F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0427949" y="5010745"/>
                <a:ext cx="564120" cy="36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2764D43D-A165-4CB4-9169-E38588E4CC22}"/>
                  </a:ext>
                </a:extLst>
              </p14:cNvPr>
              <p14:cNvContentPartPr/>
              <p14:nvPr/>
            </p14:nvContentPartPr>
            <p14:xfrm>
              <a:off x="7877709" y="5598265"/>
              <a:ext cx="370080" cy="36216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2764D43D-A165-4CB4-9169-E38588E4CC22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7860069" y="5580625"/>
                <a:ext cx="405720" cy="39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12" name="Cerneală 111">
                <a:extLst>
                  <a:ext uri="{FF2B5EF4-FFF2-40B4-BE49-F238E27FC236}">
                    <a16:creationId xmlns:a16="http://schemas.microsoft.com/office/drawing/2014/main" id="{9B011B34-5AB9-4D0D-A178-AA70200318C8}"/>
                  </a:ext>
                </a:extLst>
              </p14:cNvPr>
              <p14:cNvContentPartPr/>
              <p14:nvPr/>
            </p14:nvContentPartPr>
            <p14:xfrm>
              <a:off x="7356789" y="5590345"/>
              <a:ext cx="297000" cy="476280"/>
            </p14:xfrm>
          </p:contentPart>
        </mc:Choice>
        <mc:Fallback xmlns="">
          <p:pic>
            <p:nvPicPr>
              <p:cNvPr id="112" name="Cerneală 111">
                <a:extLst>
                  <a:ext uri="{FF2B5EF4-FFF2-40B4-BE49-F238E27FC236}">
                    <a16:creationId xmlns:a16="http://schemas.microsoft.com/office/drawing/2014/main" id="{9B011B34-5AB9-4D0D-A178-AA70200318C8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7338789" y="5572705"/>
                <a:ext cx="332640" cy="51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14" name="Cerneală 113">
                <a:extLst>
                  <a:ext uri="{FF2B5EF4-FFF2-40B4-BE49-F238E27FC236}">
                    <a16:creationId xmlns:a16="http://schemas.microsoft.com/office/drawing/2014/main" id="{F8747DAF-B815-45A0-925F-78B747081C5D}"/>
                  </a:ext>
                </a:extLst>
              </p14:cNvPr>
              <p14:cNvContentPartPr/>
              <p14:nvPr/>
            </p14:nvContentPartPr>
            <p14:xfrm>
              <a:off x="7011909" y="5133505"/>
              <a:ext cx="1011960" cy="313200"/>
            </p14:xfrm>
          </p:contentPart>
        </mc:Choice>
        <mc:Fallback xmlns="">
          <p:pic>
            <p:nvPicPr>
              <p:cNvPr id="114" name="Cerneală 113">
                <a:extLst>
                  <a:ext uri="{FF2B5EF4-FFF2-40B4-BE49-F238E27FC236}">
                    <a16:creationId xmlns:a16="http://schemas.microsoft.com/office/drawing/2014/main" id="{F8747DAF-B815-45A0-925F-78B747081C5D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993909" y="5115865"/>
                <a:ext cx="1047600" cy="3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15" name="Cerneală 114">
                <a:extLst>
                  <a:ext uri="{FF2B5EF4-FFF2-40B4-BE49-F238E27FC236}">
                    <a16:creationId xmlns:a16="http://schemas.microsoft.com/office/drawing/2014/main" id="{DA8F199A-25A2-4237-8496-C695AF829A40}"/>
                  </a:ext>
                </a:extLst>
              </p14:cNvPr>
              <p14:cNvContentPartPr/>
              <p14:nvPr/>
            </p14:nvContentPartPr>
            <p14:xfrm>
              <a:off x="6443829" y="5269585"/>
              <a:ext cx="438840" cy="216720"/>
            </p14:xfrm>
          </p:contentPart>
        </mc:Choice>
        <mc:Fallback xmlns="">
          <p:pic>
            <p:nvPicPr>
              <p:cNvPr id="115" name="Cerneală 114">
                <a:extLst>
                  <a:ext uri="{FF2B5EF4-FFF2-40B4-BE49-F238E27FC236}">
                    <a16:creationId xmlns:a16="http://schemas.microsoft.com/office/drawing/2014/main" id="{DA8F199A-25A2-4237-8496-C695AF829A40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6426189" y="5251585"/>
                <a:ext cx="47448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17" name="Cerneală 116">
                <a:extLst>
                  <a:ext uri="{FF2B5EF4-FFF2-40B4-BE49-F238E27FC236}">
                    <a16:creationId xmlns:a16="http://schemas.microsoft.com/office/drawing/2014/main" id="{8FF76E00-F81B-4399-92F0-EE3139068983}"/>
                  </a:ext>
                </a:extLst>
              </p14:cNvPr>
              <p14:cNvContentPartPr/>
              <p14:nvPr/>
            </p14:nvContentPartPr>
            <p14:xfrm>
              <a:off x="8666829" y="5620945"/>
              <a:ext cx="39240" cy="63720"/>
            </p14:xfrm>
          </p:contentPart>
        </mc:Choice>
        <mc:Fallback xmlns="">
          <p:pic>
            <p:nvPicPr>
              <p:cNvPr id="117" name="Cerneală 116">
                <a:extLst>
                  <a:ext uri="{FF2B5EF4-FFF2-40B4-BE49-F238E27FC236}">
                    <a16:creationId xmlns:a16="http://schemas.microsoft.com/office/drawing/2014/main" id="{8FF76E00-F81B-4399-92F0-EE3139068983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8649189" y="5602945"/>
                <a:ext cx="7488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26" name="Cerneală 125">
                <a:extLst>
                  <a:ext uri="{FF2B5EF4-FFF2-40B4-BE49-F238E27FC236}">
                    <a16:creationId xmlns:a16="http://schemas.microsoft.com/office/drawing/2014/main" id="{3F7FF68B-C06A-4DFF-8DAE-9BC3060E656B}"/>
                  </a:ext>
                </a:extLst>
              </p14:cNvPr>
              <p14:cNvContentPartPr/>
              <p14:nvPr/>
            </p14:nvContentPartPr>
            <p14:xfrm>
              <a:off x="9066429" y="5013265"/>
              <a:ext cx="1046520" cy="865440"/>
            </p14:xfrm>
          </p:contentPart>
        </mc:Choice>
        <mc:Fallback xmlns="">
          <p:pic>
            <p:nvPicPr>
              <p:cNvPr id="126" name="Cerneală 125">
                <a:extLst>
                  <a:ext uri="{FF2B5EF4-FFF2-40B4-BE49-F238E27FC236}">
                    <a16:creationId xmlns:a16="http://schemas.microsoft.com/office/drawing/2014/main" id="{3F7FF68B-C06A-4DFF-8DAE-9BC3060E656B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9048789" y="4995618"/>
                <a:ext cx="1082160" cy="9010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27" name="Cerneală 126">
                <a:extLst>
                  <a:ext uri="{FF2B5EF4-FFF2-40B4-BE49-F238E27FC236}">
                    <a16:creationId xmlns:a16="http://schemas.microsoft.com/office/drawing/2014/main" id="{DE78FFA4-9665-4F7C-95F5-E56036CE7B98}"/>
                  </a:ext>
                </a:extLst>
              </p14:cNvPr>
              <p14:cNvContentPartPr/>
              <p14:nvPr/>
            </p14:nvContentPartPr>
            <p14:xfrm>
              <a:off x="8594829" y="5784025"/>
              <a:ext cx="262080" cy="295560"/>
            </p14:xfrm>
          </p:contentPart>
        </mc:Choice>
        <mc:Fallback xmlns="">
          <p:pic>
            <p:nvPicPr>
              <p:cNvPr id="127" name="Cerneală 126">
                <a:extLst>
                  <a:ext uri="{FF2B5EF4-FFF2-40B4-BE49-F238E27FC236}">
                    <a16:creationId xmlns:a16="http://schemas.microsoft.com/office/drawing/2014/main" id="{DE78FFA4-9665-4F7C-95F5-E56036CE7B98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8577189" y="5766025"/>
                <a:ext cx="297720" cy="33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49" name="Cerneală 148">
                <a:extLst>
                  <a:ext uri="{FF2B5EF4-FFF2-40B4-BE49-F238E27FC236}">
                    <a16:creationId xmlns:a16="http://schemas.microsoft.com/office/drawing/2014/main" id="{ECD4DDF1-540E-4EFF-A580-D916E356F8BC}"/>
                  </a:ext>
                </a:extLst>
              </p14:cNvPr>
              <p14:cNvContentPartPr/>
              <p14:nvPr/>
            </p14:nvContentPartPr>
            <p14:xfrm>
              <a:off x="2813949" y="644665"/>
              <a:ext cx="526320" cy="373320"/>
            </p14:xfrm>
          </p:contentPart>
        </mc:Choice>
        <mc:Fallback xmlns="">
          <p:pic>
            <p:nvPicPr>
              <p:cNvPr id="149" name="Cerneală 148">
                <a:extLst>
                  <a:ext uri="{FF2B5EF4-FFF2-40B4-BE49-F238E27FC236}">
                    <a16:creationId xmlns:a16="http://schemas.microsoft.com/office/drawing/2014/main" id="{ECD4DDF1-540E-4EFF-A580-D916E356F8BC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2796297" y="626665"/>
                <a:ext cx="561984" cy="40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50" name="Cerneală 149">
                <a:extLst>
                  <a:ext uri="{FF2B5EF4-FFF2-40B4-BE49-F238E27FC236}">
                    <a16:creationId xmlns:a16="http://schemas.microsoft.com/office/drawing/2014/main" id="{D9FC1B55-64BF-4391-9558-C22596387786}"/>
                  </a:ext>
                </a:extLst>
              </p14:cNvPr>
              <p14:cNvContentPartPr/>
              <p14:nvPr/>
            </p14:nvContentPartPr>
            <p14:xfrm>
              <a:off x="2569509" y="1138945"/>
              <a:ext cx="991080" cy="3418920"/>
            </p14:xfrm>
          </p:contentPart>
        </mc:Choice>
        <mc:Fallback xmlns="">
          <p:pic>
            <p:nvPicPr>
              <p:cNvPr id="150" name="Cerneală 149">
                <a:extLst>
                  <a:ext uri="{FF2B5EF4-FFF2-40B4-BE49-F238E27FC236}">
                    <a16:creationId xmlns:a16="http://schemas.microsoft.com/office/drawing/2014/main" id="{D9FC1B55-64BF-4391-9558-C22596387786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2551869" y="1121305"/>
                <a:ext cx="1026720" cy="345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23965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243904" y="137196"/>
            <a:ext cx="1124699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b="1" dirty="0">
                <a:solidFill>
                  <a:srgbClr val="0000FF"/>
                </a:solidFill>
              </a:rPr>
              <a:t>Sinteza automatelor Moore – </a:t>
            </a:r>
            <a:r>
              <a:rPr lang="ro-RO" sz="2000" b="1" dirty="0">
                <a:solidFill>
                  <a:srgbClr val="FF0000"/>
                </a:solidFill>
              </a:rPr>
              <a:t>Exemplu de implementare cu bistabili de tip JK</a:t>
            </a:r>
          </a:p>
        </p:txBody>
      </p:sp>
      <p:pic>
        <p:nvPicPr>
          <p:cNvPr id="8" name="Imagine 7">
            <a:extLst>
              <a:ext uri="{FF2B5EF4-FFF2-40B4-BE49-F238E27FC236}">
                <a16:creationId xmlns:a16="http://schemas.microsoft.com/office/drawing/2014/main" id="{8C821D67-BC3F-44C9-A58F-3F40F567D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868708"/>
            <a:ext cx="5667375" cy="42767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D9D6AA8E-036C-4060-B1DE-2C6B7BA35EE4}"/>
                  </a:ext>
                </a:extLst>
              </p14:cNvPr>
              <p14:cNvContentPartPr/>
              <p14:nvPr/>
            </p14:nvContentPartPr>
            <p14:xfrm>
              <a:off x="2473389" y="1266385"/>
              <a:ext cx="960480" cy="366768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D9D6AA8E-036C-4060-B1DE-2C6B7BA35EE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55749" y="1248385"/>
                <a:ext cx="996120" cy="37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7ECDDE09-A4F6-4077-BFA7-3A03F53CB765}"/>
                  </a:ext>
                </a:extLst>
              </p14:cNvPr>
              <p14:cNvContentPartPr/>
              <p14:nvPr/>
            </p14:nvContentPartPr>
            <p14:xfrm>
              <a:off x="4462029" y="490225"/>
              <a:ext cx="349920" cy="33336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7ECDDE09-A4F6-4077-BFA7-3A03F53CB76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44389" y="472225"/>
                <a:ext cx="385560" cy="36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DCACEF8E-58FE-4258-A1F7-9E3313AABFA0}"/>
                  </a:ext>
                </a:extLst>
              </p14:cNvPr>
              <p14:cNvContentPartPr/>
              <p14:nvPr/>
            </p14:nvContentPartPr>
            <p14:xfrm>
              <a:off x="5169429" y="548545"/>
              <a:ext cx="303840" cy="30312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DCACEF8E-58FE-4258-A1F7-9E3313AABFA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51429" y="530545"/>
                <a:ext cx="339480" cy="3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C96C7CD6-E388-4E5A-B7A1-B215BB2CDC13}"/>
                  </a:ext>
                </a:extLst>
              </p14:cNvPr>
              <p14:cNvContentPartPr/>
              <p14:nvPr/>
            </p14:nvContentPartPr>
            <p14:xfrm>
              <a:off x="2525229" y="470785"/>
              <a:ext cx="1279080" cy="42660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C96C7CD6-E388-4E5A-B7A1-B215BB2CDC1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507229" y="452785"/>
                <a:ext cx="1314720" cy="46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0D7CBCF7-A0CB-4BB2-B83B-D20ED21C03B2}"/>
                  </a:ext>
                </a:extLst>
              </p14:cNvPr>
              <p14:cNvContentPartPr/>
              <p14:nvPr/>
            </p14:nvContentPartPr>
            <p14:xfrm>
              <a:off x="687069" y="451345"/>
              <a:ext cx="1411200" cy="32436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0D7CBCF7-A0CB-4BB2-B83B-D20ED21C03B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69429" y="433705"/>
                <a:ext cx="144684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84449B79-B422-4751-8EB3-F4974E0E8804}"/>
                  </a:ext>
                </a:extLst>
              </p14:cNvPr>
              <p14:cNvContentPartPr/>
              <p14:nvPr/>
            </p14:nvContentPartPr>
            <p14:xfrm>
              <a:off x="3469509" y="1491745"/>
              <a:ext cx="429120" cy="345240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84449B79-B422-4751-8EB3-F4974E0E880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451869" y="1456105"/>
                <a:ext cx="464760" cy="352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7AA4841C-A69D-46FD-9568-5FC3B9ABCE29}"/>
                  </a:ext>
                </a:extLst>
              </p14:cNvPr>
              <p14:cNvContentPartPr/>
              <p14:nvPr/>
            </p14:nvContentPartPr>
            <p14:xfrm>
              <a:off x="7316829" y="1197625"/>
              <a:ext cx="187560" cy="34884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7AA4841C-A69D-46FD-9568-5FC3B9ABCE2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298829" y="1161625"/>
                <a:ext cx="223200" cy="42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50C5BD1D-8B50-4A1C-A842-FEBF3D56C141}"/>
                  </a:ext>
                </a:extLst>
              </p14:cNvPr>
              <p14:cNvContentPartPr/>
              <p14:nvPr/>
            </p14:nvContentPartPr>
            <p14:xfrm>
              <a:off x="8007669" y="1199785"/>
              <a:ext cx="244440" cy="38016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50C5BD1D-8B50-4A1C-A842-FEBF3D56C14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990029" y="1164145"/>
                <a:ext cx="280080" cy="45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2810421B-3984-4477-8B5A-2273549005D4}"/>
                  </a:ext>
                </a:extLst>
              </p14:cNvPr>
              <p14:cNvContentPartPr/>
              <p14:nvPr/>
            </p14:nvContentPartPr>
            <p14:xfrm>
              <a:off x="9355509" y="1250545"/>
              <a:ext cx="213120" cy="37260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2810421B-3984-4477-8B5A-2273549005D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337509" y="1214545"/>
                <a:ext cx="248760" cy="44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10F3BE8C-D3E7-483E-9FC5-294984B27D80}"/>
                  </a:ext>
                </a:extLst>
              </p14:cNvPr>
              <p14:cNvContentPartPr/>
              <p14:nvPr/>
            </p14:nvContentPartPr>
            <p14:xfrm>
              <a:off x="8739189" y="1398505"/>
              <a:ext cx="251280" cy="23652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10F3BE8C-D3E7-483E-9FC5-294984B27D8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721549" y="1362865"/>
                <a:ext cx="286920" cy="30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9F703136-C13E-4BDB-878B-76A6930D0C8A}"/>
                  </a:ext>
                </a:extLst>
              </p14:cNvPr>
              <p14:cNvContentPartPr/>
              <p14:nvPr/>
            </p14:nvContentPartPr>
            <p14:xfrm>
              <a:off x="7488189" y="624505"/>
              <a:ext cx="491400" cy="1908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9F703136-C13E-4BDB-878B-76A6930D0C8A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470549" y="588865"/>
                <a:ext cx="52704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A5BA1F2E-3974-49C0-8FF1-C670A49E8815}"/>
                  </a:ext>
                </a:extLst>
              </p14:cNvPr>
              <p14:cNvContentPartPr/>
              <p14:nvPr/>
            </p14:nvContentPartPr>
            <p14:xfrm>
              <a:off x="7849989" y="553225"/>
              <a:ext cx="201240" cy="23544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A5BA1F2E-3974-49C0-8FF1-C670A49E8815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831989" y="517225"/>
                <a:ext cx="23688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34B56859-8A9F-46F4-BED8-3AE7E638A429}"/>
                  </a:ext>
                </a:extLst>
              </p14:cNvPr>
              <p14:cNvContentPartPr/>
              <p14:nvPr/>
            </p14:nvContentPartPr>
            <p14:xfrm>
              <a:off x="8959869" y="639625"/>
              <a:ext cx="737640" cy="504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34B56859-8A9F-46F4-BED8-3AE7E638A429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942229" y="603985"/>
                <a:ext cx="77328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5C3557C9-6E89-4A90-A957-ABFAAADD6C26}"/>
                  </a:ext>
                </a:extLst>
              </p14:cNvPr>
              <p14:cNvContentPartPr/>
              <p14:nvPr/>
            </p14:nvContentPartPr>
            <p14:xfrm>
              <a:off x="8914149" y="583105"/>
              <a:ext cx="220320" cy="11484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5C3557C9-6E89-4A90-A957-ABFAAADD6C26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896509" y="547465"/>
                <a:ext cx="25596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737D656D-9FAA-4651-A6DE-271ACC1BA425}"/>
                  </a:ext>
                </a:extLst>
              </p14:cNvPr>
              <p14:cNvContentPartPr/>
              <p14:nvPr/>
            </p14:nvContentPartPr>
            <p14:xfrm>
              <a:off x="7281189" y="2093305"/>
              <a:ext cx="192600" cy="19404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737D656D-9FAA-4651-A6DE-271ACC1BA425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263549" y="2057305"/>
                <a:ext cx="22824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36014BBF-2B7C-40D8-9F43-EC024FAA8275}"/>
                  </a:ext>
                </a:extLst>
              </p14:cNvPr>
              <p14:cNvContentPartPr/>
              <p14:nvPr/>
            </p14:nvContentPartPr>
            <p14:xfrm>
              <a:off x="7324389" y="2093305"/>
              <a:ext cx="130680" cy="20916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36014BBF-2B7C-40D8-9F43-EC024FAA8275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306389" y="2057305"/>
                <a:ext cx="166320" cy="2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596A402F-9ECE-4885-BFC7-1A29CE283214}"/>
                  </a:ext>
                </a:extLst>
              </p14:cNvPr>
              <p14:cNvContentPartPr/>
              <p14:nvPr/>
            </p14:nvContentPartPr>
            <p14:xfrm>
              <a:off x="7242669" y="2173585"/>
              <a:ext cx="251280" cy="3564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596A402F-9ECE-4885-BFC7-1A29CE283214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225029" y="2137945"/>
                <a:ext cx="28692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FF0DC720-B399-458E-B9D6-F93562CCFAB9}"/>
                  </a:ext>
                </a:extLst>
              </p14:cNvPr>
              <p14:cNvContentPartPr/>
              <p14:nvPr/>
            </p14:nvContentPartPr>
            <p14:xfrm>
              <a:off x="8041509" y="2093305"/>
              <a:ext cx="198720" cy="20268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FF0DC720-B399-458E-B9D6-F93562CCFAB9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023869" y="2057305"/>
                <a:ext cx="234360" cy="2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38DD7D4E-51CA-43EE-8CC8-1E3B02050EF0}"/>
                  </a:ext>
                </a:extLst>
              </p14:cNvPr>
              <p14:cNvContentPartPr/>
              <p14:nvPr/>
            </p14:nvContentPartPr>
            <p14:xfrm>
              <a:off x="8082189" y="2083585"/>
              <a:ext cx="137520" cy="20592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38DD7D4E-51CA-43EE-8CC8-1E3B02050EF0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064549" y="2047945"/>
                <a:ext cx="17316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CD0AB47B-462F-4DC6-83E1-EDA1B74488EF}"/>
                  </a:ext>
                </a:extLst>
              </p14:cNvPr>
              <p14:cNvContentPartPr/>
              <p14:nvPr/>
            </p14:nvContentPartPr>
            <p14:xfrm>
              <a:off x="8013069" y="2181505"/>
              <a:ext cx="262440" cy="2232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CD0AB47B-462F-4DC6-83E1-EDA1B74488EF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7995069" y="2145865"/>
                <a:ext cx="29808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C206B7FA-C16D-4A05-B1A5-DAD966ED8C71}"/>
                  </a:ext>
                </a:extLst>
              </p14:cNvPr>
              <p14:cNvContentPartPr/>
              <p14:nvPr/>
            </p14:nvContentPartPr>
            <p14:xfrm>
              <a:off x="9451629" y="2040385"/>
              <a:ext cx="208800" cy="18216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C206B7FA-C16D-4A05-B1A5-DAD966ED8C71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9433989" y="2004745"/>
                <a:ext cx="24444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CECAB53F-4734-4345-9F3F-FA772242728B}"/>
                  </a:ext>
                </a:extLst>
              </p14:cNvPr>
              <p14:cNvContentPartPr/>
              <p14:nvPr/>
            </p14:nvContentPartPr>
            <p14:xfrm>
              <a:off x="9493029" y="2040385"/>
              <a:ext cx="137520" cy="18972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CECAB53F-4734-4345-9F3F-FA772242728B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9475029" y="2004745"/>
                <a:ext cx="173160" cy="2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D17F6CCC-3CC6-469A-9165-A731F740656D}"/>
                  </a:ext>
                </a:extLst>
              </p14:cNvPr>
              <p14:cNvContentPartPr/>
              <p14:nvPr/>
            </p14:nvContentPartPr>
            <p14:xfrm>
              <a:off x="9446949" y="2116705"/>
              <a:ext cx="246240" cy="1548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D17F6CCC-3CC6-469A-9165-A731F740656D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9429309" y="2080705"/>
                <a:ext cx="28188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6BCDC3FB-DA7D-4235-8D45-A4E7EAF39FAE}"/>
                  </a:ext>
                </a:extLst>
              </p14:cNvPr>
              <p14:cNvContentPartPr/>
              <p14:nvPr/>
            </p14:nvContentPartPr>
            <p14:xfrm>
              <a:off x="8821269" y="2141185"/>
              <a:ext cx="192240" cy="17352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6BCDC3FB-DA7D-4235-8D45-A4E7EAF39FAE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8803629" y="2105545"/>
                <a:ext cx="22788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EE047B70-7257-4289-8CB4-34D689F4DA6C}"/>
                  </a:ext>
                </a:extLst>
              </p14:cNvPr>
              <p14:cNvContentPartPr/>
              <p14:nvPr/>
            </p14:nvContentPartPr>
            <p14:xfrm>
              <a:off x="8858349" y="2127145"/>
              <a:ext cx="150840" cy="20412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EE047B70-7257-4289-8CB4-34D689F4DA6C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8840709" y="2091145"/>
                <a:ext cx="18648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4EB0D5A6-0AD1-405E-BE40-82FAB9227C3A}"/>
                  </a:ext>
                </a:extLst>
              </p14:cNvPr>
              <p14:cNvContentPartPr/>
              <p14:nvPr/>
            </p14:nvContentPartPr>
            <p14:xfrm>
              <a:off x="8768349" y="2218225"/>
              <a:ext cx="327240" cy="2448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4EB0D5A6-0AD1-405E-BE40-82FAB9227C3A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8750349" y="2182585"/>
                <a:ext cx="36288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71" name="Cerneală 170">
                <a:extLst>
                  <a:ext uri="{FF2B5EF4-FFF2-40B4-BE49-F238E27FC236}">
                    <a16:creationId xmlns:a16="http://schemas.microsoft.com/office/drawing/2014/main" id="{E9BC6F12-789B-49ED-AFC0-DC509EE621F7}"/>
                  </a:ext>
                </a:extLst>
              </p14:cNvPr>
              <p14:cNvContentPartPr/>
              <p14:nvPr/>
            </p14:nvContentPartPr>
            <p14:xfrm>
              <a:off x="3839949" y="1577065"/>
              <a:ext cx="428760" cy="3379320"/>
            </p14:xfrm>
          </p:contentPart>
        </mc:Choice>
        <mc:Fallback xmlns="">
          <p:pic>
            <p:nvPicPr>
              <p:cNvPr id="171" name="Cerneală 170">
                <a:extLst>
                  <a:ext uri="{FF2B5EF4-FFF2-40B4-BE49-F238E27FC236}">
                    <a16:creationId xmlns:a16="http://schemas.microsoft.com/office/drawing/2014/main" id="{E9BC6F12-789B-49ED-AFC0-DC509EE621F7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3822309" y="1541425"/>
                <a:ext cx="464400" cy="345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72" name="Cerneală 171">
                <a:extLst>
                  <a:ext uri="{FF2B5EF4-FFF2-40B4-BE49-F238E27FC236}">
                    <a16:creationId xmlns:a16="http://schemas.microsoft.com/office/drawing/2014/main" id="{442411F9-22CB-471E-BD92-0FC4DB993A1C}"/>
                  </a:ext>
                </a:extLst>
              </p14:cNvPr>
              <p14:cNvContentPartPr/>
              <p14:nvPr/>
            </p14:nvContentPartPr>
            <p14:xfrm>
              <a:off x="7271469" y="4687465"/>
              <a:ext cx="165960" cy="199800"/>
            </p14:xfrm>
          </p:contentPart>
        </mc:Choice>
        <mc:Fallback xmlns="">
          <p:pic>
            <p:nvPicPr>
              <p:cNvPr id="172" name="Cerneală 171">
                <a:extLst>
                  <a:ext uri="{FF2B5EF4-FFF2-40B4-BE49-F238E27FC236}">
                    <a16:creationId xmlns:a16="http://schemas.microsoft.com/office/drawing/2014/main" id="{442411F9-22CB-471E-BD92-0FC4DB993A1C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7253829" y="4651465"/>
                <a:ext cx="20160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73" name="Cerneală 172">
                <a:extLst>
                  <a:ext uri="{FF2B5EF4-FFF2-40B4-BE49-F238E27FC236}">
                    <a16:creationId xmlns:a16="http://schemas.microsoft.com/office/drawing/2014/main" id="{E57257B1-2031-4691-A329-3DDA200795BF}"/>
                  </a:ext>
                </a:extLst>
              </p14:cNvPr>
              <p14:cNvContentPartPr/>
              <p14:nvPr/>
            </p14:nvContentPartPr>
            <p14:xfrm>
              <a:off x="7260309" y="4692145"/>
              <a:ext cx="151560" cy="178920"/>
            </p14:xfrm>
          </p:contentPart>
        </mc:Choice>
        <mc:Fallback xmlns="">
          <p:pic>
            <p:nvPicPr>
              <p:cNvPr id="173" name="Cerneală 172">
                <a:extLst>
                  <a:ext uri="{FF2B5EF4-FFF2-40B4-BE49-F238E27FC236}">
                    <a16:creationId xmlns:a16="http://schemas.microsoft.com/office/drawing/2014/main" id="{E57257B1-2031-4691-A329-3DDA200795BF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7242309" y="4656145"/>
                <a:ext cx="18720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74" name="Cerneală 173">
                <a:extLst>
                  <a:ext uri="{FF2B5EF4-FFF2-40B4-BE49-F238E27FC236}">
                    <a16:creationId xmlns:a16="http://schemas.microsoft.com/office/drawing/2014/main" id="{C21D8D83-43CE-4FF1-8281-20275D080BA3}"/>
                  </a:ext>
                </a:extLst>
              </p14:cNvPr>
              <p14:cNvContentPartPr/>
              <p14:nvPr/>
            </p14:nvContentPartPr>
            <p14:xfrm>
              <a:off x="7183269" y="4762345"/>
              <a:ext cx="302760" cy="55080"/>
            </p14:xfrm>
          </p:contentPart>
        </mc:Choice>
        <mc:Fallback xmlns="">
          <p:pic>
            <p:nvPicPr>
              <p:cNvPr id="174" name="Cerneală 173">
                <a:extLst>
                  <a:ext uri="{FF2B5EF4-FFF2-40B4-BE49-F238E27FC236}">
                    <a16:creationId xmlns:a16="http://schemas.microsoft.com/office/drawing/2014/main" id="{C21D8D83-43CE-4FF1-8281-20275D080BA3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7165629" y="4726705"/>
                <a:ext cx="33840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75" name="Cerneală 174">
                <a:extLst>
                  <a:ext uri="{FF2B5EF4-FFF2-40B4-BE49-F238E27FC236}">
                    <a16:creationId xmlns:a16="http://schemas.microsoft.com/office/drawing/2014/main" id="{B469CCAC-1543-4B00-964C-5EF2399B0A64}"/>
                  </a:ext>
                </a:extLst>
              </p14:cNvPr>
              <p14:cNvContentPartPr/>
              <p14:nvPr/>
            </p14:nvContentPartPr>
            <p14:xfrm>
              <a:off x="8002989" y="4696825"/>
              <a:ext cx="173880" cy="163440"/>
            </p14:xfrm>
          </p:contentPart>
        </mc:Choice>
        <mc:Fallback xmlns="">
          <p:pic>
            <p:nvPicPr>
              <p:cNvPr id="175" name="Cerneală 174">
                <a:extLst>
                  <a:ext uri="{FF2B5EF4-FFF2-40B4-BE49-F238E27FC236}">
                    <a16:creationId xmlns:a16="http://schemas.microsoft.com/office/drawing/2014/main" id="{B469CCAC-1543-4B00-964C-5EF2399B0A64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7985349" y="4661185"/>
                <a:ext cx="20952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76" name="Cerneală 175">
                <a:extLst>
                  <a:ext uri="{FF2B5EF4-FFF2-40B4-BE49-F238E27FC236}">
                    <a16:creationId xmlns:a16="http://schemas.microsoft.com/office/drawing/2014/main" id="{5E3AE0F1-B0DF-4A67-BDE2-8011874D229B}"/>
                  </a:ext>
                </a:extLst>
              </p14:cNvPr>
              <p14:cNvContentPartPr/>
              <p14:nvPr/>
            </p14:nvContentPartPr>
            <p14:xfrm>
              <a:off x="7973469" y="4658305"/>
              <a:ext cx="174240" cy="215280"/>
            </p14:xfrm>
          </p:contentPart>
        </mc:Choice>
        <mc:Fallback xmlns="">
          <p:pic>
            <p:nvPicPr>
              <p:cNvPr id="176" name="Cerneală 175">
                <a:extLst>
                  <a:ext uri="{FF2B5EF4-FFF2-40B4-BE49-F238E27FC236}">
                    <a16:creationId xmlns:a16="http://schemas.microsoft.com/office/drawing/2014/main" id="{5E3AE0F1-B0DF-4A67-BDE2-8011874D229B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7955829" y="4622305"/>
                <a:ext cx="20988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77" name="Cerneală 176">
                <a:extLst>
                  <a:ext uri="{FF2B5EF4-FFF2-40B4-BE49-F238E27FC236}">
                    <a16:creationId xmlns:a16="http://schemas.microsoft.com/office/drawing/2014/main" id="{5B72D76F-42E9-4DCF-B1EE-DC5F7FE09A0D}"/>
                  </a:ext>
                </a:extLst>
              </p14:cNvPr>
              <p14:cNvContentPartPr/>
              <p14:nvPr/>
            </p14:nvContentPartPr>
            <p14:xfrm>
              <a:off x="7979229" y="4786465"/>
              <a:ext cx="310680" cy="40680"/>
            </p14:xfrm>
          </p:contentPart>
        </mc:Choice>
        <mc:Fallback xmlns="">
          <p:pic>
            <p:nvPicPr>
              <p:cNvPr id="177" name="Cerneală 176">
                <a:extLst>
                  <a:ext uri="{FF2B5EF4-FFF2-40B4-BE49-F238E27FC236}">
                    <a16:creationId xmlns:a16="http://schemas.microsoft.com/office/drawing/2014/main" id="{5B72D76F-42E9-4DCF-B1EE-DC5F7FE09A0D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7961229" y="4750825"/>
                <a:ext cx="34632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78" name="Cerneală 177">
                <a:extLst>
                  <a:ext uri="{FF2B5EF4-FFF2-40B4-BE49-F238E27FC236}">
                    <a16:creationId xmlns:a16="http://schemas.microsoft.com/office/drawing/2014/main" id="{EE236389-E09D-490D-ACDE-31109513C924}"/>
                  </a:ext>
                </a:extLst>
              </p14:cNvPr>
              <p14:cNvContentPartPr/>
              <p14:nvPr/>
            </p14:nvContentPartPr>
            <p14:xfrm>
              <a:off x="9403749" y="4557145"/>
              <a:ext cx="234720" cy="210240"/>
            </p14:xfrm>
          </p:contentPart>
        </mc:Choice>
        <mc:Fallback xmlns="">
          <p:pic>
            <p:nvPicPr>
              <p:cNvPr id="178" name="Cerneală 177">
                <a:extLst>
                  <a:ext uri="{FF2B5EF4-FFF2-40B4-BE49-F238E27FC236}">
                    <a16:creationId xmlns:a16="http://schemas.microsoft.com/office/drawing/2014/main" id="{EE236389-E09D-490D-ACDE-31109513C924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9385749" y="4521505"/>
                <a:ext cx="27036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79" name="Cerneală 178">
                <a:extLst>
                  <a:ext uri="{FF2B5EF4-FFF2-40B4-BE49-F238E27FC236}">
                    <a16:creationId xmlns:a16="http://schemas.microsoft.com/office/drawing/2014/main" id="{BF953B6E-2F44-4FD6-AF6E-E6389F497456}"/>
                  </a:ext>
                </a:extLst>
              </p14:cNvPr>
              <p14:cNvContentPartPr/>
              <p14:nvPr/>
            </p14:nvContentPartPr>
            <p14:xfrm>
              <a:off x="9450909" y="4590265"/>
              <a:ext cx="169560" cy="176040"/>
            </p14:xfrm>
          </p:contentPart>
        </mc:Choice>
        <mc:Fallback xmlns="">
          <p:pic>
            <p:nvPicPr>
              <p:cNvPr id="179" name="Cerneală 178">
                <a:extLst>
                  <a:ext uri="{FF2B5EF4-FFF2-40B4-BE49-F238E27FC236}">
                    <a16:creationId xmlns:a16="http://schemas.microsoft.com/office/drawing/2014/main" id="{BF953B6E-2F44-4FD6-AF6E-E6389F497456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9432909" y="4554265"/>
                <a:ext cx="20520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80" name="Cerneală 179">
                <a:extLst>
                  <a:ext uri="{FF2B5EF4-FFF2-40B4-BE49-F238E27FC236}">
                    <a16:creationId xmlns:a16="http://schemas.microsoft.com/office/drawing/2014/main" id="{862F9A49-E0A9-48EA-82E9-F38CC981A14B}"/>
                  </a:ext>
                </a:extLst>
              </p14:cNvPr>
              <p14:cNvContentPartPr/>
              <p14:nvPr/>
            </p14:nvContentPartPr>
            <p14:xfrm>
              <a:off x="9446949" y="4620865"/>
              <a:ext cx="300960" cy="14040"/>
            </p14:xfrm>
          </p:contentPart>
        </mc:Choice>
        <mc:Fallback xmlns="">
          <p:pic>
            <p:nvPicPr>
              <p:cNvPr id="180" name="Cerneală 179">
                <a:extLst>
                  <a:ext uri="{FF2B5EF4-FFF2-40B4-BE49-F238E27FC236}">
                    <a16:creationId xmlns:a16="http://schemas.microsoft.com/office/drawing/2014/main" id="{862F9A49-E0A9-48EA-82E9-F38CC981A14B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9429309" y="4584865"/>
                <a:ext cx="33660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81" name="Cerneală 180">
                <a:extLst>
                  <a:ext uri="{FF2B5EF4-FFF2-40B4-BE49-F238E27FC236}">
                    <a16:creationId xmlns:a16="http://schemas.microsoft.com/office/drawing/2014/main" id="{1BCCD173-1DCF-409B-9BD2-D3364E7BD8E1}"/>
                  </a:ext>
                </a:extLst>
              </p14:cNvPr>
              <p14:cNvContentPartPr/>
              <p14:nvPr/>
            </p14:nvContentPartPr>
            <p14:xfrm>
              <a:off x="8801829" y="4653625"/>
              <a:ext cx="172080" cy="187200"/>
            </p14:xfrm>
          </p:contentPart>
        </mc:Choice>
        <mc:Fallback xmlns="">
          <p:pic>
            <p:nvPicPr>
              <p:cNvPr id="181" name="Cerneală 180">
                <a:extLst>
                  <a:ext uri="{FF2B5EF4-FFF2-40B4-BE49-F238E27FC236}">
                    <a16:creationId xmlns:a16="http://schemas.microsoft.com/office/drawing/2014/main" id="{1BCCD173-1DCF-409B-9BD2-D3364E7BD8E1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8784189" y="4617625"/>
                <a:ext cx="20772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82" name="Cerneală 181">
                <a:extLst>
                  <a:ext uri="{FF2B5EF4-FFF2-40B4-BE49-F238E27FC236}">
                    <a16:creationId xmlns:a16="http://schemas.microsoft.com/office/drawing/2014/main" id="{0E5898F8-C76C-48C7-B4AA-56D748AF17D2}"/>
                  </a:ext>
                </a:extLst>
              </p14:cNvPr>
              <p14:cNvContentPartPr/>
              <p14:nvPr/>
            </p14:nvContentPartPr>
            <p14:xfrm>
              <a:off x="8811909" y="4629505"/>
              <a:ext cx="178200" cy="201600"/>
            </p14:xfrm>
          </p:contentPart>
        </mc:Choice>
        <mc:Fallback xmlns="">
          <p:pic>
            <p:nvPicPr>
              <p:cNvPr id="182" name="Cerneală 181">
                <a:extLst>
                  <a:ext uri="{FF2B5EF4-FFF2-40B4-BE49-F238E27FC236}">
                    <a16:creationId xmlns:a16="http://schemas.microsoft.com/office/drawing/2014/main" id="{0E5898F8-C76C-48C7-B4AA-56D748AF17D2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8793909" y="4593865"/>
                <a:ext cx="21384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83" name="Cerneală 182">
                <a:extLst>
                  <a:ext uri="{FF2B5EF4-FFF2-40B4-BE49-F238E27FC236}">
                    <a16:creationId xmlns:a16="http://schemas.microsoft.com/office/drawing/2014/main" id="{C17BFECC-D73F-42A6-BD89-AB3FCA95FF9F}"/>
                  </a:ext>
                </a:extLst>
              </p14:cNvPr>
              <p14:cNvContentPartPr/>
              <p14:nvPr/>
            </p14:nvContentPartPr>
            <p14:xfrm>
              <a:off x="8782749" y="4740385"/>
              <a:ext cx="244800" cy="19440"/>
            </p14:xfrm>
          </p:contentPart>
        </mc:Choice>
        <mc:Fallback xmlns="">
          <p:pic>
            <p:nvPicPr>
              <p:cNvPr id="183" name="Cerneală 182">
                <a:extLst>
                  <a:ext uri="{FF2B5EF4-FFF2-40B4-BE49-F238E27FC236}">
                    <a16:creationId xmlns:a16="http://schemas.microsoft.com/office/drawing/2014/main" id="{C17BFECC-D73F-42A6-BD89-AB3FCA95FF9F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8764749" y="4704745"/>
                <a:ext cx="28044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84" name="Cerneală 183">
                <a:extLst>
                  <a:ext uri="{FF2B5EF4-FFF2-40B4-BE49-F238E27FC236}">
                    <a16:creationId xmlns:a16="http://schemas.microsoft.com/office/drawing/2014/main" id="{5094F154-306B-4137-8BD3-5149886C3725}"/>
                  </a:ext>
                </a:extLst>
              </p14:cNvPr>
              <p14:cNvContentPartPr/>
              <p14:nvPr/>
            </p14:nvContentPartPr>
            <p14:xfrm>
              <a:off x="7334109" y="5301985"/>
              <a:ext cx="189000" cy="246240"/>
            </p14:xfrm>
          </p:contentPart>
        </mc:Choice>
        <mc:Fallback xmlns="">
          <p:pic>
            <p:nvPicPr>
              <p:cNvPr id="184" name="Cerneală 183">
                <a:extLst>
                  <a:ext uri="{FF2B5EF4-FFF2-40B4-BE49-F238E27FC236}">
                    <a16:creationId xmlns:a16="http://schemas.microsoft.com/office/drawing/2014/main" id="{5094F154-306B-4137-8BD3-5149886C3725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7316109" y="5266345"/>
                <a:ext cx="224640" cy="31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85" name="Cerneală 184">
                <a:extLst>
                  <a:ext uri="{FF2B5EF4-FFF2-40B4-BE49-F238E27FC236}">
                    <a16:creationId xmlns:a16="http://schemas.microsoft.com/office/drawing/2014/main" id="{E2EE4886-BA81-4309-94CA-729E253AC191}"/>
                  </a:ext>
                </a:extLst>
              </p14:cNvPr>
              <p14:cNvContentPartPr/>
              <p14:nvPr/>
            </p14:nvContentPartPr>
            <p14:xfrm>
              <a:off x="7892469" y="5232145"/>
              <a:ext cx="249840" cy="311040"/>
            </p14:xfrm>
          </p:contentPart>
        </mc:Choice>
        <mc:Fallback xmlns="">
          <p:pic>
            <p:nvPicPr>
              <p:cNvPr id="185" name="Cerneală 184">
                <a:extLst>
                  <a:ext uri="{FF2B5EF4-FFF2-40B4-BE49-F238E27FC236}">
                    <a16:creationId xmlns:a16="http://schemas.microsoft.com/office/drawing/2014/main" id="{E2EE4886-BA81-4309-94CA-729E253AC191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7874829" y="5196145"/>
                <a:ext cx="285480" cy="38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86" name="Cerneală 185">
                <a:extLst>
                  <a:ext uri="{FF2B5EF4-FFF2-40B4-BE49-F238E27FC236}">
                    <a16:creationId xmlns:a16="http://schemas.microsoft.com/office/drawing/2014/main" id="{2543D67D-4849-4EE9-85C0-16C5DEDBC58F}"/>
                  </a:ext>
                </a:extLst>
              </p14:cNvPr>
              <p14:cNvContentPartPr/>
              <p14:nvPr/>
            </p14:nvContentPartPr>
            <p14:xfrm>
              <a:off x="9529029" y="5116225"/>
              <a:ext cx="231480" cy="302760"/>
            </p14:xfrm>
          </p:contentPart>
        </mc:Choice>
        <mc:Fallback xmlns="">
          <p:pic>
            <p:nvPicPr>
              <p:cNvPr id="186" name="Cerneală 185">
                <a:extLst>
                  <a:ext uri="{FF2B5EF4-FFF2-40B4-BE49-F238E27FC236}">
                    <a16:creationId xmlns:a16="http://schemas.microsoft.com/office/drawing/2014/main" id="{2543D67D-4849-4EE9-85C0-16C5DEDBC58F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9511029" y="5080225"/>
                <a:ext cx="267120" cy="37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87" name="Cerneală 186">
                <a:extLst>
                  <a:ext uri="{FF2B5EF4-FFF2-40B4-BE49-F238E27FC236}">
                    <a16:creationId xmlns:a16="http://schemas.microsoft.com/office/drawing/2014/main" id="{DD4AF468-3963-4F1A-B1B4-733FB3591D30}"/>
                  </a:ext>
                </a:extLst>
              </p14:cNvPr>
              <p14:cNvContentPartPr/>
              <p14:nvPr/>
            </p14:nvContentPartPr>
            <p14:xfrm>
              <a:off x="8772309" y="5204785"/>
              <a:ext cx="238320" cy="212040"/>
            </p14:xfrm>
          </p:contentPart>
        </mc:Choice>
        <mc:Fallback xmlns="">
          <p:pic>
            <p:nvPicPr>
              <p:cNvPr id="187" name="Cerneală 186">
                <a:extLst>
                  <a:ext uri="{FF2B5EF4-FFF2-40B4-BE49-F238E27FC236}">
                    <a16:creationId xmlns:a16="http://schemas.microsoft.com/office/drawing/2014/main" id="{DD4AF468-3963-4F1A-B1B4-733FB3591D30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8754669" y="5168785"/>
                <a:ext cx="27396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90" name="Cerneală 189">
                <a:extLst>
                  <a:ext uri="{FF2B5EF4-FFF2-40B4-BE49-F238E27FC236}">
                    <a16:creationId xmlns:a16="http://schemas.microsoft.com/office/drawing/2014/main" id="{8535D9B6-7BD7-444C-8704-72AF7DF0FF1B}"/>
                  </a:ext>
                </a:extLst>
              </p14:cNvPr>
              <p14:cNvContentPartPr/>
              <p14:nvPr/>
            </p14:nvContentPartPr>
            <p14:xfrm>
              <a:off x="6227469" y="468265"/>
              <a:ext cx="5678280" cy="5322240"/>
            </p14:xfrm>
          </p:contentPart>
        </mc:Choice>
        <mc:Fallback xmlns="">
          <p:pic>
            <p:nvPicPr>
              <p:cNvPr id="190" name="Cerneală 189">
                <a:extLst>
                  <a:ext uri="{FF2B5EF4-FFF2-40B4-BE49-F238E27FC236}">
                    <a16:creationId xmlns:a16="http://schemas.microsoft.com/office/drawing/2014/main" id="{8535D9B6-7BD7-444C-8704-72AF7DF0FF1B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6209829" y="450266"/>
                <a:ext cx="5713920" cy="53578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212" name="Cerneală 211">
                <a:extLst>
                  <a:ext uri="{FF2B5EF4-FFF2-40B4-BE49-F238E27FC236}">
                    <a16:creationId xmlns:a16="http://schemas.microsoft.com/office/drawing/2014/main" id="{A88A4EC8-0814-4F40-8B61-299752A0BDE6}"/>
                  </a:ext>
                </a:extLst>
              </p14:cNvPr>
              <p14:cNvContentPartPr/>
              <p14:nvPr/>
            </p14:nvContentPartPr>
            <p14:xfrm>
              <a:off x="7794549" y="6039625"/>
              <a:ext cx="1497600" cy="493560"/>
            </p14:xfrm>
          </p:contentPart>
        </mc:Choice>
        <mc:Fallback xmlns="">
          <p:pic>
            <p:nvPicPr>
              <p:cNvPr id="212" name="Cerneală 211">
                <a:extLst>
                  <a:ext uri="{FF2B5EF4-FFF2-40B4-BE49-F238E27FC236}">
                    <a16:creationId xmlns:a16="http://schemas.microsoft.com/office/drawing/2014/main" id="{A88A4EC8-0814-4F40-8B61-299752A0BDE6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7776549" y="6021985"/>
                <a:ext cx="1533240" cy="52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213" name="Cerneală 212">
                <a:extLst>
                  <a:ext uri="{FF2B5EF4-FFF2-40B4-BE49-F238E27FC236}">
                    <a16:creationId xmlns:a16="http://schemas.microsoft.com/office/drawing/2014/main" id="{E727F221-F9CB-4D87-B393-D539423384BE}"/>
                  </a:ext>
                </a:extLst>
              </p14:cNvPr>
              <p14:cNvContentPartPr/>
              <p14:nvPr/>
            </p14:nvContentPartPr>
            <p14:xfrm>
              <a:off x="6616629" y="6195505"/>
              <a:ext cx="895680" cy="268560"/>
            </p14:xfrm>
          </p:contentPart>
        </mc:Choice>
        <mc:Fallback xmlns="">
          <p:pic>
            <p:nvPicPr>
              <p:cNvPr id="213" name="Cerneală 212">
                <a:extLst>
                  <a:ext uri="{FF2B5EF4-FFF2-40B4-BE49-F238E27FC236}">
                    <a16:creationId xmlns:a16="http://schemas.microsoft.com/office/drawing/2014/main" id="{E727F221-F9CB-4D87-B393-D539423384BE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6598989" y="6177865"/>
                <a:ext cx="93132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214" name="Cerneală 213">
                <a:extLst>
                  <a:ext uri="{FF2B5EF4-FFF2-40B4-BE49-F238E27FC236}">
                    <a16:creationId xmlns:a16="http://schemas.microsoft.com/office/drawing/2014/main" id="{6D9BB702-376A-4159-B6C3-92A0878824A6}"/>
                  </a:ext>
                </a:extLst>
              </p14:cNvPr>
              <p14:cNvContentPartPr/>
              <p14:nvPr/>
            </p14:nvContentPartPr>
            <p14:xfrm>
              <a:off x="6188949" y="6293425"/>
              <a:ext cx="189360" cy="107640"/>
            </p14:xfrm>
          </p:contentPart>
        </mc:Choice>
        <mc:Fallback xmlns="">
          <p:pic>
            <p:nvPicPr>
              <p:cNvPr id="214" name="Cerneală 213">
                <a:extLst>
                  <a:ext uri="{FF2B5EF4-FFF2-40B4-BE49-F238E27FC236}">
                    <a16:creationId xmlns:a16="http://schemas.microsoft.com/office/drawing/2014/main" id="{6D9BB702-376A-4159-B6C3-92A0878824A6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6170983" y="6275785"/>
                <a:ext cx="224932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215" name="Cerneală 214">
                <a:extLst>
                  <a:ext uri="{FF2B5EF4-FFF2-40B4-BE49-F238E27FC236}">
                    <a16:creationId xmlns:a16="http://schemas.microsoft.com/office/drawing/2014/main" id="{ECE1A4A2-6DB6-47A7-B1CB-273B4BBB49AB}"/>
                  </a:ext>
                </a:extLst>
              </p14:cNvPr>
              <p14:cNvContentPartPr/>
              <p14:nvPr/>
            </p14:nvContentPartPr>
            <p14:xfrm>
              <a:off x="4632669" y="6095425"/>
              <a:ext cx="1407600" cy="553320"/>
            </p14:xfrm>
          </p:contentPart>
        </mc:Choice>
        <mc:Fallback xmlns="">
          <p:pic>
            <p:nvPicPr>
              <p:cNvPr id="215" name="Cerneală 214">
                <a:extLst>
                  <a:ext uri="{FF2B5EF4-FFF2-40B4-BE49-F238E27FC236}">
                    <a16:creationId xmlns:a16="http://schemas.microsoft.com/office/drawing/2014/main" id="{ECE1A4A2-6DB6-47A7-B1CB-273B4BBB49AB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4614669" y="6077425"/>
                <a:ext cx="1443240" cy="58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248" name="Cerneală 247">
                <a:extLst>
                  <a:ext uri="{FF2B5EF4-FFF2-40B4-BE49-F238E27FC236}">
                    <a16:creationId xmlns:a16="http://schemas.microsoft.com/office/drawing/2014/main" id="{2245B17F-E5A5-4ECE-9E5C-5AE4E7E79580}"/>
                  </a:ext>
                </a:extLst>
              </p14:cNvPr>
              <p14:cNvContentPartPr/>
              <p14:nvPr/>
            </p14:nvContentPartPr>
            <p14:xfrm>
              <a:off x="179109" y="5307385"/>
              <a:ext cx="3681000" cy="1365840"/>
            </p14:xfrm>
          </p:contentPart>
        </mc:Choice>
        <mc:Fallback xmlns="">
          <p:pic>
            <p:nvPicPr>
              <p:cNvPr id="248" name="Cerneală 247">
                <a:extLst>
                  <a:ext uri="{FF2B5EF4-FFF2-40B4-BE49-F238E27FC236}">
                    <a16:creationId xmlns:a16="http://schemas.microsoft.com/office/drawing/2014/main" id="{2245B17F-E5A5-4ECE-9E5C-5AE4E7E79580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61109" y="5289385"/>
                <a:ext cx="3716640" cy="140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16385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ine 52">
            <a:extLst>
              <a:ext uri="{FF2B5EF4-FFF2-40B4-BE49-F238E27FC236}">
                <a16:creationId xmlns:a16="http://schemas.microsoft.com/office/drawing/2014/main" id="{09A8A207-BB0D-4D7B-A21E-E3F3F5DA4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868708"/>
            <a:ext cx="5667375" cy="42767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372BBCED-DFB7-4874-B91A-2873679F1241}"/>
                  </a:ext>
                </a:extLst>
              </p14:cNvPr>
              <p14:cNvContentPartPr/>
              <p14:nvPr/>
            </p14:nvContentPartPr>
            <p14:xfrm>
              <a:off x="2463669" y="1467265"/>
              <a:ext cx="873000" cy="34740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372BBCED-DFB7-4874-B91A-2873679F12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45669" y="1449265"/>
                <a:ext cx="908640" cy="38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2ED04780-BC15-49B5-8786-D0942C061D7D}"/>
                  </a:ext>
                </a:extLst>
              </p14:cNvPr>
              <p14:cNvContentPartPr/>
              <p14:nvPr/>
            </p14:nvContentPartPr>
            <p14:xfrm>
              <a:off x="4099509" y="165505"/>
              <a:ext cx="932760" cy="47412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2ED04780-BC15-49B5-8786-D0942C061D7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81862" y="147865"/>
                <a:ext cx="968414" cy="50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3991A135-A362-47D6-92EC-546358B71F4B}"/>
                  </a:ext>
                </a:extLst>
              </p14:cNvPr>
              <p14:cNvContentPartPr/>
              <p14:nvPr/>
            </p14:nvContentPartPr>
            <p14:xfrm>
              <a:off x="2129589" y="133105"/>
              <a:ext cx="1373040" cy="47700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3991A135-A362-47D6-92EC-546358B71F4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11594" y="115105"/>
                <a:ext cx="1408671" cy="51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1DEB4C58-5C5C-4412-9188-EDE5D95867C4}"/>
                  </a:ext>
                </a:extLst>
              </p14:cNvPr>
              <p14:cNvContentPartPr/>
              <p14:nvPr/>
            </p14:nvContentPartPr>
            <p14:xfrm>
              <a:off x="433269" y="155065"/>
              <a:ext cx="1292760" cy="32148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1DEB4C58-5C5C-4412-9188-EDE5D95867C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15269" y="137065"/>
                <a:ext cx="1328400" cy="35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7B0D7ACD-AB5D-4D43-8170-3BCD2FF85B72}"/>
                  </a:ext>
                </a:extLst>
              </p14:cNvPr>
              <p14:cNvContentPartPr/>
              <p14:nvPr/>
            </p14:nvContentPartPr>
            <p14:xfrm>
              <a:off x="2483109" y="1924825"/>
              <a:ext cx="1000080" cy="301788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7B0D7ACD-AB5D-4D43-8170-3BCD2FF85B7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465115" y="1906825"/>
                <a:ext cx="1035707" cy="305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C60E7BDB-837F-4CDF-9EA5-62B608C2A7FD}"/>
                  </a:ext>
                </a:extLst>
              </p14:cNvPr>
              <p14:cNvContentPartPr/>
              <p14:nvPr/>
            </p14:nvContentPartPr>
            <p14:xfrm>
              <a:off x="6553195" y="3703317"/>
              <a:ext cx="4159440" cy="232524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C60E7BDB-837F-4CDF-9EA5-62B608C2A7F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535555" y="3685317"/>
                <a:ext cx="4195080" cy="236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35" name="Cerneală 134">
                <a:extLst>
                  <a:ext uri="{FF2B5EF4-FFF2-40B4-BE49-F238E27FC236}">
                    <a16:creationId xmlns:a16="http://schemas.microsoft.com/office/drawing/2014/main" id="{4DEFF877-36B6-49A2-BC5F-8FA016298B0C}"/>
                  </a:ext>
                </a:extLst>
              </p14:cNvPr>
              <p14:cNvContentPartPr/>
              <p14:nvPr/>
            </p14:nvContentPartPr>
            <p14:xfrm>
              <a:off x="6395229" y="237865"/>
              <a:ext cx="5661360" cy="3295440"/>
            </p14:xfrm>
          </p:contentPart>
        </mc:Choice>
        <mc:Fallback xmlns="">
          <p:pic>
            <p:nvPicPr>
              <p:cNvPr id="135" name="Cerneală 134">
                <a:extLst>
                  <a:ext uri="{FF2B5EF4-FFF2-40B4-BE49-F238E27FC236}">
                    <a16:creationId xmlns:a16="http://schemas.microsoft.com/office/drawing/2014/main" id="{4DEFF877-36B6-49A2-BC5F-8FA016298B0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377589" y="219865"/>
                <a:ext cx="5697000" cy="333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37" name="Cerneală 136">
                <a:extLst>
                  <a:ext uri="{FF2B5EF4-FFF2-40B4-BE49-F238E27FC236}">
                    <a16:creationId xmlns:a16="http://schemas.microsoft.com/office/drawing/2014/main" id="{5835A8D0-30B3-4419-8892-FE451E352B4F}"/>
                  </a:ext>
                </a:extLst>
              </p14:cNvPr>
              <p14:cNvContentPartPr/>
              <p14:nvPr/>
            </p14:nvContentPartPr>
            <p14:xfrm>
              <a:off x="4440789" y="1533865"/>
              <a:ext cx="668520" cy="3419640"/>
            </p14:xfrm>
          </p:contentPart>
        </mc:Choice>
        <mc:Fallback xmlns="">
          <p:pic>
            <p:nvPicPr>
              <p:cNvPr id="137" name="Cerneală 136">
                <a:extLst>
                  <a:ext uri="{FF2B5EF4-FFF2-40B4-BE49-F238E27FC236}">
                    <a16:creationId xmlns:a16="http://schemas.microsoft.com/office/drawing/2014/main" id="{5835A8D0-30B3-4419-8892-FE451E352B4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423149" y="1516225"/>
                <a:ext cx="704160" cy="345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59" name="Cerneală 158">
                <a:extLst>
                  <a:ext uri="{FF2B5EF4-FFF2-40B4-BE49-F238E27FC236}">
                    <a16:creationId xmlns:a16="http://schemas.microsoft.com/office/drawing/2014/main" id="{31CF8EA9-3709-443E-8ABF-606F9928AA16}"/>
                  </a:ext>
                </a:extLst>
              </p14:cNvPr>
              <p14:cNvContentPartPr/>
              <p14:nvPr/>
            </p14:nvContentPartPr>
            <p14:xfrm>
              <a:off x="7505829" y="4470385"/>
              <a:ext cx="3431520" cy="1636920"/>
            </p14:xfrm>
          </p:contentPart>
        </mc:Choice>
        <mc:Fallback xmlns="">
          <p:pic>
            <p:nvPicPr>
              <p:cNvPr id="159" name="Cerneală 158">
                <a:extLst>
                  <a:ext uri="{FF2B5EF4-FFF2-40B4-BE49-F238E27FC236}">
                    <a16:creationId xmlns:a16="http://schemas.microsoft.com/office/drawing/2014/main" id="{31CF8EA9-3709-443E-8ABF-606F9928AA1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487829" y="4452745"/>
                <a:ext cx="3467160" cy="167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65" name="Cerneală 164">
                <a:extLst>
                  <a:ext uri="{FF2B5EF4-FFF2-40B4-BE49-F238E27FC236}">
                    <a16:creationId xmlns:a16="http://schemas.microsoft.com/office/drawing/2014/main" id="{CFE65B52-7081-4142-84D4-5C6AE95B5112}"/>
                  </a:ext>
                </a:extLst>
              </p14:cNvPr>
              <p14:cNvContentPartPr/>
              <p14:nvPr/>
            </p14:nvContentPartPr>
            <p14:xfrm>
              <a:off x="11094309" y="4764145"/>
              <a:ext cx="407160" cy="356040"/>
            </p14:xfrm>
          </p:contentPart>
        </mc:Choice>
        <mc:Fallback xmlns="">
          <p:pic>
            <p:nvPicPr>
              <p:cNvPr id="165" name="Cerneală 164">
                <a:extLst>
                  <a:ext uri="{FF2B5EF4-FFF2-40B4-BE49-F238E27FC236}">
                    <a16:creationId xmlns:a16="http://schemas.microsoft.com/office/drawing/2014/main" id="{CFE65B52-7081-4142-84D4-5C6AE95B5112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1076309" y="4746487"/>
                <a:ext cx="442800" cy="3917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70" name="Cerneală 169">
                <a:extLst>
                  <a:ext uri="{FF2B5EF4-FFF2-40B4-BE49-F238E27FC236}">
                    <a16:creationId xmlns:a16="http://schemas.microsoft.com/office/drawing/2014/main" id="{5EBE0A46-5312-460B-AA9D-1BDAE78AB814}"/>
                  </a:ext>
                </a:extLst>
              </p14:cNvPr>
              <p14:cNvContentPartPr/>
              <p14:nvPr/>
            </p14:nvContentPartPr>
            <p14:xfrm>
              <a:off x="7587909" y="6203065"/>
              <a:ext cx="1931400" cy="507240"/>
            </p14:xfrm>
          </p:contentPart>
        </mc:Choice>
        <mc:Fallback xmlns="">
          <p:pic>
            <p:nvPicPr>
              <p:cNvPr id="170" name="Cerneală 169">
                <a:extLst>
                  <a:ext uri="{FF2B5EF4-FFF2-40B4-BE49-F238E27FC236}">
                    <a16:creationId xmlns:a16="http://schemas.microsoft.com/office/drawing/2014/main" id="{5EBE0A46-5312-460B-AA9D-1BDAE78AB814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570269" y="6185425"/>
                <a:ext cx="1967040" cy="54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04" name="Cerneală 203">
                <a:extLst>
                  <a:ext uri="{FF2B5EF4-FFF2-40B4-BE49-F238E27FC236}">
                    <a16:creationId xmlns:a16="http://schemas.microsoft.com/office/drawing/2014/main" id="{78050BD2-C518-4FE5-A7D0-89FFFBECF67A}"/>
                  </a:ext>
                </a:extLst>
              </p14:cNvPr>
              <p14:cNvContentPartPr/>
              <p14:nvPr/>
            </p14:nvContentPartPr>
            <p14:xfrm>
              <a:off x="341109" y="5258065"/>
              <a:ext cx="2884680" cy="941400"/>
            </p14:xfrm>
          </p:contentPart>
        </mc:Choice>
        <mc:Fallback xmlns="">
          <p:pic>
            <p:nvPicPr>
              <p:cNvPr id="204" name="Cerneală 203">
                <a:extLst>
                  <a:ext uri="{FF2B5EF4-FFF2-40B4-BE49-F238E27FC236}">
                    <a16:creationId xmlns:a16="http://schemas.microsoft.com/office/drawing/2014/main" id="{78050BD2-C518-4FE5-A7D0-89FFFBECF67A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23469" y="5240065"/>
                <a:ext cx="2920320" cy="97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03986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243904" y="137196"/>
            <a:ext cx="1124699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b="1" dirty="0">
                <a:solidFill>
                  <a:srgbClr val="0000FF"/>
                </a:solidFill>
              </a:rPr>
              <a:t>Sinteza automatelor Moore – </a:t>
            </a:r>
            <a:r>
              <a:rPr lang="ro-RO" sz="2000" b="1" dirty="0">
                <a:solidFill>
                  <a:srgbClr val="FF0000"/>
                </a:solidFill>
              </a:rPr>
              <a:t>Exemplu de implementare cu bistabili de tip JK</a:t>
            </a:r>
          </a:p>
        </p:txBody>
      </p:sp>
      <p:pic>
        <p:nvPicPr>
          <p:cNvPr id="7" name="Imagine 6">
            <a:extLst>
              <a:ext uri="{FF2B5EF4-FFF2-40B4-BE49-F238E27FC236}">
                <a16:creationId xmlns:a16="http://schemas.microsoft.com/office/drawing/2014/main" id="{3B685FCF-CE1D-44B4-8018-B2D2B3986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439" y="868707"/>
            <a:ext cx="4757128" cy="4297633"/>
          </a:xfrm>
          <a:prstGeom prst="rect">
            <a:avLst/>
          </a:prstGeom>
        </p:spPr>
      </p:pic>
      <p:pic>
        <p:nvPicPr>
          <p:cNvPr id="8" name="Imagine 7">
            <a:extLst>
              <a:ext uri="{FF2B5EF4-FFF2-40B4-BE49-F238E27FC236}">
                <a16:creationId xmlns:a16="http://schemas.microsoft.com/office/drawing/2014/main" id="{0F2C469A-6DE6-4564-9A74-D5ED76805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43" y="868708"/>
            <a:ext cx="5667375" cy="42767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E971EC02-1277-43AB-A02F-6E8D01EAC805}"/>
                  </a:ext>
                </a:extLst>
              </p14:cNvPr>
              <p14:cNvContentPartPr/>
              <p14:nvPr/>
            </p14:nvContentPartPr>
            <p14:xfrm>
              <a:off x="669789" y="480865"/>
              <a:ext cx="526680" cy="29448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E971EC02-1277-43AB-A02F-6E8D01EAC80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2149" y="462865"/>
                <a:ext cx="562320" cy="33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1D1B3BFE-68B1-4AA8-82E3-DAF3CD84AAFF}"/>
                  </a:ext>
                </a:extLst>
              </p14:cNvPr>
              <p14:cNvContentPartPr/>
              <p14:nvPr/>
            </p14:nvContentPartPr>
            <p14:xfrm>
              <a:off x="1288269" y="478345"/>
              <a:ext cx="873000" cy="27576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1D1B3BFE-68B1-4AA8-82E3-DAF3CD84AAF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0629" y="460345"/>
                <a:ext cx="90864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A6DA411E-A6D9-4391-81E0-92DB2434C317}"/>
                  </a:ext>
                </a:extLst>
              </p14:cNvPr>
              <p14:cNvContentPartPr/>
              <p14:nvPr/>
            </p14:nvContentPartPr>
            <p14:xfrm>
              <a:off x="2723589" y="596425"/>
              <a:ext cx="160920" cy="37008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A6DA411E-A6D9-4391-81E0-92DB2434C31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05589" y="578785"/>
                <a:ext cx="196560" cy="40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C1C46418-C43A-4E5B-A91B-E14B63F8ECA2}"/>
                  </a:ext>
                </a:extLst>
              </p14:cNvPr>
              <p14:cNvContentPartPr/>
              <p14:nvPr/>
            </p14:nvContentPartPr>
            <p14:xfrm>
              <a:off x="2757069" y="511465"/>
              <a:ext cx="763920" cy="27972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C1C46418-C43A-4E5B-A91B-E14B63F8ECA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39429" y="493465"/>
                <a:ext cx="799560" cy="31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A7BAC880-B0D3-4B4B-9F67-E17CC75EF439}"/>
                  </a:ext>
                </a:extLst>
              </p14:cNvPr>
              <p14:cNvContentPartPr/>
              <p14:nvPr/>
            </p14:nvContentPartPr>
            <p14:xfrm>
              <a:off x="3330189" y="586705"/>
              <a:ext cx="269640" cy="1476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A7BAC880-B0D3-4B4B-9F67-E17CC75EF43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312549" y="568705"/>
                <a:ext cx="30528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53B47236-0B0A-4196-A88D-E9C0A7197EE3}"/>
                  </a:ext>
                </a:extLst>
              </p14:cNvPr>
              <p14:cNvContentPartPr/>
              <p14:nvPr/>
            </p14:nvContentPartPr>
            <p14:xfrm>
              <a:off x="3609909" y="619825"/>
              <a:ext cx="471240" cy="14940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53B47236-0B0A-4196-A88D-E9C0A7197EE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592269" y="601825"/>
                <a:ext cx="50688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61CD8933-1B9E-4A37-9FF2-0DA20085E329}"/>
                  </a:ext>
                </a:extLst>
              </p14:cNvPr>
              <p14:cNvContentPartPr/>
              <p14:nvPr/>
            </p14:nvContentPartPr>
            <p14:xfrm>
              <a:off x="2463669" y="1374745"/>
              <a:ext cx="772560" cy="29988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61CD8933-1B9E-4A37-9FF2-0DA20085E32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445669" y="1357105"/>
                <a:ext cx="808200" cy="33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1A49ADFC-E506-4F6B-963B-DD876F3BF748}"/>
                  </a:ext>
                </a:extLst>
              </p14:cNvPr>
              <p14:cNvContentPartPr/>
              <p14:nvPr/>
            </p14:nvContentPartPr>
            <p14:xfrm>
              <a:off x="2571669" y="2993665"/>
              <a:ext cx="966240" cy="45324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1A49ADFC-E506-4F6B-963B-DD876F3BF74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553669" y="2975665"/>
                <a:ext cx="1001880" cy="48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DD5334AF-0100-46F8-9520-CBC612708296}"/>
                  </a:ext>
                </a:extLst>
              </p14:cNvPr>
              <p14:cNvContentPartPr/>
              <p14:nvPr/>
            </p14:nvContentPartPr>
            <p14:xfrm>
              <a:off x="2583909" y="3892945"/>
              <a:ext cx="669960" cy="39024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DD5334AF-0100-46F8-9520-CBC61270829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566269" y="3875305"/>
                <a:ext cx="705600" cy="42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28A8AAAD-ABCE-4057-9F96-27260EA9DF2A}"/>
                  </a:ext>
                </a:extLst>
              </p14:cNvPr>
              <p14:cNvContentPartPr/>
              <p14:nvPr/>
            </p14:nvContentPartPr>
            <p14:xfrm>
              <a:off x="2675349" y="4411705"/>
              <a:ext cx="738360" cy="43164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28A8AAAD-ABCE-4057-9F96-27260EA9DF2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657709" y="4393705"/>
                <a:ext cx="774000" cy="46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C03DE103-6523-4EFE-A00B-3DC5C74BCE7A}"/>
                  </a:ext>
                </a:extLst>
              </p14:cNvPr>
              <p14:cNvContentPartPr/>
              <p14:nvPr/>
            </p14:nvContentPartPr>
            <p14:xfrm>
              <a:off x="2545389" y="1785145"/>
              <a:ext cx="900720" cy="74628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C03DE103-6523-4EFE-A00B-3DC5C74BCE7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527749" y="1767145"/>
                <a:ext cx="936360" cy="78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8BDB545A-7D33-4FD5-B9EA-2CF221B2DF4A}"/>
                  </a:ext>
                </a:extLst>
              </p14:cNvPr>
              <p14:cNvContentPartPr/>
              <p14:nvPr/>
            </p14:nvContentPartPr>
            <p14:xfrm>
              <a:off x="4662189" y="548545"/>
              <a:ext cx="1000800" cy="27180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8BDB545A-7D33-4FD5-B9EA-2CF221B2DF4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644549" y="530545"/>
                <a:ext cx="1036440" cy="30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A5F05ED0-B447-4E67-9D0D-527EAB5C2AFE}"/>
                  </a:ext>
                </a:extLst>
              </p14:cNvPr>
              <p14:cNvContentPartPr/>
              <p14:nvPr/>
            </p14:nvContentPartPr>
            <p14:xfrm>
              <a:off x="5158989" y="1409665"/>
              <a:ext cx="578160" cy="361332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A5F05ED0-B447-4E67-9D0D-527EAB5C2AF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140989" y="1374025"/>
                <a:ext cx="613800" cy="36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A176C687-B30C-4B68-A0B0-155C42A89C9C}"/>
                  </a:ext>
                </a:extLst>
              </p14:cNvPr>
              <p14:cNvContentPartPr/>
              <p14:nvPr/>
            </p14:nvContentPartPr>
            <p14:xfrm>
              <a:off x="6761349" y="5351305"/>
              <a:ext cx="107280" cy="17424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A176C687-B30C-4B68-A0B0-155C42A89C9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743709" y="5315665"/>
                <a:ext cx="14292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DF7ECBCB-F674-4C5E-91EC-8BDFFAFD443D}"/>
                  </a:ext>
                </a:extLst>
              </p14:cNvPr>
              <p14:cNvContentPartPr/>
              <p14:nvPr/>
            </p14:nvContentPartPr>
            <p14:xfrm>
              <a:off x="6857469" y="5366065"/>
              <a:ext cx="154800" cy="44496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DF7ECBCB-F674-4C5E-91EC-8BDFFAFD443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839829" y="5330065"/>
                <a:ext cx="190440" cy="51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E7E038BB-CA09-44FE-93F2-2C76DC8C969A}"/>
                  </a:ext>
                </a:extLst>
              </p14:cNvPr>
              <p14:cNvContentPartPr/>
              <p14:nvPr/>
            </p14:nvContentPartPr>
            <p14:xfrm>
              <a:off x="6962949" y="5765305"/>
              <a:ext cx="129600" cy="11484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E7E038BB-CA09-44FE-93F2-2C76DC8C969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945309" y="5729665"/>
                <a:ext cx="16524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3FAD9941-634D-4534-991F-5DAF274D1349}"/>
                  </a:ext>
                </a:extLst>
              </p14:cNvPr>
              <p14:cNvContentPartPr/>
              <p14:nvPr/>
            </p14:nvContentPartPr>
            <p14:xfrm>
              <a:off x="7358229" y="5592145"/>
              <a:ext cx="200520" cy="504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3FAD9941-634D-4534-991F-5DAF274D134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340229" y="5556505"/>
                <a:ext cx="23616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2080DD46-2547-4942-9D86-AB03071F8A16}"/>
                  </a:ext>
                </a:extLst>
              </p14:cNvPr>
              <p14:cNvContentPartPr/>
              <p14:nvPr/>
            </p14:nvContentPartPr>
            <p14:xfrm>
              <a:off x="7387389" y="5693305"/>
              <a:ext cx="143280" cy="972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2080DD46-2547-4942-9D86-AB03071F8A1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369389" y="5657305"/>
                <a:ext cx="17892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B2967D27-18AA-4759-A1AF-F540EA2C65BE}"/>
                  </a:ext>
                </a:extLst>
              </p14:cNvPr>
              <p14:cNvContentPartPr/>
              <p14:nvPr/>
            </p14:nvContentPartPr>
            <p14:xfrm>
              <a:off x="7930629" y="5331505"/>
              <a:ext cx="245160" cy="43092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B2967D27-18AA-4759-A1AF-F540EA2C65B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912989" y="5295505"/>
                <a:ext cx="280800" cy="50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D4BD295B-A7B8-4340-9D25-7504E92F049A}"/>
                  </a:ext>
                </a:extLst>
              </p14:cNvPr>
              <p14:cNvContentPartPr/>
              <p14:nvPr/>
            </p14:nvContentPartPr>
            <p14:xfrm>
              <a:off x="8272269" y="5722105"/>
              <a:ext cx="10080" cy="23004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D4BD295B-A7B8-4340-9D25-7504E92F049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254629" y="5686105"/>
                <a:ext cx="45720" cy="3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BFE8614C-1F45-40DE-8D04-EDE0D8FFC58E}"/>
                  </a:ext>
                </a:extLst>
              </p14:cNvPr>
              <p14:cNvContentPartPr/>
              <p14:nvPr/>
            </p14:nvContentPartPr>
            <p14:xfrm>
              <a:off x="8590149" y="5321425"/>
              <a:ext cx="171360" cy="46584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BFE8614C-1F45-40DE-8D04-EDE0D8FFC58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572509" y="5285425"/>
                <a:ext cx="207000" cy="53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89B3B915-AEEB-4A45-BC4D-F8050F88F75F}"/>
                  </a:ext>
                </a:extLst>
              </p14:cNvPr>
              <p14:cNvContentPartPr/>
              <p14:nvPr/>
            </p14:nvContentPartPr>
            <p14:xfrm>
              <a:off x="8809749" y="5684665"/>
              <a:ext cx="179280" cy="12672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89B3B915-AEEB-4A45-BC4D-F8050F88F75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791749" y="5648665"/>
                <a:ext cx="21492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4A3F9A44-F21E-4789-948C-222A5BF33805}"/>
                  </a:ext>
                </a:extLst>
              </p14:cNvPr>
              <p14:cNvContentPartPr/>
              <p14:nvPr/>
            </p14:nvContentPartPr>
            <p14:xfrm>
              <a:off x="8320869" y="5534905"/>
              <a:ext cx="43200" cy="4356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4A3F9A44-F21E-4789-948C-222A5BF3380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302869" y="5498905"/>
                <a:ext cx="78840" cy="11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64074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DC988C08-D6D0-4262-A4DC-97EF5DB3D8F1}"/>
                  </a:ext>
                </a:extLst>
              </p14:cNvPr>
              <p14:cNvContentPartPr/>
              <p14:nvPr/>
            </p14:nvContentPartPr>
            <p14:xfrm>
              <a:off x="5621949" y="185665"/>
              <a:ext cx="2468160" cy="38736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DC988C08-D6D0-4262-A4DC-97EF5DB3D8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04306" y="168025"/>
                <a:ext cx="2503805" cy="42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3398F2B4-4238-4174-B5F1-62DA07333F83}"/>
                  </a:ext>
                </a:extLst>
              </p14:cNvPr>
              <p14:cNvContentPartPr/>
              <p14:nvPr/>
            </p14:nvContentPartPr>
            <p14:xfrm>
              <a:off x="3436029" y="205825"/>
              <a:ext cx="1505880" cy="42228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3398F2B4-4238-4174-B5F1-62DA07333F8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18389" y="188185"/>
                <a:ext cx="1541520" cy="45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F2CC391D-AB9E-4F26-B42F-785D93762FCA}"/>
                  </a:ext>
                </a:extLst>
              </p14:cNvPr>
              <p14:cNvContentPartPr/>
              <p14:nvPr/>
            </p14:nvContentPartPr>
            <p14:xfrm>
              <a:off x="662949" y="331465"/>
              <a:ext cx="2139480" cy="33768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F2CC391D-AB9E-4F26-B42F-785D93762FC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4949" y="313465"/>
                <a:ext cx="2175120" cy="37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4" name="Cerneală 123">
                <a:extLst>
                  <a:ext uri="{FF2B5EF4-FFF2-40B4-BE49-F238E27FC236}">
                    <a16:creationId xmlns:a16="http://schemas.microsoft.com/office/drawing/2014/main" id="{1C84CC72-6E00-4FD9-B19E-21D7B0DB8150}"/>
                  </a:ext>
                </a:extLst>
              </p14:cNvPr>
              <p14:cNvContentPartPr/>
              <p14:nvPr/>
            </p14:nvContentPartPr>
            <p14:xfrm>
              <a:off x="7741902" y="3063244"/>
              <a:ext cx="2382120" cy="2172960"/>
            </p14:xfrm>
          </p:contentPart>
        </mc:Choice>
        <mc:Fallback xmlns="">
          <p:pic>
            <p:nvPicPr>
              <p:cNvPr id="124" name="Cerneală 123">
                <a:extLst>
                  <a:ext uri="{FF2B5EF4-FFF2-40B4-BE49-F238E27FC236}">
                    <a16:creationId xmlns:a16="http://schemas.microsoft.com/office/drawing/2014/main" id="{1C84CC72-6E00-4FD9-B19E-21D7B0DB815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724262" y="3045244"/>
                <a:ext cx="2417760" cy="220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40" name="Cerneală 239">
                <a:extLst>
                  <a:ext uri="{FF2B5EF4-FFF2-40B4-BE49-F238E27FC236}">
                    <a16:creationId xmlns:a16="http://schemas.microsoft.com/office/drawing/2014/main" id="{49D86692-8EE7-4470-83A3-8F01EB85CBBE}"/>
                  </a:ext>
                </a:extLst>
              </p14:cNvPr>
              <p14:cNvContentPartPr/>
              <p14:nvPr/>
            </p14:nvContentPartPr>
            <p14:xfrm>
              <a:off x="27549" y="846625"/>
              <a:ext cx="11918160" cy="5434920"/>
            </p14:xfrm>
          </p:contentPart>
        </mc:Choice>
        <mc:Fallback xmlns="">
          <p:pic>
            <p:nvPicPr>
              <p:cNvPr id="240" name="Cerneală 239">
                <a:extLst>
                  <a:ext uri="{FF2B5EF4-FFF2-40B4-BE49-F238E27FC236}">
                    <a16:creationId xmlns:a16="http://schemas.microsoft.com/office/drawing/2014/main" id="{49D86692-8EE7-4470-83A3-8F01EB85CBB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909" y="828984"/>
                <a:ext cx="11953800" cy="547056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248820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243904" y="137196"/>
            <a:ext cx="1124699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b="1" dirty="0">
                <a:solidFill>
                  <a:srgbClr val="0000FF"/>
                </a:solidFill>
              </a:rPr>
              <a:t>Sinteza automatelor Moore – </a:t>
            </a:r>
            <a:r>
              <a:rPr lang="ro-RO" sz="2000" b="1" dirty="0">
                <a:solidFill>
                  <a:srgbClr val="FF0000"/>
                </a:solidFill>
              </a:rPr>
              <a:t>Exemplu de implementare cu bistabili de tip JK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B195E625-E895-4221-A2E5-3608949D5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594391"/>
            <a:ext cx="10328444" cy="612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320933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5225</TotalTime>
  <Words>286</Words>
  <Application>Microsoft Office PowerPoint</Application>
  <PresentationFormat>Ecran lat</PresentationFormat>
  <Paragraphs>35</Paragraphs>
  <Slides>26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Temă Office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>Ionel Bostan</dc:creator>
  <cp:lastModifiedBy>Ionel Bostan</cp:lastModifiedBy>
  <cp:revision>349</cp:revision>
  <dcterms:created xsi:type="dcterms:W3CDTF">2020-09-24T15:20:51Z</dcterms:created>
  <dcterms:modified xsi:type="dcterms:W3CDTF">2026-01-24T06:49:01Z</dcterms:modified>
</cp:coreProperties>
</file>