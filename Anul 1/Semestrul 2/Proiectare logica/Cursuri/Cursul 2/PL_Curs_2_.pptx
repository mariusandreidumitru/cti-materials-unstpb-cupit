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345" r:id="rId2"/>
    <p:sldId id="306" r:id="rId3"/>
    <p:sldId id="305" r:id="rId4"/>
    <p:sldId id="288" r:id="rId5"/>
    <p:sldId id="293" r:id="rId6"/>
    <p:sldId id="337" r:id="rId7"/>
    <p:sldId id="336" r:id="rId8"/>
    <p:sldId id="338" r:id="rId9"/>
    <p:sldId id="339" r:id="rId10"/>
    <p:sldId id="331" r:id="rId11"/>
    <p:sldId id="340" r:id="rId12"/>
    <p:sldId id="341" r:id="rId13"/>
    <p:sldId id="332" r:id="rId14"/>
    <p:sldId id="335" r:id="rId15"/>
    <p:sldId id="334" r:id="rId16"/>
    <p:sldId id="342" r:id="rId17"/>
    <p:sldId id="333" r:id="rId18"/>
    <p:sldId id="307" r:id="rId19"/>
    <p:sldId id="308" r:id="rId20"/>
    <p:sldId id="343" r:id="rId21"/>
    <p:sldId id="309" r:id="rId22"/>
    <p:sldId id="312" r:id="rId23"/>
    <p:sldId id="298" r:id="rId24"/>
    <p:sldId id="311" r:id="rId25"/>
    <p:sldId id="310" r:id="rId26"/>
    <p:sldId id="313" r:id="rId27"/>
    <p:sldId id="315" r:id="rId28"/>
    <p:sldId id="314" r:id="rId29"/>
    <p:sldId id="316" r:id="rId30"/>
    <p:sldId id="344" r:id="rId31"/>
    <p:sldId id="317" r:id="rId32"/>
    <p:sldId id="318" r:id="rId33"/>
    <p:sldId id="321" r:id="rId34"/>
    <p:sldId id="319" r:id="rId35"/>
    <p:sldId id="322" r:id="rId36"/>
    <p:sldId id="323" r:id="rId37"/>
    <p:sldId id="325" r:id="rId38"/>
    <p:sldId id="327" r:id="rId39"/>
    <p:sldId id="326" r:id="rId40"/>
    <p:sldId id="328" r:id="rId41"/>
    <p:sldId id="324" r:id="rId42"/>
    <p:sldId id="329" r:id="rId43"/>
    <p:sldId id="330" r:id="rId44"/>
    <p:sldId id="346" r:id="rId45"/>
    <p:sldId id="291" r:id="rId46"/>
    <p:sldId id="299" r:id="rId47"/>
    <p:sldId id="302" r:id="rId48"/>
    <p:sldId id="300" r:id="rId49"/>
    <p:sldId id="301" r:id="rId50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5" autoAdjust="0"/>
  </p:normalViewPr>
  <p:slideViewPr>
    <p:cSldViewPr>
      <p:cViewPr varScale="1">
        <p:scale>
          <a:sx n="99" d="100"/>
          <a:sy n="99" d="100"/>
        </p:scale>
        <p:origin x="126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11.7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30 166,'0'7,"-1"1,1-1,0 0,1 0,-1 0,1 0,1 1,0-1,0 0,0-1,0 1,1 0,1-1,-1 1,1-1,0 0,0 0,1-1,-1 1,1-1,0 0,1 0,-1-1,1 0,0 1,0-2,1 1,-1-1,7 2,-10-4,0-1,0 0,0 0,0-1,-1 1,1 0,0-1,0 0,0 0,-1 0,1 0,-1 0,1 0,-1-1,1 1,-1-1,0 0,1 1,-1-1,0 0,0-1,0 1,-1 0,1 0,-1-1,1 1,-1-1,0 1,0-1,1-1,21-86,-21 81,-1 0,0 0,0-1,-1 1,0 0,-1-1,0 1,0 0,-1 0,-1 0,1 0,-1 0,-1 0,1 1,-1-1,-1 1,0 0,0 0,-1 1,-4-6,7 11,1 0,-1 0,0 0,0 1,0-1,0 1,-1-1,1 1,0 0,-1 1,1-1,0 0,-1 1,1 0,-1 0,1 0,-1 0,1 0,-1 1,1-1,0 1,-1 0,1 0,0 0,0 1,-1-1,1 1,0 0,1 0,-1 0,0 0,0 0,1 1,-5 2,0 2,1-1,0 1,0 0,0 0,1 1,0-1,1 1,0 0,0 1,0-1,1 2,1-2,1 0,0 0,0 1,0-1,1 0,1 0,-1 1,1-1,1 0,0 0,2 6,6 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12.5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1 326,'51'-316,"-48"306,-2 28,-13 372,7-336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32.8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0,'20'35,"1"0,2-1,1-2,2 0,13 10,-29-32,0 0,1-1,1 0,-1-1,1 0,1-1,-1 0,1-1,1 0,-1-1,1-1,-1 0,1-1,0-1,1 0,12 0,-20-2,-1-1,1 0,-1 0,0-1,0 0,0 0,0 0,0-1,0 0,-1 0,1 0,-1-1,0 1,0-2,0 1,0 0,-1-1,0 0,0 0,0 0,0 0,-1-1,0 0,0 1,-1-1,1 0,-1 0,0-1,-1 1,0 0,0-1,0 1,-1 0,0-3,2-3,0 0,-1 0,-1 1,0-1,0 0,-1 0,-2-9,3 20,0 1,0 0,0-1,0 1,0-1,0 1,0 0,0-1,0 1,0-1,0 1,0 0,0-1,-1 1,1-1,0 1,0 0,0-1,0 1,-1 0,1-1,0 1,0 0,-1-1,1 1,0 0,-1 0,1-1,0 1,-1 0,1 0,0-1,-1 1,1 0,-1 0,1 0,0 0,-1 0,1 0,-1 0,1 0,0 0,-1 0,1 0,-1 0,1 0,0 0,-1 0,1 0,-1 0,1 0,0 1,-1-1,1 0,0 0,-1 0,1 1,-1-1,-11 25,3 16,2 0,1 1,3 0,1 0,3 17,-1-44,12 327,0 77,-14-382,-1 0,-1 0,-3-1,0 1,-11 26,14-49,-1-1,-1 0,0 0,-1 0,0-1,-1 0,0 0,-1-1,0 0,-1 0,0-1,-1-1,0 0,0 0,-1-1,-4 2,11-7,0 0,0 0,0 0,-1-1,1 0,0 0,-1-1,0 1,1-1,-1 0,0-1,0 1,0-1,1-1,-1 1,0-1,0 0,1 0,-1 0,0-1,1 0,-1 0,1 0,0-1,0 0,0 0,0 0,1-1,-1 1,1-1,-1 0,2 0,-3-3,-9-17,1 0,1-1,2 0,0-1,2 0,0 0,2-1,1 0,1-7,-27-174,32 205,-1 0,0 1,1-1,-1 0,1 0,0 1,0-1,0 0,0 0,0 0,1 1,-1-1,1 0,0 1,0-1,0 1,0-1,0 1,1-1,-1 1,1-1,-1 1,1 0,0 0,0 0,0 0,0 0,0 1,0-1,1 1,-1-1,3 0,118-3,285-3,-337 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33.3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1,'7'0,"11"0,10 0,9 0,9 0,6 0,4 0,-2 2,-7 2,-11-1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33.5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0,'14'2,"15"1,17 0,14-3,13-1,-6-1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29.7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646 68,'-99'-11,"-31"1,76 19,1 3,-1 2,-8 5,52-16,-1 0,1 1,0 0,0 1,0 0,1 1,-1 0,1 0,1 1,-1 0,1 0,1 1,-1 0,1 1,1-1,-1 1,1 1,1-1,0 1,0 0,1 0,0 1,1-1,0 1,1 0,-2 22,1 0,2 1,2-1,2 15,-1-34,0-1,1 1,1-1,0 0,0-1,2 1,-1-1,2 0,-1 0,2-1,0 1,0-2,1 1,0-1,0-1,2 0,-1 0,1-1,0 0,0-1,1 0,0-1,1 0,-1-1,1 0,6 1,11-1,0-1,0-1,0-2,0 0,1-3,-1 0,0-2,-1-1,1-2,-1 0,0-2,-1-1,25-13,-36 13,0 0,-1 0,-1-1,0-1,0-1,-1 0,-1-1,0-1,-1 0,-1 0,0-1,-1 0,-1-1,0 0,-2-1,4-10,-5 5,-2 0,0 0,-1-1,-2 0,0 1,-2-1,0 0,-2-2,2 16,2 2,-2 0,1-1,-1 1,0 0,-1 0,0 0,0 0,-1 0,0 1,-1-1,1 1,-1 0,-1 0,1 0,-1 0,0 1,-1 0,1 0,-1 0,-1 1,1 0,-2-1,-11-3,0 0,-1 2,0 0,-1 1,1 1,-1 1,0 1,0 1,0 1,0 0,0 2,-7 1,-8 3,0 3,0 0,0 3,-21 9,3 0</inkml:trace>
  <inkml:trace contextRef="#ctx0" brushRef="#br0" timeOffset="20370.156">753 1005,'0'-4,"0"0,-1 0,1 0,-1 0,1 1,-1-1,-1 0,1 0,0 1,-1-1,0 1,0-1,0 1,0 0,0-1,-1 1,1 1,-1-1,0 0,0 0,0 1,0 0,0 0,-1 0,1 0,-1 0,-1 0,-9-7,0 1,-1 1,0 1,-1 0,1 0,-1 2,0 0,0 1,-1 0,1 1,-1 1,1 1,-1 1,1 0,-17 3,-96 40,119-37,1 1,0 0,0 1,1 0,0 0,1 1,0 0,-5 9,1-2,-3 2,1 1,0 1,2 0,1 0,0 1,2 1,0-1,1 1,2 1,0-1,2 1,0 11,2-12,1-1,1 1,1 0,1 0,1-1,1 1,4 10,-5-20,0-1,0 1,1-1,1-1,0 1,0-1,2 0,-1 0,1-1,0 0,1 0,1-1,-1-1,1 1,1-1,1 0,9 2,0-1,0-1,1-1,0-1,0-1,1-1,0-1,-1 0,1-2,0-1,0-1,0-1,0-1,-1 0,1-2,-1-1,0-1,-1 0,11-7,-20 7,-1-1,0 0,-1-1,0 0,0 0,-1-1,0 0,-1-1,0 0,-1-1,0 1,-1-1,0-1,-1 1,0-1,-1 0,0 0,-1 0,-1 0,0-5,11-27,-7 25,4-8,-1-1,-2 0,0-1,-2 1,-2-1,0 0,-2-1,-3-26,0 48,-1-1,-1 0,1 1,-2 0,1 0,-1 0,-1 0,0 1,0 0,0 0,-1 0,0 1,-1 0,0 1,0-1,0 1,0 1,-1 0,0 0,0 1,-1 0,1 0,-1 1,0 0,0 1,0 0,0 1,0 0,0 1,0 0,-1 0,-2 1,-83 15,81-10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27.6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41 348,'-24'175,"21"174,3-348,0 1,0-1,0 1,0-1,0 1,0-1,0 0,0 1,1-1,-1 1,1-1,-1 1,1-1,-1 0,1 1,0-1,0 0,0 0,-1 1,1-1,0 0,1 0,-1 0,0 0,0 0,0 0,0-1,1 1,-1 0,0-1,1 1,-1-1,1 1,-1-1,1 0,-1 1,1-1,-1 0,1 0,-1 0,1 0,0 0,158 3,4 6,-13 16,-23 6,-126-30,14 3,0-1,0 0,1-1,-1-1,0-1,1 0,8-2,22 0,715 2,-650 13,226 1,-194-1,118-13,-148-14,2 6,34-5,-48-3,-97 16,21-3,-1 0,0-2,1-1,-2-1,1-1,-1-1,9-6,-29 11,0 0,0 0,0 0,-1-1,0 0,0 1,0-1,0 0,-1-1,0 1,0 0,0-1,-1 1,1-1,-2 1,1-1,0 0,-1 1,0-1,0 0,-1 0,4-24,4-257,-21 100,14 182,0 0,-1 0,1 0,-1 0,0 0,-1 0,1 0,-1 0,0 0,0 1,0-1,-1 0,0 1,0 0,0 0,0 0,-1 0,1 0,-1 1,0-1,0 1,0 0,0 1,-1-1,0 1,1-1,-1 1,0 1,0-1,0 1,0 0,0 0,0 0,0 0,0 1,-1 0,-159-5,-15-9,-166-5,-211 19,347-13,135 14,40 0,-1-1,1-2,0-1,-28-6,-193-25,190 28,-93-21,138 20,-1 1,1 1,-1 1,0 1,1 1,-1 1,-2 0,-116-12,114 8,0 2,0 0,-1 2,1 1,0 1,-20 3,27-2,0 0,0 2,0 0,0 2,0 0,1 0,0 2,1 0,0 2,0-1,1 2,0 0,1 1,0 1,-2 3,-33 57,41-59</inkml:trace>
  <inkml:trace contextRef="#ctx0" brushRef="#br0" timeOffset="17832.108">94 1190,'-25'38,"16"-13,1 1,1 0,1 0,2 0,1 1,0 13,1 205,1-238,0-1,1 1,0 0,0-1,0 1,1 0,0-1,0 1,0-1,1 0,0 1,0-1,1 0,0 0,0 0,0 0,1-1,0 1,0-1,0 0,1 0,0-1,3 4,11 0,0 0,1-2,-1 0,1-1,0-1,1-1,-1 0,14-2,11-2,-30 0,0 0,0 2,1-1,-1 2,0 0,-1 0,7 3,115 20,-56-15,-19 0,1-3,-1-3,25-3,-81-1,46-1,1 3,-1 1,37 8,-49-5,0-3,0 0,38-4,42 2,3 13,345-15,-254-13,25 14,-134-13,72-1,-16 23,-156-8,1 0,1 0,-1 0,0 0,0-1,0 0,0 0,0 0,0-1,0 0,1 0,-1 0,-1-1,1 1,0-1,0 0,-1-1,3-1,12-8,-12 9,0-1,-1 1,0-1,0-1,0 1,0-1,0 0,-1 0,0-1,0 1,-1-1,1 0,-1-1,-1 1,1-1,-1 1,0-1,-1 0,1 0,-1-4,-3-196,-1 185,0 0,-2 0,-1 1,0-1,-2 1,-5-11,-10-36,21 61,0 0,-1 0,0 0,0 0,-1 0,0 0,0 0,-1 1,0 0,0 0,0 0,-1 0,1 0,-2 1,1 0,0 0,-1 0,0 1,0 0,-5-2,-189-62,-68 51,176-4,42 9,1 2,-1 2,-20 1,-460-21,88 29,190 13,-450-15,547 15,155-14,-2-1,1 1,-1 0,0 0,0 0,1 0,-1 0,0 0,1 0,-1 1,0-1,1 1,-1-1,0 1,1 0,-1-1,1 1,-1 0,1 0,-1 0,1 0,0 0,0 1,-1-1,1 0,0 1,-3 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34.4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0 218,'4'-8,"0"0,1 1,0-1,0 1,1 0,-1 0,2 1,-1-1,1 1,0 1,0-1,0 1,1 0,0 1,0 0,0 0,0 1,1 0,-1 0,1 1,0 0,0 1,-1 0,1 0,8 1,-13 0,-1 1,0 0,0 0,0 0,1 0,-1 0,0 1,0-1,0 1,-1 0,1 0,0 0,-1 0,1 0,-1 1,0-1,0 1,0-1,0 1,0 0,0 0,-1 0,0 0,1 0,-1 0,0 0,0 3,11 92,-12-97,1 61,-2-35,1 0,2 0,0 0,7 25,-9-53,1 1,-1-1,0 1,1-1,-1 0,0 1,1-1,-1 1,1-1,-1 1,1-1,-1 1,1-1,0 1,-1 0,1-1,-1 1,1 0,0-1,-1 1,1 0,0 0,-1 0,1 0,0-1,0 1,-1 0,1 0,0 0,-1 1,1-1,0 0,-1 0,1 0,0 0,-1 1,1-1,0 0,-1 1,1-1,-1 0,1 1,0-1,-1 1,1-1,-1 1,1-1,-1 1,0-1,1 1,-1-1,1 1,-1 0,0-1,0 1,1 0,-1-1,0 1,0 0,0-1,0 1,0 0,0 0,38-98,-31 75,1 0,0 0,2 1,1 0,6-8,-17 28,0 0,0-1,1 1,-1 0,1 0,-1 0,1 0,0 0,-1 0,1 0,0 0,0 0,-1 0,1 0,0 0,0 0,0 0,0 1,0-1,0 0,1 1,-1-1,0 1,0-1,0 1,1 0,-1-1,0 1,0 0,1 0,-1 0,0 0,0 0,1 0,-1 0,0 1,0-1,0 0,1 1,-1-1,0 1,0-1,0 1,0-1,0 1,0 0,1 0,1 8,-1 0,0 0,0 0,-1 0,0 0,-1 1,0-1,-1 9,1 1,3 121,-3-139,0 0,0 0,0 0,0 0,0 1,0-1,1 0,-1 0,0 0,1 0,-1 0,1 0,-1 0,1 0,-1 0,1 0,0 0,-1 0,1-1,0 1,0 0,0 0,0-1,0 1,-1 0,1-1,0 1,0-1,1 1,-1-1,0 0,0 1,0-1,0 0,0 0,0 0,0 0,0 0,1 0,-1 0,0 0,0 0,0-1,0 1,0 0,0-1,0 1,0-1,0 1,0-1,0 1,0-1,0 0,0 1,0-1,46-45,-31 21,-1-1,-1 0,-1-1,-2 0,0-1,-2 0,-1 0,-1-2,18-59,-21 102,-9 62,2-57,0-1,1 1,1 0,1 0,0 0,1 0,1 0,1 0,1 0,0-1,1 0,1 0,0 0,2 0,0-1,5 8,-5-17,-1-1,1 0,0 0,0-1,1 0,-1 0,1-1,0 0,0 0,1-1,-1 0,1-1,0 0,-1-1,1 0,0 0,0-1,0 0,0-1,-1 0,1-1,0 0,6-2,31-9</inkml:trace>
  <inkml:trace contextRef="#ctx0" brushRef="#br0" timeOffset="454.874">1163 485,'-7'28,"-13"79,20-103,0 1,1 0,-1-1,1 1,0-1,0 1,0-1,1 1,0-1,0 0,0 0,0 0,0 0,1 0,0 0,0 0,0-1,0 0,0 1,1-1,3 2,-1-1,0 0,0-1,0 0,1 0,-1-1,1 1,0-1,-1-1,1 1,0-1,0-1,0 1,0-1,0 0,0-1,0 1,0-1,0-1,0 0,-1 0,1 0,0 0,-1-1,0 0,0-1,0 1,0-1,0 0,-1-1,1 1,-1-1,-1 0,1-1,-1 1,1-1,-2 1,1-1,0-1,-1 1,-1 0,1 0,-1 0,0 0,0 0,-1-1,0 1,0-1,0 1,-1-1,0 1,0 0,-1-1,0 1,0-1,0 1,-1 0,0-1,0 1,-1 0,0 1,0-1,0 0,0 1,-1-1,0 1,0 0,-1 1,1-1,-1 1,0-1,-4-1,0 1,-1 1,1 1,-1-1,0 2,0-1,0 1,0 1,-1 0,1 0,0 1,-1 0,1 1,0 0,-1 1,1 0,-9 3,13-3,0 0,0 0,0 0,0 1,0 0,1 0,0 1,-1 0,1 0,0 0,1 0,-1 1,1-1,0 1,0 0,0 1,1-1,0 1,0-1,0 1,1 0,0 0,0 0,0 1,1-1,0 0,0 5,1-4,0 1,1-1,-1 1,2-1,-1 0,1 1,0-1,1 0,-1 0,1 0,4 6,18 26</inkml:trace>
  <inkml:trace contextRef="#ctx0" brushRef="#br0" timeOffset="1309.96">1724 311,'0'-2,"7"-1,11 0,14-1,16-1,12-1,11 0,6-1,4-1,-3 0,-8 1,-11 3,-15 1</inkml:trace>
  <inkml:trace contextRef="#ctx0" brushRef="#br0" timeOffset="1587.329">2072 32,'-9'18,"-3"17,0 14,3 13,2 7,8 5,5 2,4-1,1-14</inkml:trace>
  <inkml:trace contextRef="#ctx0" brushRef="#br0" timeOffset="17125.578">2634 45,'2'-43,"-1"43,-1-1,1 1,0 0,-1 0,1 0,0 0,-1 0,1 0,0 0,-1 0,1 0,0 0,-1 1,1-1,0 0,-1 0,1 1,0-1,-1 0,1 1,-1-1,1 0,-1 1,1-1,-1 1,1-1,-1 1,1-1,-1 1,0 0,1-1,-1 1,0-1,1 1,-1 0,0 0,10 17,-2 1,0 0,-1 0,-1 1,-1 0,0 0,0 15,23 249,-26-267,15-40,10-52,-4-1,-4-2,-2-4,-6 43,-5 54,-2 49,-5-45,2 0,0 0,1 0,1 0,1-1,1 1,0-1,1 0,5 8,-11-24,1 0,0 0,0 0,0 0,0-1,0 1,0 0,0 0,1-1,-1 1,0-1,1 1,0-1,-1 0,1 0,0 0,-1 1,1-2,0 1,0 0,0 0,0 0,0-1,0 1,0-1,0 0,0 0,0 0,0 0,1 0,-1 0,0 0,0 0,0-1,0 1,0-1,0 0,0 0,-1 1,1-1,0 0,0-1,0 1,9-10,-1 0,-1 0,0 0,-1-2,0 1,-1-1,0 0,-1 0,0 0,-1-1,-1 0,0 0,1-13,-1 13,1-4,0-1,-1 1,-1-1,-1 0,0-18,-2 37,0 1,0-1,0 1,0-1,0 1,0-1,0 1,0-1,0 1,0-1,0 1,0-1,0 1,0-1,0 1,-1-1,1 0,0 1,0-1,-1 1,1-1,0 1,-1-1,1 0,0 1,-1-1,1 0,0 1,-1-1,1 0,-1 0,1 1,-1-1,1 0,-1 0,1 0,-1 1,1-1,-1 0,1 0,-1 0,1 0,-1 0,1 0,-1 0,1 0,-1 0,1-1,-1 1,1 0,0 0,-1 0,1 0,-1-1,1 1,-1 0,1 0,-1-1,1 1,0 0,-1-1,1 1,0-1,-1 1,1 0,0-1,0 1,-6 13,1 0,1 1,1-1,0 1,0 0,2 0,-1 0,2 0,0 0,1 1,0-1,1 0,0 0,2-1,-1 1,6 10,-4-12,1-1,1 0,0 0,1-1,0 0,1 0,-1-1,2 0,-1 0,1-1,1-1,0 1,0-2,11 6,5-1</inkml:trace>
  <inkml:trace contextRef="#ctx0" brushRef="#br0" timeOffset="17853.743">3423 526,'138'-203,"-128"191,-12 40,-11 20,3 1,1 0,3 0,2 1,2 0,2 0,3 9,6 72,-10-129,1 0,0 0,-1 1,0-1,1 0,-1 0,0 0,0 0,0 0,-1-1,1 1,0 0,-1 0,1-1,-1 1,1-1,-1 1,0-1,0 0,1 0,-1 1,0-1,0-1,0 1,0 0,-1 0,1-1,0 1,0-1,0 0,0 1,-1-1,1 0,0-1,0 1,0 0,-1 0,1-1,0 0,0 1,0-1,0 0,0 0,0 0,0 0,0 0,1 0,-1-1,0 1,0-1,0 0,3 2,-1 0,0 0,0 0,0 0,1 0,-1 0,0 0,0 0,1 0,-1 0,0 0,0 0,0 0,1-1,-1 1,0 0,0 0,0 0,1 0,-1 0,0-1,0 1,0 0,0 0,0 0,0-1,1 1,-1 0,0 0,0 0,0-1,0 1,0 0,0 0,0-1,0 1,0 0,0 0,0 0,0-1,0 1,0 0,0 0,0-1,0 1,0 0,0 0,0 0,-1-1,1 1,0 0,0 0,0 0,0 0,0-1,-1 1,1 0,0 0,0 0,0 0,0-1,-1 1,1 0,0 0,0 0,22 0,-19 0,281 8,-245-2,-48-1,-6-3</inkml:trace>
  <inkml:trace contextRef="#ctx0" brushRef="#br0" timeOffset="19889.733">3810 191,'18'0,"11"-2,4-1,5 0,1 1,2 0,0 1,1 1,1 0,1-1,-1 2,0-1,-3 0,-4 0,-6-2,-8-1</inkml:trace>
  <inkml:trace contextRef="#ctx0" brushRef="#br0" timeOffset="20153.074">4185 32,'-5'6,"-3"10,-3 11,-2 10,1 9,3 10,5 7,8 6,10 2,7-2,0-13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01.6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1 121,'3'0,"1"0,0 1,-1 0,1 0,-1 0,1 0,-1 0,1 1,-1-1,0 1,0 0,0 0,0 0,0 1,0-1,0 1,-1-1,1 1,-1 0,0 0,0 0,0 0,0 1,-1-1,2 3,27 94,-27-88,5 28,-5-21,1 1,1-1,0 0,2 0,0-1,8 15,-15-33,0 1,0 0,0-1,0 1,1 0,-1 0,0-1,1 1,-1 0,0-1,1 1,-1-1,1 1,-1-1,1 1,-1 0,1-1,0 0,-1 1,1-1,0 1,-1-1,1 0,0 1,-1-1,1 0,0 0,-1 0,1 0,0 1,0-1,-1 0,1 0,0 0,0-1,-1 1,1 0,0 0,0 0,-1 0,1-1,0 1,-1 0,1-1,0 1,-1 0,1-1,-1 1,1-1,0 1,-1-1,1 1,-1-1,1 0,-1 1,0-1,1 0,-1 1,0-1,18-43,19-206,-37 249,0 1,-1 0,1-1,0 1,0-1,0 1,-1 0,1-1,0 1,0-1,0 1,0-1,0 1,0-1,0 1,0-1,0 1,0-1,0 1,0-1,0 1,0-1,0 1,1 0,-1-1,0 1,0-1,0 1,1 0,-1-1,0 1,1-1,-1 1,0 0,1-1,-1 1,0 0,1 0,-1-1,1 1,-1 0,0 0,1 0,-1-1,1 1,-1 0,1 0,-1 0,1 0,-1 0,1 0,-1 0,1 0,-1 0,0 0,1 0,-1 0,1 0,-1 1,1-1,-1 0,1 0,-1 0,57 185,-53-172,1-1,0-1,1 1,0-1,0 0,2 0,-1-1,1 0,5 5,-12-14,1 0,-1 0,0 0,1 0,-1 0,1-1,-1 1,1 0,-1-1,1 1,-1-1,1 0,0 1,-1-1,1 0,0 0,-1 0,1 0,0 0,-1-1,1 1,0 0,-1-1,1 1,-1-1,1 0,-1 1,1-1,-1 0,1 0,-1 0,0 0,0 0,1 0,-1 0,0-1,0 1,0 0,0-1,0 0,34-61,-26 35,0 0,-2-1,-1 0,-2 0,0 0,-2-15,-3 73,5 148,-3-163,1 1,1-1,0 1,1-1,0 0,2 0,-1-1,2 0,-1 0,2 0,4 6,23 7,-17-19</inkml:trace>
  <inkml:trace contextRef="#ctx0" brushRef="#br0" timeOffset="668.213">829 495,'38'-17,"-22"13,0 1,0 1,0 0,0 2,0 0,0 0,13 3,-28-3,0 0,1 0,-1 0,0 0,0 1,1-1,-1 0,0 0,0 1,0-1,1 1,-1-1,0 1,0 0,0-1,0 1,0 0,0 0,0 0,0-1,-1 1,1 0,0 0,0 0,-1 1,1-1,-1 0,1 0,-1 0,1 0,-1 1,0-1,1 0,-1 0,0 1,0-1,0 0,0 0,0 1,0-1,0 0,-1 0,1 1,0-1,-1 0,0 1,-35 48,-96 43,132-93,-1 0,1 0,0 1,-1-1,1 0,0 0,0 0,-1 1,1-1,0 0,0 0,-1 1,1-1,0 0,0 0,-1 1,1-1,0 0,0 1,0-1,0 0,0 1,0-1,0 0,-1 1,1-1,0 0,0 1,0-1,0 0,0 1,0-1,1 0,-1 1,0-1,0 0,0 1,0-1,0 0,0 1,1-1,-1 0,0 1,0-1,0 0,1 0,-1 1,0-1,0 0,1 0,-1 0,0 1,1-1,-1 0,0 0,1 0,-1 0,0 0,1 1,-1-1,0 0,1 0,-1 0,0 0,1 0,-1 0,0 0,29 2,-26-2,14 0,-11-1,0 0,0 1,-1-1,1 1,0 0,0 1,-1 0,1-1,0 2,-1-1,1 1,-1 0,1 0,-1 0,0 1,0 0,0 0,0 0,-1 1,1-1,-1 1,0 0,0 0,0 1,0 0,-1 2,0 1,0-1,-1 1,0-1,-1 1,0 0,0-1,0 1,-1 0,-1 0,1-1,-1 1,0 0,-1-1,0 1,0-1,0 1,-1-1,0 0,-1 0,0 0,0-1,0 1,-1-1,0 0,0 0,0 0,-1-1,0 0,0 0,0 0,-1-1,1 0,-1 0,0-1,0 0,0 0,-1-1,1 0,-1 0,-2 0,-92 2,89-8,16 1</inkml:trace>
  <inkml:trace contextRef="#ctx0" brushRef="#br0" timeOffset="1045.223">1325 267,'20'0,"18"-2,15-1,9-2,3 0,1-2,-2 1,-9 1,-8 1,-11 2,-13 1,-10 1</inkml:trace>
  <inkml:trace contextRef="#ctx0" brushRef="#br0" timeOffset="1343.3">1632 0,'-12'3,"-3"7,1 8,2 11,6 12,4 10,5 7,1 7,1 2,-1-1,-1 0,-1-4,-4-7,0-9,-1-9,2-10,3-12,-1-9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15.12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2922,'14'-3,"13"-4,10-4,4-5,3-2,-2 3,-3 1,-7 3,-8 5,-8 7,-7 3</inkml:trace>
  <inkml:trace contextRef="#ctx0" brushRef="#br0" timeOffset="445.072">147 2909,'-13'12,"0"1,1 0,1 1,0 0,1 1,0 1,1-1,1 1,0 1,2-1,-2 5,8-20,0 0,-1 0,1 0,0 0,0 0,-1 0,1 0,0 0,0 1,0-1,0 0,1 0,-1 0,0 0,0 0,1 0,-1 0,0 0,1 0,-1 0,1 0,-1 0,1 0,0 0,-1 0,1 0,0 0,0-1,0 1,0 0,-1-1,1 1,0 0,0-1,0 1,0-1,0 0,0 1,1-1,-1 0,0 0,0 1,0-1,0 0,0 0,0 0,1 0,53-12,-25-1,-14 5,0 0,1 2,0 0,0 1,1 0,0 2,2 0,-18 3,1-1,0 1,0 1,-1-1,1 0,0 1,0-1,-1 1,1 0,0 0,-1 0,1 0,-1 1,0-1,1 1,-1-1,0 1,0 0,0 0,0 0,0 0,0 0,0 0,-1 1,1-1,-1 0,0 1,0-1,0 1,0 0,0-1,0 1,0 2,0 2,0 1,0-1,0 1,-1 0,0-1,-1 1,0 0,0-1,0 1,-1-1,0 1,-1-1,-2 3,0 1,0-2,-2 1,1-1,-1 1,0-2,-1 1,0-1,0 0,-1-1,0 0,0-1,-1 1,0-2,0 1,0-2,-1 1,0-1,1-1,-1 0,-1 0,-5 0,16-3,-20 14,24-10</inkml:trace>
  <inkml:trace contextRef="#ctx0" brushRef="#br0" timeOffset="-1884.894">93 34,'13'-6,"1"0,-1 1,1 1,0 0,0 1,0 1,0 0,14 0,-26 2,1 0,0 1,-1-1,1 0,0 1,-1 0,1-1,-1 1,1 0,-1 0,1 0,-1 1,0-1,0 1,1-1,-1 1,0 0,0 0,-1 0,1 0,0 0,-1 0,1 0,-1 0,0 1,1-1,-1 1,0-1,-1 1,1-1,0 1,-1 0,1-1,-1 1,0 0,0-1,0 1,0 0,-1-1,1 1,-1-1,1 2,-6 16,-1-1,0 0,-2 0,0-1,-1 0,0 0,-2-1,0-1,-14 15,19-22,-92 124,98-132,1-1,-1 1,0-1,1 1,-1 0,1-1,-1 1,1 0,-1-1,1 1,0 0,-1 0,1 0,0-1,0 1,0 0,-1 0,1 0,0 0,0-1,0 1,0 0,0 0,1 0,-1 0,0-1,0 1,0 0,1 0,-1 0,0-1,1 1,-1 0,1 0,-1-1,1 1,-1 0,1-1,0 1,-1-1,1 1,0-1,-1 1,1-1,0 1,-1-1,1 0,0 1,0-1,0 0,-1 0,1 1,0-1,0 0,0 0,0 0,0 0,18 0,0 0,0-1,0-1,0-1,0-1,7-3,13-1,70-12,-66 14</inkml:trace>
  <inkml:trace contextRef="#ctx0" brushRef="#br0" timeOffset="-1075.773">1 849,'39'-1,"-26"0,-1 0,1 0,-1 2,1-1,-1 2,0 0,1 0,-1 1,0 0,9 5,-18-7,-1 1,0 0,1 0,-1-1,0 1,0 1,0-1,0 0,-1 0,1 1,-1-1,1 1,-1-1,0 1,0 0,0 0,0-1,0 1,-1 0,1 0,-1 0,0 0,0 0,0-1,0 1,0 0,-1 0,1 0,-1 0,0 0,0-1,0 2,-46 82,-1-36,48-48,0 0,0-1,1 1,-1 0,1 0,-1 0,1-1,0 1,-1 0,1-1,0 1,0 0,0-1,0 1,0-1,1 0,-1 1,0-1,1 0,-1 0,1 0,-1 0,1 0,0 0,-1 0,2 0,2 2,8 6,-1 0,0 1,0 1,-1 0,0 0,-1 1,1 2,-9-11,0 0,0 0,0 0,0 0,-1 1,1-1,-1 0,0 1,0-1,0 1,-1 0,1-1,-1 1,0 0,0-1,0 1,0-1,-1 1,1 0,-1-1,0 1,0-1,0 1,-1-1,1 0,-1 1,0-1,0 0,0 0,0 0,0 0,-1-1,0 1,-6 6,-2 0,1-1,-1 0,0-1,0 0,-1-1,0 0,0-1,-1-1,0 0,1 0,-14 1,4-1</inkml:trace>
  <inkml:trace contextRef="#ctx0" brushRef="#br0" timeOffset="-405.331">187 1852,'0'1,"0"-1,0 0,0 0,-1 0,1 1,0-1,0 0,-1 0,1 0,0 0,-1 0,1 0,0 0,0 1,-1-1,1 0,0 0,-1 0,1 0,0 0,-1 0,1-1,0 1,0 0,-1 0,1 0,0 0,-1 0,1 0,0 0,0-1,-1 1,1 0,0 0,0 0,-1-1,1 1,0 0,0 0,0 0,0-1,-1 1,1 0,0-1,0 1,0 0,0 0,0-1,0 1,0 0,0-1,0 1,0 0,0 0,0-1,0 1,0 0,0-1,0 1,0 0,-7 30,5-20,-66 352,68-359,-3 39,4-41,-1 0,0 0,0 0,0-1,1 1,-1 0,0 0,1-1,-1 1,1 0,-1-1,1 1,-1-1,1 1,-1 0,1-1,0 1,-1-1,1 1,0-1,0 0,-1 1,1-1,0 0,0 1,-1-1,1 0,0 0,0 0,0 0,-1 0,1 0,0 0,0 0,0 0,-1 0,1 0,0 0,0-1,0 1,-1 0,1-1,0 1,-1 0,1-1,0 1,0-1,14-7,0-1,0-1,-1 0,0 0,-1-2,-1 0,1 0,2-6,4-2,28-22,-47 54,-41 99,5 2,-4 39,28-88,3-8</inkml:trace>
  <inkml:trace contextRef="#ctx0" brushRef="#br1" timeOffset="43471.792">963 622,'-39'25,"27"-15,0 2,1 0,0 0,1 1,0 1,1-1,0 1,1 1,1 0,1 0,0 0,0 1,2 0,-2 12,-3 21,2 0,2 1,3 0,2 11,0-30,0-1,3 1,0-1,2 0,1 0,5 10,-9-32,4 14,0 0,2-1,0 0,1-1,1 0,1 0,1-1,0 0,2-1,9 10,-11-20,-1 1,1-2,1 0,-1 0,1-1,1-1,-1 0,5 0,0-1,0-1,0-1,1-1,-1 0,0-1,12-3,18 2,877 0,-482 29,-196-20,-152-3,-1-4,80-9,-72 2,108 5,-81-30,-31 8,88-41,-182 63,0-1,0 0,0 0,-1 0,1 0,0-1,-1 1,0-1,1 0,-1 0,0 0,-1-1,1 1,-1-1,1 1,-1-1,0 0,0 0,-1 0,1 0,-1 0,0 0,0 0,0-1,0 1,-1-4,0 7,5-18,9-32,-3-1,-2 0,-1-20,-6 30,-2 1,-1-1,-3 1,-1-1,-9-30,9 62,0 0,-1 0,0 0,-1 1,0 0,0 0,-1 1,-1 0,1 0,-1 1,0 0,-1 1,1-1,-1 2,-3-1,11 5,-12-8,-1 1,0 1,0 1,0 0,-1 1,0 0,0 2,-1 0,1 0,-1 2,-14 0,-197-9,34-4,-187 10,213 6,-36 1,-78 17,209-12,-112 12,0-8,-58-8,-36-32,98 16,102 4,75 11,9-1</inkml:trace>
  <inkml:trace contextRef="#ctx0" brushRef="#br1" timeOffset="44870.622">5174 782,'-2'-7,"0"0,-1 0,-1 0,1 0,-1 0,0 1,0 0,-1 0,0 0,0 0,-1 1,1-1,-1 2,0-1,0 0,-1 1,1 1,-1-1,0 1,0 0,0 0,-1 1,-4-1,-15-2,1 1,0 2,-1 0,1 2,-1 1,1 1,0 1,-1 2,1 0,1 2,-1 0,1 2,1 1,0 1,0 1,-12 9,23-13,-1 1,2 0,0 0,0 1,0 1,2 0,-1 1,1 0,1 0,0 1,1 0,0 0,1 1,1 0,0 1,1-1,0 1,1 0,1 1,0-1,1 0,1 1,1-1,0 1,1-1,0 1,1-1,5 16,-2-16,1 1,1-1,1 0,0 0,1-1,1 0,0-1,0 0,2-1,-1 0,2 0,-1-1,2-1,-1 0,1-1,1-1,-1 0,2-1,-1 0,1-1,15 5,-1-2,2-1,-1-1,1-1,0-3,1 0,-1-2,0-1,33-5,-48 4,1-1,-1-1,0-1,0 0,0-1,-1-1,0-1,0 0,0-1,-1-1,0 0,-1-1,0 0,0-1,-1-1,-1 0,0-1,0-1,-1 1,-1-2,-1 1,0-1,5-12,-8 4,-1 1,-1-1,-1 0,-1 0,-1 0,-1-1,-1 1,-1 0,-1 0,-1 0,-1 1,-1-1,-1 1,-1 0,-1 1,-1 0,-1 0,0 1,-2 1,0 0,-1 0,-1 2,-1 0,-13-11,16 16,0 2,0-1,-1 2,-1 0,1 1,-1 0,-1 1,0 1,0 0,0 1,0 1,-1 0,1 1,-1 1,0 1,0 1,0 0,0 1,0 0,-8 3,-8 6,-1 1,2 2,-1 1,2 1,0 2,1 1,1 1,0 2,2 1,0 1,2 1,-21 26,-35 37</inkml:trace>
  <inkml:trace contextRef="#ctx0" brushRef="#br1" timeOffset="53175.46">1551 2547,'-2'-3,"0"1,0 0,-1 0,1 0,0 0,-1 0,1 1,-1-1,0 1,1-1,-1 1,0 0,0 0,0 0,0 1,0-1,0 1,-2-1,-180 2,159 2,0 1,1 2,-1 0,1 2,0 0,1 2,0 1,-13 8,22-12,0 1,0 1,1 1,0-1,0 2,1 0,1 1,0 0,0 1,2 0,-1 1,2 0,0 0,-7 16,-2 10,3 2,1 0,3 0,1 1,-3 31,13-57,1 0,1 0,1-1,0 1,1 0,0-1,2 0,0 0,1 0,0-1,6 8,-4-3,-5-12,1-1,0 1,0-1,1 0,0 0,0-1,0 1,1-1,0-1,0 0,1 0,-1 0,1-1,0 0,0 0,1-1,-1 0,1 0,0-1,-1 0,1-1,1 0,285 59,-264-54,1-2,0-1,0-1,1-2,15-3,21 1,106-6,301-20,-249 3,-79 11,-7 1,148 8,-208-9,-60 13,1 1,-1 1,1 1,-1 0,1 2,9 3,138 30,66-35,-221-3,1 0,-2-1,1 0,0-1,0-1,-1 0,0-1,0 0,0-1,0 0,-1-1,0-1,0 0,-1 0,0-1,-1-1,8-9,-9 5,-1-1,-1 0,0 0,-1 0,-1-1,0 0,-1 0,-1-1,-1 1,0-1,-1 1,-1-1,0 0,-2-9,2 23,-4-227,4 225,0 0,-1 0,1 0,-1 0,0 0,0 0,0 0,-1 0,0 0,0 1,0-1,-1 1,1 0,-1-1,0 1,0 0,0 1,-1-1,1 1,-1-1,0 1,0 0,0 0,-1 1,1-1,-1 1,1 0,-173-45,124 31,-1 4,-1 1,0 3,0 3,-1 2,-4 2,-122-10,-463-46,172 39,244 4,182 11,1 3,0 1,-1 2,-40 9,-14-3,89-9</inkml:trace>
  <inkml:trace contextRef="#ctx0" brushRef="#br1" timeOffset="54431.01">5267 2654,'-58'-2,"0"3,0 2,0 3,1 2,0 3,-55 17,97-21,-1 0,1 0,1 2,0 0,0 0,0 1,1 1,1 1,0-1,0 2,2 0,-1 0,1 1,1 0,1 1,0-1,1 2,0-1,1 1,1 0,1 0,0 1,1-1,1 1,0 9,2-12,1-1,0 1,1 0,0-1,1 0,1 1,0-1,1-1,0 1,1-1,1 0,-1 0,2 0,0-1,0-1,1 1,0-1,1-1,0 1,1-2,0 0,0 0,0-1,1 0,1-1,-1 0,1-1,-1 0,2-1,14 5,-1-2,1 0,1-2,-1-1,1-2,0 0,-1-2,1-1,0-2,-1 0,1-2,-1-1,-1-2,1 0,-1-2,9-5,-24 10,-1-1,0-1,0 1,-1-2,0 0,0 0,0 0,-1-1,-1-1,0 1,0-2,-1 1,0-1,0 0,-2 0,1-1,-1 1,-1-1,0 0,1-10,0 1,-1-1,-1 1,-1-1,-1 0,-1 1,-1-1,-1 0,-1 1,0-1,-2 1,0 0,-2 0,0 1,-2-1,0 2,-1-1,0 1,-2 1,0 0,-9-8,12 18,0 0,-1 0,0 1,0 1,-1 0,1 0,-1 1,-1 0,1 1,0 1,-1 0,0 0,0 1,0 0,0 1,0 1,0 0,0 0,-1 1,-7 2,-11 3,1 1,0 1,0 1,1 2,1 1,0 2,-16 9,13-4,0 1,1 1,2 2,0 1,1 1,2 1,-8 12,-13 22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12.5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0 188,'16'0,"16"0,15 0,10 0,7 0,2 0,-1 0,-6 0,-5 0,-10 0,-12 0</inkml:trace>
  <inkml:trace contextRef="#ctx0" brushRef="#br0" timeOffset="250.339">308 1,'-10'16,"-2"14,1 12,1 7,8 7,7 3,4 2,3 1,-1-4,-2-12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11.5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0,'24'124,"23"125,-29-208,-18-40,1 0,0-1,0 1,-1-1,1 1,0 0,0-1,0 0,0 1,-1-1,1 1,0-1,0 0,0 0,0 0,0 1,0-1,0 0,0 0,0 0,0 0,0-1,0 1,0 0,0 0,0-1,0 1,0 0,0-1,0 1,-1-1,1 1,0-1,0 1,0-1,-1 0,1 0,0 1,-1-1,1 0,-1 0,1 1,0-2,8-11,-1 0,0-1,0-1,-1 1,-1-1,-1 0,0-1,-1 1,-1-1,0 0,-1 0,1 2,23-120,-17 175,-2 2,2-1,2 0,10 25,-2-31,-18-35,-1-1,1 1,0-1,-1 1,1-1,-1 1,1-1,0 0,0 1,-1-1,1 0,0 0,-1 0,1 1,0-1,0 0,-1 0,1 0,0 0,0 0,0 0,-1-1,1 1,0 0,-1 0,1 0,0-1,0 1,-1 0,1-1,0 1,-1 0,1-1,-1 1,1-1,0 1,-1-1,1 0,-1 1,0-1,1 1,-1-1,1 0,-1 1,0-1,1 0,-1 0,0 1,0-1,0 0,9-17,-1-1,0 0,-2 0,0-1,2-17,-3 16,19-132,-25 197,-1 36,3 0,10 64,-10-135,0 1,1-1,1 1,-1-1,1 0,1 0,0 0,0 0,1-1,0 0,0 1,5 4,4-1</inkml:trace>
  <inkml:trace contextRef="#ctx0" brushRef="#br0" timeOffset="281.249">629 361,'15'0,"16"0,10 0,6 0,3 0,-2 0,-4 0,-12 0,-12 0</inkml:trace>
  <inkml:trace contextRef="#ctx0" brushRef="#br0" timeOffset="675.195">614 388,'-13'183,"13"-182,0 0,0 0,0 1,0-1,1 0,-1 1,0-1,1 0,-1 0,0 0,1 1,-1-1,1 0,0 0,-1 0,1 0,0 0,0 0,0 0,0 0,0 0,0 0,0 0,0-1,0 1,0 0,0-1,0 1,0-1,1 1,-1-1,0 0,0 1,1-1,-1 0,0 0,1 0,49-8,-41 6,10-4,87-12,-103 18,1 0,-1 1,1-1,-1 1,0 0,1 0,-1 0,0 1,0 0,0-1,0 2,0-1,0 0,0 1,-1-1,1 1,-1 0,0 0,0 1,0-1,0 1,1 3,1 3,0 0,-1 0,0 0,-1 1,0-1,-1 1,0 0,0 0,-2 0,1 0,-1 0,-1 0,0 0,0 0,-1 0,-1-1,0 1,0-1,-1 3,-1-5,-1 1,1-1,-1 0,-1 0,0-1,0 0,0 0,-1-1,1 0,-2 0,1 0,-1-1,1-1,-1 1,-1-2,1 1,-1-1,1 0,-1-1,0 0,0-1,0 0,-1-1,10 1,0-1,0 0,0 0,0 0,0 0,0 0,0 0,0 0,0-1,0 1,0 0,0-1,0 1,0 0,0-1,0 1,1-1,-1 1,0-1,0 0,0 1,1-1,-1 0,0 0,1 1,-1-1,0 0,1 0,-1 0,1 0,0 0,-1 0,1 0,0 0,-1 0,1 0,0 0,0 0,0 0,0 0,0 0,0 0,0 0,0 0,0 0,1 0,-1 0,0 0,1 0,-1 0,1 0,-1 0,1 1,-1-1,1 0,0 0,-1 0,1 1,0-1,-1 0,1 1,0-1,11-14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7:16.114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308 1,'-15'2,"0"1,1 0,0 1,0 1,0 1,0-1,1 2,0 0,0 1,1 0,0 1,0 0,1 1,0 0,1 1,0 0,1 0,0 1,1 1,0-1,1 1,0 1,1-1,1 1,0 0,1 0,0 1,1-1,-1 16,3-16,0 1,0-1,2 1,-1-1,2 1,0-1,1 0,0 0,1 0,1 0,0 0,1-1,0 0,1 0,1-1,0 0,0 0,2-1,-1 0,1 0,1-1,-1-1,2 1,9 5,-18-13,1-1,-1 1,0-1,1 1,0-1,-1 0,1-1,-1 1,1 0,0-1,-1 0,1 0,0 0,0-1,-1 1,1-1,0 0,-1 0,1 0,-1 0,1 0,-1-1,0 0,0 0,1 0,-1 0,0 0,-1 0,1-1,0 0,-1 1,1-2,3-4,-1 0,-1-1,1 0,-1 0,-1 0,1 0,-2-1,1 1,-1-1,-1 0,0 1,0-1,-1 0,0 0,-1 0,0-1,1 8,0 1,-1-1,1 0,-1 0,1 1,-1-1,0 0,0 1,0-1,-1 1,1 0,0-1,-1 1,0 0,1 0,-1-1,0 1,0 1,0-1,-1 0,1 0,0 1,-1 0,1-1,0 1,-1 0,0 0,1 0,-1 0,0 1,1-1,-1 1,0 0,0-1,1 1,-1 1,0-1,0 0,0 1,-1 0,-4 2,1 0,-1 1,1 0,0 1,0 0,1 0,-1 0,1 1,0 0,1 0,-1 0,1 1,0 0,1 0,0 0,0 0,0 1,1 0,0-1,1 1,-1 1,2-1,-1 0,1 0,0 1,1-1,0 0,1 5,3 17</inkml:trace>
  <inkml:trace contextRef="#ctx0" brushRef="#br0" timeOffset="440.704">1 1164,'18'-12,"1"1,1 0,0 2,0 0,1 1,0 2,0 0,0 1,12-1,-28 5,0 0,-1 0,1 0,0 1,0 0,0-1,0 2,0-1,0 1,0 0,-1 0,1 0,0 0,-1 1,1 0,0 0,-1 0,0 1,0-1,0 1,0 0,0 0,0 0,-1 1,1 0,-1-1,0 1,0 0,-1 0,1 1,-1-1,0 0,0 1,0 0,0 3,0 13,0 0,-2 0,0-1,-2 1,0 0,-1-1,-1 1,-1-1,-6 13,-2 22,-14 110,28-146,2-6</inkml:trace>
  <inkml:trace contextRef="#ctx0" brushRef="#br0" timeOffset="723.954">67 1378,'16'-9,"17"-5,13-5,9 0,6 4,0 5,-6 8,-13 5</inkml:trace>
  <inkml:trace contextRef="#ctx0" brushRef="#br1" timeOffset="59970.17">3838 844,'-40'-20,"-135"-41,135 51,-1 2,0 2,0 2,0 1,0 3,-35 3,-8-2,-839-1,775 12,92-6,-1 1,2 3,-1 3,-37 14,61-20,0-1,0-2,0-1,0-1,-8-2,-76 6,63 1,0 2,1 2,1 3,0 2,1 3,-33 16,-15 5,71-31,1 2,1 0,0 1,0 2,-13 10,29-17,1 1,0 0,0 0,1 1,0 0,0 1,1-1,0 1,1 1,0-1,1 0,0 1,1 0,0 0,0 0,1 1,1-1,0 0,0 1,1-1,1 1,0-1,0 0,1 1,1-1,0 0,0 0,1 0,4 16,0 1,2-2,1 1,1-2,1 1,2-2,0 0,1 0,2-2,0 0,8 6,17 3,0-2,2-3,1-1,2-2,0-2,1-2,0-3,2-2,19 2,-50-10,62 13,1-4,63 2,-39-4,346 34,-377-37,0-4,0-3,32-4,182-29,-234 22,-1-3,0-2,-1-2,-1-2,36-18,210-126,-292 157,20-10,0-2,-2-1,1-1,-2-1,-1-2,0 0,-2-1,0-1,-2-1,1-2,-4-4,-2-1,-1-1,-2 0,-1 0,-1-1,-2-1,-5 27,3-12,0 0,-2 1,0-1,-1-1,-1 1,0 0,-2 0,0 0,-1-1,-1 1,-1 1,-1-1,0 0,-6-10,2 7,-2 0,0 1,-1 0,-2 1,0 0,0 1,-2 1,-1 0,0 1,-11-7,24 21,0-1,-1 1,0 0,0 1,0-1,0 1,0 0,0 0,-1 0,1 1,0 0,-1 0,1 1,-1-1,0 1,1 0,-1 1,1-1,-1 1,1 0,-1 0,1 1,0 0,0 0,-1 0,1 0,1 1,-1 0,0 0,-3 3,-38 38,28-24</inkml:trace>
  <inkml:trace contextRef="#ctx0" brushRef="#br1" timeOffset="60752.158">5160 1030,'-15'-9,"-1"1,0 0,0 1,-1 0,0 2,0 0,0 0,-1 2,1 0,-1 1,0 1,0 1,1 0,-1 2,0 0,0 0,1 2,0 0,-5 3,2-1,0 1,1 1,0 1,0 1,1 0,0 1,1 1,1 1,0 0,0 1,1 1,1 1,1 0,0 0,1 1,-3 8,8-13,0 1,2 0,0 0,0 1,1-1,1 1,0 0,1 0,1 0,0 0,0 0,2 0,0 1,0-1,1 0,1-1,1 1,0 0,0-1,1 0,1 0,0 0,1-1,1 1,0-2,0 1,6 5,8 3,0-1,1-1,1-1,1-1,1-1,0-1,0-1,2-1,-1-2,1-1,1-1,0-1,5-1,-21-3,-1 0,1 0,0-1,0-1,0 0,0-1,0 0,1-1,-1-1,0 0,-1 0,1-2,0 1,-1-2,0 1,0-2,0 0,-1 0,0-1,0 0,0-1,-1 0,0-1,1-2,2-10,0 0,-2 0,-1-1,0-1,-2 0,0 0,-2-1,0 1,-2-1,-1-1,0 1,-2 0,-1-1,-1 1,-3-16,3 12,-2-1,-1 1,-1 0,-1 0,-2 0,-1 1,-1 0,-1 0,-1 1,-2 1,0 0,-2 1,-18-21,26 36,-1 0,0 1,-1 0,0 1,0 0,-1 1,1 0,-1 0,-1 1,1 1,-1 0,0 0,0 1,0 1,0 0,0 1,-1 0,1 0,0 2,-1-1,1 2,0 0,0 0,0 1,0 0,0 1,1 1,-1 0,1 0,1 1,-1 0,1 1,-4 3,-83 89,58-48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18.7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64,'1'0,"1"1,-1-1,1 1,0 0,-1-1,0 1,1 0,-1 0,1 0,-1 0,0 0,0 1,0-1,0 0,0 0,0 1,0-1,0 1,0-1,0 1,-1-1,1 1,-1-1,1 1,-1 0,1-1,-1 1,0 0,0-1,0 1,0 1,14 131,-14-111,1 0,1 0,1 0,1-1,1 1,1-1,1 0,1 1,-8-21,1 0,-1 0,0 0,1 0,0-1,-1 1,1 0,0 0,0 0,0-1,0 1,0 0,0-1,1 1,-1-1,0 0,1 1,-1-1,1 0,-1 0,1 0,0 0,0 0,-1 0,1 0,0-1,0 1,0-1,0 1,0-1,0 0,0 1,-1-1,1 0,0 0,0-1,0 1,0 0,0-1,0 1,0-1,0 0,0 1,-1-1,1 0,4-7,-1 1,-1-1,1 0,-2 0,1 0,-1 0,0-1,0 1,-1-1,0-6,0 6,20-90,-5-1,-3-2,-14 141,3 1,1-1,2 1,8 26,-9-46,-4-10,1 1,0-1,1 0,0 0,1 0,0-1,0 1,1-1,1 0,-1 0,4 4,-7-13,0 1,0-1,0 0,0 0,0 1,0-1,0-1,0 1,0 0,0 0,0-1,0 1,0-1,0 0,0 1,-1-1,1 0,0 0,0 0,-1 0,1-1,-1 1,1 0,-1-1,1 1,-1-1,0 1,0-1,0 0,0 1,0-1,0 0,0 0,-1 0,1 1,0-2,0 1,22-38,-2-2,-2 0,-2-1,-1-1,-2-1,-3 0,0-7,-4 4,-7 49,0-1,0 0,0 0,0 1,0-1,0 0,0 0,0 1,0-1,0 0,0 0,0 1,0-1,0 0,0 0,0 1,0-1,0 0,0 0,-1 1,1-1,0 0,0 0,0 0,0 1,-1-1,1 0,0 0,0 0,0 1,-1-1,1 0,0 0,0 0,-1 0,1 0,0 0,0 0,-1 0,1 0,0 0,0 0,-1 0,1 0,0 0,-1 0,1 0,0 0,0 0,-1 0,1 0,0 0,0 0,-1 0,1 0,0-1,0 1,0 0,-1 0,1 0,0 0,0-1,0 1,-1 0,1 0,0 0,0-1,-8 22,1 0,0 0,2 1,1 0,0 0,2 0,0 0,2 21,-2-21,1-1,2 1,0 0,1 0,1-1,1 1,0-1,2 0,1-1,0 1,2-1,7 13,30 9,-23-32</inkml:trace>
  <inkml:trace contextRef="#ctx0" brushRef="#br0" timeOffset="344.079">749 291,'1'-1,"-1"-1,0 1,1 0,-1 0,1-1,-1 1,1 0,0 0,0 0,-1-1,1 1,0 0,0 0,0 0,0 0,0 1,0-1,0 0,1 0,-1 1,0-1,0 0,1 1,-1-1,0 1,1 0,-1-1,0 1,1 0,-1 0,0 0,1 0,-1 0,0 0,1 0,-1 1,1-1,-1 0,1 1,2-1,103 0,-102 1,-1 0,0 0,0 0,0 0,0 1,0-1,0 1,0 0,0 0,0 1,-1-1,1 1,-1 0,0 0,0 0,0 0,0 0,-1 1,1-1,-1 1,0 0,0 0,1 3,2 12,-2 0,0 1,-2-1,0 1,-1-1,-1 1,0 0,-2-1,-3 13,-4 31,-1 4,2 0,4 0,2 65,4-130,-1-5</inkml:trace>
  <inkml:trace contextRef="#ctx0" brushRef="#br0" timeOffset="590.528">790 652,'-12'-9,"2"-3,10 0,16 3,17 2,20 3,17 2,10 1,0 1,-4 0,-10 1,-15-1,-16 3,-20 0,-13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42.2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1,'2'2,"6"1,8 0,10-1,13-1,10 0,6 0,4-1,-3 0,-5 0,-10 2,-11 3,-12 3,-8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42.5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1,'22'5,"20"1,11 0,8-2,1 0,-4 0,-11 2,-14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52.2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1 201,'4'0,"9"0,11 0,13 0,11 0,12 0,8 0,5 0,-1 0,-6 0,-10 0,-12 0,-13 2,-17 1,-11 0</inkml:trace>
  <inkml:trace contextRef="#ctx0" brushRef="#br0" timeOffset="299.719">269 1,'-3'4,"0"7,1 8,-1 7,2 11,2 8,1 8,3 6,0 2,0 0,1-6,-1-7,1-11,3-8,-2-10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50.6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 1,'5'18,"3"18,8 11,8 10,6 5,7 1,5-3,4-4,0-7,1-8,-5-7,-4-9,-6-5,-7-7,-7-5</inkml:trace>
  <inkml:trace contextRef="#ctx0" brushRef="#br0" timeOffset="246.212">386 121,'-16'3,"-9"4,-6 9,-2 8,-2 9,-2 8,-1 9,-2 7,3 5,4 1,6-1,7-4,10-8,6-11</inkml:trace>
  <inkml:trace contextRef="#ctx0" brushRef="#br0" timeOffset="712.615">707 576,'2'15,"28"100,-27-110,-1 0,0-1,1 1,0-1,0 0,0 0,0 0,1 0,-1-1,1 1,0-1,0 0,1 0,-1 0,0-1,1 0,0 0,0 0,-1 0,1-1,4 2,-3-2,0-1,0 1,0-1,0 0,0 0,0-1,-1 0,1 0,0 0,0-1,-1 0,1 0,-1 0,1 0,-1-1,0 0,0 0,0-1,-1 1,1-1,-1 0,0 0,0-1,0 1,0-1,-1 0,0 0,0 0,0 0,-1-1,0 1,0-1,0 1,0-1,-1 0,0 0,-1 0,1 1,-1-2,1 2,-1-1,0 0,-1 0,1 1,-1-1,0 0,0 1,-1-1,0 1,0 0,0-1,0 1,-1 0,0 0,0 0,0 1,-1-1,0 1,0 0,0 0,0 0,0 0,-1 1,0-1,1 1,-1 1,-1-1,1 1,0-1,0 2,-4-2,-3 0,1 0,-1 0,0 2,-1-1,1 2,0-1,0 2,0-1,0 2,0 0,0 0,0 1,0 0,1 1,-1 1,1 0,0 0,1 1,-1 0,1 1,0 0,1 1,0 0,0 0,1 1,0 0,0 1,1-1,0 2,1-1,0 1,1 0,0 0,0 0,1 3,-2 19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8:45.7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81,'0'-3,"0"3,2 4,3 10,6 10,7 11,8 6,8 6,5 1,6-1,1-1,0-4,-1-7,-6-5,-10-5,-9-7</inkml:trace>
  <inkml:trace contextRef="#ctx0" brushRef="#br0" timeOffset="277.263">255 27,'-9'18,"-5"18,-5 13,-4 13,-5 7,-2 3,-2 0,-6-2,4-13</inkml:trace>
  <inkml:trace contextRef="#ctx0" brushRef="#br0" timeOffset="1948.426">656 441,'1'-2,"-1"0,0-1,1 1,0 0,-1-1,1 1,0 0,0 0,0 0,1 0,-1 0,0 0,1 0,-1 0,1 1,0-1,-1 1,1-1,0 1,0-1,0 1,0 0,0 0,0 0,1 0,-1 0,0 1,1-1,69-13,-69 13,84 6,-84-5,-1 1,1 0,0 0,-1 0,1 0,-1 1,1-1,-1 1,0-1,1 1,-1 0,0 0,0 0,0 0,-1 0,1 0,0 1,-1-1,1 1,-1-1,0 1,0-1,0 1,0 0,-1-1,1 1,0 0,-1 0,0 1,-2 5,0-1,0 0,-1 0,0 0,-1 0,0 0,0-1,-1 1,0-1,0 0,0-1,-1 1,0-1,0 0,-1-1,0 1,0-1,0-1,-1 1,-3 1,0 2,-124 75,134-83,-1 0,1 1,0-1,-1 1,1-1,0 1,0-1,-1 1,1 0,0 0,0 0,0-1,0 1,0 0,0 0,0 0,0 1,1-1,-1 0,0 0,1 0,-1 1,1-1,-1 0,1 1,-1-1,1 0,0 1,0-1,0 0,0 1,0-1,0 1,0-1,0 0,0 1,1-1,-1 0,0 1,1-1,-1 0,1 1,0-1,-1 0,1 0,0 0,0 0,0 0,0 0,0 0,0 0,0 0,0 0,0 0,0 0,1-1,-1 1,0-1,2 1,14 4,0-2,0 0,1-1,0-1,-1-1,1 0,16-3,-23 2,179-11,-171 13,-6 2</inkml:trace>
  <inkml:trace contextRef="#ctx0" brushRef="#br0" timeOffset="2714.196">1191 281,'0'1,"1"0,0 1,-1-1,1 0,0 1,0-1,0 0,-1 0,1 0,0 0,1 0,-1 0,0 0,0 0,0 0,1-1,-1 1,0 0,1-1,-1 1,0-1,1 1,-1-1,1 0,-1 0,1 1,-1-1,1 0,-1 0,0-1,1 1,-1 0,1 0,-1-1,1 1,-1-1,0 1,1-1,-1 1,0-1,1 0,-1 0,0 0,0 0,0 0,1 0,-1-1,0 1,0 0,0-1,0 1,0-1,0 1,0-1,0 1,-1-1,1 1,-1-1,1 0,-1 1,0-1,1 0,-1 1,0-1,0 0,0 0,0 1,-1-1,1 0,0 1,-1-1,1 0,-1 1,0-1,1 1,-1-1,0 1,0-1,0 1,0-1,0 1,0 0,-1 0,1 0,0-1,-1 1,1 0,-1 1,1-1,-1 0,1 0,-1 1,1-1,-1 0,0 1,1 0,-1-1,0 1,1 0,-1 0,0 0,0 0,0 1,-1-2,1 1,-1 0,1 1,0-1,-1 0,1 1,0-1,-1 1,1 0,0 0,0 0,0 0,-1 0,1 0,0 0,0 1,1-1,-1 1,0 0,0-1,1 1,-1 0,1 0,0 0,-1 0,1 0,0 0,0 0,1 1,-1-1,0 0,1 1,-1-1,1 0,-1 1,1-1,0 0,0 1,1-1,-1 1,0-1,1 0,-1 1,1-1,0 0,0 0,0 0,0 1,0-1,0 0,1 1,16 14,2-2</inkml:trace>
  <inkml:trace contextRef="#ctx0" brushRef="#br0" timeOffset="3573.834">1485 14,'9'16,"10"9,10 8,11 5,6 3,5 1,3-2,1-3,-2-3,-5-4,-6-4,-9-6,-9-5,-9-4</inkml:trace>
  <inkml:trace contextRef="#ctx0" brushRef="#br0" timeOffset="3792.934">1926 1,'-14'4,"-11"9,-6 8,-2 11,0 8,3 6,5 6,6 1,4 0,5 0,4-3,3-5,2-10</inkml:trace>
  <inkml:trace contextRef="#ctx0" brushRef="#br0" timeOffset="4153.291">2140 535,'16'-27,"-2"-2,-1 1,-1-2,-1 0,1-8,-9 28,-4 22,1-11,-11 75,2 0,5 0,3 37,11-55,-1-41</inkml:trace>
  <inkml:trace contextRef="#ctx0" brushRef="#br0" timeOffset="4541.253">2461 281,'5'30,"-5"-29,0-1,0 1,0 0,0-1,0 1,0-1,0 1,1-1,-1 1,0-1,0 1,0-1,1 1,-1-1,0 1,1-1,-1 1,1-1,-1 1,0-1,1 1,-1-1,1 0,-1 1,1-1,-1 0,1 0,-1 1,1-1,-1 0,1 0,0 0,-1 0,1 0,-1 0,1 0,-1 0,1 0,0 0,-1 0,1 0,-1 0,1 0,-1 0,1 0,0-1,-1 1,1 0,-1 0,2-3,0 1,-1-1,1 1,-1-1,0 1,0-1,0 0,0 1,0-1,0 0,-1 0,1 0,-1 0,0 0,0 1,0-1,0 0,0 0,-1 0,1 0,-1 0,0 0,0 1,0-1,-1-1,0 3,-1 0,0 0,1 0,-1 0,0 0,1 1,-1-1,0 1,0-1,0 1,0 0,1 1,-1-1,0 0,0 1,0-1,1 1,-1 0,0 0,1 0,-1 0,1 0,-1 1,1-1,0 1,-1 0,1 0,0 0,0 0,0 0,0 0,1 0,-1 0,0 1,1-1,-1 2,-18 37,15-24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06.0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1 201,'4'0,"9"0,11 0,13 0,11 0,12 0,8 0,5 0,-1 0,-6 0,-10 0,-12 0,-13 2,-17 1,-11 0</inkml:trace>
  <inkml:trace contextRef="#ctx0" brushRef="#br0" timeOffset="1">269 1,'-3'4,"0"7,1 8,-1 7,2 11,2 8,1 8,3 6,0 2,0 0,1-6,-1-7,1-11,3-8,-2-10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06.0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 1,'5'18,"3"18,8 11,8 10,6 5,7 1,5-3,4-4,0-7,1-8,-5-7,-4-9,-6-5,-7-7,-7-5</inkml:trace>
  <inkml:trace contextRef="#ctx0" brushRef="#br0" timeOffset="1">386 121,'-16'3,"-9"4,-6 9,-2 8,-2 9,-2 8,-1 9,-2 7,3 5,4 1,6-1,7-4,10-8,6-11</inkml:trace>
  <inkml:trace contextRef="#ctx0" brushRef="#br0" timeOffset="2">707 576,'2'15,"28"100,-27-110,-1 0,0-1,1 1,0-1,0 0,0 0,0 0,1 0,-1-1,1 1,0-1,0 0,1 0,-1 0,0-1,1 0,0 0,0 0,-1 0,1-1,4 2,-3-2,0-1,0 1,0-1,0 0,0 0,0-1,-1 0,1 0,0 0,0-1,-1 0,1 0,-1 0,1 0,-1-1,0 0,0 0,0-1,-1 1,1-1,-1 0,0 0,0-1,0 1,0-1,-1 0,0 0,0 0,0 0,-1-1,0 1,0-1,0 1,0-1,-1 0,0 0,-1 0,1 1,-1-2,1 2,-1-1,0 0,-1 0,1 1,-1-1,0 0,0 1,-1-1,0 1,0 0,0-1,0 1,-1 0,0 0,0 0,0 1,-1-1,0 1,0 0,0 0,0 0,0 0,-1 1,0-1,1 1,-1 1,-1-1,1 1,0-1,0 2,-4-2,-3 0,1 0,-1 0,0 2,-1-1,1 2,0-1,0 2,0-1,0 2,0 0,0 0,0 1,0 0,1 1,-1 1,1 0,0 0,1 1,-1 0,1 1,0 0,1 1,0 0,0 0,1 1,0 0,0 1,1-1,0 2,1-1,0 1,1 0,0 0,0 0,1 3,-2 19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06.0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81,'0'-3,"0"3,2 4,3 10,6 10,7 11,8 6,8 6,5 1,6-1,1-1,0-4,-1-7,-6-5,-10-5,-9-7</inkml:trace>
  <inkml:trace contextRef="#ctx0" brushRef="#br0" timeOffset="1">255 27,'-9'18,"-5"18,-5 13,-4 13,-5 7,-2 3,-2 0,-6-2,4-13</inkml:trace>
  <inkml:trace contextRef="#ctx0" brushRef="#br0" timeOffset="2">656 441,'1'-2,"-1"0,0-1,1 1,0 0,-1-1,1 1,0 0,0 0,0 0,1 0,-1 0,0 0,1 0,-1 0,1 1,0-1,-1 1,1-1,0 1,0-1,0 1,0 0,0 0,0 0,1 0,-1 0,0 1,1-1,69-13,-69 13,84 6,-84-5,-1 1,1 0,0 0,-1 0,1 0,-1 1,1-1,-1 1,0-1,1 1,-1 0,0 0,0 0,0 0,-1 0,1 0,0 1,-1-1,1 1,-1-1,0 1,0-1,0 1,0 0,-1-1,1 1,0 0,-1 0,0 1,-2 5,0-1,0 0,-1 0,0 0,-1 0,0 0,0-1,-1 1,0-1,0 0,0-1,-1 1,0-1,0 0,-1-1,0 1,0-1,0-1,-1 1,-3 1,0 2,-124 75,134-83,-1 0,1 1,0-1,-1 1,1-1,0 1,0-1,-1 1,1 0,0 0,0 0,0-1,0 1,0 0,0 0,0 0,0 1,1-1,-1 0,0 0,1 0,-1 1,1-1,-1 0,1 1,-1-1,1 0,0 1,0-1,0 0,0 1,0-1,0 1,0-1,0 0,0 1,1-1,-1 0,0 1,1-1,-1 0,1 1,0-1,-1 0,1 0,0 0,0 0,0 0,0 0,0 0,0 0,0 0,0 0,0 0,0 0,1-1,-1 1,0-1,2 1,14 4,0-2,0 0,1-1,0-1,-1-1,1 0,16-3,-23 2,179-11,-171 13,-6 2</inkml:trace>
  <inkml:trace contextRef="#ctx0" brushRef="#br0" timeOffset="3">1191 281,'0'1,"1"0,0 1,-1-1,1 0,0 1,0-1,0 0,-1 0,1 0,0 0,1 0,-1 0,0 0,0 0,0 0,1-1,-1 1,0 0,1-1,-1 1,0-1,1 1,-1-1,1 0,-1 0,1 1,-1-1,1 0,-1 0,0-1,1 1,-1 0,1 0,-1-1,1 1,-1-1,0 1,1-1,-1 1,0-1,1 0,-1 0,0 0,0 0,0 0,1 0,-1-1,0 1,0 0,0-1,0 1,0-1,0 1,0-1,0 1,-1-1,1 1,-1-1,1 0,-1 1,0-1,1 0,-1 1,0-1,0 0,0 0,0 1,-1-1,1 0,0 1,-1-1,1 0,-1 1,0-1,1 1,-1-1,0 1,0-1,0 1,0-1,0 1,0 0,-1 0,1 0,0-1,-1 1,1 0,-1 1,1-1,-1 0,1 0,-1 1,1-1,-1 0,0 1,1 0,-1-1,0 1,1 0,-1 0,0 0,0 0,0 1,-1-2,1 1,-1 0,1 1,0-1,-1 0,1 1,0-1,-1 1,1 0,0 0,0 0,0 0,-1 0,1 0,0 0,0 1,1-1,-1 1,0 0,0-1,1 1,-1 0,1 0,0 0,-1 0,1 0,0 0,0 0,1 1,-1-1,0 0,1 1,-1-1,1 0,-1 1,1-1,0 0,0 1,1-1,-1 1,0-1,1 0,-1 1,1-1,0 0,0 0,0 0,0 1,0-1,0 0,1 1,16 14,2-2</inkml:trace>
  <inkml:trace contextRef="#ctx0" brushRef="#br0" timeOffset="4">1485 14,'9'16,"10"9,10 8,11 5,6 3,5 1,3-2,1-3,-2-3,-5-4,-6-4,-9-6,-9-5,-9-4</inkml:trace>
  <inkml:trace contextRef="#ctx0" brushRef="#br0" timeOffset="5">1926 1,'-14'4,"-11"9,-6 8,-2 11,0 8,3 6,5 6,6 1,4 0,5 0,4-3,3-5,2-10</inkml:trace>
  <inkml:trace contextRef="#ctx0" brushRef="#br0" timeOffset="6">2140 535,'16'-27,"-2"-2,-1 1,-1-2,-1 0,1-8,-9 28,-4 22,1-11,-11 75,2 0,5 0,3 37,11-55,-1-41</inkml:trace>
  <inkml:trace contextRef="#ctx0" brushRef="#br0" timeOffset="7">2461 281,'5'30,"-5"-29,0-1,0 1,0 0,0-1,0 1,0-1,0 1,1-1,-1 1,0-1,0 1,0-1,1 1,-1-1,0 1,1-1,-1 1,1-1,-1 1,0-1,1 1,-1-1,1 0,-1 1,1-1,-1 0,1 0,-1 1,1-1,-1 0,1 0,0 0,-1 0,1 0,-1 0,1 0,-1 0,1 0,0 0,-1 0,1 0,-1 0,1 0,-1 0,1 0,0-1,-1 1,1 0,-1 0,2-3,0 1,-1-1,1 1,-1-1,0 1,0-1,0 0,0 1,0-1,0 0,-1 0,1 0,-1 0,0 0,0 1,0-1,0 0,0 0,-1 0,1 0,-1 0,0 0,0 1,0-1,-1-1,0 3,-1 0,0 0,1 0,-1 0,0 0,1 1,-1-1,0 1,0-1,0 1,0 0,1 1,-1-1,0 0,0 1,0-1,1 1,-1 0,0 0,1 0,-1 0,1 0,-1 1,1-1,0 1,-1 0,1 0,0 0,0 0,0 0,0 0,1 0,-1 0,0 1,1-1,-1 2,-18 37,15-24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11.0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1 201,'4'0,"9"0,11 0,13 0,11 0,12 0,8 0,5 0,-1 0,-6 0,-10 0,-12 0,-13 2,-17 1,-11 0</inkml:trace>
  <inkml:trace contextRef="#ctx0" brushRef="#br0" timeOffset="1">269 1,'-3'4,"0"7,1 8,-1 7,2 11,2 8,1 8,3 6,0 2,0 0,1-6,-1-7,1-11,3-8,-2-10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11.0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 1,'5'18,"3"18,8 11,8 10,6 5,7 1,5-3,4-4,0-7,1-8,-5-7,-4-9,-6-5,-7-7,-7-5</inkml:trace>
  <inkml:trace contextRef="#ctx0" brushRef="#br0" timeOffset="1">386 121,'-16'3,"-9"4,-6 9,-2 8,-2 9,-2 8,-1 9,-2 7,3 5,4 1,6-1,7-4,10-8,6-11</inkml:trace>
  <inkml:trace contextRef="#ctx0" brushRef="#br0" timeOffset="2">707 576,'2'15,"28"100,-27-110,-1 0,0-1,1 1,0-1,0 0,0 0,0 0,1 0,-1-1,1 1,0-1,0 0,1 0,-1 0,0-1,1 0,0 0,0 0,-1 0,1-1,4 2,-3-2,0-1,0 1,0-1,0 0,0 0,0-1,-1 0,1 0,0 0,0-1,-1 0,1 0,-1 0,1 0,-1-1,0 0,0 0,0-1,-1 1,1-1,-1 0,0 0,0-1,0 1,0-1,-1 0,0 0,0 0,0 0,-1-1,0 1,0-1,0 1,0-1,-1 0,0 0,-1 0,1 1,-1-2,1 2,-1-1,0 0,-1 0,1 1,-1-1,0 0,0 1,-1-1,0 1,0 0,0-1,0 1,-1 0,0 0,0 0,0 1,-1-1,0 1,0 0,0 0,0 0,0 0,-1 1,0-1,1 1,-1 1,-1-1,1 1,0-1,0 2,-4-2,-3 0,1 0,-1 0,0 2,-1-1,1 2,0-1,0 2,0-1,0 2,0 0,0 0,0 1,0 0,1 1,-1 1,1 0,0 0,1 1,-1 0,1 1,0 0,1 1,0 0,0 0,1 1,0 0,0 1,1-1,0 2,1-1,0 1,1 0,0 0,0 0,1 3,-2 19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11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81,'0'-3,"0"3,2 4,3 10,6 10,7 11,8 6,8 6,5 1,6-1,1-1,0-4,-1-7,-6-5,-10-5,-9-7</inkml:trace>
  <inkml:trace contextRef="#ctx0" brushRef="#br0" timeOffset="1">255 27,'-9'18,"-5"18,-5 13,-4 13,-5 7,-2 3,-2 0,-6-2,4-13</inkml:trace>
  <inkml:trace contextRef="#ctx0" brushRef="#br0" timeOffset="2">656 441,'1'-2,"-1"0,0-1,1 1,0 0,-1-1,1 1,0 0,0 0,0 0,1 0,-1 0,0 0,1 0,-1 0,1 1,0-1,-1 1,1-1,0 1,0-1,0 1,0 0,0 0,0 0,1 0,-1 0,0 1,1-1,69-13,-69 13,84 6,-84-5,-1 1,1 0,0 0,-1 0,1 0,-1 1,1-1,-1 1,0-1,1 1,-1 0,0 0,0 0,0 0,-1 0,1 0,0 1,-1-1,1 1,-1-1,0 1,0-1,0 1,0 0,-1-1,1 1,0 0,-1 0,0 1,-2 5,0-1,0 0,-1 0,0 0,-1 0,0 0,0-1,-1 1,0-1,0 0,0-1,-1 1,0-1,0 0,-1-1,0 1,0-1,0-1,-1 1,-3 1,0 2,-124 75,134-83,-1 0,1 1,0-1,-1 1,1-1,0 1,0-1,-1 1,1 0,0 0,0 0,0-1,0 1,0 0,0 0,0 0,0 1,1-1,-1 0,0 0,1 0,-1 1,1-1,-1 0,1 1,-1-1,1 0,0 1,0-1,0 0,0 1,0-1,0 1,0-1,0 0,0 1,1-1,-1 0,0 1,1-1,-1 0,1 1,0-1,-1 0,1 0,0 0,0 0,0 0,0 0,0 0,0 0,0 0,0 0,0 0,0 0,1-1,-1 1,0-1,2 1,14 4,0-2,0 0,1-1,0-1,-1-1,1 0,16-3,-23 2,179-11,-171 13,-6 2</inkml:trace>
  <inkml:trace contextRef="#ctx0" brushRef="#br0" timeOffset="3">1191 281,'0'1,"1"0,0 1,-1-1,1 0,0 1,0-1,0 0,-1 0,1 0,0 0,1 0,-1 0,0 0,0 0,0 0,1-1,-1 1,0 0,1-1,-1 1,0-1,1 1,-1-1,1 0,-1 0,1 1,-1-1,1 0,-1 0,0-1,1 1,-1 0,1 0,-1-1,1 1,-1-1,0 1,1-1,-1 1,0-1,1 0,-1 0,0 0,0 0,0 0,1 0,-1-1,0 1,0 0,0-1,0 1,0-1,0 1,0-1,0 1,-1-1,1 1,-1-1,1 0,-1 1,0-1,1 0,-1 1,0-1,0 0,0 0,0 1,-1-1,1 0,0 1,-1-1,1 0,-1 1,0-1,1 1,-1-1,0 1,0-1,0 1,0-1,0 1,0 0,-1 0,1 0,0-1,-1 1,1 0,-1 1,1-1,-1 0,1 0,-1 1,1-1,-1 0,0 1,1 0,-1-1,0 1,1 0,-1 0,0 0,0 0,0 1,-1-2,1 1,-1 0,1 1,0-1,-1 0,1 1,0-1,-1 1,1 0,0 0,0 0,0 0,-1 0,1 0,0 0,0 1,1-1,-1 1,0 0,0-1,1 1,-1 0,1 0,0 0,-1 0,1 0,0 0,0 0,1 1,-1-1,0 0,1 1,-1-1,1 0,-1 1,1-1,0 0,0 1,1-1,-1 1,0-1,1 0,-1 1,1-1,0 0,0 0,0 0,0 1,0-1,0 0,1 1,16 14,2-2</inkml:trace>
  <inkml:trace contextRef="#ctx0" brushRef="#br0" timeOffset="4">1485 14,'9'16,"10"9,10 8,11 5,6 3,5 1,3-2,1-3,-2-3,-5-4,-6-4,-9-6,-9-5,-9-4</inkml:trace>
  <inkml:trace contextRef="#ctx0" brushRef="#br0" timeOffset="5">1926 1,'-14'4,"-11"9,-6 8,-2 11,0 8,3 6,5 6,6 1,4 0,5 0,4-3,3-5,2-10</inkml:trace>
  <inkml:trace contextRef="#ctx0" brushRef="#br0" timeOffset="6">2140 535,'16'-27,"-2"-2,-1 1,-1-2,-1 0,1-8,-9 28,-4 22,1-11,-11 75,2 0,5 0,3 37,11-55,-1-41</inkml:trace>
  <inkml:trace contextRef="#ctx0" brushRef="#br0" timeOffset="7">2461 281,'5'30,"-5"-29,0-1,0 1,0 0,0-1,0 1,0-1,0 1,1-1,-1 1,0-1,0 1,0-1,1 1,-1-1,0 1,1-1,-1 1,1-1,-1 1,0-1,1 1,-1-1,1 0,-1 1,1-1,-1 0,1 0,-1 1,1-1,-1 0,1 0,0 0,-1 0,1 0,-1 0,1 0,-1 0,1 0,0 0,-1 0,1 0,-1 0,1 0,-1 0,1 0,0-1,-1 1,1 0,-1 0,2-3,0 1,-1-1,1 1,-1-1,0 1,0-1,0 0,0 1,0-1,0 0,-1 0,1 0,-1 0,0 0,0 1,0-1,0 0,0 0,-1 0,1 0,-1 0,0 0,0 1,0-1,-1-1,0 3,-1 0,0 0,1 0,-1 0,0 0,1 1,-1-1,0 1,0-1,0 1,0 0,1 1,-1-1,0 0,0 1,0-1,1 1,-1 0,0 0,1 0,-1 0,1 0,-1 1,1-1,0 1,-1 0,1 0,0 0,0 0,0 0,0 0,1 0,-1 0,0 1,1-1,-1 2,-18 37,15-24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16.7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1 201,'4'0,"9"0,11 0,13 0,11 0,12 0,8 0,5 0,-1 0,-6 0,-10 0,-12 0,-13 2,-17 1,-11 0</inkml:trace>
  <inkml:trace contextRef="#ctx0" brushRef="#br0" timeOffset="1">269 1,'-3'4,"0"7,1 8,-1 7,2 11,2 8,1 8,3 6,0 2,0 0,1-6,-1-7,1-11,3-8,-2-10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16.7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 1,'5'18,"3"18,8 11,8 10,6 5,7 1,5-3,4-4,0-7,1-8,-5-7,-4-9,-6-5,-7-7,-7-5</inkml:trace>
  <inkml:trace contextRef="#ctx0" brushRef="#br0" timeOffset="1">386 121,'-16'3,"-9"4,-6 9,-2 8,-2 9,-2 8,-1 9,-2 7,3 5,4 1,6-1,7-4,10-8,6-11</inkml:trace>
  <inkml:trace contextRef="#ctx0" brushRef="#br0" timeOffset="2">707 576,'2'15,"28"100,-27-110,-1 0,0-1,1 1,0-1,0 0,0 0,0 0,1 0,-1-1,1 1,0-1,0 0,1 0,-1 0,0-1,1 0,0 0,0 0,-1 0,1-1,4 2,-3-2,0-1,0 1,0-1,0 0,0 0,0-1,-1 0,1 0,0 0,0-1,-1 0,1 0,-1 0,1 0,-1-1,0 0,0 0,0-1,-1 1,1-1,-1 0,0 0,0-1,0 1,0-1,-1 0,0 0,0 0,0 0,-1-1,0 1,0-1,0 1,0-1,-1 0,0 0,-1 0,1 1,-1-2,1 2,-1-1,0 0,-1 0,1 1,-1-1,0 0,0 1,-1-1,0 1,0 0,0-1,0 1,-1 0,0 0,0 0,0 1,-1-1,0 1,0 0,0 0,0 0,0 0,-1 1,0-1,1 1,-1 1,-1-1,1 1,0-1,0 2,-4-2,-3 0,1 0,-1 0,0 2,-1-1,1 2,0-1,0 2,0-1,0 2,0 0,0 0,0 1,0 0,1 1,-1 1,1 0,0 0,1 1,-1 0,1 1,0 0,1 1,0 0,0 0,1 1,0 0,0 1,1-1,0 2,1-1,0 1,1 0,0 0,0 0,1 3,-2 19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16.7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81,'0'-3,"0"3,2 4,3 10,6 10,7 11,8 6,8 6,5 1,6-1,1-1,0-4,-1-7,-6-5,-10-5,-9-7</inkml:trace>
  <inkml:trace contextRef="#ctx0" brushRef="#br0" timeOffset="1">255 27,'-9'18,"-5"18,-5 13,-4 13,-5 7,-2 3,-2 0,-6-2,4-13</inkml:trace>
  <inkml:trace contextRef="#ctx0" brushRef="#br0" timeOffset="2">656 441,'1'-2,"-1"0,0-1,1 1,0 0,-1-1,1 1,0 0,0 0,0 0,1 0,-1 0,0 0,1 0,-1 0,1 1,0-1,-1 1,1-1,0 1,0-1,0 1,0 0,0 0,0 0,1 0,-1 0,0 1,1-1,69-13,-69 13,84 6,-84-5,-1 1,1 0,0 0,-1 0,1 0,-1 1,1-1,-1 1,0-1,1 1,-1 0,0 0,0 0,0 0,-1 0,1 0,0 1,-1-1,1 1,-1-1,0 1,0-1,0 1,0 0,-1-1,1 1,0 0,-1 0,0 1,-2 5,0-1,0 0,-1 0,0 0,-1 0,0 0,0-1,-1 1,0-1,0 0,0-1,-1 1,0-1,0 0,-1-1,0 1,0-1,0-1,-1 1,-3 1,0 2,-124 75,134-83,-1 0,1 1,0-1,-1 1,1-1,0 1,0-1,-1 1,1 0,0 0,0 0,0-1,0 1,0 0,0 0,0 0,0 1,1-1,-1 0,0 0,1 0,-1 1,1-1,-1 0,1 1,-1-1,1 0,0 1,0-1,0 0,0 1,0-1,0 1,0-1,0 0,0 1,1-1,-1 0,0 1,1-1,-1 0,1 1,0-1,-1 0,1 0,0 0,0 0,0 0,0 0,0 0,0 0,0 0,0 0,0 0,0 0,1-1,-1 1,0-1,2 1,14 4,0-2,0 0,1-1,0-1,-1-1,1 0,16-3,-23 2,179-11,-171 13,-6 2</inkml:trace>
  <inkml:trace contextRef="#ctx0" brushRef="#br0" timeOffset="3">1191 281,'0'1,"1"0,0 1,-1-1,1 0,0 1,0-1,0 0,-1 0,1 0,0 0,1 0,-1 0,0 0,0 0,0 0,1-1,-1 1,0 0,1-1,-1 1,0-1,1 1,-1-1,1 0,-1 0,1 1,-1-1,1 0,-1 0,0-1,1 1,-1 0,1 0,-1-1,1 1,-1-1,0 1,1-1,-1 1,0-1,1 0,-1 0,0 0,0 0,0 0,1 0,-1-1,0 1,0 0,0-1,0 1,0-1,0 1,0-1,0 1,-1-1,1 1,-1-1,1 0,-1 1,0-1,1 0,-1 1,0-1,0 0,0 0,0 1,-1-1,1 0,0 1,-1-1,1 0,-1 1,0-1,1 1,-1-1,0 1,0-1,0 1,0-1,0 1,0 0,-1 0,1 0,0-1,-1 1,1 0,-1 1,1-1,-1 0,1 0,-1 1,1-1,-1 0,0 1,1 0,-1-1,0 1,1 0,-1 0,0 0,0 0,0 1,-1-2,1 1,-1 0,1 1,0-1,-1 0,1 1,0-1,-1 1,1 0,0 0,0 0,0 0,-1 0,1 0,0 0,0 1,1-1,-1 1,0 0,0-1,1 1,-1 0,1 0,0 0,-1 0,1 0,0 0,0 0,1 1,-1-1,0 0,1 1,-1-1,1 0,-1 1,1-1,0 0,0 1,1-1,-1 1,0-1,1 0,-1 1,1-1,0 0,0 0,0 0,0 1,0-1,0 0,1 1,16 14,2-2</inkml:trace>
  <inkml:trace contextRef="#ctx0" brushRef="#br0" timeOffset="4">1485 14,'9'16,"10"9,10 8,11 5,6 3,5 1,3-2,1-3,-2-3,-5-4,-6-4,-9-6,-9-5,-9-4</inkml:trace>
  <inkml:trace contextRef="#ctx0" brushRef="#br0" timeOffset="5">1926 1,'-14'4,"-11"9,-6 8,-2 11,0 8,3 6,5 6,6 1,4 0,5 0,4-3,3-5,2-10</inkml:trace>
  <inkml:trace contextRef="#ctx0" brushRef="#br0" timeOffset="6">2140 535,'16'-27,"-2"-2,-1 1,-1-2,-1 0,1-8,-9 28,-4 22,1-11,-11 75,2 0,5 0,3 37,11-55,-1-41</inkml:trace>
  <inkml:trace contextRef="#ctx0" brushRef="#br0" timeOffset="7">2461 281,'5'30,"-5"-29,0-1,0 1,0 0,0-1,0 1,0-1,0 1,1-1,-1 1,0-1,0 1,0-1,1 1,-1-1,0 1,1-1,-1 1,1-1,-1 1,0-1,1 1,-1-1,1 0,-1 1,1-1,-1 0,1 0,-1 1,1-1,-1 0,1 0,0 0,-1 0,1 0,-1 0,1 0,-1 0,1 0,0 0,-1 0,1 0,-1 0,1 0,-1 0,1 0,0-1,-1 1,1 0,-1 0,2-3,0 1,-1-1,1 1,-1-1,0 1,0-1,0 0,0 1,0-1,0 0,-1 0,1 0,-1 0,0 0,0 1,0-1,0 0,0 0,-1 0,1 0,-1 0,0 0,0 1,0-1,-1-1,0 3,-1 0,0 0,1 0,-1 0,0 0,1 1,-1-1,0 1,0-1,0 1,0 0,1 1,-1-1,0 0,0 1,0-1,1 1,-1 0,0 0,1 0,-1 0,1 0,-1 1,1-1,0 1,-1 0,1 0,0 0,0 0,0 0,0 0,1 0,-1 0,0 1,1-1,-1 2,-18 37,15-24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21.8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 1,'5'18,"3"18,8 11,8 10,6 5,7 1,5-3,4-4,0-7,1-8,-5-7,-4-9,-6-5,-7-7,-7-5</inkml:trace>
  <inkml:trace contextRef="#ctx0" brushRef="#br0" timeOffset="1">386 121,'-16'3,"-9"4,-6 9,-2 8,-2 9,-2 8,-1 9,-2 7,3 5,4 1,6-1,7-4,10-8,6-11</inkml:trace>
  <inkml:trace contextRef="#ctx0" brushRef="#br0" timeOffset="2">707 576,'2'15,"28"100,-27-110,-1 0,0-1,1 1,0-1,0 0,0 0,0 0,1 0,-1-1,1 1,0-1,0 0,1 0,-1 0,0-1,1 0,0 0,0 0,-1 0,1-1,4 2,-3-2,0-1,0 1,0-1,0 0,0 0,0-1,-1 0,1 0,0 0,0-1,-1 0,1 0,-1 0,1 0,-1-1,0 0,0 0,0-1,-1 1,1-1,-1 0,0 0,0-1,0 1,0-1,-1 0,0 0,0 0,0 0,-1-1,0 1,0-1,0 1,0-1,-1 0,0 0,-1 0,1 1,-1-2,1 2,-1-1,0 0,-1 0,1 1,-1-1,0 0,0 1,-1-1,0 1,0 0,0-1,0 1,-1 0,0 0,0 0,0 1,-1-1,0 1,0 0,0 0,0 0,0 0,-1 1,0-1,1 1,-1 1,-1-1,1 1,0-1,0 2,-4-2,-3 0,1 0,-1 0,0 2,-1-1,1 2,0-1,0 2,0-1,0 2,0 0,0 0,0 1,0 0,1 1,-1 1,1 0,0 0,1 1,-1 0,1 1,0 0,1 1,0 0,0 0,1 1,0 0,0 1,1-1,0 2,1-1,0 1,1 0,0 0,0 0,1 3,-2 19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21.8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81,'0'-3,"0"3,2 4,3 10,6 10,7 11,8 6,8 6,5 1,6-1,1-1,0-4,-1-7,-6-5,-10-5,-9-7</inkml:trace>
  <inkml:trace contextRef="#ctx0" brushRef="#br0" timeOffset="1">255 27,'-9'18,"-5"18,-5 13,-4 13,-5 7,-2 3,-2 0,-6-2,4-13</inkml:trace>
  <inkml:trace contextRef="#ctx0" brushRef="#br0" timeOffset="2">656 441,'1'-2,"-1"0,0-1,1 1,0 0,-1-1,1 1,0 0,0 0,0 0,1 0,-1 0,0 0,1 0,-1 0,1 1,0-1,-1 1,1-1,0 1,0-1,0 1,0 0,0 0,0 0,1 0,-1 0,0 1,1-1,69-13,-69 13,84 6,-84-5,-1 1,1 0,0 0,-1 0,1 0,-1 1,1-1,-1 1,0-1,1 1,-1 0,0 0,0 0,0 0,-1 0,1 0,0 1,-1-1,1 1,-1-1,0 1,0-1,0 1,0 0,-1-1,1 1,0 0,-1 0,0 1,-2 5,0-1,0 0,-1 0,0 0,-1 0,0 0,0-1,-1 1,0-1,0 0,0-1,-1 1,0-1,0 0,-1-1,0 1,0-1,0-1,-1 1,-3 1,0 2,-124 75,134-83,-1 0,1 1,0-1,-1 1,1-1,0 1,0-1,-1 1,1 0,0 0,0 0,0-1,0 1,0 0,0 0,0 0,0 1,1-1,-1 0,0 0,1 0,-1 1,1-1,-1 0,1 1,-1-1,1 0,0 1,0-1,0 0,0 1,0-1,0 1,0-1,0 0,0 1,1-1,-1 0,0 1,1-1,-1 0,1 1,0-1,-1 0,1 0,0 0,0 0,0 0,0 0,0 0,0 0,0 0,0 0,0 0,0 0,1-1,-1 1,0-1,2 1,14 4,0-2,0 0,1-1,0-1,-1-1,1 0,16-3,-23 2,179-11,-171 13,-6 2</inkml:trace>
  <inkml:trace contextRef="#ctx0" brushRef="#br0" timeOffset="3">1191 281,'0'1,"1"0,0 1,-1-1,1 0,0 1,0-1,0 0,-1 0,1 0,0 0,1 0,-1 0,0 0,0 0,0 0,1-1,-1 1,0 0,1-1,-1 1,0-1,1 1,-1-1,1 0,-1 0,1 1,-1-1,1 0,-1 0,0-1,1 1,-1 0,1 0,-1-1,1 1,-1-1,0 1,1-1,-1 1,0-1,1 0,-1 0,0 0,0 0,0 0,1 0,-1-1,0 1,0 0,0-1,0 1,0-1,0 1,0-1,0 1,-1-1,1 1,-1-1,1 0,-1 1,0-1,1 0,-1 1,0-1,0 0,0 0,0 1,-1-1,1 0,0 1,-1-1,1 0,-1 1,0-1,1 1,-1-1,0 1,0-1,0 1,0-1,0 1,0 0,-1 0,1 0,0-1,-1 1,1 0,-1 1,1-1,-1 0,1 0,-1 1,1-1,-1 0,0 1,1 0,-1-1,0 1,1 0,-1 0,0 0,0 0,0 1,-1-2,1 1,-1 0,1 1,0-1,-1 0,1 1,0-1,-1 1,1 0,0 0,0 0,0 0,-1 0,1 0,0 0,0 1,1-1,-1 1,0 0,0-1,1 1,-1 0,1 0,0 0,-1 0,1 0,0 0,0 0,1 1,-1-1,0 0,1 1,-1-1,1 0,-1 1,1-1,0 0,0 1,1-1,-1 1,0-1,1 0,-1 1,1-1,0 0,0 0,0 0,0 1,0-1,0 0,1 1,16 14,2-2</inkml:trace>
  <inkml:trace contextRef="#ctx0" brushRef="#br0" timeOffset="4">1485 14,'9'16,"10"9,10 8,11 5,6 3,5 1,3-2,1-3,-2-3,-5-4,-6-4,-9-6,-9-5,-9-4</inkml:trace>
  <inkml:trace contextRef="#ctx0" brushRef="#br0" timeOffset="5">1926 1,'-14'4,"-11"9,-6 8,-2 11,0 8,3 6,5 6,6 1,4 0,5 0,4-3,3-5,2-10</inkml:trace>
  <inkml:trace contextRef="#ctx0" brushRef="#br0" timeOffset="6">2140 535,'16'-27,"-2"-2,-1 1,-1-2,-1 0,1-8,-9 28,-4 22,1-11,-11 75,2 0,5 0,3 37,11-55,-1-41</inkml:trace>
  <inkml:trace contextRef="#ctx0" brushRef="#br0" timeOffset="7">2461 281,'5'30,"-5"-29,0-1,0 1,0 0,0-1,0 1,0-1,0 1,1-1,-1 1,0-1,0 1,0-1,1 1,-1-1,0 1,1-1,-1 1,1-1,-1 1,0-1,1 1,-1-1,1 0,-1 1,1-1,-1 0,1 0,-1 1,1-1,-1 0,1 0,0 0,-1 0,1 0,-1 0,1 0,-1 0,1 0,0 0,-1 0,1 0,-1 0,1 0,-1 0,1 0,0-1,-1 1,1 0,-1 0,2-3,0 1,-1-1,1 1,-1-1,0 1,0-1,0 0,0 1,0-1,0 0,-1 0,1 0,-1 0,0 0,0 1,0-1,0 0,0 0,-1 0,1 0,-1 0,0 0,0 1,0-1,-1-1,0 3,-1 0,0 0,1 0,-1 0,0 0,1 1,-1-1,0 1,0-1,0 1,0 0,1 1,-1-1,0 0,0 1,0-1,1 1,-1 0,0 0,1 0,-1 0,1 0,-1 1,1-1,0 1,-1 0,1 0,0 0,0 0,0 0,0 0,1 0,-1 0,0 1,1-1,-1 2,-18 37,15-24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09:58.8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1169 641,'-24'-41,"13"18,-1-1,-1 2,-1 0,-1 0,-1 2,-1-1,0 2,-2 1,0 0,-1 1,-1 1,-7-3,8 9,0 2,0 0,-1 1,0 1,0 1,0 1,-1 1,0 1,1 1,-1 0,0 2,0 1,1 0,-1 2,1 0,0 1,-20 9,15-5,0 2,0 1,2 1,-1 1,2 1,0 1,1 1,0 1,2 1,0 1,1 0,1 2,-13 20,3 5,2 2,3 1,1 1,3 1,2 1,-8 45,15-60,1 2,2-1,2 1,2 0,1 1,2-1,2 0,1 0,3 0,1-1,2 1,1-1,2-1,5 7,4-8,2 0,1-2,2-1,1 0,2-3,1 0,1-2,2-1,0-1,2-2,1-2,1-1,1-2,1-1,0-3,1 0,3-3,4-1,0-2,0-2,1-3,0-1,1-2,-1-3,44-6,-23 0,-1-2,0-4,-1-2,0-4,-1-2,2-5,-44 16,-1-2,0 0,-1-2,0 0,-1-1,0-2,-2 0,0-1,-1-1,0 0,-2-1,-1-1,0-1,-1 0,-2-1,0-2,8-20,-2 0,-2-2,-2 0,-3 0,-1-1,-2-1,-3 0,-2 1,-2-1,-2 0,-2 0,-2 0,-2 0,-14-43,12 50,-3 1,-2 0,-1 1,-2 1,-2 0,-13-18,-37-49,-4 4,-61-62,111 137,-1 1,-2 2,0 0,-2 1,0 2,-20-11,34 24,0 1,-1 0,0 1,0 1,0 0,0 1,-1 0,0 2,0-1,0 2,0 0,0 1,0 1,1 1,-1 0,0 1,-25 8,0 1,1 3,0 1,-23 15,-88 45,1 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04.3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132 68,'-2'-1,"-1"2,1-1,-1 0,1 0,0 1,-1-1,1 1,0 0,-1 0,1 0,0 0,0 0,0 0,0 1,0-1,0 1,0-1,0 1,0 0,1 0,-1 0,1 0,0 0,-1 0,1 0,0 0,0 0,0 2,-9 13,0-1,1 2,1-1,1 1,1 1,0-1,1 1,2 0,-1 0,2 0,0 14,2-24,0 0,0 0,1 0,1 0,-1-1,1 1,1 0,-1 0,2-1,-1 0,1 1,0-1,1-1,0 1,0-1,1 0,-1 0,2 0,-1-1,1 0,0 0,0-1,0 1,1-2,6 4,-5-3,0-1,1 0,-1-1,1 0,0 0,0-1,0 0,0-1,0 0,0 0,1-1,-1-1,2 0,-6-2,-1 0,0-1,1 0,-1 0,0 0,-1-1,1 1,-1-1,0 0,0-1,-1 1,1-1,-1 1,-1-1,1 0,-1 0,0-1,0 1,0 0,-1-1,0 1,-1 0,1-1,-1 0,0 7,8-42,-2-1,-2 0,-1 1,-3-1,-2-19,2 55,0 1,-1-1,0 1,0-1,-1 1,1-1,-1 1,0 0,-1 0,0 0,0 0,0 1,-1-1,1 1,-1 0,-1 0,1 0,-1 0,0 1,0 0,0 0,0 0,-1 0,1 1,-1 0,0 0,0 1,0 0,-1 0,1 0,0 1,-1-1,1 2,-4-1,1 1,0 0,0 1,0 0,0 0,0 1,1 0,-1 1,0 0,1 0,0 1,0 0,0 0,0 1,1 0,-1 0,1 1,1 0,-1 0,1 1,0-1,0 2,1-1,0 0,0 1,1 0,0 0,0 0,1 1,0-1,1 1,0 0,0 0,0 4,4 31,5-5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04.8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14,'0'-2,"5"-1,6 0,7 1,11 1,6 0,7 0,5 1,2 0,-3 0,-5 2,-10 4,-9-1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05.1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0,'14'12,"11"3,9 1,6-1,7-4,4-4,2-2,0-3,-4-2,-6 0,-12-1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05.6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109 137,'-7'4,"-1"0,1 0,0 1,0-1,1 1,0 1,-1-1,2 1,-1 0,1 1,0-1,0 1,1 0,0 1,0-1,0 0,1 2,1-5,1 1,-1-1,1 1,0 0,1 0,-1 0,1-1,0 1,0 0,0 0,1 0,-1 0,1-1,0 1,1 0,-1-1,1 1,0-1,0 1,1-1,-1 0,1 0,0 0,0 0,0 0,0-1,1 0,0 1,1 0,2 0,-1 0,1 0,-1-1,1 0,0 0,1-1,-1 1,0-2,1 1,-1-1,1 0,-1-1,1 0,-1 0,1 0,0-1,-1 0,0-1,1 0,-1 0,0 0,0-1,0 0,0 0,0-1,-1 0,0 0,1-1,-2 1,1-1,0-1,-1 1,0-1,0 0,-1 0,0 0,2-3,-1 0,0-1,-1 1,0-1,0 0,-1 0,0-1,-1 1,0-1,-1 1,0-1,-1 1,0-1,0 1,-1-1,-1 0,0 1,0-1,0 4,0 0,0 0,-1 0,0 0,0 1,0-1,-1 1,0 0,0 0,-1 1,0-1,0 1,0 0,0 0,-1 0,0 1,0 0,0 0,0 1,-1-1,1 1,-1 1,0-1,0 1,0 1,-4-2,4 2,1 1,0-1,0 1,-1 0,1 0,0 1,-1 0,1 0,0 0,0 1,0 0,0 0,0 0,0 1,1 0,-1 0,1 1,0-1,0 1,0 0,0 1,1-1,0 1,0 0,0 0,0 0,1 0,0 1,0-1,0 1,1 0,0 0,0 0,0 0,1 0,0 0,0 1,0-1,1 0,0 1,0-1,1 0,0 1,0-1,1 3,13 18,3-4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06.1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14 196,'-3'12,"0"1,0 0,1-1,1 1,0 0,1 0,0 0,1 0,1 0,0 2,0-9,-1 0,2 0,-1 0,1-1,-1 1,2-1,-1 0,0 0,1 0,0 0,0-1,1 1,-1-1,1 0,0 0,0-1,0 0,0 0,1 0,-1 0,1-1,0 0,0 0,3 1,4 0,0-1,1 0,-1 0,0-1,1-1,-1 0,1-1,-1-1,0 0,13-3,-18 3,0-1,0 0,-1 0,1-1,-1 0,1 0,-1-1,0 0,-1 0,1 0,-1-1,0 0,-1 0,1-1,-1 1,-1-1,1 0,-1-1,0 1,-1-1,1 0,-2 0,1 0,-1 0,0 0,-1 0,1-8,-1 3,1 0,-2 0,0 0,0 0,-1 0,-1 0,0 1,-1-1,-1 0,1 1,-2 0,0 0,0 0,-1 0,-1 1,0 0,0 1,-6-7,9 14,0 0,0 0,0 0,0 0,0 1,0 0,-1 0,1 0,-1 0,0 1,1-1,-1 1,0 1,0-1,0 1,0-1,0 1,0 1,1-1,-1 1,0 0,0 0,0 0,1 0,-1 1,1 0,-1 0,1 1,-3 1,-3 1,0 2,1-1,0 1,0 1,0 0,1 0,1 0,-1 1,1 0,1 1,-1 0,0 3,4-8,0 0,0 0,1-1,0 2,0-1,0 0,1 0,-1 1,1-1,1 0,-1 1,1-1,0 1,0 0,0-1,1 0,0 1,0-1,0 1,1-1,0 0,0 0,0 0,1 1,14 13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06.5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18 121,'-2'10,"0"-1,1 1,0 0,0-1,1 1,1 0,-1-1,1 1,1 0,0-1,1 1,-1-1,2 0,-1 0,1 0,1 0,0-1,0 0,0 0,1 0,0 0,1-1,0 0,4 3,-2-3,1-2,-1 0,1 0,0 0,1-1,-1-1,1 0,-1 0,1-1,0-1,0 1,0-2,0 0,0 0,0-1,0 0,0-1,0 0,-1 0,1-2,-3 2,-1 0,1-1,-1 0,0 0,0-1,0 0,0-1,-1 1,0-1,0 0,0 0,0-1,-1 0,0 0,0 0,-1-1,0 0,0 1,0-2,-1 1,0 0,0 0,-1-1,0 0,0 1,-1-1,1-8,-2 8,-1-1,1 0,-1 1,-1-1,0 1,0-1,-1 1,0 0,0 0,0 0,-1 0,-1 1,1-1,-1 1,-1 0,1 1,-1-1,0 1,0 0,-1 1,0-1,0 1,0 1,-1-1,1 1,-1 1,0-1,0 1,-4 0,1-1,0 0,0 1,0 1,-1 0,1 0,-1 1,1 1,-1 0,0 1,1 0,-1 0,1 1,0 1,0 0,0 0,0 1,0 1,0 0,1 0,0 1,-9 6,-20 40,30-28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13.1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 1,'-36'5,"53"1,329-4,-724-2,670 14,-231-14,-128 0,36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17.48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0,'550'29,"-577"-40,13 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34.3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69 19,'-39'-18,"51"27,6-2,1-2,0 0,1 0,-1-2,1-1,13 1,-15-2,133 5,-509-20,830 14,-408 6,-64-6,0 0,-1 0,1 0,0 1,0-1,0 0,0 0,-1 0,1 1,0-1,0 0,0 0,0 1,0-1,0 0,0 0,0 1,0-1,0 0,-1 0,1 1,0-1,1 0,-1 0,0 1,0-1,0 0,0 0,0 1,0-1,0 0,0 0,0 1,0-1,1 0,-1 0,0 0,0 1,0-1,0 0,1 0,-1 0,0 1,0-1,1 0,-1 0,0 0,0 0,0 0,1 0,-1 0,0 1,-23 5,6-3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0:38.3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156 228,'-14'13,"1"-1,0 2,1 0,1 0,0 1,0 0,2 1,0 0,1 1,0-1,2 2,0-1,1 1,0 0,2 0,0 0,1 0,1 1,0-1,2 9,16 416,-17-408,1 0,1 0,2 0,1-1,2 0,2 0,1 0,4 8,15 20,-17-39,-1 1,-1-1,-1 2,-2-1,5 26,-8-23,-4-16,1-1,0 0,0 0,1 1,1-1,-1-1,1 1,1 0,0-1,0 1,1-1,1 0,-1-1,1 1,0-1,1 0,0-1,0 0,2 1,156 97,-134-87,1-1,1-2,0-1,1-2,1-2,0 0,0-3,31 3,293 32,309 52,171-16,31-5,-325-44,-327-30,-89-29,-84 17,-31 10,-1 0,1-1,-1-1,0 0,0 0,0-1,-1-1,1 0,-2-1,1 0,-1-1,0 0,-1-1,0 0,-1 0,0-1,0-1,4-12,0-1,-2 0,-1 0,-1-1,-1 0,-2-1,0 0,-2 0,1-16,6-79,32-210,-24 237,-5 0,-4-1,-3-11,-21-334,27 299,-7 103,-2 0,-2-1,-1 1,-3-4,3 37,-1 0,-1 0,1 0,-1 0,0 0,-1 0,1 0,-1 1,0-1,-1 0,1 1,-1 0,0 0,-1-1,1 2,-1-1,0 0,0 1,0 0,-1 0,1 0,-1 0,0 1,-5-3,-11 0,0 0,0 1,-1 1,0 2,0 0,1 1,-1 1,-4 1,-26-1,-522-38,258 37,-231-11,62-17,-66 30,463 6,1 4,-69 18,-5 0,-229 26,-144 7,326-33,-10-15,61-9,124 11,27-8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06.23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871 108,'-3'-4,"-1"0,0 1,0-1,0 1,0 0,-1 0,1 0,-1 1,0-1,0 1,0 0,0 1,0-1,0 1,0 0,-1 0,1 1,0 0,-1 0,1 0,-3 0,-30-1,0 2,-1 1,1 1,0 3,-33 9,69-15,-20 6,-1 0,1 1,1 1,-1 1,1 1,1 1,0 1,1 1,-8 6,-3 13,2 0,0 2,3 2,-16 26,34-50,-77 159,79-162,-1 0,1 1,1 0,0 0,0 0,1 0,1 1,-1-1,2 1,-1 0,2-1,-1 1,2 1,-1 20,-1-14,1-1,1 1,1 0,0 0,1-1,1 0,6 16,21 37,26 83,-55-144,2 14,1 0,1-1,1 0,1 0,1-1,0 1,9 11,129 227,-114-197,-23-45,0-1,1-1,2 0,-1 0,2-1,0-1,0 0,2-1,-1-1,2 0,6 3,-7-5,1 0,0-1,0-1,1-1,0 0,0-1,1-1,0-1,0 0,0-2,0 0,4-1,309-2,-299-2,-1 0,0-3,-1 0,1-2,23-10,-9 5,-25 6,0 0,-1-1,0 0,0-2,-1 0,0-2,-1 0,0-1,-1-1,-1 0,0-1,-1-1,7-10,18-22,-26 34,-1-2,-1 0,0 0,-1-1,-1-1,-1 1,1-5,1-14,-1 0,-2-1,-2-1,1-25,6-37,-4 26,-4-1,-3 0,-4-18,1 0,-1 61,0 1,-3 0,0 0,-2 0,-2 1,-6-15,9 27,-2 1,0-1,-1 2,-1-1,0 1,-1 1,-1 0,-1 0,0 1,-3-1,11 10,-22-23,-1 2,-2 0,0 3,-2 0,-1 2,-3 0,-150-71,166 79,-1 1,0 0,-1 2,0 1,0 0,-1 2,0 1,0 0,-1 2,-17-1,-122 5,145 2,5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07.36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1 352,'354'-84,"706"-162,-984 230,-67 11,-17 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08.2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435 87,'-27'12,"0"0,1 2,0 1,2 1,-21 17,26-20,-8 5,0 1,2 2,0 0,1 2,1 0,1 2,2 0,-5 9,3 19,22-51,0-1,0 0,0 1,0-1,0 0,0 1,0-1,0 0,0 1,0-1,1 0,-1 1,1-1,-1 0,1 1,-1-1,1 0,0 0,-1 0,1 0,0 0,0 0,0 0,0 0,0 0,0 0,0 0,0-1,0 1,1 0,-1-1,0 1,0-1,1 1,-1-1,0 1,1-1,0 0,172 0,200-2,-372 2,0 0,0 0,0 0,1-1,-1 1,0 0,-1-1,1 0,0 1,0-1,0 0,0 0,0 0,-1 0,1-1,0 1,-1 0,1-1,-1 1,0-1,1 1,-1-1,0 0,0 0,0 1,0-1,0 0,0 0,-1 0,1 0,-1 0,1 0,-1 0,0 0,0 0,0 0,0 0,0 0,0 0,-1-2,-1-19,-1-1,-2 1,0 0,-1 0,-2 1,-9-20,10 21,-51-154,57 173,0 1,0-1,1 0,-1 0,1 0,-1 0,1 0,0 0,0 0,0 0,0 0,0 0,0 0,0 0,1 0,-1 0,1 0,-1 0,1 0,0 0,0 1,0-1,0 0,0 0,0 1,0-1,0 1,1-1,-1 1,1-1,-1 1,1 0,0-1,17-4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09.46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1 284,'23'-23,"-2"-1,0-1,-2 0,-1-2,-1 0,-1-1,-1-1,1-5,0-7,-10 40,-5 17,-1-14,-2 437,3-432,-1 0,0 0,0 1,0-1,-1 0,0 0,-1 0,1 0,-1 0,-1 0,1 0,-1-1,0 1,-1-1,1 0,-1 1,-1-2,1 1,-1-1,0 1,0-1,-2 1,-76 32,142-37,300-30,-352 29,-2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10.6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1,'2'0,"3"0,6 0,5 0,6 0,9 0,9 0,3 0,5 0,2 0,-3 0,-4 0,-7 0,-8 0,-11 0,-8 2,-8 1,-4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10.92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1,'18'5,"13"1,8 0,4-2,4 0,3-2,0-1,-2-1,-2 0,-7 0,-5 0,-6 0,-7-1,-3 1,-3 0,-1 0,-4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11.77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193 138,'-6'-1,"0"1,0 0,0 0,0 1,0 0,0 0,0 0,1 0,-1 1,0 0,1 0,-1 1,1 0,0 0,0 0,0 0,0 1,1 0,-1 0,1 0,0 0,0 1,0-1,1 1,-3 4,0 4,0 1,1 0,1 0,0 0,0 0,2 1,0-1,0 1,1 0,1-1,1 2,0-6,0-1,0 0,1 0,1 0,0 0,0 0,0-1,1 1,0-1,1 0,0 0,0-1,1 1,0-1,0-1,1 1,0-1,0 0,0 0,1-1,0 0,0 0,0-1,0 0,1 0,-1-1,1 0,0-1,0 0,0 0,1-1,-1 0,0-1,0 0,1 0,-1-1,0 0,0-1,0 0,0 0,0-1,0 0,-1-1,7-3,-6 0,-1 0,1 0,-2-1,1 0,-1 0,-1-1,1 0,-1 0,-1 0,0-1,0 0,-1 0,0 0,-1 0,0-1,-1 1,1-6,3-26,-1-1,-3 1,-2-35,0 69,1 2,-1 0,1 0,-1 0,0 0,-1 0,1 1,-1-1,0 0,0 0,-1 1,0-1,0 1,0-1,-1 1,0 0,0 0,0 0,0 0,-1 0,0 1,0 0,0 0,0 0,-1 0,1 0,-1 1,0 0,-4-2,-5 0,-1 0,0 1,1 0,-2 2,1-1,0 2,0 0,-1 1,1 0,0 1,-1 1,1 0,0 2,0-1,1 2,-1 0,1 1,0 0,-6 4,15-6,-1 1,0 0,1 0,0 0,0 0,1 1,0 0,-1 0,2 0,-1 1,1-1,0 1,1 0,-1 0,1 0,0 0,1 0,0 0,0 5,-1 14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12.5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287 119,'-3'-2,"0"0,0 0,0 1,0-1,0 1,-1-1,1 1,-1 1,1-1,-1 0,1 1,-1-1,1 1,-1 0,1 0,-1 1,0-1,1 1,-1 0,1 0,0 0,-1 0,1 0,0 1,0 0,0-1,0 1,0 0,0 1,0-1,0 0,1 1,0-1,-1 1,1 1,-7 7,0 1,1-1,1 2,0-1,0 1,2 0,-1 1,2-1,0 1,0 0,1 0,1 0,1 0,0 1,0-1,2 0,0 1,1 8,0-15,0 0,0 0,0 0,1 0,0-1,1 1,0-1,0 0,0 0,1 0,0 0,0-1,1 0,0 0,0-1,0 1,1-1,0-1,0 1,0-1,0 0,1-1,-1 0,1 0,0 0,0-1,0 0,0-1,0 0,1 0,-1-1,2 0,0 1,0 0,0-1,0 0,0-1,0 0,0-1,0 0,0 0,0-1,0-1,-1 1,0-1,0-1,0 0,0 0,-1-1,0 0,0 0,0-1,-1 0,0 0,0-1,-1 0,0 0,0-1,1-3,-3-2,1-1,-2 0,0 0,-1 0,0 0,-2 0,1 0,-2 0,0 0,-1-1,0 1,-1 1,-1-1,0 0,-2 1,1 0,-1 0,-1 0,-1 1,0 0,0 1,-1-1,-1 2,-3-4,5 7,0 0,-1 1,0-1,0 2,-1-1,0 1,0 1,0 0,-1 0,1 1,-1 0,0 1,0 1,-1-1,1 2,-1-1,1 2,-1 0,1 0,0 1,-1 0,1 1,-1 0,1 1,0 0,0 1,1 0,-1 1,1 0,0 0,0 1,0 1,1 0,0 0,1 1,-1 0,1 0,-5 8,7-9,1 0,1-1,-1 2,1-1,0 0,1 1,0 0,0 0,1 0,0 0,0 0,1 0,0 0,0 1,1-1,0 0,0 1,1-1,0 0,1 1,0-1,0 0,3 5,11 13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13.61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0 313,'40'-45,"161"-187,-197 227,-2 2,0 1,0-1,0 1,0 0,0 0,1 0,-1 0,0 0,1 0,0 1,-1-1,1 1,0 0,0-1,0 1,1 0,-1 42,-8-8,-10 55,5 1,2 27,8-52,1-19,-3 1,-1-1,-2 1,-2 1,6-44,0 0,1 0,-1 0,0-1,-1 1,1 0,0-1,-1 1,1-1,-1 1,0-1,0 0,0 0,0 1,0-1,0-1,-1 1,1 0,-1-1,1 1,-1-1,0 0,1 1,-1-1,0-1,0 1,0 0,0-1,0 1,1-1,-1 0,0 0,0 0,0 0,0-1,0 1,0-1,0 0,0 0,-2-1,-58-29,87 24,119 8,-77 0,0-2,45-7,-93 3,-9 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16.87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58,'24'-11,"253"7,-54 5,-580-2,337 0,0 0,-1-2,1-1,1 0,-1-2,-16-6,36 12,0-1,0 1,0-1,0 1,0 0,0-1,0 1,0-1,0 1,0-1,0 1,0 0,1-1,-1 1,0-1,0 1,0 0,1-1,-1 1,0 0,0-1,1 1,-1 0,0 0,1-1,-1 1,0 0,1 0,-1 0,0-1,1 1,-1 0,1 0,-1 0,0 0,1 0,-1 0,1 0,-1 0,1 0,-1 0,0 0,1 0,-1 0,1 0,-1 0,0 0,1 0,-1 0,1 1,-1-1,0 0,1 0,-1 0,0 1,1-1,-1 0,0 1,1-1,-1 0,0 1,1-1,395-1,-322 4,-64-5,-5-2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19.4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57,'528'-24,"-456"21,-359-20,55 19,378 3,-30-1,0 6,3 4,-72 5,-53-16,1-2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25.51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365 455,'-7'1,"1"-1,0 1,0 0,0 0,0 0,0 1,0 0,0 0,0 1,1 0,-1 0,1 0,0 0,0 1,0 0,0 0,1 0,0 1,-1-1,2 1,-1 0,0 0,1 1,-1 2,-29 43,3 1,2 2,2 1,3 0,2 2,3 1,2 0,-4 41,11-48,2 0,3 1,2 0,3 0,1 0,3 0,2-1,2 1,3-2,17 49,11 7,-22-62,-1 1,-3 0,-1 1,-3 1,3 32,-11-50,-3-19,1 1,0 0,0 0,1 0,1 0,0 0,0-1,1 1,0-1,1 0,0 0,1 0,0 0,0-1,1 1,1-2,-1 1,1-1,1 0,4 5,109 40,-67-33,-18-5,1-1,1-3,0 0,1-3,0-1,0-2,14-1,329-6,-204-12,-113 7,0 2,0 4,22 3,583 37,-576-32,0 5,48 13,9-3,105-1,63 9,101 12,-6-1,-413-41,52 4,0-3,1-2,-2-3,31-6,-74 9,-1 0,1-1,0 0,0-1,-1 1,0-1,1-1,-1 0,-1 0,1-1,0 0,-1 0,0 0,0-1,-1 0,0-1,0 1,0-1,-1 0,0-1,0 1,3-8,15-43,-7 22,-2-1,-1 0,-2-1,-2 0,-1-1,-2 0,-2-1,-3-17,-3 0,-3 0,-1 0,-4 1,-5-13,2 12,4 14,-2-1,-2 2,-12-28,-54-145,72 189,-1 1,-1 0,-1 0,-1 1,-1 0,-2 1,-4-6,-6-6,2-1,2-1,1-1,2-1,1 0,3-1,-6-28,15 50,-1 1,0 0,-1 0,-1 1,0-1,-2 2,0-1,0 1,-1 0,-12-12,-13-8,-1 2,-1 1,-2 2,-1 1,-2 2,0 2,-40-16,-27-6,-2 6,-80-19,-32 1,-3 10,-89-3,-328-37,264 71,316 22,1 2,-1 3,-11 5,7-1,-240 39,135-28,103-16,0 3,-67 19,-159 77,170-62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38.4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69,'1'-4,"0"0,0 0,1-1,-1 2,1-1,0 0,0 0,0 0,1 1,-1-1,1 1,0 0,0 0,0 0,0 0,0 1,1-1,-1 1,3-2,-4 4,0 1,0-1,-1 1,1 0,0-1,-1 1,1 0,0 0,-1 0,1 0,-1 0,0 0,1 1,-1-1,0 0,0 1,0-1,0 1,0-1,0 1,0 0,0-1,-1 1,1 0,0 0,-1-1,0 1,1 0,-1 0,0 0,0-1,0 3,6 36,-2 1,-2 0,-1 0,-3 7,2-3,-1-5,8 92,-7-131,-1 1,1-1,0 1,0-1,1 1,-1-1,0 1,0-1,1 1,-1-1,1 0,-1 1,1-1,0 0,-1 1,1-1,0 0,0 0,0 0,0 0,0 0,0 0,0 0,0 0,0 0,1 0,-1 0,0-1,1 1,-1-1,0 1,1-1,-1 1,1-1,-1 0,1 0,-1 1,1-1,-1 0,0 0,1-1,-1 1,1 0,-1 0,1-1,-1 1,0-1,1 1,-1-1,0 0,1 1,-1-1,0 0,0 0,0 0,1 0,6-11,-1-1,0 1,-1-2,0 1,-1 0,-1-1,0 0,-1 0,0 0,-1-1,-1-4,1 8,31-225,-24 198,-3 49,-4 134,4 33,-7-177,1-1,0 1,0 0,0 0,0 0,-1 0,1 0,0 0,1 0,-1 0,0 0,0 0,0-1,0 1,1 0,-1 0,0 0,1 0,-1 0,1-1,-1 1,1 0,-1 0,1-1,0 1,-1 0,1-1,0 1,-1-1,1 1,0-1,0 1,0-1,-1 1,1-1,0 0,0 0,0 1,0-1,0 0,0 0,0 0,0 0,0 0,-1 0,1 0,0 0,0 0,0-1,0 1,0 0,0 0,0-1,-1 1,1-1,0 1,0-1,-1 1,2-1,3-7,1 0,-1-1,-1 1,1-1,-1 0,-1 0,0 0,0-1,-1 1,0-5,1 4,8-36,-1 0,-3 0,-1-1,-3-2,-10 187,2 89,4-220,2 1,-1-1,1 0,0 1,1-1,-1 0,2 0,-1 0,1 0,0-1,0 1,1-1,-1 1,2-1,-1-1,1 1,-1 0,3 0,12 6</inkml:trace>
  <inkml:trace contextRef="#ctx0" brushRef="#br0" timeOffset="581.559">668 270,'46'0,"-11"-1,0 1,0 2,1 2,4 2,-38-7,-1 1,0 0,1 0,-1 0,1 0,-1 0,0 0,1 1,-1-1,0 0,1 1,-1-1,0 1,1-1,-1 1,0 0,0-1,1 1,-1 0,0 0,0 0,0 0,0 0,0 0,0 0,-1 0,1 0,0 0,-1 1,1-1,0 0,-1 1,1-1,-1 0,0 1,1-1,-1 0,0 1,0-1,0 1,0-1,0 0,0 1,-1-1,1 0,0 1,-1-1,1 0,-1 1,1-1,-1 0,0 1,1-1,-7 7,0-1,0 0,-1 0,0 0,0-1,-1-1,1 1,-1-1,0-1,-7 3,-37 23,53-30,-1 0,1 0,0 0,-1 0,1 0,0 0,-1 0,1 1,0-1,-1 0,1 0,0 0,-1 0,1 0,0 1,0-1,-1 0,1 0,0 1,0-1,0 0,-1 0,1 1,0-1,0 0,0 0,0 1,-1-1,1 0,0 1,0-1,0 0,0 1,0-1,0 0,0 1,0-1,0 0,0 1,0-1,0 0,0 1,0-1,0 0,1 1,-1-1,0 0,0 0,0 1,0-1,1 0,-1 1,0-1,0 0,1 0,-1 0,0 1,0-1,1 0,-1 0,0 0,0 1,1-1,-1 0,25 5,-19-5,2 0,-1 1,1-1,0 1,-1 1,1-1,-1 1,1 1,-1 0,0 0,0 0,0 0,0 1,-1 1,1-1,-1 1,0 0,-1 0,1 1,-1-1,0 1,2 3,-4-2,0 0,-1 0,1-1,-1 1,-1 1,1-1,-1 0,-1 0,1 0,-1 1,0-1,-1 0,0 0,0 1,0-1,-1 0,0 0,0 0,-1 0,0-1,0 1,-1-1,0 0,0 0,0 0,-1 0,0-1,0 0,0 0,0 0,-1 0,0-1,0 0,0 0,-1-1,1 0,-1 0,0 0,0-1,0 0,0 0,0-1,0 0,-1 0,1-1,-6 0,-28-21,62 20,-6 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40.3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1 143,'18'0,"17"0,17 0,13 0,9 0,3 0,1 0,-8 0,-10 0,-13 0,-14 2,-16 1,-13 0,-6 1,1 1,0-1</inkml:trace>
  <inkml:trace contextRef="#ctx0" brushRef="#br0" timeOffset="424.275">629 23,'-19'-13,"19"13,0 0,0 0,1 0,-1 0,0 0,0 0,1 0,-1 0,0 0,0 0,1 0,-1 0,0-1,0 1,1 0,-1 0,0 0,0 0,0 0,1 0,-1-1,0 1,0 0,0 0,1 0,-1-1,0 1,0 0,0 0,0 0,0-1,0 1,1 0,-1 0,0-1,0 1,0 0,0 0,0-1,0 1,0 0,0 0,0-1,0 1,0 0,0 0,0-1,0 1,-1 0,1 0,0-1,0 1,0 0,20 3,0 2,-1 0,1 1,-1 1,0 1,-1 1,0 0,0 1,-1 1,-10-7,0 0,0 0,0 1,0 0,-1 0,0 0,0 1,-1 0,1 0,-1 0,0 1,-1 0,0 0,0 0,0 0,1 6,-6-9,1 0,-1-1,0 1,0 0,-1-1,1 1,-1-1,0 1,0-1,0 0,0 0,0 0,-1 0,1 0,-1 0,0-1,0 1,0-1,0 0,0 0,-1 0,1 0,-1-1,1 1,-1-1,-3 1,-1 2,-139 78,125-69,4-2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43.1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117 40,'-3'-1,"0"1,1-1,-1 1,0 0,0 0,0 0,0 0,0 0,0 1,0-1,0 1,0 0,1 0,-1 0,0 0,1 0,-1 1,1-1,-1 1,1 0,-1-1,1 1,0 0,0 1,0-1,0 0,0 0,1 1,-1-1,1 1,0 0,-1-1,1 1,0 0,1 0,-2 2,-22 90,24-91,-3 9,1 1,0-1,1 1,1-1,0 1,0-1,2 1,0-1,0 0,1 0,1 0,0 0,4 7,-3-10,1 0,1-1,0 0,0 0,1 0,0-1,0 0,1 0,0-1,0 0,1-1,7 4,-12-7,-1-1,1 0,0 0,0 0,0-1,0 1,0-1,0-1,0 1,0-1,1 1,-1-1,0-1,0 1,0-1,0 0,0 0,0-1,0 1,0-1,0 0,0 0,-1-1,1 1,-1-1,0 0,0-1,0 1,1-2,4-7,-1 0,-1-1,0 0,-1 0,0-1,-1 0,-1 1,0-2,-1 1,0 0,-2-1,1 0,-2 1,0-1,0-1,1 0,-1 0,-1 0,0 0,-1 0,-1 0,0 0,-1 1,-6-16,8 26,0 0,-1 0,0-1,0 1,0 1,0-1,-1 0,0 1,0 0,0 0,-1 0,1 1,-1-1,0 1,0 0,0 0,0 1,0-1,-1 1,1 0,-1 1,1-1,-1 1,0 0,0 1,-1-1,1 1,0 1,0-1,-1 1,1 0,0 0,0 0,1 1,-1 0,0 0,1 1,-1 0,1 0,0 0,-1 0,2 1,-1 0,0 0,1 0,0 1,0-1,0 1,0 0,1 0,0 0,0 1,-2 4,1-2,1 1,0-1,0 0,1 1,0-1,1 1,-1 0,2 0,-1 0,1-1,1 1,-1 0,2 0,-1 0,1-1,0 1,1-1,1 4,18 26,3-4</inkml:trace>
  <inkml:trace contextRef="#ctx0" brushRef="#br0" timeOffset="337.628">559 375,'65'-352,"-62"344,-3 34,0-20,-30 462,30-442</inkml:trace>
  <inkml:trace contextRef="#ctx0" brushRef="#br0" timeOffset="678.055">839 388,'3'-70,"4"0,2 0,5-2,0-11,-10 60,2 56,20 335,-23-242,-6-76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1:37.2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1672 308,'-651'1,"607"3,1 3,0 1,1 3,-1 1,-31 14,59-21,-4 1,1 1,1 1,-1 0,1 1,1 1,0 0,0 1,1 1,0 1,1 0,1 1,0 0,-3 5,-134 174,114-148,2 2,2 2,2 1,-6 10,12-24,2 1,1 1,2 1,2 1,2 0,1 2,2-1,-1 16,3 17,4-1,3 1,5 42,0-93,1 0,1 0,1 0,1-1,1 1,1-1,1-1,1 0,1 0,10 15,11 11,2-1,2-1,35 32,-6-12,3-2,2-4,3-3,2-3,3-3,1-4,3-4,1-3,17 3,7-7,3-5,3-4,7 3,-9-2,1-4,77 4,360-3,-426-21,585 0,-655-3,-1-2,1-3,0-2,-1-2,-1-2,1-3,4-4,-2-3,0-2,-1-2,-2-3,0-2,-2-2,22-21,-23 6,-2-2,-3-1,-1-3,-3-1,-3-2,-2-2,-2-1,0-8,-28 60,18-34,-2-1,-2-1,-1 0,-2-1,-3-1,-1 0,-2-1,-3 0,0-15,-5-9,-3 1,-3-1,-4 1,-2 0,-8-19,-4 19,-3 0,-3 2,-3 1,-3 1,-3 2,-2 2,-15-15,30 40,-1 0,-2 2,-1 1,-2 1,-1 2,-1 1,-22-13,-209-117,173 116,-2 4,-1 3,-2 5,-1 4,-76-10,63 17,0 4,-1 5,0 5,-102 9,-279 43,-9-15,479-30,0 2,1 1,-1 0,1 1,-1 2,2 0,-1 1,1 1,0 1,1 1,-13 9,9 0</inkml:trace>
  <inkml:trace contextRef="#ctx0" brushRef="#br0" timeOffset="9905.411">509 910,'429'0,"-382"6,-57 4,-18-6,1-1,-1-1,0-1,0-2,0-1,0-1,1-1,-1-1,-24-9,4 4,-30-8,184 20,241 13,-438-16,-290-39,516 41,117-1,-627-14,375 15,0-1,0 0,0 1,0-1,0 0,0 1,0-1,0 0,0 1,0-1,0 0,0 0,0 1,0-1,0 0,0 1,0-1,69 7,0-4,43-4,-43 1,12-1,-503 1,882 0,-955 0,451 3,44-3,0 0,0 0,1 0,-1 0,0 0,0 0,0 0,0 0,0 1,0-1,1 0,-1 0,0 0,0 0,0 0,0 0,0 1,0-1,0 0,0 0,0 0,0 0,0 0,0 1,0-1,0 0,0 0,0 0,0 0,0 1,0-1,0 0,0 0,0 0,0 0,0 0,0 1,0-1,0 0,0 0,0 0,-1 0,20 3,82 2,1-4,63-9,-53-8,-112 16,0 0,0 0,0 0,-1-1,1 1,0 0,0 0,0 0,0-1,0 1,0 0,0 0,-1 0,1-1,0 1,0 0,0 0,0-1,0 1,0 0,0 0,0-1,0 1,0 0,0 0,1 0,-1-1,0 1,0 0,0 0,0-1,0 1,0 0,0 0,1 0,-1 0,0-1,0 1,0 0,0 0,1 0,-1 0,0-1,0 1,0 0,1 0,-1 0,0 0,0 0,1 0,-1 0,0 0,0 0,1 0,-24-5,-261-2,194 9,67-2,23 0,0 0,0 0,0 1,0-1,1 0,-1 0,0 0,0 0,0 0,0 1,1-1,-1 0,0 0,0 0,0 1,0-1,0 0,0 0,0 0,0 1,0-1,0 0,0 0,0 1,0-1,0 0,0 0,0 0,0 1,0-1,0 0,0 0,0 1,0-1,0 0,0 0,0 0,24 6,0-2,0-1,1 0,-1-2,3-1,0 1,-11-1,39 3,0-3,0-1,-1-4,9-3,-44 2,-26-5,-122 0,99 11,-283 1,291 1,17 1,14-1,17 1,122 9,120-8,-238-9,-28 1,-18-2,-188-8,31 4,500 23,-292-15,-50-10,-17 3,-1 1,-1 2,1 1,-1 1,-9 2,24 1,-102-5,171 8,-23 0,0-2,0 0,0-2,0-1,21-5,-49 8,1-1,0 1,-1 0,1-1,0 1,0 0,0-1,-1 1,1 0,0-1,0 1,0-1,0 1,0 0,-1-1,1 1,0-1,0 1,0 0,0-1,0 1,0-1,0 1,1 0,-1-1,0 1,0-1,0 1,0 0,0-1,1 1,-1 0,0-1,0 1,0 0,1-1,-1 1,0 0,1-1,-1 1,0 0,1 0,-1 0,0-1,1 1,-1 0,0 0,1 0,-1 0,1-1,-1 1,-37-8,-46 2,57 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11.0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415 7,'0'-5,"0"4,2 6,3 9,1 11,-1 13,-1 9,-1 8,-4 5,-3 3,-7-1,-2-2,-3-4,3-7,3-8,3-10</inkml:trace>
  <inkml:trace contextRef="#ctx0" brushRef="#br0" timeOffset="264.292">0 327,'12'0,"16"3,19 0,18-1,17 1,10-2,5 0,-1 0,-12-3,-17-1,-22 0,-31 5,-17 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16.2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0,'12'24,"2"0,1-2,0 0,2 0,0-2,2 0,0-1,1 0,1-2,0-1,2 0,0-2,0-1,1 0,1-2,0-1,5 1,8-2,0-2,0-2,1-1,0-2,-1-2,1-1,15-4,65-11,85-26,28-4,-95 26,1 6,1 5,8 8,-141-1,1 2,0-1,0 1,0 0,-1 0,1 1,0 0,0 0,-1 1,1 0,-1 0,0 0,1 1,-1 0,0 0,0 0,-1 1,1 0,-1 0,0 1,0-1,0 1,0 0,-1 0,0 1,0-1,0 1,-1 0,0 0,1 3,4 56,10 28,-17-92,-1 0,1 0,-1 0,1 0,0 1,-1-1,1 0,0 0,0-1,0 1,0 0,0 0,0 0,0 0,0-1,0 1,0-1,1 1,-1-1,0 1,0-1,0 0,1 1,-1-1,0 0,1 0,-1 0,0 0,0 0,1 0,-1 0,0-1,1 1,-1 0,0-1,0 1,0-1,0 1,1-1,-1 1,0-1,0 0,0 0,0 0,0 1,0-1,-1 0,1 0,1-1,41-52,-36 42,0 0,0 1,1 0,1 0,0 1,0 0,1 0,0 1,1 1,-1 0,2 0,-1 1,1 0,0 1,6-1,12 0,0 2,0 1,1 2,0 0,-1 2,1 2,-1 1,1 1,10 4,8-2,419 69,-89-2,-318-55,0-4,1-2,1-3,0-3,25-2,-83-4,-1 1,0-1,1 0,-1-1,0 1,1-1,-1 0,0 0,0 0,1-1,-1 0,0 1,0-1,-1-1,1 1,0 0,-1-1,1 0,-1 0,0 0,0 0,0 0,0-1,-4 3,1 0,0 1,0-1,-1 0,1 1,-1-1,1 0,-1 1,1-1,-1 1,1-1,-1 1,1-1,-1 1,1-1,-1 1,0 0,1-1,-1 1,0 0,1 0,-1-1,0 1,0 0,1 0,-1 0,0 0,0 0,1 0,-1 0,0 0,0 0,1 0,-1 0,0 1,0-1,1 0,-1 0,0 1,1-1,-1 1,-3-1,-10 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19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164 41,'11'-2,"11"-3,13-2,9 0,5 0,0 1,-1 2,-7 2,-9 3,-12 4,-10 3,-8 1</inkml:trace>
  <inkml:trace contextRef="#ctx0" brushRef="#br0" timeOffset="462.294">3 67,'-1'13,"0"0,0 0,2 0,-1-1,2 1,0 0,0-1,1 1,0-1,2 0,-1 0,1 0,1 0,0-1,1 0,0 0,0-1,2 1,-6-9,1 0,0-1,0 0,0 1,0-1,-1-1,1 1,0-1,1 1,-1-1,0 0,0-1,0 1,0-1,0 1,0-1,-1 0,1-1,0 1,0-1,-1 1,1-1,1-1,33-10,-32 12,0 1,0-1,0 1,0 0,0 1,0-1,0 1,0 0,-1 1,1 0,0 0,0 0,-1 0,0 1,1 0,-1 0,0 0,0 1,0 0,-1 0,0 0,1 0,-1 1,-1 0,1-1,-1 1,0 1,0-1,0 0,-1 1,0-1,0 1,0 0,0 0,-1 0,0 0,-1 0,1 2,-1 0,0 1,-1-1,0 0,0 0,-1 0,0 0,0 0,-1 0,1 0,-2-1,1 1,-1-1,-1 0,1 0,-1-1,0 1,-1-1,1 0,-1 0,-3 1,-1 2,-1-1,0 1,-1-2,1 0,-1 0,-1-1,0-1,1 0,-1 0,-1-2,-12 3,25-5,0-1,0 1,-1 0,1-1,0 0,0 1,-1-1,1 0,-1 1,1-1,0 0,-1 0,1 0,0 0,-1 0,1-1,-1 1,1 0,0-1,0 1,-1-1,1 1,0-1,0 0,-1 1,1-1,0 0,0 0,0 0,0 0,0 0,0 0,0 0,1 0,-1 0,0 0,0 0,1-1,-1 1,1-1,27-30,-8 15</inkml:trace>
  <inkml:trace contextRef="#ctx0" brushRef="#br0" timeOffset="716.343">698 241,'7'0,"7"0,7 0,10 0,9-2,4-1,-1 0,-3 1,-9 3,-9 0</inkml:trace>
  <inkml:trace contextRef="#ctx0" brushRef="#br0" timeOffset="1005.571">672 389,'16'6,"16"3,15 0,10-2,7-2,4-5,-3-1,-12-1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18.2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0 118,'2'-7,"1"1,-1-1,1 1,0-1,0 1,1 0,0 0,0 1,1-1,-1 1,1 0,0 0,1 1,-1-1,1 1,0 0,0 1,0-1,0 1,1 1,-1-1,1 1,0 0,-1 0,1 1,1 0,-5 1,-1 0,1 0,-1 1,0-1,1 1,-1-1,1 1,-1 0,0 0,0 0,1 0,-1 0,0 1,0-1,0 1,0-1,0 1,-1 0,1 0,0 0,-1 0,1 0,-1 0,0 0,0 0,0 0,0 1,0-1,0 1,12 73,-12 8,-2-59,1-1,1 1,1 0,1 0,6 21,-9-45,0 0,0 0,0 1,0-1,0 0,1 0,-1 0,0 1,1-1,-1 0,0 0,1 0,-1 0,1 0,0 0,-1 0,1 0,0 0,0 0,-1 0,1 0,0 0,0-1,0 1,0 0,0-1,0 1,0-1,1 1,-1-1,0 1,0-1,0 0,0 1,1-1,-1 0,0 0,0 0,0 0,1 0,-1 0,0 0,0-1,0 1,1 0,-1-1,0 1,0-1,0 1,0-1,0 1,0-1,0 0,0 0,0 1,0-1,0 0,7-10,-1 0,-1 0,1-1,-2 0,0 0,0 0,-1-1,0 1,-1-1,-1 0,0 0,0-3,-1 5,14-70,-11 111,-5-15,1-1,0 1,1-1,0 0,1 1,1-1,0 0,1 0,1 0,0-1,1 0,0 0,1 0,2 2,-8-14,0 0,0 1,0-1,0 0,1 0,-1 0,0 0,1 0,-1 0,1 0,-1 0,1-1,0 1,-1 0,1-1,-1 0,1 1,0-1,-1 0,1 0,0 0,0 0,-1 0,1 0,0 0,-1-1,1 1,0-1,-1 1,1-1,-1 1,1-1,-1 0,1 0,-1 0,1 0,-1 0,0 0,0 0,1-1,-1 1,0 0,0-1,0 1,0 0,-1-1,1 1,0-1,0-1,7-12,0 0,-1-1,0 0,-2 0,0-1,0 1,-2-1,0 0,-1 0,-1-1,0-14,-2 32,1 0,0 1,0-1,0 0,0 0,-1 0,1 0,0 0,0 0,0 0,0 0,-1 0,1 0,0 0,0 0,0 0,-1 0,1 0,0 0,0 0,0-1,0 1,-1 0,1 0,0 0,0 0,0 0,0 0,0 0,-1 0,1-1,0 1,0 0,0 0,0 0,0 0,0-1,0 1,0 0,0 0,0 0,-1 0,1-1,0 1,0 0,0 0,0 0,0 0,0-1,0 1,0 0,-7 16,4-7,0 0,0 0,0 0,2 0,-1 0,1 1,0-1,1 0,0 1,0-1,1 1,1-1,-1 0,1 0,1 0,0 0,0 0,1 0,0-1,0 1,1-1,0 0,1-1,-1 1,2-1,-1 0,1-1,0 1,0-1,56 17,-33-18</inkml:trace>
  <inkml:trace contextRef="#ctx0" brushRef="#br0" timeOffset="219.414">882 265,'16'-5,"17"-1,14-2,8-2,3-1,0 0,-9 3,-9 3,-13 4,-10 2</inkml:trace>
  <inkml:trace contextRef="#ctx0" brushRef="#br0" timeOffset="672.354">882 225,'-4'20,"1"1,0-1,1 1,2-1,0 1,1-1,1 1,0-1,3 3,-5-20,1 0,0 0,0-1,1 1,-1 0,1-1,-1 1,1-1,0 0,0 1,0-1,0 0,0 0,0 0,0 0,1-1,-1 1,1-1,0 1,-1-1,1 0,0 0,0 0,-1 0,1-1,0 1,0-1,0 0,0 0,0 0,0 0,0 0,0 0,0-1,0 0,-1 1,2-2,180-24,-181 26,1 0,-1 0,0 1,0-1,1 1,-1-1,0 1,0 0,0 0,0 1,0-1,0 1,0-1,0 1,0 0,-1 0,1 0,-1 0,1 1,-1-1,0 1,0-1,0 1,0 0,-1 0,1 0,-1 0,0 0,1 0,-1 0,-1 0,1 0,0 1,-1-1,0 0,1 0,-1 1,-1-1,1 0,-1 3,-2 5,-2 0,1 0,-1 0,-1-1,0 0,0 0,-1 0,0-1,-1 0,0 0,0-1,-1 0,0 0,0-1,-1 0,0-1,0 0,-1-1,-3 2,-3 0,-1 0,1-1,-1-1,0-1,-1 0,-6-1,10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22.4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1 316,'89'-226,"-62"137,-21 129,-6 31,0 15,3 0,8 35,-3-72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21.7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0 296,'29'-89,"-14"48,-3-1,-1-1,4-37,-14 253,1-130,1 1,2-1,2 0,5 14,-4-33</inkml:trace>
  <inkml:trace contextRef="#ctx0" brushRef="#br0" timeOffset="421.782">428 137,'-3'12,"0"1,1-1,1 1,0-1,0 1,2 0,-1-1,2 1,0 5,-1-13,1 0,-1 0,1-1,0 1,0 0,0-1,1 1,-1-1,1 1,0-1,1 0,-1 0,1-1,-1 1,1-1,0 0,0 0,1 0,-1 0,1-1,-1 0,1 0,0 0,1 0,-1 0,-1-1,0 0,0-1,1 1,-1-1,0 0,1 0,-1 0,0-1,0 1,1-1,-1 0,0 0,0-1,0 1,0-1,0 0,0 0,-1 0,1 0,0-1,-1 0,0 1,0-1,0 0,0-1,0 1,-1-1,1 1,-1-1,1-1,2-3,-1 0,0-1,-1 0,1 0,-2 1,1-2,-1 1,-1 0,1 0,-2-1,1 1,-1 0,-1-1,0-2,-1 4,0-1,0 0,-1 0,-1 1,1 0,-1 0,-1 0,1 0,-2 0,1 1,-1 0,0 0,0 0,0 1,-1 0,0 1,-1-1,1 1,-1 0,0 1,0 0,-1 0,1 1,-1 0,1 1,-1 0,0 0,0 0,0 1,0 1,-2 0,7 1,0 0,0 0,0 1,0-1,0 1,0 0,0 1,0-1,1 1,0-1,-1 1,1 0,0 0,0 0,0 1,1-1,-1 1,1 0,0-1,0 1,0 0,1 0,-1 0,1 1,0-1,0 0,0 0,1 1,-1-1,1 0,0 1,1-1,-1 0,1 1,0-1,0 0,0 0,0 1,1-1,-1 0,1-1,0 1,1 0,1 2,3 6,1 0,1-1,0 0,1 0,0-1,0 0,1-1,0 0,1-1,6 3,29 17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24.6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78 87,'618'13,"-611"-13,-20 0,9 0,-121 1,32 2,-1-3,1-5,0-5,-78-17,155 19,27 4,166 38,-44-18,0-5,1-6,26-6,-132-2,-28 3,0-1,1 1,-1-1,0 1,0 0,0-1,0 1,0-1,1 1,-1-1,0 1,0 0,0-1,0 1,0-1,0 1,-1-1,1 1,0 0,0-1,0 1,0-1,0 1,-1 0,1-1,0 1,0 0,-1-1,1 1,0 0,0-1,-1 1,1 0,0-1,-1 1,1 0,-1 0,1-1,0 1,-1 0,1 0,-1 0,1 0,0 0,-1 0,1 0,-1-1,1 1,-1 0,1 0,0 1,-1-1,1 0,-1 0,1 0,-1 0,1 0,0 0,-1 1,1-1,-215-42,-181-14,358 58,41 4,52 11,54 0,0-5,0-5,106-7,-184-1,-31 1,0 0,0 0,0 0,0-1,0 1,-1 0,1 0,0-1,0 1,0 0,0 0,1 0,-1-1,0 1,0 0,0 0,0-1,0 1,0 0,0 0,0 0,0-1,0 1,1 0,-1 0,0 0,0 0,0-1,0 1,1 0,-1 0,0 0,0 0,0 0,1 0,-1-1,0 1,0 0,-25-7,-66-6,0 3,0 5,-74 5,112 1,44-1,-20-1,0 2,1 1,-1 1,-25 6,53-9,0 0,0 0,1 0,-1 0,0-1,0 2,0-1,0 0,0 0,0 0,0 0,1 1,-1-1,0 0,0 1,0-1,1 0,-1 1,0-1,0 1,1-1,-1 1,0 0,1-1,-1 1,1 0,-1-1,1 1,-1 0,1 0,-1 0,1-1,0 1,-1 0,1 0,0 0,0 0,0 0,0-1,0 1,0 0,0 0,0 0,0 0,0 0,0 0,0-1,1 1,-1 1,6 2,1 0,-1-1,1 0,0 0,0 0,0-1,0 0,0 0,0-1,1 0,-1-1,7 1,-3 0,132 8,0-7,99-13,-192 9,-29 0,-27 1,-36 1,-556 1,540 1,72 9,43-1,2-2,-1-3,1-3,9-2,-60 0,252-14,-203-1,-56 14,-1 1,1 0,-1-1,1 1,0-1,-1 1,0 0,1-1,-1 1,1-1,-1 1,1-1,-1 0,0 1,0-1,1 1,-1-1,0 1,0-1,1 0,-1 1,0-1,0 0,0 1,0-1,0 0,0 1,0-1,0 0,0 1,-1-1,1 0,0 1,0-1,0 1,-1-1,1 1,0-1,-1 0,1 1,-1-1,1 1,0-1,-1 1,1 0,-1-1,1 1,-1-1,0 1,1 0,-1-1,1 1,-1 0,1 0,-1-1,0 1,-36-17,-3 7,1 1,-1 3,0 1,0 2,-1 2,1 1,-17 4,-53 13,110-17,-1-1,1 1,-1 0,1 0,-1 0,1 0,-1 0,1 0,-1 0,1 0,0 0,-1 0,1 0,-1 0,1 0,-1 0,1 1,-1-1,1 0,-1 0,1 0,-1 1,1-1,0 0,-1 0,1 1,0-1,-1 1,1-1,0 0,-1 1,1-1,0 0,0 1,-1-1,1 1,0-1,0 1,0-1,0 1,-1-1,1 1,0-1,0 1,0-1,0 1,0-1,0 1,0-1,1 1,-1-1,0 1,0-1,0 0,0 1,1-1,-1 1,0-1,0 1,1-1,-1 0,0 1,1-1,-1 0,33 12,-1-8,1-1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26.1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13,'0'-1,"0"1,0-1,0 1,0-1,1 1,-1-1,0 1,0-1,0 1,0-1,1 1,-1-1,0 1,0 0,1-1,-1 1,0-1,1 1,-1 0,0-1,1 1,-1 0,1-1,-1 1,0 0,1 0,-1-1,1 1,-1 0,1 0,-1 0,1 0,-1 0,1 0,-1 0,1 0,-1 0,1 0,-1 0,1 0,-1 0,1 0,-1 0,1 0,-1 0,1 1,-1-1,1 0,-1 0,0 1,1-1,-1 0,1 1,-1-1,0 0,1 1,-1-1,0 1,1-1,-1 1,14 30,8 48,-19-60,1-1,0 0,1 0,1-1,1 1,1-1,0 0,1-1,1 0,0-1,1 0,1 0,0-1,1-1,14 12,-8-15,-1-1,2-1,-1 0,1-2,0 0,1-1,-1-1,1-1,0-1,0-1,0-1,0 0,-1-2,1 0,0-1,2-2,10-5,-1 0,0-2,-1-1,0-2,-1-1,14-10,52-27,-58 39,0 1,2 2,-1 2,1 2,0 1,1 2,-1 2,1 2,0 1,37 7,-47-7,1 1,-1 1,1 2,-1 1,0 2,-1 1,0 1,0 1,-1 2,10 7,-30-14,-1 1,0 1,0-1,-1 2,0-1,0 1,-1-1,0 2,-1-1,0 1,0 0,0 0,-4-9,0 1,0-1,0 1,0 0,0-1,0 0,0 1,0-1,0 0,1 1,-1-1,1 0,-1 0,1 0,-1 0,1 0,0-1,-1 1,1 0,0-1,0 1,-1-1,1 0,0 1,0-1,0 0,-1 0,1 0,0 0,0-1,0 1,-1 0,1-1,0 0,0 1,-1-1,1 0,0 0,-1 1,1-1,-1-1,1 1,0-1,190-113,-162 101,1 0,1 2,0 1,0 1,1 2,0 2,1 1,-1 1,1 2,0 1,0 2,-1 1,7 3,299 51,-70-24,269-3,-523-28,0-1,0-1,0 0,-1-1,1-1,-1 0,1-1,-1-1,0 0,-1 0,1-2,-1 0,0 0,-1-1,3-3,14-14,-2-1,-1-1,22-31,-47 57,0 0,0 1,0-1,0 0,0 1,0-1,0 0,0 0,0 0,0 1,-1-1,1 0,0 0,-1 0,1-1,-1 1,1 0,-1 0,1 0,-1 0,0 0,0-1,1 1,-1 0,0 0,0 0,0-1,0 1,0 0,-1 0,1 0,0 0,-1-1,1 1,0 0,-1 0,1 0,-1 0,0 0,1 0,-1 0,0 0,0 0,1 0,-1 0,-16-5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31.5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0,'52'10,"2"-2,-1-3,1-2,17-3,21 2,-91-2,0-1,0 1,1 0,-1-1,0 1,0 0,0 0,0 0,1-1,-1 1,0 1,0-1,0 0,0 0,0 0,1 1,-1-1,0 0,0 1,0-1,0 1,0-1,0 1,0 0,0-1,0 1,0 0,-1 0,1 0,0 0,0-1,-1 1,1 0,0 0,-1 0,1 1,-1-1,0 0,1 0,-1 0,0 0,1 0,-1 0,0 1,0-1,0 0,0 0,0 0,0 0,-1 1,1-1,-67 126,48-75,3 2,2 0,2 0,3 1,-1 29,9-72</inkml:trace>
  <inkml:trace contextRef="#ctx0" brushRef="#br0" timeOffset="264.308">67 294,'2'0,"6"0,10 0,13 0,14-2,9-1,8 0,2 0,-3 2,-7 0,-9 0,-9 1,-11 0</inkml:trace>
  <inkml:trace contextRef="#ctx0" brushRef="#br0" timeOffset="520.605">695 228,'20'2,"17"1,12 0,8-3,3-1,-4-4,-8 0,-9 1,-11 3,-10 4,-13 1,-12 3,-5 0</inkml:trace>
  <inkml:trace contextRef="#ctx0" brushRef="#br0" timeOffset="740.55">842 348,'7'5,"9"3,11 0,12 0,8-3,6-1,3-2,-4-1,-6-1,-6 0,-10 0</inkml:trace>
  <inkml:trace contextRef="#ctx0" brushRef="#br0" timeOffset="1301.04">1551 374,'7'-49,"2"-7,-3-1,-2 1,-3-12,0 67,-1 1,0-1,1 1,-1-1,0 1,0-1,1 1,-1-1,0 1,0-1,0 1,0-1,0 1,0-1,0 1,0-1,0 0,0 1,0-1,0 1,0-1,-1 1,1-1,0 1,0-1,0 1,-1-1,1 1,0-1,-1 1,1 0,0-1,-1 1,1-1,-1 1,1 0,-1-1,1 1,0 0,-1 0,1-1,-1 1,1 0,-1 0,0 0,1 0,-1-1,1 1,-1 0,1 0,-1 0,0 0,-4 12,-1 0,1 1,1-1,0 1,1 0,0 0,0 9,0-3,-4 15,1 1,2 0,2 0,1 0,1 1,3 4,16 26,-8-44</inkml:trace>
  <inkml:trace contextRef="#ctx0" brushRef="#br0" timeOffset="1615.197">1778 348,'4'-27,"0"-10,2 0,1 0,2 1,1 0,7-12,-8 31,-9 17,0 0,0 0,0 1,0-1,0 0,0 0,0 0,0 0,0 0,0 0,1 0,-1 1,0-1,0 0,0 0,0 0,0 0,0 0,0 0,0 0,1 0,-1 0,0 0,0 0,0 0,0 0,0 0,1 0,-1 0,0 0,0 0,0 0,-5 18,-6 15,2 0,1 1,1-1,2 2,1-1,2 0,1 1,2-1,1 1,-1-29,0-1,0 1,0 0,1-1,0 1,0-1,0 1,1-1,0 0,0 0,0 0,1-1,1 2,9 7</inkml:trace>
  <inkml:trace contextRef="#ctx0" brushRef="#br0" timeOffset="1914.116">2059 361,'57'-225,"-46"205,-11 21,-1-1,1 0,0 0,0 1,0-1,0 0,0 0,0 1,0-1,-1 0,1 0,0 1,0-1,0 0,0 1,0-1,0 0,0 1,0-1,1 0,-1 0,0 1,0-1,0 0,0 0,0 1,0-1,1 0,-1 0,0 1,0-1,0 0,0 0,1 0,-1 1,0-1,0 0,1 0,-1 0,0 0,0 0,1 1,-1-1,0 0,1 0,-1 0,0 0,0 0,1 0,-1 0,0 0,1 0,-1 0,0 0,0 0,1 0,-1 0,0 0,0 0,1-1,-1 1,0 0,1 0,-1 0,0 0,0-1,0 1,1 0,-1 0,0-1,3 220,-6-47,0-125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29.1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71,'23'-13,"0"2,1 0,0 1,0 2,1 0,1 2,-23 5,-1 0,1 0,0 1,0 0,0-1,-1 1,1 0,0 0,0 1,0-1,-1 0,1 1,0 0,0 0,-1 0,1 0,0 0,-1 0,0 1,1-1,-1 1,0-1,1 1,-1 0,0 0,0 0,-1 0,1 1,0-1,-1 0,1 1,-1-1,0 1,0-1,0 1,0 0,0 0,0-1,-1 1,1 2,4 159,-6-49,12-65,-11-49,0 0,0 0,1 0,-1 0,1 0,-1 0,1 0,-1 0,1-1,0 1,0 0,-1 0,1-1,0 1,0 0,0-1,-1 1,1-1,0 1,0-1,0 1,0-1,0 0,0 1,0-1,0 0,0 0,0 0,0 0,0 0,0 0,0 0,1 0,-1 0,0 0,0-1,0 1,0 0,0-1,0 1,-1-1,1 1,0-1,1 0,5-5,1-1,-1-1,0 0,-1 0,0 0,0-1,-1 1,0-1,0-1,-1 1,0-1,-1 1,1-7,25-96,-25 188,19 29,-22-101,1-1,-1 1,1 0,-1-1,1 0,0 1,1-1,-1 0,1 0,-1 0,1 0,0-1,0 1,0-1,0 1,0-1,1 0,-1-1,1 1,-1 0,1-1,0 0,-1 0,1 0,0 0,1-1,-2 0,0 0,0-1,1 1,-1-1,0 0,0 0,-1 0,1-1,0 1,0 0,0-1,-1 0,1 0,-1 0,0 0,1 0,-1 0,0-1,0 1,0-1,-1 1,1-1,0-1,32-70,-31 66,5-13,0 1,-2-2,0 1,-2-1,0 1,-1-1,-1-15,-19 57,10-4,1 1,1 0,0 0,1 1,1-1,1 1,0 0,1 15,1-26,0-1,1 1,0 0,0-1,0 1,1 0,0-1,0 0,1 0,0 1,0-1,0-1,1 1,0 0,0-1,0 0,1 0,0 0,-1-1,2 1,-1-1,0 0,1-1,5 3,12 4</inkml:trace>
  <inkml:trace contextRef="#ctx0" brushRef="#br0" timeOffset="1399.127">882 485,'8'7,"0"-1,1 0,0-1,0 0,0-1,0 0,1 0,-1-1,1 0,0 0,0-1,0-1,0 0,1 0,-1-1,0 0,0 0,1-2,-1 1,8-3,-14 3,-1 1,1-1,-1 0,1 0,-1 0,0 0,0-1,0 1,0-1,0 0,0 0,0 0,0 0,-1-1,1 1,-1-1,1 1,-1-1,0 0,0 0,-1 0,1 0,0 0,-1 0,0-1,0 1,0 0,0-1,0 1,-1-1,1 1,-1-1,0-2,-1 5,0 0,1 0,-1 0,1 0,-1 1,0-1,0 0,0 1,1-1,-1 1,0-1,0 0,0 1,0 0,0-1,0 1,0 0,0-1,0 1,0 0,0 0,0 0,0 0,0 0,0 0,0 0,0 0,0 0,0 1,0-1,0 0,0 1,0-1,0 1,0-1,0 1,0-1,0 1,1 0,-1-1,0 1,0 0,1 0,-1-1,0 1,1 0,-1 0,1 0,-1 0,1 0,-1 0,1 0,0 0,0 0,-1 0,1 1,-6 12,1 1,0 0,1 0,1 1,0-1,1 1,1 0,0 10,0 0,-16 313,15-326</inkml:trace>
  <inkml:trace contextRef="#ctx0" brushRef="#br0" timeOffset="1650.455">923 726,'4'0,"7"0,9 0,14 0,12 0,12-2,9-4,3 1,-4-3,-8 1,-15 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0.6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1,'6'12,"1"0,0 0,0 0,1 0,1-1,0-1,0 0,1 0,1-1,-1 0,2 0,-1-1,1-1,0 0,0-1,1 0,0-1,0 0,0-1,1 0,-1-1,1-1,0 0,0-1,0-1,8 0,-17 0,-1 0,1-1,0 1,-1-1,1 0,-1 0,1-1,-1 1,0-1,0 0,1 0,-1 0,0-1,-1 0,1 1,0-1,-1 0,0-1,0 1,0-1,0 1,0-1,-1 0,1 0,-1 0,0 0,0-1,-1 1,1-1,-1 1,0-1,0 1,-1-1,1 1,-1-1,0-2,0 6,1 0,-1 0,0 1,1-1,-1 0,0 0,0 0,0 1,0-1,0 0,0 0,0 0,0 0,0 1,0-1,0 0,0 0,-1 0,1 1,0-1,0 0,-1 0,1 1,-1-1,1 0,-1 0,1 1,-1-1,1 1,-1-1,0 0,1 1,-1-1,0 1,1 0,-1-1,0 1,0 0,1-1,-1 1,0 0,0 0,0-1,1 1,-1 0,0 0,0 0,0 0,0 0,1 0,-1 0,0 1,0-1,0 0,1 0,-1 1,0-1,0 0,1 1,-2-1,-2 7,0 0,0 0,0 0,1 0,0 0,1 1,-1-1,1 1,1-1,0 1,-1 5,0-2,-7 84,3-1,5 1,4 0,3 0,11 36,3 70,-14-117,-3-1,-4 1,-5 19,4-76,-2-1,-1 1,-1-1,-1-1,-1 1,-1-1,-2 0,0-1,-2-1,0 0,-2 0,-2 1,10-15,0-2,0 1,0-1,-1 0,0-1,-1 0,0 0,1 0,-2-1,8-4,-1 0,1 0,-1 0,1 0,-1 0,1-1,-1 1,0-1,1 1,-1-1,0 0,1 0,-1 0,0-1,1 1,-1-1,0 1,1-1,-1 0,1 0,-1 0,1 0,-1 0,1-1,0 1,0-1,0 0,0 1,0-1,0 0,0 0,0 0,1-1,-1 1,1 0,-1-2,-6-14,2 0,-1-1,2 0,1 0,0 0,2-1,0 1,1-1,1 1,1-10,-1 5,19-524,-19 536,-1 10,1 0,-1-1,1 1,-1 0,1-1,0 1,0-1,0 1,0-1,1 1,-1 0,1-1,-1 1,1 0,0-1,0 1,0 0,0 0,0 0,1 0,-1 0,1 0,-1 0,1 0,0 0,-1 1,1-1,0 1,0-1,0 1,0 0,1 0,-1 0,0 0,0 0,1 0,1 0,172 4,-87 0,-2-1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0.9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1,'16'2,"14"1,14 0,10 0,5-1,0-1,-6 2,-12 2,-13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1.1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0,'19'5,"16"1,17-1,10 0,9-4,-8-2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2.8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0,'7'0,"9"3,13 2,15 3,17 3,13-1,8-3,3-1,-3-3,-16-1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4.8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6,'14'-2,"20"-1,21 3,16 3,14 1,10 2,3 0,-3 2,-17-1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6.5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61 3,'-13'-2,"-5"1,0 3,7 4,11 3,15 2,18 0,20-3,17-2,14-3,9-1,-11-1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5.5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0,'2'14,"5"13,9 12,8 8,9 5,6 2,3 2,1 0,1-4,-4-8,-6-8,-6-10,-8-10</inkml:trace>
  <inkml:trace contextRef="#ctx0" brushRef="#br0" timeOffset="222.44">361 54,'-15'11,"-11"11,-7 11,-5 10,-3 11,-1 6,2 3,3 1,8 0,9-5,10-7,7-14</inkml:trace>
  <inkml:trace contextRef="#ctx0" brushRef="#br0" timeOffset="592.039">589 562,'3'7,"1"0,-1-1,2 1,-1-1,1 0,0 0,0-1,0 1,1-1,0 0,0-1,0 1,1-1,-1 0,1-1,0 0,0 0,1 0,-1-1,0 0,1-1,-1 1,1-1,0-1,6 0,-9 1,-1-1,0 0,1 0,-1 0,1 0,-1-1,0 0,1 0,-1 0,0 0,0-1,0 0,0 1,0-2,0 1,-1 0,1-1,-1 1,1-1,-1 0,0 0,0-1,0 1,-1-1,1 1,-1-1,0 0,0 0,0 0,0 0,-1 0,1 0,-1 0,0-1,-1 1,1 0,-1-2,0-1,0 0,-1 0,1 0,-2 0,1 0,-1 0,0 0,0 1,-1-1,0 1,0-1,-1 1,1 0,-1 0,-1 1,1-1,-1 1,0 0,0 0,0 1,-1-1,0 1,0 0,0 1,0-1,0 1,-1 1,0-1,1 1,-1 0,0 1,-3-1,-4 3,-1 1,1 0,0 1,1 0,-1 2,0-1,1 2,0 0,0 0,-9 7,17-10,-31 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1.9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0,'12'16,"10"10,6 7,3 7,0 4,-2 1,-2 2,-3 0,-6-2,-3-3,-5-7,-4-7,-2-8</inkml:trace>
  <inkml:trace contextRef="#ctx0" brushRef="#br0" timeOffset="248.319">281 54,'-9'2,"-5"8,-5 11,-4 11,-2 10,-5 6,0 4,-1 3,3 0,7-1,6-7,6-10</inkml:trace>
  <inkml:trace contextRef="#ctx0" brushRef="#br0" timeOffset="581.016">428 401,'21'-8,"1"1,1 1,-1 1,1 1,7 0,-29 3,1 1,-1 0,1 0,-1-1,1 1,-1 0,1 0,-1 1,1-1,-1 0,1 0,-1 1,0-1,1 1,-1-1,1 1,-1 0,0 0,0-1,1 1,-1 0,0 0,0 0,0 0,0 0,0 1,0-1,0 0,0 0,-1 1,1-1,0 0,-1 1,1-1,-1 1,0-1,1 0,-1 1,0-1,0 1,0-1,0 1,0-1,0 1,0-1,0 1,-1-1,1 1,-1-1,1 1,-1-1,0 1,-6 14,0-1,-2 1,0-1,0-1,-2 0,-3 4,-26 38,11 3,28-57,1 0,-1 0,1 0,-1 0,1 0,0 0,0 0,0 0,0 0,0 0,0-1,0 1,1 0,-1 0,1 0,-1 0,1 0,0 0,0 0,0-1,0 1,0 0,0-1,0 1,0-1,1 1,-1-1,1 0,-1 1,2 0,7 2,-1-1,1 0,0 0,0-1,0 0,0-1,0 0,0 0,1-1,-1-1,0 0,7-1,61-20,-49 7</inkml:trace>
  <inkml:trace contextRef="#ctx0" brushRef="#br0" timeOffset="1821.092">896 242,'2'6,"3"3,1-2,0-6,-2-4,-1-4,-4-2,-4 2,-1 4,3 2,2 2</inkml:trace>
  <inkml:trace contextRef="#ctx0" brushRef="#br0" timeOffset="2081.739">1203 27,'16'14,"14"11,12 8,5 8,1 3,0 4,-5 0,-6-1,-8-2,-8-6,-9-7,-5-10</inkml:trace>
  <inkml:trace contextRef="#ctx0" brushRef="#br0" timeOffset="2333.585">1578 0,'-14'12,"-8"12,-6 14,-3 9,0 9,3 5,4 5,5-1,7-4,5-13</inkml:trace>
  <inkml:trace contextRef="#ctx0" brushRef="#br0" timeOffset="2600.871">1805 482,'7'-14,"6"-13,4-9,1-3,0 0,-3 6,-5 11,-3 15,-5 18,-6 16,-2 10,0 8,1 3,2 0,1-3,0-7,2-9,0-8</inkml:trace>
  <inkml:trace contextRef="#ctx0" brushRef="#br0" timeOffset="3368.819">2126 255,'4'4,"5"2,2 0,-1-4,-1-4,-3-4,-3-3,-3-1,-6 2,-6 3,-4 1,-1 2,1 3,4 4,6 4,4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7.0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0 202,'18'2,"16"1,12 0,13-1,10-1,4 0,0 0,-7-3,-12-1,-15 0</inkml:trace>
  <inkml:trace contextRef="#ctx0" brushRef="#br0" timeOffset="257.843">214 0,'-13'12,"-8"10,-1 11,2 6,5 6,7 4,7 1,9-2,7-3,1-11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1.1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40,'0'14,"6"11,10 8,11 6,14 2,12 2,8-3,1 0,-4-6,-9-3,-13-5,-13-7</inkml:trace>
  <inkml:trace contextRef="#ctx0" brushRef="#br0" timeOffset="251.916">348 0,'-14'5,"-8"5,-4 9,-1 10,-1 8,0 9,2 6,3 4,4 4,5-1,5-11</inkml:trace>
  <inkml:trace contextRef="#ctx0" brushRef="#br0" timeOffset="623.92">669 442,'-3'5,"0"0,1 1,0 0,0 0,1-1,-1 1,1 0,1 0,-1 0,1 0,0 0,0 0,1 1,0-1,0-1,0 1,1 0,0 0,0 0,0-1,1 1,-1-1,1 0,1 0,-1 0,1 0,0 0,0-1,0 0,1 0,-1 0,3 1,-1 0,1-1,-1 0,1-1,0 0,0 0,0 0,1-1,-1 0,1 0,-1 0,1-1,-1-1,1 1,0-1,-1-1,1 1,0-1,-1 0,1-1,-1 0,0 0,1-1,-1 0,0 0,0-1,-1 1,1-1,-1-1,0 1,0-1,0-1,-1 1,0-1,0 1,0-1,0-1,-2 0,0 1,-1-1,1 0,-2 0,1 0,-1 0,0 0,0 0,0 0,-1 0,-1 0,1 0,-1 0,0 0,-1 0,1 0,-1 0,-1 0,1 0,-1 1,-1 0,1-1,-1 1,0 0,0 1,-1-1,1 1,-1 0,-1 0,1 0,-1 1,1 0,-1 0,-6-3,6 4,-1-1,0 1,0 0,0 1,-1-1,1 1,-1 1,1 0,-1 0,0 0,1 1,-1 0,0 0,1 1,-1 0,0 1,1-1,-1 1,1 1,0-1,0 1,0 1,0-1,0 1,1 1,0-1,0 1,0 0,0 0,1 1,0-1,0 1,-1 2,-9 23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47.6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1 266,'9'16,"7"13,11 9,9 6,8 2,3 0,1-3,-4-5,-5-4,-6-5,-9-8</inkml:trace>
  <inkml:trace contextRef="#ctx0" brushRef="#br0" timeOffset="204.963">348 227,'-18'2,"-11"6,-4 10,0 11,2 10,1 9,4 9,6 5,4 2,5-4,5-12</inkml:trace>
  <inkml:trace contextRef="#ctx0" brushRef="#br0" timeOffset="547.924">548 561,'6'-1,"78"9,-82-8,1 1,0 0,-1-1,1 1,-1 0,1 0,-1 1,0-1,1 0,-1 1,0 0,0-1,0 1,0 0,0 0,0 0,-1 0,1 0,-1 1,1-1,-1 0,0 1,0-1,0 1,0-1,0 1,-1 0,1 0,-2 5,0 0,0-1,-1 1,0-1,-1 0,1 1,-1-1,-1 0,1 0,-1-1,0 1,-1-1,0 0,-4 4,-4 9,11-16,-7 8,1 0,0 1,1 0,0 0,1 1,0 0,1 0,0 0,1 1,-1 9,5-20,0 0,0 0,0 0,1-1,-1 1,1 0,-1 0,1-1,0 1,0 0,0-1,1 1,-1-1,1 1,-1-1,1 0,0 0,0 0,0 0,0 0,0 0,0 0,0 0,1-1,-1 1,1-1,-1 0,1 0,-1 0,4 1,84 12,17-22,-60-2</inkml:trace>
  <inkml:trace contextRef="#ctx0" brushRef="#br0" timeOffset="861.081">1 13,'11'-2,"15"-1,17 0,18 0,13 2,8 2,2 2,-14-1</inkml:trace>
  <inkml:trace contextRef="#ctx0" brushRef="#br0" timeOffset="1395.259">949 468,'0'2,"3"1,2 0,3-1,1-1</inkml:trace>
  <inkml:trace contextRef="#ctx0" brushRef="#br0" timeOffset="1640.599">1204 294,'7'16,"6"12,9 10,6 6,9 4,6 1,3-1,-2-2,-6-4,-7-8,-9-8</inkml:trace>
  <inkml:trace contextRef="#ctx0" brushRef="#br0" timeOffset="1888.486">1524 334,'-16'2,"-12"8,-5 11,-5 11,0 9,2 7,5 7,5 0,7 0,7-2,8-5,4-12</inkml:trace>
  <inkml:trace contextRef="#ctx0" brushRef="#br0" timeOffset="2060.047">1859 654,'0'-2,"2"4,1 6,0 8,-1 8,0 8,-1 4,-1 4,1-1,-4-3,0-7</inkml:trace>
  <inkml:trace contextRef="#ctx0" brushRef="#br0" timeOffset="2307.977">1230 93,'14'4,"18"5,19 0,17 0,14 2,5-1,0-2,-6-3,-17-2</inkml:trace>
  <inkml:trace contextRef="#ctx0" brushRef="#br0" timeOffset="3068.457">2126 521,'4'0,"5"-2,2-4,-1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4.5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1,'14'0,"15"0,17 0,19 0,16 0,13 0,6 0,-14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8.8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0,'16'0,"21"2,22 3,18 4,13 1,6 0,-3 0,-10-1,-20-3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00.3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38,'2'9,"0"0,1 0,1 0,-1-1,1 1,1-1,-1 0,2 0,-1 0,1-1,0 0,0 0,1 0,0-1,0 0,1 0,-1-1,1 0,1-1,-1 1,1-1,-1-1,1 0,0 0,0-1,0 0,1 0,-1-1,0 0,8-1,-13 0,-1 0,1-1,-1 1,1-1,-1 0,1 0,-1 0,1 0,-1-1,0 1,0-1,0 0,0 0,0 0,0 0,0-1,-1 1,1-1,-1 1,1-1,-1 0,0 0,0 0,-1 0,1 0,-1-1,1 1,-1-1,0 1,0 0,-1-1,1 0,-1 1,0-1,1 1,-2-1,1 0,0 1,-1-1,1 1,-1-1,0 1,0-1,-1 1,0-1,0-2,0 1,-1 0,0-1,0 1,0 0,-1 0,1 1,-1-1,-1 1,1 0,0 0,-1 0,0 0,0 1,0 0,0 0,-1 0,1 1,-1 0,0 0,1 0,-1 1,0 0,0 0,0 0,0 1,0 0,0 0,0 0,0 1,0 0,0 0,0 0,1 1,-1 0,0 0,0 1,4-2,0 1,0 0,0 0,1 0,-1 0,0 0,1 1,-1-1,1 0,0 1,0-1,0 1,0-1,0 1,0 0,1-1,-1 1,1 0,0-1,0 1,0 0,0-1,0 1,1 0,-1 0,1-1,0 1,0-1,-1 1,2 1,12 23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00.5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1 174,'16'0,"14"0,16 2,13 3,11 4,5-1,-2-2,-6-1,-12-2,-15-1</inkml:trace>
  <inkml:trace contextRef="#ctx0" brushRef="#br0" timeOffset="224.4">308 0,'-14'18,"-4"18,1 13,3 13,4 7,4 0,5-2,5-5,2-14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9.7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28,'9'13,"8"12,7 8,7 8,5 5,3 5,2 3,-4-2,-6-2,-6-6,-8-7,-6-10</inkml:trace>
  <inkml:trace contextRef="#ctx0" brushRef="#br0" timeOffset="269.339">294 0,'-16'3,"-7"2,-5 3,1 5,2 7,1 9,0 11,-1 7,3 8,1 6,3 1,4-3,5-11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7.3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0,'14'18,"11"13,10 11,9 4,8 4,4 0,2-2,-3-4,-5-7,-9-11,-12-9</inkml:trace>
  <inkml:trace contextRef="#ctx0" brushRef="#br0" timeOffset="245.89">387 0,'-15'9,"-13"10,-8 9,-5 8,-2 5,2 5,2 3,7 3,8 1,9-1,11-5,6-10</inkml:trace>
  <inkml:trace contextRef="#ctx0" brushRef="#br0" timeOffset="528.689">615 321,'80'-1,"-78"2,0-1,0 1,1-1,-1 1,0 0,0 0,0 0,0 0,0 0,0 0,0 1,-1-1,1 0,0 1,-1 0,1-1,-1 1,1 0,-1 0,0 0,0 0,0 0,0 0,0 0,0 0,-1 0,1 0,-1 1,1-1,-1 0,0 0,0 1,0 0,-2 8,0-1,-1 0,0 0,-1 0,0 0,0-1,-1 0,0 1,-1-2,0 1,-7 7,0 3,5-7,2-5,0 1,0 0,1 0,0 1,1-1,0 1,0 0,1 0,0 1,1-1,0 1,-1 5,5-11,-1 0,1 0,0 0,0 0,0 0,1 0,-1-1,1 1,0-1,0 0,0 0,0 0,1 0,-1 0,1-1,0 1,0-1,-1 0,1 0,1-1,-1 1,0-1,0 0,1 0,-1 0,0-1,1 0,-1 1,0-2,2 1,14 3,-1-2,1 0,0-1,0-1,0-1,-1-1,9-2,17-7</inkml:trace>
  <inkml:trace contextRef="#ctx0" brushRef="#br0" timeOffset="778.031">1083 120,'0'12,"7"7,11 11,12 9,10 7,6 2,6 2,-2-2,-5-8,-8-8,-10-10</inkml:trace>
  <inkml:trace contextRef="#ctx0" brushRef="#br0" timeOffset="967.514">1430 107,'-13'2,"-10"8,-7 9,-3 10,-3 10,0 6,1 8,3 4,4 1,8-3,6-10</inkml:trace>
  <inkml:trace contextRef="#ctx0" brushRef="#br0" timeOffset="1229.815">1671 375,'-5'18,"-1"13,1 10,2 5,5 2,4-4,4-3,-1-6,-1-5,-2-8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6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0 175,'16'2,"17"1,13 2,14 0,7 2,4 0,-1-2,-6-1,-9-2,-14-1</inkml:trace>
  <inkml:trace contextRef="#ctx0" brushRef="#br0" timeOffset="279.77">281 1,'-11'16,"-7"12,-1 8,1 5,3 4,2 2,7 1,9 0,10-1,4-9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5.4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55 228,'-7'18,"-5"13,1 8,1 4,3 4,2 1,2-2,4-5,2-8,0-10</inkml:trace>
  <inkml:trace contextRef="#ctx0" brushRef="#br0" timeOffset="263.292">282 0,'0'14,"2"11,6 8,8 5,8 6,6-1,6-2,3-4,0-7,-3-5,-5-7,-5-7,-7-5</inkml:trace>
  <inkml:trace contextRef="#ctx0" brushRef="#br0" timeOffset="481.851">643 13,'-21'5,"-13"6,-10 5,-4 7,-1 9,3 6,5 5,10 2,9 3,10 0,7-2,13-3,5-10</inkml:trace>
  <inkml:trace contextRef="#ctx0" brushRef="#br0" timeOffset="810.56">843 428,'4'7,"1"0,-1 0,1 0,1 0,0-1,-1 0,2 0,-1-1,1 1,0-2,0 1,3 1,-7-4,1 0,0 0,0 0,0-1,0 1,0-1,0 0,0 0,0-1,1 1,-1-1,0 0,0 0,1 0,-1 0,0-1,0 0,1 0,-1 0,0 0,0-1,0 0,-1 1,1-1,0-1,-1 1,-1-1,0 1,0-1,0 1,0-1,0 0,-1 0,1 0,-1 0,0 0,0 0,0 0,0 0,0-1,-1 1,0 0,1 0,-1-1,0 1,-1 0,1 0,-1-1,1 1,-1 0,0 0,0 0,0 0,-1 0,1 0,-1 0,1 0,-1 0,0 0,0 1,0-1,-1 1,1 0,0 0,-1 0,0 0,1 0,-1 0,0 1,0-1,0 1,0 0,0 0,-3-1,1-1,0 1,0-1,0 1,-1 1,1-1,-1 1,1-1,-1 2,1-1,-1 1,0-1,1 2,-1-1,1 0,-1 1,1 0,-1 1,1-1,-1 1,1 0,0 0,0 1,0-1,0 1,0 0,1 1,-1-1,1 1,0 0,-3 3,-4 18,5-1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3.7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0,'-4'16,"-2"13,5 7,9 4,13 4,13 2,14 0,6-3,2-1,-2-5,-6-5,-11-6,-12-8</inkml:trace>
  <inkml:trace contextRef="#ctx0" brushRef="#br0" timeOffset="206.448">293 68,'-20'9,"-14"10,-6 8,0 12,2 7,5 6,9 2,7 0,10-4,10-4,5-11</inkml:trace>
  <inkml:trace contextRef="#ctx0" brushRef="#br0" timeOffset="538.56">521 322,'12'-4,"0"0,0 1,1 0,0 1,-1 1,1 0,0 1,0 0,0 1,-1 0,1 1,-1 1,1 0,-1 0,-10-2,0 0,0 0,0 0,0 0,0 0,-1 0,1 1,0-1,-1 0,1 1,-1 0,1-1,-1 1,0 0,0 0,0-1,0 1,0 0,0 0,0 0,-1 0,1 0,-1 1,0-1,1 0,-1 0,0 0,0 0,0 0,0 0,-1 1,1-1,-1 0,1 0,-38 64,-4-20,28-33,1 1,0 1,1 0,1 1,0 0,1 0,-6 15,15-29,0 0,1 0,-1 0,0 0,1 0,-1 0,1 0,0 0,0 1,0-1,0 0,0 0,0 0,0 0,1 0,-1 0,1 0,-1 0,1 0,0 0,0 0,0 0,0 0,0 0,0-1,1 1,-1-1,1 1,-1-1,1 1,-1-1,1 0,0 1,0-1,-1 0,3 0,74 18,-65-18,-1 0,1-1,-1 0,1-1,-1 0,0-1,1-1,-1 0,0 0,0-1,-1-1,1 0,-1 0,0-1,0-1,5-4,4-9</inkml:trace>
  <inkml:trace contextRef="#ctx0" brushRef="#br0" timeOffset="1254.203">1149 81,'16'7,"10"9,7 6,5 9,3 8,3 4,1 4,-2 1,-4-4,-5-4,-5-7,-8-6,-7-9</inkml:trace>
  <inkml:trace contextRef="#ctx0" brushRef="#br0" timeOffset="1505.531">1510 94,'-7'0,"-6"7,-7 9,-3 11,-5 10,-5 9,-1 7,3 4,7 0,7-4,14-5,7-10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2:53.1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1 228,'22'0,"15"0,13 0,8 0,7 0,0 0,0 0,-6 0,-6 0,-7 0,-11 0</inkml:trace>
  <inkml:trace contextRef="#ctx0" brushRef="#br0" timeOffset="262.296">322 0,'-16'12,"-5"12,0 11,5 10,4 5,5 6,6 0,7 0,7-3,9-6,0-10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01.1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0 122,'14'9,"11"12,8 11,8 10,4 9,3 5,0-1,-4-2,-4-6,-7-8,-9-12</inkml:trace>
  <inkml:trace contextRef="#ctx0" brushRef="#br0" timeOffset="189.501">362 94,'-14'5,"-8"6,-6 7,-3 11,3 11,2 11,5 5,5 2,3 1,2-3,2-7,4-11</inkml:trace>
  <inkml:trace contextRef="#ctx0" brushRef="#br0" timeOffset="1388.77">522 389,'32'-1,"-22"-1,0 2,-1 0,1 0,0 0,0 2,0-1,-1 1,1 0,3 2,-12-3,0-1,0 1,0-1,0 1,0 0,0 0,0-1,0 1,0 0,-1 0,1 0,0 0,0 0,-1 0,1 0,-1 0,1 0,-1 1,1-1,-1 0,0 0,1 0,-1 1,0-1,0 0,0 0,0 0,0 1,0-1,0 0,-1 0,1 1,0-1,-1 0,1 0,-1 0,1 0,-1 0,1 0,-1 1,0-1,0-1,1 1,-1 0,-40 46,38-44,-16 13,8-5,-1-1,1 1,1 1,0 0,1 0,-6 11,14-22,0 1,0 0,0-1,0 1,1 0,-1 0,0-1,1 1,-1 0,1 0,0 0,0 0,0 0,0 0,0 0,0 0,0-1,1 1,-1 0,1 0,-1 0,1 0,0-1,0 1,-1 0,1-1,0 1,1 0,-1-1,0 1,0-1,1 0,-1 1,1-1,62 25,-43-23,1 0,-1-2,1 0,0-2,-1 0,1-1,-1-2,1 0,4-2,22-8</inkml:trace>
  <inkml:trace contextRef="#ctx0" brushRef="#br0" timeOffset="1657.098">923 1,'14'18,"11"15,10 11,9 8,3 3,-1 2,-5-4,-6-7,-7-9,-9-11</inkml:trace>
  <inkml:trace contextRef="#ctx0" brushRef="#br0" timeOffset="1900.447">1230 15,'-16'15,"-7"13,-5 11,3 7,3 5,4 3,4 2,4-3,5-5,3-10</inkml:trace>
  <inkml:trace contextRef="#ctx0" brushRef="#br0" timeOffset="2086.951">1538 362,'-7'16,"-4"12,-1 6,0 3,2 4,3-2,2-3,2-2,2-6,0-7</inkml:trace>
  <inkml:trace contextRef="#ctx0" brushRef="#br0" timeOffset="2370.187">1725 15,'3'20,"6"16,10 12,10 5,7 6,7 2,2-3,-1-4,-4-7,-6-9,-10-11</inkml:trace>
  <inkml:trace contextRef="#ctx0" brushRef="#br0" timeOffset="2629.032">2019 68,'-13'2,"-12"6,-8 10,-6 11,-2 10,0 9,6 7,6 4,8-1,8-3,6-11</inkml:trace>
  <inkml:trace contextRef="#ctx0" brushRef="#br0" timeOffset="2918.258">2140 483,'1'11,"2"0,0-1,0 1,0 0,2-1,-1 0,1 0,1 0,0 0,0-1,5 6,-7-11,-1 0,1 0,0 0,0-1,0 1,1-1,-1 0,1 0,0-1,0 1,0-1,0 0,0-1,0 1,0-1,1 0,-1 0,1 0,-1-1,0 0,1 0,-1 0,1-1,3-1,-4 1,0-2,0 1,0 0,0-1,0 0,-1 0,1-1,-1 1,0-1,0 0,0 0,0 0,-1 0,0-1,0 0,0 1,0-1,-1 0,0-1,0 1,0 0,0 0,-1-1,0 1,0-1,-1 1,0-1,0 0,0 1,0-1,-1-1,0 4,1 1,-1 0,0 0,0 0,0 0,0 0,0 0,0 0,0 0,-1 0,1 0,-1 0,0 1,1-1,-1 1,0-1,0 1,0 0,0 0,0 0,0 0,0 0,0 0,0 0,-1 1,1-1,0 1,0-1,-1 1,0 0,-70 11,-28 41,49-20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19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1,'12'4,"12"2,14 0,9-2,6 2,1-1,-4 1,-11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20.1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1,'15'7,"22"4,23 1,21-3,18-1,14-4,-12-1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21.5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46,'-17'218,"15"-141,-42 655,28-390,15 0,18 37,-6 315,-12-455,1 704,0-946</inkml:trace>
  <inkml:trace contextRef="#ctx0" brushRef="#br0" timeOffset="1939.924">401 126,'9'0,"12"0,16 0,16 0,14 0,12 0,9 0,-12 0</inkml:trace>
  <inkml:trace contextRef="#ctx0" brushRef="#br0" timeOffset="3104.846">1337 19,'13'-5,"17"-1,18 0,17 4,14 4,7 4,0 3,-8 3,-17-1</inkml:trace>
  <inkml:trace contextRef="#ctx0" brushRef="#br0" timeOffset="4211.401">2165 19,'16'0,"17"0,18 0,17 0,12 2,5 1,-4 2,-15 3,-19-1</inkml:trace>
  <inkml:trace contextRef="#ctx0" brushRef="#br0" timeOffset="918.086">388 393,'11'18,"9"13,9 8,7 4,5 2,3 0,0-1,-4-4,-3-3,-7-6,-8-9</inkml:trace>
  <inkml:trace contextRef="#ctx0" brushRef="#br0" timeOffset="1181.928">654 273,'-13'23,"-7"16,-5 13,-3 9,0 4,-1-1,0-2,6-5,5-7,7-10,5-12</inkml:trace>
  <inkml:trace contextRef="#ctx0" brushRef="#br0" timeOffset="1518.595">828 647,'1'-3,"1"0,-1 0,1 0,0 0,0 0,0 0,0 1,0-1,1 1,-1-1,1 1,-1 0,1 0,0 0,0 1,0-1,0 0,0 1,0 0,1 0,-1 0,0 0,1 1,-1-1,0 1,1 0,-1 0,1 0,-1 0,0 0,1 1,-1 0,0-1,1 1,-1 1,0-1,0 0,0 1,0-1,1 2,-2 2,-1-1,0 0,0 1,0-1,0 1,-1-1,0 1,0 0,0-1,-1 1,1-1,-1 1,0-1,-1 1,1-1,-1 0,1 0,-1 0,-1 0,1 0,0 0,-4 3,-35 60,28-48,0 1,1 0,2 1,0 0,1 1,-3 12,11-32,0 0,1 0,-1 0,1-1,-1 1,1 0,0 0,0 0,0 0,0 0,0 0,0 0,0 0,1 0,-1 0,1 0,0 0,-1 0,1 0,0 0,0-1,0 1,0 0,0-1,1 1,-1-1,0 1,1-1,-1 1,1-1,-1 0,1 0,0 0,0 0,-1 0,2 0,12 3,0-1,1-1,0 0,-1-1,1-1,0-1,-1 0,1-1,-1 0,1-1,3-2,32-8,-9-1</inkml:trace>
  <inkml:trace contextRef="#ctx0" brushRef="#br0" timeOffset="2332.906">1257 340,'11'13,"9"12,7 11,6 10,7 6,3 2,1-2,-3-3,-3-5,-6-8,-8-10</inkml:trace>
  <inkml:trace contextRef="#ctx0" brushRef="#br0" timeOffset="2580.243">1551 326,'-14'13,"-9"15,-5 13,-2 13,-1 9,-2 5,1 3,2-2,5-6,7-14</inkml:trace>
  <inkml:trace contextRef="#ctx0" brushRef="#br0" timeOffset="2850.521">1845 580,'-12'16,"-3"12,1 8,2 3,9 1,8-2,6-2,6-6,0-4,-3-9</inkml:trace>
  <inkml:trace contextRef="#ctx0" brushRef="#br0" timeOffset="3364.169">2112 313,'16'13,"12"15,8 10,5 9,4 5,2 0,-1-1,-3-5,-5-9,-6-7,-9-9</inkml:trace>
  <inkml:trace contextRef="#ctx0" brushRef="#br0" timeOffset="3528.709">2500 246,'-19'5,"-12"7,-8 10,-4 12,-1 11,1 10,4 7,9 4,9 0,9-7,5-13</inkml:trace>
  <inkml:trace contextRef="#ctx0" brushRef="#br0" timeOffset="3886.754">2753 714,'1'5,"1"0,-1 1,1-1,0 0,1 0,-1 0,1 0,0-1,0 1,0-1,1 1,-1-1,1 0,0-1,1 1,-1-1,0 0,1 0,0 0,0 0,0-1,0 0,0 0,0 0,0-1,1 1,-1-1,1-1,-1 1,1-1,-1 0,1 0,-1 0,0-1,1 0,-1 0,1-1,-1 1,0-1,0 0,0 0,0-1,0 0,0 0,0 0,-1-1,1 0,0-1,-1 1,0-1,0 0,-1 0,1 0,-1 0,0 0,0-1,-1 0,0 1,0-1,0 0,-1 0,1 0,-1 0,-1-1,1 1,-1 0,0 0,-1 0,0 0,0 0,0 0,0 0,-1 0,0 0,0 0,-1 0,0 1,0-1,0 1,0 0,-1 0,0 0,0 1,0-1,-1 1,1 0,-1 0,0 0,-1 1,-5-1,0 0,-1 1,1 1,-1 0,0 0,1 2,-1-1,0 1,0 1,0 0,1 1,-1 0,1 0,-1 2,1-1,0 1,0 1,-4 2,-28 10</inkml:trace>
  <inkml:trace contextRef="#ctx0" brushRef="#br0" timeOffset="5381.8">334 1329,'-2'16,"-1"12,4 8,8 7,8 3,8 1,7-2,4 0,4-5,-1-3,-3-7,-2-8,-8-8</inkml:trace>
  <inkml:trace contextRef="#ctx0" brushRef="#br0" timeOffset="5664.411">669 1422,'-14'2,"-11"6,-6 8,-2 8,-1 7,2 7,1 6,4 5,5 4,2 1,7-9</inkml:trace>
  <inkml:trace contextRef="#ctx0" brushRef="#br0" timeOffset="5911.268">722 1609,'17'-8,"1"1,0 0,0 1,1 1,-1 1,1 1,14-1,-30 4,-1-1,1 1,-1 0,1 1,-1-1,1 0,-1 1,1-1,-1 1,1 0,-1 0,0 0,0 0,1 0,-1 0,0 1,0-1,0 1,0 0,0-1,-1 1,1 0,0 0,-1 0,1 0,-1 0,0 0,0 1,0-1,0 0,0 1,0-1,-1 1,1-1,-1 1,0-1,1 1,-1-1,0 1,-1-1,1 1,0 0,-3 14,-1 0,-1 1,0-2,-1 1,-1-1,0 0,-1 0,-1-1,-2 2,-45 100,56-116,-1 1,0-1,1 1,-1-1,1 1,0-1,-1 1,1 0,0-1,0 1,0-1,0 1,0 0,0-1,1 1,-1-1,0 1,1-1,-1 1,1-1,0 1,-1-1,1 1,0-1,0 0,0 1,0-1,0 0,0 0,0 0,1 0,-1 0,0 0,1 0,-1 0,1 0,-1-1,0 1,1 0,0-1,13 3,0-1,0-1,1-1,-1 0,0-1,0 0,1-1,-1-1,0 0,-1-2,1 1,-1-2,6-2,20-10</inkml:trace>
  <inkml:trace contextRef="#ctx0" brushRef="#br0" timeOffset="6185.066">334 1209,'9'2,"12"1,19 0,15-1,18 0,11-3,6-2,-13 1</inkml:trace>
  <inkml:trace contextRef="#ctx0" brushRef="#br0" timeOffset="6689.712">1203 1369,'11'16,"11"12,9 8,7 7,5 1,1-1,1 0,-4-3,-5-6,-8-9,-8-9</inkml:trace>
  <inkml:trace contextRef="#ctx0" brushRef="#br0" timeOffset="6966.969">1390 1369,'-11'13,"-7"12,-1 11,-1 8,1 5,2 4,3 2,5-1,3-6,3-11</inkml:trace>
  <inkml:trace contextRef="#ctx0" brushRef="#br0" timeOffset="7216.302">1725 1609,'0'16,"0"12,0 8,-3 5,0 2,-2-1,-5-6,-3-9,1-9</inkml:trace>
  <inkml:trace contextRef="#ctx0" brushRef="#br0" timeOffset="7421.965">1203 1248,'0'-2,"7"-1,11 0,14 1,15 0,16 1,13 1,6 0,4 0,-12 0</inkml:trace>
  <inkml:trace contextRef="#ctx0" brushRef="#br0" timeOffset="7728.714">2406 1342,'7'16,"6"12,9 10,9 6,8 2,5 0,1-1,1-3,-7-7,-8-7,-11-9</inkml:trace>
  <inkml:trace contextRef="#ctx0" brushRef="#br0" timeOffset="7980.169">2633 1315,'-16'9,"-9"12,-8 14,-5 13,-1 9,0 8,2 5,5 0,8-6,7-13</inkml:trace>
  <inkml:trace contextRef="#ctx0" brushRef="#br0" timeOffset="8288.367">2901 1609,'-1'5,"1"0,0-1,1 1,-1 0,1-1,-1 1,1-1,1 1,-1-1,1 1,0-1,0 0,0 1,0-1,1 0,-1-1,1 1,0 0,1-1,-1 1,0-1,1 0,0 0,0-1,0 1,0-1,0 0,0 0,3 1,2 1,0-1,0 1,0-2,0 1,1-2,-1 1,1-1,-1 0,1-1,-1 0,1-1,-1 0,1 0,2-2,-8 2,0 1,0-2,-1 1,1 0,0-1,-1 0,1 0,-1 0,0 0,1 0,-1-1,0 1,-1-1,1 0,0 0,-1 0,0 0,1-1,-1 1,0-1,-1 1,1-1,-1 1,0-1,1 0,-2 0,1 0,0 0,-1 0,0 0,1 0,-2 1,1-1,0 0,-1 0,0 0,0 0,0 0,0 1,-1-1,1 0,-1 1,0-1,0 1,0 0,-1-1,1 1,-1 0,1 1,-3-3,-4 0,1 0,-2 1,1 0,0 0,-1 1,0 0,1 1,-1 0,0 0,0 1,-1 0,1 1,0 0,0 1,0 0,0 0,0 1,0 1,1 0,-1 0,0 1,1 0,0 0,-5 4,-27 15</inkml:trace>
  <inkml:trace contextRef="#ctx0" brushRef="#br0" timeOffset="9205.524">281 2452,'0'18,"2"11,5 7,7 4,7 2,7-1,5-3,5-4,1-5,0-8,-5-7,-8-6</inkml:trace>
  <inkml:trace contextRef="#ctx0" brushRef="#br0" timeOffset="9483.78">561 2505,'-13'-4,"-10"2,-5 7,0 7,0 10,3 9,0 7,4 7,1 5,3 1,4-2,5-9</inkml:trace>
  <inkml:trace contextRef="#ctx0" brushRef="#br0" timeOffset="9767.022">615 2692,'6'-5,"1"0,0 1,0-1,0 2,1-1,-1 1,1 0,0 0,0 1,0 0,0 0,0 1,1 0,-1 0,7 1,-14 1,1 0,0 0,0 0,-1 0,1 0,0 0,-1 0,1 1,-1-1,1 0,-1 1,0-1,0 1,0 0,0-1,0 1,0 0,0 0,0 0,-1-1,1 1,-1 0,1 0,-1 0,0 0,0 0,1 0,-2 0,1 0,0 0,0 0,-1 0,-14 65,-10-3,17-49,1 1,1 1,0-1,1 1,1 0,1 0,0 1,3-15,0 0,0 1,0-1,0 0,0 0,1 0,-1 0,1 0,0 0,0 0,0 0,1 0,-1 0,0-1,1 1,0 0,0-1,0 1,0-1,0 0,0 0,0 0,1 0,-1 0,1 0,0-1,-1 1,1-1,0 1,0-1,0 0,0 0,3 0,4 1,0-1,1 0,-1 0,1-1,-1 0,1-1,-1 0,0-1,7-1,79-34,-58 16</inkml:trace>
  <inkml:trace contextRef="#ctx0" brushRef="#br0" timeOffset="10024.553">267 2251,'-2'0,"3"0,9 0,12 0,15 0,16-2,12-1,11 0,1 0,-12 2</inkml:trace>
  <inkml:trace contextRef="#ctx0" brushRef="#br0" timeOffset="10507.503">1176 2385,'4'7,"7"9,8 10,9 9,10 4,5 3,2 1,0 0,-5-5,-8-5,-8-7</inkml:trace>
  <inkml:trace contextRef="#ctx0" brushRef="#br0" timeOffset="10781.214">1416 2345,'-18'13,"-13"12,-5 11,0 8,3 3,4 3,7 0,8-4,8-6,9-7,9-9,3-9</inkml:trace>
  <inkml:trace contextRef="#ctx0" brushRef="#br0" timeOffset="11037.243">1764 2585,'-14'19,"-6"9,0 6,3 1,5 1,7-2,5-4,4-3,1-8</inkml:trace>
  <inkml:trace contextRef="#ctx0" brushRef="#br0" timeOffset="11251.709">1978 2385,'12'9,"7"10,9 8,7 7,8 4,5 3,4 1,1 0,0-3,-3-5,-3-6,-5-9,-10-6</inkml:trace>
  <inkml:trace contextRef="#ctx0" brushRef="#br0" timeOffset="11641.618">2513 2385,'-16'14,"-10"11,-7 10,-5 9,-2 6,0 3,3 2,5-2,9-5,9-9,13-10,6-11</inkml:trace>
  <inkml:trace contextRef="#ctx0" brushRef="#br0" timeOffset="12020.059">2660 2639,'6'14,"1"0,0 0,1-1,0 0,1 0,0-1,3 2,-8-10,-1 0,1-1,0 1,1-1,-1 0,1 0,-1 0,1 0,0-1,0 0,0 0,0 0,0-1,0 1,1-1,-1-1,0 1,1-1,-1 0,1 0,-1 0,1-1,-1 0,-1 0,0-1,1 0,-1 0,0 0,0 0,0-1,0 1,0-1,-1 0,1 0,-1 0,0-1,1 1,-2-1,1 0,0 0,-1 0,0 0,0 0,0 0,0-1,0-4,1 0,0 0,-1 0,0-1,-1 1,0-1,0 1,-1-1,0 0,-1 1,0-1,-2-2,3 8,-1 0,0 1,-1-1,1 1,0-1,-1 1,0 0,0 0,0 0,0 0,-1 0,1 0,-1 0,1 1,-1-1,0 1,0 0,0 0,0 0,-1 0,1 1,0-1,-1 1,1 0,-1 0,0 0,1 0,-1 1,0-1,1 1,-1 0,-2 0,-15 3,1 1,0 0,-1 1,2 2,-1 0,1 1,0 0,1 2,-9 6,-20 10</inkml:trace>
  <inkml:trace contextRef="#ctx0" brushRef="#br0" timeOffset="12849.84">307 3347,'11'7,"9"7,7 7,7 8,3 5,5 4,3 0,-1 0,-2-1,-4-6,-4-4,-6-9,-7-8,-7-6</inkml:trace>
  <inkml:trace contextRef="#ctx0" brushRef="#br0" timeOffset="13039.334">654 3321,'-18'18,"-10"16,-6 12,-1 8,1 5,2 0,5-5,9-7,6-12</inkml:trace>
  <inkml:trace contextRef="#ctx0" brushRef="#br0" timeOffset="13380.423">722 3575,'10'-9,"-1"0,2 1,-1 1,1-1,0 2,1 0,-1 0,1 1,1 0,-1 1,6-1,-17 5,0 0,1 0,-1 0,0 0,1 0,-1 0,0 0,1 0,-1 0,0 1,1-1,-1 1,0-1,0 1,1-1,-1 1,0 0,0-1,0 1,0 0,0 0,0 0,0 0,0 0,0 0,-1 0,1 0,0 0,-1 1,1-1,-1 0,1 0,-1 1,1-1,-1 0,0 0,0 1,0-1,1 0,-1 1,0-1,-1 0,1 1,-9 58,-52 65,16-40,44-84,1 0,-1 0,1 0,-1 0,1 0,-1 0,1 0,0 0,-1 0,1 0,0 0,0 0,0 0,0 0,0 1,0-1,0 0,0 0,0 0,1 0,-1 0,0 0,1 0,-1 0,1 0,-1 0,1 0,-1 0,1 0,0 0,0 0,-1 0,1 0,0-1,0 1,0 0,0-1,0 1,0-1,0 1,0-1,0 1,0-1,0 0,0 1,0-1,0 0,1 0,-1 0,0 0,0 0,0 0,0 0,0 0,0 0,0-1,1 1,-1 0,0-1,0 1,207-45,-151 31</inkml:trace>
  <inkml:trace contextRef="#ctx0" brushRef="#br0" timeOffset="14311.507">1457 3294,'11'16,"11"9,8 8,9 5,6 1,5-2,0-3,-1-2,-4-5,-10-7</inkml:trace>
  <inkml:trace contextRef="#ctx0" brushRef="#br0" timeOffset="14590.033">1725 3294,'-7'18,"-5"11,-2 7,-1 4,0 3,-3-3,0-2,3-4,2-7,3-9</inkml:trace>
  <inkml:trace contextRef="#ctx0" brushRef="#br0" timeOffset="14869.819">2005 3441,'-4'18,"-2"13,0 6,1 1,4-2,4-4,4-3,3-7,0-7</inkml:trace>
  <inkml:trace contextRef="#ctx0" brushRef="#br0" timeOffset="15148.605">1497 3040,'5'-2,"10"1,16 3,19 4,17 1,13 1,7-1,-12-1</inkml:trace>
  <inkml:trace contextRef="#ctx0" brushRef="#br0" timeOffset="15488.76">2352 3173,'5'10,"5"6,9 11,7 9,5 6,3 4,2 2,1-1,-2-1,-7-5,-6-6,-7-9</inkml:trace>
  <inkml:trace contextRef="#ctx0" brushRef="#br0" timeOffset="15740.342">2540 3160,'-18'9,"-9"10,-3 11,0 9,1 7,5 3,7 2,7-3,4-6,3-9</inkml:trace>
  <inkml:trace contextRef="#ctx0" brushRef="#br0" timeOffset="16008.654">2807 3508,'9'4,"1"0,0 0,0-1,0 0,0-1,0-1,1 1,-1-1,1-1,-1 0,0 0,1-1,-1-1,0 0,1 0,-1-1,0 0,-1-1,4-1,-11 4,0 0,0 1,0-1,0-1,0 1,-1 0,1 0,0-1,-1 1,1-1,-1 1,1-1,-1 0,0 1,0-1,1 0,-1 0,0 0,-1 0,1 0,0 0,-1 0,1 0,-1-1,0 1,1 0,-1 0,0 0,0 0,-1-1,1 1,0 0,-1 0,1 0,-1 0,0 0,1 0,-1 0,0 0,0 0,-1 0,1 0,0 1,-1-1,1 0,-1 1,1-1,-1 1,-1-1,-6-4,-1 1,1 1,-1-1,-1 2,1-1,0 2,-1-1,0 1,1 1,-1 0,0 0,0 1,0 1,0-1,1 2,-1 0,0 0,1 1,-6 2,-22 9,5 0</inkml:trace>
  <inkml:trace contextRef="#ctx0" brushRef="#br0" timeOffset="16977.955">347 3989,'14'11,"8"9,9 5,2 3,3 4,0 0,-2 0,-4-3,-5-5,-7-4,-6-5</inkml:trace>
  <inkml:trace contextRef="#ctx0" brushRef="#br0" timeOffset="17230.277">654 4029,'-11'3,"-8"4,-6 7,-6 7,1 4,1 4,3-2,3-1,9-5,6-6</inkml:trace>
  <inkml:trace contextRef="#ctx0" brushRef="#br0" timeOffset="17531.481">815 4123,'1'-1,"0"0,0 0,0 0,0 0,0 0,1 0,-1 0,0 1,0-1,1 0,-1 1,1-1,-1 1,0-1,1 1,-1 0,1 0,-1-1,1 1,-1 0,1 0,-1 0,1 1,-1-1,1 0,-1 0,2 1,-1 0,0 0,0 0,1 0,-1 0,0 0,0 1,0-1,0 1,-1-1,1 1,0-1,-1 1,1 0,-1 0,1 0,-1 0,0 0,0 0,0 0,0 1,0-1,-1 0,1 0,-1 1,1-1,-1 0,0 1,0-1,0 1,-11 70,-26-8,36-65,1 0,0 0,-1 0,1 1,0-1,0 0,-1 0,1 1,0-1,0 0,-1 0,1 1,0-1,0 0,0 1,0-1,0 0,-1 1,1-1,0 0,0 1,0-1,0 0,0 1,0-1,0 0,0 1,0-1,0 0,0 1,0-1,1 0,-1 1,0-1,0 0,0 1,0-1,0 0,1 0,-1 1,0-1,0 0,1 0,-1 1,0-1,0 0,1 0,-1 1,0-1,0 0,1 0,-1 0,0 0,1 0,-1 0,0 1,1-1,-1 0,23-3,64-20,-37 9</inkml:trace>
  <inkml:trace contextRef="#ctx0" brushRef="#br0" timeOffset="17874.557">1577 3909,'5'5,"8"5,6 6,7 8,8 3,5 4,3 2,-1 0,-6-4,-8-5,-9-6</inkml:trace>
  <inkml:trace contextRef="#ctx0" brushRef="#br0" timeOffset="18142.356">1778 3909,'-16'18,"-7"16,-5 10,0 5,1 3,5 0,3-5,6-10</inkml:trace>
  <inkml:trace contextRef="#ctx0" brushRef="#br0" timeOffset="18407.188">2045 4070,'-7'18,"-4"10,-1 8,2 2,3-1,7-2,8-5,2-7</inkml:trace>
  <inkml:trace contextRef="#ctx0" brushRef="#br0" timeOffset="18670.51">2566 3829,'12'21,"7"13,6 10,3 4,4-1,3-2,2-4,0-7,-2-7,-5-7,-5-8,-7-6</inkml:trace>
  <inkml:trace contextRef="#ctx0" brushRef="#br0" timeOffset="18953.672">2834 3856,'-16'6,"-10"10,-7 9,-5 6,0 6,-1 2,4 2,6 1,7-2,9-6,5-9</inkml:trace>
  <inkml:trace contextRef="#ctx0" brushRef="#br0" timeOffset="19216.968">2994 4083,'4'4,"0"0,0 0,0 0,1 0,-1-1,1 0,0 0,0 0,1-1,-1 0,0 0,1 0,-1 0,1-1,-1 0,1 0,0-1,0 1,-1-1,1 0,0-1,0 0,-1 0,1 0,-1 0,1-1,-1 0,1 0,-1 0,0-1,0 0,0 0,0 0,-1-1,1 1,-1-1,0 0,1-1,-3 2,-1 0,0 0,1 0,-1 0,0 0,0 0,-1 0,1-1,-1 1,0 0,1 0,-1-1,-1 1,1 0,0 0,-1-1,0 1,1 0,-1 0,-1 0,1 0,0 0,-1 0,1 0,-1 1,0-1,0 0,0 1,0-1,-1 1,1 0,-1 0,1 0,-1 0,0 0,1 1,-1-1,0 1,0 0,0-1,-1 1,1 1,0-1,-2 0,-4-1,-1 0,1 0,-1 1,1 0,-1 0,0 1,1 1,-1 0,1 0,-1 1,1 0,-1 0,1 1,0 0,0 1,1 0,-1 0,1 1,0 0,-2 2,-8 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42.1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0,'29'561,"54"441,-42-655,68 259,-80-478,-5 1,-6 2,0 102,-13-7,0-31,-19-42,15 0,4-136,-2-14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3:19.4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140 177,'-4'9,"0"0,1 0,1 0,-1 0,2 0,-1 0,1 1,1-1,-1 1,2 0,-1-6,0 0,1-1,0 1,0-1,0 1,0-1,0 1,1-1,-1 0,1 0,0 0,0 0,0 0,1 0,-1 0,1-1,-1 1,1-1,0 0,0 1,0-1,0-1,1 1,-1 0,0-1,1 0,0 1,2 0,1-1,0 1,0-1,0-1,0 1,0-1,0 0,0-1,0 0,0 0,-1 0,1-1,0 0,0 0,-1 0,0-1,1 0,-1-1,0 1,0-1,-1 0,1-1,2-2,0 0,0-1,-1 0,0-1,0 0,0 0,-1 0,-1 0,0-1,0 0,0 0,-2-1,1 1,-1-1,0-6,-3-49,-1 66,0 0,0 0,-1 1,1-1,0 0,0 0,0 1,0-1,0 1,0-1,0 1,0 0,0-1,0 1,0 0,0 0,0 0,0-1,0 1,1 0,-1 0,0 0,1 0,-1 0,1 1,-1-1,1 0,-1 0,1 0,0 0,0 1,-1-1,1 1,-6 23,0 1,1-1,2 1,1 0,0 0,2 1,1-1,2 0,0 0,3 6,93 618,-90-590,-4 0,-2 1,-3-1,-2 1,-3-1,-9 38,13-93,0 0,0 0,0 1,0-1,-1 0,0 0,0 0,0-1,-1 1,1 0,-1-1,0 1,-1-1,1 0,-1 0,0-1,1 1,-2-1,1 1,0-1,-1-1,1 1,-1-1,0 1,0-1,0-1,0 1,0-1,-3 1,-5-5,1 0,-1 0,1-1,-1-1,1 0,1 0,-1-1,1-1,0 0,1-1,-1 0,1 0,1-1,0 0,0-1,1 0,-6-9,-7-8,0-1,2-1,1-1,1-1,2 0,1-1,2-1,1 0,1 0,-1-17,10 47,0 1,0 0,0-1,0 1,1 0,-1-1,0 1,1 0,0-1,-1 1,1-1,0 1,0-1,1 1,-1-1,0 1,1 0,-1-1,1 1,0 0,0-1,0 1,0 0,0 0,0 0,1 0,-1 0,1 0,0 0,-1 0,1 1,0-1,0 1,0-1,0 1,0 0,0-1,144-12,-75 10,-4 0</inkml:trace>
  <inkml:trace contextRef="#ctx0" brushRef="#br0" timeOffset="33368.628">72 4,'0'-3,"0"3,0 4,2 12,6 14,3 16,0 18,-4 16,-3-5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2:09.78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35 212,'17'86,"-16"-84,0 0,0 1,0-1,0 0,0 0,0 0,1 0,-1 0,1 0,0-1,-1 1,1 0,0-1,0 0,0 1,0-1,0 0,0 0,0 0,1 0,-1 0,0 0,1-1,-1 1,0-1,1 0,-1 0,0 0,1 0,-1 0,1 0,-1 0,0-1,3 0,1-3,0 0,-1 0,1-1,-1 0,0 0,0 0,0 0,-1-1,0 0,0 0,0 0,-1-1,0 1,0-1,0 1,-1-1,0 0,-1 0,0 0,1-6,1 4,0 1,-1 0,0-1,-1 0,0 1,0-1,-1 0,0 1,0-1,-1 0,0 0,-1 1,0-1,0 1,-1 0,0-1,0 1,-1 0,0 1,0-1,-1 1,-2-3,5 9,0-1,0 1,0 0,0 0,0 0,0 0,0 0,-1 0,1 1,0-1,0 1,-1 0,1-1,0 1,-1 0,1 1,0-1,-1 0,1 0,0 1,0 0,-1-1,1 1,0 0,0 0,0 0,0 0,0 1,0-1,0 0,0 1,-50 53,14 30,26-42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2:10.33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1 214,'2'-9,"3"-8,5-7,4-7,1-3,0 0,-2 4,-1 7,-2 11,-6 13,-3 16,-5 13,0 11,-1 10,1 7,2 6,0 3,1-10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2:28.0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711 168,'-4'-6,"-1"1,0-1,0 1,-1 0,1 0,-1 1,0 0,-1 0,1 0,-1 1,1 0,-1 0,0 1,0 0,0 0,0 0,-1 1,-2 0,-12-1,0 1,-1 0,1 2,0 1,-12 2,-5 3,0 2,1 1,0 2,1 1,-22 13,45-19,2 1,-1 1,1 0,0 1,1 0,0 1,1 0,0 0,1 1,0 1,1-1,0 1,1 1,0-1,1 1,1 1,1-1,-1 1,2-1,0 1,1 0,0 8,-2 4,0 1,2-1,1 1,1-1,1 1,2 0,4 18,-1-33,0 0,1-1,1 1,0-1,0-1,1 0,1 0,0-1,0 0,1-1,0 0,1 0,0-2,0 1,1-1,0-1,0-1,0 1,3-1,21 11,0-2,0-1,1-2,1-1,0-2,0-2,1-2,31 0,-53-5,1 0,-2-2,1 0,0-1,0-1,-1 0,0-1,0-1,-1-1,0 0,0-1,-1-1,0 0,-1-1,0-1,-1 0,0-1,-1 0,0-1,-1-1,0 0,-2 0,0-1,0 0,-2 0,3-8,6-21,-3 0,-1-1,-3 0,-1 0,-3-1,-1 0,-3 0,-1-7,0 41,1 0,-2 1,1-1,-2 1,0-1,0 1,-1 0,-1 0,0 0,0 0,-1 0,-1 1,0 0,0 0,-1 1,-1 0,0 0,0 0,-1 1,0 0,0 1,-1 0,-3-1,-4 3,0 2,-1 0,0 1,0 0,0 2,0 0,0 1,0 1,1 0,-1 2,0 0,0 1,1 1,0 0,0 1,-1 1,-101 34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2:33.07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786 138,'-11'-12,"-1"1,0 1,0 0,-1 0,-1 1,1 1,-1 0,-1 1,0 0,0 1,0 1,-4 0,-5 0,-1 0,1 2,-1 1,0 2,0 0,0 1,1 1,-1 2,1 0,-1 2,2 0,-1 2,1 1,0 0,0 2,1 1,1 0,0 2,1 0,0 1,2 2,-1 0,-6 9,18-17,1 0,1 0,-1 1,1 0,1 0,0 0,0 0,1 1,1 0,0-1,0 1,1 0,0 0,1 0,0 0,1 0,0 0,0 0,2-1,-1 1,1 0,1-1,0 0,0 0,1 0,0 0,1-1,0 0,0 0,1 0,0-1,1 0,0 0,0-1,1 0,2 1,13 9,1-2,1 0,0-2,1 0,0-2,1-1,0-2,0 0,1-2,0-1,0-2,0 0,1-2,27-3,-43 2,1-1,-1 0,1-1,-1-1,0 0,0-1,0 0,0-1,-1-1,0 0,0-1,0-1,-1 1,0-2,-1 0,0 0,0-1,-1-1,0 1,-1-2,0 1,-1-1,0-1,-1 1,0-1,3-10,-4 4,0 0,-2 0,0-1,-1 1,-1-1,-1 0,0 0,-2 0,0 0,-4-17,3 25,-1 0,0 0,0 0,-2 1,1 0,-1-1,-1 2,0-1,-1 1,0-1,0 2,-1-1,0 1,-1 1,0-1,0 1,-1 1,-2-2,-3 1,1 1,-1 0,0 1,-1 1,1 0,-1 1,0 1,0 0,0 1,-1 1,1 1,0 0,-1 1,1 0,0 2,0 0,-8 3,-37 10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2:26.74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151 817,'119'-14,"30"25,-31-5,-59 17,143-14,-51-2,-92-9,137-6,150-5,-140-1,86-7,-80-3,-121 18,50 4,46 28,-67-3,-13-9,-104-14,0 0,-1 1,1-1,-1 1,1-1,-1 0,1 0,0 0,-1 0,1 0,-1 0,1-1,0 0,-1 1,0-1,1 0,-1 0,1 0,-1 0,0-1,0 1,0-1,0 1,0-1,0 0,0 0,0 0,-1 0,1 0,-1 0,1 0,-1 0,0-1,0 1,0-1,0 0,0-124,-6 18,1-72,24 19,-18 30,-2 130,-1-1,1 1,-1-1,0 1,1-1,-1 1,0 0,0-1,0 1,-1 0,1 0,-1 0,1 0,-1 0,1 0,-1 0,0 1,0-1,0 0,0 1,0 0,-1-1,1 1,0 0,0 0,-1 0,1 0,-1 1,1-1,-1 1,0-1,-85 0,70 3,-209 12,-236-15,95-38,-301 38,666 1,-99 0,1 4,-51 10,79-6,-1-4,-69-5,43 0,5-7,-32-6,124 13,0 1,0-1,0 1,0 0,0 0,0 0,1 0,-1 1,0-1,0 1,0 0,1 0,-1 0,0 0,1 0,-1 0,1 1,-1-1,1 1,0 0,-1 0,1 0,0 0,0 0,1 0,-1 0,0 1,1-1,-1 1,1-1,0 1,0 0,0-1,0 1,0 0,1 0,-1 0,1 2,-9 94,-14 166,10 40,13-290</inkml:trace>
  <inkml:trace contextRef="#ctx0" brushRef="#br0" timeOffset="5001.826">44 978,'-9'24,"1"1,1 0,1 0,1 1,1 0,1 0,2 0,0 0,4 23,-3-8,1 438,-2-477,0 1,1-1,-1 0,1 0,0 1,-1-1,1 0,0 0,1 1,-1-1,0 0,0 0,1 1,0-1,-1 0,1 0,0 0,0 0,0 0,0 0,0 0,1 0,-1 0,0-1,1 1,0 0,-1-1,1 1,0-1,0 0,0 1,0-1,0 0,0 0,0 0,0-1,0 1,0 0,0-1,2 1,47-13,-45 9,0 1,1 0,-1 1,0 0,1 0,-1 0,1 0,-1 1,1 0,-1 1,1-1,-1 1,4 1,110 45,-78-40,0-2,0-2,0-1,0-3,1-1,-1-3,0-1,15-5,93-22,-82 16,1 3,0 3,14 1,125 0,346-2,-267-8,-39 21,-106 25,22-12,-31-14,-126-3,-1 0,1 0,-1 0,1 0,-1-1,0 0,0-1,-1 1,1-1,-1 0,0-1,0 1,-1-1,0 0,0 0,2-4,3-2,1-7,-1 0,-1-1,0 0,-2 0,0-1,-2 0,0 0,-1 0,-1 0,-1 0,-1-1,-1 1,-3-17,-10-177,14 207,1 1,-2-1,1 1,-1 0,0-1,-1 1,0 0,0 0,0 0,-1 0,0 0,0 0,-1 1,0 0,0 0,0 0,-1 0,0 0,0 1,0 0,-1 0,0 0,0 1,0 0,0 0,-1 1,0-1,-1 1,-4 1,0 0,0 1,0 0,-1 1,1 1,0 0,0 0,0 1,0 1,0 0,0 0,-4 3,-47 10,19-11,1-2,-1-1,-27-4,-1 0,-380 16,177-4,125 2,-10 3,-177-12,7-4,194-12,-40 13,77-13,-56 14,146 1,3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2:14.031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118 4875,'-2'-2,"1"0,0 0,0 0,0 0,0 0,0-1,1 1,-1 0,1 0,-1 0,1-1,0 1,0 0,0 0,0-1,0 1,0 0,1 0,-1-1,1 1,-1 0,1 0,0 0,0 0,0 0,0 0,0 0,1 0,-1 0,1 0,-1 1,1-1,-1 0,1 1,0 0,0-1,0 1,0 0,0 0,1-1,2-2,1 0,-1 0,1 1,0-1,0 1,0 1,0-1,1 1,-1 0,1 0,-1 1,1 0,-1 0,1 1,0-1,-1 1,1 1,0-1,-1 1,1 1,0-1,-1 1,0 0,1 1,-1-1,0 1,0 0,0 1,-1-1,3 3,0 7,-1-1,0 1,-1 1,-1-1,0 1,-1 0,0 0,-1 0,-1 1,0-1,-1 1,0-1,-1 1,-1-1,-1 4,-25 243,25-239</inkml:trace>
  <inkml:trace contextRef="#ctx0" brushRef="#br0" timeOffset="252.929">171 5102,'5'-9,"10"-5,14-8,13-4,12-2,7 2,1 4,-7 7,-11 5</inkml:trace>
  <inkml:trace contextRef="#ctx0" brushRef="#br0" timeOffset="23300.034">4917 771,'-4'-9,"0"0,-1 0,0 0,0 1,0 0,-1 0,-1 0,1 1,-1 0,-1 0,1 1,-1 0,0 0,0 0,-1 1,0 1,0 0,0 0,0 0,-4 0,-10 1,0 1,1 0,-1 2,0 1,0 1,1 1,-1 0,1 2,0 1,0 0,1 2,0 0,0 2,1 0,0 1,0 1,2 1,-1 1,2 0,0 2,1 0,0 0,1 1,1 1,1 1,1 0,0 1,1 0,1 0,-2 10,6-17,0-1,1 1,0 0,1 0,0 0,1 0,1 1,0 0,1-1,0 1,1 0,1 0,0-1,1 1,0-1,1 1,1-1,0 0,0 0,2 0,-1-1,2 1,3 5,7-3,1 0,0-1,1-1,1-1,-1 0,2-2,0 0,0-1,1-2,-1 0,2-1,-1-1,1-1,0-1,17 0,-1 1,0-2,1-1,-1-2,0-2,0-1,0-2,-1-2,0-1,0-3,-1 0,-1-3,-28 12,-1 0,1-1,-1 0,0 0,-1 0,1-1,-1 0,0-1,0 1,0-1,-1 0,0-1,0 1,-1-1,0 0,0 0,0 0,-1-1,0 1,-1-1,1 0,-2 0,2-7,-1-9,-1 0,-2 0,0 0,-2 0,0 0,-2 1,0-1,-2 1,0 0,-2 1,0 0,-2 0,0 1,-1 0,-1 1,-1 1,-1 0,-1 1,-1 0,0 1,-1 1,0 1,-2 1,1 0,-2 1,9 8,1-1,-1 1,0 1,0 0,0 1,-1 0,1 1,-1 0,1 1,-1 1,0 0,1 0,-1 1,0 1,1 0,-1 1,1 0,-8 4,-22 10,1 2,1 2,1 2,-22 16,-52 39</inkml:trace>
  <inkml:trace contextRef="#ctx0" brushRef="#br0" timeOffset="27719.761">4837 2723,'-38'-8,"0"2,0 2,-1 1,-35 2,59 2,0 0,0 1,1 1,-1 0,1 1,0 0,0 1,0 1,1 0,0 1,0 1,0 0,1 0,-2 4,-1 2,0 2,2 0,0 0,1 1,0 1,1 0,2 1,0 0,0 0,2 1,0 0,2 0,0 0,1 1,1 0,1 0,1 0,1 0,1 0,0-1,2 1,2 8,-2-18,0 0,1 0,0-1,0 1,1-1,1 0,0-1,0 1,1-1,0-1,0 1,1-1,0 0,1-1,0 0,0 0,0-1,1 0,0-1,0 0,0 0,1-1,0-1,-1 0,1 0,11 1,5-2,-1-1,0-1,1-1,-1-2,0 0,0-2,0-1,0-1,-1-1,-1-1,1-1,-1-1,-1-2,0 0,19-15,-31 21,-1-1,1 0,-2-1,1 0,-1-1,0 0,-1 0,0-1,-1 0,0 0,-1-1,0 1,-1-2,0 1,-1 0,0-1,-1 0,0 0,-1 0,-1 0,0 0,-1-1,0 1,-1 0,-2-9,-1 3,-1-1,0 1,-2 0,0 0,-1 1,-1 0,-1 0,0 1,-1 0,-1 1,-1 1,0 0,-1 0,0 1,-1 1,-1 0,0 2,-11-7,17 14,0-1,0 2,0 0,0 0,0 0,0 2,-1-1,1 1,-1 1,0 0,1 0,-1 1,1 0,-1 1,1 0,-5 2,-8 4,1 0,0 2,0 0,1 1,1 2,-14 9,-33 28</inkml:trace>
  <inkml:trace contextRef="#ctx0" brushRef="#br0" timeOffset="-368.412">305 3792,'-6'-2,"1"-1,-1 1,1 0,-1 0,0 0,1 1,-1 0,0 0,0 1,0 0,0 0,0 0,0 0,0 1,0 0,0 1,1-1,-1 1,0 0,1 0,0 1,-1 0,1 0,0 0,0 0,0 1,1 0,0 0,-1 0,1 1,-7 9,0 1,1 0,1 1,0 0,2 0,-1 1,2 0,0 1,2-1,-1 1,2 0,1 0,0 0,1 0,1 0,0 0,4 18,-2-21,0 0,2-1,-1 0,2 0,0 0,1 0,0-1,5 8,-8-16,0 0,0 0,1-1,-1 1,1-1,0 0,0 0,1 0,-1 0,1-1,0 1,0-1,0-1,0 1,0-1,1 0,-1 0,1 0,0-1,-1 0,1 0,5 0,-4-2,0 0,-1 0,1-1,0 0,-1 0,1-1,-1 0,0 0,0 0,0-1,0 1,-1-2,0 1,0-1,0 1,0-1,0-1,-1 1,0-1,0 1,-1-1,1 0,-2 0,1-1,0 1,-1-1,0 1,-1-1,1 0,-1 0,-1 0,1 1,-1 4,0 0,0 0,0 1,0-1,0 0,0 1,-1-1,1 0,0 1,-1-1,1 0,-1 1,0-1,0 1,1-1,-1 1,0-1,0 1,0 0,-1 0,1-1,0 1,0 0,-1 0,1 0,-1 0,1 0,0 0,-1 1,0-1,1 1,-1-1,1 1,-1-1,0 1,1 0,-1-1,0 1,-2 0,0 1,0-1,0 1,0-1,0 1,0 0,0 1,1-1,-1 1,0-1,1 1,-1 0,1 1,-1-1,-1 2,-1 3,0 0,0 1,1-1,0 1,0 0,0 0,1 0,1 1,0 0,0-1,0 1,1 0,0 0,0 7,-2 19</inkml:trace>
  <inkml:trace contextRef="#ctx0" brushRef="#br0" timeOffset="-1315.263">131 3123,'18'-6,"18"-8,11-3,7-1,1 1,-4 2,-10 5</inkml:trace>
  <inkml:trace contextRef="#ctx0" brushRef="#br0" timeOffset="-887.405">118 3123,'-12'34,"1"0,2 1,1-1,2 2,-1 32,6-67,1 0,0 1,-1-1,1 0,0 1,0-1,0 1,0-1,0 0,0 1,0-1,1 1,-1-1,0 0,1 1,-1-1,1 0,0 1,-1-1,1 0,0 0,0 0,0 0,0 1,-1-1,2 0,-1-1,0 1,0 0,0 0,0 0,0-1,1 1,-1 0,0-1,1 1,-1-1,0 0,1 1,-1-1,1 0,-1 0,0 0,1 0,-1 0,1 0,-1-1,0 1,1 0,-1-1,82-47,-77 43,-1 0,1 0,0 0,0 1,0 0,1 0,-1 1,1 0,0 0,0 1,0-1,1 2,-1-1,0 1,1 0,-1 0,0 1,4 0,-5 2,-1 1,1 0,-1 0,0 0,0 0,0 1,0 0,-1 0,0 0,1 1,-2-1,1 1,0 0,-1 0,0 1,0-1,0 1,-1-1,0 1,0 0,0 0,-1-1,0 1,0 1,-1-1,1 0,-1 0,-1 0,1 0,-1 0,0 0,0 0,-1 0,1 0,-2 1,0 1,-1-1,1 1,-1-1,-1 0,1 0,-1-1,-1 1,1-1,-1 0,0 0,0-1,-1 0,1 0,-1-1,-1 1,1-1,0-1,-1 0,0 0,0 0,1-1,-2 0,1 0,0-1,0 0,-2-1,-29 3,35-2,6 1</inkml:trace>
  <inkml:trace contextRef="#ctx0" brushRef="#br0" timeOffset="-3153.532">158 49,'5'-5,"0"1,1-1,-1 1,1 0,0 0,0 1,1-1,-1 1,1 1,-1-1,1 1,0 1,0-1,0 1,0 0,0 0,4 1,-9 1,0-1,1 1,-1 0,0 0,0 0,0 0,0 0,0 1,0-1,-1 1,1-1,0 1,-1-1,1 1,-1 0,1 0,-1 0,0 0,0 0,0 0,0 0,0 0,-1 0,1 0,0 1,-1-1,0 0,1 0,-1 1,0-1,0 1,-5 72,-2-47,0 0,-2-1,-1-1,-1 0,-2 0,0-1,-2 0,-16 21,17-26,14-20,1-1,-1 1,0 0,0 0,1 0,-1 0,0-1,0 1,1 0,-1 0,0 0,0 0,1 0,-1 0,0 0,1 0,-1 0,0 0,1 0,-1 0,0 0,1 0,-1 0,0 0,0 0,1 0,-1 0,0 0,1 0,-1 1,0-1,0 0,1 0,-1 0,0 0,0 1,0-1,1 0,-1 0,0 1,0-1,0 0,1 0,-1 1,0-1,0 0,0 0,0 1,0-1,0 0,0 1,0-1,0 0,0 1,185-80,-133 60</inkml:trace>
  <inkml:trace contextRef="#ctx0" brushRef="#br0" timeOffset="-2437.448">105 891,'13'-9,"0"2,1-1,0 1,1 1,-1 1,1 0,0 1,1 0,-1 1,14 0,-27 3,0 0,1 0,-1 0,0 0,0 1,0-1,0 0,0 1,0 0,0 0,0 0,0-1,0 2,-1-1,1 0,0 0,0 0,-1 1,1-1,-1 1,1 0,-1-1,0 1,0 0,0 0,0-1,0 1,0 0,0 0,-1 0,1 0,-1 0,1 1,-1-1,0 0,0 1,-14 77,5-64,0 0,0-1,-2 0,0 0,0-2,-1 1,-1-1,12-12,0 0,1 0,0 0,-1 1,1-1,0 0,-1 0,1 0,0 0,0 1,0-1,0 0,0 0,0 0,0 1,1-1,-1 0,0 0,1 0,-1 0,1 0,-1 1,1-1,-1 0,1 0,0 0,-1 0,1-1,0 1,0 0,0 0,0 0,0-1,0 1,0 0,0-1,0 1,0-1,0 1,0-1,0 0,1 1,-1-1,0 0,0 0,0 0,0 0,1 0,9 6,-6-4,0 1,-1 0,1-1,-1 1,0 1,0-1,0 1,0-1,-1 1,1 0,-1 1,0-1,0 1,-1-1,1 1,-1 0,0 0,0 0,-1 0,1 0,-1 0,0 0,-1 0,1 1,-1-1,0 0,0 1,-1-1,1 0,-1 0,-1 0,1 1,-1-1,1 0,-1-1,-1 1,1 0,-1-1,0 1,0-1,0 0,-1 1,-12 5,-1 0,1-2,-2 0,1-1,-1-1,0 0,0-1,-1-1,0-1,-8 0,13-1,4 0</inkml:trace>
  <inkml:trace contextRef="#ctx0" brushRef="#br0" timeOffset="-1747.109">64 1773,'4'35,"-1"0,-3 0,0-1,-2 1,-2 0,-1-1,-2 1,-5 14,-28 74,40-122,-1 0,1 0,0 1,0-1,0 0,0 1,0-1,0 0,1 0,-1 1,0-1,1 0,-1 0,0 1,1-1,0 0,-1 0,1 0,0 0,-1 0,1 0,0 0,0 0,0 0,0 0,0 0,0-1,0 1,0 0,0-1,1 1,-1-1,0 1,0-1,0 1,1-1,-1 0,1 0,51-1,-28-4,-1-2,0-1,-1 0,0-2,0-1,-1 0,0-2,-1 0,-1-2,8-7,-26 21,1-1,-1 0,1 0,-1 0,1 0,-1 0,0 0,0-1,0 1,0-1,-1 1,1-1,-1 0,0 0,1 1,-1-1,0 0,-1 0,1 0,0-1,-1 1,0 0,0 0,0 0,0 0,0 0,-1 0,1 0,-1 0,0 0,0 0,0 0,0 0,0 0,-1 0,1 1,-1-1,0 0,0 1,-2-3,4 5,0-1,-1 0,1 0,-1 1,1-1,0 0,-1 1,0-1,1 0,-1 1,1-1,-1 1,0-1,1 1,-1-1,0 1,0 0,1-1,-1 1,0 0,0-1,0 1,0 0,1 0,-1 0,0 0,0 0,0 0,0 0,1 0,-1 0,0 0,0 0,0 1,0-1,1 0,-1 1,0-1,0 0,1 1,-1-1,0 1,1-1,-1 1,0 0,1-1,-1 1,1-1,-1 1,1 0,-1 0,1-1,0 1,-1 0,1 0,0-1,-1 2,-8 52,-13 407,12-379</inkml:trace>
  <inkml:trace contextRef="#ctx0" brushRef="#br0" timeOffset="22080.773">920 664,'0'-1,"1"0,-1 1,0-1,0 1,1-1,-1 0,1 1,-1-1,0 1,1-1,-1 1,1 0,-1-1,1 1,0-1,-1 1,1 0,-1-1,1 1,0 0,-1 0,1 0,0-1,-1 1,1 0,0 0,-1 0,1 0,0 0,-1 0,1 0,0 0,-1 1,1-1,-1 0,1 0,0 0,-1 1,1-1,0 0,-1 1,1-1,0 1,-1-1,247 19,-6-23,95-18,210-13,-325 10,203 4,-306 19,0-6,33-10,-100 12,1 1,0 3,-1 2,3 3,-50-3,-1 0,1 0,-1 1,1-1,-1 1,1 0,-1 0,0 0,0 1,1-1,-1 1,0 0,0-1,-1 1,1 1,0-1,-1 0,1 1,-1-1,0 1,1 0,-1 0,-1 0,1 0,0 0,-1 0,0 0,1 0,-1 1,0-1,-1 1,1-1,-1 1,1-1,-1 3,3 253,5-135,-7 111,-2-107,10-14,-9-113,0 0,1 0,-1 0,0 0,0 1,0-1,0 0,0 0,0 0,0 1,0-1,0 0,0 0,-1 0,1 0,-1 1,1-1,-1 0,1 0,-1 0,1 0,-1 0,0 0,0 0,1 0,-1 0,0-1,0 1,0 0,0 0,0-1,0 1,0-1,0 1,0-1,-1 1,1-1,0 0,0 1,0-1,-1 0,1 0,0 0,0 0,0 0,-1 0,1 0,0 0,0-1,0 1,0 0,-1-1,1 1,0-1,-68-6,1 2,-1 3,0 4,-25 5,-228 0,200-9,-271 3,353 3,1 2,0 1,-38 14,-42 7,-350 35,177-32,21-17,153-17,11-40,101 41,0 0,0 0,0 0,1-1,-1 0,1 0,0-1,0 1,0-1,0 0,1 0,-1-1,1 1,0-1,1 0,-1 0,1 0,0-1,0 1,0-1,1 0,0-1,-29-78,9 33,4-1,1-1,3-1,2 0,1-20,6 24,4-1,1 1,2 0,5-16,30-54,-35 118,1 0,0 0,0 0,0 1,0-1,0 1,1-1,-1 1,1 0,0 1,0-1,-1 1,1-1,0 1,0 0,0 1,0-1,0 1,0-1,1 1,-1 1,0-1,0 0,0 1,0 0,0 0,2 1,23 0,-8 0,-1 1,1 0,-1 2,0 0,0 1,16 8,-34-13,113 24,-73-21</inkml:trace>
  <inkml:trace contextRef="#ctx0" brushRef="#br0" timeOffset="26753.302">826 2535,'551'-8,"-350"4,-39 2,153-23,-198 10,0 6,28 4,280-19,-170 15,-206 4,-1 2,1 3,19 2,-59 0,0-1,0 1,0 0,0 1,0 0,-1 1,1 0,-1 0,0 0,0 1,0 1,-1-1,3 3,-3-3,0 0,0 0,1-1,0 0,0 0,0-1,1 0,-1 0,1-1,-1 0,1-1,0 1,6-2,-11 1,1 0,-1 1,0-1,1 1,-1 0,0 0,0 0,0 1,0-1,0 1,0 0,-1 0,0 0,1 0,-1 1,0 0,-1-1,1 1,-1 0,1 0,-1 0,-1 1,1-1,0 0,-1 1,0-1,0 1,0 0,-1-1,0 1,7 151,-8-105,2 63,4-1,10 37,-13-138,0-4,-1 0,0 0,0 1,-1-1,0 0,0 1,-1-1,0 1,0-1,-1 0,0 0,-1-6,1 1,-1-1,0 0,1 0,-1-1,0 1,0 0,0-1,0 0,-1 0,1 0,0 0,0 0,-1-1,1 1,-1-1,1 0,0 0,-1 0,1-1,0 1,-1-1,0 0,-11 0,-542 0,307 34,84-7,-392 29,168-49,94 22,223-21,-1 9,0-3,-73 4,108-12,35-3,0 0,0-1,0 0,0 0,-1 0,1 0,0 0,0-1,-1 0,1 0,0 0,0-1,-1 1,1-1,0 0,0 0,0 0,0-1,0 1,0-1,0 0,0 0,1-1,-1 1,1-1,0 0,-1 0,1 0,1 0,-1 0,0 0,0-2,-1-8,0-1,1 0,0 0,1 0,1 0,0 0,1 0,1-10,-3-40,-35-127,-2-13,39 196,-1 1,2-1,-1 0,1 0,0 0,1 1,-1-1,2 0,-1 1,1 0,0-1,0 1,1 0,0 1,1-1,-1 1,1 0,0 0,1 0,-1 1,1-1,0 1,5-2,39-27,-40 25</inkml:trace>
  <inkml:trace contextRef="#ctx0" brushRef="#br0" timeOffset="30705.533">826 4541,'545'13,"-263"5,172-14,231-13,-187-18,-437 29,-16-1,1-1,-1-2,1-2,4-3,-2-12,-47 20,0-1,1 1,-1 0,0-1,0 1,1 0,-1 0,0 0,0 0,0 0,0 0,0 0,0 0,-1 0,1 1,0-1,0 0,-1 0,1 1,-1-1,1 0,-1 1,0-1,0 1,1-1,-1 0,0 1,0-1,0 1,0-1,-1 1,1-1,0 0,-1 1,1-1,-1 0,1 1,-1-1,1 0,-1 5,4 53,2 0,2 0,6 13,6 44,6 107,-16-172,3 77,-13-126,-1 0,1 1,-1-1,0 0,0 0,0 0,0 0,0 0,0 0,0-1,0 1,-1-1,1 0,-1 1,1-1,-1 0,0 0,1-1,-1 1,0 0,1-1,-1 0,0 0,0 0,1 0,-1 0,0 0,0-1,1 1,-1-1,0 0,-1 0,-11 0,-43 3,0 3,0 2,1 2,-21 8,-79 10,-107 3,89-13,-4-4,-136-9,227-4,-43 5,-100 19,172-17,-435 49,215-41,168-17,105-1,0 0,-1 0,1-1,1 0,-1 0,1 0,-1 0,1-1,0 0,1 0,-1-1,1 1,0-1,1 0,-1 0,0-2,0-4,1 1,1-1,0 0,0 0,1 0,1 0,0 0,0 0,2-5,-1-32,-40-324,35 323,-5-205,9 251,1 1,0-1,0 0,0 0,0 1,1-1,-1 0,1 1,0-1,0 1,0 0,1 0,-1 0,1 0,0 0,0 0,0 1,0-1,0 1,0 0,1 0,-1 0,1 0,-1 1,1-1,2 1,103-18,28 44,-81-22,-31-2</inkml:trace>
  <inkml:trace contextRef="#ctx0" brushRef="#br0" timeOffset="31984.668">4824 4608,'-22'-5,"0"2,0 1,0 0,0 2,0 0,0 1,0 2,1 0,-1 1,1 2,-1 0,1 1,1 1,0 1,0 0,1 2,0 0,0 1,1 1,1 1,-5 6,7-5,0 1,0 1,2 0,0 1,1 1,1 0,0 0,2 1,0 0,1 1,2 0,0 0,1 1,1 0,1-1,1 1,0 0,3 15,0-26,1-1,1 0,-1 0,2 0,-1 0,2 0,-1-1,1 1,0-1,1-1,0 1,1-1,0 0,0 0,0-1,1 0,0 0,1-1,-1 0,1 0,1-1,-1 0,1-1,-1 0,1-1,0 1,10 0,34 7,0-2,1-2,0-3,0-2,39-4,-86 1,10 2,0 0,-1-2,1 0,0-2,-1 1,1-2,-1-1,0 0,-1-1,1 0,-1-2,0 0,-1 0,0-2,7-5,-10 4,0-1,0 0,-1-1,-1 0,0-1,-1 0,0-1,-1 1,-1-2,0 1,-1-1,-1 0,0 0,-2-1,1 1,-2-1,0 0,-1 0,-1 1,-2-14,-2 13,-1 0,-1 1,-1 0,0 0,-1 0,-1 1,0 0,-1 0,-1 1,0 1,-1 0,-1 0,1 1,-2 1,0 0,-10-5,1-4,-1 1,-1 1,0 2,-1 0,-1 2,-1 1,0 1,-4 0,19 9,0 1,-1 0,1 1,-1 1,1 0,-1 1,1 0,-1 1,1 0,-3 2,-63 17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1:03.14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1592 3462,'0'20,"0"21,0 17,0 12,0 8,0 2,2-1,1-10,0-12,-1-15</inkml:trace>
  <inkml:trace contextRef="#ctx0" brushRef="#br0" timeOffset="311.679">1484 3382,'-99'-239,"98"237,0 2,0-1,1 0,-1 0,0 0,0 0,1 0,-1 1,1-1,-1 0,1 0,-1 0,1 0,0-1,-1 1,1 0,0 0,0 0,0 0,0 0,0 0,0 0,0 0,0-1,0 1,0 0,1 0,-1 0,0 0,1 0,-1 0,1 0,-1 0,1 0,0 0,-1 0,1 1,0-1,0 0,-1 0,1 0,0 1,0-1,0 1,0-1,0 0,0 1,0 0,0-1,12 1,-1 0,1 1,-1 0,1 1,-1 1,0 0,0 0,2 2,7 1,14 4,1 1,-2 2,0 1,0 2,-1 1,-1 1,22 18,-51-34,0 0,1 0,-1 0,0 0,0 0,0 1,-1 0,1-1,-1 1,1 0,-1 0,0 0,0 0,0 1,-1-1,1 1,-1-1,1 1,-1-1,-1 1,1 0,0-1,-1 1,0 0,1 0,-2-1,1 1,0 0,-1 0,0-1,1 1,-1 0,-1-1,1 1,-1 1,-10 8,0-1,0 0,-1-1,-1 0,1-1,-2 0,0-1,0-1,0 0,-4 0,11-4,-39 19,-77 47,103-52</inkml:trace>
  <inkml:trace contextRef="#ctx0" brushRef="#br0" timeOffset="962.939">1872 4011,'11'-24,"9"-15,-2-1,-2-1,-2-1,-1 0,-3 0,-1-1,2-37,-10 78,-1-1,1-1,-1 0,0 1,0-1,0 0,0 1,-1-1,1 0,-1 1,0-1,0 1,0-1,-1 1,1 0,-1-1,0 1,-2-3,3 6,-1 1,1-1,0 1,-1-1,1 1,0 0,-1-1,1 1,0 0,0 0,0 0,0 0,0 0,0 0,0 0,0 0,0 0,0 0,1 1,-1-1,1 0,-1 1,1-1,-1 0,1 1,-1-1,1 1,0-1,0 0,0 1,0-1,0 1,0-1,0 1,1 0,-1 2,0 0,1 0,-1 0,1-1,0 1,0 0,1-1,-1 1,1 0,0-1,0 0,0 1,0-1,0 0,1 0,-1 0,1 0,0-1,0 1,0-1,0 0,0 0,1 0,2 1,92 35,-87-34,1-2,-1 0,0 2,0-1,0 1,-1 1,1 0,-1 0,0 1,-1 1,1-1,-1 2,0-1,-1 1,0 0,0 1,-1 0,5 7,8 40,-18-48,0 0,1 0,0 0,0 0,0 0,1-1,1 1,-1-1,1 0,4 4,-7-9,0 0,1-1,-1 1,0-1,0 0,1 1,-1-1,1 0,0 0,-1-1,1 1,-1 0,1-1,0 0,0 0,-1 0,1 0,0 0,-1 0,1 0,0-1,-1 0,1 1,0-1,-1 0,1 0,0-1,61-42,-46 25,-1 1,-1-2,-1 0,-1-1,0-1,-2 0,0 0,-1-2,-2 1,0-1,1-12,-8 95,-2-36,0 0,1 0,1 0,1 0,1-1,3 11,-5-26,0 0,1 0,0-1,0 1,0-1,1 1,0-1,0 0,1-1,-1 1,1-1,0 0,1 0,-1 0,1-1,0 0,0 0,1 0,-1-1,1 0,-1 0,3 0,20 4</inkml:trace>
  <inkml:trace contextRef="#ctx0" brushRef="#br0" timeOffset="1661.589">2607 3328,'103'57,"73"49,-163-96,-1 0,-1 1,0 0,0 1,-1 0,-1 1,0 0,0 0,-2 1,1 0,4 15,-4-1,-1 0,-1 0,-2 0,0 0,-2 14,11 73,-12-110,0 1,1 0,0 0,0-1,0 1,1-1,0 0,0 0,0 0,0 0,1 0,2 1,-5-5,0 1,1-1,-1 0,1 0,0 0,-1 0,1 0,0 0,0 0,0 0,0-1,-1 1,1-1,0 0,0 1,0-1,0 0,0 0,0 0,0 0,0 0,0-1,0 1,0-1,0 1,0-1,0 0,-1 1,1-1,0 0,0 0,-1 0,1-1,-1 1,1 0,-1-1,2-1,4-7,0 0,0-1,-1 1,0-2,-1 1,-1-1,0 1,0-1,-1-1,-1 1,0 0,0 0,-1-13,0 18,7-109,-8 132,-1-1,2 1,0 0,1 0,1 0,0-1,1 1,1-1,0 0,1 0,0-1,2 0,-1 0,10 12,-12-22,0 0,0 0,0 0,0-1,0 0,1 0,-1-1,1 0,0 1,0-2,0 1,0-1,0 0,0 0,0-1,0 1,1-2,-1 1,0 0,0-1,0 0,0-1,0 0,0 1,4-3,2-1,0 0,0-1,0 0,-1-1,0 0,0-1,-1 0,0-1,0 0,-1 0,5-8,-8 10,-1 0,0-1,0 0,-1 0,0 0,0 0,-1-1,0 1,-1-1,0 0,0 0,-1 0,0 0,0 0,-1 0,0 0,-1 0,0 0,-1-2,2 12,0 0,0 0,0 0,-1 0,1 0,0-1,0 1,-1 0,1 0,-1 0,1-1,-1 1,1 0,-1 0,1-1,-1 1,0 0,1-1,-1 1,0-1,1 1,-1-1,0 1,0-1,0 0,0 1,1-1,-1 0,0 0,0 1,0-1,0 0,0 0,0 0,1 0,-1 0,0 0,0 0,0-1,0 1,0 0,0 0,1-1,-1 1,0-1,0 1,0 0,1-1,-1 1,0-1,1 0,-1 1,0-1,1 0,-1 1,1-1,-1 0,1 0,-1 1,1-1,-1 0,1 0,0 0,0 0,-1 1,1-1,0 0,0 0,0 0,0 0,-2 6,1 1,-1 0,1-1,0 1,1 0,-1 0,1 0,1 0,-1-1,1 1,0 0,0 0,0-1,1 1,0-1,0 1,1-1,-1 0,1 1,0-2,1 1,-1 0,3 3,2 0,0 0,0 0,1-1,0 0,0 0,1-1,0 0,0 0,0-1,0-1,11 3,10 1,0-2,0-1,0-1,1-2,-1-1,13-2,31-3</inkml:trace>
  <inkml:trace contextRef="#ctx0" brushRef="#br0" timeOffset="2163.232">4532 3582,'-11'-4,"2"0,-1 0,1 0,-1 1,0 0,0 1,0 0,0 0,0 1,-1 1,1-1,0 2,0 0,-1 0,1 0,0 1,0 1,0 0,-5 2,4 4,1 0,0 0,0 1,1 0,0 0,1 1,0 1,0-1,1 1,1 0,0 1,1-1,0 1,1 0,1 1,0-1,0 1,1 12,0-22,1 0,0 0,1 0,-1 0,1 0,0 0,0 0,0 0,0 0,1 0,-1 0,1 0,0 0,0 0,1-1,-1 1,1 0,0-1,0 1,0-1,0 0,0 1,1-1,0 0,0-1,-1 1,2 0,-1-1,0 1,0-1,1 0,-1 0,1-1,0 1,-1-1,1 0,0 1,2-1,5-3,-1 0,1-1,-1 0,1-1,-1 0,0-1,-1 0,1 0,-1-1,0-1,0 1,-1-1,0-1,0 1,0-1,-1-1,-1 1,6-10,-5 9,0-1,-1-1,-1 1,0-1,0 0,-1 0,0 0,-1-1,0 0,-1 1,-1-1,1 0,-2-10,1 21,-1 0,0 1,1-1,-1 0,0 1,0-1,0 0,1 0,-1 0,0 1,0-1,0 0,0 0,0 1,-1-1,1 0,0 0,0 1,0-1,-1 0,1 0,0 1,-1-1,1 0,0 1,-1-1,1 0,-1 1,1-1,-1 1,0-1,1 1,-1-1,1 1,-1-1,0 1,0 0,1-1,-1 1,0 0,1 0,-1-1,0 1,0 0,0 0,1 0,-1 0,0 0,0 0,1 0,-1 0,0 0,0 1,1-1,-1 0,0 0,0 1,1-1,-1 0,0 1,1-1,-1 1,0-1,1 1,-1-1,1 1,-1-1,1 1,-1 0,1 0,-4 6,0 0,0 1,1-1,0 1,1 0,0 0,0 0,1 1,0-1,0 0,1 0,0 1,0-1,1 0,0 1,1-1,0 0,2 7,-1-10,0 0,0 0,1-1,-1 1,1-1,0 1,0-1,1-1,-1 1,1 0,0-1,0 0,0 0,0-1,0 1,1-1,-1 0,6 1,109 12,-21-17,0-6</inkml:trace>
  <inkml:trace contextRef="#ctx0" brushRef="#br0" timeOffset="2713.801">6030 3369,'-1'2,"0"0,0 0,1 0,-1 0,1 0,0 0,-1 0,1 0,0 0,0 0,0 0,0 1,1-1,-1 0,1 0,-1 0,1 0,0 0,-1 0,1 0,0 0,0-1,1 1,-1 0,0-1,0 1,1 0,-1-1,1 1,0-1,-1 0,1 0,0 0,0 0,0 0,0 0,-1 0,1 0,0-1,2 1,4 0,0-1,1 0,-1-1,0 0,0 0,0-1,0 1,0-2,0 1,0-1,7-4,33-17,-1-1,-1-2,-2-3,0-1,-2-2,15-18,-39 37,-2 0,0-1,-1-1,-1-1,0 0,-1-1,-1 0,0-1,-2 0,0-1,-1 0,-2-1,0 0,1-7,-7 23,0 0,-1 0,1-1,-1 1,0 0,-1-1,0 1,1 0,-2-1,1 1,0 0,-1 0,0 0,-1 0,1 0,-1 1,1-1,-1 1,-1 0,1-1,-1 1,1 1,-1-1,0 1,-1-1,1 1,-1 0,1 1,-1-1,0 1,0 0,0 0,0 0,0 1,-5-1,4 1,-1 0,1 1,-1 0,1 0,0 0,-1 1,1 0,0 1,-1-1,1 1,0 0,0 1,1-1,-1 1,0 0,1 1,0-1,-1 1,2 0,-1 1,0-1,1 1,0 0,-3 3,-3 6,1 1,0 0,1 0,1 1,0 0,1 0,0 0,-1 13,-7 62,4 0,4 1,4 0,4 0,4 0,13 61,106 762,-107-810,-12-83</inkml:trace>
  <inkml:trace contextRef="#ctx0" brushRef="#br0" timeOffset="3147.635">6217 3850,'76'-36,"1"4,2 3,32-6,-98 31,-5 1,0 0,0 0,0 0,0 1,0 0,0 1,1 0,-1 0,0 1,1 0,-1 0,0 1,1 0,-1 0,0 1,0 0,0 1,0 0,0 0,3 3,-6 0,-1 0,-1 1,1-1,-1 1,0 0,-1 0,1 0,-1 0,-1 1,0-1,0 1,0-1,-1 0,0 1,0-1,-1 3,5 43,-4-50,0-1,0 1,0 0,1 0,0-1,-1 1,1 0,0-1,0 1,1-1,-1 1,0-1,1 1,-1-1,1 0,0 0,0 0,0 0,0 0,0 0,0 0,1-1,-1 1,1-1,-1 0,1 1,-1-1,1-1,0 1,-1 0,1 0,0-1,0 0,-1 1,1-1,0 0,0-1,0 1,-1 0,1-1,0 1,0-1,-1 0,1 0,1-1,3-2,1 0,-1-1,0 0,0-1,0 0,-1 0,0 0,0-1,0 1,-1-2,0 1,-1 0,1-1,-2 0,1 0,-1 0,0 0,0-1,-1 1,-1-1,1 0,-1-8,0 10,0 1,-1-1,0 1,-1-1,0 1,0 0,0-1,0 1,-1 0,0-1,-1 1,1 0,-1 1,0-1,-1 0,1 1,-1 0,0 0,0 0,-1 0,0 1,1-1,-1 1,-1 0,1 1,-1-1,1 1,-1 0,0 1,0-1,-1 1,1 1,0 0,0 1,1-1,-1 1,0 0,0 1,1-1,-1 1,0 1,1-1,-1 1,1 0,-1 0,1 0,0 1,0 0,0 0,0 0,0 0,1 1,-1 0,1 0,0 0,1 1,-1-1,1 1,-1 0,2 0,-1 0,0 0,1 0,0 1,0-1,1 1,-1 0,1-1,0 1,1 0,-1 0,1-1,1 1,-1 0,1 0,0-1,0 1,0 0,1-1,0 1,0-1,1 3,26 29,4-7</inkml:trace>
  <inkml:trace contextRef="#ctx0" brushRef="#br0" timeOffset="4465.13">7180 3824,'-72'-249,"70"242,0 0,0-1,0 1,-1 0,1 0,-2 0,1 1,-1-1,0 1,0 0,-1 0,0 0,-2-2,6 7,1 1,-1 0,1-1,-1 1,0 0,1-1,-1 1,1 0,-1 0,0 0,1-1,-1 1,0 0,1 0,-1 0,0 0,1 0,-1 0,0 1,1-1,-1 0,0 0,1 0,-1 0,1 1,-1-1,0 0,1 1,-1-1,1 0,-1 1,1-1,-1 1,1-1,-1 1,1-1,-1 1,1-1,0 1,-1 0,1-1,0 1,0-1,-1 1,1 0,0-1,0 1,0 0,0-1,0 1,0 0,0-1,0 1,0 0,0-1,0 1,0 0,0-1,1 1,-1-1,0 1,0 0,1-1,-1 1,1-1,-1 1,1 0,1 3,1-1,1 1,-1 0,0-1,1 0,0 0,0 0,0 0,0-1,0 1,0-1,1 0,-1-1,1 1,-1-1,1 0,0 0,2 1,177 22,-142-21,0 1,0 3,28 7,-64-13,0 1,-1-1,1 1,-1 0,0 0,0 1,0 0,0 0,0 0,0 0,-1 1,1 0,-1 0,0 0,0 0,-1 0,1 1,-1 0,0 0,0 0,-1 0,0 0,1 0,-2 1,2 1,5 138,-7-143,1 0,-1 1,1-1,0 0,0 0,0 0,0 0,0 0,0 0,1-1,-1 1,0-1,1 0,0 0,-1 1,1-2,-1 1,1 0,0 0,0-1,0 0,-1 1,1-1,0 0,0 0,0-1,-1 1,1-1,0 1,0-1,-1 0,1 0,0 0,-1 0,1-1,-1 1,0-1,1 1,-1-1,0 0,0 0,0 0,11-6,0-1,-1-1,0 0,-1 0,0-1,-1-1,0 1,-1-2,0 1,-1-1,-1-1,0 0,0 1,-2-2,1 1,-2-1,0 0,-1 0,0 0,-2 0,1-4,-3 20,1-1,-1 0,1 1,-1-1,1 0,-1 0,1 1,-1-1,1 0,-1 0,1 0,-1 0,1 0,-1 0,1 0,-1 0,0 0,1 0,-1 0,1 0,-1 0,1 0,-1-1,1 1,-1 0,1 0,-1 0,1-1,-1 1,1 0,-1-1,1 1,0-1,-1 1,1 0,-1-1,1 1,0-1,0 1,-1-1,1 1,0-1,0 1,-1-1,1 1,0-1,0 1,0-1,0 1,0-1,0 0,0 1,0-1,0 1,0-1,0 1,0-1,1 1,-1-1,0 1,0-1,0 1,1-1,-1 1,0-1,1 1,-1-1,0 1,1-1,-6 10,0 1,0 0,1-1,1 1,0 1,0-1,1 0,0 1,1-1,0 1,0-1,2 1,-1-1,1 1,2 10,-1-15,0 0,0 1,1-1,-1 0,1 0,1 0,-1 0,1-1,0 1,0-1,1 0,-1 0,1-1,0 1,1-1,-1 0,1-1,-1 1,1-1,0 0,0-1,1 1,-1-1,0 0,1-1,0 1,-1-1,6 0,-1 0,0-1,0 0,0 0,0-1,0-1,0 1,-1-2,1 0,-1 0,1-1,-1 0,0 0,0-1,-1-1,1 0,-1 0,3-3,-4 0,0 0,-1-1,0 0,0 0,-1 0,0-1,-1 0,0 0,-1-1,0 1,-1-1,0 0,-1 0,0 0,-1 0,0 0,-1 0,-1-11,1 22,0 1,1-1,-1 1,0-1,0 0,1 1,-1-1,0 0,0 1,0-1,0 0,0 1,0-1,0 0,0 1,0-1,0 0,0 1,0-1,0 0,-1 1,1-1,0 0,0 1,-1-1,1 0,-1 1,1-1,0 1,-1-1,1 1,-1-1,1 1,-1-1,1 1,-1 0,0-1,1 1,-1 0,1-1,-1 1,0 0,1 0,-1 0,0 0,1-1,-1 1,0 0,0 0,1 0,-1 0,0 0,1 1,-2-1,-2 8,0 1,1 0,0 0,0 0,1 0,0 0,0 1,1-1,1 0,-1 1,1-1,1 1,0-1,2 8,-2-12,1 1,-1-1,1 1,0-1,1 0,-1 0,1 0,0 0,1-1,-1 1,1-1,0 0,0 0,0 0,0 0,1-1,-1 0,1 0,0 0,0 0,0-1,1 0,-1 0,0 0,1-1,-1 0,2 0,6 1,0 0,0-1,1-1,-1 0,0-1,1 0,-1-1,0-1,0 0,0-1,1-1,-5 3,-1 0,1-1,-1 0,0-1,0 0,0 0,-1 0,0-1,0-1,0 1,0-1,-1 0,0 0,0-1,0 0,-1 0,0 0,0-1,-1 1,0-1,-1 0,0-1,0 1,0 0,-1-1,0 0,-1 1,0-2,2 53,0-35,0-1,1 1,0-1,0-1,1 1,-1 0,1-1,1 0,-1 0,1-1,0 0,1 0,-1 0,1 0,0-1,0 0,0-1,1 0,-1 0,1 0,0-1,-1 0,1-1,0 1,0-2,0 1,0-1,0 0,1-1,-1 0,-1 0,9-2,7-1,0 0,0-1,0-2,-1 0,0-1,-1-1,16-10,-33 17,-3 1,0 0,-1 0,1 1,0-1,0 0,0 0,0 1,0-1,0 1,0-1,0 1,0-1,0 1,0 0,0-1,0 1,0 0,0 0,0 0,0 0,0 0,1 0,-1 0,0 0,0 0,0 1,0-1,0 0,0 1,0-1,0 0,0 1,0 0,0-1,0 1,0 0,0-1,-1 1,1 0,0 0,0 0,-1-1,1 1,0 1,4 7,0 0,1-1,-1 0,2 0,-1 0,1-1,1 0,-1 0,1 0,0-1,1-1,-1 1,1-1,0-1,0 0,1 0,-1 0,1-2,0 1,0-1,0 0,0-1,0 0,10-1,-16-1,-1 0,1 0,-1 0,1 0,-1 0,0-1,0 1,1-1,-1 0,0 0,-1 0,1-1,0 1,-1-1,1 1,-1-1,0 0,0 0,0 0,0 0,0 0,-1-1,1 1,-1 0,0-1,0 1,0-1,-1 1,1-1,-1 1,0-1,0 0,0 1,0-1,0 1,-1-1,0 0,0 1,0 0,0-1,0 1,-2-2,-2-5,-2 0,1 0,-1 0,-1 1,0 0,0 1,0 0,-1 0,0 1,-1 0,0 0,0 1,0 1,-1-1,0 2,0-1,0 2,0-1,-1 2,-3-1,5 3,0 0,0 1,0 0,0 0,0 1,0 0,1 1,-1 0,1 1,-1 0,1 1,1-1,-1 2,1-1,0 1,0 0,0 1,1 0,0 0,0 1,1 0,0 0,0 0,1 1,0-1,1 1,0 1,0-1,1 1,0-1,1 1,0 0,0 0,1 0,0 0,1 6,1-9,0-1,0 0,0-1,1 1,0 0,0 0,1-1,-1 1,1-1,0 0,1 0,-1 0,1 0,0 0,0-1,1 0,-1 0,1 0,0 0,0-1,0 1,0-2,1 1,-1 0,1-1,0 0,0 0,5 0,34 9</inkml:trace>
  <inkml:trace contextRef="#ctx0" brushRef="#br0" timeOffset="4698.507">9399 3141,'-16'-6,"-12"-1,-8 6,-3 9,4 14,5 11,7 12,11 9,11 7,13 5,11-1,2-10</inkml:trace>
  <inkml:trace contextRef="#ctx0" brushRef="#br0" timeOffset="4850.102">9439 3770,'14'11,"8"7,6-1,2-3,4-3,1-4,8-8,7-8,6-7,-6-1</inkml:trace>
  <inkml:trace contextRef="#ctx0" brushRef="#br0" timeOffset="7144.813">14546 3221,'4'12,"2"3</inkml:trace>
  <inkml:trace contextRef="#ctx0" brushRef="#br0" timeOffset="7931.802">15896 3128,'-14'-13,"-11"-8,-8 1,-3 3,0 9,1 11,5 11,8 11,11 9,15 7,6-5</inkml:trace>
  <inkml:trace contextRef="#ctx0" brushRef="#br0" timeOffset="5599.772">11391 3462,'-12'-5,"1"0,-1 1,0 1,0 0,0 0,0 1,0 1,0 0,-1 1,1 0,0 1,-1 0,1 1,0 0,0 1,0 0,0 1,1 1,0-1,-1 2,2 0,-1 0,1 1,0 0,0 1,0 1,7-7,0 1,0 0,0-1,0 1,1 1,0-1,-1 0,1 0,0 1,1-1,-1 1,1 0,-1-1,1 1,0 0,1 0,-1 0,0 0,1 0,0 0,0 0,0 0,1 0,-1-1,1 1,0 0,0 0,1 0,-1-1,1 1,-1 0,2 0,6 5,0-1,1 0,0-1,0 0,1 0,0-1,0 0,0-1,1-1,0 0,0 0,0-1,0-1,1 0,9 1,57 6,1-2,-1-5,1-2,0-4,-1-4,64-14,-134 20,8 0,0 0,0-1,0-1,0 0,-1-1,0-1,0-1,0 0,-1-1,0-1,9-7,-21 13,-1 1,1-1,-1 0,0 1,0-1,0 0,-1 0,1-1,-1 1,1 0,-1 0,0-1,0 1,0-1,-1 1,0 0,1-1,-1 1,0-1,0 1,-1-1,1 1,-1-1,0 1,0-1,0 1,0 0,0 0,-1-1,1 1,-1 0,0 0,0 0,0 1,-1-1,1 0,-1 1,1 0,-1-1,0 1,0 0,0 1,0-1,0 0,0 1,0-1,-4 0,-3-1,0 0,-1 0,1 1,-1 0,0 1,0 0,0 0,1 2,-1-1,0 1,0 1,0 0,1 0,-1 1,1 1,0-1,-1 2,3-2,0 1,0-1,1 1,0 1,-1 0,1 0,1 0,-1 1,1 0,0 0,0 0,1 1,0 0,0 0,0 0,1 1,0-1,1 1,0 0,0 0,-1 7,3-11,1 1,0 0,0 0,0 0,1-1,-1 1,1 0,0-1,1 1,-1 0,1-1,0 1,0-1,0 0,1 0,-1 0,1 0,0 0,0-1,0 1,1-1,-1 1,1-1,0-1,0 1,0 0,0-1,0 0,2 1,5 2,0 0,0-1,0 0,0-1,1 0,-1-1,1 0,-1-1,1 0,0-1,7-1,-12 1,1-1,0-1,0 1,-1-2,1 1,-1-1,0 0,0 0,0-1,0 0,0 0,-1 0,0-1,0 0,0 0,0-1,-1 0,0 0,0 0,-1-1,0 1,0-1,0 0,-1 0,0 0,0-1,-1 1,0-1,0-1,0-67,-3 76,1 0,0 0,0-1,0 1,-1 0,1 0,0-1,0 1,0 0,-1 0,1 0,0 0,0 0,-1-1,1 1,0 0,0 0,-1 0,1 0,0 0,-1 0,1 0,0 0,0 0,-1 0,1 0,0 0,-1 0,1 0,0 0,0 0,-1 1,1-1,0 0,0 0,-1 0,1 0,0 0,0 1,-1-1,1 0,0 0,0 0,0 1,0-1,-1 0,1 0,0 1,0-1,0 0,0 0,0 1,0-1,0 0,-1 0,1 1,0-1,0 0,0 1,0-1,0 0,0 0,0 1,1-1,-1 0,0 1,0-1,0 0,0 0,0 1,-3 7,0 0,0 1,1-1,0 1,0-1,1 1,0 0,1 0,0-1,0 1,1 0,0 0,1-1,0 1,0-1,1 1,0-1,0 0,1 0,0 0,0 0,1-1,0 0,0 0,1 0,0-1,0 1,0-1,1-1,0 1,0-1,1-1,0 1,31 4,-2-7</inkml:trace>
  <inkml:trace contextRef="#ctx0" brushRef="#br0" timeOffset="6281.615">12380 3476,'-2'22,"0"-1,2 1,0 0,2 0,0 0,1-1,2 0,0 3,-2-15,1 1,-1-1,1 1,1-1,0 0,0 0,1-1,0 0,0 0,1 0,0-1,0 0,1 0,0-1,0 0,0 0,1-1,2 1,-4-3,0-1,1 0,-1 0,0-1,1 0,-1 0,0-1,1 0,-1 0,1-1,-1 0,0 0,1-1,-1 0,0 0,0-1,0 0,0 0,-1 0,1-1,-1 0,0 0,0-1,0 0,-1 0,0 0,0 0,0-1,0 0,-1 0,0 0,0-1,-1 1,0-1,2-5,4-7,-1-1,-1 1,-1-2,0 1,-2 0,0-1,-1 0,-1 0,-1-16,3 123,-1-76,0-1,1 0,-1 0,2-1,-1 1,1-1,0 0,1 0,0-1,0 0,1 0,0 0,0 0,1-1,-1-1,1 1,1-1,-1-1,1 1,-1-1,1-1,0 0,1 0,-1-1,3 1,2 0,1-1,-1 0,1 0,-1-2,1 0,-1 0,1-2,-1 1,1-2,-1 0,0-1,0 0,0-1,-1-1,0 0,7-4,26-27,-34 65,-9-22,1-2,0 1,0 0,0-1,1 0,-1 0,1 0,0 0,0-1,0 0,1 0,-1 0,1-1,0 1,-1-1,1-1,0 1,0-1,0 0,1-1,-1 1,0-1,0 0,0-1,0 0,0 0,0 0,0 0,0-1,0 0,0 0,-1-1,2 0,-2 1,-1 0,0-1,0 1,0-1,-1 1,1-1,0 0,-1 0,0-1,0 1,0-1,0 0,0 1,-1-1,0-1,0 1,0 0,0 0,0-1,-1 1,0-1,0 1,0-1,-1 1,1-1,-1 0,0 1,-1-1,1 0,-1 1,0-1,0 1,0-1,-1 1,1-1,-1 1,0 0,0 0,-1 0,1 0,-1 0,0 0,0 1,-1-1,-2-2,-1 1,0 0,0 0,-1 0,1 1,-1 0,0 1,0-1,0 2,0-1,-1 1,1 0,-1 1,1 0,-1 0,0 1,1 0,-1 1,0 0,1 0,-1 1,1 0,0 0,-1 1,1 0,0 0,0 1,1 0,-1 1,1 0,0 0,0 0,1 1,0 0,0 0,0 0,0 1,5-5,-1 0,1 1,-1-1,1 0,0 0,-1 1,1-1,0 0,1 1,-1-1,0 1,1 0,-1-1,1 1,0-1,0 1,0 0,0-1,1 1,-1-1,1 1,-1-1,1 1,0-1,0 1,0-1,0 1,0-1,1 0,0 1,15 14</inkml:trace>
  <inkml:trace contextRef="#ctx0" brushRef="#br0" timeOffset="6918.91">13690 3502,'32'77,"-25"-63,0 0,1 0,1-1,0 0,1-1,0 0,1-1,0 0,5 3,-12-10,0-1,1 1,-1-1,1 0,0 0,0-1,0 0,0 1,1-2,-1 1,0-1,1 1,-1-1,1-1,-1 1,1-1,0 0,-1 0,1-1,-1 0,1 0,-1 0,1 0,-1-1,0 0,0 0,4-2,-1-3,-1-1,1 1,-1-1,0 0,-1-1,0 0,0 0,-1 0,0-1,-1 1,0-1,-1 0,0 0,0-1,-1 1,0-1,-1 1,0-1,-1 0,0 1,0-1,-2-1,2 5,-1 19,-1 23,2-29,0 0,0-1,0 1,0-1,1 1,0 0,0-1,1 0,0 1,0-1,0 0,0 0,1 0,0 0,0 0,0-1,0 1,1-1,0 0,0 0,0 0,0 0,1-1,-1 0,1 0,0 0,0-1,0 1,4 0,4 1,0-2,0 1,1-2,-1 0,1 0,-1-1,1-1,-1 0,1-1,-1-1,0 0,0 0,0-2,7-2,-12 3,0 1,0-1,-1-1,1 0,-1 0,0 0,0-1,-1 0,0 0,0 0,0-1,-1 0,0 0,0-1,0 1,-1-1,-1 0,1 0,-1 0,-1-1,1 1,0-5,-1-4,-2 41,1-10,0-1,2 0,-1 0,1 0,1 0,0 0,1-1,0 0,1 0,1 0,0-1,0 0,1 0,0 0,1-1,0-1,1 1,0-2,0 1,12 0,-4-4</inkml:trace>
  <inkml:trace contextRef="#ctx0" brushRef="#br0" timeOffset="7683.886">15241 3529,'-24'-13,"-86"-40,105 52,-1 0,1 0,0 0,0 1,-1-1,1 1,0 0,-1 1,1-1,0 1,0 0,-1 1,1-1,0 1,0 0,0 0,1 1,-1-1,1 1,-1 0,-2 3,2-1,-1 0,1 0,0 1,1-1,-1 1,1 0,0 1,1-1,0 1,0 0,0 0,1 0,0 0,0 0,1 0,-1 0,2 1,-1-1,1 0,0 1,1-1,0 1,0-1,0 0,1 0,0 0,0 0,1 0,0 0,0 0,1-1,0 0,0 0,0 0,1 0,0 0,0-1,0 0,1 0,10 7,0-2,0 0,0-1,1-1,1 0,-1-2,1 1,0-2,1-1,-1 0,1-1,0-1,0-1,0-1,-1 0,1-1,0-2,0 0,-1 0,1-2,12-4,-21 6,1-1,-1 1,0-1,0-1,0 0,-1-1,0 1,0-2,0 1,-1-1,0-1,0 1,-1-2,0 1,0-1,-1 0,0 0,0 0,-1-1,-1 0,0 0,0 0,1-5,-11-10,6 25,-1-1,1 1,0 0,0 0,-1-1,1 1,0 0,-1 0,1 0,-1-1,1 1,0 0,-1 0,1 0,-1 0,1 0,0 0,-1 0,1 0,-1 0,1 0,0 0,-1 0,1 0,-1 0,1 0,0 0,-1 1,1-1,0 0,-1 0,1 0,0 1,-1-1,1 0,0 0,-1 1,1-1,0 0,-1 0,1 1,0-1,0 1,0-1,-1 0,1 1,0-1,0 0,0 1,0-1,0 1,0-1,0 0,0 1,0-1,0 1,0-1,-3 4,1 0,0 0,0 0,1 1,-1-1,1 0,0 1,0-1,1 1,-1-1,1 1,0-1,0 1,0-1,1 1,0-1,-1 1,2-1,-1 0,0 1,1-1,0 0,0 0,0 0,0 0,1 0,0-1,0 1,0-1,0 0,0 0,0 0,1 0,0 0,-1-1,1 1,0-1,0 0,1 0,1 0,0-1,0-1,1 0,-1 0,1-1,-1 1,1-1,-1-1,0 1,1-1,-1 0,0 0,0-1,-1 0,1 0,0 0,-1-1,0 0,0 0,0 0,0-1,-1 1,0-1,0 0,0 0,0-1,-1 1,0-1,0 0,0 0,-1 0,0 0,0 0,0 0,0 1,0 0,-1-1,0 0,0 1,0-1,-1 0,0 1,0-1,0 0,-1 1,0-1,0 0,0 1,-1-1,1 1,-1-1,-1 1,1 0,-1 0,0 0,0 0,0 1,-1-1,0 1,1 0,-2 0,1 0,0 0,-1 1,0 0,1 0,-1 0,-1 0,1 1,-1 0,-2-1,1 1,-1 0,-1 1,1 0,0 0,0 1,0 0,0 0,-1 1,1 0,0 0,0 1,0 0,0 0,1 1,-1 0,1 1,-1-1,1 1,0 1,1 0,-1-1,1 2,0-1,0 1,0 0,1 0,0 1,0 0,1-1,0 2,0-1,0 0,1 1,0-1,1 1,0 0,-1 5,3-9,0 1,1-1,0 1,-1-1,1 1,1-1,-1 0,1 1,0-1,-1 0,2 0,-1 0,0 0,1-1,0 1,0-1,0 1,0-1,1 0,-1 0,1 0,0-1,0 1,-1-1,2 0,-1 0,3 1,6 2,0-1,0 0,1-1,-1 0,1-1,0 0,-1-1,10-1,25-3</inkml:trace>
  <inkml:trace contextRef="#ctx0" brushRef="#br0" timeOffset="8180.135">15949 3636,'16'9,"10"3,9-1,8-4,4-5,3-6,-3-7,-9-1</inkml:trace>
  <inkml:trace contextRef="#ctx0" brushRef="#br0" timeOffset="9431.303">18168 2954,'-22'12,"-20"12,-13 16,-5 19,4 23,9 20,13 17,18 12,24 6,21-5,23-10,17-15,13-19,7-20,2-19,-16-18</inkml:trace>
  <inkml:trace contextRef="#ctx0" brushRef="#br0" timeOffset="10849.946">19171 3543,'-19'-9,"0"0,0 2,-1 0,1 1,-2 1,1 1,0 1,-1 1,1 1,-1 0,0 2,1 0,-1 1,1 2,-1 0,1 1,0 0,1 2,0 1,-1 0,13-3,-1 0,1 0,0 0,1 1,0 0,-1 0,2 1,-1 0,1 0,0 0,-1 3,4-7,1 0,-1 0,1 0,0 1,0-1,0 0,0 1,0-1,1 1,-1-1,1 1,0-1,0 0,1 1,-1-1,1 1,-1-1,1 1,0-1,0 0,1 0,-1 1,1-1,-1 0,1 0,0 0,0-1,0 1,2 1,4 2,1 0,0 0,0-1,1 0,-1-1,1 0,0 0,0-1,1 0,-1-1,1 0,-1-1,1 0,-1-1,1 0,0 0,-1-1,1-1,-1 1,1-2,-1 0,0 0,0-1,0 0,0 0,2-2,-1-1,1 1,-1-2,0 0,-1 0,0-1,0 0,-1 0,0-1,-1-1,0 1,0-1,-1-1,-1 0,0 1,0-2,-1 1,-1-1,0 1,-1-1,0-1,5-30,-2-1,-2 0,-2 0,-1 0,-5-27,2 29,-2 1,-1-1,-3 1,-11-37,19 80,0-1,-1 1,1-1,0 1,-1-1,1 1,-1-1,1 1,-1-1,1 1,-1-1,1 0,-1 1,1-1,-1 0,0 1,1-1,-1 0,0 0,1 0,-1 0,0 0,1 1,-1-1,1 0,-1 0,0 0,1-1,-1 1,0 0,1 0,-1 0,0 0,1-1,-1 1,1 0,-1-1,0 1,1 0,-1-1,1 1,-1-1,1 1,-1 0,1-1,0 0,-1 1,1-1,0 1,-1-1,1 1,0-1,0 0,-1 1,1-1,0 1,0-1,-9 32,2 1,1 0,2 1,1-1,1 28,1-38,-1 24,1 1,3 0,7 40,-7-73,0-1,1 1,1-1,1 1,-1-1,2 0,0-1,0 1,2-1,-1-1,1 1,1-1,0-1,0 1,3 0,-4-5,0 0,0 0,1-1,0 0,0-1,0 0,0 0,0-1,1-1,0 1,-1-1,1-1,0 0,0 0,0-1,0 0,0-1,0 0,0 0,-1-1,1-1,0 0,8-3,-6 1,0-1,0 0,-1 0,1-1,-2 0,1-1,-1-1,0 1,-1-1,0-1,0 0,-1 0,0-1,-1 0,0 0,-1-1,4-10,-5 12,-2 0,1-1,-1 1,-1-1,0 1,0-1,-1 0,0 0,-1 0,-1 1,1-1,-2 0,-1-6,3 16,0 0,0 0,0 0,-1 0,1 0,-1 0,1 0,0 0,-1 0,1 0,-1 1,0-1,1 0,-1 0,0 1,0-1,1 0,-1 1,0-1,0 0,0 1,0-1,0 1,0-1,1 1,-1 0,0 0,0-1,0 1,0 0,-1 0,1 0,0 0,0 0,0 0,0 0,0 0,0 0,0 1,0-1,0 0,0 1,0-1,1 1,-1-1,0 1,0-1,0 1,0 0,1-1,-1 1,0 0,0 0,1-1,-1 1,1 0,-1 0,1 0,-1 0,1 0,-1 0,1 0,0 0,0 0,-1 0,1 0,0 0,-3 7,-1 0,1 1,1-1,0 1,0-1,1 1,0 0,0-1,1 1,0 0,0 0,1-1,1 1,-1 0,1-1,1 1,0-1,0 0,0 0,1 0,0 0,1 0,0-1,0 0,0 0,1 0,0-1,0 0,1 0,3 2,0-2,0-1,0-1,0 0,1 0,-1-1,1 0,0-1,0 0,0-1,0 0,0 0,0-2,0 1,10-3,-14 2,0 0,1-1,-1 0,0 0,-1-1,1 1,0-2,-1 1,1-1,-1 0,0 0,0-1,-1 1,1-1,-1-1,0 1,-1-1,1 0,-1 0,0 0,-1 0,3-6,-1-2,0 0,-1-1,-1 1,-1-1,0 0,0 0,-2 0,0 0,0 0,-2 0,1 1,-3-5,-1 15,3 17,1 3,1 0,0 0,1-1,1 1,1 0,0-1,1 1,1-1,0 0,1 0,1-1,0 0,1 0,1 0,0-1,4 4,-5-7,0 0,1 0,0-1,1-1,0 0,0 0,1-1,0 0,0-1,0 0,1-1,0 0,0-1,0 0,1-1,-1 0,1-1,0 0,0-1,6-1,-11-1,1 1,-1-2,1 1,-1-1,0 0,0-1,0 0,0 0,0-1,-1 0,1-1,-1 1,0-1,0 0,-1-1,0 0,0 0,0 0,-1-1,0 0,0 0,0 0,-1 0,0-1,-1 0,1 0,-2 0,1-2,3-14,-1 0,-1 0,-1-1,-2 1,0-1,-1 1,-2-1,-1 1,-4-19,0 20,-1 23,-6 71,10 71,7 0,5-1,7 0,7 7,19 200,-40-332,0-11,0 1,0 0,0 0,-1-1,0 1,0 0,-1-1,0 1,0 0,0-1,0 1,-1-1,0 1,-2 4,3-10,1 1,-1-1,0 0,1 1,-1-1,0 0,1 1,-1-1,0 0,1 0,-1 0,0 0,0 0,1 1,-1-1,0 0,0-1,1 1,-1 0,0 0,1 0,-1 0,0-1,1 1,-1 0,0 0,1-1,-1 1,0-1,1 1,-1 0,1-1,-1 1,1-1,-1 0,1 1,-1-1,1 1,-1-1,1 0,0 1,-1-1,1 0,0 0,-10-17,0-1,2 0,0-1,1 0,1 0,1 0,1-1,0 0,1-12,-7-37,3 0,3-1,3 1,3-1,4 1,2 0,4 0,15-51,-25 110,0 0,1 0,0 1,1-1,0 1,0 0,1 0,0 1,1-1,0 1,1 0,0 1,0 0,1 0,0 0,0 1,1 0,0 1,0 0,0 0,1 1,0 0,0 1,4-2,-2 5,0 0,0 0,0 2,0-1,0 1,0 1,0 0,0 1,0 0,-1 1,1 0,-1 1,0 0,-1 1,1 0,-1 1,0 0,-1 0,1 1,-2 0,3 3,-8-8,0 0,0 0,-1 0,1 1,-1-1,0 1,0 0,0-1,0 1,-1 0,1 0,-1 0,0 0,0 1,0-1,-1 0,0 0,0 0,0 1,0-1,0 0,-1 0,0 1,0-1,0 0,0 0,-1 0,0 0,0-1,0 1,0 0,-2 2,-5 3,-1-1,0 0,0 0,-1-1,0 0,0-1,0 0,-1-1,0 0,0-1,0-1,-1 0,1 0,-1-1,-9 0,-7-4,28 2,1 0,0 0,-1 0,1 0,-1 0,1 0,-1 0,1 0,0 0,-1-1,1 1,-1 0,1 0,0 0,-1-1,1 1,0 0,-1-1,1 1,0 0,-1-1,1 1,0 0,0-1,-1 1,1 0,0-1,0 1,0-1,0 1,-1-1,1 1,0 0,0-1,0 1,0-1,0 1,0-1,0 1,0 0,0-1,1 1,-1-1,0 1,0-1,0 1,0 0,0-1,1 1,-1-1,0 1,0 0,1-1,-1 1,0 0,1 0,-1-1,0 1,1 0,-1-1,1 1,-1 0,62-34,-21 19</inkml:trace>
  <inkml:trace contextRef="#ctx0" brushRef="#br0" timeOffset="11248.88">21110 3596,'20'-5,"-18"4,1 0,0 0,-1 0,1 1,0-1,0 0,-1 1,1 0,0 0,0 0,0 0,-1 0,1 0,0 1,0 0,0-1,-1 1,1 0,-1 0,1 0,0 1,0 0,70 107,-67-104,-1-1,0 1,1-1,0 0,0-1,0 1,1-1,-1 0,1-1,-1 0,1 0,0 0,0-1,0 0,0 0,0-1,0 0,0 0,0 0,0-1,0 0,0-1,0 1,0-1,-1-1,1 1,-1-1,0 0,1-1,-1 0,-1 0,1 0,2-2,1-1,-1 0,0 0,0 0,0-1,-1-1,0 1,-1-1,0 0,0 0,-1-1,0 0,-1 0,0 0,-1 0,0-1,0 1,-1-1,0 0,-1 0,-1 0,0 1,0-1,-1 0,0 0,0 0,-4-10,3 16,-1 0,0 0,0 0,0 1,0-1,0 1,-1-1,0 1,0 0,0 0,-1 1,1 0,-1-1,0 1,0 1,0-1,0 1,0 0,0 0,-1 0,1 1,-1 0,1 0,-5 0,-2 0,-1 0,0 1,1 1,-1 0,1 0,-1 1,1 1,0 0,0 1,-8 3,9-2,1 0,-1 1,1 1,0-1,0 2,1-1,0 1,1 1,-1 0,1 0,-5 9,10-14,0 0,0 1,1-1,0 0,0 1,0 0,0-1,1 1,0 0,0 0,0 0,0 0,1 0,0 0,0 0,0 0,1 0,-1 0,1 0,1 0,-1 0,1-1,-1 1,1 0,1-1,-1 1,1-1,-1 0,3 2,1 1,1 0,1 0,-1 0,1-1,1 0,-1-1,1 0,0 0,0-1,5 2,43 15</inkml:trace>
  <inkml:trace contextRef="#ctx0" brushRef="#br0" timeOffset="11499.209">21685 2968,'-18'-5,"-16"-1,-5 2,-2 9,4 11,9 11,9 10,12 11,7-3</inkml:trace>
  <inkml:trace contextRef="#ctx0" brushRef="#br0" timeOffset="11728.654">21685 3609,'20'5,"17"1,14-3,13-3,14-8,-7-1</inkml:trace>
  <inkml:trace contextRef="#ctx0" brushRef="#br1" timeOffset="40194.566">2849 5200,'4'0,"7"0,9 0,12 0,11 0,12 0,6 0,3 0,-1 0,-6 0,-7 0,-10 0,-10 2,-10-1,-8-1</inkml:trace>
  <inkml:trace contextRef="#ctx0" brushRef="#br1" timeOffset="40982.978">4279 5039,'0'18,"0"16,0 8,0 4,0 1,2 0,3-7,3-7,1-7,0-9,-1-6</inkml:trace>
  <inkml:trace contextRef="#ctx0" brushRef="#br1" timeOffset="41232.313">4238 4732,'9'5,"8"5,8 7,-1-1</inkml:trace>
  <inkml:trace contextRef="#ctx0" brushRef="#br1" timeOffset="41763.407">5134 5039,'-13'-5,"-2"-1,1 2,-1 0,1 1,-1 0,0 1,0 1,-1 0,1 1,0 1,0 0,0 1,0 1,1 0,-1 1,1 1,-1 0,1 1,1 0,-1 1,1 1,1 0,-1 1,1 0,1 1,0 0,0 1,1 0,0 1,-3 6,9-13,1-1,-1 2,1-1,1 0,-1 1,1-1,0 1,0 0,1 0,0-1,0 1,0 0,0 0,1 0,0 0,1 0,-1 0,1 0,0 0,1 0,-1 0,1 0,0-1,1 1,-1-1,1 1,0-1,0 0,3 2,1-1,0-1,1-1,0 1,0-1,0 0,0-1,0 0,1 0,0-1,-1 0,1-1,0 0,0 0,0 0,0-2,0 1,0-1,0 0,-1-1,1 0,0 0,-1-1,1 0,-1 0,0-1,0 0,0-1,-1 0,0 0,0 0,7-7,-3 1,0 0,-1-1,0-1,0 1,-2-1,1-1,-2 0,0 0,0 0,-1-1,-1 0,-1 0,0-1,0-6,4-32,-2-1,-2 0,-3-26,-8-213,1 262,-4 27,-17 78,11-5,4 1,2 0,4 0,3 1,3 22,-1-79,1 1,0 0,1 0,0-1,1 1,1-1,0 1,1-1,0 0,1 0,1-1,0 1,0-1,1 0,1-1,0 0,1 0,0-1,0 0,1 0,0-1,1 0,0-1,11 6,-5-7,1-1,0-1,1-1,-1-1,1 0,-1-1,1-1,0-1,0 0,-1-2,1 0,-1-1,1-1,-1-1,0 0,0-1,-1-1,0-1,0 0,10-8,-20 12,-1 0,1 0,-1 0,0-1,0 0,0 0,-1-1,0 0,0 0,0 0,-1 0,0-1,0 0,0 0,-1 0,0 0,-1 0,1-1,-1 1,-1-1,0 1,0-1,0 0,-1 1,0-1,0 0,-1 0,0 1,-1-1,1 1,-2-1,1 1,-1 0,0-1,0 1,-3-3,-26-16,19 23</inkml:trace>
  <inkml:trace contextRef="#ctx0" brushRef="#br1" timeOffset="42529.432">5602 5093,'-1'-2,"0"1,-1 0,1-1,-1 1,1 0,-1 0,0 0,0 0,1 0,-1 0,0 0,0 1,0-1,0 1,0-1,0 1,0 0,0 0,0 0,0 0,0 0,0 0,0 0,0 1,1-1,-1 1,0-1,0 1,0 0,0 0,1 0,-1 0,0 0,1 0,-1 0,1 1,-1-1,1 1,-1-1,0 2,-40 73,39-70,0 1,0-1,1 1,0 0,1 0,-1 0,1 0,1 0,-1 0,1 0,1 0,-1 0,1 0,0 0,1 0,-1 0,2 0,-1 0,1-1,0 1,0-1,0 0,1 0,3 4,5-2,0-1,1 0,0-1,0 0,1-1,-1-1,1 0,0-1,1 0,-1-1,0-1,1 0,-1-1,9-1,108-8,-77 0</inkml:trace>
  <inkml:trace contextRef="#ctx0" brushRef="#br1" timeOffset="43378.742">5976 5039,'17'59,"49"183,-65-239,-1-1,0 1,1 0,0 0,0-1,0 1,0-1,0 1,0-1,1 1,-1-1,1 0,0 0,-1 0,1 0,0 0,0 0,0 0,1 0,-1-1,0 1,1-1,-1 0,1 0,-1 0,1 0,0 0,-1 0,1-1,0 1,-1-1,1 0,0 0,0 0,-1 0,1 0,0 0,0-1,1 0,7-7,0 1,-1-2,0 0,0 0,-1-1,-1 0,1 0,-2-1,1 0,-1 0,-1-1,0 0,2-8,32-96,-32 170,-5-43,0-1,0 1,1-1,0 0,1 0,0-1,1 1,0-1,0 0,1 0,0-1,0 0,1-1,0 1,1-1,-1-1,1 0,0 0,1 0,0-1,0-1,0 0,0 0,1-1,-1 0,1-1,0 0,4 0,-2-1,-1 0,1 0,-1-1,1-1,-1 0,1 0,-1-1,1-1,-1 0,0-1,0 0,-1-1,1 0,-1-1,0-1,-1 1,1-1,-1-1,-1 0,1-1,-2 0,1 0,-1 0,0-1,-1-1,0 1,2-6,5-23,-2 0,-1-1,-3-1,-1 1,-1-1,-3-1,-1 1,-2 0,-3-17,3 44,-3-138,-12-69,14 209,1 8,0 0,0 0,-1 0,0 0,1 0,-1 0,0 0,-1 0,1 0,-1 0,0 0,0 1,0-1,-1 0,-10 8,-18 79,20-32,3 0,1 1,3-1,3 1,1 0,3 0,8 39,-5-59,1-1,1-1,2 1,1-1,2-1,0 0,2-1,2 0,5 5,-12-18,1 0,1-1,1 0,0-1,0-1,1 0,1-1,0 0,1-1,0-1,0-1,1 0,0-1,0-1,1 0,11 1,-21-5,1 0,-1 0,1-1,-1 0,1-1,0 0,-1 0,1-1,-1 0,1-1,-1 0,1 0,-1-1,0 0,0 0,0-1,-1 0,1 0,-1-1,0 0,0 0,-1 0,1-1,-1 0,0-1,-1 1,0-1,0 0,1-2,-2-1,1-1,-2 0,0 1,0-1,-1 0,0-1,-1 1,0 0,-1 0,0-1,0 1,-2 0,1 0,-2-4,3 14,0 1,0-1,0 0,0 0,1 1,-1-1,0 0,-1 0,1 0,0 1,0-1,0 0,0 0,-1 1,1-1,0 0,-1 1,1-1,0 0,-1 1,1-1,-1 0,1 1,-1-1,1 1,-1-1,0 1,1-1,-1 1,1 0,-1-1,0 1,0 0,1-1,-1 1,0 0,0 0,1-1,-1 1,0 0,0 0,1 0,-1 0,0 0,0 0,1 1,-1-1,0 0,0 0,1 0,-1 1,0-1,0 0,1 1,-1-1,1 1,-1-1,0 1,1-1,-1 1,1-1,-1 1,1-1,-1 1,1 0,-1-1,1 1,0 0,-1-1,1 1,-4 10,0 1,1-1,0 1,0-1,2 1,-1 0,2 0,-1-1,2 1,-1 0,3 11,-2-17,1 0,0 0,0 0,0 0,0 0,1 0,0-1,0 1,0-1,1 0,0 0,0 0,0 0,1-1,0 0,-1 0,1 0,1 0,-1-1,1 0,-1 0,1 0,0-1,0 0,0 0,0 0,0-1,0 0,5 0,22 1</inkml:trace>
  <inkml:trace contextRef="#ctx0" brushRef="#br1" timeOffset="43635.054">7367 4852,'-14'-2,"-8"-3,-6-3,-5-5,4 0</inkml:trace>
  <inkml:trace contextRef="#ctx0" brushRef="#br1" timeOffset="43978.146">6805 4612,'25'7,"0"0,0-2,1 0,0-2,0-1,15-1,-22 0,172-1,1-8,149-28,-319 33,64-5,-1-5,0-3,-1-4,36-16,-109 33,-1-2,-1 1,1-1,-1 0,0-1,0 0,0-1,1-1,-8 6,0 0,0 0,-1 0,1 0,-1-1,1 1,-1 0,0-1,1 1,-1 0,-1-1,1 0,0 1,-1-1,1 1,-1-1,0 0,1 1,-2-1,1 0,0 1,0-1,-1 0,1 1,-1-1,0 1,0-1,0 1,0-1,0 1,-1 0,1-1,-2-1,-8-9,-1 0,0 1,-1 1,-1 0,1 0,-2 2,1 0,-1 0,-1 1,1 1,-1 1,-1 0,-4-1,15 4,1 1,-1-1,0 1,0 0,0 1,0-1,0 1,0 0,-1 1,1-1,0 1,0 0,-1 1,1 0,0 0,0 0,0 1,0 0,0 0,0 0,1 1,-1-1,1 1,-1 1,1-1,0 1,0 0,1 0,-1 1,1-1,0 1,-1 2,0 8,0 0,1 1,1 0,1 0,0 0,1 0,1 0,0 0,1 0,1 0,0 0,1 0,2 4,34 159,23 48,26 115,-71-257,-4 1,-3 0,-4 1,-4 0,-6 47,3-117,0-1,-1 1,0-1,-2 0,0 0,-1 0,0 0,-1-1,-3 5,-5-6,2-15</inkml:trace>
  <inkml:trace contextRef="#ctx0" brushRef="#br1" timeOffset="44277.338">7968 5240,'6'-11,"1"0,1 0,0 0,0 1,1 1,0-1,1 1,0 1,0 0,1 0,0 1,0 0,1 1,0 0,0 1,0 1,0 0,3 0,1-2,0 0,1 2,-1 0,1 1,0 0,0 2,5-1,-16 2,0 1,0-1,0 1,0 0,0 0,0 0,0 1,-1 0,1 0,0 1,-1-1,0 1,0 1,0-1,0 1,0-1,-1 1,1 1,-1-1,0 0,-1 1,2 2,58 128,-61-133,-1 0,1 0,0 0,0-1,0 1,0 0,0-1,0 0,0 1,0-1,1 0,-1 0,0 0,1 0,-1-1,1 1,-1-1,1 1,-1-1,1 0,-1 0,1 0,0 0,-1-1,1 1,-1-1,1 1,-1-1,0 0,1 0,-1 0,0 0,1 0,-1-1,2-1,13-9</inkml:trace>
  <inkml:trace contextRef="#ctx0" brushRef="#br1" timeOffset="44517.06">8476 4745,'-13'0,"-3"5,9 3,14 6,20 4,5-1</inkml:trace>
  <inkml:trace contextRef="#ctx0" brushRef="#br1" timeOffset="45012.254">9131 4973,'-22'-7,"-104"-19,120 26,0-1,0 1,0 1,0-1,0 1,1 0,-1 1,0-1,0 1,1 0,-1 1,1-1,0 1,0 0,0 0,0 1,0 0,1-1,-5 5,6-4,-1 1,0-1,1 1,0-1,0 1,0 0,1 0,0 0,-1 1,2-1,-1 0,1 1,0 0,0-1,0 1,1-1,0 1,0 0,0-1,1 1,0 0,0-1,0 1,1-1,0 0,0 1,0-1,1 0,-1 0,1 0,0-1,1 1,-1-1,1 0,0 1,0-2,0 1,1 0,4 2,10 5,2-2,-1 0,1-1,0-1,1-1,0 0,0-2,0-1,0-1,1 0,-1-2,0-1,13-2,-10 3,0-2,-1 0,1-2,-1-1,0 0,0-2,-1-1,0-1,0-1,-1-1,0-1,-1 0,-1-2,19-15,-35 24,0 0,0 0,0 0,0 0,-1 0,0-1,0 0,-1 1,1-1,-1 0,0 0,-1-2,0 6,-1 0,1-1,-1 1,0 0,0-1,0 1,-1 0,1-1,0 1,-1 0,1 0,-1 0,0-1,0 1,0 0,0 0,0 0,0 0,-1 0,1 0,-1 1,1-1,-1 0,1 1,-1-1,0 1,0 0,0-1,0 1,0 0,0 0,0 0,0 1,-1-1,-1 0,0 1,0 0,1 0,-1 0,0 0,0 1,1-1,-1 1,0 0,1 0,-1 0,1 1,-1-1,1 1,-1 0,1 0,0 0,0 0,0 1,0-1,1 1,-1 0,1-1,-1 1,1 0,0 1,0-1,0 0,1 1,-1-1,1 1,0-1,0 1,0 0,0-1,1 1,-1 0,1 0,0-1,0 1,0 0,1 0,-1-1,1 1,0 0,0-1,2 4,1-1,1 0,0 0,0 0,1-1,-1 0,1 0,0-1,1 1,-1-1,1-1,-1 1,1-1,0 0,1-1,-1 1,0-1,1-1,-1 0,1 0,0 0,-1-1,1 0,-1 0,1-1,0 0,-1-1,1 1,-1-1,0-1,0 1,0-1,0-1,4-1,-7 2,-1-1,1 1,0-1,-1 1,0-1,0 0,0 0,0-1,-1 1,1 0,-1-1,0 0,-1 1,1-1,-1 0,0 0,0 0,0 0,-1 0,0 0,0 0,0 0,0 0,-1 0,0 0,0 0,0 0,-1 1,0-1,0 0,0 1,0-1,-1 1,1 0,-1 0,0 0,0 0,-1 0,1 1,-1-1,0 1,0 0,0 0,-3-1,-2-1,0 0,0 0,0 1,-1 0,0 1,0 0,0 1,0 0,0 0,0 1,-1 1,1 0,0 0,-1 1,-7 1,12-1,-1 0,1 0,-1 1,1 0,-1 0,1 1,0 0,0 0,1 0,-1 1,0-1,1 2,0-1,0 0,0 1,1 0,-1 0,1 0,0 1,1-1,0 1,-1 0,2 0,-2 4,2-7,1 1,1-1,-1 1,0 0,1-1,0 1,0-1,0 1,0 0,0-1,1 1,0-1,-1 1,1-1,1 1,-1-1,0 1,1-1,0 0,0 0,0 0,0 0,0 0,0 0,1-1,-1 1,3 1,3 2,0 0,1-1,0 0,-1 0,2-1,-1 0,0 0,1-1,3 0,34 8</inkml:trace>
  <inkml:trace contextRef="#ctx0" brushRef="#br1" timeOffset="45822.153">9719 4505,'-6'-1,"0"1,0 0,0 1,-1 0,1 0,0 0,0 0,0 1,0 0,1 1,-1-1,1 1,-1 0,1 0,0 1,0-1,0 1,0 1,1-1,0 0,0 1,0 0,0 0,1 0,0 1,0-1,0 1,1-1,0 1,0 0,0 0,1 0,-1 0,2 0,-1 0,1 0,0 1,0-1,0 0,1 0,0 1,1 10,1-1,1 0,0 0,1 0,1 0,0-1,1 0,1 0,0-1,1 0,0 0,1-1,6 6,17 16,0-1,2-1,2-3,4 2,-20-16,1 0,0-1,1-2,1 0,0-1,3-1,-18-8,0 0,0 0,1-1,-1 0,1-1,0 0,-1-1,1 0,0 0,-1-1,1 0,0-1,-1 0,0-1,1 1,-1-2,0 1,3-3,-2 0,1 0,-1-1,0 0,-1-1,0 0,0 0,-1-1,0 0,0 0,-1-1,0 0,-1-1,0 1,0-1,-1 0,-1 0,0-1,-1 0,0 1,0-1,-1 0,-1 0,0-3,-5-20,4 34,-1 1,1-1,0 0,0 1,0-1,0 1,-1-1,1 0,0 1,-1-1,1 1,0-1,-1 1,1-1,-1 1,1-1,-1 1,1-1,-1 1,1 0,-1-1,1 1,-1 0,0-1,1 1,-1 0,1 0,-1 0,0-1,1 1,-1 0,0 0,1 0,-1 0,0 0,1 0,-1 0,0 1,1-1,-1 0,0 0,1 0,-1 1,1-1,-1 0,0 1,1-1,-1 0,-3 5,0-1,1 0,-1 1,1 0,0 0,0 0,1 0,-1 0,1 0,0 1,1-1,-1 1,1 0,0-1,1 1,-1 0,1 2,-1-1,1 0,-1 0,1 0,1 0,-1 0,1 0,1 0,-1 0,1-1,0 1,1 0,0-1,0 1,0-1,1 0,-1 0,2 0,-1-1,0 1,1-1,0 0,1-1,-1 1,1-1,-1 0,1 0,1-1,-1 0,0 0,1 0,1 0,1 0,-1 0,1 0,-1-1,1 0,0 0,0-1,-1 0,1-1,0 0,0 0,0-1,0 0,0-1,0 0,-1 0,1-1,-1 0,0 0,0-1,0 0,0 0,0-1,-1 0,0-1,0 0,0 0,-1 0,0 0,0-1,-1 0,3-6,-3 4,-1 0,-1-1,0 0,0 0,-1 0,0 0,-1 0,0 0,-1-1,0 1,0 0,-2-8,1 18,0 0,0 0,1 0,-1 0,0 0,1 0,-1 0,0 0,1 1,-1-1,0 0,1 0,-1 1,1-1,-1 0,1 1,-1-1,0 1,1-1,-1 1,1-1,0 1,-1-1,1 1,-1-1,1 1,0 0,-1-1,1 1,0-1,0 1,0 0,-1-1,1 1,0 0,0-1,0 1,0 0,0 0,0-1,0 1,1 0,-4 5,1 1,0-1,0 1,1 0,0-1,0 1,0 0,1 0,0-1,1 1,-1 0,1 0,1-1,-1 1,1-1,0 1,0-1,1 0,0 0,0 0,1 0,-1 0,1-1,1 1,-1-1,1 0,3 2,2-1,0-1,1 0,0-1,0 0,0-1,1 0,-1-1,1 0,-1-1,1 0,0-1,-1 0,1-1,0 0,-1-1,1 0,-1-1,0 0,0-1,0 0,0-1,7-4,-11 4,1 0,-1 0,-1-1,1 1,-1-2,0 1,0-1,-1 1,0-1,0-1,-1 1,1-1,-2 0,1 0,-1 0,0 0,-1-1,0 1,0-1,-1 1,0-1,-1 0,0 1,0-3,0 10,0 0,0 0,0 0,0 0,0 0,-1 0,1 0,0 0,0 0,-1 0,1 0,-1 0,1 0,0 0,-1 1,0-1,1 0,-1 0,0 0,1 1,-1-1,0 0,0 1,1-1,-1 1,0-1,0 1,0-1,0 1,0 0,0-1,0 1,0 0,0 0,0 0,0-1,0 1,0 0,0 0,0 1,0-1,0 0,0 0,0 0,0 1,0-1,0 0,0 1,1-1,-2 1,-35 36,35-34,1 0,-1 0,1 0,0 0,0 0,0 1,1-1,-1 0,1 0,0 1,0-1,0 1,0-1,1 0,-1 1,1-1,0 0,0 0,0 0,0 0,1 1,-1-1,1-1,0 1,0 0,0 0,0-1,0 1,0-1,1 0,0 1,0-1,7 6,0-1,1 0,0-1,0-1,0 1,1-2,0 1,4-1,70 16,1-5</inkml:trace>
  <inkml:trace contextRef="#ctx0" brushRef="#br1" timeOffset="47975.096">12621 4678,'-8'-2,"1"-1,0 1,-1 0,0 0,1 1,-1 0,0 0,0 1,1 0,-1 1,0-1,1 1,-1 1,0 0,1 0,-1 0,1 1,0 0,0 0,0 1,0 0,1 0,0 1,-1-1,2 1,-1 1,0-1,1 1,0 0,1 0,-1 1,1-1,0 2,2-5,1 0,0 0,1 0,-1 0,0 0,1 0,0 0,0 0,0 0,0 0,0 0,0 0,1 0,0 0,-1 0,1 0,0 0,1 0,-1 0,0 0,1-1,-1 1,1-1,0 1,0-1,0 0,0 1,1-1,-1 0,0 0,1-1,0 1,-1-1,1 1,0-1,10 6,0-2,0 0,1 0,-1-1,1-1,0-1,3 1,21 2,1-2,0-2,0-1,-1-2,1-2,0-1,-1-2,0-2,-1-1,0-2,28-13,-56 21,-1 0,1 0,0 0,-1-1,0-1,0 1,-1-2,0 1,0-1,0 0,-1 0,4-5,-10 11,1-1,0 1,-1-1,0 1,1 0,-1-1,0 0,0 1,0-1,0 1,0-1,0 1,-1-1,1 1,0-1,-1 1,1 0,-1-1,1 1,-1-1,0 1,0 0,1 0,-1-1,0 1,0 0,0 0,0 0,-1 0,1 0,0 0,0 0,-1 0,1 1,0-1,-1 1,1-1,0 0,-1 1,1 0,-1-1,1 1,-1 0,1 0,-1 0,1 0,-1 0,1 0,-1 1,1-1,-1 0,1 1,-1-1,1 1,-1-1,1 1,0 0,-1 0,1-1,0 1,0 0,0 0,-1 1,-2 0,0 0,0 1,1-1,-1 1,1 0,0 0,-1 0,1 1,0-1,1 1,-1-1,1 1,0 0,0 0,0 0,0 0,1 0,-1 1,1-1,0 1,0-1,1 0,-1 1,1-1,0 1,1-1,-1 1,1-1,-1 1,1-1,1 0,-1 1,1-1,-1 0,1 0,0 0,1 0,-1 0,1-1,-1 1,1-1,0 1,1-1,-1 0,3 2,7 2,1 0,0-2,-1 1,2-2,-1 0,0 0,1-1,0-1,-1-1,1 0,0-1,0 0,0-1,13-3,-24 4,1 0,-1-1,0 1,0-1,0 0,0 0,0 0,0-1,0 0,0 1,-1-1,1 0,-1-1,1 1,-1-1,0 1,0-1,0 0,0 0,0-1,-1 1,1 0,-1-1,0 0,0 1,-1-1,1 0,-1 0,1 0,-1 0,0 0,-1 0,1 0,-1-1,0 1,0 0,0-2,-5-5,-1 0,0 0,0 1,-1 0,0 0,-1 0,0 1,0 0,-1 1,0 0,-1 0,0 1,0 0,-1 1,1 0,-1 1,0 0,-4 0,-6-5,-1 2,0 0,-1 1,1 2,-1 0,-21-1,7 11,58 8,19-7,1-2,0-1,28-3,-24 0,284 8,-322-8,0 0,0 0,0 0,0 1,-1 0,1 0,0 1,0 0,-1 0,1 1,-1 0,1 0,-1 0,0 1,-1 0,1 0,-1 0,1 1,-1 0,0 0,-1 0,1 0,-1 1,0 0,-1 0,0 0,1 0,0 5,0 28,-5-35,1 1,0-1,0 0,0 0,0 1,0-1,1 0,0 0,0 0,0 0,1 0,-1 0,1 0,0 0,0 0,0-1,1 1,-1-1,1 1,0-1,-1 0,2 0,-1 0,3 2,4-3,0 0,1-1,-1 0,0 0,0-1,0-1,1 1,-1-2,0 1,0-2,0 1,0-1,-1-1,1 1,-1-2,0 1,0-1,0-1,-1 0,0 0,0 0,0-1,-1-1,0 1,0-1,-1 0,0 0,-1-1,5-9,-5 11,-1-1,0-1,0 1,-1 0,0-1,-1 0,0 1,0-1,-1 0,0 0,0 0,-1-6,-1 14,1 1,0 0,-1-1,1 1,-1-1,1 1,-1 0,1-1,-1 1,1 0,-1-1,1 1,-1 0,0 0,1-1,-1 1,1 0,-1 0,0 0,1 0,-1 0,0 0,1 0,-1 0,1 0,-1 0,0 0,1 1,-1-1,1 0,-1 0,0 1,1-1,-1 0,1 1,-1-1,1 0,-1 1,1-1,0 1,-1-1,1 1,-1-1,1 1,0-1,-1 1,1-1,0 1,0-1,0 1,-1 0,1-1,0 1,0-1,0 1,0 0,0-1,0 1,0 0,0-1,0 1,-4 5,0-1,0 1,1 0,-1 0,2 1,-1-1,1 1,-1-1,2 1,-1 0,1 0,0 0,0 0,1 0,0 0,0 0,1-1,0 1,0 0,1 0,0 0,0-1,0 1,1-1,0 1,0-1,0 0,1 0,0 0,0-1,1 0,0 1,0-1,0-1,1 1,6 2,0-2,1 1,0-1,0-1,1-1,-1 0,1 0,-1-1,1-1,0-1,0 0,-1 0,1-1,0-1,-1 0,1-1,-1-1,0 0,0-1,9-4,-14 3,0 1,0-1,0-1,-1 0,0 0,-1 0,1-1,-1 0,-1 0,0 0,0-1,0 0,-1 0,-1 0,0 0,0-1,0 0,-1 1,-1-1,0 0,0 0,-1 0,0 1,0-1,-1 0,-1 0,4 38,-4-17,1-1,1 1,0 0,1 0,0-1,0 1,1-1,1 1,0-1,0 1,1-1,0-1,1 1,0 0,1-1,-1 0,2 0,-1-1,1 0,1 0,-1 0,10 6,-1-8,0 0,1-1,0 0,0-1,1-1,-1-1,0-1,1 0,-1-1,1-1,10-2,-20 3,-1 0,1 0,-1 0,1-1,-1-1,0 1,0-1,1-1,-1 1,0-1,-1 0,1-1,-1 1,1-1,-1-1,0 1,0-1,-1 0,0 0,0-1,0 0,0 0,-1 0,0 0,0 0,-1-1,0 0,0 0,3-24,-1 0,-2 0,-1 0,-1 0,-2 0,-3-20,1 11,-12-319,11 330,-4 20,0 35,0 1,2-1,0 2,2-1,1 0,1 18,1-37,0 16,0 0,1 0,2 0,0 0,2 0,0 0,5 10,-7-26,0 0,1-1,0 1,1-1,0 1,0-1,0-1,1 1,0 0,0-1,1 0,-1 0,1-1,1 0,-1 0,1 0,0-1,0 0,0 0,0-1,1 1,0-2,4 2,1-2,0-1,0-1,-1 0,1 0,0-1,0-1,-1 0,1-1,-1-1,0 1,0-2,0 0,-1 0,3-3,66-22,-79 30,1-1,-1 1,1 0,0-1,-1 1,1 0,-1 0,1 0,-1 0,1 0,0 0,-1 1,1-1,-1 0,1 1,-1 0,1-1,-1 1,1 0,-1-1,0 1,1 0,-1 0,0 0,0 0,0 0,0 1,0-1,0 0,0 0,0 1,0-1,0 1,-1-1,1 0,-1 1,1-1,-1 1,1 0,-1-1,0 1,0-1,0 1,0-1,0 1,0 1,-8 78,6-73,0 1,0 0,-1 0,0-1,-1 0,0 1,0-1,-1-1,0 1,0-1,0 1,-1-2,-1 1,1-1,-1 0,0 0,0 0,-1-1,1-1,-1 1,0-1,-1 0,-3 0,11-3,0-1,0 0,0 0,0 0,0 0,0 0,-1 0,1 0,0 0,0 0,0-1,0 1,0 0,0-1,0 1,0-1,0 1,0-1,0 1,0-1,0 0,0 1,1-1,-1 0,0 0,0 0,1 0,-1 0,1 0,-1 1,0-1,1-1,0 1,-1 0,1 0,0 0,-1 0,1 0,0 0,0 0,0 0,0 0,0-1,0 1,0 0,1 0,-1-1,16-52,-6 38,0 2,1-1,0 1,1 1,0 0,2 1,-1 0,1 1,1 1,0 0,0 1,1 0,0 2,1 0,0 0,0 2,0 0,0 1,1 0,0 2,0 0,0 1,0 1,0 1,-1 0,1 1,0 1,12 4,-23-5,0-1,0 2,0-1,-1 1,1 0,-1 0,0 1,0-1,0 1,0 1,-1-1,0 1,0 0,0 0,0 1,-1 0,0-1,0 1,0 1,-1-1,0 0,0 1,-1 0,0-1,0 1,0 3,21 100,-23-109,0 0,0-1,1 1,-1-1,0 1,1 0,-1-1,1 1,-1-1,1 1,-1-1,1 1,-1-1,1 1,-1-1,1 0,0 1,-1-1,1 0,-1 1,1-1,0 0,-1 0,1 1,0-1,0 0,-1 0,1 0,0 0,-1 0,1 0,0 0,0 0,-1-1,1 1,0 0,-1 0,1-1,0 1,-1 0,1-1,-1 1,10-7</inkml:trace>
  <inkml:trace contextRef="#ctx0" brushRef="#br1" timeOffset="48430.92">15736 4305,'131'56,"-89"-41,-1 3,0 1,25 18,-55-30,1 1,-1 1,0 0,-1 1,0-1,-1 2,0 0,0 0,-1 0,-1 1,0 1,0-1,3 11,9 50,-18-64,0 0,1-1,0 1,0 0,1-1,0 0,0 1,1-1,0 0,0-1,1 1,0-1,1 0,-1 0,1 0,1-1,-1 0,1 0,0-1,-1-1,0-1,1 0,-1-1,1 1,-1-1,1 0,0-1,0 0,0 0,0 0,0-1,-1 0,1-1,0 1,0-1,0 0,0-1,-1 0,1 0,0 0,-1-1,0 0,0 0,0-1,0 0,0 0,-1 0,1 0,-1-1,0 0,-1 0,1-1,2-4,3-7,-1-1,-1 0,0 0,-2-1,0 0,-1 0,-1 0,-1-1,-3 11,-3 23,3-9,0 0,0 0,1 0,0 1,0-1,0 0,0 0,1 0,0 0,0 0,0-1,1 1,0-1,0 1,0-1,0 0,0 0,1 0,0 0,0-1,0 0,0 0,1 0,1 1,11 6,0 0,1-1,0-1,1-1,16 4,26 4,0-2,1-3,13-2,5 0</inkml:trace>
  <inkml:trace contextRef="#ctx0" brushRef="#br1" timeOffset="49211.369">17286 4719,'-14'-12,"-1"0,0 1,0 1,-1 0,-1 1,0 1,0 1,-12-4,23 10,0 0,0 1,0 0,0 0,0 0,0 1,0-1,0 1,1 1,-1-1,0 1,1 0,-1 1,1-1,0 1,0 0,0 0,0 1,0 0,1-1,-1 2,1-1,0 0,0 1,1 0,-1 0,1 0,0 0,1 0,-1 0,1 1,0 0,0-1,1 1,0 0,0 0,0 0,1 5,-1-8,0 1,1-1,0 1,0 0,0-1,0 1,1 0,0-1,-1 1,1-1,0 1,1-1,-1 1,1-1,-1 0,1 0,0 0,0 0,1 0,-1 0,0 0,1-1,0 1,-1-1,1 0,0 1,0-1,1-1,-1 1,0 0,1-1,-1 0,1 0,-1 0,1 0,-1 0,1-1,1 1,4-1,0 0,0 0,1 0,-1-1,0-1,0 0,0 0,0 0,0-1,-1-1,1 1,-1-1,0-1,0 0,0 0,-1 0,0-1,0 0,0 0,-1-1,0 0,0 0,3-6,-4 2,-13 34,8-20,0-1,0 1,0 0,0 0,0 0,1 0,-1 0,1 0,0-1,0 1,0 0,0 0,1-1,-1 1,1-1,-1 1,1-1,0 0,0 0,0 0,0 0,0 0,1 0,-1 0,0-1,1 1,0-1,-1 0,1 0,0 0,2 1,5 1,0 0,0 0,0-1,1 0,-1-1,1-1,-1 1,6-2,-9 1,1-1,-1 0,1 0,-1-1,0 1,0-2,0 1,0-1,0 0,0-1,-1 1,0-1,0-1,0 1,0-1,0 0,-1 0,0-1,0 1,-1-1,1-1,-1 1,0 0,-1-1,0 0,0 0,0 0,0-2,3-24,-1 0,-1-1,-2 0,-1 1,-2-1,-1 0,-2 1,-5-20,-24-153,-21-50,30 183,23 73,1-1,0 1,-1 0,1 0,0-1,-1 1,1 0,-1-1,1 1,0 0,-1 0,1 0,-1 0,1 0,-1-1,1 1,-1 0,1 0,-1 0,1 0,-1 0,1 0,-1 0,1 1,0-1,-1 0,1 0,-1 0,1 0,-1 1,1-1,-1 0,1 0,0 1,-1-1,1 0,0 1,-1-1,1 0,0 1,-1-1,1 0,0 1,0-1,-1 1,1-1,0 1,0-1,0 0,0 1,0-1,0 1,-1-1,1 1,0-1,0 1,0-1,1 1,-1-1,0 1,0-1,0 1,0-1,-5 27,1 0,1 0,1 0,2 0,0 1,2-1,1 1,14 108,30 118,-42-229,4 19,1-1,2 0,2-1,19 39,-28-69,1-1,0 0,1-1,0 1,0-1,1-1,1 1,0-1,0-1,0 0,1 0,1-1,-1 0,1-1,0 0,0 0,1-1,0-1,9 3,-14-6,0 1,1-1,-1 0,0-1,0 1,0-2,1 1,-1-1,0 0,0 0,0-1,0 0,0 0,0-1,-1 0,1 0,-1 0,0-1,0 0,0 0,0-1,-1 1,1-1,-1-1,0 1,-1-1,0 1,3-5,0-2,0 0,-1-1,-1 1,0-1,0 0,-1 0,-1-1,0 1,-1-1,-1 0,0 1,-1-6,-8 39,6-14,0 0,1 0,-1 0,1 0,1 0,-1 0,1 0,0 0,0 0,1 1,0-1,0 0,0 0,1 0,0-1,0 1,0 0,1-1,0 1,0-1,0 0,1 0,-1 0,1 0,0-1,1 1,-1-1,1 0,20 6,0-3</inkml:trace>
  <inkml:trace contextRef="#ctx0" brushRef="#br1" timeOffset="49464.39">18142 4545,'-18'-9,"-11"-5,-5-3,-1 2,-1 1,-2-2,-3 0,5 2</inkml:trace>
  <inkml:trace contextRef="#ctx0" brushRef="#br1" timeOffset="49701.268">17406 4291,'21'0,"24"0,24 0,22 0,13 3,-9 0</inkml:trace>
  <inkml:trace contextRef="#ctx0" brushRef="#br1" timeOffset="49871.813">18342 4652,'-2'16,"-3"10,-1 2,1 2,1-1,4-2,3-3,4-7,6-6,2-4,4-8,-2-9,-3-2</inkml:trace>
  <inkml:trace contextRef="#ctx0" brushRef="#br1" timeOffset="50052.332">18383 4264,'-12'-16,"-5"-5,0-1,2 7,7 11,11 16,14 14,16 14,2 1</inkml:trace>
  <inkml:trace contextRef="#ctx0" brushRef="#br1" timeOffset="50347.54">18797 4706,'91'-182,"-62"115,-3-1,-3-1,-3-1,10-67,-29 131,1-76,-2 81,0 0,-1 0,1 0,-1 0,1 1,0-1,-1 0,0 0,1 0,-1 0,1 0,-1 0,0 1,0-1,1 0,-1 1,0-1,0 1,0-1,0 0,0 1,0 0,0-1,0 1,0 0,0-1,0 1,0 0,0 0,0 0,0 0,0 0,0 0,0 0,0 0,0 1,0-1,0 0,0 1,0-1,0 0,0 1,-40 26,26-9,1 0,0 1,1 1,1 0,1 1,1 0,1 0,1 1,0 0,2 1,1-1,0 1,2 1,1-1,0 23,2-25,0 0,2 1,1-1,0-1,1 1,2 0,0-1,1 0,1 0,1-1,0 0,2-1,0 0,1 0,0-1,2-1,0 0,1-1,0 0,1-2,1 0,0 0,1-2,0 0,1-1,0-1,11 4,-22-11,0 1,0-1,-1-1,1 0,0 0,0 0,0-1,0 0,0-1,0 0,0 0,0-1,0 0,0 0,-1 0,1-1,-1-1,0 1,0-1,0 0,0-1,-1 1,1-1,-1-1,-1 1,1-1,-1 0,0 0,0-1,-1 0,1 0,-2 0,3-4,-2 3,-1 0,0-1,0 0,0 1,-1-1,-1 0,1 0,-2 0,1 0,-1 0,0 0,-1 0,0 0,-1 0,0 0,0 0,-2-4,3 11,0 0,-1-1,1 1,-1 0,1 0,-1 0,0 0,0 0,0 1,0-1,0 0,0 1,0 0,-1-1,1 1,0 0,-1 0,1 0,-1 1,1-1,-1 0,1 1,-1 0,0 0,1-1,-1 2,1-1,-1 0,0 0,1 1,-1-1,1 1,-1 0,1 0,-1 0,-3 1,0 1,1 0,-1 0,1 0,0 1,0 0,0 0,0 0,0 0,1 1,0 0,0 0,0 0,0 1,2-2,0 1,0-1,0 0,0 1,1 0,0-1,0 1,0 0,0-1,1 1,0 0,0 0,0-1,1 1,-1 0,1 0,0-1,0 1,1-1,0 1,-1-1,2 1,-1-1,0 0,1 0,0 0,0 0,0-1,0 1,0-1,1 0,0 0,-1 0,1 0,2 0,17 10,2 0,-1-2,1-1,1-2,0 0,0-1,0-2,1 0,13-1,-37-4,109 15</inkml:trace>
  <inkml:trace contextRef="#ctx0" brushRef="#br1" timeOffset="51349.418">20870 4759,'0'-2,"1"0,-1-1,1 1,-1-1,0 1,0-1,0 1,0-1,0 1,-1-1,1 1,-1-1,1 1,-1-1,0 1,0 0,0 0,0-1,-1 1,1 0,-1 0,1 0,-1 0,0 1,1-1,-1 0,0 1,0-1,0 1,0-1,-1 1,1 0,0 0,-1 0,1 0,0 1,-1-1,1 1,-1-1,1 1,-1 0,1 0,-1 0,1 0,-1 0,1 1,-1-1,-1 1,-5 4,-1 1,1-1,0 1,0 1,1 0,0 0,0 1,1 0,0 0,0 1,1-1,0 1,1 1,0-1,0 1,1 0,-2 5,6-14,-1 1,1-1,-1 0,1 1,0-1,-1 1,1-1,0 0,0 1,0-1,0 1,0-1,0 1,0-1,0 1,1-1,-1 0,1 1,-1-1,1 0,-1 1,1-1,0 0,0 0,0 1,-1-1,1 0,0 0,0 0,0 0,1 0,-1-1,0 1,0 0,0 0,1-1,-1 1,1 0,58-4,-43-4,0-1,0-1,0 0,-1-1,-1-1,1 0,-2-2,0 1,0-2,-1 0,-1 0,0-1,-2-1,1 0,-2 0,0-1,-1 0,0 0,0-6,3-23,-2 0,-2-1,-2 0,-2 0,-2 0,-2 0,-5-30,6 74,-1-13,1 7,0 0,0 0,-1 0,-1 1,1-1,-1 0,-1 1,0 0,0-1,-2-2,5 11,0-1,-1 1,1-1,-1 1,1 0,-1-1,1 1,-1-1,0 1,1 0,-1 0,1-1,-1 1,0 0,1 0,-1 0,0 0,1 0,-1 0,1 0,-1 0,0 0,1 0,-1 0,0 0,1 0,-1 0,0 1,1-1,-1 0,1 0,-1 1,1-1,-1 0,1 1,-1-1,1 1,-1-1,1 1,-1-1,1 1,-1-1,1 1,0-1,0 1,-1-1,1 1,0 0,0-1,-1 1,1-1,0 1,0 0,0 0,-10 20,0 1,2 1,1-1,0 1,2 1,1-1,0 1,2 0,1 11,-2-4,2 0,1 0,2 0,1 0,1-1,2 1,3 8,-6-27,1-1,0 1,0-1,2 0,-1-1,1 1,1-1,0 0,0 0,1-1,0 0,1-1,0 0,0 0,1-1,-1 0,2 0,-1-1,1-1,0 1,-1-3,-1 0,0 0,1-1,-1 0,1-1,0 0,-1-1,1 0,0 0,0-1,-1 0,1-1,-1 0,1 0,-1-1,0 0,0-1,0 0,0-1,-1 0,1 0,-1 0,-1-1,1 0,-1-1,0 0,0 0,-1 0,0-1,0 0,-1 0,0-1,0 0,1-2,0 0,-1 0,0-1,-1 0,0 0,-1 0,0 0,-1-1,-1 1,0-1,0 1,-1-1,-1 0,0 1,-1-1,0 1,-1 0,0-1,-3-4,6 15,-1 0,0 0,1 0,-1 0,0 0,0 0,0 0,-1 0,1 0,0 0,-1 1,1-1,-1 1,0-1,1 1,-1 0,0-1,0 1,0 0,0 0,0 0,0 1,0-1,0 0,0 1,-1-1,1 1,0 0,0 0,0 0,-1 0,1 0,0 0,0 0,0 1,-1-1,1 1,0 0,0 0,0 0,0 0,0 0,0 0,1 0,-1 0,0 1,0-1,1 1,-1-1,1 1,-1 1,-1 1,0 1,0 0,0-1,1 2,0-1,0 0,0 0,0 0,1 1,0-1,0 1,1-1,0 1,0 0,0-1,0 1,1-1,0 1,0-1,0 0,1 1,0-1,1 4,2 1,0 0,1 0,0-1,0 1,1-1,0 0,1-1,0 0,0 0,1-1,3 3,66 36,3-10</inkml:trace>
  <inkml:trace contextRef="#ctx0" brushRef="#br0" timeOffset="12219.363">23570 3582,'37'-82,"-4"-1,23-87,0-27,-62 252,-1 0,3 0,2 1,3-1,2 1,3-1,11 52,-7-64,-3-15,-2 1,0-1,-2 1,-1 22,-1-48,-1 1,0-1,0 1,0-1,0 1,-1-1,0 1,1-1,-1 0,0 1,-1-1,1 0,0 0,-1 0,0 0,0 0,0 0,0 0,0-1,-1 1,1-1,-1 1,1-1,-1 0,0 0,0 0,0-1,0 1,0-1,0 1,-1-1,1 0,-2 0,5-1,0 0,1 0,-1-1,0 1,1 0,-1 0,0 0,0-1,1 1,-1 0,0 0,0-1,1 1,-1 0,0 0,0-1,0 1,1 0,-1-1,0 1,0 0,0-1,0 1,0 0,0-1,0 1,0 0,0-1,0 1,0-1,0 1,0 0,0-1,0 1,0 0,0-1,0 1,-1 0,1-1,0 1,0 0,0 0,0-1,-1 1,1 0,0-1,0 1,-1 0,1 0,0 0,-1-1,1 1,20-6,0 0,1 2,-1 0,1 2,0 0,11 1,-1-1,265-14,-266 13,-10 0</inkml:trace>
  <inkml:trace contextRef="#ctx0" brushRef="#br0" timeOffset="12500.768">23209 2781,'0'-3,"0"5,2 6,8 10,11 10,13 6,13 5,-2-5</inkml:trace>
  <inkml:trace contextRef="#ctx0" brushRef="#br0" timeOffset="12785.007">24078 2834,'0'7,"2"9,6 10,5 9,6 7,6 0,-2-6</inkml:trace>
  <inkml:trace contextRef="#ctx0" brushRef="#br0" timeOffset="13151.029">24706 2459,'6'14,"10"18,11 22,13 19,10 21,6 17,-3 16,-4 17,-12 13,-16 10,-23 3,-30-2,-31-4,-36-8,-34-7,5-30</inkml:trace>
  <inkml:trace contextRef="#ctx0" brushRef="#br1" timeOffset="51597.106">22580 4425,'0'16,"3"14,0 11,-1 8,1 2,-2 0,0-5,0-8,-1-7,-2-10,-1-8</inkml:trace>
  <inkml:trace contextRef="#ctx0" brushRef="#br1" timeOffset="52279.308">22420 4197,'50'11,"0"3,-1 1,0 2,-2 3,0 1,-1 3,36 25,-67-38,-1 1,0 0,-1 1,0 0,-1 1,-1 1,0 0,-1 0,-1 1,0 0,-1 1,-1 0,0 0,-1 0,-1 1,-1 0,-1 0,0 0,-1 2,-1-7,15 66,-15-77,0 1,1-1,-1 1,1-1,-1 0,1 0,0 0,0 0,0 0,0 0,0 0,0-1,1 1,-1-1,0 1,1-1,-1 0,1 0,0 0,-1 0,1-1,0 1,-1-1,1 0,0 1,0-1,1-1,5 1,0-1,0 0,0-1,0 0,0 0,-1-1,1 0,-1-1,1 0,-1 0,-1-1,1 0,0 0,-1-1,0 0,-1 0,1 0,-1-1,0 0,-1-1,8-8,-2-1,0-1,-1 0,-1-1,-1 1,0-2,-2 1,2-8,0-35,-8 63,0-1,0 0,0 1,0-1,0 0,0 1,0-1,0 1,0-1,0 0,0 1,0-1,-1 0,1 1,0-1,0 0,0 1,0-1,-1 0,1 1,0-1,0 0,0 1,-1-1,1 0,0 0,-1 0,1 1,0-1,-1 0,1 0,0 0,-1 1,1-1,0 0,-1 0,1 0,0 0,-1 0,1 0,0 0,-1 0,1 0,-1 0,1 0,0 0,-1 0,1 0,0 0,-1 0,1-1,0 1,-1 0,1 0,0 0,-1-1,1 1,0 0,0 0,-1-1,1 1,0 0,0 0,-1-1,1 1,0 0,0-1,0 1,-1 0,1-1,-6 13,1 0,0 1,0 0,2-1,-1 1,2 0,0 1,0-1,1 0,1 1,0-1,1 0,0 1,1-1,0 0,1 0,1 0,4 9,-5-16,0 0,1 0,0 0,0-1,1 1,-1-1,1 0,0-1,1 1,-1-1,1 0,0 0,0-1,0 0,0 0,0 0,1-1,-1 0,1 0,0 0,0-1,0 0,-1-1,1 1,0-1,0-1,0 1,0-1,0 0,0-1,-1 0,1 0,-1 0,1-1,-1 0,0 0,0 0,0-1,0 0,-1 0,1-1,0-1,8-11,-1 0,-1-1,0-1,-2 0,0-1,-1 0,-1 0,-1-1,-1 0,0 0,-2 0,-1-1,0 0,-1-4,7-68,-3-1,-6-67,-1 148,2 3,-1-1,0 1,-1 0,0 0,-1 0,0 0,-1 0,0 1,-1-1,0 1,-1-1,-1-2,4 12,0 0,0 0,0-1,0 1,0 0,0 0,0 1,-1-1,1 0,0 1,0-1,-1 1,1 0,0 0,0 0,-1 0,1 0,0 0,-1 1,1-1,0 1,0 0,0-1,-1 1,1 0,0 0,0 0,0 1,1-1,-1 0,0 1,0-1,1 1,-1 0,1 0,-1-1,1 1,0 0,-1 0,1 0,0 2,-15 16,2 1,1 1,0-1,2 2,1 0,0 0,2 1,0 0,2 1,1-1,1 1,1 0,1 0,1 1,1-1,1 0,2 0,1 3,0-5,1 0,1 1,1-2,1 1,1-1,1 0,0-1,2 0,1-1,0 0,2-1,0-1,1 0,1-1,0-1,1 0,1-1,1-2,0 0,0 0,2-2,-1-1,6 1,19 3</inkml:trace>
  <inkml:trace contextRef="#ctx0" brushRef="#br1" timeOffset="52529.648">23369 4358,'16'-2,"23"1,26 4,24 5,20 8,8 8,-17 1</inkml:trace>
  <inkml:trace contextRef="#ctx0" brushRef="#br1" timeOffset="53753.88">24078 4826,'20'-132,"13"-104,-33 235,0-1,0 1,0 0,0 0,1-1,-1 1,0 0,1-1,-1 1,0 0,1 0,0 0,-1 0,1-1,0 1,-1 0,1 0,0 0,0 0,0 0,0 1,0-1,0 0,0 0,0 1,0-1,0 0,1 1,-1-1,0 1,0 0,1-1,-1 1,0 0,0 0,1 0,-1 0,0 0,1 0,-1 0,0 0,0 0,2 1,152 67,-140-62,8 4,-1 0,0 2,-1 0,0 1,-1 2,10 8,-27-20,0 0,0 0,0 1,-1-1,1 1,-1-1,0 1,0 0,0 0,-1 0,0 0,1 0,-1 0,0 0,-1 0,1 1,-1-1,0 0,0 1,0-1,-1 0,1 0,-1 1,0-1,0 0,-1 0,0 2,-8 21,6-22,1 0,1 0,-1 0,1 0,-1 0,2 1,-1-1,1 1,-1 0,1-1,1 1,-1 0,1 0,0 0,1-1,-1 1,1 0,0-1,1 1,-1 0,1-1,0 0,0 1,1-1,0 0,0 0,0 0,8 2,0-1,0 0,0 0,1-1,0-1,0 0,0-1,1 0,-1-1,1 0,-1-1,1-1,0 0,4 0,5 0,0-1,-1-1,1 0,-1-2,0 0,0-2,0 0,9-5,-22 8,-1-1,0 1,0-1,0 0,0-1,-1 1,1-1,-1-1,0 1,-1-1,0 0,0 0,0-1,0 0,-1 0,0 0,-1 0,0 0,0-1,0 1,-1-1,0 0,0 0,-1 0,0 3,-1 0,0 1,0-1,0 0,-1 0,1 1,-1-1,0 0,0 1,-1-1,1 1,-1 0,0-1,0 1,-1 0,1 0,-1 0,0 0,0 1,0-1,-1 1,1 0,-1 0,0 0,1 0,-1 1,-1-1,1 1,0 0,0 0,-1 1,1-1,-1 1,0 0,1 0,-1 1,-4-1,1 0,0 1,-1-1,1 2,0-1,-1 1,1 0,0 1,0 0,0 0,0 1,0 0,0 0,1 1,-1 0,1 0,0 0,0 1,1 1,-1-1,1 1,0 0,1 0,0 1,0-1,0 1,0 0,1 1,1-1,-2 3,5-7,-1 1,1-1,-1 0,1 0,0 0,1 0,-1 1,0-1,1 0,0 0,0 0,0 0,0 0,0 0,0 0,1 0,-1 0,1-1,0 1,0-1,0 1,0-1,1 0,-1 0,0 0,1 0,1 1,81 33,-76-33,0 0,0-1,0 0,0-1,0 0,1-1,-1 0,0 0,1 0,-1-2,0 1,0-1,0 0,0-1,0 0,0 0,-1-1,0 0,1-1,-1 0,-1 0,1-1,4-4,-14 15,1-1,0 1,0-1,0 1,0 0,1-1,0 1,0 0,0-1,1 1,-1 0,1-1,0 1,0-1,1 1,-1-1,1 0,0 0,1 1,-1-1,0 0,1-1,0 1,0 0,0-1,1 0,-1 0,1 0,0 0,-1 0,2-1,3 4,0-1,1-1,0 0,0 0,0-1,0 0,1 0,-1-1,1-1,0 1,-1-2,4 1,-8-1,0 0,0 0,0-1,0 1,0-1,0 0,0-1,0 1,-1-1,1 0,-1 0,1 0,-1-1,0 1,0-1,0 0,0-1,0 1,-1-1,1 1,-1-1,0 0,0 0,2-4,0-7,0 1,-1-1,-1 0,0-1,-1 1,-1-1,0 1,-1-1,-1-11,1 8,-5-204,11 176,-6 46,0 0,1 1,-1-1,1 0,-1 0,1 0,-1 0,1 1,-1-1,1 0,0 1,-1-1,1 0,0 1,0-1,-1 1,1-1,0 1,0-1,0 1,0 0,0-1,0 1,-1 0,1 0,0 0,0 0,0 0,0 0,0 0,0 0,0 0,0 0,0 0,0 1,0-1,0 0,-1 1,1-1,0 0,0 1,0-1,0 1,0 0,10 6,0 2,-1-1,0 1,0 1,0 0,-2 0,1 1,-1 0,-1 0,0 1,0 0,-1 0,1 7,2 3,-1 1,-1 1,-2-1,0 1,-1 0,-2 0,0 0,-2 1,0 3,-1-25,0 0,1 0,0 0,0 0,0 0,0 0,0 0,0 1,1-1,0 0,-1 0,1 0,0 0,1-1,-1 1,0 0,1 0,0-1,-1 1,1-1,0 1,0-1,1 0,-1 0,0 0,1 0,1 1,8 1,-1-1,1 0,0 0,1-1,-1-1,0 0,0-1,0-1,1 1,-1-2,0 0,0 0,0-1,0 0,-1-1,1-1,0 0,0-1,0 0,-1-1,0 0,0-1,0 0,-1-1,-1 0,1 0,-1-1,-1-1,0 1,-1-1,0 0,0-1,-1 0,-1 0,0 0,0-1,-1 1,-1-1,0 0,-1 0,0-1,-1 1,-1 11,1 0,-1 0,1 0,-1-1,0 1,0 0,0 0,0 0,0 0,0 0,0 0,-1-1,1 1,-1 0,0 0,0 0,1 0,-1 0,0 1,-1-1,1 0,0 0,0 1,-1-1,1 1,-1-1,0 1,1-1,-1 1,0 0,0 0,1 0,-1 0,0 0,0 0,0 1,0-1,-1 1,1-1,0 1,0 0,0 0,0-1,0 2,0-1,-1 0,1 0,0 1,0-1,0 1,-6 3,1 1,0 0,0 0,0 1,1-1,0 1,0 1,0-1,1 1,0 0,0 1,0-1,1 1,1 0,-1 0,1 0,1 0,-1 0,1 1,1-1,0 1,0 0,0-1,1 1,1 0,0 4,0 0,2-1,-1 1,2-1,-1 1,2-1,0 0,0-1,1 1,0-1,1 0,1-1,0 1,5 4,10 11,1-2,1-1,1-1,28 17,31 15,-6-9</inkml:trace>
  <inkml:trace contextRef="#ctx0" brushRef="#br1" timeOffset="55631.293">4493 6323,'-9'-5,"1"0,-1 1,0 0,0 1,0 0,0 0,0 1,-1 0,0 1,1 0,-1 1,1 0,-1 0,0 1,1 0,-1 0,1 1,0 1,-1 0,1 0,0 0,0 1,-5 4,8-4,0-1,1 1,0 0,-1 0,1 1,1-1,-1 1,1 0,0 1,0-1,0 1,1-1,0 1,0 0,1 0,-1 1,1-1,1 0,-1 1,1-1,0 1,0 0,1-1,0 1,0 0,1-1,0 1,0-1,0 1,1-1,0 1,0-1,1 0,0 0,0 0,0 0,0-1,1 1,0-1,0 0,5 4,5 1,2-1,-1-1,1 0,1-1,-1-1,1 0,0-1,0-1,1-1,-1 0,1-2,0 0,-1 0,1-2,10-1,7-1,-1-1,1-2,-1-2,-1 0,1-3,-1 0,-1-2,-1-2,0-1,0-1,-2-1,0-2,18-17,-39 31,0 0,-1 0,1-1,-2 0,1-1,-1 1,0-1,0-1,-1 1,0-1,-1 0,1 0,-2 0,0 0,0-1,2-8,-5 16,-1-1,1 1,0 0,-1-1,1 1,-1 0,0 0,0 0,0-1,0 1,0 0,0 0,0 0,-1 1,1-1,-1 0,1 0,-1 1,0-1,0 1,1-1,-1 1,0 0,0 0,-1 0,1 0,0 0,0 0,0 1,-2-1,-71-3,61 7,1 0,-1 1,1 1,0 0,1 1,-1 0,1 1,0 0,1 1,-1 0,2 1,-1 0,1 1,1 0,0 1,0 0,1 0,-1 3,7-11,1 0,-1 0,1 0,0 0,0 0,0 1,0-1,1 0,-1 0,1 1,0-1,0 0,0 1,0-1,1 0,0 0,-1 1,1-1,0 0,0 0,1 0,-1 0,1 0,-1 0,1-1,0 1,0 0,0-1,0 1,1-1,1 2,3 2,1-1,-1 0,1-1,0 0,0 0,1-1,-1 1,1-2,-1 1,1-1,3-1,0 1,0 0,0-1,1-1,-1 0,0-1,0 0,1-1,-1 0,0-1,-1 0,1-1,0-1,-1 1,0-2,0 0,-1 0,1-1,-1 0,-1-1,1 0,-1 0,-1-1,0 0,0-1,-1 1,5-8,-1 37,-9-12,1-1,0 1,0-1,1 0,0 0,0 0,0-1,1 0,0 0,1 0,-1 0,1-1,0 0,2 1,-5-3,0-1,1 0,-1 0,0 0,1-1,0 1,-1-1,1 0,0 0,-1 0,1 0,0-1,0 0,0 0,0 0,-1 0,1 0,0-1,0 1,0-1,-1 0,1-1,0 1,-1 0,1-1,-1 0,1 0,-1 0,0 0,0-1,4-5,0-1,-1 1,0-1,0-1,-1 1,0-1,-1 0,0 0,-1 0,0-1,0 1,-1-1,-1 0,0 1,0-1,-1 0,0 0,-1 0,-1-3,-32-127,34 140,-1 1,1-1,-1 1,1-1,-1 0,1 1,-1-1,1 0,0 0,0 1,-1-1,1 0,0 0,0 1,0-1,0 0,0 0,0 0,0 0,0 1,0-1,0 0,0 0,0 1,1-1,-1 0,0 0,0 1,1-1,-1 0,1 0,-1 1,1-1,-1 1,1-1,-1 0,1 1,-1-1,1 1,0-1,-1 1,1 0,0-1,0 1,-1 0,1-1,0 1,0 0,-1 0,1-1,0 1,0 0,0 0,-1 0,1 0,0 0,0 1,157 42,-129-35,-10-3,-1-1,0 2,-1 0,0 2,0 0,0 0,-1 2,0 0,-1 0,8 8,-19-11,1 0,-1 0,0 1,-1-1,1 1,-1 0,-1 0,0 0,0 0,-1 0,1 1,-2-1,1 0,-1 1,-1-1,1 0,-2 0,0 4,0 38,2-48,0 0,1 1,-1-1,0 0,1 0,-1 0,1 0,0 0,0 0,0 0,0 0,0 0,0-1,0 1,1 0,-1-1,1 1,-1-1,1 1,-1-1,1 0,0 1,0-1,0 0,0 0,0 0,0-1,0 1,0 0,0-1,0 1,0-1,0 0,0 0,0 0,0 0,2 0,82-12,-68 6,1-1,-1 0,0-1,0-1,-1-1,0 0,-1-1,0-1,4-4,-12 9,-1-1,1 0,-1 0,-1 0,0-1,0 0,0 0,-1-1,-1 1,1-1,-2 0,1-1,-1 1,-1 0,0-1,0 0,-1-7,-1 16,1 0,-1 1,0-1,0 0,0 0,0 0,0 0,0 0,-1 0,1 1,-1-1,1 0,-1 0,0 0,0 1,1-1,-1 0,0 1,-1-1,1 1,0-1,0 1,-1 0,1 0,-1-1,1 1,-1 0,1 0,-1 0,0 0,1 1,-1-1,0 0,0 1,1-1,-1 1,0 0,0-1,0 1,0 0,0 0,0 0,1 0,-1 1,0-1,-1 1,-6 1,-1 1,0 1,1 0,0 0,0 0,0 1,0 1,1 0,0 0,0 0,1 1,0 0,0 0,0 1,1 0,0 0,1 1,0 0,0 0,1 0,0 0,0 1,-1 7,4-12,0 0,1-1,-1 1,1 0,1-1,-1 1,0 0,1-1,0 1,0 0,1-1,-1 1,1-1,0 0,0 0,0 0,1 0,-1 0,1 0,0 0,0-1,1 1,-1-1,1 0,-1 0,1 0,0-1,0 0,0 1,0-1,1 0,-1-1,1 1,15 6,2-1,-1-1,1-1,-1 0,1-2,10 0,158-3,-97-9</inkml:trace>
  <inkml:trace contextRef="#ctx0" brushRef="#br1" timeOffset="58933.907">7674 6310,'-7'-7,"0"1,-1-1,0 2,0-1,0 1,0 1,-1 0,0 0,0 0,0 1,0 1,-1-1,1 1,-1 1,1 0,-1 0,0 1,1 0,-1 1,0 0,1 1,-1 0,1 0,0 1,0 0,0 0,0 1,0 0,-3 3,6-1,-1-1,1 1,1 0,-1 0,1 1,0 0,1 0,-1 0,1 0,1 1,-1 0,1 1,2-6,0 0,0 0,0 1,1-1,-1 0,1 0,0 1,0-1,0 0,0 0,0 1,1-1,0 0,0 0,0 1,0-1,0 0,0 0,1 0,-1-1,1 1,0 0,0 0,0-1,0 1,1-1,-1 0,1 0,-1 0,1 0,2 1,5 1,0-1,1 0,-1-1,1 0,0-1,-1 0,1 0,0-1,0-1,0 0,-1 0,1-1,-1-1,1 1,-1-2,0 1,0-2,0 1,0-1,-1-1,0 0,0 0,-1 0,6-6,-6 6,-1 0,0 0,0 0,0-1,-1 0,0-1,-1 1,1-1,-1 0,-1 0,0-1,0 1,0-1,-1 0,0-1,-11 35,8 9,0 1,3 0,0-1,3 0,0 0,3 0,7 21,-4-17,-2 1,-2 1,-1 0,-2 0,-1 22,-3-53,-1 0,-1 0,1 0,-2 0,1 0,-1 0,0 0,-1-1,0 1,0-1,-1 1,0-1,-1 0,0-1,0 1,0-1,-1 0,0 0,-1-1,1 1,-1-2,0 1,-1-1,1 0,-1 0,0-1,-1 0,-1 0,2-2,0 0,0-1,-1 0,1 0,0-1,-1 0,1 0,0-1,0 0,0-1,-1 0,1 0,1 0,-1-1,0-1,1 1,-1-1,1 0,0-1,1 0,-1 0,1 0,0-1,0 0,0 0,1-1,0 1,0-1,1 0,0 0,0-1,1 1,0-1,0 0,0 0,1 0,-1-3,0 1,0-1,1 1,0-1,1 0,0 0,0 1,2-1,-1 0,1 0,1 0,0 1,0-1,1 1,1-1,-1 1,2 0,-1 0,2 1,-1-1,1 1,0 0,1 1,0 0,1 0,-1 0,1 1,1 0,8-5,9-3,1 2,1 1,0 1,0 2,1 0,2 2,19-7,-26 7,-4 3,0-1,0-1,0 0,-1-2,0 0,-1-1,0-1,0-1,-1 0,0-2,-1 1,5-8,-18 18,-1-1,1 0,-1 0,0 0,0-1,0 1,0 0,-1-1,1 1,-1-1,0 0,0 1,0-1,-1 0,1 1,-1-1,0 0,0 0,0 0,-1 1,1-1,-1 0,0 0,0 1,0-1,0 0,-1 1,1 0,-1-1,0 1,0 0,-1 0,1 0,0 0,-1 0,0 0,0 1,1-1,-4 0,1-1,-1 1,1 0,-1 0,0 0,0 1,0 0,-1 0,1 0,0 1,-1 0,1 0,-1 1,1 0,-1 0,1 0,-1 1,1 0,0 0,-1 1,1-1,-5 3,9-3,0 0,0 0,0 1,1-1,-1 0,0 1,1-1,-1 1,1-1,-1 1,1 0,0 0,0 0,0-1,0 1,0 0,0 1,0-1,0 0,1 0,-1 0,1 0,0 0,0 1,0-1,0 0,0 0,0 0,0 1,1-1,-1 0,1 0,0 2,36 65,-19-50,0 0,1-2,1 0,0-1,1-1,1-1,0-1,1-1,0-1,1-1,0-1,1-1,0-1,0-2,13 2,-35-6,1 0,0 0,0 0,0 0,0-1,0 1,0-1,0 0,0-1,0 1,0 0,0-1,0 0,0 0,0 0,-1-1,1 1,0-1,-1 0,1 0,-1 0,0-1,0 1,0-1,0 1,0-1,0 0,-1 0,1-1,-1 1,0 0,0-1,0 1,0-1,-1 0,2-3,8-139,8 57,-19 88,0 1,0-1,1 0,-1 1,0-1,0 1,0-1,0 1,1-1,-1 1,0-1,1 1,-1-1,0 1,1-1,-1 1,0 0,1-1,-1 1,1 0,-1-1,1 1,-1 0,1-1,-1 1,1 0,-1 0,1 0,-1-1,1 1,0 0,-1 0,1 0,-1 0,1 0,-1 0,1 0,-1 0,1 0,0 1,-1-1,1 0,-1 0,1 0,-1 1,1-1,-1 0,1 0,-1 1,1-1,-1 0,0 1,1-1,13 31,-3 22,16 50,-25-99,0 0,0 0,1 0,-1 0,1 0,0 0,0-1,0 0,1 1,-1-1,1 0,0-1,0 1,0-1,0 1,0-1,1-1,-1 1,0 0,1-1,0 0,8 0,0-1,0 0,0-1,0-1,0 0,0 0,0-1,-1-1,1 0,-1-1,0-1,-1 1,1-2,-1 0,0 0,-1-1,1 0,-2 0,1-2,-1 1,-1-1,0 0,0-1,-1 0,6-10,-8 13,-1 1,1-1,-2-1,1 1,-1 0,0-1,0 0,-1 1,-1-1,1-6,-15 42,12-21,0 0,1 0,-1 0,1 0,0 1,1-1,0 0,0 0,0 0,0 0,1-1,0 1,1 0,-1-1,1 1,0-1,0 0,1 0,-1 0,1 0,0 0,0-1,1 0,0 0,6 5,0-1,1 0,1-1,-1 0,1-1,0 0,0-1,1-1,13 3,-2-1,0-1,0-2,0 0,1-2,-1 0,1-2,-1-1,1-1,-1-1,0-1,-1-2,4-1,-20 5,-1-1,0 1,0-1,0 0,0-1,0 0,-1 0,0 0,0-1,0 0,-1 0,1-2,-4 5,0 1,-1-1,1 0,-1 1,1-1,-1 0,0 0,-1 0,1 0,0 0,-1 0,1 0,-1-1,0 1,0 0,0 0,-1 0,1 0,-1 0,0 0,0 0,0 0,0 0,0 0,0 0,-1 1,0-1,1 0,-1 1,0 0,0-1,-2 0,2 0,0 0,-1 0,1 0,-1 0,1 1,-1 0,0-1,0 1,0 0,0 0,-1 1,1-1,0 1,-1-1,1 1,-1 0,0 0,1 1,-1-1,0 1,1 0,-1 0,0 0,1 0,-1 1,0-1,1 1,-1 0,1 0,-1 1,1-1,-1 0,1 1,0 0,0 0,0 0,0 0,0 1,0-1,1 1,0 0,0 1,0-1,0 1,1-1,0 1,0 0,0 0,0 0,0-1,1 1,0 0,-1 0,2 0,-1 0,0 0,1 0,0 0,0-1,0 1,0 0,0 0,1-1,0 1,-1-1,2 0,-1 1,0-1,0 0,1 0,0 0,3 3,0-1,1 1,0-1,0 0,0-1,0 0,1 0,-1-1,1 1,0-2,0 1,0-1,7 1,-2-2,1 0,0 0,0-1,0-1,0-1,0 0,-1 0,1-1,-1-1,1-1,-1 1,-1-2,1 0,-1-1,0 0,0 0,-1-1,0-1,0 0,-1-1,-1 0,1 0,-2-1,1 0,-1 0,-1-1,0 0,-1-1,0 0,-1 1,-1-2,1 1,-2 0,0-1,1-12,-4 19,0 1,0 0,-1-1,0 1,0 0,0 0,-1 0,1 0,-2 0,1 0,-1 0,1 1,-2-1,1 1,-1 0,1 0,-1 0,-1 0,1 1,-1 0,1-1,-1 2,0-1,-1 1,0-1,4 3,1 1,0-1,0 1,0-1,-1 1,1 0,0 0,0 0,-1-1,1 1,0 0,0 1,-1-1,1 0,0 0,0 0,-1 1,1-1,0 1,0-1,0 1,0-1,0 1,0 0,0-1,0 1,0 0,0 0,0 0,0 0,0 0,0 0,1 0,-1 0,0 0,1 0,-1 0,1 0,0 1,-1-1,1 0,0 0,-1 1,1-1,0 0,0 0,0 1,0-1,0 0,1 0,-1 1,0-1,0 0,1 0,-1 0,1 1,-1-1,1 0,0 0,-1 0,1 0,0 0,0 0,6 6,0-1,1 0,-1-1,1 0,0 0,1 0,-1-1,1-1,0 1,-1-2,2 1,-1-1,0 0,0-1,5 0,-12 0,98 12,-72-10,-1 0,1 1,-1 2,0 1,0 1,23 10,-45-15,0 1,0-1,0 1,-1 0,1 0,-1 1,0-1,0 1,-1 0,1 0,-1 0,0 0,0 1,-1-1,0 1,0-1,1 3,10 24,-8-27,0 1,0-1,1 0,0 0,0 0,0-1,1 0,-1 0,1-1,0 0,0 0,0 0,0-1,0 0,1 0,-1-1,1 0,-1 0,1-1,0 0,-1-1,1 1,-1-1,1-1,17 2,0-1,0-1,0-1,-1-2,1 0,-1-1,0-2,0-1,-1 0,-1-2,1 0,-2-2,5-4,-19 12,-1 0,1 0,-1-1,-1 0,1-1,-1 1,0-1,-1 0,0 0,0 0,0-1,-1 0,0 1,0-1,-1 0,0 0,-1-1,1 1,-2 0,1 0,-1-1,0 1,-1 0,0-1,0 1,-1 0,0 0,-1 0,1 0,-1 0,-3-3,5 9,-1 0,1 0,-1 0,1 0,-1 1,0-1,1 1,-1-1,0 1,0 0,0 0,0-1,0 1,-1 1,1-1,0 0,0 1,-1-1,1 1,0-1,0 1,-1 0,1 0,0 0,-1 0,1 1,0-1,-1 1,1-1,0 1,0 0,0 0,-1 0,1 0,0 0,0 0,0 1,1-1,-2 2,-5 3,0 1,0 0,1 0,0 1,1 0,-1 0,1 0,-2 6,4-9,1-1,0 2,0-1,0 0,0 0,1 1,0 0,0-1,0 1,1 0,-1 0,2 0,-1 0,1 0,0 0,0 0,0 0,1 0,0 0,0 0,1 0,-1-1,1 1,0 0,1-1,0 1,0-1,0 0,0 0,1 0,0-1,0 1,0-1,4 4,8 1,1-1,0-1,1 0,-1-1,1-1,1 0,-1-2,0 0,1-1,15-1,27 5,-1-4,1-2,0-2,-1-4,0-2,0-2,-1-3,45-17,-96 28,0-1,0 1,0-1,0-1,0 0,-1 0,0 0,1-1,-2 0,1 0,-1-1,1 0,-1 0,-1 0,0-1,3-3,-7 7,0 1,-1 0,1-1,-1 1,1 0,-1-1,0 1,0-1,0 1,0-1,-1 1,1 0,0-1,-1 1,0 0,1-1,-1 1,0 0,0 0,-1 0,1-1,0 1,-1 0,1 1,-1-1,0 0,1 0,-1 1,0-1,0 1,0-1,0 1,-1 0,-76-32,72 31,1 0,-1 0,1 1,-1-1,0 1,0 1,1 0,-1 0,0 0,0 0,0 1,1 0,-1 1,0 0,1 0,0 0,-1 1,1 0,0 0,0 0,0 1,1 0,-1 0,1 0,0 1,0 0,1 0,-1 0,1 0,0 2,1-3,1 1,0 0,0 0,1 0,0 0,0 0,0 0,0 0,1 0,-1 0,1 0,1 0,-1 0,1 1,0-1,0 0,0 0,1 0,0-1,0 1,0 0,0-1,1 1,0-1,0 0,0 0,0 0,1 0,0 0,-1-1,1 0,0 0,1 0,-1 0,1 0,-1-1,1 0,0 0,-1 0,1-1,0 1,0-1,0 0,1-1,-1 1,0-1,3-2,0 0,0 0,0 0,0-1,-1 0,1-1,-1 0,0 0,0 0,0-1,-1 0,1 0,-1-1,-1 0,1 0,-1 0,0-1,0 0,-1 0,3-4,5-6,-7 40,-4-15,0 0,0 0,1 1,0-1,1 0,-1-1,2 1,-1 0,1-1,0 0,0 0,1 0,0 0,0-1,1 0,0 0,0 0,0-1,1 0,0 0,0-1,0 1,0-2,3 2,6 3,1-2,0 0,1 0,0-2,-1 0,1-1,0-1,1 0,-1-1,13-2,-25 1,0 0,0-1,0 1,0-1,-1 0,1-1,0 1,0-1,-1 0,0-1,1 1,-1-1,0 0,0-1,0 1,-1-1,1 0,-1 0,0 0,0 0,0-1,-1 0,1 0,-1 0,2-5,-1-6,-1 0,-1 0,0-1,-1 1,0-1,-2 0,0 1,-1 0,0-1,-3-4,3 4,-20-171,22 187,-1 0,1 0,0-1,0 1,0 0,0-1,0 1,0 0,0-1,0 1,0 0,1 0,-1-1,0 1,1 0,-1 0,1-1,0 1,-1 0,1 0,0 0,0 0,0 0,-1 0,1 0,0 0,0 1,1-1,-1 0,0 0,0 1,0-1,0 1,0-1,1 1,-1-1,0 1,1 0,-1 0,0-1,0 1,1 0,0 0,13 5,0-1,-1 2,1 0,-1 1,0 0,-1 1,0 1,7 5,-9-6,7 3,0 1,-1 1,0 0,-1 2,0 0,-2 0,0 1,0 1,-2 1,0 0,-1 0,0 1,-2 0,-1 1,0 0,1 7,-4 7,0 0,-3 0,-1 0,-1 0,-2 0,-3 14,-1 39,4-77,1 1,1-1,0 1,0-1,1 1,1-1,0 1,0-1,1 0,0 0,1 0,0 0,0-1,1 1,0-1,1-1,0 1,1-1,0 0,0 0,0 0,1-1,0-1,0 1,3 0,3 0,1 0,-1-1,1-1,1-1,-1 0,1 0,0-2,-1 0,1-1,0 0,0-1,0-1,0-1,0 0,0-1,-1-1,5-2,-11 3,-2-1,1 0,0 0,-1-1,0 0,0 0,0-1,0 0,-1 0,0 0,-1-1,1 0,-1 0,0-1,-1 1,0-1,0 0,-1 0,0 0,0-1,-1 1,0-1,-1 1,1-1,-2 0,1 1,-1-1,-1 0,1 0,-3-7,0-3,-2 1,0-1,-1 1,0 0,-2 1,0 0,-1 0,-1 1,0 0,-1 0,-1 1,-1 1,0 0,0 0,-2 2,1 0,-6-3,-18-12,-1 2,-2 2,0 1,-1 3,-1 1,-25-6,-116-27,184 51,1-1,-1 1,0 0,0-1,0 1,1 0,-1-1,0 1,0 0,0-1,0 1,1 0,-1-1,0 1,0-1,0 1,0 0,0-1,0 1,0-1,0 1,0 0,0-1,0 1,-1 0,1-1,0 1,0-1,0 1,0 0,-1-1,1 1,0 0,0 0,-1-1,1 1,0 0,0-1,-1 1,1 0,0 0,-1 0,1-1,0 1,-1 0,1 0,0 0,-1 0,0 0,35-8,0 3,0 0,1 3,8 1,-4-1,129-3,-166 4,1 0,-1 1,0 0,0-1,0 1,0 0,1 0,-1 0,0 0,0 1,0-1,1 0,-1 1,0 0,0-1,0 1,0 0,0 0,0 0,0 0,-1 1,1-1,0 0,0 1,-1-1,1 1,-1 0,0-1,1 1,-1 0,0 0,0 0,0 0,0 0,-1 0,1 0,0 0,-1 0,1 1,-1-1,-5 33,4-31,0 0,0-1,0 1,0 0,1 0,-1 0,1 0,0 0,0-1,1 1,-1 0,1 0,0 0,0-1,0 1,0 0,0-1,1 1,0-1,0 1,0-1,0 0,0 0,1 0,2 3,3-2,0-1,0 1,1-2,-1 1,1-1,0 0,-1-1,1 0,0 0,0-1,0 0,0-1,-1 0,1 0,0-1,0 0,-1-1,0 1,1-2,-1 1,0-1,0 0,-1-1,1-1,-3 4,-1 0,1-1,-1 0,0 0,0 0,0 0,0-1,-1 1,1-1,-1 0,0 0,0 0,-1-1,1 1,-1-1,0 1,0-1,0 0,-1 0,0 0,0 0,0 0,0 0,-1 0,0 0,0 0,0 0,-1 0,1 0,-1 0,-1 0,1 0,-1 0,1 0,-1 0,-1 1,0-3,-3 0,0 1,0 0,0 0,-1 1,1-1,-2 1,1 1,0-1,-1 2,0-1,1 1,-2 0,1 0,0 1,0 0,-1 0,1 1,-1 0,0 1,1 0,-1 0,1 1,-1 0,1 1,-1-1,1 2,0-1,0 1,0 0,0 1,0 0,1 0,0 1,0 0,-6 4,9-5,-1 0,1 0,0 1,1-1,-1 1,1 0,-1 0,1 0,1 0,-1 1,1-1,0 1,0 0,1-1,-1 1,1 0,1 0,-1 0,1 0,0 0,0 0,1-1,0 1,0 0,0 0,1 0,-1-1,1 1,1-1,-1 1,1-1,0 0,0 0,1 0,-1 0,1-1,0 1,3 1,76 30,-39-28</inkml:trace>
  <inkml:trace contextRef="#ctx0" brushRef="#br1" timeOffset="59183.24">12995 5749,'-20'0,"-14"2,-6 8,2 6,7 10,10 8,12 6,14 4,7-6</inkml:trace>
  <inkml:trace contextRef="#ctx0" brushRef="#br1" timeOffset="59333.838">13116 6296,'20'9,"16"4,16-2,15-2,13-2,17-5,-8-3</inkml:trace>
  <inkml:trace contextRef="#ctx0" brushRef="#br1" timeOffset="59848.212">15107 6029,'7'-11,"36"-62,-3-2,-4-2,6-23,-34 84,-5 32,28 428,-30-430,0 0,0-1,-2 1,0-1,0 1,-2-1,1 1,-2-1,1 0,-2 0,0 0,0-1,-2 0,1 0,-5 5,10-15,0-1,0 1,-1-1,1 0,-1 1,1-1,-1 0,1 0,-1 0,0 0,0 0,1 0,-1-1,0 1,0 0,0-1,0 0,0 1,0-1,0 0,0 0,0 0,1 0,-1 0,0-1,0 1,0-1,0 1,0-1,0 1,0-1,1 0,-1 0,0 0,1 0,-1 0,0-1,1 1,0 0,-2-2,3 2,0 0,0 0,0 0,0 0,0 0,1 0,-1 0,0 0,0 0,1 0,-1 0,1 1,-1-1,1 0,-1 0,1 0,-1 0,1 0,0 1,-1-1,1 0,0 1,0-1,-1 0,1 1,0-1,0 1,0 0,0-1,0 1,0-1,0 1,0 0,0 0,0 0,0 0,0 0,0 0,0 0,0 0,1 0,161-9,-120 10,239 0,-234-1</inkml:trace>
  <inkml:trace contextRef="#ctx0" brushRef="#br1" timeOffset="60102.054">14653 5455,'9'11,"10"11,8 6,11 0,11-2,8-3,-5-5</inkml:trace>
  <inkml:trace contextRef="#ctx0" brushRef="#br1" timeOffset="60351.39">15562 5387,'9'16,"8"14,7 12,7 5,7 1,6 0,3-7,-7-10</inkml:trace>
  <inkml:trace contextRef="#ctx0" brushRef="#br1" timeOffset="60900.188">17393 5882,'10'-25,"1"0,1 1,1 0,0 1,2 0,1 2,10-12,5-7,-10 14,-2 0,-1-2,-2 0,0-1,-2 0,-1-1,-1-1,-2 0,6-32,-14 59,-1 0,0 0,-1-1,1 1,-1 0,0-1,0 1,0 0,-1-1,1 1,-1 0,0-1,-1 1,1 0,-1 0,1 0,-1 0,0 0,-1 1,1-1,-1 1,1-1,-1 1,0 0,0 0,-1 0,1 0,-1 1,-3 0,-1 0,0 1,0 0,0 1,1 0,-1 0,0 0,0 1,0 0,0 1,1 0,-1 0,1 1,-1 0,1 0,0 0,0 1,0 0,1 1,0-1,-1 1,1 1,1-1,-1 1,1 0,-1 1,-5 7,-1 0,2 1,-1 0,2 1,0 0,2 1,-1 0,2 0,0 0,1 1,1 0,1 0,0 0,1 0,1 0,1 1,1-1,0 0,1 0,1 1,1-2,0 1,2 0,0-1,1 0,0 0,1-1,1 0,1 0,1-1,3 3,0 0,2-2,0 0,1-1,0 0,1-1,1-1,0-1,1-1,0-1,0 0,1-1,1-2,-1 0,1-1,9 0,25 2</inkml:trace>
  <inkml:trace contextRef="#ctx0" brushRef="#br1" timeOffset="61264.214">18035 5721,'-12'-6,"-1"1,1-1,-1 2,0 0,0 0,-1 2,1-1,-1 2,-10-1,17 2,0 1,0-1,1 1,-1 1,0-1,1 1,-1 0,1 1,0 0,0-1,0 2,0-1,0 1,1 0,0 0,0 1,0-1,0 1,0 0,-1 3,2-4,1 1,-1 0,1 0,0 0,0 0,0 0,1 0,0 1,0-1,0 1,1 0,0-1,0 1,0 0,1 0,0 0,0-1,0 1,1 0,0 0,0 0,0-1,1 1,0 0,0-1,0 0,1 1,0-1,0 0,0 0,0-1,1 1,0-1,0 1,0-1,0 0,3 1,3-2,-1 0,1 0,0-1,-1-1,1 1,0-2,0 1,0-1,0-1,0 0,0 0,-1-1,1 0,0-1,-1 0,0-1,0 1,0-2,0 1,0-1,-1-1,0 0,0 0,-1 0,1-1,-1 0,-1 0,0-1,0 0,0 0,-1-1,0 1,0-2,-3 7,1-1,-1 0,0 0,0-1,0 1,-1 0,0-1,0 1,0-1,0 1,-1-1,1 1,-1-1,0 1,-1-1,1 0,-1 1,0-1,0-1,0 6,0 0,0 0,0 0,0 0,0 0,0 0,0 0,1 0,-1 1,0-1,0 0,0 0,0 1,0-1,1 1,-1-1,0 1,0-1,1 1,-1-1,0 1,1 0,-1-1,1 1,-1 0,1 0,-1-1,1 1,-1 0,1 0,0 0,-1-1,1 1,0 0,0 0,-1 0,1 0,0 0,0 0,0 0,-1 5,-1 0,1 0,0 1,0-1,1 0,0 0,0 0,0 1,1-1,0 0,0 0,0 0,1 0,0 0,0 0,1 0,-1-1,1 1,0-1,1 0,0 0,-1 0,2 0,-1-1,0 1,1-1,0 0,4 3,10 6,0-1,1-1,0 0,1-1,0-2,0 0,8 1,46 12</inkml:trace>
  <inkml:trace contextRef="#ctx0" brushRef="#br1" timeOffset="61534.492">19224 5681,'-2'14,"-1"13,-2 9,0 6,0 2,4-2,2-6,3-6,3-9,3-10,-1-7</inkml:trace>
  <inkml:trace contextRef="#ctx0" brushRef="#br1" timeOffset="61783.861">19104 5307,'0'14,"9"11,12 8,12 3,0-4</inkml:trace>
  <inkml:trace contextRef="#ctx0" brushRef="#br1" timeOffset="62000.282">19533 5855,'17'-3,"0"-1,0 0,0-1,0-1,-1-1,0 0,0-1,-1 0,0-2,0 0,-1 0,-1-1,0-1,7-8,-17 18,0 0,-1 0,0-1,1 1,-1-1,0 1,0-1,0 0,-1 1,1-1,-1 0,1 0,-1 0,0 0,0-1,-1 1,1 0,-1 0,1-1,-1 1,0 0,0 0,0-1,-1 1,1 0,-1 0,0-1,0 1,0 0,0 0,0 0,-1 0,1 0,-1 1,0-1,0 0,-5 0,0 1,0 0,0 0,0 0,-1 1,1 0,0 0,-1 1,1 0,-1 0,1 1,0 0,-1 0,1 1,0-1,0 2,0-1,0 1,0 0,1 1,-1-1,1 1,0 1,0-1,0 1,-1 2,1-3,1 0,-1 1,1-1,1 1,-1 0,1 0,0 1,0-1,0 1,1 0,0 0,0 0,0 0,1 1,0-1,0 1,1 0,0-1,0 1,0 0,1 0,0-1,0 1,1 0,0 0,0-1,1 1,-1 0,1-1,1 0,-1 1,2 1,5 2,0 0,1-1,0 0,1 0,0-1,0 0,0-1,1-1,0 0,1 0,-1-1,1-1,0 0,0-1,0 0,1-1,5 0,47 8</inkml:trace>
  <inkml:trace contextRef="#ctx0" brushRef="#br1" timeOffset="62366.813">20334 5561,'-16'-4,"1"2,-1 0,0 0,0 2,0 0,0 0,1 2,-1 0,0 1,1 0,-1 2,1-1,0 2,1 0,-9 5,21-9,-1-1,1 2,0-1,0 0,0 0,0 1,0-1,0 1,0-1,1 1,-1 0,1 0,0-1,0 1,0 0,0 0,0 0,1 0,0 1,-1-1,1 0,0 0,0 0,1 0,-1 0,1 0,-1 0,1 0,0 0,0 0,0 0,1 0,-1-1,1 1,-1 0,1-1,0 1,0-1,0 0,0 1,1-1,0 0,26 25,1-3,1 0,2-2,23 12,24 17,-72-45,91 76,-99-82,1 1,0 0,0 0,0-1,0 1,0 0,-1 0,1 0,0 0,-1 0,1 0,-1 0,1 0,-1 0,1 0,-1 0,0 1,0-1,1 0,-1 0,0 0,0 0,0 1,0-1,0 0,-1 0,1 0,0 0,0 0,-1 1,1-1,-1 0,1 0,-1 0,1 0,-1 0,0 0,1 0,-1 0,0-1,0 1,0 0,0 0,0-1,0 1,0 0,0-1,-7 4,-1-1,1 0,-1 0,1-1,-1 0,0-1,0 0,1 0,-1-1,0 0,0 0,0-1,0-1,0 1,-1-2,9 3,0 0,0 0,0-1,0 1,0 0,0-1,0 1,0-1,0 1,0-1,0 0,0 1,1-1,-1 0,0 0,0 1,1-1,-1 0,0 0,1 0,-1 0,1 0,-1 0,1 0,0 0,-1 0,1 0,0 0,0 0,0 0,0 0,0 0,0-1,0 1,0 0,0 0,0 0,0 0,1 0,-1 0,0 0,1 0,-1 0,1 0,-1 0,1 0,0 0,-1 1,1-1,1-1,43-45,-40 42,87-72,-45 37</inkml:trace>
  <inkml:trace contextRef="#ctx0" brushRef="#br1" timeOffset="62540.354">20735 5614,'-2'21,"-1"15,0 11,1 7,5 1,6-3,9-4,8-10,7-8,4-9,0-8,-3-12,-8-11,-8-6</inkml:trace>
  <inkml:trace contextRef="#ctx0" brushRef="#br1" timeOffset="62694.938">20829 5387,'-5'0,"2"7,4 9,4 2</inkml:trace>
  <inkml:trace contextRef="#ctx0" brushRef="#br1" timeOffset="63482.828">21164 5976,'24'-28,"-1"-1,-2-1,0-1,-2-1,-2-1,-1 0,-1-1,-2-1,-1 0,-2-1,-2 0,0-4,-11-52,2 89,0 0,0 0,0 0,0 0,-1 1,1-1,-1 0,0 1,0-1,0 1,0 0,0 0,0-1,-1 1,1 1,-1-1,1 0,-1 1,0-1,1 1,-1 0,0 0,0 0,0 0,0 0,0 1,0 0,-2-1,-2 1,0 0,0 1,1-1,-1 2,0-1,0 1,0-1,1 2,-1-1,1 1,0 0,0 0,-2 2,6-3,-1-1,0 1,1 0,-1-1,1 1,0 1,0-1,0 0,0 1,0-1,0 1,0-1,1 1,-1 0,1-1,0 1,0 0,0 0,0 0,1 0,-1 0,1 0,0 0,-1 0,1 1,1-1,-1 0,0 0,1 0,0 2,4 1,0 1,0 0,0-1,1 0,0 0,1-1,-1 0,1 0,0 0,0-1,0 0,1 0,-1-1,1 0,0 0,0-1,0 0,0 0,9 0,62 12,1-2,1-5,-1-3,27-4,-59 1,-42-1,-4-1,-1 0,1 1,0 0,0-1,-1 1,1 0,0 0,0-1,0 1,-1 1,1-1,0 0,0 0,-1 1,1-1,0 1,0-1,-1 1,1 0,-1 0,1 0,0 0,-1 0,0 0,1 0,-1 0,0 1,1-1,-1 0,0 1,0-1,0 1,0-1,-1 1,1 0,0-1,0 2,-52 103,45-89,1 0,0 1,1 0,1 0,1 0,0 0,1 17,1-33,0 1,0-1,0 0,1 1,-1-1,0 0,1 0,0 1,-1-1,1 0,0 0,0 0,0 0,0 0,1 0,-1 0,0 0,1 0,0-1,-1 1,1-1,0 1,0-1,0 0,0 1,0-1,0 0,0 0,0 0,0-1,0 1,0-1,1 1,-1-1,0 1,1-1,-1 0,0 0,2-1,36 3,-1-2,0-2,0-2,35-7,-61 7,0-1,0 0,0-1,-1-1,0 0,0 0,-1-1,0-1,-1 0,1 0,-2-1,1 0,-1-1,-1 0,0 0,-1-1,0 0,-1 0,0-1,0 0,-2 0,0 0,0 0,-1-1,-1 0,0 1,-1-4,4-3,-2-1,0 1,-2-1,0 0,-1 0,-1 1,-2-7,3 26,0-1,-1 1,1-1,0 1,-1 0,1-1,-1 1,1 0,-1-1,0 1,0 0,1 0,-1 0,0 0,0-1,0 1,0 0,0 1,0-1,-1 0,1 0,0 0,0 1,-1-1,1 1,0-1,-1 1,1-1,0 1,-1 0,1 0,-1-1,1 1,-1 0,1 0,0 1,-1-1,1 0,-1 0,1 1,-51 27,41-18,0 1,0 0,1 1,1 0,0 1,1 0,0 0,1 0,0 1,1 1,1-1,0 1,1-1,1 1,0 1,1-1,0 3,2-10,0 0,1 0,0 0,1-1,-1 1,1 0,1 0,-1-1,2 1,-1-1,1 0,0 0,0 0,1-1,-1 1,2-1,-1 0,1-1,0 1,0-1,0 0,1 0,-1-1,7 3,8 4,1 0,1-1,0-2,0 0,0-2,1 0,14 1,-8-3,0 0,0-2,1-1,-1-1,0-2,17-3,-13-3</inkml:trace>
  <inkml:trace contextRef="#ctx0" brushRef="#br1" timeOffset="63732.594">22995 5989,'-3'-2,"-2"-1,-5 0,-4-2,2 1</inkml:trace>
  <inkml:trace contextRef="#ctx0" brushRef="#br1" timeOffset="113329.082">2795 8181,'264'-1,"501"11,-697-7,-94-21,30 14,4 2</inkml:trace>
  <inkml:trace contextRef="#ctx0" brushRef="#br1" timeOffset="118984">4840 8288,'2'-16,"1"-1,0 1,1 0,1 0,0 1,1-1,0 1,9-12,-7 9,111-213,-118 228,0 2,-1 0,0 0,0 0,0 0,1 0,-1 0,0 0,1 0,-1 0,1 0,-1 0,1 1,0-1,-1 0,1 0,0 1,0-1,-1 0,1 1,0-1,0 0,0 1,0-1,0 1,-1 0,1-1,0 1,0 0,0 0,0-1,0 1,0 0,1 0,-1 0,0 0,0 0,0 0,0 1,0-1,0 0,0 0,0 1,-1-1,1 1,1-1,46 82,-9-15,41 88,-79-154,0 0,0 1,0-1,0 1,0 0,0-1,0 1,-1-1,1 1,0 0,-1 0,0 0,1-1,-1 1,0 0,0 0,0 0,0-1,0 1,0 0,-1 0,1 0,0-1,-1 1,0 0,1 0,-1-1,0 1,0-1,0 1,0 0,0-1,0 0,0 1,-1-1,1 0,0 0,-1 1,1-1,-1 0,0-1,1 1,-1 0,1 0,-1-1,0 1,0 0,-5-2,0 1,0-1,0 0,0-1,0 1,0-2,0 1,1-1,-1 1,1-2,0 1,0-1,0 0,0 0,1-1,-1 1,1-1,0-1,-1-2,5 8,0 0,1-1,-1 1,1-1,-1 1,1-1,-1 1,1-1,-1 0,1 1,0-1,-1 1,1-1,0 0,0 1,-1-1,1 0,0 1,0-1,0 0,0 0,0 1,0-1,0 0,0 1,0-1,0 0,0 0,0 1,0-1,1 0,-1 1,0-1,1 0,-1 1,0-1,1 1,-1-1,1 0,-1 1,1-1,-1 1,1-1,-1 1,1 0,-1-1,1 1,0-1,-1 1,1 0,0 0,-1-1,1 1,0 0,0 0,48-7,-37 6,81-6,0 1,-1-5,0-3,78-23,-164 35,0 1,0 0,0-1,0 0,-1 0,1-1,-1 1,0-1,1-1,-1 1,-1-1,1 1,3-5,-7 7,0 0,-1 0,0 0,1 0,-1 0,1 0,-1 0,0-1,0 1,0 0,0 0,0 0,0 0,0 0,0-1,0 1,0 0,-1 0,1 0,0 0,-1 0,1 0,-1 0,1 0,-1 0,0 0,1 0,-1 0,0 0,0 0,1 1,-1-1,0 0,0 0,0 1,0-1,-1 0,-39-21,25 16,1 1,-2 1,1 0,0 1,-1 1,1 0,-1 2,0 0,-10 1,20-1,1 1,-1 0,0 0,0 1,0 0,1 0,-1 1,1-1,-1 1,1 1,0-1,0 1,1 0,-1 0,1 1,0 0,0 0,0 0,1 0,0 1,0 0,0 0,1 0,-1 0,2 0,0-1,1 1,-1-1,1 1,0-1,1 1,-1 0,1 0,0-1,0 1,1 0,0-1,0 1,0 0,1-1,-1 1,1-1,1 0,-1 0,1 1,0-2,0 1,0 0,1-1,-1 1,1-1,3 3,5 4,1-1,0 1,0-2,1 0,0-1,1 0,-1-1,2-1,3 1,15 4,0-2,1-2,0-1,1-2,-1-1,1-2,28-3,-1-3</inkml:trace>
  <inkml:trace contextRef="#ctx0" brushRef="#br1" timeOffset="123247.397">7032 8408,'24'-210,"-22"191,1 1,1-1,0 1,1 0,1 1,1-1,1 1,0 0,1 1,1 0,1 0,10-11,-19 25,0 0,0 0,0 0,0 0,0 0,0 0,1 1,-1-1,1 1,-1 0,1 0,0 0,-1 0,1 0,0 1,0-1,0 1,-1-1,1 1,0 0,0 0,0 1,0-1,0 0,-1 1,1 0,0 0,0 0,-1 0,1 0,-1 0,1 1,-1-1,1 1,-1-1,0 1,1 1,12 13,0 1,-2 0,0 1,-1 1,5 10,1 1,60 100,-77-130,0 1,0 0,0-1,0 1,-1 0,1 0,0 0,-1 0,1 0,0 0,-1 0,1 0,-1 0,1 0,-1 0,0 0,0 0,1 0,-1 0,0 0,0 0,0 0,0 0,0 1,0-1,0 0,-1 0,1 0,0 0,-1 0,1 0,0 0,-1 0,1 0,-1 0,0 0,1 0,-1 0,0 0,0-1,1 1,-1 0,0 0,0-1,0 1,0 0,0-1,0 1,0-1,-1 1,-5 0,0 1,-1-1,1 0,-1-1,1 1,0-1,-1-1,1 0,-1 0,1 0,0-1,-1 0,1 0,0-1,1 0,-1 0,0-1,1 0,0 0,0 0,0-1,0 0,-3-4,8 7,-1-1,1 0,0 0,0 1,0-1,0 0,1 0,-1 0,1 0,0 0,-1 0,1 0,1 0,-1 0,0 0,1 0,0 0,-1 0,1 0,0 0,0 0,1 1,-1-1,1 0,-1 1,1-1,0 1,0 0,0-1,0 1,0 0,1 0,83-55,-35 34,0 1,1 3,1 2,1 3,9 0,-59 13,-2 0,1 0,0-1,0 1,-1 0,1 0,0 0,0 1,0-1,0 1,0 0,0-1,0 1,0 1,0-1,0 0,-1 1,1-1,0 1,0 0,0 0,0 0,-1 0,1 1,-1-1,1 1,-1-1,1 1,-1 0,0 0,0 0,0 0,0 1,0-1,0 0,-1 1,1 0,-1-1,1 1,-1 0,0 70,3 23,-3-92,0 0,0 0,0-1,1 1,-1 0,1-1,0 1,0-1,1 0,-1 0,1 0,-1 0,1 0,0 0,0-1,0 1,0-1,1 0,-1 0,1 0,-1-1,3 2,-3-2,0 0,0-1,1 1,-1 0,0-1,0 0,0 0,1 0,-1 0,0 0,0-1,0 1,0-1,0 0,0 0,0 0,0-1,0 1,0-1,0 1,-1-1,1 0,0 0,-1 0,0 0,1 0,-1-1,0 1,0-1,43-84,-26-57,-16 175,-4-20,1-1,0 1,0 0,2-1,-1 1,1 0,1-1,-1 0,2 0,0 0,0 0,1 0,0-1,0 0,1 0,0 0,1-1,0 0,0 0,1 0,0-1,8 5,9-1</inkml:trace>
  <inkml:trace contextRef="#ctx0" brushRef="#br1" timeOffset="124472.677">8316 7874,'-3'23,"1"-1,2 1,0 0,1 0,2 0,0 0,1-1,1 0,2 0,0 0,1 0,1-1,11 18,-20-37,1 0,-1 0,1-1,0 1,0 0,0 0,0-1,0 1,0 0,1-1,-1 1,0-1,1 1,-1-1,1 0,-1 0,1 1,0-1,0 0,-1-1,1 1,0 0,0 0,0-1,0 1,0-1,0 0,0 0,0 1,0-1,0 0,0-1,0 1,0 0,0-1,0 1,0-1,0 1,-1-1,1 0,5-6,-1 0,1-1,-2 0,1 0,-1 0,-1-1,1 1,-1-1,-1 0,0-1,2-6,-3 9,37-148,-32 151,-2 18,-4-10,6 17,1-1,0-1,1 1,1-1,1-1,1 0,0 0,2-1,0-1,5 5,-14-17,-1-1,1 1,-1-1,1 0,0 0,0 0,0-1,1 0,-1 0,1 0,-1-1,1 0,-1 0,1 0,0-1,-1 1,1-2,0 1,0 0,-1-1,1 0,-1-1,1 1,-1-1,1 0,-1 0,0 0,0-1,5-3,12-10,0-1,-2 0,0-2,-1 0,0-2,-2 0,0 0,-2-2,-1 0,7-13,-11 14,-10 22,-1 0,1 0,0 0,0 0,0 0,0 0,0 0,-1 0,1 0,0 0,0 0,0 0,0 0,0 0,-1 0,1 0,0-1,0 1,0 0,0 0,0 0,-1 0,1 0,-11 18,4-4,0 1,2-1,-1 1,2 0,0 1,0-1,2 1,0 0,1 0,0 8,2-19,-1 0,1 0,1 0,-1 0,0-1,1 1,0 0,0-1,1 0,-1 1,1-1,0 0,0 0,0-1,1 1,0-1,-1 1,1-1,0 0,0 0,0-1,1 0,-1 1,5 0,7 3,0 0,0-2,0 0,1-1,0 0,12-1,-1 1,0-1,0-2,0-1,0-1,0-1,0-2,0-1,-1 0,0-3,0 0,-1-1,0-2,2-2,-24 12,-1-1,1 1,-1 0,0-1,0 0,0 0,0 0,0 0,-1 0,0 0,1-1,-1 1,0-1,-1 1,1-1,-1 0,1 0,-1 0,0 0,0 0,0-4,25-96,-28 38,2 64,-1 1,1-1,-1 1,0-1,1 1,-1-1,0 1,0-1,0 1,0 0,0-1,0 1,0 0,0 0,0 0,-1 0,1 0,0 0,-1 0,1 1,-1-1,1 0,-1 1,1-1,-1 1,0-1,1 1,-1 0,0 0,1 0,-1 0,1 0,-1 0,0 0,1 0,-1 1,1-1,-2 1,-4 1,0 0,0 1,0-1,1 1,-1 1,1-1,0 1,0 0,0 0,0 1,1 0,0 0,0 0,0 1,1 0,0-1,0 1,0 1,1-1,0 1,0-1,0 1,1 0,0 0,1 0,-1 0,1 0,1 0,-1 1,1-1,0 0,1 0,0 1,0-1,1 0,-1 0,2 0,-1-1,1 1,3 5,8 3,0-2,2 0,-1 0,2-2,0 0,0 0,1-2,0 0,0-1,1-1,0-1,0-1,1 0,0-2,0 0,34 8,1-2,0-2,0-3,0-3,0-1,34-7,-26-2</inkml:trace>
  <inkml:trace contextRef="#ctx0" brushRef="#br1" timeOffset="125653.36">10455 8088,'-17'-11,"-1"1,-1 0,1 1,-1 1,-1 1,-18-4,32 10,0-1,0 1,-1 1,1-1,-1 1,1 0,-1 1,1-1,0 1,-1 1,1-1,0 1,0 0,0 0,0 1,0 0,0 0,1 0,0 1,-1-1,1 2,1-1,-5 4,5-5,1 0,0 1,0-1,1 0,-1 1,1 0,-1 0,1-1,0 1,1 0,-1 1,1-1,0 0,0 0,0 1,0-1,1 0,-1 1,1-1,0 0,1 1,-1-1,1 1,0-1,0 0,0 0,1 0,-1 1,1-1,0 0,0-1,1 1,-1 0,1-1,0 1,-1-1,2 0,-1 0,0 0,0 0,1-1,0 1,0-1,4 2,0-1,0 0,1 0,-1-1,0 0,1-1,0 1,-1-2,1 1,0-1,-1-1,1 0,0 0,-1 0,1-1,-1 0,0-1,0 0,0 0,8-5,-3 1,0-1,0-1,-1 0,0 0,0-1,-1-1,0 0,-1-1,-1 0,0 0,3-6,-11 16,-1 1,0 1,0-1,0 1,0-1,0 0,1 1,-1-1,0 1,0-1,0 0,0 1,1-1,-1 1,0-1,1 1,-1-1,0 1,1-1,-1 1,1-1,-1 1,1-1,-1 1,1 0,-1-1,1 1,-1 0,1 0,-1-1,1 1,-1 0,1 0,0 0,-1 0,1-1,-1 1,1 0,0 0,-1 0,1 0,-1 1,1-1,0 0,-1 0,1 0,-1 0,1 1,0-1,-1 0,1 0,-1 1,1-1,0 1,38 82,-35-78,1-1,-1 0,1 1,-1-2,1 1,1 0,-1-1,0 0,1-1,0 1,-1-1,1 0,0 0,0-1,0 1,0-1,1-1,-1 1,0-1,0 0,0-1,0 1,1-1,-1-1,0 1,0-1,0 0,-1 0,1-1,0 1,-1-1,0 0,0-1,0 0,4-3,1-6,-1-1,-1 0,0 0,-1-1,0 0,-2 0,1-1,-2 1,0-1,-1 0,1-16,8-27,22-36,-32 93,-1-1,1 1,0 0,-1 0,1-1,0 1,0 1,0-1,0 0,1 0,-1 1,0-1,1 1,-1 0,1 0,0 0,-1 0,1 0,0 0,0 1,-1-1,1 1,0 0,0 0,0 0,-1 0,1 0,0 1,0-1,-1 1,1 0,0 0,2 1,10 6,1 1,-1 0,-1 2,0-1,0 2,-1 0,-1 0,0 1,0 1,-1 0,-1 1,-1 0,7 13,-1 0,-2 1,-1 1,-2 0,0 0,-2 1,-2 0,0 0,-1 20,1 48,-5-1,-5 11,0 11,4-101,0 0,1-1,1 1,1 0,1-1,1 1,1 2,-5-17,1 1,-1-1,1 1,0-1,0 0,1 0,-1 0,1 0,0-1,0 1,0-1,0 1,1-1,-1 0,1-1,0 1,0 0,0-1,0 0,0 0,0 0,1-1,-1 1,1-1,-1 0,1 0,0-1,-1 0,1 1,-1-1,2-1,-1 1,1-1,-1-1,1 1,-1-1,0 0,1 0,-1 0,0-1,0 0,-1 0,1 0,-1 0,1-1,-1 0,0 0,0 0,-1 0,1-1,-1 1,0-1,0 0,-1 0,0 0,2-3,3-10,-1 0,-1 0,0-1,-1 0,-2 0,2-13,-2 7,-1 0,0 0,-2-1,-1 1,-1 1,-2-1,0 0,-1 1,-1 0,-2 1,0-1,-1 2,-2-1,0 1,-1 1,-2 1,0 0,-1 0,0 2,-19-16,13 17,-1 1,-1 1,0 1,-1 2,-1 0,0 2,0 0,-1 2,0 1,-19-2,31 5,33 4,-2 0,479-37,-421 36,-73 2,0-1,0 1,0 0,0 0,0-1,0 1,0 0,0 0,0 0,0 0,-1 0,1 1,0-1,-1 0,1 0,-1 0,1 1,-1-1,0 0,1 0,-1 1,0-1,0 0,0 1,0-1,0 0,0 1,0-1,-1 0,1 0,0 1,-1-1,1 0,-1 0,1 1,-1-1,0 0,1 0,-1 0,0 0,0 0,0 0,0 0,0 0,0 0,0 0,0-1,-3 7,3-5,-1 0,0 1,0-1,0 1,0 0,0 0,1 0,-1 0,1 0,0 0,0 0,0 0,0 1,1-1,-1 0,1 1,0-1,0 0,0 1,0-1,1 0,-1 0,1 1,0-1,0 0,0 0,0 0,0 0,1 0,-1 0,1 0,0 0,2 2,3-2,0 0,0-1,1 0,-1 0,1 0,-1-1,1 0,-1 0,1-1,0 0,0 0,-1-1,1 0,-1-1,1 1,-1-1,1-1,-1 1,0-2,0 1,0 0,-3 1,0 0,0 1,0-1,0-1,0 1,-1-1,1 1,-1-1,0 0,1 0,-1 0,0-1,-1 1,1-1,-1 0,1 1,-1-1,-1 0,1 0,0-1,-1 1,0 0,0 0,0-1,0 1,-1-1,0 1,0 0,0-1,0 1,-1-1,1 1,-1 0,0-1,-1 1,1 0,-1 0,0 0,0 0,0 0,0 0,-1 1,1-1,-5-3,0 0,0 1,0 0,0 0,-1 1,0 0,0 0,-1 1,1 0,-1 0,0 1,0 0,0 1,0 0,0 1,-1-1,1 2,-1-1,-6 2,9-1,1 0,-1 1,1-1,0 2,-1-1,1 1,0 0,0 0,0 0,0 1,1 0,-1 0,1 1,-1 0,1 0,0 0,1 0,-1 1,1 0,0-1,0 2,0-1,1 0,0 1,0 0,0 0,1-1,0 2,0-1,0-1,1 1,-1-1,1 1,1-1,-1 1,1 0,0-1,1 1,-1-1,1 1,0-1,0 1,1-1,-1 0,1 1,1-1,-1 0,1 0,0 0,0-1,0 1,0-1,1 0,0 1,0-2,0 1,0 0,1-1,-1 0,1 0,4 2,28 9,-1-6</inkml:trace>
  <inkml:trace contextRef="#ctx0" brushRef="#br1" timeOffset="125904.688">11886 7500,'-18'0,"-13"4,-11 7,-2 8,4 7,9 6,11 5,17 0,15 1,15-1,3-8</inkml:trace>
  <inkml:trace contextRef="#ctx0" brushRef="#br1" timeOffset="126148.045">12019 8035,'16'11,"17"4,18-1,21-2,24-4,22-10,-9-4</inkml:trace>
  <inkml:trace contextRef="#ctx0" brushRef="#br1" timeOffset="126501.091">14292 7727,'21'-143,"-8"75,-1-1,-3-1,-3 0,-3-1,-3 1,-4-8,-17-6,21 84,0-1,0 0,0 0,-1 1,1-1,0 0,-1 1,1-1,0 1,-1-1,1 0,-1 1,1-1,-1 1,1-1,-1 1,0-1,1 1,-1 0,1-1,-1 1,0 0,0 0,1-1,-1 1,0 0,1 0,-1 0,0 0,0 0,1 0,-1 0,0 0,1 0,-1 0,0 0,0 0,1 0,-1 1,0-1,1 0,-1 1,0-1,1 0,-1 1,0-1,1 1,-21 32,8 12,1 1,3 1,2 0,1 0,2 23,-1 0,3 0,3 0,4 8,-2-52,1 0,1 0,1 0,1-1,2 1,0-2,2 1,0-1,13 18,-21-38,-1 0,0 0,0 0,1-1,-1 1,1-1,0 0,0 0,0 0,0 0,0 0,1-1,0 1,-1-1,4 1,2-5,-3-5</inkml:trace>
  <inkml:trace contextRef="#ctx0" brushRef="#br1" timeOffset="126935.026">13837 7393,'17'10,"1"-1,-1-1,1 0,1-1,0-1,0-1,0-1,17 2,-14-1,502 84,-507-85,0 0,0 2,-1 0,0 1,0 0,5 5,-17-10,0 1,0-1,-1 1,1 0,0 1,-1-1,0 1,0-1,0 1,0 0,-1 0,1 0,-1 1,0-1,0 0,-1 1,1-1,-1 1,0 0,-1-1,1 1,-1 0,1 0,-2 4,-48 163,49-170,0 1,-1-1,2 1,-1-1,0 1,0-1,1 0,-1 1,1-1,0 0,0 1,0-1,0 0,0 0,0 0,1 1,-1-2,1 1,-1 0,1 0,0 0,-1-1,1 1,0-1,0 1,1-1,-1 0,0 0,0 0,0 0,1 0,0 0,4 1,-1-1,1 0,-1 0,1 0,0-1,-1 0,1 0,0-1,-1 0,1 0,3-1,-4 1,1-1,-1 0,1-1,-1 1,0-1,0-1,0 1,0-1,-1 0,0 0,1 0,-2-1,1 0,0 0,-1 0,0-1,0 1,0-1,-1 0,0 0,0 0,-1-1,0 1,0 0,0-1,-1 0,1 1,-2-1,1 0,-1 0,0 0,0 1,-1-1,0 0,0 1,-1-1,0 0,0 1,-2-4,1 4,-1 0,0 0,-1 0,1 1,-1 0,0 0,0 0,-1 0,1 1,-1 0,0 0,0 1,-1-1,1 1,-1 1,0-1,1 1,-1 0,0 1,2 0,0 0,1 0,-1 1,0-1,0 1,0 0,1 1,-1-1,0 1,0 0,1 0,-1 1,0-1,1 1,0 0,-1 0,1 0,0 1,0 0,0-1,0 2,1-1,-1 0,1 1,0-1,0 1,0 0,0 1,0-1,1 1,0 0,0 1,0-1,0 0,1 0,0 1,0-1,1 1,-1-1,1 1,0-1,1 4,5 29</inkml:trace>
  <inkml:trace contextRef="#ctx0" brushRef="#br1" timeOffset="127467.118">15281 7553,'-3'-100,"4"0,5 0,3 1,9-23,-5 33,-7 5,-5 84,-1-1,0 1,0 0,0-1,1 1,-1 0,0-1,0 1,0-1,0 1,0-1,0 1,0 0,0-1,0 1,0-1,0 1,0-1,0 1,0-1,0 1,0 0,0-1,-1 1,1-1,0 1,0 0,0-1,-1 1,1 0,0-1,-1 1,1 0,0-1,-1 1,1 0,0 0,-1-1,1 1,0 0,-1 0,1 0,-1 0,1-1,-1 1,1 0,0 0,-1 0,1 0,-1 0,1 0,-1 0,1 0,0 0,-1 0,-15 23,4 10,2 0,2 0,1 1,1 0,2 0,1 1,2 4,1 15,3 0,3 0,2-1,2 0,2 0,3-1,2-1,2 0,2-1,21 34,-33-68,0 0,1 0,0-1,1-1,1 0,6 5,-14-15,1 1,0-1,0-1,0 1,0-1,0 1,1-1,0-1,0 1,0-1,0 0,0-1,0 1,0-1,0 0,1-1,-1 0,0 1,0-2,1 1,11-5,0-1,0 0,-1-2,0 0,0 0,-1-2,0 0,0-1,-1 0,-1-1,0-1,-1 0,11-14,31-46,-58 84,-1 0,1 1,1-1,0 1,1 0,0 0,0 0,2 0,-1-1,1 1,2 2,-1-7,1-1,1 0,-1 0,1 0,0 0,1 0,-1-1,1 0,0 0,0 0,1-1,-1 1,1-1,0 0,0-1,1 0,-1 0,1 0,-1-1,1 0,0 0,0 0,0-1,0 0,0-1,2 0,32 5</inkml:trace>
  <inkml:trace contextRef="#ctx0" brushRef="#br1" timeOffset="127714.455">16110 7406,'-16'-2,"-10"-1,-7 0,2 1</inkml:trace>
  <inkml:trace contextRef="#ctx0" brushRef="#br1" timeOffset="127865.054">15041 7273,'22'-5,"25"-3,21-4,15 0,10-2,-2 2,-12 5,-20 4</inkml:trace>
  <inkml:trace contextRef="#ctx0" brushRef="#br1" timeOffset="128018.644">15428 8048,'0'20,"0"14,0 8,0 1,0 1,0-2,-2-2,-4-4,1-7</inkml:trace>
  <inkml:trace contextRef="#ctx0" brushRef="#br1" timeOffset="129117.662">17219 7219,'1'315,"-1"-297,1 0,0 0,1 0,1 0,1 0,0-1,1 1,1-1,7 12,-12-27,-1 0,1 0,1 0,-1-1,0 1,0 0,1-1,-1 1,0-1,1 0,0 1,-1-1,1 0,0 0,-1 0,1 0,0 0,0-1,0 1,0-1,0 1,0-1,0 1,0-1,0 0,0 0,0 0,0 0,0 0,0-1,0 1,0-1,0 1,0-1,0 0,0 1,0-1,-1 0,1 0,0-1,-1 1,1 0,-1 0,1-1,-1 1,1-1,-1 1,1-2,11-13,-1-1,-1-1,-1 0,0 0,-1-1,-1 0,0 0,-2-1,-1 0,0 0,-1-1,-1 1,-1-1,-1-9,-6-7,-10 61,11-14,1 0,0 0,0 0,1 0,0 0,1 1,0-1,1 0,0 1,0-1,1 1,1-1,0 0,0 0,1 0,0 0,4 8,-2-14,0 0,0 0,0-1,1 1,-1-1,1-1,0 1,0-1,0 0,0 0,0-1,0 0,0 0,1 0,-1-1,0 0,1 0,-1-1,0 1,0-2,1 1,-1 0,0-1,0 0,0-1,-1 1,1-1,-1 0,1-1,3-3,2 0,-1-1,0-1,0 0,-1 0,0-1,-1 0,0-1,-1 0,0 0,0 0,-2-1,1 0,-1 0,-1-1,0 1,-1-1,0 0,-1 0,-1 0,1 141,-2-122,0 1,1-1,0 0,1 0,-1 0,1 0,0 0,0 0,1 0,0-1,0 1,0-1,1 0,0 0,0 0,0 0,0-1,1 0,0 0,0 0,0 0,0-1,1 0,-1 0,1 0,0-1,-1 1,1-2,0 1,1-1,-1 1,0-2,0 1,0-1,1 0,-1 0,1 0,5-3,0-1,-1 0,1 0,-1-1,0 0,0-1,-1-1,1 0,-1 0,-1-1,1 0,-2 0,1-1,-1 0,0-1,-1 0,0 0,-1-1,0 1,0-1,-1-1,0-1,-10 25,1 0,0 1,1 0,1-1,0 1,0 0,1 0,1 0,0 2,0-10,0-1,0 0,1 1,-1-1,1 1,0-1,0 0,1 1,-1-1,1 0,0 0,0 0,0 0,0 0,1-1,0 1,0-1,0 1,0-1,0 0,0 0,1 0,0-1,-1 1,1-1,0 0,0 0,0 0,1-1,-1 0,4 1,18 1</inkml:trace>
  <inkml:trace contextRef="#ctx0" brushRef="#br1" timeOffset="129365.019">17981 7099,'19'11,"5"4</inkml:trace>
  <inkml:trace contextRef="#ctx0" brushRef="#br1" timeOffset="130101.54">18369 7299,'7'26,"1"0,0-1,2 0,1-1,1 0,1 0,1-1,1-1,4 4,8 14,9 9,-35-49,-1 0,1 1,0-1,0 0,0 0,0 0,0 1,0-1,0 0,0 0,0-1,0 1,0 0,0 0,0 0,0-1,-1 1,1 0,0-1,0 1,0 0,0-1,-1 0,1 1,0-1,0 1,-1-1,1 0,0 1,-1-1,1 0,-1 0,1 0,-1 1,1-1,-1 0,0 0,1 0,-1 0,0 0,0 0,0 0,0 0,1 0,1-5,85-140,-87 145,1 0,-1 1,0-1,1 0,-1 1,0-1,1 0,-1 1,1-1,-1 0,1 1,-1-1,1 1,-1-1,1 1,0-1,-1 1,1-1,0 1,-1 0,1-1,0 1,0 0,-1-1,1 1,0 0,0 0,-1 0,1 0,0 0,0 0,0 0,-1 0,1 0,0 0,0 0,-1 1,1-1,0 0,0 1,-1-1,1 0,0 1,-1-1,1 1,0-1,-1 1,1-1,-1 1,1-1,-1 1,1 0,-1-1,1 1,-1 0,0-1,1 1,40 116,-34-109,0 0,0-1,0 1,1-1,0-1,0 1,1-1,-1-1,2 0,-1 0,0-1,1 0,0 0,0-1,0-1,0 1,0-2,1 1,-1-1,0-1,1 0,-1-1,0 0,1 0,-1-1,0 0,0-1,0 0,0-1,-1 0,1 0,-1-1,0 0,0-1,-1 0,1 0,-2-1,1 0,4-6,4-10,-2-1,-1 0,-1-1,0-1,-3 0,0 0,-1-1,-2 0,0 0,-2 0,-1-1,-1-19,9-97,-7 1,-6-11,-8 71,10 82,0 0,-1 0,1 0,0 1,-1-1,1 0,-1 0,1 1,0-1,-1 0,0 1,1-1,-1 1,1-1,-1 1,0-1,1 1,-1-1,0 1,0-1,1 1,-1 0,0-1,0 1,1 0,-1 0,0 0,0 0,0 0,0 0,1 0,-1 0,0 0,0 0,0 0,0 0,1 0,-1 1,0-1,0 0,1 1,-1-1,0 0,0 1,1-1,-1 1,0 0,1-1,-1 1,1-1,-1 1,1 0,-1-1,1 1,-1 0,1-1,0 1,-1 0,1 0,0 0,0-1,0 1,-1 0,1 0,0 0,0 0,-9 19,0 1,2 0,0 1,1-1,2 1,0 0,1 0,1 8,-4 20,3 0,2 0,2 1,7 45,-4-72,0 0,2 0,0 0,2-1,0 0,2 0,1-1,0 0,2-1,0-1,3 2,-8-12,1-1,-1 0,2 0,-1-1,1 0,1 0,-1-1,1-1,1 0,-1-1,1 1,-6-4,-1 0,1 0,0-1,-1 0,1 0,0 0,0 0,-1-1,1 0,0 0,0-1,0 0,-1 0,1 0,0 0,-1-1,1 0,-1 0,1-1,-1 0,0 0,0 0,0 0,3-4,-1-1,0-1,-1 0,0-1,0 1,-1-1,0 0,-1 0,0-1,0 1,-1-1,-1 0,0 0,0 0,-1 0,-1 0,0 0,0-1,-1 1,-2-7,-3-8,6 26,0 0,0-1,0 1,0 0,0-1,0 1,0 0,0-1,0 1,0 0,0-1,0 1,-1 0,1-1,0 1,0 0,0 0,0-1,-1 1,1 0,0 0,0-1,-1 1,1 0,0 0,0-1,-1 1,1 0,0 0,0 0,-1 0,1 0,0-1,-1 1,1 0,0 0,-1 0,1 0,0 0,-1 0,1 0,0 0,-1 0,1 0,0 0,-1 0,1 0,0 1,-1-1,1 0,0 0,-1 0,1 0,0 1,0-1,-1 0,1 0,0 0,0 1,-1-1,1 0,0 0,0 1,0-1,-1 0,1 1,0-1,0 0,-4 11,0 0,1 0,1 0,-1 0,2 0,0 0,0 1,1-1,0 0,1 1,1 7,0-8,-1 1,1-1,1 0,0 0,1 0,0-1,1 1,0-1,0 0,1 0,0 0,1-1,0 0,1-1,-1 1,2-1,-1-1,1 0,0 0,1 0,-1-1,1-1,1 0,-1 0,1-1,10 3,7-2</inkml:trace>
  <inkml:trace contextRef="#ctx0" brushRef="#br1" timeOffset="130351.881">19011 6925,'-16'-7,"-3"-2,13 0,22 2,30 2,34 2,35 1,28 2,19 0,-17 0</inkml:trace>
  <inkml:trace contextRef="#ctx0" brushRef="#br1" timeOffset="130851.295">19973 7633,'11'-44,"-1"-1,-3-1,-2 1,-2-1,-2-40,-1 80,1 1,-1-1,-1 1,1-1,-1 1,0 0,0-1,-1 1,1 0,-1 0,-1 0,1 0,0 0,-1 1,0-1,0 1,-1-1,1 1,-1 0,0 1,0-1,0 0,0 1,-1 0,0 0,1 1,-1-1,0 1,0 0,0 0,0 1,-1-1,1 1,-4 0,8 0,-1 1,1 0,-1 0,1 0,-1 0,1 0,0 0,-1 0,1 0,-1 1,1-1,-1 0,1 1,0-1,-1 1,1 0,0-1,0 1,-1 0,1 0,0 0,0 0,0 0,0 0,0 0,0 0,0 0,0 0,1 1,-1-1,0 0,1 1,-1-1,1 0,-1 1,1-1,0 0,0 1,-1-1,1 1,0-1,0 1,1-1,-1 1,0-1,0 0,1 1,-1-1,0 1,1-1,0 0,-1 1,1-1,0 0,0 0,-1 1,1-1,1 1,10 4,0 0,1 0,-1-1,1-1,0 0,0-1,1 0,-1-1,1 0,-1-2,1 1,0-1,1 1,230 17,-241-19,-1 2,0-1,0 0,0 1,0-1,0 1,0 0,0 0,0 0,0 1,0-1,0 1,0-1,-1 1,1 0,-1 0,1 0,-1 0,0 1,0-1,0 1,0-1,0 1,-1 0,1-1,-1 1,0 0,0 0,0 0,0 0,0 2,-9 63,6-62,1 1,-1-1,1 1,0 0,0-1,1 1,0 0,0 0,1-1,0 1,0 0,0-1,1 1,0 0,0-1,3 5,3-3,-1 0,1-1,1 0,0 0,0-1,0 0,0-1,1 0,0-1,0 0,0 0,1-1,-1 0,1-1,0 0,0-1,0 0,-1 0,1-2,0 1,9-2,98-23,-71 6</inkml:trace>
  <inkml:trace contextRef="#ctx0" brushRef="#br1" timeOffset="132183.832">20870 7312,'-7'12,"0"1,2 0,-1 0,2 1,0-1,0 1,2 0,-1 0,2 0,0 0,0 0,3 13,-2-19,1 0,1 0,-1-1,2 1,-1 0,1-1,0 0,0 1,1-1,0 0,0-1,1 1,0-1,0 0,0 0,1 0,0-1,0 0,0 0,1-1,-1 1,1-1,2 0,-3-1,-1 0,1 0,0-1,-1 0,1 0,0-1,0 1,1-1,-1-1,0 1,0-1,0 0,0 0,0-1,1 0,-1 0,0 0,0-1,0 0,-1 0,1 0,0-1,-1 0,0 0,1-1,-1 1,-1-1,1 0,0 0,-1-1,0 1,0-1,0 0,-1 0,1-2,3-11,0-1,-2 0,0-1,-2 1,0-1,-1 0,-1 0,-1 1,0-1,-2 0,-1-3,-4-18,6 41,0 0,0 1,0-1,0 0,0 1,0-1,0 1,0-1,0 1,0-1,0 1,0 0,0-1,1 1,-1 0,0 0,0 0,1 0,-1 0,1-1,-1 1,1 0,-1 0,1 0,0 0,-1 0,1 1,0-1,0 0,0 0,0 0,0 1,-4 10,2 0,0 1,0-1,1 1,1-1,0 1,1-1,0 0,1 1,0-1,3 8,-4-16,0 1,1 0,-1-1,1 1,0-1,1 0,-1 0,1 0,0 0,0 0,0 0,0-1,1 0,0 1,-1-1,1-1,0 1,0 0,1-1,-1 0,0 0,1 0,0-1,-1 1,1-1,0 0,-1 0,1-1,0 0,0 0,1 0,8-1,0-2,0 1,-1-2,1 0,-1-1,0 0,0-1,0 0,-1-1,0 0,0-1,-1-1,0 0,0 0,-1-1,0 0,-1-1,0 0,-1-1,2-3,-1 0,-11 54,2-34,-1 0,2-1,-1 1,0-1,1 1,0-1,0 1,0-1,1 0,-1 1,1-1,0 0,0 0,1 0,-1 0,1-1,0 1,0-1,0 1,0-1,1 0,-1 0,1 0,0-1,0 0,0 1,0-1,0 0,0-1,1 1,0-1,12 4,-1 0,1-2,0 0,0 0,0-2,1 0,14-2,-14 0,0-1,0 0,1-2,-2 0,1-1,0-1,-1 0,0-1,-1-1,2-2,-10 6,-1-1,1 0,-1-1,0 0,0 0,-1 0,0-1,0 0,0 0,-1 0,0-1,0 0,-1 0,0 0,-1-1,0 1,0-1,-1 1,0-1,0 0,-1-2,0 4,-1 1,0-1,-1 0,0 0,0 0,0 0,-1 0,0 1,0-1,-1 1,1-1,-2 1,1-1,1 4,1 1,-1-1,0 1,0 0,0-1,0 1,0 0,0 0,0 0,-1 1,1-1,-1 1,1-1,-1 1,0 0,0 0,1 0,-1 0,0 0,0 1,0-1,0 1,0 0,0 0,0 0,0 0,0 0,0 1,1-1,-1 1,-2 0,-2 3,1 0,0 1,0 0,1 0,0 0,-1 0,2 1,-1 0,0 0,1 0,1 0,-1 1,1 0,0-1,0 1,1 1,0-1,0 0,1 0,-1 1,2-1,-1 1,1-1,0 0,1 1,0-1,0 1,0-1,1 0,0 1,1 0,0 0,1 0,0 0,0-1,0 1,1-1,0 0,1-1,-1 1,1-1,1 0,-1 0,1-1,0 0,0 0,0 0,1-1,0 0,0-1,0 0,0 0,0-1,1 0,-1 0,2 0,5 0,0 0,0-1,0 0,1-1,-1-1,0-1,0 0,0 0,0-2,-1 0,1-1,-1 0,0-1,1-1,-4 1,-1-2,0 1,0-1,-1-1,0 1,0-2,-1 1,0-1,-1 0,0-1,-1 0,0 0,0 0,-1-1,-1 1,0-1,-1 0,0-1,0 1,-1-8,-9 0,-9 38,12-10,1 0,0 0,1 0,0 0,0 1,0-1,1 0,1 1,-1-1,1 1,1-1,0 1,0-1,0 0,1 1,1-1,-1 0,1 0,0 0,1-1,0 1,0-1,1 0,0 0,0 0,0-1,1 0,0 0,1 0,-1-1,1 0,0 0,0 0,0-1,1 0,3 1,2-3,0 1,0-2,0 0,0-1,0 0,0 0,0-2,0 0,0 0,-1-1,1-1,-1 0,0 0,0-1,0-1,0 0,-1-1,0 0,-1-1,0 0,0 0,0-1,-1-1,0 1,-1-1,0-1,-1 0,0 0,-1 0,0-1,-1 0,0 0,0 0,-2 0,0-1,0-1,-2 14,-1-1,1 0,-1 0,1 0,-1 0,0 0,1 0,-1 0,0 0,0 0,0 0,0 0,0 0,0 0,0 0,0-1,0 1,0 0,-1 0,1 0,0 0,-1 0,1 1,-1-1,1 0,-1 0,1 0,-1 0,1 0,-1 0,-2 6,0 0,1-1,0 1,0 0,0 0,1 0,-1 1,1-1,1 0,-1 0,1 1,0-1,0 0,0 1,1-1,0 2,0-2,0 0,1 0,0 0,0 0,0-1,0 1,1 0,0-1,0 0,0 0,0 0,1 0,-1 0,1-1,0 1,0-1,1 0,-1 0,1-1,-1 1,1-1,0 0,0 0,3 0,7 3,0-2,0 1,0-2,1 0,-1-1,0-1,14-1,-17 1,0-1,0-1,0 0,0 0,0-1,-1-1,1 0,-1 0,0-1,0-1,-1 0,0 0,0-1,0 0,-1-1,0 0,0 0,-1-1,0 0,-1-1,0 0,0 0,-1-1,16-38,-22 49,0 0,0 0,0 0,0 0,1 0,-1 1,0-1,0 0,0 0,0 0,1 0,-1 0,0 0,0 0,0 0,1 0,-1 0,0 0,0 0,0 0,0 0,1 0,-1 0,0 0,0 0,0 0,1 0,-1 0,0 0,0-1,0 1,0 0,0 0,1 0,-1 0,0 0,0 0,0-1,0 1,0 0,0 0,1 0,-2 20,-3 14,1-20,1-1,1 1,0 0,0-1,2 1,-1 0,2-1,0 1,0-1,2 1,-1-1,4 7,33 18,-19-31</inkml:trace>
  <inkml:trace contextRef="#ctx0" brushRef="#br1" timeOffset="132435.606">23209 6925,'4'9,"11"5,3 1</inkml:trace>
  <inkml:trace contextRef="#ctx0" brushRef="#br1" timeOffset="132678.95">23677 7286,'-14'18,"-4"11,0 4,7 2,6-3,7-2,5-7,7-7,2-8,-1-6</inkml:trace>
  <inkml:trace contextRef="#ctx0" brushRef="#br1" timeOffset="132833.541">23703 6764,'-16'-7,"-9"-2,-4 3,4 7,6 7,11 8,6 0</inkml:trace>
  <inkml:trace contextRef="#ctx0" brushRef="#br1" timeOffset="134113.062">24666 7032,'-13'-2,"-1"1,1 0,-1 1,1 0,-1 1,1 0,0 2,-1-1,-4 3,13-3,0-1,0 1,0 1,0-1,1 1,-1-1,0 1,1 1,0-1,0 0,0 1,0 0,1 0,0 0,-1 1,1-1,1 1,-1-1,1 1,0 0,0 0,0 0,1 0,-2 5,3-4,-1-1,1 1,0 0,0 0,1 0,-1 0,1 0,1-1,-1 1,1-1,0 1,0-1,1 1,-1-1,1 0,1 0,-1 0,0-1,1 1,0-1,0 0,1 1,6 5,1-1,0 0,0 0,1-1,0-1,0 0,1-1,2 1,14 4,0-2,1-1,-1-1,1-2,1 0,-1-3,1 0,-1-2,1-2,26-4,-52 6,1-1,0 0,-1 0,1-1,-1 0,1 0,-1 0,0-1,0 0,0 0,0 0,0-1,-1 0,0 0,0 0,0-1,0 0,0 0,-1 0,0 0,0-1,2-5,-5 8,-1 1,1-1,-1 1,0 0,0-1,0 1,0-1,0 1,0-1,-1 1,0 0,1-1,-1 1,0 0,0 0,0-1,0 1,0 0,-1 0,1 0,-1 0,1 0,-1 1,0-1,1 0,-1 1,0-1,0 1,0 0,-1 0,-68-28,58 26,0 1,0 1,0 0,0 1,0 0,0 1,-9 2,17-3,1 1,0-1,0 1,0 0,0 1,0-1,0 1,0 0,0 0,1 0,-1 0,1 1,-1-1,1 1,0 0,0 0,0 0,1 1,-1-1,1 1,-1-1,1 1,0 0,1 0,-1 1,1-3,0 1,1 0,-1 0,1 0,0 0,0 0,0 0,0 1,0-1,1-1,-1 1,1 0,0 0,0 0,0 0,0 0,1-1,-1 1,1 0,0-1,-1 1,1-1,0 0,0 0,1 0,-1 0,0 0,1 0,-1 0,1-1,0 1,-1-1,1 0,3 1,6 3,0-1,1 0,-1-1,1 0,0-1,0-1,8 0,-13 0,0-1,-1 0,1-1,0 0,-1 0,1-1,0 0,-1 0,0-1,1 1,-1-2,0 1,0-1,-1 0,1 0,0-2,-6 5,-1 0,1 0,-1 1,1-1,0 0,-1 1,1-1,-1 1,1-1,0 1,0-1,-1 1,1-1,0 1,0 0,0-1,-1 1,1 0,0 0,0-1,0 1,0 0,0 0,-1 0,1 0,0 0,0 0,0 0,0 1,0-1,-1 0,1 0,0 1,0-1,0 0,-1 1,1-1,0 1,0-1,-1 1,1 0,-1-1,1 1,0-1,-1 1,1 0,-1 0,1-1,-1 1,3 3,1 0,-1 0,1-1,-1 0,1 0,0 0,0 0,1 0,-1-1,0 0,1 0,0 0,-1 0,1-1,0 0,0 0,0 0,0 0,0-1,0 0,0 0,0 0,0-1,0 0,-1 0,1 0,0 0,0-1,-1 1,1-1,-1-1,1 1,-1-1,0 1,0-1,0 0,0-1,0 1,-1-1,0 0,0 1,1-2,1-10,0 0,0 0,-2-1,0 1,-1-1,0 1,-1-1,-1 0,0 0,-2-4,1-3,1-120,0 141,1 0,0 1,0-1,-1 0,1 1,0-1,0 1,1-1,-1 1,0 0,0 0,1-1,-1 1,0 0,1 0,-1 0,1 0,0 1,-1-1,1 0,-1 1,1-1,0 1,0-1,-1 1,1 0,0 0,0 0,0 0,-1 0,2 0,59 9,-56-8,15 3,0 1,-1 1,0 1,0 0,0 2,-1 0,0 2,12 8,-27-16,-1 1,1-1,-1 1,0-1,0 1,0 0,-1 0,0 0,1 1,-1-1,-1 0,1 1,-1-1,1 1,-1 0,-1-1,1 1,-1 0,0 0,0 0,0-1,0 1,-1 0,0-1,0 1,0 0,-1-1,-1 5,-1 3,2-7,0 0,0 0,0 0,0 0,1 0,0 0,0 1,0-1,1 1,0-1,0 0,0 1,1-1,-1 0,1 1,1-1,-1 0,1 0,0 1,0-2,0 1,1 0,-1 0,2 0,4 1,1 1,1-1,-1-1,1 0,0 0,0-1,1 0,-1-1,1 0,0-1,0 0,0 0,0-1,0-1,0 0,0-1,6 0,-8 1,0-1,0 1,0-2,-1 1,1-1,0 0,-1-1,1 0,-1 0,0-1,0 0,0-1,-1 1,1-1,-1-1,0 0,-1 0,1 0,-1 0,0-1,-1 0,0-1,0 1,0-1,-1 0,0 0,0-3,1-2,-1 0,0 1,-1-1,-1 0,0-1,-1 1,0 0,-1-1,-1 1,-1-8,2 20,0-1,0 1,0 0,0-1,0 1,-1 0,1 0,-1-1,1 1,-1 0,1 0,-1-1,0 1,1 0,-1 0,0 0,0 0,0 0,0 0,0 0,0 1,0-1,0 0,0 0,0 1,0-1,-1 1,1-1,0 1,0-1,-1 1,1 0,0 0,-1 0,1-1,0 1,-1 0,1 1,0-1,-1 0,1 0,0 1,-1-1,1 1,-49 35,44-29,0 1,1 0,0 0,0 1,1 0,0 0,0 0,1 0,1 0,0 1,0-1,0 1,1 0,1-1,0 1,0 0,0-1,2 1,-1 0,1-1,0 1,1-1,0 0,1 0,0 0,0 0,1-1,0 0,1 0,0 1,9 8,2-2,-1 0,2 0,0-2,0 0,2-1,-1-1,1-1,1-1,0 0,10 1,24 8</inkml:trace>
  <inkml:trace contextRef="#ctx0" brushRef="#br1" timeOffset="137397.69">5054 9144,'-8'-1,"0"0,0 0,0 1,0 0,0 0,0 1,1 0,-1 0,0 1,0 0,1 0,-1 1,1 0,0 0,0 1,0 0,0 0,1 1,0 0,0 0,0 0,0 1,1 0,0 0,0 0,0 0,1 1,0 0,0 0,1 0,-1 4,3-8,0-1,0 0,1 1,-1-1,1 1,0-1,0 1,0-1,0 1,0-1,0 0,1 1,-1-1,1 1,-1-1,1 0,0 1,0-1,0 0,1 0,-1 0,0 0,1 0,-1 0,1 0,0 0,-1 0,1-1,0 1,0-1,0 0,0 1,1-1,-1 0,0 0,0 0,1 0,-1-1,1 1,-1-1,1 1,8-2,1-1,-1 0,1 0,-1-1,0 0,0-1,0 0,0-1,-1 0,0-1,0 0,0-1,-1 0,0 0,0-1,-1 0,7-8,-8 10,1-1,-2 0,1-1,-1 0,0 0,-1 0,1 0,-2-1,1 0,-1 0,-1 0,1-1,-2 1,1-1,-1 1,0-6,-3 15,1 1,0-1,0 0,0 1,-1-1,1 0,0 1,0-1,-1 0,1 1,0-1,-1 0,1 0,0 0,-1 1,1-1,0 0,-1 0,1 0,-1 0,1 1,0-1,-1 0,1 0,-1 0,1 0,0 0,-1 0,1 0,-1 0,1 0,-1 0,1-1,0 1,-1 0,1 0,0 0,-1 0,1-1,-1 1,1 0,0 0,-1-1,1 1,0 0,0 0,-1-1,1 1,0-1,-2 18,0-1,2 1,0-1,1 1,0-1,2 0,0 1,0-1,2 0,0-1,1 1,-5-13,57 169,-33-106,-4 1,-2 0,8 59,-24-116,-1 1,0-1,-1 1,0 0,-1 0,0-1,-1 1,0 0,-1-1,0 1,0-1,-1 1,0-1,-1 0,-1 0,1 0,-1-1,-1 0,0 0,0 0,-1-1,0 1,0-2,-1 1,0-1,-1 0,-6 4,8-8,1 0,-1-1,0 0,0 0,0 0,0-1,0 0,0 0,0-1,0 0,-1 0,1 0,0-1,0 0,0-1,0 0,0 0,0 0,1-1,-1 0,1 0,-1-1,1 1,0-2,0 1,1 0,0-1,-1 0,1-1,1 1,-1-1,1 0,0 0,-3-6,-2-7,0-1,1 0,1 0,1 0,1-1,0 0,2 0,0 0,2 0,0-1,2 1,0 0,1-1,1 1,2-2,-1 8,1-1,0 1,2 1,-1-1,2 1,0 1,1-1,0 1,1 1,0 0,1 0,0 1,1 0,4-2,29-21,2 2,1 3,23-10,-8 4,-51 28,188-121,-166 94,-34 33,1 0,-1 1,1-1,-1 0,1 0,-1 1,1-1,-1 0,0 0,1 0,-1 0,0 0,0 1,0-1,0 0,0 0,0 0,0 0,0 0,0 0,0 0,0 0,-1 1,1-1,0 0,0 0,-1 0,1 0,-1 1,1-1,-1 0,1 0,-1 1,1-1,-1 0,0 1,0-1,1 1,-1-1,0 1,0-1,1 1,-1-1,0 1,0 0,-1-1,-4-1,0 0,-1 1,1-1,-1 1,1 0,-1 1,1 0,-1 0,1 0,-1 1,0 0,1 0,0 1,-1-1,1 2,0-1,0 0,0 1,0 0,0 1,1-1,-1 1,1 0,-4 5,5-4,1 0,0-1,0 2,1-1,-1 0,1 0,0 1,1-1,-1 1,1-1,0 1,1 0,-1-1,1 1,0 0,1 0,-1-1,1 1,0 0,1-1,-1 1,1-1,0 1,0-1,1 0,0 0,0 0,0 0,0-1,1 1,0-1,0 0,0 0,0 0,0 0,1-1,0 0,1 1,6 4,1 0,-1-1,1-1,1 0,-1-1,1 0,0-1,0 0,0-2,1 1,-1-2,1 0,-1-1,1 0,-1-1,0 0,1-2,-1 1,2-2,-11 2,0 0,0 0,0 0,-1-1,1 0,-1 0,0 0,0 0,0 0,0-1,0 0,-1 0,0 0,0 0,0 0,0-1,0 0,-1 1,0-1,0 0,-1 0,1 0,-1 0,0 0,0 0,0 0,-1-1,0-3,-1-91,11 126,-5-3,-3-8,1 1,0-1,1 0,1 0,1 0,0 0,1-1,0 0,1 0,5 5,-10-16,0 0,1 0,-1 0,1-1,0 1,0-1,0 0,0 0,0 0,0-1,1 1,-1-1,1 0,-1 0,0-1,1 1,-1-1,1 0,0 0,-1-1,1 1,-1-1,0 0,1 0,-1-1,0 1,1-1,8-3,0-1,0 0,0-1,-1-1,0 0,-1 0,11-10,-10 6,-1 1,1-2,-2 1,0-2,-1 1,0-1,-1-1,0 1,-1-1,4-13,-10 55,-1-17,1 0,0-1,1 1,0-1,1 1,0-1,0 0,1 0,0 0,0-1,1 1,0-1,1 0,0-1,0 1,1-1,0 0,0-1,0 0,1 0,0 0,0-1,0 0,1-1,0 0,0 0,0-1,0 0,0 0,1-1,-1-1,1 1,0-2,-1 1,1-1,0-1,-1 1,1-2,0 1,-1-2,7-1,-8 1,0 0,-1 0,0-1,1 0,-1 0,-1-1,1 0,0 0,-1 0,0-1,-1 0,1 0,-1-1,0 1,-1-1,0 0,0 0,0-1,-1 1,0-1,0 0,-1 0,0 0,0 0,-1 0,0 0,-1 0,0-1,0-6,-1 12,0 0,0 1,-1-1,1 1,-1 0,1-1,-1 1,0 0,0 0,0 0,0 0,0 0,0 0,0 1,-1-1,1 1,-1-1,1 1,-1 0,1 0,-1 0,0 1,0-1,1 0,-1 1,0 0,0 0,0 0,1 0,-1 0,0 0,0 1,1-1,-1 1,0 0,1 0,-1 0,0 0,1 0,-1 1,1-1,0 1,-1 0,1-1,0 1,0 0,0 0,1 1,-2-1,-2 3,1 0,-1 0,1 0,-1 1,2-1,-1 1,0 0,1 0,0 1,1-1,0 0,0 1,0 0,0-1,1 1,0 0,1 0,0 0,0 0,0-1,1 1,0 0,0 0,0 0,1-1,0 1,1-1,-1 1,1-1,0 0,1 0,0 0,0-1,0 1,0-1,1 0,1 1,4 2,1 0,0-1,0 0,0 0,1-1,0-1,1 0,-1 0,1-1,0-1,0 0,0-1,0 0,0-1,0-1,0 0,1-1,-1 0,0-1,0 0,0-1,12-5,-18 4,0-1,0 0,-1 0,0-1,0 0,0 0,-1 0,1-1,-2 1,1-1,-1-1,2-3,8-11,-8 10,0 0,0-1,-1 0,-1 0,0 0,-1-1,-1 0,0 1,0-1,-2 0,0 0,0 1,-1-1,-1 0,0 0,-3-6,5 16,-1 1,0 0,0-1,0 1,0 0,0 0,-1 0,0 0,1 0,-1 0,0 0,-1 0,1 1,0-1,-1 1,0-1,2 3,0 1,1-1,-1 0,0 0,0 1,1-1,-1 0,0 1,0-1,1 1,-1-1,0 1,1-1,-1 1,1 0,-1-1,1 1,-1 0,1-1,-1 1,1 0,0 0,-1-1,1 1,0 0,0 0,-1-1,1 1,0 0,0 0,0 0,0 0,0-1,0 1,0 0,0 0,1 0,-1 0,0-1,1 2,0 4,0 0,1 0,0-1,1 1,-1 0,1-1,0 1,0-1,1 0,0 0,0 0,0-1,0 1,1-1,-1 0,1 0,0-1,0 1,1-1,-1 0,1-1,-1 1,1-1,0 0,0-1,0 1,0-1,0 0,0-1,5 1,-7-1,1 0,0 0,0 1,0-1,0 1,0 1,0-1,-1 1,1-1,-1 1,1 1,-1-1,0 1,1-1,-1 1,-1 0,1 1,0-1,-1 1,0-1,1 1,-2 0,1 0,0 1,10 26,-11-22,1-1,1 1,0-1,0 0,0 0,1 0,0 0,1-1,0 0,0 0,0-1,6 5,1-4,-1 0,2-1,-1-1,0 0,1-1,0 0,0-1,0-1,1 0,-1-1,0 0,1-2,-1 1,0-2,1 0,-1 0,0-1,0-1,-1-1,1 0,-1 0,0-1,0-1,-1 0,0-1,0-1,-1 1,1-2,-6 4,0 0,0-1,-1 0,1 0,-1 0,-1-1,0 1,0-1,0 0,-1 0,0-1,0 1,-1-1,-1 1,1-1,-1 0,-1 1,1-1,-2 0,1 0,-1 0,0 1,-3-9,3 15,1 0,-1 0,0 0,0 0,-1 0,1 0,0 0,0 1,-1-1,1 0,-1 1,0-1,1 1,-1 0,0-1,0 1,0 0,0 0,0 0,0 0,0 1,0-1,0 1,-1-1,1 1,0 0,0-1,0 1,-1 0,1 1,0-1,0 0,0 1,-1-1,1 1,0-1,0 1,0 0,0 0,0 0,0 0,0 1,1-1,-1 0,0 1,1-1,-1 1,1 0,-1-1,1 1,0 0,-6 7,0 0,1 1,0-1,1 1,0 0,1 1,0-1,0 1,1 0,1 0,0 0,0 0,1 0,1 0,-1 1,2-1,1 8,-1-13,1-1,-1 0,1 0,1 0,-1 0,1 0,0 0,0-1,0 1,1-1,-1 0,1 0,0 0,0-1,1 1,-1-1,1 0,0 0,-1-1,1 1,0-1,1 0,-1 0,0-1,14 4,-1 0,1-2,0 0,0-2,0 0,7-1,54-3,-5-6</inkml:trace>
  <inkml:trace contextRef="#ctx0" brushRef="#br1" timeOffset="138498.9">8182 9198,'-12'-2,"0"0,0 1,-1 1,1 0,0 1,0 0,-1 1,1 1,-3 0,11-2,0 0,0 1,0-1,1 1,-1 0,1 0,-1 0,1 0,-1 1,1-1,0 1,0 0,1 0,-1 0,0 0,1 0,0 1,0-1,0 1,0 0,0-1,1 1,0 0,0 0,0 0,0 0,0 0,1 0,0 1,0-1,0 0,0-1,1 1,0 0,-1 0,2-1,-1 1,0-1,1 1,-1-1,1 0,0 1,0-1,0 0,1 0,-1 0,1-1,-1 1,1 0,0-1,0 0,0 0,1 0,-1 0,2 1,4 1,-1 0,1-1,0 0,0-1,0 1,0-2,0 1,0-1,1-1,-1 0,4-1,-1-1,0 0,1-1,-1 0,-1-1,1 0,0-1,-1-1,0 0,0 0,-1-1,0 0,0-1,-1 0,0-1,0 0,-1 0,4-5,-12 14,0 1,0-1,0 0,0 1,0-1,0 0,0 1,0-1,1 1,-1-1,0 0,0 1,0-1,1 0,-1 0,0 1,0-1,1 0,-1 1,0-1,0 0,1 0,-1 1,0-1,1 0,-1 0,1 0,-1 0,0 0,1 1,-1-1,0 0,1 0,-1 0,1 0,-1 0,0 0,1 0,-1 0,0 0,1 0,-1-1,1 1,-1 0,0 0,1 0,-1 0,0-1,1 1,-1 0,0 0,1 0,-1-1,0 1,0 0,1-1,-1 1,0 0,0-1,1 1,-1 0,0-1,0 1,0 0,0-1,0 1,0 0,1-1,-1 1,0 35,0-29,-1-2,0 0,0 0,1 0,0 0,0 0,0 0,0 0,0 0,1 0,0 0,0 0,0 0,0-1,1 1,-1 0,1-1,0 1,0-1,0 1,0-1,1 0,0 0,-1 0,1 0,0-1,0 1,1-1,-1 0,0 0,2 1,0-1,0-1,0 1,0-1,0 0,0 0,0-1,1 0,-1 0,0 0,0 0,1-1,-1 0,0 0,0 0,0-1,0 1,0-1,0-1,-1 1,1-1,-1 1,1-1,-1 0,0-1,0 1,1-2,6-7,0 0,-1-1,-1 0,0 0,-1-1,0 0,-1-1,0 0,1-3,-4 5,1 1,0 1,1-1,0 1,1 0,0 0,1 1,0 0,1 0,0 1,3-3,-10 11,0-1,0 1,1 0,-1 0,0 0,0 0,1 0,-1 0,1 0,-1 1,0-1,1 1,-1 0,1 0,0-1,-1 2,1-1,-1 0,1 1,-1-1,0 1,1-1,-1 1,1 0,-1 0,0 0,0 1,0-1,0 0,0 1,0 0,0-1,1 2,3 3,-2 0,1 0,0 1,-1-1,-1 1,1 0,-1 0,0 0,0 1,0 4,5 31,-1 0,-3 1,-1-1,-3 1,-1 9,0-8,1-14,-2 9,3-1,1 0,2 0,5 21,-6-49,-1-1,2 1,-1-1,1 0,1 0,0 0,0 0,1-1,1 0,-1 0,1-1,1 0,-1 0,1 0,1-1,-1 0,1-1,5 3,-3-3,0-1,1 0,0 0,0-1,0 0,0-1,1-1,-1 0,1-1,0 0,-1-1,9 0,-14-1,-1 0,1 0,-1 0,0 0,1-1,-1 0,0-1,0 1,0-1,0-1,0 1,-1-1,0 0,1 0,-1 0,-1-1,1 0,-1 1,0-2,0 1,0 0,-1-1,0 0,3-6,-1-5,-1-2,-1 1,-1 0,0-1,-1 0,-1 1,-1-1,0 1,-2-1,0 1,-1 0,-1 0,0 0,-2 0,0 1,-1 0,0 1,-2 0,-5-7,4 5,-1 2,-1 0,-1 0,0 2,-1-1,-1 2,0 0,0 1,-2 0,1 2,-1 0,-1 1,0 0,0 2,0 0,-1 2,0 0,0 1,-1 1,1 1,-16 0,17 3,53 2,392-26,-418 23,-2-1,0 1,0-1,0 1,-1 0,1 1,0-1,0 1,0 0,0 1,-1 0,1-1,-1 2,1-1,-1 1,0-1,0 2,3 1,-7-3,0 0,0 0,0 1,0-1,-1 0,1 1,0-1,-1 1,0-1,1 1,-1-1,0 1,0-1,-1 1,1-1,0 1,-1-1,0 1,0-1,1 0,-1-1,1 1,-1 0,1-1,0 1,0 0,0-1,0 1,0 0,0-1,0 1,0 0,1 0,-1-1,0 1,1-1,0 1,-1 0,1-1,0 1,0-1,0 0,0 1,0-1,0 0,0 1,1-1,-1 0,0 0,1 0,-1 0,2 1,3-1,1 1,-1-1,1 0,-1-1,1 1,0-1,-1-1,1 1,-1-1,1 0,-1-1,1 1,-1-1,0-1,0 1,0-1,0 0,0 0,0-1,-1 0,0 0,0 0,0 0,0-1,0 0,-1 0,0 0,0-1,-2 3,-1-1,1 1,-1-1,1 1,-1-1,0 1,-1-1,1 0,-1 0,1 1,-1-1,0 0,0 0,-1 1,1-1,-1 0,0 0,0 1,0-1,0 1,-1-1,0 1,1 0,-1-1,0 1,-1 0,1 0,0 0,-1 0,0 1,0-1,0 1,-3-4,0 1,0 0,0 1,-1-1,0 1,0 1,0-1,0 1,0 0,-1 1,1 0,-1 0,0 0,0 1,-1 0,1 2,1 1,-1 0,0 0,1 0,-1 1,1 0,0 0,0 1,0 0,0 0,1 1,0 0,0 0,0 0,0 1,1 0,0 0,0 0,1 1,0 0,0-1,0 2,1-1,0 0,0 1,1-1,0 1,0 0,1-1,0 1,0 0,1 0,0 7,2-11,-1 1,1 0,0-1,1 1,-1-1,1 0,-1 0,1 0,0 0,1 0,-1-1,1 1,0-1,-1 0,2 0,-1 0,0-1,0 1,1-1,-1 0,1-1,0 1,-1-1,1 1,0-2,0 1,0 0,2-1,32 5</inkml:trace>
  <inkml:trace contextRef="#ctx0" brushRef="#br1" timeOffset="138748.753">9666 8810,'-14'0,"-11"2,-6 5,-2 9,3 8,5 5,10 6,12 2,11 1,4-5</inkml:trace>
  <inkml:trace contextRef="#ctx0" brushRef="#br1" timeOffset="139001.693">9747 9371,'18'12,"15"5,18 0,19-2,17-9,17-8,-10-3</inkml:trace>
  <inkml:trace contextRef="#ctx0" brushRef="#br1" timeOffset="139399.995">11845 9091,'36'-70,"-3"-1,-4-2,7-27,-28 77,-8 23,0 1,0-1,0 0,0 0,0 0,0 1,0-1,0 0,0 0,0 1,0-1,0 0,0 0,0 1,0-1,0 0,0 0,0 0,0 1,0-1,0 0,1 0,-1 0,0 1,0-1,0 0,0 0,1 0,-1 0,0 1,0-1,0 0,1 0,-1 0,0 0,0 0,0 0,1 0,-1 0,0 0,0 0,1 0,-1 0,0 0,0 0,0 0,1 0,-1 0,0 0,0 0,1 0,-1 0,1 28,13 255,-9-246,-2-26,0 1,-1 0,0 0,-1 0,0 0,-1 0,0 0,-1 0,0 0,-1 0,0 0,-1-1,-1 1,0-1,0 0,-1 0,0 0,-4 5,2-8,-1 0,1-1,-2 0,1 0,-1 0,0-1,0-1,0 1,-1-1,0-1,0 0,-3 0,80-4,219-5,-212-8,-48 5</inkml:trace>
  <inkml:trace contextRef="#ctx0" brushRef="#br1" timeOffset="139705.755">11511 8543,'-2'-3,"-1"7,0 9,3 9,6 10,9 7,6 0,6-3,-1-8</inkml:trace>
  <inkml:trace contextRef="#ctx0" brushRef="#br1" timeOffset="140135.566">12380 8543,'2'13,"6"15,3 10,5 9,6 5,4 0,2-4,-4-9</inkml:trace>
  <inkml:trace contextRef="#ctx0" brushRef="#br1" timeOffset="140748.025">13343 9291,'108'-135,"-63"82,-2-1,-2-2,-3-2,21-45,-58 101,4-6,-1 0,0 0,0 0,-1-1,0 1,0-1,-1 0,0 0,-1 1,0-1,0 0,-1-1,0 1,-1 0,0-3,0 10,0 0,0 0,0 0,0 0,0 0,0 1,0-1,-1 0,1 1,-1-1,1 1,-1-1,1 1,-1 0,0 0,0 0,0 0,0 0,1 0,-1 0,0 0,-1 1,1-1,0 1,0 0,0-1,0 1,0 0,0 0,0 1,-1-1,1 0,0 1,0-1,0 1,-1 0,-74 36,65-27,-1 0,2 1,-1 1,1-1,1 2,0 0,1 0,1 0,0 1,0 1,2-1,0 1,0 0,1 0,1 1,1 0,0 0,1-4,1 1,0-1,1 1,0-1,1 1,0 0,1-1,0 0,1 1,1-1,0 0,0-1,1 1,1-1,0 0,0 0,1 0,0-1,1 0,1-1,8 9,6-1,0-1,1-1,1-1,0-1,1-2,1 0,-1-2,2 0,-1-2,1-1,15 0,37 7</inkml:trace>
  <inkml:trace contextRef="#ctx0" brushRef="#br1" timeOffset="141078.658">14265 9198,'-6'-7,"0"0,0 1,0 0,-1 0,1 1,-2 0,1 0,0 0,-1 1,0 0,0 1,0 0,0 0,-1 1,1-1,-1 2,0-1,1 2,-1-1,0 1,1 0,-1 1,0 0,0 0,1 1,-1 0,1 0,0 1,0 0,0 1,0 0,0 0,1 1,-1 0,1 0,1 0,-1 1,1 0,0 1,0-1,1 1,-1 0,2 0,-1 1,1 0,-3 6,6-11,-1-1,1 1,0 0,0-1,0 1,0 0,0 0,1-1,-1 1,1 0,0 0,0 0,0 0,0 0,0-1,1 1,-1 0,1 0,0 0,0-1,0 1,0 0,0-1,1 1,-1-1,1 1,-1-1,1 0,0 0,0 0,0 0,0 0,1 0,-1 0,0-1,1 1,-1-1,1 1,-1-1,1 0,2 0,9 2,1-1,0-1,-1 0,1-1,0 0,0-1,-1-1,1-1,-1 0,1 0,-1-2,0 0,-1 0,1-1,-1-1,7-5,-14 10,1-1,-1-1,0 1,0-1,0 0,0-1,-1 1,1-1,-1 0,0 0,-1-1,1 1,-1-1,0 0,-1 0,0-1,0 1,0-1,0 1,-1-1,0 0,-1 0,1 0,-2 0,1-6,-1 12,0 1,-1 0,1-1,0 1,-1 0,1 0,-1-1,1 1,0 0,-1 0,1 0,-1-1,1 1,-1 0,1 0,-1 0,1 0,-1 0,1 0,-1 0,1 0,-1 0,1 0,0 0,-1 0,1 1,-1-1,1 0,-1 0,1 0,-1 1,1-1,0 0,-1 0,1 1,0-1,-1 0,1 1,0-1,-1 0,1 1,0-1,-1 1,1-1,0 1,0-1,0 0,0 1,-1-1,1 1,0-1,0 1,0-1,0 1,0-1,0 1,0-1,0 1,0-1,0 1,0-1,1 0,-1 1,0 0,-1 2,0 1,0-1,0 1,0 0,1-1,-1 1,1 0,0 0,0-1,1 1,-1 0,1 0,-1-1,1 1,1 0,-1-1,0 1,1-1,0 0,-1 1,1-1,1 0,-1 0,0 0,2 1,3 2,0 1,1-1,0 0,0-1,0 0,0 0,1-1,0 0,7 2,64 17,3-6</inkml:trace>
  <inkml:trace contextRef="#ctx0" brushRef="#br1" timeOffset="141348.935">15829 8970,'0'16,"2"12,1 8,2 5,1 0,-1-5,-2-6,2-9,-1-7</inkml:trace>
  <inkml:trace contextRef="#ctx0" brushRef="#br1" timeOffset="141602.258">15775 8582,'3'16,"7"12,1 1</inkml:trace>
  <inkml:trace contextRef="#ctx0" brushRef="#br1" timeOffset="141850.335">16110 9131,'9'-1,"1"0,-1-1,0 0,0 0,0-1,0 0,-1-1,1 0,-1 0,0-1,0 0,0 0,0-1,-1 0,0 0,-1-1,1 0,-1 0,-1 0,1-1,-1 0,0 0,-1 0,0-1,0 1,-1-1,2-8,-5 14,1 0,-1 0,0 0,0 0,0 0,0 0,-1-1,1 1,-1 0,0 0,0 0,0 1,0-1,0 0,-1 0,1 1,-1-1,0 0,0 1,0 0,0-1,0 1,0 0,-1 0,1 0,-1 0,1 1,-1-1,0 1,1-1,-1 1,0 0,0 0,0 1,0-1,0 0,0 1,0 0,0 0,-1 0,1 0,0 0,0 0,0 1,0 0,0-1,0 1,0 1,-5 1,0 0,0 1,1 0,0 0,0 0,0 1,0 1,1-1,0 1,0 0,0 0,1 1,0-1,0 1,1 0,0 1,0-1,0 1,1 0,0 2,0-4,1 0,0 0,1 0,0 0,0 0,0 1,1-1,-1 0,2 0,-1 1,1-1,0 0,0 0,0 0,1 1,0-2,0 1,1 0,-1 0,1-1,1 1,-1-1,1 0,0 0,0 0,0-1,2 2,4 1,0-1,0 0,1 0,-1-1,1 0,0-1,1-1,8 3,39 7</inkml:trace>
  <inkml:trace contextRef="#ctx0" brushRef="#br1" timeOffset="142320.033">16831 8756,'-9'-1,"-1"0,0 1,0 1,0-1,0 1,0 1,1 0,-1 0,1 1,-1 0,1 1,0 0,0 1,1-1,-1 2,1-1,0 1,0 0,1 1,0 0,0 0,-3 4,9-8,0 0,-1 0,1 1,0-1,0 0,1 0,-1 1,1-1,0 0,-1 1,1-1,1 1,-1-1,0 0,1 1,0-1,0 0,0 0,0 0,0 1,1-1,-1 0,1-1,0 1,0 0,0 0,0-1,3 3,78 56,113 28,-193-88,-1-1,0 0,0 1,0 0,0-1,1 1,-1 0,0 0,0 0,-1 0,1 1,0-1,0 0,0 1,-1-1,1 1,-1 0,1-1,-1 1,0 0,0 0,0 0,0 0,0 0,0 0,0 0,-1 0,1 0,-1 1,1-1,-1 0,0 0,0 1,0-1,0 0,0 0,-1 0,1 1,-1-1,1 0,-1 0,0 1,-5 1,-1 1,1-1,-1 1,0-2,0 1,0-1,-1 0,1-1,-1 0,1 0,-1 0,0-1,0 0,0-1,0 0,1 0,-1 0,-3-2,10 2,0 0,0 0,0 0,0 0,0 0,0 0,0-1,0 1,0 0,1-1,-1 1,0 0,0-1,0 1,0-1,1 0,-1 1,0-1,0 0,1 1,-1-1,0 0,1 0,-1 0,1 1,-1-1,1 0,0 0,-1 0,1 0,0 0,-1 0,1 0,0 0,0 0,0 0,0 0,0 0,0 0,0 0,0 0,1 0,-1 0,0 0,1 1,-1-1,0 0,1 0,-1 0,32-43,12 2,1 2,2 2,1 3,2 1,12-4,6 6,-67 32,0-1,0 1,-1 0,1 0,0 0,0-1,-1 1,1 0,0 0,0 0,0 0,0 0,-1 1,1-1,0 0,0 0,-1 0,1 1,0-1,0 0,-1 1,1-1,0 1,-1-1,1 1,0-1,-1 1,1-1,-1 1,1 0,-1-1,1 1,-1 0,1-1,-1 1,0 0,1-1,-1 1,0 0,0 0,0 0,1-1,-1 1,0 0,0 0,-5 41,4-33,0-3,-11 132,13-132,-1 0,1-1,0 1,1-1,-1 1,1-1,0 1,0-1,1 0,0 0,0 0,0 0,0 0,1-1,-1 0,1 1,1-1,-1-1,0 1,1-1,0 1,4 1,62 14,-39-18</inkml:trace>
  <inkml:trace contextRef="#ctx0" brushRef="#br1" timeOffset="142566.411">17286 8502,'-7'21,"1"15,5 11,9 9,5-5</inkml:trace>
  <inkml:trace contextRef="#ctx0" brushRef="#br1" timeOffset="143030.168">17540 9091,'21'-48,"-3"-1,-1-1,-3 0,-1-1,-3-1,0-21,-4 21,-5 51,0 1,0-1,0 1,0 0,0-1,0 1,0 0,0-1,0 1,0 0,0 0,1 0,-1 0,0 0,0 0,0 0,0 0,0 1,0-1,0 0,0 1,0-1,0 1,0-1,0 1,0-1,0 1,0 0,-1-1,1 1,0 0,0 0,-1-1,1 1,0 0,-1 0,1 0,-1 0,1 0,-1 1,8 4,148 89,-151-90,0 0,0 0,-1 1,0-1,0 1,0 0,0 0,-1 0,0 1,-1-1,1 1,-1 0,0 0,-1-1,0 1,0 0,0 0,-1 1,0-1,0 0,-1 0,0 0,0 0,-1-1,1 1,-3 4,3-7,-1 1,1-1,-1 0,1 0,0 1,0-1,0 0,1 1,-1-1,1 1,0-1,0 1,1-1,0 1,-1-1,1 1,1-1,-1 0,1 1,-1-1,1 0,0 0,1 0,-1-1,1 1,0 0,0-1,0 0,0 0,3 3,7-2,1 0,-1 0,1-2,0 0,-1 0,1-1,0-1,0 0,0-1,0 0,0-1,-1-1,1 0,9-4,-9 2,1 0,0 0,-1-2,0 1,-1-2,1 0,-1-1,-1 0,0-1,0 0,-1 0,0-2,-1 1,0-1,-1-1,-1 0,1 0,-2-1,0 0,-1 0,0 0,-1-1,-1 0,1-6,-9-48,3 67,1 0,-1 1,1-1,-1 1,0 0,0-1,1 1,-1 0,0-1,0 1,0 0,-1 0,1 0,0 0,0 0,0 0,-1 0,1 0,-1 0,1 1,0-1,-1 0,0 1,1-1,-1 1,1 0,-1 0,1-1,-1 1,0 0,1 0,-1 0,1 1,-1-1,1 0,-1 1,0-1,1 1,-1-1,1 1,-1 0,-6 4,1 0,0 0,0 0,1 1,-1 0,2 1,-1-1,0 1,1 0,1 0,-1 1,1-1,0 1,1 0,0 0,0 1,1-1,0 1,0-1,1 1,0-1,0 1,1 0,0 1,2-1,-1 0,1 0,0 0,1-1,0 1,0-1,1 1,0-1,0 0,1-1,0 1,1-1,-1 0,2 0,-1-1,0 0,1 0,0 0,11 7,-1-1,2 0,-1-2,2 0,-1-1,1-1,2 0,69 18,-5-8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3:34.8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1 145,'23'21,"0"-1,1 0,1-1,1-1,19 9,-38-23,-1-1,1 0,0 0,0-1,0 0,1 0,-1 0,0-1,1 0,-1-1,1 1,-1-2,1 1,-1-1,1 0,-1 0,0-1,1 0,-1 0,0-1,5-3,0-2,-1-2,0 1,-1-1,0-1,-1 0,0 0,0-1,-2 0,1-1,-1 0,-1 0,-1 0,1-1,-2 1,0-1,-1 0,0-1,-1 1,0-12,-2 7,-8 48,6 31,3 1,3-1,2 0,10 40,1 17,-3 5,-7 1,-4 0,-6 0,-5-1,-6 1,-5-2,-6 6,19-101,3-9,0-1,-2 1,0-1,0 0,-2 0,0-1,-7 12,13-26,1 0,-1 1,0-1,1 0,-1 0,0 0,0 0,0 0,0-1,0 1,0 0,0 0,0-1,0 1,0 0,0-1,-1 1,1-1,0 0,0 1,0-1,-1 0,1 0,0 1,-1-1,1 0,0 0,0-1,-1 1,1 0,0 0,0-1,-1 1,1 0,0-1,0 1,0-1,0 0,-1 1,1-1,0 0,0 0,-38-44,-16-47,3-2,-2-16,49 100,-4-8,-8-14,1-1,2-1,1-1,1 0,3 0,-1-9,9 37,1-1,1 0,-1 0,1 1,1-1,-1 1,2-1,-1 1,0-1,1 1,1 0,-1 0,1 1,0-1,1 1,0 0,-1 0,2 0,-1 1,1-1,0 1,0 1,0-1,1 1,0 0,-1 1,1-1,1 1,-1 1,53-25,1 2,0 4,24-4,-64 19,79-24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3:35.9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0,'5'0,"7"3,10 0,7-1,8 1,5-2,1 0,-1 2,-6 2,-9 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3:36.1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1,'16'2,"16"1,15 0,10-3,5-1,1-1,-11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8:25.36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370 337,'3'0,"2"4,6 7,4 7,10 11,7 9,10 7,6 5,3 3,-2 2,-1-2,-5-3,-8-7,-6-10,-10-9</inkml:trace>
  <inkml:trace contextRef="#ctx0" brushRef="#br0" timeOffset="252.33">825 243,'-16'-2,"-10"6,-4 13,-3 16,1 18,2 16,3 10,1 9,1 0,-1-3,0-9,0-14,4-18</inkml:trace>
  <inkml:trace contextRef="#ctx0" brushRef="#br0" timeOffset="417.881">157 577,'9'5,"15"1,20-1,25-2,22-10,19-7,11-9,0-2,-6 0,-11 3,-23 5</inkml:trace>
  <inkml:trace contextRef="#ctx0" brushRef="#br0" timeOffset="836.761">906 163,'-44'-25,"0"1,-2 3,0 2,-2 1,1 3,-2 2,0 2,-3 1,35 8,0 0,0 0,0 2,0 0,0 1,0 1,1 0,-1 2,0 0,1 0,0 1,0 2,0-1,1 2,0 0,1 0,-1 2,2 0,-1 0,-4 6,3 1,1 0,0 1,2 0,0 1,1 0,0 1,2 0,1 1,0 0,2 0,0 1,1-1,1 1,1 2,0 6,1 0,2 1,1-1,1 0,1 0,2 0,1 0,1-1,2 1,3 3,-1-7,2-1,1 0,1-1,1 0,1-1,1-1,1-1,1 0,0-2,2 0,0-1,1-2,1 0,1-1,0-2,0 0,1-2,1-1,0-1,1-1,-1-1,1-2,0-1,1-1,6-1,-2-1,0-2,1-1,-1-1,0-2,0-1,-1-2,0-1,0-2,-1-1,-1-1,0-1,9-8,-19 11,-1-1,-1-2,0 0,-1 0,0-2,-1 0,-1-1,0 0,-2-1,0-1,-1 0,0-1,-2 0,-1-1,0 0,-1 0,-2-1,2-10,-5 9,-1 1,0-1,-2 0,-1 1,-1-1,-1 0,-1 1,-1 0,0 0,-2 0,-1 1,0 0,-2 0,0 1,-2 0,0 1,-1 0,-2-1,4 6,0 0,-1 0,-1 1,0 1,-1 0,0 1,0 0,-2 1,1 1,-1 0,0 1,-1 1,0 1,0 0,-1 1,1 1,-1 0,0 2,0 0,0 1,0 1,-15 1,13 2,1 1,-1 1,1 1,0 0,0 2,1 0,0 1,1 1,0 0,0 1,1 1,0 1,1 0,-5 7,-1 3,1 0,1 1,1 2,1-1,2 2,0 0,2 1,1 0,1 1,-21 76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8:26.73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15 285,'-4'-9,"-2"6,2 17,7 25,7 26,4 22,5 17,0 11,1 3,0-7,0-9,-2-16,-4-23</inkml:trace>
  <inkml:trace contextRef="#ctx0" brushRef="#br0" timeOffset="1530.718">430 727,'2'32,"2"1,2-1,0 0,3 0,0-1,2 0,1-1,15 25,-26-51,1 0,0 0,1 0,-1 0,0-1,1 1,0-1,0 1,0-1,1 0,-1 0,0 0,1-1,0 1,0-1,0 0,0 0,0 0,0-1,0 1,1-1,-1 0,1 0,-1-1,0 1,1-1,-1 0,1 0,-1-1,1 1,-1-1,1 0,2-1,1-5,0-1,0 0,0 0,-1-1,0 0,-1 0,0-1,0 1,-1-1,-1-1,1 1,-2-1,1 1,-2-1,1 0,-1 0,-1 0,0-1,-1-7,1 13,0-1,-1 0,0 0,0 0,-1 1,1-1,-1 0,-1 0,0 1,0-1,-2-4,4 10,0 1,-1 0,1 0,0 0,-1 0,1 0,0 0,-1 0,1 0,0 0,-1 0,1 0,-1 0,1 0,0 0,-1 0,1 0,0 0,-1 0,1 0,0 0,-1 0,1 1,0-1,0 0,-1 0,1 0,0 1,-1-1,1 0,0 0,0 1,0-1,-1 0,1 1,0-1,0 0,0 1,0-1,-1 0,1 1,0-1,0 0,0 1,0-1,0 0,0 1,0-1,0 0,0 1,0-1,0 0,0 1,0-1,1 0,-1 1,0-1,0 1,-1 10,1-1,0 1,0 0,1 0,1 0,0 0,0 0,1-1,0 1,1-1,0 0,1 0,0 0,0-1,1 0,1 0,-1 0,1-1,1 1,0-2,0 1,0-1,1 0,-3-4,1 1,0-1,-1-1,1 1,0-1,0 0,1 0,-1-1,0 0,0-1,1 1,-1-1,0-1,1 1,-1-1,0-1,0 1,1-1,-1 0,-1-1,1 0,0 0,-1 0,1-1,-1 0,0 0,0-1,-1 1,1-1,-1 0,0-1,-1 1,1-1,-1 0,0-1,0 1,-1 0,2-4,-1 1,0-1,0 1,-1 0,0-1,0 0,-1 1,0-1,-1 0,0 0,-1 0,0 0,-1 0,0 0,0 0,-1 0,0-1,-4 21,6 4,1 1,0-1,1 0,1 1,1-1,-1 0,2-1,0 1,1-1,0 0,1 0,0 0,1-1,1 0,0-1,0 0,1-1,11 10,-12-14,0-1,1 0,-1 0,1-1,1 0,-1 0,0-1,1-1,0 0,-1 0,1-1,0-1,0 1,0-2,0 0,0 0,-1-1,1 0,-1 0,1-2,-1 1,0-1,0-1,0 0,-1 0,1-1,-1 0,-1 0,1-1,-1 0,0-1,-1 0,0 0,0-1,5-8,1-2,-1-1,-1-1,-1 0,0 0,-2-1,0 0,-2-1,-1 1,0-1,-2 0,0 0,-1-6,-14 162,15 11,7-1,5 0,24 89,12 105,-44-250,-11-83,-17-76,-18-91,7-1,8-2,-3-166,26 310,-1 3,2 0,0 0,1-1,1 1,0 0,2 1,0-1,1 0,2-1,-7 17,1 0,1 1,-1-1,0 1,1-1,-1 1,1 0,0 0,-1 0,1 0,0 0,0 0,1 0,-1 0,0 1,1-1,-1 1,0 0,1 0,0 0,-1 0,1 0,0 0,-1 1,1-1,0 1,0 0,0 0,-1 0,1 0,0 0,0 1,-1-1,1 1,0 0,1 0,9 6,-1 0,0 1,0 0,0 1,-1 1,-1 0,1 0,-2 1,1 0,-2 0,1 1,-2 1,1-1,-2 1,0 0,0 1,-1 1,16 79,-21-91,0 1,0 0,0-1,-1 1,1 0,-1-1,0 1,0 0,0-1,-1 1,1-1,-1 0,0 1,1-1,-2 0,1 0,0 0,-1-1,1 1,-1 0,0-1,0 0,0 1,-1-1,-1 1,0 0,0-1,0 0,0 0,0-1,-1 1,1-1,0 0,-1-1,1 1,-1-1,1 0,-1 0,1-1,0 1,-1-1,1-1,0 1,-1-1,1 0,0 0,0 0,0-1,1 0,-1 0,1 0,-1 0,1-1,0 1,0-1,1 0,-1-1,1 1,0 0,0-1,0 0,1 0,-1 0,1 0,2 1,-1 0,1 0,0 1,0-1,1 0,-1 0,1 1,0-1,0 0,0 0,0 1,1-1,-1 1,1 0,0-1,0 1,0 0,1 0,-1 0,1 0,-1 1,1-1,0 1,0-1,1 0,85-50,-35 27,-27 16,-1-1,-1-1,1-1,-2-2,0 0,-1-1,-1-2,0 0,-1-1,-1-2,-1 0,-1 0,-1-2,0-2,-8 6,0 0,-2-1,0 0,-1 0,-2-1,0 1,-1-1,0 0,-2 0,-1 0,0 0,-2 0,0 0,-2 0,0 1,-3-6,-29-40,35 65,0-1,0 0,0 1,-1 0,1-1,0 1,-1 0,1 0,-1 0,0 0,1 0,-1 0,0 0,0 0,0 1,1-1,-1 1,0-1,0 1,0 0,0 0,0 0,0 0,0 0,0 0,1 1,-1-1,0 0,0 1,0 0,0-1,1 1,-1 0,0 0,1 0,-3 1,-4 8,0 0,0 0,1 1,0 0,1 1,0-1,1 1,0 0,1 0,0 1,1-1,0 1,1 0,1 0,0 0,1 1,-2 24,1 0,2 0,2-1,1 1,2 0,2-1,1 0,2-1,2 0,1-1,1 0,2-1,15 21,-21-39,0 1,1-1,1-1,1 0,0-1,1 0,12 8,-21-18,0 0,0 0,0 0,0-1,1 0,-1 0,1-1,0 0,0 0,0-1,0 1,0-1,0-1,0 0,0 0,0 0,0-1,0 1,0-2,0 1,0-1,0 0,1-1,1-2,0 0,0-1,0 0,-1 0,0-1,0 0,0 0,-1-1,0 0,-1-1,0 1,0-1,-1 0,0 0,0-1,-1 0,-1 0,2-4,3-15,0 0,-3-1,0 1,-2-1,0-26,-3 29,-1 27,1 0,0 1,0-1,0 0,0 0,-1 0,1 0,0 1,0-1,0 0,-1 0,1 0,0 0,0 0,-1 0,1 0,0 0,0 1,-1-1,1 0,0 0,0 0,-1 0,1 0,0 0,0 0,-1-1,1 1,0 0,0 0,-1 0,1 0,0 0,0 0,-1 0,1 0,0-1,0 1,0 0,-1 0,-4 19,1 1,0 0,1 0,2 1,0-1,1 0,1 9,0-20,-1 0,1 0,1-1,0 1,0 0,1-1,0 1,0-1,1 0,0 0,0 0,1-1,0 1,0-1,1 0,0-1,0 1,1-1,0 0,3 2,25 11</inkml:trace>
  <inkml:trace contextRef="#ctx0" brushRef="#br0" timeOffset="3886.669">2943 714,'-12'206,"11"-200,1 0,-1 0,1 0,1 0,-1 0,1 0,0 0,0 0,1 0,0-1,0 1,0 0,1-1,0 1,0-1,0 0,0 0,1 0,0-1,0 1,0-1,1 0,-1 0,1 0,0-1,0 1,1-1,-1-1,1 1,2 1,-3-3,0-1,0 1,0-1,0 0,0 0,1 0,-1-1,0 1,-1-1,1-1,0 1,0-1,0 1,-1-1,1-1,-1 1,1-1,-1 1,0-1,0-1,0 1,-1 0,1-1,-1 0,0 0,1 0,3-6,-1 0,1-1,-2 1,1-1,-2 0,1-1,-1 1,-1-1,0 0,0-5,-1 2,0 0,-1 0,-1 0,0 0,-1 0,-1 0,-1-5,3 19,0 1,1-1,-1 0,0 0,0 0,0 0,0 0,0 1,0-1,0 0,0 0,0 0,0 0,0 0,-1 1,1-1,0 0,-1 0,1 1,0-1,-1 0,1 0,-1 1,1-1,-1 0,1 1,-1-1,0 1,1-1,-1 0,0 1,0 0,1-1,-1 1,0-1,0 1,0 0,1 0,-1-1,0 1,0 0,0 0,0 0,1 0,-1 0,0 0,0 0,0 0,0 0,0 1,1-1,-1 0,0 0,0 1,0-1,1 1,-1-1,0 1,1-1,-1 1,0-1,1 1,-1-1,0 1,-4 11,0-1,1 1,0 0,1 1,0-1,1 0,0 1,1 0,0-1,2 4,-2-5,0 0,0 0,2 1,-1-1,1 0,1-1,0 1,0 0,2 3,-3-11,1 1,-1-1,1 1,0-1,0 0,0 0,0 1,1-2,-1 1,1 0,0 0,0-1,0 1,0-1,0 0,1 0,-1 0,1-1,-1 1,1-1,-1 0,1 0,0 0,0 0,0-1,8 0,0-1,1 0,-1 0,0-2,0 1,0-2,-1 0,1 0,-1-1,0 0,0-1,-1 0,0-1,0 0,0 0,-1-1,0-1,0 1,-1-1,0-1,-1 0,0 0,-1 0,1-1,-2 0,5-11,-10 76,0-48,0-1,0 1,0 0,1-1,-1 1,1-1,1 1,-1-1,1 0,0 1,0-1,1 0,-1 0,1 0,0 0,0-1,1 1,0-1,-1 0,1 0,1 0,-1-1,1 1,-1-1,1 0,0 0,0-1,0 0,0 1,1-2,-1 1,11 2,-1-2,1 1,0-2,0 0,0-1,0-1,0 0,0-1,0-1,-1 0,1-1,-1-1,0 0,0-1,-1-1,1 0,-1-1,-1-1,0 0,0-1,-1 0,0 0,1-3,-9 9,0 0,-1 0,1-1,-1 1,0-1,0 0,0 0,0 0,-1 0,0-1,0 1,-1 0,1-1,-1 0,-1 1,1-1,-1 0,1 1,-2-1,1 0,-1 1,0-1,0 0,0 1,-1-1,0 1,0 0,0 0,0-1,-1 1,0 1,0-1,-1 0,-2-2,5 5,-1 1,0-1,0 1,0-1,0 1,0-1,0 1,0 0,0 0,-1 0,1 1,0-1,-1 0,1 1,0 0,-1-1,1 1,-1 0,1 0,0 0,-1 0,1 1,-1-1,1 1,0 0,0-1,-1 1,1 0,0 0,0 0,0 1,0-1,0 0,0 1,0 0,0-1,1 1,-1 0,1 0,-1 0,1 0,-5 8,1 0,0 0,1 1,0 0,1 0,0 0,0 0,2 0,-1 0,1 1,1-1,0 1,1-1,0 1,0-1,1 0,1 0,1 3,-1-6,-1-1,2-1,-1 1,1 0,0-1,0 0,1 0,0 0,0-1,0 1,0-1,1 0,0-1,0 0,1 1,-1-2,1 1,0-1,-1 0,2-1,-1 1,0-1,0-1,1 1,-1-1,2-1,9 2,0-1,-1-2,1 1,0-2,-1-1,1 0,-1-1,0 0,0-2,11-5,-18 8,0-1,-1 0,1-1,-1 0,0-1,0 0,-1 0,1-1,-2 0,1 0,-1-1,0 0,0 0,-1 0,0-1,-1 0,0-1,0 1,-1-1,0 0,-1 0,0 0,0 0,-1-1,-1 1,0-1,0 1,-1-1,-1-5,-14-13,15 29,-1 0,1-1,-1 1,0 0,1 0,-1 0,1 0,-1 0,0 0,1 0,-1 0,1 0,-1 0,1 0,-1 0,0 1,1-1,-1 0,1 0,-1 1,1-1,-1 0,1 1,-1-1,1 0,-1 1,1-1,0 1,-1-1,1 0,0 1,-1-1,1 1,0 0,-1-1,1 1,0-1,0 1,0-1,0 1,0-1,-1 1,1 0,0-1,0 1,0-1,0 1,1 0,-1-1,0 1,-3 10,1 1,1-1,-1 1,2-1,0 1,0 0,1-1,1 1,0-1,0 1,3 7,-3-14,0 1,0-1,0 0,0 0,1 0,0 0,0 0,0 0,1-1,-1 0,1 1,0-1,1-1,-1 1,0-1,1 1,0-1,0 0,0-1,0 1,0-1,1 0,-1-1,5 2,4-3,-1-1,1 0,-1-1,1 0,-1-1,0-1,1 0,-2-1,1 0,-1-1,1 0,-2-1,1-1,-1 1,0-2,-1 0,1 0,-2-1,0 0,0 0,0-1,0-3,-1 4,0-1,-1 0,0 0,0-1,-2 0,1 0,-2 0,1-1,-2 0,3-12,-7 33,0 1,1 0,0 0,0 0,1-1,0 1,1 0,0-1,0 1,1-1,0 0,0 1,1-2,0 1,0 0,1-1,0 0,1 0,-1 0,5 3,4 0,0 0,1-1,0-1,1 0,-1-2,1 1,1-2,-1 0,1-1,0-1,0 0,0-1,0-1,0-1,1 0,-1-2,0 0,0 0,0-2,5-1,-13 2,0 1,-1-1,0-1,0 1,0-1,0-1,0 0,-1 0,0 0,0-1,0 0,-1 0,0-1,0 1,0-1,-1-1,0 1,-1-1,0 0,0 0,0 0,-1 0,0-1,0-3,3-29,-1-1,-2-1,-2 1,-2 0,-1-1,-3 1,-4-16,8 47,-74-462,65 434,10 40,0-1,0 1,0-1,0 1,0-1,-1 1,1-1,0 1,0-1,-1 1,1-1,0 0,-1 1,1-1,0 1,-1-1,1 0,0 1,-1-1,1 0,-1 0,1 1,-1-1,1 0,-1 0,1 0,-1 1,1-1,-1 0,1 0,-1 0,1 0,-1 0,1 0,-1 0,1 0,-1 0,1 0,-1 0,1-1,-1 1,1 0,-1 0,1 0,-1-1,1 1,-1 0,1-1,0 1,-1 0,1-1,0 1,-1 0,1-1,0 1,-1-1,1 1,0 0,0-1,-1 1,1-1,0 1,0-1,-9 22,2 1,0 0,2 0,0 1,2 0,0 3,0-6,-8 48,3 1,3-1,3 1,3 0,4 0,2-1,3 0,3 0,3-1,3-1,2-1,6 5,-21-56,1 0,0 0,1-1,0 0,1-1,0 0,1 0,1-1,5 5,-16-16,1 1,-1 0,1 0,0-1,-1 1,1 0,0-1,-1 1,1-1,0 1,0 0,0-1,-1 0,1 1,0-1,0 0,0 1,0-1,0 0,0 0,0 0,0 0,0 0,0 0,0 0,0 0,0 0,0 0,-1 0,1-1,0 1,0 0,0-1,0 1,0-1,0 1,-1-1,1 1,0-1,0 0,-1 1,1-1,-1 0,1 1,0-1,-1 0,1 0,-1 0,1 1,-1-1,0 0,1 0,-1 0,0 0,0 0,4-58,-14 19,-1 0,-2 0,-2 1,-2 1,-1 1,-2 0,-1 1,-24-30,13 20,-1 1,-2 2,-30-29,6 8,67 57,93 23,253 33,169-5,-449-39,-58-1,-38 1,11-3,-25 4,0 3,0 1,1 1,-17 10,41-16,0 0,0 1,0 0,1 1,0 0,0 0,1 1,0 1,0 0,1 0,0 0,0 1,2 0,-1 1,-2 6,7-14,0 1,1-1,-1 1,1 0,0-1,0 1,0 0,1 0,-1 0,1 0,0 0,0 0,1 0,-1 0,1-1,-1 1,1 0,1 0,-1 0,0-1,1 1,0-1,0 1,0-1,0 0,0 1,1-1,-1 0,1-1,0 1,0 0,0-1,0 0,1 1,-1-1,2 0,4 2,1-1,-1 0,1-1,-1 1,1-2,0 0,0 0,0-1,0 0,-1 0,1-1,0-1,0 0,-1 0,1-1,-1 0,0 0,1-1,-2 0,1-1,0 0,-1-1,0 1,0-1,-1-1,0 0,0 0,0 0,-1-1,0 0,-1 0,1 0,-2-1,1 0,0-1,14-56,-20 82,1 0,1 1,1-1,0 0,1 0,1 0,0 0,2 0,-4-9,1 0,0 0,0 0,0-1,1 0,0 1,0-1,1-1,0 1,0-1,0 1,0-2,1 1,0 0,0-1,0 0,1-1,-1 1,3-1,-6-2,0 0,0 0,0 0,0-1,0 0,0 1,0-1,0 0,1-1,-1 1,0 0,0-1,0 0,0 0,0 0,0 0,0 0,-1 0,1-1,0 1,-1-1,1 0,-1 0,1 0,-1 0,0 0,0-1,0 1,0-1,0 1,-1-1,2-2,3-5,-1-1,0 0,0-1,-1 1,-1-1,0 0,2-12,-2-19,-1-1,-2 0,-1 0,-8-39,3 21,5 60,0 1,1-1,-1 0,1 0,0 1,-1-1,1 0,0 0,0 0,0 0,0 1,1-1,-1 0,0 0,1 0,-1 1,1-1,0 0,0 1,-1-1,1 0,0 1,0-1,1 1,-1-1,0 1,0 0,1 0,-1-1,1 1,-1 0,1 0,-1 0,1 1,-1-1,2 0,5 2,1 1,0 0,-1 1,1 0,-1 0,0 0,0 1,0 1,0-1,-1 1,0 0,0 1,0 0,-1 0,4 4,4 3,0 1,-1 0,-1 0,0 2,-1-1,-1 1,0 1,-1 0,-1 0,-1 1,0 0,-2 0,0 1,0-1,-2 1,0 0,-1 6,-2-9,-1-14,1 1,-1 0,1 0,0 0,0 0,0 0,0 0,0-1,1 1,-1 0,1 0,0 0,0-1,0 1,0 0,0-1,1 1,-1-1,1 1,-1-1,1 0,0 1,0-1,0 0,0 0,1-1,-1 1,0 0,1-1,0 1,12 0,-1 0,1-1,0-1,0 0,0-1,0-1,0 0,0-1,-1-1,5-1,-3 2,-1-1,0 0,1-1,-2-1,1 0,-1-1,0 0,0-1,-1-1,0 0,0-1,-1 0,0-1,-1-1,-1 1,0-2,0 1,-1-2,-1 1,0-1,-1 0,0-1,1-4,-7 16,0 0,0 1,0-1,0 0,-1 0,1 0,-1 0,0 1,0-1,0 0,0 0,0 0,0 0,-1 0,0 0,1 0,-1 1,0-1,0 0,-1 1,1-1,0 0,-1 1,0 0,1-1,-1 1,0 0,0 0,-1 0,1 0,0 0,-1 1,1-1,-1 1,1-1,-1 1,0 0,1 0,-2 0,-3 2,1 0,-1 1,1 0,0 1,0-1,0 1,0 0,0 0,1 1,-1 0,1 0,0 0,0 1,1-1,-1 1,1 0,0 1,0-1,1 1,0-1,0 1,-2 4,2-5,0 0,0 1,1-1,-1 1,1 0,0-1,1 1,-1 0,1 0,0 0,1 0,0 0,0 0,0 0,0 1,1-1,0 0,0-1,1 1,0 0,0 0,0-1,1 1,-1-1,1 1,1-1,-1 0,1 0,0-1,0 1,2 1,13 8,0-2,0 0,1-1,1-1,-1-1,2-1,-1-1,1-1,0 0,0-2,13 1,95 14,-5-5</inkml:trace>
  <inkml:trace contextRef="#ctx0" brushRef="#br1" timeOffset="20782.905">763 3026,'0'-3,"3"1,4-1,11 0,14 2,17 0,16 0,13 1,7-2,0-1,-5 0,-12 1,-17 1</inkml:trace>
  <inkml:trace contextRef="#ctx0" brushRef="#br1" timeOffset="23071.41">2154 2866,'0'5,"0"7,0 12,2 8,1 8,0 4,1-1,3-4,3-5,1-9,1-9,-1-7</inkml:trace>
  <inkml:trace contextRef="#ctx0" brushRef="#br1" timeOffset="23317.549">2061 2465,'-5'-11,"1"0,6 7,9 11,2 4</inkml:trace>
  <inkml:trace contextRef="#ctx0" brushRef="#br1" timeOffset="24436.106">2916 2905,'-13'-5,"0"1,0 0,0 0,-1 1,1 1,0 0,-1 1,0 1,1 0,-1 0,0 2,1 0,-1 0,1 1,0 1,0 0,0 1,1 0,-3 2,11-4,1 1,-1-1,1 1,0 0,0 0,1 0,-1 0,1 1,0-1,0 0,0 1,1 0,-1-1,1 1,0 0,1 0,-1 0,1 0,0-1,0 1,1 5,-2 10,0-7,0-10,0 0,0 0,1 0,-1 0,1 1,0-1,0 0,0 0,1 0,-1 1,1-1,-1 0,1 0,0 0,0 0,0 0,1 0,-1 0,1 0,0 0,0-1,0 1,0-1,0 1,0-1,2 2,3-2,0 1,0-1,0 0,0-1,0 0,0 0,0 0,0-1,1 0,-1 0,0-1,0 0,0 0,0-1,0 1,0-2,0 1,-1-1,1 0,-1 0,1-1,-1 0,0 0,-1 0,1-1,-1 0,0 0,0 0,0-1,-1 0,0 0,0 0,0 0,-1 0,2-7,7-20,-1 0,-2 0,-1-1,-1 0,-3-1,0 0,-3 1,0-1,-4-21,3 34,-11-222,6 222,4 22,1 0,0 0,0 0,0 1,0-1,0 0,-1 0,1 0,0 1,0-1,0 0,0 0,-1 0,1 0,0 0,0 0,-1 1,1-1,0 0,0 0,0 0,-1 0,1 0,0 0,0 0,-1 0,1 0,0 0,0 0,-1 0,1 0,0 0,0 0,-1 0,1-1,0 1,0 0,0 0,-1 0,1 0,0 0,0 0,0-1,-1 1,1 0,0 0,0 0,0 0,0-1,0 1,0 0,-1 0,1-1,0 1,0 0,0 0,0 0,0-1,0 1,0 0,0 0,0-1,-6 19,1 0,1 0,1 0,1 1,0-1,1 13,0-7,-4 35,3 0,3 0,2 0,3-1,11 50,-16-100,0-1,1 1,0 0,0 0,1-1,0 0,0 1,1-1,0 0,0-1,0 1,1-1,0 1,0-2,1 1,0 0,0-1,0 0,1-1,-1 1,1-1,0-1,0 1,1-1,-1 0,1-1,-1 0,8 1,-3-2,-1-1,1-1,0 0,0-1,-1 0,1-1,-1 0,0-1,0 0,0-1,0 0,-1-1,0 0,0 0,0-1,-1-1,0 1,-1-2,0 1,0-1,0 0,-1-1,-1 1,1-1,-2-1,1 1,-2-1,1 0,-2 0,1-2,-6-50,1 61,1 0,0 0,-1 1,1-1,-1 0,1 1,-1-1,0 1,0-1,0 1,0-1,0 1,0-1,0 1,0 0,-1 0,1-1,0 1,-1 0,1 0,-1 0,1 1,-1-1,1 0,-1 1,0-1,1 1,-1-1,0 1,1 0,-1-1,0 1,0 0,1 0,-1 0,-3 3,0-1,1 1,-1 0,1 0,0 0,0 0,0 1,1-1,-1 1,1 0,0 0,0 1,0-1,0 1,1-1,0 1,0 0,0 0,-1 3,0-2,0 0,1 0,-1 1,1-1,0 1,1 0,-1-1,1 1,1 0,-1 0,1 0,0 0,1 0,0 0,0-1,0 1,1 0,0-1,0 1,1-1,0 1,0-1,0 0,1 0,0-1,0 1,3 2,0-3,0 0,1 0,0-1,0 0,0 0,0-1,0 0,1 0,-1-1,1-1,0 1,0-1,-1-1,9 1,31-2</inkml:trace>
  <inkml:trace contextRef="#ctx0" brushRef="#br1" timeOffset="25247.334">3638 2759,'-1'18,"0"0,1 1,1-1,0 0,2 0,0 0,1 0,1 0,0-1,1 0,1 0,1 0,1-1,0 0,3 3,-10-16,0 0,0 0,0 0,0 0,0-1,1 0,-1 1,1-1,0 0,0 0,-1 0,1 0,0-1,1 1,-1-1,0 0,0 0,1 0,-1 0,0 0,1-1,-1 0,1 0,-1 0,0 0,1 0,-1 0,1-1,-1 0,0 0,1 0,-1 0,0 0,0-1,0 1,0-1,0 0,7-5,-1 0,-1 0,1-1,-1 0,-1-1,0 0,0 0,0 0,-1-1,-1 0,1 0,-2-1,0 1,0-1,-1 0,0 0,0 0,-1-9,15 56,-13-27,1-1,0 0,1 0,0-1,0 0,0 0,1 0,0 0,0-1,1-1,0 1,0-1,0 0,1-1,-1 0,1 0,0-1,0 0,0-1,1 0,-1 0,0-1,1 0,-1-1,1 0,0 0,-1-1,0 0,1-1,-1 0,0-1,0 0,0 0,0 0,0-2,-1 1,4-3,-1-1,0-1,-1 0,-1 0,1-1,-1 0,-1 0,0-1,0-1,-2 1,1-1,-1 0,-1 0,0-1,0 0,0-9,5-19,-3 0,-1-1,-2 0,-1-18,0-45,-5-1,-15-99,16 197,-18-56,18 64,0-1,0 1,0 0,0 0,0 0,0 0,-1 0,1 0,0 0,0 0,0 0,0 0,0 1,0-1,0 0,0 1,0-1,1 1,-1-1,0 1,0-1,0 1,0-1,1 1,-1 0,0 0,0-1,1 1,-1 0,1 0,-1 0,1 0,-1 0,1 0,-1 0,1 0,0 0,0 0,-1 0,1 0,0 0,-11 29,1 0,2 0,1 1,1 0,1 1,2-1,2 1,0 7,-1 2,2-1,1 1,2-1,2 0,1 0,2 0,2-1,2 0,1-1,2 0,2-2,1 1,10 11,-25-42,0 0,1 0,0-1,0 0,0 1,1-1,0-1,0 1,0-1,0 0,1 0,-1 0,1-1,0 0,0 0,1-1,-1 1,0-1,1-1,-1 1,1-1,0 0,-1-1,1 1,0-1,0-1,-1 1,1-1,0 0,-1-1,1 0,4-1,1-5,-1-1,0 0,0-1,-1 0,0-1,-1 0,0 0,-1-1,0 0,-1 0,0-1,-1 0,2-7,8-12,-10 28,-5 17,-3 19,1-23,0 88,2-94,0 1,0-1,0 0,0 0,1 0,-1 0,1 0,0 0,0 0,0 0,0-1,0 1,0-1,1 1,-1-1,1 0,0 0,0 0,0-1,0 1,0-1,0 1,0-1,0 0,0 0,1 0,1 0,29 2,-1-3</inkml:trace>
  <inkml:trace contextRef="#ctx0" brushRef="#br1" timeOffset="25496.666">4894 2585,'-13'-5,"-12"-3,-6-3,-2-4,4 0</inkml:trace>
  <inkml:trace contextRef="#ctx0" brushRef="#br1" timeOffset="25866.677">4346 2345,'79'20,"0"-3,1-3,0-4,1-3,20-4,100 5,0-8,0-9,157-29,-325 33,0-2,0-1,-1-1,19-10,-47 19,-1-1,1 0,-1 0,1-1,-1 1,0-1,1 1,-1-1,0 0,0 0,0-1,0 1,-1 0,1-1,-1 0,1 0,-1 0,0 0,0 0,0 0,0 0,-1 0,0-1,1 1,-1-1,0 1,-1-1,1 0,0 1,-1-1,0 0,0 1,0-1,-1 0,1 1,-1-2,-5-5,-1 0,0 1,-1-1,0 1,0 1,-1-1,0 2,0-1,-1 1,0 1,-1-1,1 2,-1-1,0 2,0-1,-1 2,0-1,5 1,0 0,0 0,0 1,0 0,-1 0,1 1,0 0,-1 0,1 1,-1 0,1 0,-1 1,1 0,0 0,-1 1,1-1,0 2,0-1,0 1,0 0,1 0,-1 1,1 0,0 0,0 1,0 0,-2 3,-2 6,1 1,1 0,0 1,1 0,1 0,0 0,2 1,-1 0,2 0,1 0,0 0,0 10,-9 145,11 166,3-214,1 539,-4-649,0-5,1 1,-2 0,1 0,-2 0,1 0,-1 0,-1-1,1 1,-2-1,1 0,-1 0,-1 1,4-9,1 0,-1 0,0 0,1 0,-1 0,0 0,1-1,-1 1,0 0,0 0,0-1,0 1,0 0,0-1,0 1,0-1,0 1,0-1,0 0,0 1,0-1,0 0,0 0,-1 0,1 0,0 0,0 0,0 0,0 0,0 0,0 0,-1-1,1 1,0 0,0-1,0 1,0-1,0 0,0 1,0-1,0 1,1-1,-1 0,0 0,0 0,0 0,0 0,-28-48,14 8</inkml:trace>
  <inkml:trace contextRef="#ctx0" brushRef="#br1" timeOffset="26154.499">5349 3053,'0'-4,"1"-1,0 1,0 0,0 0,0-1,1 1,0 0,0 0,0 1,0-1,0 0,1 1,0-1,-1 1,1 0,0 0,1 0,-1 0,1 1,-1-1,3 0,86-43,-89 44,62-21,1 2,1 3,0 3,54-4,-110 17,-7 1,-1-1,1 1,0 0,0 0,-1 1,1-1,0 1,0-1,0 1,-1 0,1 1,0-1,0 1,0 0,-1 0,1 0,0 0,-1 0,1 1,-1 0,1-1,-1 1,0 1,0-1,0 0,0 1,0 0,-1-1,1 1,0 2,-1 5,0 1,-1 0,0-1,-1 1,0 0,-1 0,0-1,-2 8,-2 57,5-74,0 1,0 0,0 0,0-1,1 1,-1 0,0 0,1-1,-1 1,1 0,0-1,0 1,-1-1,1 1,0-1,0 1,0-1,1 0,-1 1,0-1,0 0,1 0,-1 0,1 0,-1 0,1 0,-1-1,1 1,0 0,-1-1,1 1,0-1,-1 1,1-1,0 0,0 0,-1 0,1 0,0 0,0 0,-1-1,1 1,0 0,-1-1,1 1,0-1,1 0,14-8</inkml:trace>
  <inkml:trace contextRef="#ctx0" brushRef="#br1" timeOffset="26402.835">6044 2626,'-4'13,"4"12,15 8,15 3,3-4</inkml:trace>
  <inkml:trace contextRef="#ctx0" brushRef="#br1" timeOffset="26568.423">6632 2879,'-4'-7,"0"1,-1 0,1 0,-2 0,1 0,-1 1,1-1,-1 2,-1-1,1 1,-1-1,0 2,0-1,0 1,0 0,0 1,-1-1,0 1,1 1,-1 0,0 0,1 0,-1 1,0 0,0 1,0 0,1 0,-1 0,0 1,1 0,0 1,-1-1,0 3,-1-1,1 1,0 1,1-1,-1 1,1 0,1 1,-1 0,1 0,0 0,0 1,1 0,-1 3,4-8,0 1,0-1,1 1,-1 0,1-1,0 1,0 0,0 0,1 0,-1 0,1 0,0 0,0 0,0 0,1 0,-1 0,1 0,0 0,0 0,1-1,-1 1,1 0,0-1,0 1,0-1,0 1,0-1,1 0,0 0,-1 0,1 0,1 0,9 5,1 0,0 0,0-1,0-1,1-1,0 0,0-1,1 0,-1-1,1-1,0 0,15-1,36 2,0-3,1-3,60-11,-25-1</inkml:trace>
  <inkml:trace contextRef="#ctx0" brushRef="#br0" timeOffset="8304.087">17086 31,'-22'5,"-18"8,-12 11,-5 15,1 17,5 21,12 21,12 18,15 15,19 6,24-3,25-8,26-12,19-13,11-16,-14-22</inkml:trace>
  <inkml:trace contextRef="#ctx0" brushRef="#br0" timeOffset="8932.428">17782 633,'34'-5,"1"-2,0-1,-1-1,-1-2,0-2,-1-1,0-1,-1-2,0 0,13-13,-34 24,-1-1,1 0,-1-1,-1 0,1 0,-1-1,-1 0,0 0,0-1,-1 0,0 0,0-1,-1 1,-1-1,0 0,0-1,-1-2,-2 11,-1 0,0 0,0 0,0 0,0 0,0 0,-1 0,1 0,-1 0,0 0,0 0,0 0,0 1,-1-1,1 0,-1 1,0-1,1 1,-1-1,0 1,-1 0,1 0,0 0,0 0,-1 0,1 0,-1 1,0-1,1 1,-1 0,0 0,0 0,0 0,0 0,0 0,0 1,0 0,0 0,0-1,0 2,0-1,0 0,0 1,0-1,0 1,0 0,0 0,0 0,0 0,1 1,-1-1,-1 1,-3 3,0 0,0 0,1 1,-1 0,1 0,0 0,1 1,0 0,0 0,0 0,1 1,0 0,0 0,-2 7,-28 124,29-69,4 0,2 0,4 0,2-1,4 0,2 0,14 35,7 53,-23-87,-4-15</inkml:trace>
  <inkml:trace contextRef="#ctx0" brushRef="#br0" timeOffset="9384.221">17876 807,'337'-13,"-314"12,-8 0,1 1,0 0,0 1,-1 1,1 1,-1 0,8 3,-20-5,0 1,0 0,0 0,-1 0,1 0,0 0,-1 0,0 1,0-1,1 1,-1 0,-1 0,1-1,0 1,-1 0,1 1,-1-1,0 0,0 0,-1 0,1 1,0-1,-1 0,0 1,0-1,0 1,0-1,-1 0,1 1,-1-1,0 0,0 0,0 1,0-1,0 0,-1 0,1 0,-2 0,-6 55,11-56,-1 1,0-1,0 0,1 0,-1 0,1-1,-1 1,1 0,0 0,0-1,0 1,-1-1,2 0,-1 0,0 0,0 0,0 0,0 0,1 0,-1 0,0-1,1 0,-1 1,1-1,-1 0,0 0,1 0,-1 0,1-1,-1 1,0-1,1 1,-1-1,2-1,4 1,-1-1,0 0,1 0,-1-1,0 0,0-1,-1 1,1-1,-1 0,0-1,0 0,0 0,0 0,-1 0,0-1,0 0,-1 0,0-1,0 1,0-1,0 0,-1 0,-1 0,1 0,-1 0,0-1,-1 1,1-1,-2 1,1-1,-1 1,0-1,-1 0,1 1,-1-1,-1 1,0-1,0 1,0 0,-3-6,2 9,1-1,-1 1,0 0,0 0,0 0,0 1,-1-1,1 1,-1-1,0 1,0 0,0 1,-1-1,1 1,-1 0,1 0,-1 0,0 0,0 1,1 0,-1 0,0 0,0 1,0 0,0 0,0 0,0 0,0 1,0 0,0 0,0 0,0 0,1 1,-1 0,1 0,-1 0,1 1,-1 0,1-1,0 1,1 1,-1-1,0 0,-2 5,4-4,-1 0,2 1,-1 0,0-1,1 1,0 0,0 0,0 0,1 0,0 0,0-1,0 1,0 0,1 0,0 0,0 0,0 0,1-1,-1 1,1 0,0-1,1 0,-1 1,1-1,0 0,0 0,0 0,0-1,1 1,-1-1,1 0,0 0,1 1,33 27</inkml:trace>
  <inkml:trace contextRef="#ctx0" brushRef="#br0" timeOffset="9763.229">18784 980,'-13'-338,"8"234,5 103,0 1,1-1,-1 1,0-1,0 1,1-1,-1 1,0 0,1-1,-1 1,1-1,-1 1,0 0,1-1,-1 1,1 0,-1 0,1-1,-1 1,1 0,-1 0,1 0,-1 0,1 0,-1-1,1 1,0 0,-1 0,1 0,-1 1,1-1,-1 0,1 0,-1 0,1 0,-1 0,1 1,-1-1,1 0,-1 0,1 1,-1-1,1 0,-1 1,0-1,1 0,-1 1,1-1,-1 1,0-1,0 1,1-1,-1 1,0-1,0 1,1-1,-1 1,0-1,0 1,7 4,152 63,-33-18,-122-49,-1 0,0 1,1-1,-1 1,0 0,0 0,0 0,0 1,-1-1,1 1,-1-1,1 1,-1 0,0 0,0 0,0 0,-1 0,1 1,-1-1,1 0,-1 1,0-1,-1 1,1-1,0 1,-1-1,0 1,0 0,0-1,0 1,-1 0,1-1,-1 1,0 0,-25 56,21-52,1 0,0 0,0 1,1-1,0 1,0 0,1 0,0 0,1 0,0 7,1-13,1 0,-1 0,1 0,0 0,0 0,0 0,0 0,1 0,-1 0,1-1,0 1,0-1,0 1,0-1,0 1,0-1,1 0,-1 0,1 0,-1-1,1 1,0 0,0-1,0 0,-1 0,1 0,3 1,86 8,-82-11,0-1,0 1,0-2,0 1,0-1,0-1,-1 0,0 0,1-1,-2 0,1 0,0-1,-1 0,0-1,-1 0,0 0,4-4,12-20</inkml:trace>
  <inkml:trace contextRef="#ctx0" brushRef="#br0" timeOffset="10336.402">19426 727,'-5'4,"1"1,0 0,0 1,0-1,1 1,0 0,0-1,0 1,1 1,0-1,0 0,1 0,-1 1,1-1,1 1,-1-1,1 1,0-1,1 1,-1-1,1 1,1-1,-1 1,1-1,0 0,1 0,-1 0,1 0,0 0,1-1,-1 1,1-1,0 0,1 0,-1 0,1-1,0 1,0-1,0-1,1 1,-1-1,1 1,0-2,0 1,0-1,2 1,-4-2,0-1,0 0,0 1,1-2,-1 1,0 0,0-1,0 0,1 0,-1 0,0 0,0-1,-1 1,1-1,0 0,0 0,-1-1,1 1,-1-1,0 1,0-1,0 0,0-1,0 1,-1 0,1-1,-1 1,1-3,4-7,0-1,-1 0,-1 0,0 0,-1 0,0-1,0-7,2-41,-10 81,1-1,0 0,2 1,0 0,1-1,1 1,1 10,-1-22,0-1,0 0,1 0,-1 0,1 0,0-1,0 1,1 0,0-1,-1 0,1 1,1-1,-1 0,1-1,-1 1,1 0,0-1,0 0,1 0,-1 0,1-1,-1 1,1-1,0 0,0-1,0 1,0-1,0 0,0 0,0 0,0-1,1 0,-1 0,0 0,2-1,0 0,1 0,-1 0,0-1,1 0,-1-1,0 1,0-1,0-1,-1 1,1-1,-1-1,0 1,0-1,0 0,-1 0,0-1,0 1,0-1,0 0,-1-1,0 1,-1-1,1 1,-1-1,0 0,-1-1,0 1,0 0,-1-1,0 1,1-7,-2 9,2-3,-1 0,0 1,-1-1,0 0,0 0,0 1,-1-1,0 0,-1 1,0-1,0 1,-2-6,3 12,1 1,-1-1,1 1,-1 0,0-1,1 1,-1-1,1 1,-1 0,0 0,1-1,-1 1,0 0,1 0,-1 0,0 0,1 0,-1 0,0 0,1 0,-1 0,0 0,1 0,-1 0,0 0,1 1,-1-1,1 0,-1 0,0 1,1-1,-1 0,1 1,-1-1,1 1,-1-1,1 1,-1-1,1 1,-1-1,1 1,0-1,-1 1,1 0,0-1,-1 1,1 0,-18 30,15-26,1 0,0 0,0 1,0-1,0 0,1 1,0-1,0 1,0 0,1-1,0 1,0 0,0-1,1 1,0-1,0 1,0-1,1 1,0-1,0 0,0 1,1-1,0 0,-1-1,2 1,-1 0,1-1,-1 0,3 2,9 1,1 0,-1-2,1 0,0 0,1-2,-1 0,1 0,-1-2,1 0,0-1,2-1,-17 1,65 0,-7-3</inkml:trace>
  <inkml:trace contextRef="#ctx0" brushRef="#br0" timeOffset="10717.116">20522 860,'3'-15,"-1"0,0 0,-2-1,1 1,-2-1,0 1,-1 0,-1 0,0 0,-1 0,0 0,-2-1,5 13,0 1,0 0,0 1,0-1,-1 0,1 0,-1 0,1 1,-1-1,0 1,1-1,-1 1,0 0,0 0,0 0,0 0,0 0,0 0,0 0,0 1,-1-1,1 1,0-1,0 1,-1 0,1 0,0 0,0 0,-1 0,1 1,0-1,0 1,0-1,0 1,-1 0,1 0,0 0,0 0,0 0,-71 58,65-50,0 0,0 0,1 1,0 0,0 0,2 1,-1 0,1 0,1 0,0 0,0 1,1 0,1-1,0 1,0 1,1-1,1 0,0 9,1-17,1 0,-1-1,0 1,1-1,0 0,-1 1,1-1,1 0,-1 0,0 0,1 0,0-1,-1 1,1-1,0 1,0-1,1 0,-1 0,0-1,1 1,-1-1,1 1,-1-1,1 0,0 0,-1-1,1 1,0-1,3 0,1 1,-1-1,1-1,0 0,0 0,-1 0,1-1,0 0,-1 0,0-1,1 0,-1-1,0 1,-1-1,1-1,-1 0,0-1,0 1,0-1,-1-1,0 1,-1-1,1 0,-1 0,-1 0,1-1,-1 1,0-1,-1 0,0 0,0 0,-1 0,0 0,0 0,-1-6,-4 0,-3 33,7-14,0-1,0 1,0 0,0 0,1 0,0 0,0 0,1 0,-1 0,1-1,0 1,0-1,0 1,1-1,0 0,-1 0,2 0,-1 0,0-1,1 1,-1-1,1 0,0 0,0 0,1 0,-1-1,0 1,1-1,0-1,-1 1,1-1,0 1,0-1,1 0,63 19,1-4</inkml:trace>
  <inkml:trace contextRef="#ctx0" brushRef="#br0" timeOffset="11164.921">22020 740,'-4'-5,"0"1,0 0,0 0,-1 0,1 1,-1-1,0 1,0 0,0 0,-1 1,1 0,-1 0,1 0,-1 0,0 1,1 0,-1 0,0 1,0-1,0 1,0 1,1-1,-1 1,0 0,0 0,1 1,-1-1,1 1,-1 0,1 1,0 0,-3 1,3 1,-1 0,1 0,0 0,0 1,1 0,0 0,0 0,0 0,1 0,-1 1,2 0,-1 0,1 0,0 0,0 0,1 0,0 0,0 1,1-1,0 0,0 1,2 6,-1-11,0 0,1 0,0 0,-1 0,1-1,0 1,0 0,1-1,-1 0,1 1,-1-1,1 0,-1 0,1 0,0-1,0 1,0-1,0 1,0-1,1 0,-1 0,0 0,0-1,1 1,-1-1,1 0,3 1,1-1,-1 0,1 0,-1-1,1 0,-1 0,0-1,0 1,1-2,-1 1,2-2,-4 1,0-1,0 0,0 0,0 0,-1 0,1-1,-1 1,0-1,-1 0,1-1,-1 1,0-1,-1 1,1-1,-1 0,0 0,0 0,-1 0,0 0,0 0,0 0,-1 0,0-1,-1-5,33 49,-16-19,1-1,1-1,0 0,1-1,1-1,0-1,1-1,0-1,1 0,0-2,1-1,0 0,3-1,26 7</inkml:trace>
  <inkml:trace contextRef="#ctx0" brushRef="#br0" timeOffset="13114.776">19840 2036,'-14'-13,"0"1,0 0,-1 1,-1 1,0 0,-1 1,1 0,-2 2,1 0,-1 1,0 1,0 0,-1 2,1 0,-1 1,0 0,0 2,1 0,-1 2,0 0,1 1,-1 0,1 2,0 0,0 1,-2 2,12-4,0 1,-1 0,2 0,-1 1,1 0,0 0,0 1,0 0,1 0,0 1,1 0,-1 0,1 1,3-5,0 0,0 0,0 0,1 0,0 0,0 1,0-1,0 0,1 0,0 1,0-1,0 1,0-1,0 0,1 1,0-1,0 0,0 0,1 0,-1 0,1 0,0 0,0 0,0 0,1-1,0 1,-1-1,1 1,1 0,4 3,-1-1,1 0,1 0,-1-1,1 0,0-1,0 0,0 0,0-1,1 0,-1 0,1-1,0-1,0 1,0-2,4 1,7-1,0-1,0 0,-1-2,1 0,-1-2,1 0,7-4,-15 5,0-1,0 0,0-1,-1 0,0-1,0 0,-1-1,0-1,0 0,-1 0,0-1,-1 0,0 0,0-1,-1-1,-1 1,0-1,0-1,2-8,-1-7,-2-1,-1 0,-1 0,-1-1,-2 1,0 0,-3-1,0 1,-2 0,-1-1,-2-2,-21-58,28 89,0 0,0 0,-1 0,1 0,0 1,0-1,-1 0,1 0,0 0,-1 1,1-1,0 0,-1 0,1 1,-1-1,0 0,1 1,-1-1,1 0,-1 1,0-1,0 1,1-1,-1 1,0 0,0-1,0 1,1 0,-1-1,0 1,0 0,0 0,0 0,0 0,1 0,-1 0,0 0,0 0,0 0,0 0,0 0,1 1,-1-1,0 0,0 1,0-1,1 0,-1 1,0-1,0 1,1-1,-1 1,0 0,1-1,-1 1,1 0,-1-1,1 1,-1 0,1 0,-1-1,1 1,-23 56,15-30,1 1,1 1,2-1,1 1,1 0,1 0,2 0,1 0,1-1,2 1,0-1,2 0,1 0,2 2,-4-19,0 0,0 0,1-1,0 0,1 0,0-1,1 0,0 0,0-1,1 0,0 0,5 2,-9-7,0 1,0-1,0 0,1 0,-1-1,1 0,0 0,0-1,-1 1,1-1,0-1,0 1,0-1,0-1,0 1,0-1,0-1,0 1,0-1,-1 0,1 0,4-3,-7 3,0-1,1 0,-1 0,0 0,-1 0,1 0,-1-1,1 1,-1-1,0 0,0 0,-1 0,1-1,-1 1,0-1,0 1,0-1,-1 0,0 1,0-1,0 0,0 0,-1 0,0-3,0 8,0 0,0 0,-1 0,1 1,0-1,0 0,-1 0,1 0,0 0,0-1,-1 1,1 0,0 0,0 0,0 0,-1 0,1 0,0 0,0 0,-1 0,1 0,0-1,0 1,0 0,0 0,-1 0,1 0,0-1,0 1,0 0,0 0,0 0,-1-1,1 1,0 0,0 0,0-1,0 1,-5 25,5-19,0-1,0 0,1 1,0-1,0 0,0 0,1 1,0-1,0 0,0-1,0 1,1 0,0 0,0-1,0 0,0 0,1 0,0 0,0 0,0-1,0 1,0-1,1 0,-1 0,6 1,-2 0,0 0,0-1,1 0,-1 0,1-1,0 0,0 0,0-1,0 0,0-1,0 0,0 0,0-1,0 0,3-2,-7 1,-1 1,1-2,-1 1,0 0,1-1,-1 0,0 0,-1 0,1-1,0 1,-1-1,0 0,0 0,0 0,0 0,-1-1,0 1,0-1,0 1,0-1,-1 0,1 0,-1 1,-1-1,1 0,0 0,-1 0,0 0,-1 0,1 0,-1 0,0 0,0 0,0 0,-1 0,1 1,-1-1,-1 1,1-1,0 1,-1 0,0 0,-1-1,-6-11,0 0,-2 1,0 0,0 1,-1 0,-1 1,0 1,-1 0,-1 1,1 1,-2 0,1 1,-1 1,-1 1,-16-6,-17 7,49 13,69 19,16-11,1-4,1-3,9-4,3 1,103 13,-198-19,0 1,0 0,0 0,0 0,0 0,0 0,0 1,0-1,0 0,0 1,0-1,0 1,-1 0,1 0,0 0,0 0,-1 0,1 0,0 0,-1 1,1-1,-1 0,0 1,1 0,-1-1,0 1,0 0,0-1,0 1,0 0,0 0,-1 0,1 0,-1 0,1 0,-1 0,0 0,1 0,-9 21,7-21,-1 0,1 0,0 0,-1 1,1-1,1 0,-1 1,0-1,0 1,1-1,-1 1,1-1,0 1,0-1,0 1,0-1,0 1,1-1,-1 1,1-1,0 1,-1-1,1 1,0-1,0 0,1 0,-1 1,0-1,1 0,-1 0,1 0,0-1,1 2,7 1,1-1,0 0,0 0,0-1,0-1,0 0,0 0,1-1,-1 0,0-1,0-1,0 0,0 0,0-1,0 0,0-1,-3 1,0 0,0-1,0 0,0-1,-1 1,0-1,0-1,0 1,-1-1,1 0,-1-1,-1 1,1-1,-1 0,-1-1,1 1,-1-1,0 0,-1 0,0 0,0-1,-1 1,0-1,-1 1,0-1,0 0,0-8,-2 17,1 0,0 0,0 1,0-1,0 0,-1 0,1 0,0 0,0 0,0 0,-1 0,1 0,0 0,0 0,0 0,-1 0,1 0,0 0,0 0,0 0,-1 0,1 0,0 0,0 0,0 0,-1 0,1 0,0 0,0 0,0-1,0 1,-1 0,1 0,0 0,0 0,0 0,0-1,0 1,-1 0,1 0,0 0,0 0,0-1,0 1,0 0,0 0,0 0,0-1,0 1,0 0,0 0,0 0,0-1,0 1,0 0,0 0,0 0,0-1,-8 19,6-11,-1 0,1 0,1 0,0 1,0-1,0 1,1-1,0 0,0 1,1-1,0 1,0-1,1 0,0 0,0 1,1-2,-1 1,2 0,-1 0,1-1,0 0,0 0,1 0,-1 0,2-1,-1 1,0-1,1-1,0 1,0-1,6 3,13 2,0-2,0-1,1-1,0-1,0-2,0 0,0-2,0 0,0-2,1-2,281-48,-248 47,-48 5,1-1,-1 0,0-1,1 0,-1-1,0 0,9-4,-18 5,-1-1,1 1,-1 0,0-1,0 1,0-1,0 0,0 1,-1-1,1 0,-1 0,0 0,0-1,0 1,0 0,-1 0,1 0,-1-1,0 1,0 0,0 0,0-1,0 1,-1 0,1-1,-1 1,0 0,0 0,0 0,-1 0,1 0,-1 0,1 0,-1 1,0-1,0 0,0 1,-1 0,1-1,-1 1,1 0,-1 0,0 0,-2-1,-6-3,-1 1,1 0,-1 0,0 1,0 1,-1 0,1 1,0 0,-1 1,0 0,1 1,-1 1,1 0,-1 0,1 1,-1 1,1 0,0 1,0 0,0 0,1 2,0-1,0 2,0-1,1 1,0 1,-2 2,9-9,0 1,0 0,0 0,0 0,0 0,1 0,-1 1,1-1,0 1,0-1,-1 1,2 0,-1 0,0 0,1 0,-1 0,1 1,0-1,0 0,0 1,0-1,1 0,0 1,-1-1,1 1,0-1,1 1,-1-1,0 1,1-1,0 0,0 1,0-1,1 1,4 1,0-1,1 0,-1-1,1 1,0-1,0 0,1-1,-1 0,0 0,1 0,-1-1,1 0,0-1,-1 0,2 0,6 2,-1-1,1-1,-1 0,1-1,0-1,-1 0,0-1,1 0,-1-1,0-1,-1 0,1-1,-1-1,0 0,6-5,-16 10,-1 1,0-1,1 0,-1 0,0-1,0 1,0 0,0-1,-1 1,1-1,-1 1,1-1,-1 0,0 0,0 0,0 1,-1-1,1 0,-1 0,1 0,-1 0,0 0,0 0,0-3,-13 32,13-21,-1-1,1 0,0 1,0-1,0 1,1-1,-1 0,1 1,0-1,0 0,1 0,-1 1,1-1,0 0,0-1,0 1,1 0,-1-1,1 1,0-1,0 0,0 1,0-2,1 1,-1 0,1-1,0 1,-1-1,1 0,0 0,2 0,9 3,-1 0,1-1,0-1,1 0,-1-1,0-1,1-1,-1 0,1 0,-1-2,1 0,-1 0,11-5,12-5</inkml:trace>
  <inkml:trace contextRef="#ctx0" brushRef="#br0" timeOffset="13337.181">22581 1489,'6'9,"8"14,3 22,1 21,-2 20,-5 18,-5 12,-14 8,-18 3,-26-2,-29 0,-30-6,3-23</inkml:trace>
  <inkml:trace contextRef="#ctx0" brushRef="#br0" timeOffset="6399.671">13277 339,'22'9,"0"2,0 1,-1 0,-1 2,0 0,-1 1,0 2,-1-1,-1 2,-1 0,0 1,-2 1,0 0,-1 1,-1 1,-1 0,-1 0,5 17,-11-10,-1 1,-1-1,-2 0,-1 1,-1-1,-2 0,0 0,-2 0,-2-1,-1 2,0 9,6-32,1 0,-1 1,1-1,1 1,0-1,0 1,0 0,1-1,0 1,0 0,1-1,0 1,1 0,-1-1,1 1,1-1,-1 0,1 0,1 0,-1 0,1 0,1-1,-1 0,2 2,4-2,1 0,0 0,1-1,-1 0,1-1,0-1,0 0,0 0,0-1,0-1,1 0,-1 0,0-2,1 1,-1-2,3 0,-7 2,0 0,-1-1,1 0,0 0,-1-1,1 0,-1 0,1-1,-1 0,0 0,0-1,0 0,-1 0,0-1,1 1,-1-1,-1-1,1 1,-1-1,0 0,0 0,-1-1,0 1,0-1,0 0,-1 0,0 0,0 0,-1-1,0 1,0-1,0-5,-5-1,0 0,-1 1,0 0,-1 0,-1 0,0 1,-1-1,0 1,-1 1,0 0,-1 0,0 0,-1 1,0 1,0-1,-1 2,0-1,-2 1,-54-39,2 8</inkml:trace>
  <inkml:trace contextRef="#ctx0" brushRef="#br0" timeOffset="7304.394">13370 700,'191'5,"-125"1,0-3,0-3,0-3,0-2,0-4,-1-2,-1-4,45-15,-101 27,0 0,0 0,0 0,0-1,-1 0,0 0,0-1,0 0,0-1,-1 1,1-1,-1 0,-1-1,0 1,2-3,-7 8,1-1,-1 1,1 0,-1-1,0 1,1 0,-1-1,0 1,0 0,0-1,0 1,0 0,0-1,-1 1,1 0,0-1,-1 1,1 0,-1-1,1 1,-1 0,0 0,1 0,-1-1,0 1,0 0,0 0,0 0,0 0,0 1,0-1,0 0,0 0,0 1,-1-1,1 0,0 1,-51-14,45 14,1 0,0 1,-1-1,1 1,0 1,0-1,-1 1,1 0,0 0,1 1,-1 0,0 0,1 0,0 1,-1-1,2 1,-1 0,0 1,1-1,0 1,0 0,0 0,0 1,1-1,0 1,0-1,0 1,1 0,0 0,0 0,1 0,0 1,0-1,0 0,0 1,1-1,1 5,-1-1,2 0,-1 0,1 0,1 0,0 0,0-1,1 1,0-1,1 0,0 0,0 0,1-1,0 0,0 0,1-1,0 1,0-1,1-1,0 1,3 0,7 6,1-1,1-1,0-1,1-1,0-1,0 0,0-2,16 3,-29-6,0-1,1 0,-1 0,1-1,-1 0,1 0,0-1,-1 0,1-1,-1 0,1 0,-1-1,1 0,-1 0,0-1,0 0,0 0,0-1,0 0,-1-1,0 0,0 0,0 0,0-1,4-5,-3-6,0 0,-1 0,-1-1,-1 1,-1-1,0-1,-1 1,-1 0,-1-1,0 0,-2 1,-1-11,1 2,0 0,-2 1,-2 0,0 0,-1 0,-2 0,6 19,1 7,0-1,1 0,-1 1,1-1,-1 1,1-1,-1 0,1 1,-1-1,1 0,-1 0,1 1,0-1,0 0,-1 0,1 0,0 1,0-1,0 0,0 0,0 0,0 1,0-1,0 0,0 0,0 0,0 0,1 1,-1-1,0 0,1 0,-1 1,0-1,1 0,-1 0,1 1,-1-1,1 1,0-1,-1 0,1 1,-1-1,1 1,0-1,0 1,-1 0,1-1,0 1,0 0,-1-1,1 1,0 0,144 34,-107-22,-20-7,5 0,0 2,-1 0,0 2,0 0,-1 2,0 0,10 9,-26-16,-2 1,1 0,0 0,-1 1,0-1,-1 1,1-1,-1 1,0 0,0 0,-1 0,0 0,0 0,0 0,-1 1,1-1,-2 0,1 0,-1 0,0 1,0-1,0 0,-1 0,0-1,0 1,-1 0,0-1,-2 4,-12 61,16-64,1 0,0 0,1 0,0 0,0 0,0 0,0 0,1 0,0-1,0 1,1-1,-1 1,1-1,1 0,-1 0,0 0,1 0,0-1,1 0,-1 0,0 0,1 0,0 0,0-1,0 0,1 0,-1-1,0 1,1-1,0 0,0-1,3 1,2 3,1-2,0 0,0 0,1-1,-1-1,0 0,1 0,-1-2,1 1,-1-2,0 1,0-2,0 1,0-2,0 0,0 0,-1-1,0 0,0-1,0-1,0 0,-10 6,0 0,0 0,0 0,0 0,0 0,0 0,0 1,0-1,0 0,0 0,1 1,-1-1,0 1,0-1,1 1,-1 0,0-1,1 1,-1 0,1 0,-1 0,0 0,1 0,-1 0,0 0,1 1,-1-1,0 0,1 1,-1-1,0 1,1 0,-1-1,0 1,0 0,0 0,0-1,1 2,10 6,1 0,1 0,-1-1,1-1,0-1,1 0,0 0,-1-1,1-1,0-1,1 0,-1-1,0-1,0 0,1-1,-1 0,3-2,-13 2,-1 0,1 0,-1 0,0 0,1-1,-1 0,0 0,0 0,0 0,-1-1,1 1,0-1,-1 0,0 0,1-1,-1 1,-1-1,1 1,0-1,-1 0,0 0,0 0,0 0,0 0,-1-1,0 1,1 0,-2-1,1 1,0-1,-1 1,0-1,0 0,0-8,-1 1,-1-1,0 1,0 0,-1 0,-1 0,0 0,0 1,-1-1,-1 1,0 0,-1 1,-6-9,10 14,-1 0,-1 0,1 0,-1 0,0 1,0 0,0 0,0 0,-1 1,1 0,-1 0,0 0,0 1,0-1,0 2,-1-1,1 1,0-1,-1 2,1-1,-1 1,1 0,-1 0,1 1,-1 0,1 0,-1 1,-4 2,-1 2,1-1,0 2,0-1,0 2,1-1,0 1,1 1,0 0,0 0,1 1,0 0,0 0,1 1,1 0,0 0,0 1,1 0,1 0,0 0,1 0,0 1,0-1,2 1,-1 6,-1 23</inkml:trace>
  <inkml:trace contextRef="#ctx0" brushRef="#br0" timeOffset="5686.543">9159 700,'-5'-3,"0"0,0 1,0-1,-1 1,1 0,-1 0,1 0,-1 1,0 0,1 0,-1 0,0 1,0 0,1 0,-1 1,0-1,0 1,1 0,-1 1,1-1,-1 1,1 1,-1-1,1 1,0-1,0 1,0 1,1-1,-1 1,-1 2,0 0,0 0,1 0,0 1,1 0,-1 0,1 0,0 1,1-1,0 1,0 0,1 0,0 0,0 0,1 0,0 1,1-7,1 0,0 0,0 0,0 0,0 0,0 0,0 0,1 0,-1 0,1 0,-1-1,1 1,0-1,-1 1,1-1,0 1,0-1,0 0,0 0,0 0,0 0,1-1,-1 1,0 0,0-1,1 0,-1 1,0-1,0 0,1 0,-1 0,0-1,1 1,-1 0,0-1,0 0,0 1,1-1,-1 0,0 0,0 0,0 0,0-1,-1 1,1 0,1-1,8-5,1 0,-1-1,0 0,-1-1,1 0,-2 0,0-1,0 0,0-1,-1 0,-1 0,0-1,-1 0,0 0,4-13,-1 1,-2 0,0 0,-2-1,0 0,-2 0,-1 0,-1-1,-1-4,-1 3,-1 0,-1 0,-1 1,-1-1,-2 1,0 0,-2 1,-1 0,-1 0,-1 1,-1 0,-6-7,18 29,1 0,-1 0,0 0,0 0,-1 0,1 0,0 0,-1 0,1 0,-1 1,1-1,-1 1,0-1,0 1,0-1,0 1,0 0,0 0,0 0,0 0,0 0,0 1,0-1,-1 1,1-1,0 1,-1 0,1 0,0 0,0 0,-1 0,1 0,0 1,-1-1,1 1,0 0,0-1,0 1,0 0,0 0,-1 1,-2 5,1-1,0 1,1 0,0 0,0 1,1-1,-1 0,2 1,-1 0,1-1,0 3,-3 21,1 0,2 0,1 0,2 0,1 0,1 0,1-1,2 1,1-1,2-1,1 0,1 0,1-1,1 0,2-1,1-1,1-1,1 0,1-2,1 0,11 9,-24-24,0-1,0 0,1 0,0 0,0-1,0-1,1 1,0-2,0 1,0-1,1-1,-1 0,1 0,0-1,0-1,0 0,0 0,0-1,0 0,0-1,0 0,-1-1,1 0,0-1,-1 0,1 0,-1-2,0 1,6-5,-3-2,-1-1,0 0,-2-1,1 0,-1-1,-1 0,-1-1,0 0,-1 0,0-1,-1 1,-1-2,0 1,-2 0,0-1,0 0,-2 0,0 1,-1-6,0 6,-1 21,-2 30,2-23,1-1,0 0,0 1,1-1,0 0,1 1,0-1,1 0,1 0,-1 0,2-1,-1 1,2-1,-1 0,1-1,1 1,0-1,0 0,0-1,1 0,1 0,-1 0,4 1,-5-4,-1-1,1 0,0 0,1 0,-1-1,0 0,1 0,0-1,0 0,0 0,0-1,0 0,0 0,0-1,0 0,0-1,0 0,0 0,0 0,0-1,0 0,-1-1,1 0,-1 0,1 0,-1-1,0 0,-1-1,1 0,2-2,2-9,0 0,-1-1,-1-1,-1 1,0-1,-1-1,-2 1,1-1,-2 0,-1 0,0-1,0-18,-4 61,-1 2,1-1,1 1,2-1,0 1,3 9,-3-29,-1 0,1 0,0 0,1 0,-1 0,1-1,0 1,0-1,0 0,1 0,-1 0,1 0,0 0,0-1,0 0,1 0,-1 0,1 0,0-1,0 1,-1-1,2-1,-1 1,0-1,0 0,0 0,1 0,-1-1,0 1,3-2,10 1,1 0,-1-2,0 0,1-1,-1-1,0-1,-1 0,6-3,-10 3,0 0,0-1,0 0,-1-1,0 0,0-1,-1-1,0 1,0-2,-1 0,0 0,-1 0,0-2,0 1,-2-1,1 0,-1 0,-1-1,0 0,-1 0,-1 0,0-1,-1 0,0 0,-1 0,0-2,-7 177,2-27,6-1,5 0,7 0,16 61,66 148,-94-328,-10-22,-12-38,2-1,2-1,-8-46,2 11,4-1,4 0,3-1,4 0,4-1,3 1,5 0,3 0,3 0,7-9,17-6,-35 98,-1 0,1 1,-1-1,1 1,0-1,-1 1,1 0,0-1,0 1,0 0,0-1,1 1,-1 0,0 0,0 0,1 0,-1 0,0 0,1 1,-1-1,1 0,-1 1,1-1,-1 1,1-1,0 1,-1 0,1 0,0 0,-1 0,1 0,-1 0,1 0,0 0,-1 1,1-1,-1 1,1-1,-1 1,1-1,-1 1,1 0,0 0,10 9,0 0,-1 1,0 0,0 1,-1 0,-1 1,0 0,-1 0,0 1,3 9,-3-8,-1 0,0 1,-1 0,-1 1,-1-1,3 15,-7-26,1-1,0 1,-1 0,0 0,0-1,-1 1,1 0,-1 0,0-1,0 1,0-1,-1 1,0-1,0 1,0-1,0 0,-1 0,1 0,-1 0,0 0,0-1,-1 1,1-1,-1 0,1 0,-3 1,1-1,0 0,0 0,0 0,0-1,-1 0,1 0,-1 0,0-1,1 0,-1 0,0 0,0-1,1 0,-1 0,0 0,0-1,0 0,1 0,-1 0,-3-2,8 2,0-1,0 1,0-1,1 0,-1 1,0-1,1 0,-1 0,1 1,0-1,-1 0,1 0,0 0,0 1,0-1,0 0,0 0,1 0,-1 0,1 1,-1-1,1 0,-1 1,1-1,0 0,0 1,0-1,0 1,0-1,0 1,1-1,-1 1,0 0,1 0,-1-1,0 1,1 0,0 1,-1-1,1 0,0 0,24-18,0 0,2 2,0 1,1 1,0 2,1 1,0 1,1 2,3 0,-24 6,-3 0,1 1,-1 0,1 0,0 0,0 1,0 0,0 1,-1-1,1 2,0-1,0 1,0 0,6 2,-12-2,-1 0,1 0,-1 0,1 0,-1 0,1 1,-1-1,0 0,0 1,0-1,0 1,0-1,0 1,0 0,0-1,0 1,-1 0,1-1,-1 1,1 0,-1 0,0 0,0-1,0 1,0 0,0 0,0 0,0 0,0-1,-1 1,1 0,-1 0,0 0,-24 62,21-55,-2 4,-14 37,20-49,0 0,0 1,0-1,0 1,0-1,0 0,0 1,0-1,0 0,1 1,-1-1,1 0,-1 1,1-1,0 0,-1 0,1 1,0-1,0 0,0 0,0 0,0 0,0 0,0 0,0 0,0-1,0 1,0 0,1-1,-1 1,0 0,0-1,1 0,-1 1,1-1,13 3,0-1,0 0,0-1,0-1,0 0,1-1,-1-1,0 0,0-1,-1 0,1-2,-1 0,4-2,-12 6,0-1,0 0,0-1,0 1,0-1,0 0,-1-1,1 1,-1-1,0 0,0-1,-1 1,1-1,-1 0,0 0,0 0,-1-1,0 1,0-1,0 0,0 0,-1 0,0 0,0 0,-1-1,1 1,-2 0,1-1,-1 1,0-1,0 1,0-1,-1 1,0-1,0 1,-1 0,0 1,-1 0,0 0,0 0,0 0,0 1,-1 0,0-1,0 1,0 1,0-1,0 1,-1-1,0 1,1 0,-1 1,-1-1,1 1,0 0,0 1,-1-1,1 1,-1 0,1 0,-1 0,1 1,-1 0,-2 1,-2-1,0 1,0 0,0 1,0 0,1 0,-1 1,1 1,0 0,0 0,0 0,0 1,1 1,-1-1,1 1,0 1,4-3,0-1,0 0,0 1,0 0,1 0,0 0,0 0,0 0,0 1,1-1,-1 1,1 0,0-1,1 1,-1 0,1 0,0 1,0-1,1 0,-1 0,1 0,0 0,1 1,-1-1,1 0,0 0,0 0,1 0,0 0,0 0,0 0,0-1,0 1,1-1,0 1,0-1,0 0,1 0,-1-1,1 1,0 0,10 4,0-1,0 0,0-1,1 0,0-1,0-1,0 0,1-1,-1-1,15 0,34 4</inkml:trace>
  <inkml:trace contextRef="#ctx0" brushRef="#br0" timeOffset="5971.782">11472 232,'-3'-1,"0"0,0 0,0 1,0-1,0 1,0 0,0 0,0 0,0 1,0-1,1 1,-1-1,0 1,0 0,0 0,0 0,1 0,-1 1,0-1,1 1,0 0,-1-1,1 1,0 0,0 1,0-1,0 0,0 0,0 1,1-1,-1 1,1 0,0-1,0 1,0 0,0 0,0 0,0 0,1 0,-1 0,1-1,0 1,0 0,0 0,1 1,4 13,0 0,2 0,0 0,1-1,0 1,2-2,3 5,12 22,7 22,-3 1,20 67,-39-103,-8-24,0 0,0 0,0 1,1-1,0-1,0 1,0 0,0-1,1 1,0-1,0 0,0 0,0-1,1 1,-1-1,1 0,0 0,0-1,0 1,0-1,1 0,-1-1,1 1,24 4,0-2,0-1,0-1,0-2,10-1,-30 1,69-3</inkml:trace>
  <inkml:trace contextRef="#ctx0" brushRef="#br1" timeOffset="28552.178">8785 2839,'-9'-6,"1"0,-1 1,0 0,0 1,-1 0,1 0,-1 1,0 0,0 1,0 0,0 1,0 0,-1 0,1 1,0 0,0 1,-1 1,1-1,0 1,0 1,1 0,-1 0,0 1,1 0,0 1,0 0,0 1,1-1,0 2,-2 1,6-5,1 0,0 0,-1 1,1-1,1 1,-1 0,1 0,-1 0,1 0,0 0,0 0,1 1,-1-1,1 0,0 1,1-1,-1 1,1 0,-1-1,1 1,1 0,-1-1,1 1,-1-1,1 1,1-1,-1 1,1-1,-1 0,1 1,1-1,-1 0,0 0,2 1,5 2,1 0,-1-1,1 1,0-2,1 0,-1 0,1-1,0 0,0-1,0 0,1-1,-1 0,1 0,8-1,12 2,1-1,-1-2,0-1,1-2,-1-1,0-1,-1-2,1-1,-1-1,-1-2,19-9,-41 17,-1 0,0 0,0-1,0 0,0 0,0 0,-1-1,0 0,0 0,0-1,-1 0,0 0,0 0,0 0,-1-1,1 0,-2 0,1 0,0-4,-4 9,0 0,-1 0,1 0,-1 0,0 0,1 1,-1-1,0 0,0 0,0 1,-1-1,1 1,0-1,0 1,-1-1,1 1,-1 0,0 0,1 0,-1 0,0 0,1 0,-1 0,0 0,0 1,0-1,0 1,0-1,0 1,0 0,0 0,1 0,-1 0,0 0,0 0,0 0,0 1,0-1,0 1,0 0,0-1,0 1,1 0,-1 0,0 0,1 0,-2 1,0 0,0 1,1-1,-1 0,1 1,-1 0,1 0,0 0,0 0,0 0,1 0,-1 0,1 0,0 1,0-1,0 0,0 1,0-1,1 1,-1-1,1 1,0-1,0 1,1 0,-1-1,1 1,-1-1,1 0,0 1,1-1,-1 0,0 1,1-1,0 0,0 0,0 0,0 0,0-1,1 1,-1 0,1-1,-1 0,1 0,0 1,0-2,0 1,1 0,7 3,0 0,0-1,0-1,0 0,1 0,-1-1,1 0,0-1,-1-1,1 0,0 0,0-1,-1-1,1 0,-1 0,1-1,-1-1,0 0,0-1,-1 1,1-2,0 0,-7 2,0 0,0 0,0 0,-1 0,1-1,-1 1,0-1,-1 0,1 0,-1 0,0 0,0-1,0 1,-1 0,0-1,0 1,0-1,-1 1,0-1,0 0,0 1,-1-1,1 1,-2-1,1 1,0-1,-1 1,0 0,0 0,-1 0,1 0,-1 0,0 0,-1 1,1-1,-1 1,0 0,0 0,0 0,0 1,-1 0,1-1,-5-1,-2-2,0 1,-1 0,1 1,-1 0,0 0,0 1,-1 1,1 0,-1 1,0 1,-1-1,-1 5,37 3,345 13,-361-19,0 0,1 0,-1 1,0-1,0 2,1-1,-1 1,0 0,-1 0,1 0,0 1,0 0,-1 0,0 1,0-1,0 1,0 0,0 1,-1-1,0 1,0 0,0 0,0 0,-1 0,0 1,0-1,0 1,0 1,0 33,-4-36,0-1,1 1,-1 0,1-1,0 1,0-1,0 1,1 0,-1-1,1 1,0-1,0 1,0-1,1 0,-1 1,1-1,-1 0,1 0,0 0,1 0,-1 0,0 0,1-1,-1 1,1-1,0 0,0 0,0 0,0 0,0 0,1-1,5 0,1-1,-1-1,1 1,0-2,-1 1,0-2,1 1,-1-1,0 0,0-1,-1 0,1-1,-1 1,0-2,0 1,0-1,-1 0,0-1,0 1,0-2,-1 1,0-1,-1 1,0-2,0 1,-1 0,2-4,16-55,-32 166,11-90,0 0,1 0,-1 0,2-1,-1 1,1 0,1-1,0 0,0 0,0 0,3 3,-5-8,1 0,-1 0,1 0,0 0,0 0,0-1,0 1,0-1,1 0,-1 0,1 0,-1 0,1-1,0 1,0-1,0 0,0 0,-1-1,1 1,0-1,0 0,0 0,0 0,0 0,0-1,4 0,5-4,-1-1,0 0,0-1,-1 0,1-1,-2 0,1-1,-1 0,0-1,-1 0,0 0,-1-1,0 0,-1 0,0-1,-1 0,2-5,58-119,-66 137,0-1,0 0,0 0,1 0,-1 1,0-1,0 0,0 0,0 0,0 0,0 1,0-1,0 0,1 0,-1 0,0 0,0 1,0-1,0 0,0 0,1 0,-1 0,0 0,0 0,0 0,1 0,-1 0,0 1,0-1,0 0,1 0,-7 33,5-26,-8 107,9-109,0 0,1 0,0 0,1 1,-1-1,1 0,0 0,0-1,0 1,1 0,-1-1,1 1,0-1,1 0,-1 0,1 0,0-1,0 1,0-1,3 2,1-1,0 0,1 0,0-1,0 0,0-1,0 0,0 0,0-1,0 0,1-1,-1 0,0 0,1-1,-1 0,0-1,0 0,0 0,0-1,0 0,0-1,-1 0,0 0,0-1,0 0,0 0,-1-1,0 0,0 0,0-1,-1 0,0 0,0 0,-1-1,0 0,0 0,0-3,2-14,-1 0,-1 0,-1 0,-2-1,0 1,-2-1,-2-22,2 40,-21-510,13 648,5-42,3 0,4 0,5-1,4 6,-12-85,0 0,0 0,0 0,1 0,0 0,0 0,1 0,0-1,0 1,1-1,0 0,0 0,1 0,0-1,5 7,-7-13,0 0,0 1,0-1,0 0,0-1,0 1,0 0,0-1,0 0,0 0,0 0,0 0,0 0,-1 0,1-1,0 1,-1-1,1 0,-1 0,0 0,1 0,-1 0,0 0,1-2,7-5,1-1,0 1,1 0,0 0,0 1,1 1,0 0,0 0,1 2,-1 0,1 0,1 1,-1 1,1 0,-1 1,2 1,-12 1,-1 1,1 0,0 0,0 0,0 0,-1 1,1 0,0-1,-1 1,0 1,1-1,-1 0,0 1,0-1,0 1,-1 0,1 0,-1 0,1 1,-1-1,0 0,0 1,-1-1,1 1,-1 0,0 0,0-1,0 1,0 0,-1 0,1 3,0 0,-1 0,0 0,0 0,0 0,-1 0,0 0,0 0,-1-1,0 1,0 0,0-1,-1 1,0-1,0 0,-1 0,0 0,-3 4,3-6,-1 0,1-1,-1 1,1-1,-1 0,0 0,0 0,0-1,-1 0,1 0,-1 0,1 0,-1-1,1 0,-1 0,0-1,0 0,1 0,-1 0,0 0,1-1,-1 0,0 0,1-1,-1 0,1 0,0 0,-1 0,1-1,0 0,0 0,1 0,-1-1,1 1,0-1,0 0,0 0,0-1,0 1,1-1,0 0,1 2,1 1,0-1,0 0,0 0,0 1,0-1,0 0,1 0,-1 0,1 0,0 0,0 0,0 1,0-1,1 0,-1 0,1 0,0 0,0 0,0 1,0-1,0 0,0 1,1-1,-1 1,1-1,0 1,0 0,1-2,70-51,-47 41,-1 2,2 1,0 1,0 1,1 1,0 2,0 0,1 2,-1 2,11 0,-35 2,-1-1,1 1,0 0,0 1,-1-1,1 1,0 0,-1-1,1 2,-1-1,1 0,-1 1,0-1,1 1,-1 0,0 0,0 0,0 1,-1-1,1 1,0 0,-1-1,0 1,0 0,0 1,0-1,0 0,0 0,0 4,25 177,-27-182,0 0,1 0,-1 0,1 0,-1 0,1 0,0 0,0 0,0 0,0-1,0 1,0 0,0-1,1 1,-1 0,1-1,-1 0,1 1,0-1,-1 0,1 0,0 0,0 0,0 0,-1 0,1-1,0 1,0 0,0-1,0 0,1 1,-1-1,0 0,1 0,14-4</inkml:trace>
  <inkml:trace contextRef="#ctx0" brushRef="#br1" timeOffset="29017.939">11378 2358,'50'25,"-2"3,0 2,28 24,-61-43,-1 1,0 1,0 0,-2 1,1 0,-2 1,0 0,-1 1,0 0,-2 1,0 0,0 0,-2 1,0 0,-1 0,2 15,-4-11,-4-19,0 1,1 0,0-1,0 1,0 0,0-1,1 1,-1 0,1-1,0 1,0-1,0 1,1-1,-1 1,1-1,0 0,0 0,0 0,0 0,0 0,1 0,-1-1,1 1,0-1,0 1,0-1,0 0,0 0,0-1,0 1,1-1,-1 1,1-1,1 0,6-3,-1 0,1-1,-1-1,0 0,0 0,0-1,0 0,-1 0,0-1,0-1,-1 1,1-2,-1 1,-1-1,1 0,2-5,4-3,-1-1,0 0,-1 0,-1-1,-1-1,0 0,1-8,-6 7,-6 20,1 0,0 0,0-1,0 1,0 0,-1 0,1-1,0 1,0 0,-1 0,1 0,0 0,0-1,-1 1,1 0,0 0,0 0,-1 0,1 0,0 0,-1 0,1 0,0-1,-1 1,1 0,0 0,0 0,-1 1,1-1,0 0,-1 0,1 0,0 0,-1 0,1 0,0 0,0 0,-1 1,1-1,0 0,0 0,-1 0,1 1,0-1,0 0,0 0,-1 0,1 1,0-1,0 0,0 1,0-1,0 0,-1 0,1 1,0-1,0 0,0 1,0-1,0 0,0 1,0-1,0 0,0 0,0 1,0-1,-3 6,1 0,-1 0,1 0,0 0,1 1,0-1,0 0,0 1,0-1,1 1,0-1,1 1,-1-1,1 1,1-1,-1 0,1 1,0-1,0 0,1 0,0 0,0 0,0-1,1 0,0 1,0-1,0 0,0-1,1 1,0-1,0 0,0 0,1 0,-1-1,1 0,0 0,3 1,32 15,1-3,0-2,2-1,-1-3,1-1,0-2,34 0,22 3</inkml:trace>
  <inkml:trace contextRef="#ctx0" brushRef="#br1" timeOffset="29803.127">12955 2798,'-14'-12,"-1"-1,0 2,0 0,-2 1,1 0,-1 2,0 0,-1 0,0 2,0 0,-1 1,1 1,-1 1,0 1,-1 0,13 4,-1-1,2 1,-1 1,0-1,0 1,1 1,-1-1,1 1,0 0,0 0,1 1,-1 0,1 0,0 0,0 0,1 1,0 0,0 0,0 0,0 1,1-1,0 1,1 0,-1-1,1 1,1 0,-1 1,1-1,0 0,1 0,0 0,0 1,0-1,1 0,0 0,1 0,0 0,0 0,0 0,1 0,0 0,0-1,2 3,-2-5,1 0,-1-1,1 1,0-1,0 0,0 0,0 0,0-1,1 0,-1 1,1-1,0-1,0 1,0-1,-1 0,1 0,0 0,0-1,0 0,1 0,-1 0,0 0,0-1,0 0,-1 0,4-1,5-2,0 0,0-1,-1 0,1-1,-1 0,-1-1,1 0,-1-1,3-4,-3 2,0-1,-1 0,-1 0,0-1,0 0,-1-1,-1 0,0 0,1-3,-15 69,6-48,0-1,1 1,0 0,0-1,0 1,0-1,1 1,0-1,0 1,0-1,0 0,1 1,0-1,-1 0,2 0,-1 0,0 0,1 0,0-1,0 1,0-1,0 0,0 1,1-1,-1-1,1 1,2 1,8 1,0 0,1-1,0-1,0 0,0 0,0-2,0 0,0-1,0 0,0-1,0-1,0 0,0-1,0-1,-1 0,1-1,-1-1,0 0,-1-1,0 0,0-1,3-3,-1 0,0-1,0-1,-1 0,-1-1,0-1,-1 0,0-1,-2 0,0 0,0-1,-2 0,0-1,-1 0,3-12,3-20,-1 0,-3 0,-2-1,0-48,-4 7,-4-1,-3 0,-15-71,18 152,0 4,0 0,0 0,-1-1,0 1,0 0,-1 1,0-1,-1 0,1 1,-5-6,7 12,0 1,0-1,-1 0,1 1,0-1,-1 1,1 0,-1-1,1 1,0 0,-1 0,1 0,-1 0,1 0,-1 0,1 0,0 0,-1 0,1 1,-1-1,1 1,0-1,-1 1,1-1,0 1,0 0,0 0,-1 0,1-1,0 1,0 0,0 1,0-1,0 0,1 0,-1 0,0 0,0 1,1-1,-1 0,1 1,-1-1,-16 27,1 1,2 0,1 1,1 0,1 1,2 1,1-1,2 1,1 5,-4 5,3 1,2 0,1-1,2 1,3 0,1 0,2 0,1-1,3 0,1 0,3-1,1-1,1 0,3-1,1 0,2-2,13 17,-24-40,1-1,1 0,0-1,0 0,1-1,1 0,0-1,3 1,-13-9,0 0,0 1,0-2,0 1,0 0,0-1,1 1,-1-1,1-1,-1 1,1-1,-1 1,1-1,-1 0,1-1,-1 1,1-1,-1 0,0 0,1 0,-1-1,0 1,0-1,0 0,0-1,0 1,0-1,0 1,-1-1,1 0,-1 0,2-3,5-7,0-1,-2 0,1 0,-2-1,0 0,0-1,-1-1,13-29,-10 34,-6 22,-5 25,-15 96,18-128,-1 0,1 0,0 0,0 0,0 0,1 0,-1 0,1-1,-1 1,1 0,0-1,0 0,0 1,1-1,-1 0,0 0,1 0,0 0,-1-1,1 1,0-1,0 1,0-1,-1 0,1 0,1 0,-1-1,0 1,0-1,0 1,0-1,0 0,0 0,1-1,-1 1,2-1,32-1</inkml:trace>
  <inkml:trace contextRef="#ctx0" brushRef="#br1" timeOffset="30054.489">13905 2626,'-14'-3,"-11"-2,-6-1,0-2,1 1,1-1,-2-1,5 1</inkml:trace>
  <inkml:trace contextRef="#ctx0" brushRef="#br1" timeOffset="30302.881">13196 2411,'25'-2,"29"-1,27 0,26 1,15 3,2 3,-6 8,-23 2</inkml:trace>
  <inkml:trace contextRef="#ctx0" brushRef="#br1" timeOffset="30303.881">14146 2746,'-3'20,"0"12,1 7,-1 1,2-1,2-4,4-4,2-8,4-8,1-9,1-10,-1-4</inkml:trace>
  <inkml:trace contextRef="#ctx0" brushRef="#br1" timeOffset="30470.545">14146 2345,'-12'-9,"-3"1,5 11,12 15,11 15,4 2</inkml:trace>
  <inkml:trace contextRef="#ctx0" brushRef="#br1" timeOffset="30908.443">14506 2746,'24'-47,"-3"-1,-1-1,-3-1,-2 0,5-39,-8 27,-4 0,-2 0,-2 0,-5-28,-11 60,-15 52,6 12,2 1,2 0,2 2,1 0,1 0,2 1,1 9,1-17,1 0,2 1,2 0,0 0,2 0,2 1,0-1,3 0,0 0,2 0,1 0,9 24,-14-49,2 1,-1-1,1 0,0 0,0 0,1 0,-1 0,1-1,1 1,-1-1,1 0,0-1,0 1,0-1,1 0,-1 0,1 0,0-1,0 0,0 0,1-1,-1 0,1 0,-1 0,1-1,0 0,-1 0,1 0,0-1,0 0,0-1,1 0,5-4,1 0,-1-1,-1-1,1-1,-1 1,-1-2,1 0,-2 0,1-1,-1 0,0-1,-1 0,-1 0,0-1,0 0,-1-1,0 1,-2-1,1-1,-1 1,-1-1,-1 0,0 0,0 0,-1-10,-1 24,-1-1,1 0,-1 0,1 0,-1 0,1 0,-1 0,0 0,0 0,0 0,1-1,-1 1,0 0,0 0,0 0,0 0,-1 0,1 0,0 0,0 0,-1 0,1 0,-1 0,1 0,-1 0,1 0,-1 0,1 0,-1 0,0 1,1-1,-1 0,0 0,0 1,0-1,0 0,0 1,1-1,-1 1,0-1,0 1,0 0,0-1,0 1,-1 0,-5 5,1 1,0 0,0 0,0 1,1-1,0 1,0 1,0-1,1 0,1 1,-1 0,1 0,0 0,1 1,0-1,0 5,1-5,0 0,1 0,0 0,1 1,0-1,0 0,1 0,0 0,0 0,1 0,0-1,0 1,1-1,0 0,0 0,1 0,-1 0,2-1,-1 0,1 0,0 0,0-1,0 0,1 0,0 0,0-1,0 0,0 0,1-1,75 36,2-9</inkml:trace>
  <inkml:trace contextRef="#ctx0" brushRef="#br1" timeOffset="33035.71">16605 2759,'-19'-6,"0"1,-1 1,1 1,-1 1,0 0,0 1,0 2,0 0,0 1,1 1,-1 0,1 2,-1 0,-8 5,25-9,-1 0,1 0,0 0,0 1,0-1,0 1,0 0,1 0,-1 0,0 0,1 0,-1 0,1 1,0-1,0 1,0 0,0 0,0 0,1 0,-1 0,1 0,0 0,0 0,0 0,0 1,1-1,-1 0,1 1,0-1,0 0,0 1,0-1,1 0,-1 1,1-1,0 0,0 0,0 1,0-1,1 0,0 1,6 2,0-1,0 0,0 0,1-1,0 0,0 0,0-1,0 0,0-1,1 0,-1 0,1-1,-1 0,1-1,0 0,-1 0,1-1,13 0,0 0,0-1,0-1,0-1,-1-1,0-1,0-1,0 0,-1-2,0-1,-1-1,0 0,-1-2,0 0,-1-1,0-1,-1 0,-1-1,0-1,-2-1,0 0,-1-1,0 0,5-15,-8 7,-2 0,-1 0,-2-1,0 0,-2-1,-1 1,-1 0,-1-1,-2 1,-1-1,-1 1,-1 0,-9-25,14 52,-18-43,17 43,1 0,-1 0,1 0,-1 0,0 0,1 0,-1 0,0 0,1 0,-1 1,0-1,0 0,0 0,0 1,0-1,0 1,0-1,0 1,0-1,0 1,0 0,0 0,0-1,-1 1,1 0,0 0,0 0,0 0,0 0,0 0,0 0,0 1,-1-1,1 0,0 1,0-1,-1 1,-2 3,-1 0,0 0,1 1,0-1,0 1,0 0,1 1,0-1,0 0,0 1,0 0,0 2,-12 29,2 2,1-1,2 2,1-1,3 1,1 1,1-1,3 1,1-1,1-17,1-1,0 1,2-1,0 0,1 0,2-1,1 4,-5-18,0 0,1 1,-1-1,1-1,1 1,-1 0,1-1,0 0,1 0,0-1,0 1,0-1,0 0,1-1,-1 0,1 0,0 0,1-1,-1 0,1 0,4 0,4 0,-1-2,1 0,-1-1,1 0,-1-2,1 0,-1 0,0-1,0-1,0-1,0 0,0-1,-1 0,0-2,-1 1,0-1,0-1,0-1,-1 0,-1 0,0-1,0 0,-1-1,3-5,-9 13,-1-1,1 0,-1-1,1 1,-1-1,-1 1,1-1,-1 0,0 0,-1 0,1 0,-1 0,0 0,-1 0,0-1,0 1,0 0,0 0,-1-1,-1-4,1 10,0-1,0 1,0-1,-1 1,1-1,0 1,-1 0,1 0,-1 0,1 0,-1 0,1 0,-1 0,0 0,1 1,-1-1,0 0,0 1,1 0,-1-1,0 1,0 0,0 0,1 0,-1 0,0 0,0 1,0-1,1 0,-1 1,0 0,0-1,1 1,-1 0,0 0,1 0,-1 0,-1 1,-52 48,53-46,0 1,0-1,0 1,0-1,1 1,0-1,0 1,0 0,1 0,-1 0,1-1,0 1,1 0,-1 0,1 0,0-1,0 1,0 0,1-1,-1 1,1-1,0 1,1-1,-1 0,1 0,0 0,0 0,0-1,0 1,1-1,-1 0,1 0,0 0,0 0,0-1,0 1,1-1,3 2,69 30,7-7</inkml:trace>
  <inkml:trace contextRef="#ctx0" brushRef="#br1" timeOffset="33286.04">19011 2812,'-4'19,"-2"14,0 6,4 4,4-1,4-8,1-13,-1-12</inkml:trace>
  <inkml:trace contextRef="#ctx0" brushRef="#br1" timeOffset="33948.778">18784 2478,'24'17,"1"-1,1-1,0-1,1-2,1 0,21 5,-20-7,27 11,-18-9,-1 2,-1 1,-1 2,29 19,-59-33,-1 1,1-1,-1 1,0 0,0 0,0 0,0 0,-1 1,0 0,0 0,0 0,-1 0,1 0,-1 0,0 1,-1-1,1 0,-1 1,0 0,-1-1,1 1,-1 0,0-1,0 1,-1 0,0-1,0 1,-1 1,-3 18,3-22,0 0,1 0,-1 0,1 0,0 0,0 1,0-1,1 0,-1 1,1-1,0 1,0-1,0 1,0-1,0 0,1 1,0-1,0 0,0 1,0-1,0 0,0 0,1 0,0 0,-1 0,1 0,0 0,1 0,-1-1,0 1,1-1,-1 0,1 0,0 0,2 1,11 2,1-1,-1-1,1-1,0 0,0-2,0 1,0-2,0 0,-1-2,1 1,0-2,-1 0,8-4,-12 4,-1 0,1-1,-1-1,0 0,-1 0,1-1,-1 0,0-1,-1 0,0-1,0 0,-1 0,2-3,3-6,-12 18,-1 1,1-1,0 0,-1 0,1 0,0 1,-1-1,1 0,0 1,-1-1,1 1,-1-1,1 1,-1-1,1 1,-1-1,1 1,-1-1,0 1,1-1,-1 1,0 0,1-1,-1 1,0 0,0-1,0 1,1 0,-1-1,0 1,0 0,0-1,0 1,0 0,0 0,0-1,-1 1,1 0,0-1,0 1,-1 0,1-1,0 1,0-1,-1 1,1 0,-1-1,1 1,0 3,-1 4,1 1,0-1,1 0,0 1,0-1,1 0,0 0,1 0,-1 0,2 0,-1-1,1 1,0-1,0 0,1 0,0 0,0-1,1 0,0 0,0 0,0 0,1-1,0 0,0-1,0 0,0 0,1 0,4 1,-3-2,-1 0,1-1,0 0,0-1,1 0,-1 0,0-1,0 0,0-1,0 1,0-2,0 1,0-2,0 1,0-1,-1 0,1-1,-1 0,0 0,0-1,0 0,-1 0,0-1,0 0,0 0,-1-1,1 0,-2 0,1 0,-1-1,2-4,7-20,-1-1,-2 0,-2-1,-1 0,-1 0,-2-1,-1 0,-2-28,5-179,-10 216,3 26,0 1,0-1,0 1,0-1,0 0,0 1,0-1,0 0,-1 1,1-1,0 0,0 1,-1-1,1 0,0 0,0 1,-1-1,1 0,0 0,-1 1,1-1,0 0,0 0,-1 0,1 0,-1 1,1-1,0 0,-1 0,1 0,0 0,-1 0,1 0,-1 0,1 0,0 0,-1 0,1 0,0 0,-1 0,1-1,0 1,-1 0,1 0,0 0,-1 0,1-1,0 1,-1 0,1 0,0-1,0 1,-1 0,1 0,0-1,0 1,-1 0,1-1,0 1,0 0,0-1,0 1,0 0,-1-1,1 1,0-1,0 1,0 0,0-1,-13 21,2 1,0 1,1-1,0 2,2-1,1 1,0 7,-2 1,2 0,1 0,2 1,1 0,1 0,3 26,0-42,1 1,0-1,1 0,1 0,1-1,0 1,1-1,1 0,0-1,1 1,0-1,2-1,-1 0,4 3,27 22,-3-11</inkml:trace>
  <inkml:trace contextRef="#ctx0" brushRef="#br1" timeOffset="34204.196">19960 2639,'16'-3,"24"3,27 4,23 10,17 8,3 10,-16-1</inkml:trace>
  <inkml:trace contextRef="#ctx0" brushRef="#br1" timeOffset="35330.689">20522 3066,'16'-16,"-2"-1,0 0,0-2,-2 1,0-1,-2-1,0 0,-1-1,-1 0,0 0,-2 0,-1-1,0 0,-2 0,0-14,-11-49,9 84,0 1,-1-1,1 1,0-1,-1 1,1 0,0-1,-1 1,1 0,0-1,0 1,-1 0,1 0,0 0,0 0,0 0,-1 0,1 0,0 0,0 0,0 0,-1 0,1 1,0-1,0 0,-1 0,1 1,0-1,0 0,-1 1,1-1,-1 1,1-1,0 1,-1-1,1 1,-1 0,1-1,-1 1,1 0,-1 0,4 1,78 38,-59-30,1 1,-1 1,-1 1,0 1,6 7,-23-15,0 0,0 0,-1 0,0 1,-1 0,1 0,-1 0,0 0,-1 0,0 0,0 1,0-1,-1 1,0 0,-1-1,0 1,0 0,0-1,-1 1,0 0,-1-1,0 1,0-1,0 0,-1 1,-2 17,4-22,0 1,0-1,0 1,0 0,0-1,1 1,0 0,0 0,0-1,0 1,1 0,-1 0,1-1,0 1,0 0,0-1,1 1,-1-1,1 0,0 1,0-1,0 0,0 0,1 0,-1 0,1-1,0 1,0 0,11 3,1 0,-1-1,1-1,0 0,0-1,0-1,0 0,1-1,-1-1,1 0,2-2,-3 2,0-1,0-1,0-1,0 0,-1-1,1 0,-1-1,14-7,-23 10,0-1,-1 1,1-1,-1 0,1-1,-1 1,0-1,-1 1,1-1,0 0,-1-1,0 1,0-1,0 1,-1-1,0 0,0 0,0 0,0 0,-1 0,0 0,0-1,0 1,0 0,-1-1,0-4,-1 5,1-1,-1 1,0-1,0 1,-1 0,0-1,0 1,0 0,0 0,-1 0,0 1,0-1,0 0,-1 1,1 0,-1 0,0 0,0 0,-1 1,1 0,-1-1,1 2,-1-1,0 0,0 1,0 0,-1 0,1 1,0-1,-1 1,1 0,-1 1,1-1,-1 1,1 0,-1 1,1-1,-1 1,1 0,-1 0,1 1,0 0,-1 0,1 0,0 0,0 1,1 0,-1 0,1 0,-1 0,1 1,0 0,0 0,-3 4,4-3,1-1,-1 1,1-1,0 1,0 0,0 0,0 0,1 0,0 0,0 0,1 0,-1 1,1-1,0 0,1 0,-1 1,1-1,0 0,0 0,1 0,-1 0,1 0,0 0,1-1,-1 1,1-1,0 1,0-1,0 0,1 0,-1 0,1-1,0 1,0-1,0 0,1 0,-1 0,1-1,-1 1,5 0,2 2,-1-1,1-1,0 0,0 0,0-1,0-1,0 0,1 0,-1-1,10-2,-17 2,1 0,0-1,0 0,-1 0,1 0,-1-1,1 0,-1 0,1 0,-1 0,0-1,0 1,0-1,0 0,-1 0,1-1,-1 1,0-1,0 1,0-1,0 0,-1 0,1 0,-1-1,0 1,0-2,-1-6,-9 30,6-15,1 0,0 0,0 0,1 0,-1 0,1 1,-1-1,1 0,0 1,0-1,1 0,-1 0,1 1,-1-1,1 0,0 0,0 0,0 0,1 0,-1 0,1 0,0 0,0 0,0-1,0 1,0-1,0 0,1 1,-1-1,1 0,0 0,-1-1,1 1,0 0,0-1,0 0,2 1,3-2,0 0,0 0,0-1,0 0,0 0,0-1,0 0,0 0,-1-1,1 0,-1-1,0 1,0-1,0-1,0 1,-1-1,0-1,0 1,0-1,-1 0,0 0,0 0,0-1,-1 0,0 0,0 0,-1 0,1-1,-1-2,5-14,-2-1,-1 0,-1 0,-1 0,-1-1,-2 1,-1-25,0 0,1 51,0-1,0 0,0 1,0-1,0 0,0 1,0-1,0 0,0 1,1-1,-1 0,0 1,0-1,0 0,0 0,0 1,0-1,1 0,-1 0,0 1,0-1,1 0,-1 0,0 1,0-1,1 0,-1 0,0 0,0 0,1 1,-1-1,0 0,1 0,-1 0,0 0,0 0,1 0,-1 0,0 0,1 0,-1 0,0 0,1 0,-1 0,0 0,1 0,-1 0,0 0,1 0,-1-1,0 1,0 0,1 0,-1 0,0 0,0-1,1 1,-1 0,0 0,0-1,0 1,1 0,-1 0,2 3,81 71,-70-65,-1 1,0 0,0 0,-1 2,0-1,8 13,-17-20,0 0,0 0,-1 0,1 0,-1 0,0 1,0-1,-1 0,1 0,-1 1,0-1,0 0,0 1,-1-1,0 0,0 1,0-1,0 0,0 0,-1 0,0 0,0 0,0 0,-2 2,1-1,0 0,1 1,0-1,0 0,0 1,1 0,0-1,0 1,0 0,1 0,-1-1,1 1,1 2,1-4,1 0,0 0,0 0,0-1,0 1,0-1,1 0,0 0,-1 0,1 0,0 0,1-1,-1 0,0 0,1 0,-1 0,1-1,-1 0,1 0,0 0,0 0,-1-1,1 0,0 0,0 0,0 0,3-2,7 3,0-2,-1 0,1 0,0-2,-1 0,0 0,1-1,-1-1,-1 0,1-1,-1-1,0 0,-1-1,1 0,-1-1,-1 0,0-1,0 0,-1-1,0 0,-1 0,-1-1,1-1,-2 1,0-1,0-1,-1 1,-1-1,0 0,2-14,-6 27,-1 0,1 0,-1-1,1 1,-1 0,0 0,0 0,1-1,-1 1,0 0,0 0,0-1,0 1,0 0,-1 0,1 0,0-1,-1 1,1 0,0 0,-1 0,1 0,-1 0,0 0,1-1,-1 2,0-1,0 0,0 0,0 0,1 0,-1 0,0 1,0-1,-1 0,1 1,0-1,0 1,0-1,0 1,0-1,-1 1,1 0,0 0,0 0,0 0,-1 0,1 0,0 0,0 0,-1 0,1 0,0 1,0-1,0 0,-1 1,1-1,0 1,0-1,0 1,-1 1,-6 3,1 2,-1-1,1 1,1 0,-1 0,1 1,0 0,1 0,0 0,0 1,1 0,0 0,1 0,0 0,0 1,1-1,0 1,0-1,1 1,1 0,0 0,0 9,2-8,1 0,0-1,0 1,1 0,0-1,0 0,2 0,-1 0,1-1,0 0,1 0,0 0,1-1,0 0,0 0,0-1,1 0,1 0,19 13,1-2,0 0,2-2,0-2,2 0,58 21</inkml:trace>
  <inkml:trace contextRef="#ctx0" brushRef="#br1" timeOffset="36567.918">2475 4203,'2'-4,"-1"-1,0 1,0-1,0 0,-1 1,1-1,-1 0,0 1,-1-1,1 0,-1 1,0-1,0 0,0 1,0 0,-1-1,0 1,0 0,0-1,-1 1,1 1,-1-1,0 0,0 1,0-1,0 1,-1 0,0 0,1 0,-1 0,0 1,-1-1,-5 1,-1 0,1 1,0 0,-1 1,0 0,1 1,0 0,-1 0,1 1,0 0,-1 1,1 0,1 1,-1 0,0 1,1 0,0 0,0 1,1 0,-1 0,1 1,1 0,-1 1,1 0,1 0,-1 0,1 1,1 0,0 0,0 0,0 1,1 0,-1 5,3-9,0 0,1 0,-1 0,1 0,1 0,-1 0,1 1,0-1,0 0,1 0,0 0,0 0,0 0,1 0,0 0,0 0,0 0,1 0,0-1,0 0,0 1,1-1,0 0,0-1,0 1,0-1,1 0,0 0,0 0,0 0,0-1,0 0,1 0,4 1,13 3,-1-2,1 0,0-2,1-1,-1 0,0-2,1 0,-1-2,0-1,0 0,0-2,-1-1,1 0,-1-2,2-2,-3 4,0-1,0-1,-1-1,-1 0,0-2,0 0,-1-2,0 1,-1-2,-1-1,0 0,-1-1,0 0,-2-1,0-1,-1 0,1-2,-10 10,0 0,0 0,-1 1,0-2,0 1,-1 0,-1 0,0-7,0 14,0-1,0 1,0-1,-1 1,0 0,1-1,-1 1,0 0,-1 0,1-1,0 1,-1 0,0 0,0 1,0-1,0 0,0 1,0-1,-1 1,1-1,-1 1,1 0,-1 0,0 0,0 1,0-1,-2 0,-1 2,0 0,-1 1,1 0,0 0,0 0,0 0,0 1,0 0,0 1,0-1,0 1,1 0,-1 1,1-1,0 1,0 0,0 0,1 1,0-1,-1 1,1 0,1 0,-1 0,1 1,0-1,0 1,1 0,-2-2,1 0,1 0,-1 0,0 0,1 1,0-1,0 1,1 0,-1-1,1 1,0 0,0 0,0 0,1 0,-1 0,1 0,1 0,-1-1,1 1,0 0,0 0,0 0,0 0,1-1,0 1,0-1,0 1,1-1,0 0,-1 0,1 0,1 0,-1 0,0-1,2 1,7 3,0-1,0 0,1-1,-1 0,1-1,1 0,-1-1,0-1,11 1,42 3,0-2,0-3,0-3,21-5,26-6</inkml:trace>
  <inkml:trace contextRef="#ctx0" brushRef="#br1" timeOffset="40331.88">4680 4163,'-5'-9,"-1"1,0 0,0 0,-1 1,0 0,0 0,-1 0,1 1,-1 0,-1 1,1 0,-1 0,0 1,0 0,-1 0,1 1,-1 0,1 1,-1 0,0 1,0 0,0 0,0 1,0 0,0 1,0 0,1 1,-8 2,12-3,1 1,-1-1,1 1,0 0,-1 1,1-1,0 1,0 0,0 0,1 0,-1 0,1 1,0-1,0 1,0 0,0 0,1 0,-1 0,1 1,0-1,0 1,1-1,-1 1,1 0,0-1,1 1,-1 0,1 0,0 0,0 0,0-1,1 1,-1 0,1 0,0-1,1 1,-1 0,1-1,0 1,0-1,0 0,1 0,0 0,-1 0,1 0,1 0,-1-1,0 1,1-1,2 2,6 0,0 0,0-1,1 0,-1 0,1-1,0-1,0-1,0 1,0-2,0 0,0 0,0-2,-1 1,1-2,0 1,0-2,-1 0,0 0,0-1,0-1,0 0,-6 3,-1 0,1 0,-1 0,0-1,-1 0,1 0,-1 0,1 0,-1-1,-1 0,1 0,-1 0,1 0,-1 0,-1-1,1 1,-1-1,0 0,1-3,2 96,25 81,-16-102,-2 1,-3 1,-4 0,-2 0,-4 25,1-77,-2-1,1 0,-2 0,0 0,-1 0,0 0,-1-1,-1 0,0 0,-1 0,0-1,-1 0,-1 0,0-1,0 0,-2-1,1 0,-1 0,-1-1,0-1,0 0,-5 2,12-9,0 0,0 0,-1 0,1-1,0 0,-1 0,1 0,0-1,-1 0,1 0,-1 0,1 0,0-1,-1 0,1 0,0-1,0 0,-1 1,1-2,1 1,-1-1,0 1,1-1,-1 0,1-1,0 1,0-1,0 0,0 0,1 0,0 0,0-1,0 0,-2-3,-4-11,2 0,0-1,1 0,0 0,2 0,1-1,0 0,1 0,2 1,0-1,1 0,1 0,1 1,1-1,0 1,3-5,2 1,0 1,2 0,0 1,2 0,0 1,1 0,1 1,1 1,1 0,1 2,0 0,1 0,1 2,1 1,0 0,0 1,7-1,55-31,-51 31,-2-2,0-1,-1-1,0-1,-2-2,0-1,-1-1,-2-1,6-9,-27 31,-1 0,0 0,0 0,1 0,-2-1,1 1,0-1,0 1,-1-1,0 0,1 1,-1-1,0 0,0 0,0 0,-1 0,1 0,-1 0,0 0,0 0,0 0,0 0,0 0,-1 0,1 0,-1 0,0 0,0 0,0 0,0 0,0 1,-1-1,1 0,-1 1,0-1,0 1,0 0,0-1,0 1,0 0,-2-1,-5 1,-1-1,0 2,1-1,-1 2,0-1,0 1,1 0,-1 1,0 0,0 1,1 0,-1 1,1 0,0 0,0 1,0 0,0 0,1 1,-1 0,1 1,-7 6,10-9,1 1,0-1,-1 1,1 0,0 0,1 0,-1 1,1-1,0 1,0 0,0 0,1 0,0 0,0 0,0 0,0 1,1-1,0 1,0-1,0 1,1 0,0-1,0 1,1 0,-1-1,1 1,0-1,1 1,-1-1,1 0,0 1,0-1,1 0,0 0,0 0,0-1,0 1,1-1,9 8,2-1,-1 0,1-2,1 0,0 0,0-1,1-1,-1-1,2 0,-1-2,0 0,1 0,0-2,0 0,16-1,-24 0,0 1,0-2,0 0,0 0,0-1,0 0,0 0,0-1,0-1,-1 0,1 0,-1-1,1 0,-1 0,-1-1,1 0,-1-1,1 0,-2 0,1-1,-1 0,0 0,0-1,-1 0,4-6,10-89,2-3,-22 107,0-1,0 0,0 1,0-1,1 0,-1 1,0-1,0 1,0-1,0 0,1 1,-1-1,0 0,0 1,0-1,1 0,-1 1,0-1,1 0,-1 0,0 1,1-1,-1 0,0 0,1 0,-1 1,0-1,1 0,-1 0,1 0,-1 0,0 0,1 0,-1 0,1 0,-1 0,0 0,1 0,-1 0,1 0,-1 0,0 0,1 0,-1-1,1 1,-1 0,0 0,1 0,-1-1,0 1,1 0,-1 0,0-1,0 1,1 0,-1-1,0 1,0 0,1-1,-1 1,0 0,0-1,0 1,0-1,8 37,-7-35,4 43,-3-24,1-1,0 1,1-1,1 0,1-1,2 4,-6-18,0-1,0 1,0-1,0 0,1 0,-1 0,1 0,0 0,-1 0,2-1,-1 1,0-1,0 0,1 0,-1 0,1-1,-1 1,1-1,0 0,0 0,-1 0,1 0,0-1,0 1,0-1,0 0,0 0,0-1,0 1,0-1,10-2,-1 0,1-1,-1 0,0-1,0 0,0-1,11-8,-12 8,0-1,-1-1,0 0,0 0,-1-1,0-1,-1 0,1 0,-2-1,0 0,0 0,-1-1,0 0,-1 0,-1 0,0-1,3-12,-9-2,1 27,0 1,0-1,1 0,-1 1,0-1,0 0,0 1,0-1,0 0,0 1,0-1,0 0,0 1,0-1,0 0,0 1,0-1,0 0,0 0,-1 1,1-1,0 0,0 1,0-1,0 0,-1 0,1 1,0-1,0 0,0 0,-1 1,1-1,0 0,0 0,-1 0,1 1,0-1,-1 0,1 0,0 0,0 0,-1 0,1 0,0 0,-1 0,1 0,0 0,-1 0,1 0,0 0,-1 0,1 0,0 0,-1 0,1 0,0 0,-1 0,1 0,0-1,0 1,-1 0,1 0,0 0,0-1,-1 1,1 0,0 0,0-1,-3 8,2 0,-1 0,1-1,0 1,0 0,1 0,0 0,0 0,1 0,0 0,0 0,0 0,1 0,0-1,1 1,-1-1,1 1,0-1,1 0,-1 0,1-1,1 1,-1-1,1 1,0-1,0-1,0 1,1-1,-1 0,1 0,6 3,8-1,-1 0,1 0,-1-2,1-1,1 0,-1-1,0-1,0-2,1 1,-1-2,20-5,-25 5,0-1,-1 0,1-2,-1 1,1-2,-1 0,-1-1,11-6,-18 9,-1 0,0 0,0 0,0-1,0 1,-1-1,1 0,-1-1,-1 1,1-1,-1 0,0 0,0 0,-1 0,1 0,-1 0,-1-1,1 1,-1-1,0 1,-1-2,0-1,0 1,-1-1,0 1,0 0,-1-1,0 1,-1 0,0 0,0 0,-2-1,4 6,0 0,0 0,-1 1,1-1,-1 1,0-1,0 1,0 0,0 0,0 0,0 0,0 0,-1 0,1 1,-1-1,1 1,-1-1,0 1,0 0,1 0,-1 0,0 1,0-1,0 1,0-1,0 1,0 0,0 0,0 1,0-1,-3 3,0 1,1-1,-1 1,1 0,0 1,0-1,1 1,-1 0,1 0,0 1,1-1,-1 1,1 0,0-1,0 2,1-1,0 0,0 0,0 1,1-1,0 1,0-1,1 1,0 0,0-1,0 1,1 0,-1 0,1 1,0-1,0 0,1 0,0 1,0-1,1 0,0 0,0-1,0 1,1-1,0 1,1-1,-1 0,1-1,0 1,0-1,1 0,0 0,-1-1,2 0,-1 0,0 0,1-1,0 1,0-2,3 2,7 2,1-1,-1 0,1-2,0 0,0-1,0 0,0-2,0 0,0-1,17-3,-24 2,0 0,0 0,0-1,0 0,0-1,-1 0,1-1,-1 0,-1-1,1 0,-1-1,0 1,0-2,0 1,-1-1,-1-1,1 1,-1-1,-1-1,0 1,0-1,-1 0,0 0,-1-1,0 1,0-2,-1-2,0-1,-2 0,1 0,-2 0,0 0,-1 0,0 0,-1 0,-1 0,0 0,-1 1,-1 0,0 0,-4-7,43 38,201 44,-230-59,-1 1,1 1,-1-1,0 1,1-1,-2 1,1 0,0 1,-1-1,0 1,0-1,0 1,0 0,-1 0,0 0,0 0,0 1,-1-1,0 0,0 1,0-1,-1 1,1 0,-1-1,-1 4,1-2,1 1,-1 0,1-1,1 1,0-1,0 0,0 1,1-1,0 0,0 0,1-1,0 1,0-1,4 5,2-4,1 0,0-1,0-1,1 0,0 0,0-1,0-1,0 0,0 0,1-1,-1-1,1 0,-1-1,1 0,-1-1,1 0,-1-1,6-2,6 1,-1 0,0-2,0 0,0-2,-1 0,0-2,0 0,-1-1,0-2,-1 0,-1-1,4-4,-20 16,0-1,0 0,0 0,-1-1,1 1,-1 0,0-1,1 0,-1 1,-1-1,1 0,0 0,-1 0,1 0,-1 0,0 0,0-1,0 1,0 0,-1-1,1 1,-1-1,0 1,0 0,0-1,0 1,-1 0,0-1,1 1,-1 0,0-1,0 1,-1 0,1 0,-1 0,0 0,0 0,0 0,0 1,0-1,0 1,-1-1,1 1,-1 0,1 0,-3-1,-2 0,1 1,-2 0,1 0,0 1,0 0,0 0,-1 1,1 0,0 0,-1 1,1-1,0 2,0-1,0 1,0 0,0 1,0-1,0 1,1 1,-1-1,1 1,0 0,0 0,1 1,-1 0,1 0,0 0,0 1,1 0,-3 3,6-5,-1 0,1 0,0 0,0 0,1 0,-1 0,1 0,0 0,0 1,0-1,1 0,-1 0,1 0,0 0,0 0,1 0,-1 0,1 0,0-1,0 1,0 0,0-1,0 1,1-1,0 0,0 0,0 0,0 0,0-1,0 1,1-1,-1 0,1 0,0 0,0 0,-1-1,1 1,0-1,1 0,30 12,0-1,1-2,-1-2,2-1,-1-2,36 1,189 8,-142-12</inkml:trace>
  <inkml:trace contextRef="#ctx0" brushRef="#br1" timeOffset="40592.719">8571 4135,'-11'-9,"-1"0,0 1,0 0,0 0,-1 1,0 1,-1 1,1-1,-1 2,-4-1,15 4,-1 1,1 0,-1-1,0 1,1 1,-1-1,1 0,-1 1,1 0,-1-1,1 1,-1 1,1-1,0 0,0 1,0 0,0 0,0 0,0 0,0 0,0 1,1-1,-1 1,1-1,0 1,0 0,0 0,0 0,0 0,1 1,-1-1,0 3,-1 3,0 0,1-1,0 1,0 0,1 0,0 0,1 0,0 1,0-1,1 0,0 0,2 6,-2-10,1 0,-1 1,1-1,0 0,1 0,-1 0,1-1,0 1,0-1,1 1,-1-1,1 0,0 0,0-1,0 1,1-1,-1 0,1 0,0 0,0-1,0 1,0-1,0-1,0 1,1-1,-1 1,1-2,-1 1,1-1,-1 1,1-1,-1-1,0 1,1-1,3-1,0-1,-1 0,1-1,-1 1,0-2,0 1,-1-1,1 0,-1-1,0 0,-1 0,1-1,-1 1,0-1,-1 0,0-1,0 0,0 0,-1 0,-1 0,1 0,-1-1,1-5,3 1,-5 18,-2 25,0-20,0-7,-1 0,1 1,0-1,0 1,1-1,-1 0,1 1,0-1,-1 0,2 1,-1-1,0 0,0 0,1 0,0 0,0 0,0 0,0-1,0 1,0-1,1 1,-1-1,1 0,0 0,-1 0,1 0,0 0,0-1,0 1,1-1,-1 0,0 0,0 0,1 0,-1-1,0 1,1-1,-1 0,1 0,-1 0,0-1,2 1,11-5,0-1,-1 0,0-2,-1 1,0-1,0-1,0-1,-1 0,-1-1,0 0,0 0,8-12,16-12,35-22,-69 57,0 0,1 0,-1 0,0 1,1-1,-1 1,0-1,1 1,-1 0,0 0,0 0,0 0,0 0,0 1,0-1,0 1,0-1,-1 1,1 0,-1 0,1-1,-1 1,1 0,-1 0,0 0,0 1,0-1,0 0,-1 0,1 0,0 1,-1-1,0 0,1 1,-1 1,1 1,80 268,-54-168,5-2,15 25,-32-91,1-2,2 0,1-1,2-1,2-1,0-1,2-1,2-1,1 0,-22-23,1 0,-1 0,1-1,0 0,0 0,1-1,0 0,-1 0,1-1,1 0,-1 0,9 1,-15-4,0-1,1 0,-1 0,0 0,0 0,0 0,0 0,0 0,0-1,0 1,0-1,0 0,-1 1,1-1,-1 0,1 0,-1 0,0 0,0 0,1 0,-2 0,1-1,0 1,0 0,-1-1,1 1,-1 0,0-1,1 1,-1-1,0 1,-1 0,1-1,0 1,-1 0,1-1,-1 1,0 0,0-1,0 1,0-1,-9-35,-1 0,-2 2,-2-1,-1 2,-1 0,-16-22,21 35,-50-79,-4 2,-18-15,69 94,13 19,1 0,-1 0,0-1,1 1,-1-1,1 1,-1-1,1 1,0-1,-1 0,1 0,0 0,0 0,1 0,-1 0,0 0,0 0,1 0,0 0,-1 0,1 0,0 0,0 0,0 0,0-1,0 1,1 0,-1 0,1 0,-1 0,1 0,0 0,0 0,0 0,0 0,0 0,0 1,0-1,0 0,1 1,-1-1,1 1,0-1,16-7,1 0,0 2,1 0,-1 1,1 1,0 1,1 1,-1 1,1 0,17 2,-35-1,1 1,-1-1,1 1,-1 0,1 0,-1 0,1 1,-1-1,1 1,-1 0,0 0,1 0,-1 0,0 1,0-1,0 1,0 0,0 0,0 0,0 0,-1 0,1 1,-1-1,0 1,0 0,1-1,-2 1,1 0,0 0,-1 1,1-1,0 1,6 28,-7-28,-1 1,1 0,0-1,0 1,0-1,0 0,1 1,0-1,0 0,0 0,1 0,-1 0,1 0,0 0,0-1,0 1,0-1,1 0,-1 0,1 0,0-1,0 1,0-1,0 0,0 0,1 0,1 0,1-1,1 0,0-1,0 1,-1-1,1-1,0 1,0-2,-1 1,1-1,-1 0,1 0,-1-1,0 0,0 0,0-1,0 0,-1 0,1-1,-1 1,0-1,-1-1,1 1,-1-1,0 0,0 0,-1-1,0 1,0-1,0 0,-1 0,0 0,-1-1,1 1,-1-1,-1 1,1-1,-1 0,-1 1,1-1,-2 0,1 0,-1 1,0-1,-2-7,0 8,0 1,0-1,0 1,-1 0,0 0,0 1,-1-1,0 1,0 0,0 0,0 1,-1-1,0 1,1 0,-2 1,1-1,0 1,-1 1,1-1,-1 1,0 0,0 0,0 1,0 0,0 1,0-1,0 1,0 0,0 1,0 0,0 0,0 1,0-1,0 1,1 1,-1-1,1 1,-1 1,1-1,0 1,0 0,1 0,-1 1,1-1,0 1,0 1,0-1,1 1,-2 3,3-3,0-1,1 1,-1 0,1 0,1 0,-1 0,1 0,0 0,1 1,-1-1,1 0,1 0,-1 1,1-1,0 0,0 0,1 0,-1 0,2 0,-1 0,0-1,1 1,0-1,1 1,-1-1,1 0,0 0,0-1,1 1,-1-1,1 0,0 0,5 3,85 28,-49-28</inkml:trace>
  <inkml:trace contextRef="#ctx0" brushRef="#br1" timeOffset="40593.719">9907 3748,'-16'-9,"-11"-3,-10 0,-3 5,-1 11,3 13,7 10,12 11,15 9,18 6,16 3,2-7</inkml:trace>
  <inkml:trace contextRef="#ctx0" brushRef="#br1" timeOffset="40594.719">10081 4283,'21'2,"20"1,19-2,-1-2</inkml:trace>
  <inkml:trace contextRef="#ctx0" brushRef="#br1" timeOffset="41367.696">11472 3735,'25'5,"-1"2,1 0,-1 1,0 2,-1 0,5 5,-19-10,-1 0,1 1,-2 0,1 0,-1 1,0 0,0 1,0-1,-1 1,-1 0,1 1,-1 0,-1-1,1 2,-2-1,1 0,0 4,-1 7,0 0,-2 1,0-1,-1 0,-1 1,-1-1,-1 0,-1 0,-5 20,2-15,2 1,2-1,0 1,1 0,2 23,1-43,0 0,0 0,0 0,1-1,0 1,0-1,1 1,-1-1,1 0,0 0,1 0,-1 0,1 0,0-1,0 1,0-1,1 0,-1-1,1 1,0-1,0 0,1 0,-1-1,0 1,1-1,0 0,-1-1,1 1,0-1,0 0,0 0,0-1,1 0,0 1,0 0,1-1,-1 0,0 0,0-1,0 1,0-2,0 1,0-1,0 0,-1 0,1-1,0 0,-1 0,0 0,0-1,0 0,0 0,-1-1,1 0,-1 0,0 0,-1 0,1-1,-1 0,0 0,-1 0,1 0,-1 0,0-1,-1 0,0 1,0-1,0 0,-1 0,1-4,-3 0,0 1,0-1,-1 0,-1 0,1 1,-2-1,0 1,0 0,0 0,-1 0,-1 1,0 0,0 0,-1 0,0 1,0 0,-1 0,-10-9,0 1,-1 0,0 1,-1 2,-1 0,0 1,-5-1,-6-1,-1 2,0 1,-1 2,0 1,-1 1,0 3,0 0,-14 2,29 5,50 3,90 3,1-5,-1-6,101-14,-220 16,36-3,-1-2,0-1,0-1,-1-3,31-11,-7-19,-58 39,0-1,0 1,1-1,-1 1,0-1,0 1,0-1,-1 0,1 1,0-1,-1 0,1 0,-1 1,1-1,-1 0,0 0,0 0,0 0,0 0,0 0,0 1,0-1,-1 0,1 0,-1 0,1 1,-1-1,0 0,0 0,1 1,-1-1,0 1,-1-1,1 0,-6-3,1 0,-1 0,0 1,-1 0,1 0,-1 0,1 1,-1 1,0-1,0 1,0 0,0 1,-1 0,1 0,0 1,0 0,-8 2,10-3,1 2,0-1,-1 1,1 0,0 0,-1 0,1 1,0 0,0 0,0 0,0 1,1-1,-1 1,0 0,1 0,0 1,0 0,0-1,0 1,1 1,0-1,-1 0,2 1,-1-1,0 1,1 0,0 0,0 0,0 0,1 1,0-1,0 0,0 1,0-1,1 1,0-1,0 2,4 8,0 0,1 0,1 0,0-1,1 1,1-1,0-1,0 0,2 0,-1-1,2 0,-1 0,2-1,0-1,0 0,0 0,2-1,-1-1,1 0,0-1,0-1,9 3,-7-3,0 0,0-2,1 1,0-2,0 0,0-2,0 1,0-2,5-1,-15 1,-1 0,1-1,-1-1,1 1,-1-1,0 0,1 0,-1 0,0-1,-1 0,1-1,0 1,-1-1,0 0,0 0,0-1,0 1,-1-1,0 0,0-1,0 1,0-1,-1 1,0-1,1-3,-1-2,-1 0,0-1,-1 1,0-1,0 1,-2-1,1 1,-1-1,-1 1,0-1,-1 1,0 0,0 0,-1 0,-1 0,0 1,0 0,-1 0,-1 0,1 0,-2 1,1 1,-1-1,0 1,-1 0,0 1,0 0,-5-2,-27-6,42 15,-1 0,0 0,1 0,-1 0,0 0,0 0,1 0,-1 0,0 0,1 0,-1 1,0-1,0 0,1 0,-1 0,0 1,0-1,1 0,-1 0,0 0,0 1,0-1,0 0,1 0,-1 1,0-1,0 0,0 1,0-1,0 0,0 1,0-1,0 0,0 0,0 1,0-1,0 0,0 1,0-1,0 0,0 1,0-1,0 0,0 0,0 1,0-1,-1 0,1 0,0 1,0-1,0 0,-1 0,1 1,0-1,0 0,0 0,-1 0,1 1,0-1,-1 0,1 0,0 0,0 0,-1 0,1 0,0 1,11 4,0 0,1-1,0 0,0 0,0-1,0-1,11 1,-6 0,87 9,-71-10,0 2,0 1,0 2,25 9,-54-15,-1 0,1 0,-1 0,0 1,0 0,0-1,0 1,0 0,0 0,0 1,-1-1,1 1,-1-1,1 1,-1 0,0 0,0 0,-1 0,1 0,0 0,-1 0,0 1,0-1,0 1,0-1,0 1,-1-1,0 1,1-1,-1 1,-1 2,-3 33,2-36,1 1,0 0,0 0,0 0,1-1,-1 1,1 0,0 0,0 0,0 0,0 0,1 0,0 0,-1 0,2 0,-1-1,0 1,1 0,-1-1,1 1,0-1,0 1,1-1,-1 0,1 0,-1 0,1 0,0-1,0 1,0-1,4 2,8 1,1 0,0-1,0-1,0 0,0-1,0-1,1-1,-1 0,0-1,1-1,-1 0,13-4,-20 4,0-1,1 1,-1-1,0-1,0 0,-1 0,1 0,-1-1,0-1,0 1,0-1,-1-1,3-2,-10 9,0 1,0-1,0 0,0 1,0-1,1 0,-1 1,0-1,0 0,0 0,1 1,-1-1,0 0,0 1,1-1,-1 0,0 0,0 0,1 1,-1-1,0 0,1 0,-1 0,0 0,1 0,-1 1,0-1,1 0,-1 0,1 0,-1 0,0 0,1 0,-1 0,0 0,1 0,-1-1,0 1,1 0,-1 0,0 0,1 0,-1 0,0-1,1 1,-1 0,0 0,1 0,-1 9,0-4,1 0,-1-1,1 1,0-1,1 1,-1-1,1 0,0 0,0 1,0-1,1 0,-1-1,1 1,0 0,0-1,0 0,0 1,1-1,0-1,-1 1,1 0,0-1,0 0,0 0,1 0,-1 0,0-1,1 0,-1 1,3-1,5 1,-1 0,1 0,0-1,0-1,0 0,0-1,0 0,0 0,0-2,0 1,4-3,-9 3,-1-1,1 0,-1 0,0 0,1-1,-2 0,1 0,0-1,-1 1,0-1,0 0,0-1,-1 1,0-1,0 0,0 0,0 0,-1-1,0 1,-1-1,0 0,0 1,0-1,-1 0,0 0,0 0,0-1,-1 1,0 0,-1 0,0 0,0 0,0 0,-1 0,0 0,0 1,-1-1,1 0,-2 1,-2-5,3 7,0-1,-1 1,1 0,-1 0,0 0,0 0,0 1,-1 0,1 0,-1 0,0 0,0 1,0 0,0 0,0 0,0 0,0 1,-1 0,1 0,-1 1,1-1,-1 1,1 0,-6 1,-2 1,0 0,0 1,0 0,0 1,1 1,0 0,0 0,0 1,-10 7,-6 8,1 0,1 2,1 1,2 1,-4 5,-15 19</inkml:trace>
  <inkml:trace contextRef="#ctx0" brushRef="#br1" timeOffset="42186.018">670 6047,'21'0,"17"-2,21-6,19-3,14-2,9 1,7 2,-1 4,-3 2,-7 2,-19 1</inkml:trace>
  <inkml:trace contextRef="#ctx0" brushRef="#br1" timeOffset="42521.759">2982 5794,'0'13,"3"23,2 26,6 23,4 17,6 10,0 3,-3-1,-4-7,-5-12,-4-16,-3-21</inkml:trace>
  <inkml:trace contextRef="#ctx0" brushRef="#br1" timeOffset="42801.524">2929 6462,'-71'-186,"50"131,2-2,3 0,2-1,3 0,2-1,1-36,7 88,0 0,1 0,-1-1,2 1,-1 0,1 0,0 0,0 0,1 0,0 0,1 0,-1 0,1 0,0 1,1 0,0-1,0 1,0 1,0-1,1 1,0-1,0 1,1 1,-1-1,1 1,0 0,0 0,4-1,0 2,1 0,-1 0,0 2,1-1,-1 1,1 0,-1 1,1 1,-1 0,0 0,1 1,-1 0,0 0,0 2,0-1,0 1,0 0,-1 1,0 0,0 1,0 0,-1 0,0 1,0 0,3 3,-9-6,0-1,0 1,0-1,-1 1,1 0,-1 0,1-1,-1 1,-1 0,1 0,0 0,-1 0,0 0,0 0,0 0,-1 0,1 0,-1 0,0 0,0 0,0 0,-1 0,1 0,-1-1,0 1,0-1,0 1,0-1,-1 0,1 0,-4 3,-5 6,-1-1,0 0,-1 0,0-2,-1 1,1-2,-6 2,-115 43,110-46</inkml:trace>
  <inkml:trace contextRef="#ctx0" brushRef="#br1" timeOffset="43483.698">3344 6007,'-17'-408,"-1"330,17 77,0 1,0-1,0 1,0 0,0-1,0 1,-1 0,1 0,0 0,0 0,0 0,0 0,0 0,0 0,0 0,0 1,0-1,0 0,0 1,0-1,0 1,0-1,0 1,0-1,0 1,0 0,0-1,0 1,1 0,-1 0,0-1,1 1,-1 0,0 0,1 0,-1 0,1 0,-1 0,1 0,0 0,-1 0,1 0,0 0,0 0,0 1,0-1,0 0,0 0,0 0,0 0,0 0,0 2,-1 0,1-1,-1 1,1 0,0 0,0 0,0-1,0 1,1 0,-1 0,1-1,0 1,-1 0,1-1,1 1,-1-1,0 1,0-1,1 1,0-1,-1 0,1 0,0 0,0 0,0 0,0 0,0 0,1-1,0 1,80 27,53-15,-101-13,1 2,-1 1,0 2,18 7,-48-12,-1 0,1 0,-1 1,0 0,0 0,1 0,-1 0,0 1,-1-1,1 1,0 0,-1 0,0 1,1-1,-1 1,-1-1,1 1,0 0,-1 0,0 0,0 1,0-1,0 0,-1 1,0-1,0 1,0-1,0 1,-1 0,0-1,0 1,0 1,-32 138,32-143,-1 1,0-1,1 1,0 0,-1 0,1-1,0 1,0 0,0 0,0-1,0 1,0 0,0 0,0-1,1 1,-1 0,1 0,0-1,-1 1,1-1,0 1,0-1,0 1,0-1,0 1,0-1,0 0,1 1,-1-1,0 0,1 0,-1 0,1 0,-1 0,1-1,-1 1,2 0,13 2,1-2,0 1,0-2,0 0,0-1,0-1,0-1,0 0,0-1,-1-1,0 0,4-3,-16 7,103-33,-105 34,0 0,-1 0,1 0,0 0,-1 1,1-1,-1 1,1-1,0 1,-1 0,1-1,-1 1,1 0,-1 0,0 0,1 0,-1 0,0 0,0 1,0-1,0 0,0 1,0-1,0 0,0 1,18 17,-12-15,-1-1,1-1,0 1,0-1,0 0,0-1,0 1,1-1,-1-1,0 0,0 0,1 0,-1-1,0 0,0 0,0-1,0 0,0 0,0 0,0-1,-1 0,1-1,-1 1,0-1,0 0,0-1,0 0,-1 0,0 0,0 0,0-1,-1 0,0 0,0 0,0-1,-3 2,0 1,0 0,-1-1,1 1,-1-1,0 1,0-1,-1 1,1-1,-1 1,0-1,0 1,-1 0,1-1,-1 1,0 0,0 0,-1 0,1 1,-1-1,1 0,-1 1,0 0,-4-3,0-1,0 0,-1 1,0 0,0 1,0 0,-1 0,0 1,1 0,-2 0,1 1,-1 0,4 1,-1 0,0 1,0 0,1 0,-1 1,0 0,0 0,0 1,0-1,1 1,-1 1,0-1,1 1,-1 1,1-1,-1 1,1 0,0 0,0 1,1 0,-1 0,1 0,0 1,0 0,0-1,1 2,-1-1,1 1,1-1,-1 1,1 0,0 0,0 1,-1 3,4-7,-1 0,1 0,0 0,0 0,1 0,-1 0,0 0,1 0,0 0,0 0,0 0,0-1,0 1,0 0,1-1,0 1,-1 0,1-1,0 0,0 0,0 1,0-1,25 20</inkml:trace>
  <inkml:trace contextRef="#ctx0" brushRef="#br1" timeOffset="44533.35">4841 5753,'-25'-7,"-1"1,1 1,-1 1,0 2,0 0,-7 2,24 0,-1 1,0 0,1 0,-1 1,1 0,0 1,0 0,0 1,0-1,0 2,1-1,-1 1,1 1,1-1,-1 1,1 1,0 0,-1 1,5-6,1 0,-1 1,1-1,0 0,0 1,0-1,0 1,0 0,0 0,1-1,0 1,-1 0,1 1,0-1,0 0,1 0,-1 0,1 0,-1 1,1-1,0 0,0 0,1 1,-1-1,1 0,-1 0,1 0,0 1,0-1,1 0,-1 0,1-1,-1 1,1 0,0 0,0-1,0 1,0-1,0 0,1 1,-1-1,1 0,0 0,-1-1,1 1,0-1,1 1,8 0,-1-1,1 0,0-1,-1 0,1-1,0 0,-1-1,1 0,-1-1,0-1,0 1,0-2,0 0,0 0,-1 0,0-2,-1 1,1-1,-1 0,0-1,-1 0,0-1,0 0,4-6,-3 2,0 0,0-1,-1-1,-1 1,0-1,-1 0,-1-1,0 0,-1 1,-1-2,0 1,-1 0,-1 0,-1-8,-1-27,-2 1,-3 0,-1 1,-3-3,5 27,4 14,-1 0,0 0,-1 0,-1 0,1 0,-2 0,1 1,-2-2,6 12,-1 0,1-1,0 1,-1-1,1 1,0 0,-1-1,1 1,0 0,-1 0,1-1,-1 1,1 0,-1 0,1 0,0-1,-1 1,1 0,-1 0,1 0,-1 0,1 0,-1 0,1 0,-1 0,1 0,-1 0,1 0,-1 0,1 0,-1 1,1-1,0 0,-1 0,1 0,-1 1,1-1,0 0,-1 1,1-1,-1 0,1 1,0-1,0 0,-1 1,1-1,0 0,-1 1,1-1,0 1,0-1,0 1,0-1,-1 1,1-1,0 1,0-1,0 0,0 1,0-1,0 1,0-1,0 1,1-1,-1 1,0 0,-8 29,1 0,2 0,0 1,3 0,0 0,2 4,0-28,-2 29,2-1,1 1,2-1,1 0,2 0,1 0,2 0,2-1,2 2,-12-30,2 1,-1-1,1 0,0 0,0-1,0 1,1 0,0-1,0 0,0 0,1 0,0-1,0 1,0-1,0 0,1-1,0 1,-1-1,1 0,0-1,0 1,1-1,-1 0,1-1,-1 0,1 0,-1 0,1-1,-1 1,1-2,-1 1,1-1,0 0,-1 0,0-1,1 0,5-2,-1-5,0-1,0-1,-1 1,0-2,0 1,-2-1,1-1,-2 0,1 0,-2 0,0-1,0 0,-2 0,1 0,-2-1,0 1,1-14,-4 18,-4 23,1-2,1-1,0 1,0 0,1 0,1 0,0 0,0 0,1 0,0 0,1 0,0-1,1 1,0 0,2 1,-4-10,1 1,0-1,0 1,0-1,0 0,0 0,1 0,-1 0,1 0,-1 0,1-1,0 1,0-1,-1 0,1 0,0 0,0 0,0 0,0-1,0 1,0-1,1 0,-1 0,0 0,0 0,0-1,0 1,0-1,0 0,0 0,0 0,0 0,2-2,6-1,-1-2,1 1,-1-1,-1-1,1 0,-1 0,0-1,3-4,1-4,0 0,-2 0,0-1,-1-1,0 0,-2 0,0 0,2-10,-10 29,0-1,1 0,-1 0,0 0,0 0,1 0,-1 0,0 0,0 0,1 0,-1 0,0 0,0 0,1 0,-1 0,0 0,0 0,1 0,-1 0,0 0,1 0,-1 0,0 0,0 0,0 0,1-1,-1 1,0 0,0 0,1 0,-1 0,0-1,0 1,0 0,0 0,1-1,-1 1,0 0,0 0,0-1,0 1,0 0,0 0,0-1,0 1,0 0,0 0,0-1,2 29,-2-25,0 16,14 119,-13-133,0 0,0 0,1 0,0 0,0 0,0-1,1 1,0-1,-1 0,1 0,1 0,-1 0,1 0,-1-1,1 1,0-1,0 0,1 0,-1-1,1 1,-1-1,1 0,0 0,0-1,1 1,0-1,0 0,0-1,0 0,0 0,0-1,0 1,0-1,0-1,0 1,0-1,0 0,-1 0,1-1,-1 1,1-1,-1-1,0 1,0-1,-1 1,1-2,-1 1,2-2,6-6,-1-2,0 1,-1-1,-1-1,0 0,-1 0,2-6,46-120,-55 139,1 0,-1 0,1 0,0 0,-1 0,1 0,0 0,0 1,0-1,0 1,0-1,1 1,-1 0,0 0,1 0,-1 0,1 0,-1 1,1-1,-1 1,1-1,-1 1,1 0,-1 0,1 0,0 0,-1 1,1-1,-1 1,1-1,-1 1,1 0,1 1,74 47,-52-30,-1 2,-1 1,-1 0,-1 2,17 24,-38-47,0 0,0 1,0-1,0 0,0 1,-1-1,1 1,0 0,-1-1,1 1,-1 0,1-1,-1 1,0 0,0-1,0 1,0 0,0-1,0 1,0 0,-1 0,1-1,-1 1,1-1,-1 1,0 0,1-1,-1 1,0-1,0 1,0-1,0 0,0 1,0-1,-1 0,1 0,0 0,-1 0,1 0,0 0,-1 0,1 0,-1-1,0 1,-1 0,-13 5,0-1,0-1,-1 0,1-1,-1-1,0 0,0-1,0-1,-4-1,-4-1,8-2</inkml:trace>
  <inkml:trace contextRef="#ctx0" brushRef="#br1" timeOffset="45237.469">7568 5526,'-22'-4,"-1"1,1 1,-1 1,0 1,1 1,-1 1,1 1,-1 1,1 1,0 0,1 2,-1 1,1 1,1 0,0 2,-1 1,-23 36,43-47,0 0,0 1,0-1,0 1,0-1,1 0,-1 1,0-1,1 1,0 0,-1-1,1 1,0-1,0 1,0 0,0-1,0 1,0-1,0 1,0 0,1-1,-1 1,1-1,-1 1,1-1,-1 1,1-1,0 1,0-1,0 0,0 1,0-1,0 0,0 0,0 0,1 0,-1 1,6 0,0 1,0-1,0 0,1-1,-1 1,0-1,1-1,-1 0,1 0,-1 0,0-1,1 0,-1 0,0-1,1 0,-1 0,6-3,12-3,0-1,0 0,-1-2,0-1,-1-1,-1-1,0-1,0-1,0-2,-12 10,-1-1,0-1,0 1,-1-1,0-1,-1 1,0-1,0-1,-2 1,1-1,-1 0,-1 0,0-1,-1 1,-1-1,1 0,-2 0,0 0,0-7,-3 0,-1 1,0-1,-1 1,-1 0,-1 1,-1-1,-1 1,0 0,-1 1,-7-10,16 26,-1-1,0-1,0 1,0 0,0-1,0 1,0 0,-1 0,1-1,-1 1,1 0,-1 1,0-1,0 0,0 0,0 1,0-1,0 1,0 0,-1-1,1 1,0 0,-1 0,1 1,-1-1,1 0,-1 1,1 0,-1-1,1 1,-1 0,1 0,-1 1,-2-1,2 4,0 0,-1-1,1 1,1 0,-1 0,1 1,-1-1,1 0,0 1,1 0,-1-1,1 1,0 0,-1 3,-5 31,1 1,2 0,2 0,1 0,2 0,3 9,-2-29,1 0,1 0,0-1,2 1,0-1,1 0,1 0,1-1,8 13,-12-23,0 0,1 0,0-1,0 0,1 0,0-1,0 1,0-2,1 1,0-1,0 0,1 0,-1-1,1 0,0-1,0 0,0-1,0 1,0-2,1 1,6-1,-4-2,1-1,-1 0,0-1,0 0,0-1,0 0,-1-1,0 0,0-1,0-1,0 1,-1-2,0 1,-1-1,0-1,0 0,-1 0,0-1,0 0,-1 0,-1 0,1-1,-2 0,0-1,0 1,-1-1,0 0,-1 0,0 0,-1 0,-1-1,0 1,0-9,-18-37,16 57,1 0,-1 0,0 0,0 0,1 0,-1 0,0 0,0 0,0 1,0-1,0 0,0 1,0-1,0 1,0-1,0 1,0-1,-1 1,1 0,0-1,0 1,0 0,-1 0,1 0,0 0,0 0,0 0,0 0,-1 1,1-1,0 0,0 1,0-1,0 1,0-1,0 1,0-1,0 1,0 0,0-1,0 1,0 0,0 0,0 0,1 0,-1 0,0 0,0 0,-3 5,0 1,0-1,0 0,1 1,0 0,0 0,1 0,0 0,0 0,1 0,0 1,0-1,0 0,1 1,0-1,1 0,0 1,0-1,0 0,1 1,0-1,1 0,-1 0,1-1,1 1,-1-1,2 3,5 2,0 0,1-1,0-1,0 1,1-2,0 1,0-2,1 0,0 0,1-1,-1-1,1 0,13 3,53 14</inkml:trace>
  <inkml:trace contextRef="#ctx0" brushRef="#br1" timeOffset="46184.64">10296 5098,'-24'102,"5"0,5 1,2 28,12-108,3-19,2-15,5-33,-1-1,-2 1,-2-1,-2 0,-3-44,0 76,1-16,-2 0,0 0,-2 1,-1-1,-6-18,10 46,1 0,-1 0,0 0,0 0,0-1,0 1,0 0,-1 0,1 0,0 0,0 0,-1 0,1 0,0 0,-1 0,1 0,-1 0,0 0,1 0,-1 1,0-1,1 0,-1 0,0 0,0 1,0-1,0 1,0-1,1 0,-1 1,0 0,0-1,0 1,0-1,-1 1,1 0,0 0,0 0,0 0,0 0,0 0,0 0,0 0,0 0,0 0,0 0,0 1,0-1,0 0,0 1,0-1,0 1,0-1,0 1,0 0,0-1,0 1,0 0,1 0,-1-1,0 1,1 0,-1 0,-1 3,1 0,-1 0,1-1,0 1,0 0,1 0,-1 0,1 0,0 0,0 0,0 0,0 0,1 0,0 0,0 0,0-1,0 1,0 0,1 0,0-1,0 1,0-1,0 1,0-1,1 0,-1 0,1 0,0 0,0-1,0 1,0-1,0 0,1 1,-1-1,1-1,-1 1,1-1,0 1,0-1,-1 0,1 0,1-1,11 5,1-1,0-1,0-1,1 0,-1-1,0-1,0-1,1 0,-1-1,0-1,0-1,-1 0,1-2,-1 1,0-2,0 0,-1-1,0-1,13-9,-23 14,0 0,-1 0,1-1,-1 1,0-1,0-1,0 1,-1 0,0-1,0 0,0 1,-1-1,0 0,0 0,0-1,-1 1,0 0,0-1,-1 1,0-1,-5 51,2 399,3-436,-1-4,1 1,0-1,0 1,0-1,1 1,-1-1,1 0,0 1,0-1,0 0,0 1,0-1,1 0,-1 0,1 0,0 0,0-1,1 1,8 4</inkml:trace>
  <inkml:trace contextRef="#ctx0" brushRef="#br1" timeOffset="46639.457">11097 5085,'-21'74,"-3"-1,-3-1,-3-1,-9 9,28-59,11-21,0 0,0 0,0 0,0 0,-1 0,1-1,0 1,0 0,0 0,0 0,0 0,-1 0,1 0,0 0,0 0,0-1,0 1,-1 0,1 0,0 0,0 0,0 0,0 0,-1 0,1 0,0 0,0 0,0 0,-1 0,8-24,148-338,-70 163,-84 200,-1-1,0 0,0 1,1-1,-1 0,0 1,0-1,1 0,-1 1,0-1,1 0,-1 0,0 0,1 1,-1-1,0 0,1 0,-1 0,1 0,-1 0,0 1,1-1,-1 0,1 0,-1 0,0 0,1 0,-1 0,1 0,-1-1,0 1,1 0,-1 0,0 0,1 0,-1 0,1-1,-1 1,0 0,1 0,-1-1,0 1,0 0,1 0,-1-1,0 1,0 0,1-1,-1 1,0 0,0-1,0 1,1-1,-1 1,0 0,0-1,0 1,0 0,0-1,0 1,3 38,-3-33,1 36,1 0,3 0,1 0,2-1,2 0,9 23,1-10,-11-30,0 0,-1 1,-2 0,0 0,-1 1,-1 4,-12 4,-1-25</inkml:trace>
  <inkml:trace contextRef="#ctx0" brushRef="#br1" timeOffset="46981.534">11017 5259,'3'0,"73"-9,-1-3,0-4,-1-3,-1-3,-1-3,26-14,12-41,-109 80,-1 0,0 0,1 0,-1 0,1 0,-1 0,1 0,-1 0,1 0,-1 0,1 1,-1-1,0 0,1 0,-1 1,1-1,-1 0,0 0,1 1,-1-1,0 0,1 1,-1-1,0 1,0-1,1 0,-1 1,0-1,0 1,0-1,1 1,-1-1,0 0,0 1,0-1,0 1,0-1,0 1,0-1,0 1,0-1,0 1,0-1,-1 1,1-1,0 0,0 1,0-1,-1 1,1-1,0 1,0 5,4 8,-1 0,2 0,0 0,1 0,0-1,1 0,0 0,1-1,0 0,1 0,1-1,0-1,0 1,1-1,2 0,18 15,2-2,0-1,2-1,35 14,79 22,-115-49</inkml:trace>
  <inkml:trace contextRef="#ctx0" brushRef="#br1" timeOffset="47230.867">12047 5004,'-14'5,"-9"10,-5 15,-2 15,-1 11,1 10,0 6,4-1,5-6,7-14</inkml:trace>
  <inkml:trace contextRef="#ctx0" brushRef="#br1" timeOffset="47451.276">12809 5085,'2'18,"1"13,0 10,1 8,1 4,-1 2,-1-1,-4-6,-1-8,-2-11,-2-13,2-9</inkml:trace>
  <inkml:trace contextRef="#ctx0" brushRef="#br1" timeOffset="47797.351">12448 4884,'56'-5,"-1"2,1 3,0 3,0 1,47 12,-72-13,-1 2,0 1,-1 2,0 1,0 1,-1 1,0 2,-1 0,0 2,0 2,-20-11,-1 0,0 1,0-1,0 2,0-1,-1 0,-1 1,1 0,-1 0,0 1,-1-1,0 1,-1-1,1 1,-2 0,1 0,-1 0,-1 0,1 0,-1 0,-1 0,0 0,0 0,-1 0,0 0,-3 6,-7 26,-9 51,21-89,1 0,-1 0,0 0,1 1,-1-1,1 0,0 0,0 0,0 0,1 0,-1-1,1 1,-1 0,1 0,0-1,0 1,0-1,0 0,1 0,-1 0,1 0,-1 0,1 0,0 0,0-1,-1 0,3 1,15 5,0-2,1 0,-1-1,1-2,0 0,0-1,0 0,0-2,14-3,-24 4,0 0,-1-1,1-1,0 1,-1-2,0 0,1 0,-1-1,0 0,-1 0,1-1,-1-1,0 1,0-1,4-5,-2-10,-9 2</inkml:trace>
  <inkml:trace contextRef="#ctx0" brushRef="#br1" timeOffset="47971.885">13036 5219,'25'0,"24"0,20 0,16 0,7 0,2 0,-6-5,-13-3,-20-1</inkml:trace>
  <inkml:trace contextRef="#ctx0" brushRef="#br1" timeOffset="48599.206">13303 4911,'184'12,"87"11,-259-23,-1 2,1-1,-1 1,0 1,1 0,-1 0,-1 1,1 1,-1 0,1 0,-1 1,-1 0,1 1,-1 0,-1 0,1 1,-1 0,0 1,-1 0,0 0,0 1,-1-1,-1 1,2 4,-1 9,-2 1,0-1,-2 1,0 0,-2 0,-1 0,-1 0,0 0,-2-1,-1 1,-1-1,-1 0,-6 13,13-35,0 0,0-1,0 1,1 0,-1-1,-1 1,1 0,0-1,0 1,0 0,0-1,0 1,0 0,-1-1,1 1,0 0,-1-1,1 1,0-1,-1 1,1-1,-1 1,1-1,-1 1,1-1,-1 1,1-1,-1 0,1 1,-1-1,0 0,1 1,-1-1,0 0,1 0,-1 0,0 1,1-1,-1 0,0 0,1 0,-1 0,0 0,1 0,-1 0,0-1,-15-93,13 63,1 8,-3-8,2 0,1 0,1 0,2 0,1 0,2 0,0 1,2-1,2 0,-6 26,0-1,0 1,1 0,-1 0,1 0,0 1,1-1,-1 0,1 1,0 0,0 0,0 0,1 1,-1-1,1 1,0 0,0 0,0 1,0 0,0-1,1 2,-1-1,1 1,-1-1,1 2,0-1,-1 1,1-1,0 1,-1 1,1-1,0 1,-1 0,2 1,4 1,-1 2,1-1,-1 1,0 0,0 1,0 0,-1 1,0 0,0 1,-1-1,0 2,0-1,-1 1,0 0,5 10,-10-18,-1 1,0 0,0 0,0 0,1 0,-2 0,1 0,0 0,0 0,-1 0,1 0,-1 0,1 0,-1 0,0 1,0-1,0 0,0 0,0 0,-1 1,1-1,-1 0,1 0,-1 0,0 0,0 0,0 0,0 0,0 0,0 0,0-1,-1 1,1 0,-1-1,1 1,-1-1,0 1,0-1,1 0,-2 1,-69 21,-16 8,85-29,0 0,0 0,1 0,-1 1,1-1,-1 1,1-1,0 1,0 0,0 0,0 0,0 0,1 1,0-1,-1 0,1 0,0 1,1-1,-1 1,1-1,-1 1,1-1,0 1,1 2,-1-1,1 0,0 1,0-1,0 0,1 0,0 0,0 0,0-1,1 1,0-1,0 1,0-1,0 0,0 0,1 0,0 0,0-1,0 1,0-1,0 0,1 0,104 44,-56-34,2-4,-1-1,1-3,0-2,-1-3,46-6,-33 0</inkml:trace>
  <inkml:trace contextRef="#ctx0" brushRef="#br1" timeOffset="49183.331">14760 5004,'11'157,"-7"98,5-370,-13-166,-1 249,5 32,-1 1,1-1,0 0,0 1,0-1,0 0,-1 0,1 1,0-1,0 0,-1 0,1 0,0 1,0-1,-1 0,1 0,0 0,-1 0,1 0,0 1,-1-1,1 0,0 0,0 0,-1 0,1 0,0 0,-1 0,1 0,0 0,-1 0,1 0,0 0,-1-1,1 1,0 0,-1 0,1 0,0 0,0 0,-1-1,1 1,0 0,0 0,-1-1,1 1,0 0,0 0,0-1,-1 1,1 0,0 0,0-1,-3 11,1-1,0 1,0 0,1 0,1 0,0 0,0 0,0 0,2-1,-1 1,1 0,0 0,3 3,-4-8,1 0,0 0,0 0,0-1,0 1,1-1,0 0,0 1,0-1,1-1,-1 1,1 0,0-1,0 0,0 0,0 0,1 0,-1-1,1 1,0-1,-1-1,1 1,0 0,0-1,0 0,4 0,0-1,-1 0,1-1,-1 0,0-1,1 0,-1 0,0 0,0-1,0-1,-1 1,1-1,-1 0,0-1,0 0,0 0,-1 0,3-4,9-8,-1-1,0-1,-2-1,0 0,3-8,38-73,-45 92,-11 29,-8 52,1-24,2 0,3 0,1 1,3-1,2 4,-4-45,1 0,0-1,0 1,1 0,0-1,0 1,0-1,1 0,0 0,0 0,1 0,-1 0,1-1,1 1,-1-1,1 0,0-1,0 1,1 0,13 4</inkml:trace>
  <inkml:trace contextRef="#ctx0" brushRef="#br1" timeOffset="49433.71">15549 4991,'-16'7,"-7"9,-5 11,3 9,5 9,7 5,7 3,10 0,12-5,13-6,14-5,9-10,9-8,4-9,1-5,-4-6,-8-9,-14-4</inkml:trace>
  <inkml:trace contextRef="#ctx0" brushRef="#br1" timeOffset="49682.1">15468 5219,'26'6,"18"4,17-2,6-1,4-4,-7-8,-13-2</inkml:trace>
  <inkml:trace contextRef="#ctx0" brushRef="#br1" timeOffset="50301.441">15549 4965,'103'-1,"3"-1,0 4,-1 5,97 19,-185-23,-1 1,1 1,-1 1,0 0,-1 1,0 0,2 2,-13-6,0-1,0 1,0 0,0 0,-1 0,1 1,-1-1,0 1,0 0,0 0,-1 0,1 0,-1 0,0 1,0-1,0 1,-1-1,0 1,0 0,0-1,0 1,-1 0,0 0,0 0,0 0,-1 3,-58 185,56-182,0-4,1 1,0 0,0 0,1-1,0 1,1 0,0 0,0 0,0 0,1 0,-1-8,0 1,0-1,0 1,0-1,0 1,0-1,1 1,-1-1,0 0,0 1,0-1,1 1,-1-1,0 0,0 1,1-1,-1 0,0 1,1-1,-1 0,0 1,1-1,-1 0,1 0,-1 1,0-1,1 0,-1 0,1 0,-1 0,1 1,-1-1,0 0,1 0,-1 0,1 0,-1 0,1 0,-1 0,1-1,-1 1,1 0,-1 0,0 0,1 0,-1 0,1-1,-1 1,0 0,1 0,-1-1,0 1,1 0,-1-1,0 1,1 0,-1-1,19-23,-12 5,-1 0,0-1,-1 0,-2-1,0 1,-1-1,0 1,-2-1,-2-16,2 7,-1-120,18 187,-6 0,2-1,2-1,1 0,1-1,2-1,1 0,20 22,-38-52,-1-1,1 1,0 0,-1-1,1 0,1 1,-1-1,0 0,0 0,1 0,-1 0,1-1,0 1,0-1,-1 1,1-1,0 0,0 0,0 0,0-1,0 1,0-1,0 1,1-1,-1 0,0 0,0-1,0 1,0-1,0 1,0-1,0 0,0 0,0 0,2-2,2-6,0 0,-1 0,0-1,-1 0,0 0,0-1,-1 0,0 1,-1-1,-1 0,1-1,-2 1,1-5,4-42,-3 0,-2 0,-3-4,-6 0,8 62,0 0,0-1,0 1,0-1,0 1,0 0,0-1,0 1,0 0,0-1,0 1,0-1,0 1,0 0,0-1,0 1,0-1,0 1,0 0,-1-1,1 1,0 0,0-1,0 1,-1 0,1 0,0-1,0 1,-1 0,1-1,0 1,-1 0,1 0,0 0,-1-1,1 1,0 0,-1 0,1 0,-1 0,1 0,0 0,-1 0,1 0,0 0,-1 0,1 0,-1 0,1 0,0 0,-1 0,1 0,0 0,-1 0,1 1,-1-1,1 0,0 0,-1 0,1 1,0-1,0 0,-1 0,1 1,0-1,0 0,-1 0,1 1,0-1,-9 28,11-6,3-1</inkml:trace>
  <inkml:trace contextRef="#ctx0" brushRef="#br1" timeOffset="50682.946">17341 4978,'-2'9,"-4"15,-4 11,-4 13,-1 5,2 3,2-4,5-4,2-7,4-10,2-10</inkml:trace>
  <inkml:trace contextRef="#ctx0" brushRef="#br1" timeOffset="50937.589">17314 4630,'-3'-4,"0"7,1 10,2 10,1 0</inkml:trace>
  <inkml:trace contextRef="#ctx0" brushRef="#br1" timeOffset="52788.789">21806 4951,'-19'-5,"-12"-1,-10 3,-5 8,3 11,7 9,11 7,17 5,21 3,25-3,21-5,17-9,11-8,3-6,-6-10,-10-6,-12-7,-18-1</inkml:trace>
  <inkml:trace contextRef="#ctx0" brushRef="#br1" timeOffset="53089.164">22233 5071,'-19'62,"19"-60,-1-1,1 1,0 0,0-1,0 1,0 0,0-1,0 1,1 0,-1-1,0 1,1-1,0 1,-1-1,1 1,0-1,0 1,-1-1,1 1,0-1,1 0,-1 0,0 0,0 1,0-1,1 0,-1 0,0-1,1 1,-1 0,1 0,-1-1,1 1,0-1,-1 1,2-1,1-1,0 0,0 0,0-1,0 1,0-1,-1 0,1-1,-1 1,1 0,-1-1,0 0,0 0,0 0,0 0,0 0,-1-1,0 1,1-1,-1 1,-1-1,1 0,0 0,-1 0,0 0,0 0,0-3,1 3,0-1,-1 1,0-1,0 0,0 0,0 0,-1 0,0 1,0-1,0 0,-1 0,1 0,-1 0,0 0,-1 1,1-1,-1 1,0-1,0 1,0-1,-1 1,1 0,-1 0,0 0,0 0,-1 1,1-1,-1 1,0 0,0 0,0 0,0 1,-1-1,0 0,0 0,-1 1,1 0,-1 0,1 0,-1 0,0 1,0 0,1 0,-1 1,0 0,0 0,0 0,0 1,0-1,1 2,-1-1,0 0,1 1,-1 0,1 1,-1-1,1 1,0 0,0 0,0 0,1 1,-1 0,1 0,0 0,-4 4,7-6,1 0,-1 0,0-1,1 1,-1 0,1 0,-1 0,1 0,0-1,0 1,0 0,0 0,0 0,0 0,0 0,1 0,-1 0,1-1,-1 1,1 0,0 0,0-1,0 1,0 0,0-1,0 1,0-1,0 1,1-1,-1 0,0 1,1-1,-1 0,1 0,59 30,-17-17</inkml:trace>
  <inkml:trace contextRef="#ctx0" brushRef="#br1" timeOffset="54107.446">22488 4897,'-2'12,"1"0,0-1,1 1,1 0,0 0,0-1,1 1,0-1,1 1,1-1,0 0,0 0,1 0,1-1,-1 0,2 0,-1 0,8 7,-12-14,0 0,1 0,0-1,0 1,0-1,0 1,0-1,0 0,0 0,1-1,-1 1,1-1,-1 1,1-1,-1 0,1-1,0 1,0-1,-1 1,1-1,0 0,0 0,0-1,-1 1,1-1,0 0,-1 0,1 0,0 0,-1-1,0 1,1-1,-1 0,0 0,0 0,0-1,0 1,0-1,0 0,4-6,0 0,0-1,-1 1,-1-1,0-1,0 1,-1-1,0 0,-1 0,0 0,0 0,-2 0,1-1,-1-1,-3 31,1-13,-1 1,1-1,0 0,0 1,0-1,1 0,0 1,0-1,1 1,-1-1,1 1,0-1,1 0,-1 0,1 1,0-1,0 0,1-1,-1 1,1 0,0-1,0 1,1-1,-1 0,1 0,0 0,0-1,1 1,-1-1,1 0,-1 0,6-1,0 0,0 0,1-1,-1 0,0-1,0 0,0-1,1 0,-1 0,0-1,0 0,0-1,-1 0,5-3,-7 4,-1-1,0 1,0-2,-1 1,1 0,-1-1,1 0,-1-1,0 1,-1-1,1 0,-1 0,0 0,0-1,-1 1,1-1,-1 0,0 0,-1 0,0 0,0-1,1-2,-2 2,-2 14,-1 17,1-16,1-1,0 1,0 0,1 0,0-1,1 1,-1 0,1-1,1 0,-1 1,1-1,1 0,-1 0,1 0,0-1,1 0,0 1,0-2,0 1,0 0,1-1,0 0,0 0,1-1,-1 0,1 0,0 0,0-1,0 0,0-1,1 1,2-1,-7-2,1 1,0-2,0 1,0 0,-1-1,1 0,0 0,-1 0,1 0,0-1,-1 1,0-1,1 0,-1 0,0 0,0 0,0-1,0 1,0-1,-1 0,1 0,-1 0,0 0,0 0,2-2,30-93,5-234,15-50,-54 363,-6 24,-9 30,-9 24,3 0,2 1,3 1,3 1,3 0,2 1,3 5,4-62,0 0,1 0,-1 1,1-1,1 0,0 0,-1 0,2 0,-1 0,1 0,0 0,0 0,1 0,-1-1,1 1,0-1,1 0,0 0,-1 0,4 2,-3-6,1-1,-1 1,1-1,-1 0,1-1,-1 1,1-1,-1 0,0 0,1 0,-1-1,0 1,0-1,0 0,0 0,0-1,0 1,-1-1,1 0,-1 0,1 0,-1 0,2-1,29-23,-22 16,1 1,0 0,1 1,1 0,-1 1,1 1,12-4,-25 10,0 0,0 0,1 1,-1-1,1 1,-1 0,0 0,1 0,-1 0,0 0,1 0,-1 1,1-1,-1 1,0-1,0 1,1 0,-1 0,0 0,0 0,0 1,0-1,0 0,0 1,0 0,-1-1,1 1,0 0,-1 0,0 0,1 0,-1 0,0 0,0 0,0 0,0 0,0 1,-1-1,1 0,-1 1,2 6,0 1,0-1,-2 1,1-1,-1 1,0-1,-1 1,0-1,-2 6,1-6,-1-1,-1 0,1 0,-1 0,-1 0,1-1,-1 0,-1 0,1 0,-1-1,0 1,-1-1,1-1,-1 1,0-1,-1 0,1-1,-1 0,0 0,0-1,0 0,-1 0,1-1,-1 0,1 0,-1-1,0 0,0-1,-3 0,12 1,-1-1,0 0,1 0,-1 1,0-1,0 0,1 0,-1 0,0 0,0 0,1 0,-1 0,0 0,0 0,1 0,-1 0,0 0,0 0,1-1,-1 1,0 0,1-1,-1 1,0 0,1-1,-1 1,1-1,-1 1,0-1,1 1,-1-1,1 0,0 1,-1-1,1 0,-1 1,1-1,0 0,0 1,-1-1,1 0,0 1,0-1,0 0,0 0,0 1,0-1,0-1,7-7</inkml:trace>
  <inkml:trace contextRef="#ctx0" brushRef="#br1" timeOffset="54351.814">23825 5152,'-3'-2,"0"-1</inkml:trace>
  <inkml:trace contextRef="#ctx0" brushRef="#br1" timeOffset="51952.028">18771 5004,'21'493,"-20"-483,-1 0,0-1,-1 1,0 0,-1-1,0 1,0-1,-1 0,0 0,-1 0,0 0,0 0,-1-1,0 0,-1 0,0 0,0-1,0 0,-1 1,6-7,0 0,-1-1,1 1,0 0,0 0,-1 0,1-1,-1 1,1-1,0 1,-1-1,1 1,-1-1,1 0,-1 0,1 0,-1 0,1 0,-1 0,1 0,-1 0,1-1,-1 1,1-1,-1 1,1-1,0 1,-1-1,1 0,0 0,0 1,-1-1,1 0,0 0,0-1,-21-50,20 18,2 1,1-1,2 0,1 0,2 1,1 0,9-24,-12 40,-2 10,4-22,1 1,2-1,1 2,1-1,1 1,10-15,-20 39,0 0,0 0,0 0,0 1,1-1,-1 1,1 0,-1-1,1 1,0 0,0 1,0-1,0 0,0 1,0 0,0 0,1 0,-1 0,0 0,1 1,-1-1,1 1,-1 0,0 0,1 0,-1 0,1 1,-1 0,0-1,1 1,-1 0,0 1,0-1,3 2,3 1,-1 1,1 0,-1 0,0 1,0 0,-1 0,1 1,-2 0,1 0,-1 0,0 1,0 0,-1 1,0-1,-1 1,0 0,0 0,-1 0,0 1,0-1,-1 2,-3-7,0-1,0 1,0 0,-1 0,1-1,-1 1,0-1,0 1,-1-1,1 0,-1 0,1 0,-1 0,0 0,0-1,0 1,-1-1,1 0,0 0,-1 0,0 0,1 0,-1-1,0 0,0 0,0 0,1 0,-1-1,0 1,0-1,0 0,0 0,0 0,-3-1,7 1,-1 0,1 0,-1 0,1 0,-1 0,1 0,-1 0,0 0,1 0,-1 0,1 0,-1 0,1 0,-1 0,1 0,-1-1,1 1,-1 0,1 0,-1-1,1 1,0 0,-1-1,1 1,-1 0,1-1,0 1,-1-1,1 1,0-1,0 1,-1 0,1-1,0 1,0-1,0 1,-1-1,1 0,0 1,0-1,0 1,0-1,0 1,0-1,0 1,0-1,0 1,0-1,1 1,-1-1,0 1,0-1,0 1,1-1,-1 1,0-1,0 1,1-1,-1 1,0 0,1-1,-1 1,1 0,-1-1,0 1,1 0,31-26,200-122,-203 126,0-1,-1-2,-1-1,-1-1,-2-1,-1-1,-1-1,-1-1,-2-1,-1 0,-2-2,-1 0,8-29,-16 42,-1 1,0-1,-2 0,0 0,-2 0,0 0,-2 0,0-9,0 27,0 0,0 1,0-1,-1 1,1-1,-1 1,0-1,1 1,-1-1,0 1,0 0,-1-1,1 1,0 0,-1 0,1 0,-1 0,0 0,0 0,1 1,-1-1,-1 1,1-1,0 1,0-1,0 1,-1 0,1 0,0 0,-1 1,1-1,-1 0,1 1,-1 0,0 0,1-1,-1 1,1 1,-1-1,-1 0,-6 5,0 1,0-1,1 1,0 1,0 0,1 0,-1 0,2 1,-1 1,1-1,0 1,1 0,0 1,1 0,-1 0,2 0,0 0,0 1,-2 8,-4 16,1 1,1 0,2 0,2 0,1 1,2-1,2 1,1-1,1 1,3-1,0 0,3 0,1-1,1 0,11 20,-18-43,1-1,0 0,0 1,2-2,-1 1,1-1,1 0,0 0,0-1,1 0,0-1,0 1,1-2,0 0,8 5,-15-11,0 0,0 0,0 0,0-1,0 1,0-1,0 0,0 1,0-1,0-1,0 1,0 0,0-1,0 0,0 1,0-1,0 0,0-1,0 1,0 0,-1-1,1 1,-1-1,1 0,-1 0,1 0,-1 0,0-1,0 1,0-1,0 1,-1-1,1 1,-1-1,0 0,1 0,0-3,2-6,1 0,-2-1,1 1,-2-1,0 0,0 0,-1 0,-1-8,-1 1,-2 0,0 0,-1 1,-1-1,0 1,-2 0,0 0,-2 1,0 0,0 0,-2 1,-7-8,-7-8,-1 1,-2 1,-1 2,-1 1,-20-14,-85-45,121 82,21 8,55 19,0-2,2-3,16-1,-35-5,218 45,-146-31</inkml:trace>
  <inkml:trace contextRef="#ctx0" brushRef="#br1" timeOffset="52363.926">19747 5272,'6'-2,"0"0,0-1,-1 0,1 0,-1-1,0 1,0-1,0 0,0-1,-1 1,1-1,-1 0,0 0,-1 0,1 0,-1-1,0 1,-1-1,1 0,-1 0,0 0,0 0,-1-2,4-16,-1 1,-1-1,-1 1,-1-1,-2-13,1 37,-1-1,1 0,0 0,-1 0,1 0,0 0,0 1,0-1,0 0,0 0,0 0,0 0,0 0,0 0,0 0,0 1,1-1,-1 0,0 0,0 0,1 0,-1 1,1-1,-1 0,1 0,-1 1,1-1,0 0,-1 1,1-1,0 1,-1-1,1 1,0-1,0 1,-1-1,1 1,0 0,0-1,0 1,0 0,-1 0,1 0,0 0,0-1,0 1,0 0,0 1,0-1,-1 0,1 0,1 0,197 61,-183-56,-8-4,-1 1,1 0,0 1,-1 0,0 0,0 0,0 1,0 0,5 5,-10-7,-2 0,1 0,0 0,0 0,-1 1,1-1,-1 0,0 0,0 0,1 1,-2-1,1 0,0 0,0 1,-1-1,1 0,-1 0,1 0,-1 0,0 1,0-1,0 0,0-1,-1 1,1 0,0 0,-1 0,1-1,-1 1,0-1,1 1,-1-1,0 0,0 1,0-1,0 0,-1 0,-5 6,-16 15,16-16,1 0,-1 1,1 0,1 0,-1 1,1 0,0 0,1 0,0 1,0 1,4-8,0 0,1 0,0 0,-1 0,1 0,0 0,0 0,0 0,0 0,0 0,0 0,1 0,-1 0,1 0,-1 0,1-1,0 1,-1 0,1 0,0-1,0 1,1 0,-1-1,0 1,0-1,1 1,-1-1,1 0,-1 1,1-1,0 0,-1 0,1 0,0-1,1 2,73 19,-35-17,0-1,1-2,-1-2,1-2,5-2,39-7</inkml:trace>
  <inkml:trace contextRef="#ctx0" brushRef="#br1" timeOffset="55332.02">3237 6983,'2'14,"3"13,1 12,-1 7,-1 6,-1 1,-2-3,0-6,2-12,-1-10</inkml:trace>
  <inkml:trace contextRef="#ctx0" brushRef="#br1" timeOffset="55514.047">3276 6635,'-6'10,"1"8,12 10,13 6,3-3</inkml:trace>
  <inkml:trace contextRef="#ctx0" brushRef="#br1" timeOffset="56136.689">3892 7064,'-19'-10,"3"0,0 1,0 0,-1 1,0 1,0 0,-1 1,1 1,-1 1,-1 1,1 0,-1 1,1 1,-1 1,1 1,-10 1,21 1,1-1,-1 1,1 0,-1 1,1 0,0 0,0 0,1 1,-1 0,1 0,0 0,1 1,-1-1,1 1,0 0,0 0,1 1,0-1,-2 7,3-9,0 1,0 0,1 0,0 0,0 0,0 0,0 0,1 0,0 0,0 0,0 0,1 0,0 0,0 0,0 0,1 0,-1 0,1 0,0-1,0 1,1-1,0 1,-1-1,1 0,1 0,-1 0,0-1,2 2,0-2,-1 0,0 0,1 0,0-1,-1 0,1 0,0 0,0 0,0-1,0 0,0 0,1 0,-1-1,0 0,0 0,1 0,-1 0,0-1,0 0,0 0,0-1,0 1,0-1,0 0,0 0,0-1,3-2,6-3,-1-1,1 0,-1-2,-1 1,0-2,-1 1,0-2,4-5,-1-4,0-1,-2 0,0-1,-1-1,-2 0,-1 0,0-1,-2 0,-1 0,-1 0,-2-1,0 0,-2 1,-1-1,-1 0,-1 1,-1-1,-1 1,-21-48,25 73,0 0,0 1,0-1,-1 0,1 0,0 1,0-1,-1 1,1-1,0 1,-1 0,1-1,0 1,-1 0,1 0,-1 0,1 0,0 0,-1 0,1 1,0-1,-1 0,1 1,0-1,-1 1,1-1,0 1,0-1,-1 1,1 0,0 0,0 0,0 0,0-1,0 2,0-1,0 0,0 0,1 0,-1 0,0 0,1 1,-1-1,1 0,-1 0,1 1,0-1,-1 1,1-1,0 0,0 1,0-1,0 1,-11 29,1 0,2 0,1 1,1 0,2 1,1-1,2 30,1-35,0 0,2-1,1 1,1-1,2 1,0-1,6 14,-8-31,-1 0,1 0,1 0,-1 0,1-1,1 0,0 0,0 0,1-1,-1 0,2 0,-1 0,1-1,0-1,0 1,0-1,1 0,0-1,0 0,0-1,10 3,-4-4,0 0,1-1,-1-1,0 0,1-1,-1-1,0 0,0-1,0-1,0 0,-1-1,1-1,-1 0,0-1,-1-1,0 0,0 0,-1-1,0-1,0 0,-1-1,-1 0,1-1,-2 0,0 0,0-1,-1 0,-1-1,0 1,-1-2,-1 1,0 0,1-6,-5 13,1-1,-1 1,-1-1,1 1,-1-1,0 1,-1-1,0 1,0 0,-1-1,0 1,0 0,0 0,-1 0,0 0,-1 1,1-1,-1 1,-1 0,0-2,4 7,0 0,0 0,0 0,0 0,0 0,0 0,0 0,0 0,0 1,0-1,-1 0,1 1,0-1,0 1,-1-1,1 1,0-1,-1 1,1 0,-1 0,1 0,0 0,-1 0,1 0,0 0,-1 0,1 1,-1-1,1 0,0 1,0-1,-1 1,1 0,0-1,0 1,-1 0,1 0,0 0,0 0,0-1,0 2,0-1,1 0,-1 0,-1 1,-22 60,21-51,1 0,0 0,1 0,0 0,0 1,2-1,-1 0,1 0,1 0,0 0,1 0,0 0,0-1,1 1,1-1,0 0,0 0,1-1,0 1,0-1,1-1,0 1,1-1,0 0,0-1,1 0,0 0,0-1,7 4,26 1,-4-7</inkml:trace>
  <inkml:trace contextRef="#ctx0" brushRef="#br1" timeOffset="56920.046">4560 6903,'-13'242,"24"-168,-11-72,1 0,0 0,0 0,0 0,0 0,0 0,1-1,-1 1,0 0,1 0,-1-1,1 1,0-1,-1 0,1 1,0-1,0 0,0 0,0 0,0 0,0 0,0-1,0 1,1-1,-1 1,0-1,0 0,0 0,1 0,-1 0,2 0,5-3,0 0,0-1,0 0,-1 0,0-1,1 0,-2-1,1 1,-1-2,1 1,-2-1,1 0,-1 0,0-1,0 0,-1 0,0 0,3-9,30-94,-40 124,2-1,0 1,0 0,1 0,1 0,0-1,3 10,-4-16,1 0,-1 0,2 0,-1-1,1 1,-1-1,2 1,-1-1,0 0,1 0,0 0,0-1,1 0,-1 1,1-1,0-1,0 1,0-1,1 0,-1 0,1 0,-1-1,1 0,0 0,0 0,0-1,0 0,0 0,1-1,-1 1,0-1,0-1,0 1,0-1,6-2,-2 0,0-1,-1 0,0 0,0-1,0-1,0 1,-1-1,0-1,0 0,-1 0,0 0,0-1,-1 0,1 0,-2-1,1 1,-1-1,1-4,4-10,0-1,-2 1,0-2,-2 1,0-1,1-25,1-80,-6 0,-5 0,-9-28,11 140,-11-53,3 74,-14 82,8 9,3 0,4 1,5 78,2-147,2 0,1 0,0 0,2-1,1 1,1-1,2 0,0-1,1 1,2-2,0 1,2-2,8 13,-16-29,0 0,0 0,1-1,0 1,0-1,0-1,1 1,0-1,0 0,0 0,0-1,0 0,1-1,-1 1,1-1,0-1,0 1,-1-1,1-1,0 1,0-2,0 1,0-1,0 0,0 0,-1-1,1 0,0-1,-1 1,0-2,0 1,0-1,0 0,0 0,-1-1,1 0,2-3,4-8,-1 1,-1-1,-1-1,-1 0,0-1,-1 0,-1 0,0-1,-1 1,-2-1,0-1,4-7,-2 53,-2 37,-4-38,2-1,0 1,2 0,0-1,5 10,-9-31,1 0,0-1,0 1,0-1,0 1,0-1,1 1,-1-1,1 0,0 1,-1-1,1 0,0 0,0 0,0-1,1 1,-1 0,0-1,1 1,-1-1,1 0,0 0,11 1</inkml:trace>
  <inkml:trace contextRef="#ctx0" brushRef="#br1" timeOffset="57421.144">5068 6569,'-204'-12,"232"18,167 7,178-10,-202-6,-1-7,0-7,60-19,-207 31,0 0,0-2,-1 0,0-1,0-1,0-2,-19 10,1-1,-1 1,0-1,-1 0,1 1,0-1,0 0,-1-1,1 1,-1 0,0-1,0 1,0-1,0 0,0 0,0 0,-1 0,1 0,-1 0,0 0,0 0,0 0,0-1,-1 1,1 0,-1-1,0 1,0 0,0-1,0 1,-1 0,1-1,-1 1,0 0,0-1,0 1,-1 0,-5-7,-1 0,0 1,0 0,-1 1,0-1,0 2,-1-1,0 1,-1 1,1 0,-1 0,0 1,-1 1,1 0,-1 0,0 1,-9-1,12 2,0 0,0 0,-1 0,1 2,-1-1,0 1,1 0,-1 1,1 0,-1 1,1 0,0 0,0 1,0 0,0 1,0 0,0 0,1 1,0 0,0 0,0 1,1 0,0 0,0 1,-3 4,0 8,0 1,1 0,1 0,1 1,1 0,1 0,1 1,1-1,0 1,2 0,0-1,2 1,0 0,4 14,11 90,5-1,13 28,-11-59,-4 2,-5 0,-3 0,-3 52,-8-130,0 0,-1 0,-1 0,-1 0,-1 0,0 0,-1-1,-1 1,-1 1,6-17,0 0,1-1,-1 1,0 0,0-1,0 1,0 0,0-1,0 1,-1-1,1 1,-1-1,1 0,-1 0,1 0,-1 0,1 0,-1 0,0 0,0 0,1 0,-1-1,0 1,0-1,-1 1,-13-6</inkml:trace>
  <inkml:trace contextRef="#ctx0" brushRef="#br1" timeOffset="57713.363">5857 7117,'369'-110,"-210"67,-157 42,-1 1,1-1,0 1,0-1,-1 1,1 0,0 0,-1-1,1 1,0 0,0 1,0-1,-1 0,1 0,0 1,-1-1,1 1,0-1,-1 1,1 0,-1 0,1 0,-1 0,1 0,-1 0,1 0,-1 0,0 0,0 1,0-1,0 1,0-1,0 1,0-1,0 1,0-1,0 2,14 170,-14-165,-1-4,0 1,0-1,0 1,1-1,0 0,0 0,0 1,1-1,-1 0,1 0,0 0,0 0,0-1,1 1,-1 0,1-1,0 0,3 3,4-2</inkml:trace>
  <inkml:trace contextRef="#ctx0" brushRef="#br1" timeOffset="57969.537">6459 6716,'9'14,"14"6,17 3,2-4</inkml:trace>
  <inkml:trace contextRef="#ctx0" brushRef="#br1" timeOffset="58851.236">7247 6876,'-21'-6,"1"1,-1 1,0 1,0 0,-1 2,1 0,0 2,0 0,0 2,-1 0,2 1,-1 1,-16 7,28-8,1 1,-1 0,1 1,1-1,-1 2,1-1,0 1,0 0,1 0,0 1,0 0,1 0,0 0,-3 9,6-13,0 1,0-1,1 1,0 0,-1 0,2 0,-1 0,0-1,1 1,0 0,0 0,1 0,0 0,-1 0,1 0,1 0,-1 0,1-1,0 1,0-1,0 1,1-1,-1 0,1 0,0 0,0 0,1 0,-1-1,3 3,10 4,1-1,-1-1,2 0,-1-1,1-1,0 0,0-1,1-2,-1 0,1 0,0-2,0 0,0-1,0-1,15-4,39-1,-2-3,1-4,-1-3,-1-3,-1-3,11-7,-79 28,17-4,-2-2,1 0,-1-1,0 0,-1-2,0 0,0 0,-1-1,3-5,-16 15,1 0,-1 0,0 0,0 0,0 0,0 0,0-1,0 1,0 0,0-1,0 1,-1-1,1 1,-1-1,1 1,-1-1,1 1,-1-1,0 0,0 1,0-1,0 1,0-1,0 0,0 1,0-1,-1 1,1-1,-1 0,1 1,-1-1,1 1,-1 0,0-1,0 1,0 0,0-1,0 1,0 0,0 0,0 0,-1 0,1 0,0 0,-1 0,1 0,0 0,-1 1,0-1,-13-4,1 1,-1 0,1 2,-1-1,0 2,0 0,0 1,0 0,0 2,0-1,1 2,-1 0,0 0,1 2,-3 1,-69 42,84-46,-1 0,1 0,0 0,0 1,0-1,0 0,0 1,0-1,0 1,1 0,0 0,-1-1,1 1,0 0,0 0,1 0,-1 0,0 0,1 1,0-1,0 0,0 0,0 0,0 0,1 0,0 0,-1 0,1 0,0 0,0 1,5 2,0 1,0 0,1-1,-1 0,1-1,1 0,-1 0,1 0,0-1,0 0,0 0,0-1,1 0,-1-1,1 0,0 0,-1-1,1 0,7 0,8 0,0 0,0-2,-1-1,1 0,0-2,-1-1,0-1,0-1,5-3,-27 10,-1-1,1 1,-1 0,1-1,-1 1,1-1,0 1,-1 0,1 0,0-1,-1 1,1 0,0 0,-1 0,1 0,0 0,-1-1,1 1,0 1,-1-1,1 0,0 0,-1 0,1 0,0 0,-1 1,1-1,0 0,-1 0,1 1,0-1,-1 1,1-1,-1 0,1 1,-1-1,1 1,-1 0,1-1,-1 1,0-1,1 1,-1-1,0 1,1 0,-1-1,0 1,0 0,0-1,0 1,1 0,-1-1,0 1,0 0,0 0,0-1,-1 1,1 0,0 0,0-1,0 4,-1-1,1 1,0 0,0-1,0 1,1 0,-1-1,1 1,0-1,0 1,0-1,0 1,1-1,-1 0,1 0,0 1,0-1,0 0,0-1,1 1,-1 0,1-1,0 1,0 0,6 1,1-1,-1 0,1 0,-1-1,1 0,0 0,0-1,0-1,-1 0,1 0,0-1,0 0,0 0,0-1,-1-1,1 0,-1 0,0-1,0 0,0 0,0-1,-1 0,1-1,-1 0,-1 0,5-4,0-2,-1 0,0 0,-1-1,0 0,-1-1,0 0,-1-1,-1 0,0 0,-1 0,-1-1,-1 0,0 0,0-4,5-38,-3 1,-3-1,-2-23,-1 80,-5-473,2 425,-3 34,-3 32,-5 49,3 1,3 0,1 37,6-96,1 2,-6 64,5-1,4 37,-2-89,1-1,1 1,2-1,0 0,0 0,2 0,1-1,0 0,1 0,1-1,4 4,-10-16,1 1,0-1,0 0,1 0,-1 0,1-1,0 0,1 0,0 0,-1-1,1 0,1 0,-1-1,0 0,1 0,0-1,-1 0,1 0,0-1,0 0,0 0,0-1,0 0,0-1,0 1,0-2,0 1,0-1,0 0,2-2,4-3,-2-1,1 0,-1-1,0 0,-1-1,0 0,-1-1,0 0,-1-1,0 0,0 0,-2-1,1 0,-2-1,0 1,0-1,-1-1,-1 1,-1-1,1-4,-1-1,-5 15,-3 16,-1 5,1 0,0 0,1 0,1 1,1 0,0 0,2-1,-1 1,2 0,2 17,-2-26,1 0,-1 0,1 0,1 0,0 0,0-1,0 1,1-1,0 0,0 0,1 0,0-1,0 1,0-1,1 0,0-1,0 1,1-1,-1 0,1-1,0 0,1 0,3 1,-7-3,1 0,-1-1,1 1,-1-1,1 0,-1-1,1 1,0-1,0 0,-1 0,1 0,0-1,-1 1,1-1,-1-1,1 1,-1 0,1-1,-1 0,1-1,15-11</inkml:trace>
  <inkml:trace contextRef="#ctx0" brushRef="#br1" timeOffset="59101.119">8276 6435,'16'3,"21"2,28 1,26-1,24-1,17-2,9 0,-6-1,-26-1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30.8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74 61,'-4'0,"1"1,-1 0,1 0,0 0,-1 0,1 0,0 1,0-1,-1 1,1 0,0 0,1 0,-1 1,0-1,1 1,-1-1,1 1,0 0,0 0,0 0,0 0,0 0,1 0,-1 0,1 1,0-1,0 1,0-1,1 1,-1-1,1 1,0-1,0 1,0-1,0 1,1 0,-1-1,1 1,0-1,0 0,0 1,1-1,-1 0,1 1,1 1,0-1,-1 0,1-1,0 0,0 0,0 0,1 0,-1 0,1-1,-1 1,1-1,0 0,0 0,0 0,0-1,0 1,1-1,-1 0,0 0,1-1,-1 1,0-1,1 0,-1 0,0-1,1 1,-1-1,0 0,1 0,-1 0,0-1,0 1,0-1,0 0,0 0,-1-1,1 1,0-1,-1 0,0 0,0 0,0 0,0 0,0-1,1-2,0 0,-1 0,1 0,-1 0,-1-1,1 1,-1-1,0 0,-1 0,0 0,0 0,0 0,-1 0,0 0,0 0,-1 0,1 0,-2 0,1 0,-1 1,0-1,-1 0,1 1,-1-1,0 1,-1 0,0 0,2 5,-1 0,1 0,-1 0,1 0,-1 1,1-1,-1 1,1 0,-1-1,1 1,-1 1,1-1,-1 0,0 0,1 1,-1 0,1-1,0 1,-1 0,1 0,0 0,-1 1,1-1,0 1,0-1,0 1,0 0,0-1,1 1,-1 0,0 0,1 0,-1 0,1 1,0-1,0 0,0 1,0-1,0 0,0 1,0 1,-34 88,21-42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31.2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0 152,'5'-4,"1"-7,2-3,0-4,0-1,0-2,0-2,-2 1,-1 6,-1 13,-3 13,0 15,0 11,-2 10,1 7,2 5,3-1,1-11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34.4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6 108,'-1'-4,"0"1,0 0,1 0,-1-1,0 1,1-1,0 1,0-1,0 1,0 0,1-1,-1 1,1-1,0 1,0 0,0-1,0 1,1 0,-1 0,1 0,0 0,0 0,0 1,0-1,1 0,-1 1,1-1,5 0,0 0,1 0,0 0,0 1,0 0,0 1,0 0,0 0,0 1,0 0,0 1,0 0,0 0,0 1,0 0,0 1,0 0,-1 0,3 2,-2-1,0 1,-1 0,0 0,0 1,0 0,-1 0,1 1,-2 0,1 0,-1 1,0 0,-1 0,1 0,-2 1,1-1,-1 1,-1 0,1 1,-1-1,-1 0,0 1,0 0,2 24,0 1,-2 0,-2 0,-1 0,-4 18,4-37,-16 67,9-71</inkml:trace>
  <inkml:trace contextRef="#ctx0" brushRef="#br0" timeOffset="251.007">34 348,'20'-7,"19"-6,18-9,13-6,8-4,3 1,-4 5,-15 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29.8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790 29,'347'30,"296"2,-360-37,6-13,-29 1,402 8,-439 9,-83-26,-5 16,-134 9,0 0,0 1,0-1,0 1,0-1,0 1,0 0,0 0,0-1,0 1,0 0,0 0,1 0,-1 0,0 0,0 0,0 0,0 0,0 1,0-1,0 0,0 1,0-1,0 1,0-1,0 1,0-1,0 1,0 0,0 0,0-1,0 1,-1 0,1 0,0 0,-1 0,1 0,-1 0,1 0,-1 0,1 0,-1 0,0 0,1 0,-1 0,0 0,0 0,0 0,0 0,0 1,0 228,-1 239,2-467,-1-1,0 1,0-1,0 1,0-1,0 1,-1-1,1 1,0-1,-1 1,1-1,-1 1,1-1,-1 1,0-1,1 0,-1 0,0 1,0-1,0 0,0 0,0 0,0 0,0 0,-1 0,1 0,0 0,-1-1,1 1,0 0,-1-1,1 1,-1-1,1 1,-1-1,1 0,-1 0,1 0,-1 0,1 0,-1 0,1 0,-1 0,1 0,-345-3,153 4,-135 20,-389 31,632-48,-83 9,0 7,-63 19,-29 21,136-42,119-17,0-1,-1 0,1 0,0 0,0-1,0 0,0 0,0 0,0-1,0 1,0-1,1 0,-1-1,0 1,1-1,0 0,0 0,0 0,0 0,0-1,1 0,-2-1,-4-9,1-1,1 0,0-1,1 1,1-1,0 0,1-1,1 1,-1-10,-10-41,2 25,3 10,0 0,3 0,0 0,0-33,6-104,0 138</inkml:trace>
  <inkml:trace contextRef="#ctx0" brushRef="#br0" timeOffset="2017.62">108 338,'68'-37,"-66"36,0 0,1 1,-1 0,0-1,0 1,1 0,-1 0,0 0,0 0,1 1,-1-1,0 0,0 1,1 0,-1 0,0-1,0 1,0 0,0 1,0-1,0 0,0 1,-1-1,1 1,0-1,-1 1,1 0,-1 0,0-1,0 1,1 0,-1 1,2 7,-1 0,0 0,-1 1,0-1,0 0,-1 1,-1-1,0 1,0-1,-1 0,0 1,0-1,-2 0,1-1,-1 1,0 0,-1-1,0 0,-1 0,0-1,0 1,-4 2,-83 105,92-115,1 0,-1-1,1 1,0 0,-1 0,1-1,0 1,-1 0,1 0,0-1,0 1,-1 0,1 0,0 0,0 0,0-1,0 1,0 0,1 0,-1 0,0-1,0 1,0 0,1 0,-1 0,0-1,1 1,-1 0,1-1,-1 1,1 0,-1-1,1 1,-1 0,1-1,0 1,-1-1,1 1,0-1,-1 0,1 1,0-1,0 0,-1 1,1-1,0 0,1 1,42 6,-10-8,1-1,0-1,-1-2,0-2,28-9,-4 0</inkml:trace>
  <inkml:trace contextRef="#ctx0" brushRef="#br0" timeOffset="2618.921">1 1192,'44'-15,"2"1,-1 3,2 1,-1 2,20 1,-64 7,-1-1,1 1,-1-1,1 1,0-1,-1 1,1 0,-1 0,1 0,0 0,-1 0,1 0,-1 1,1-1,0 0,-1 1,1 0,-1-1,1 1,-1 0,0-1,1 1,-1 0,0 0,1 0,-1 0,0 0,0 1,0-1,0 0,0 0,0 1,0-1,-1 1,1-1,0 1,-1-1,1 1,-1-1,1 1,-1-1,0 1,0 0,0-1,0 1,0-1,0 1,0 0,0-1,-1 2,-5 9,0-1,0 1,-2-2,1 1,-1-1,-1 0,0 0,0-1,-1-1,0 1,-32 31,42-39,-1-1,0 1,0 0,0-1,0 1,0 0,1-1,-1 1,0 0,1 0,-1 0,0-1,1 1,-1 0,1 0,-1 0,1 0,0 0,-1 0,1 0,0 0,0 0,0 0,0 0,0 0,0 1,0-1,0 0,0 0,0 0,1 0,-1 0,0 0,1 0,-1 0,1 0,-1 0,1-1,-1 1,1 0,-1 0,1 0,0 0,0-1,-1 1,2 0,125 43,-61-12,-64-31,0 1,0-1,0 0,0 1,-1 0,1-1,0 1,-1 0,1 0,-1 0,0 0,1 0,-1 0,0 0,0 1,-1-1,1 0,0 0,-1 1,1-1,-1 1,0-1,0 0,0 1,0-1,0 1,0-1,-1 2,-5 7,0-1,0 1,-1-1,-1-1,0 1,0-2,0 1,-1-1,-1 0,1-1,-1 0,-5 2,4 0,-120 80,99-69</inkml:trace>
  <inkml:trace contextRef="#ctx0" brushRef="#br0" timeOffset="3118.623">161 2128,'-16'67,"-75"212,90-278,0 1,1-1,-1 1,0-1,0 1,1-1,-1 1,1 0,0-1,-1 1,1 0,0-1,0 1,0 0,0-1,0 1,1 0,-1-1,0 1,1-1,-1 1,1 0,0-1,-1 1,1-1,0 1,0-1,0 0,0 1,0-1,0 0,0 0,1 1,-1-1,0 0,1 0,-1-1,1 1,-1 0,1 0,5-2,0 1,1-1,-1 0,0-1,0 1,1-2,-1 1,-1-1,1 0,0 0,-1-1,1 1,-1-2,1 0,20-13,-1-1,-1 0,-1-2,-1-1,9-13,-30 33,11-10,-8 20,-39 142,-10 118,36-206</inkml:trace>
  <inkml:trace contextRef="#ctx0" brushRef="#br0" timeOffset="4236.649">296 4040,'-14'13,"1"1,0 1,1 0,1 0,0 1,1 1,1-1,0 2,1-1,1 1,1 0,1 1,0-1,2 1,0 0,1 0,0 1,2-1,0 0,2 0,2 16,-2-28,0 0,0 1,1-1,-1 0,2 0,-1-1,1 1,0-1,0 0,1 0,0 0,0 0,0-1,1 0,0 0,0 0,0-1,0 0,1 0,0-1,-1 0,1 0,1 0,-1-1,0 0,0 0,1-1,3 0,-8-1,1-1,0 0,-1 0,1 0,0 0,-1 0,0-1,1 0,-1 0,0 0,0 0,0 0,0 0,0-1,-1 0,1 1,-1-1,1 0,-1 0,0-1,0 1,-1 0,1-1,-1 1,1 0,0-4,0-1,1-1,-1 1,0-1,-1 1,0-1,0 0,-1 1,0-1,-1 0,0 1,0-2,1 7,0 0,-1 1,1-1,0 0,-1 1,0-1,0 0,0 1,0-1,0 1,0 0,0-1,-1 1,0 0,1 0,-1 0,0 0,0 0,0 0,0 0,0 1,0-1,-1 1,1-1,0 1,-1 0,1 0,-1 0,0 0,1 1,-1-1,0 1,1-1,-1 1,0 0,1 0,-1 0,0 1,1-1,-1 0,0 1,1 0,-1 0,-29 49,23-18</inkml:trace>
  <inkml:trace contextRef="#ctx0" brushRef="#br0" timeOffset="3488.65">122 3345,'4'11,"5"9,4 7,5 4,4 1,3 0,-1-1,-2-4,-3-4,-4-1,-7-2,-9-3,-15-1,-14-2,-15 0,1-3</inkml:trace>
  <inkml:trace contextRef="#ctx0" brushRef="#br0" timeOffset="3740.977">135 3319,'14'-14,"8"-9,8-2,4-3,2 5,-1 5,-5 6</inkml:trace>
  <inkml:trace contextRef="#ctx0" brushRef="#br0" timeOffset="8754.964">910 2089,'29'-8,"1"2,0 1,-1 2,1 1,1 1,-1 1,25 4,53 0,23-11,81-17,-90 10,461-48,-222 52,-178 9,210-12,-282 21,-94-10,6-2,1 2,-1 0,0 2,1 0,-1 2,1 0,-13 2,1 0,-1 1,0 0,0 0,-1 1,1 1,-1 0,-1 0,1 1,-1 0,6 7,-10-7,-1 0,0 0,0 0,0 1,-1 0,0 0,-1 0,0 0,0 0,-1 0,0 0,-1 0,0 1,0-1,-1 0,0 0,-2 3,1 32,2 28,-3 0,-11 55,5 24,9-147,-1 1,1-1,-1 1,1 0,-1-1,0 0,-1 1,1-1,-1 0,0 0,0 0,0 0,-1 0,0 0,1 0,-1-1,0 0,-1 1,1-1,0 0,-1-1,0 1,0 0,-3 1,-31 14,16-6,-1-1,0-1,0-1,0-1,-1-1,-24 3,-147 8,78-9,-93 21,204-28,-61 12,1-3,-1-3,-22-1,-267 22,-79-14,61 12,138-5,47-23,184-1,0-1,0 0,0 0,0 0,0-1,1 1,0-1,-1 0,1 0,1-1,-1 1,1-1,-1 0,2 0,-1 0,0 0,1-1,0 1,0-1,1 1,-1-1,1 0,0 1,1-1,-1 0,1 0,-2-4,-8-38,1 0,3 0,2-1,2 1,2-1,2 0,2 0,3 1,1 0,3 0,4-7,-8 32,-5 13,1 1,0-1,0 1,1 0,0 0,1 0,0 0,4-5,15 4,-13 13</inkml:trace>
  <inkml:trace contextRef="#ctx0" brushRef="#br0" timeOffset="12505.564">816 3987,'21'-13,"-1"2,2 1,0 0,0 2,0 0,1 2,0 0,18-1,-24 7,0 1,0 1,0 0,0 1,0 1,-1 1,3 1,68 14,-32-16,0-2,0-3,0-3,-1-1,24-8,-70 12,264-12,-161 12,246-52,-120 51,-123 3,1-4,9-7,-10 1,113 6,-151 3,-61 0,0 0,-1 2,1-1,0 2,-1 0,1 1,-1 0,0 1,-1 1,1 0,11 7,84 31,-75-23,-29-18,0-1,0 1,-1 0,1 0,-1 1,1-1,-1 1,0 0,-1 0,1 0,-1 1,1-1,-1 1,0 0,0 3,4 14,-2 0,-1 1,-1 0,-1-1,-1 1,0 0,-2 0,-1 3,0 33,0 144,1-194,0 0,-1 0,0-1,0 1,-1-1,0 1,0-1,-1 0,0 0,-1-1,1 1,-1-1,-1 0,0 0,0-1,0 1,0-1,-1-1,0 1,0-1,-5 2,-25 8,0-1,-1-3,0 0,-1-3,19-3,-165 14,-120-9,-70-3,108-6,-96 26,188-10,-141 33,265-40,-156 19,100-14,86-15,16 1,1 0,-1 0,0-1,1 0,-1 0,0 0,1-1,-1 1,0-1,1 0,-1 0,1-1,-1 0,1 1,0-1,0-1,0 1,0-1,0 1,0-1,1 0,-1-1,-46-106,37 76,-47-148,-11-46,32 84,40 140,-1 0,1 1,0-1,0 0,1 0,-1 0,1 1,0-1,0 0,0 1,0 0,0 0,1-1,0 1,-1 1,1-1,0 0,0 1,1-1,-1 1,1 0,-1 0,1 0,-1 1,1-1,0 1,0 0,0 0,0 0,0 1,0-1,0 1,8-4,40-13,-1 1</inkml:trace>
  <inkml:trace contextRef="#ctx0" brushRef="#br0" timeOffset="13557.102">4947 3893,'-11'-7,"0"0,-1 2,0-1,0 1,0 1,0 0,-1 1,0 0,1 1,-1 1,0 0,0 0,0 2,0-1,0 2,0-1,0 2,1 0,-1 0,1 1,-9 5,-14 5,2 1,0 2,1 1,1 2,0 1,2 1,0 2,2 0,1 2,-9 12,27-28,0 1,1 0,0 1,0-1,2 1,-1 0,1 1,1-1,0 1,1 0,1 0,0 0,0 0,1 1,1-1,0 0,1 1,0-1,2 0,-1 0,1 0,1 0,0-1,1 1,0-1,1 0,1 0,0-1,0 0,1 0,0-1,5 5,10 3,1-1,0 0,1-2,1-1,0-2,1 0,0-1,1-2,0-1,1-1,-1-2,1 0,0-2,1-1,10-2,-22 0,0-1,0-1,0-1,0-1,0 0,0-1,-1-1,0 0,0-1,-1-1,0-1,0-1,-1 0,0 0,-1-2,0 0,-1 0,0-2,-1 1,0-1,-1-1,-1 0,-1-1,0 0,-1 0,0-1,2-10,-6 14,0-1,-1 1,0-1,-1 0,0 0,-2 0,1 0,-2-1,0 1,-1 0,0 0,-1 1,0-1,-1 0,-1 1,0 0,-1 0,0 0,-1 1,-1 0,1 0,-2 1,0 0,-10-9,1 3,-1 2,-1 0,0 1,-1 2,0 0,-1 1,0 1,-1 0,0 2,-1 1,1 1,-1 1,-1 1,1 2,0 0,-1 1,1 1,-1 2,1 0,0 2,0 0,0 2,0 1,1 0,0 2,-17 9,23-8,1 0,0 1,1 1,0 1,1 0,0 0,1 2,0-1,2 2,0 0,0 0,-6 14,-12 35</inkml:trace>
  <inkml:trace contextRef="#ctx0" brushRef="#br0" timeOffset="14535.993">4867 2115,'-22'-11,"-14"-8,0 2,-2 2,-30-9,56 21,0 0,0 1,0 0,0 1,0 0,-1 1,1 1,0 0,0 0,0 1,0 1,0 0,0 1,-7 3,6 0,0 0,0 1,1 1,0 0,0 1,1 0,1 1,0 0,0 0,1 1,0 1,1-1,0 1,1 1,1-1,0 1,1 1,1-1,0 0,1 1,0 0,1 0,1 0,0 0,1 0,1 0,0 0,1 0,1 0,0 0,1-1,0 1,2-1,-1 0,2-1,0 1,0-1,1-1,1 1,8 8,-3-7,0-2,1 1,0-2,1 0,0 0,1-2,0 0,1-1,0-1,0 0,0-2,1 0,0-1,0 0,0-2,1 0,-1-2,3 0,5-1,0 0,0-2,0-2,0 0,-1-1,0-2,0-1,0-1,-2-1,1-1,-1-1,14-11,-26 17,-1-1,0-1,0 0,0-1,-1 1,-1-2,0 0,0 0,-1 0,0-1,-1 0,-1-1,0 0,-1 0,0 0,0 0,-2-1,0 0,0 0,-1 1,-1-2,0 1,-1 0,-1 0,-1-5,-4-3,-2 0,-1 0,0 1,-2 1,0-1,-1 1,-1 1,-1 1,-1 0,0 0,-1 2,-1 0,-1 0,0 2,-1 0,0 2,-8-4,7 4,-1 1,-1 1,0 0,0 2,-1 1,0 0,0 2,-1 1,-16-1,26 4,0 1,-1 0,1 1,0 0,0 1,0 1,0 0,0 1,1 0,-1 2,1-1,0 1,1 1,0 0,0 1,-8 7,-28 33,13 0</inkml:trace>
  <inkml:trace contextRef="#ctx0" brushRef="#br0" timeOffset="15423.209">4827 164,'-24'-10,"-1"1,0 2,0 0,0 2,-1 1,0 1,1 1,-1 1,0 1,0 2,-6 1,14-1,0 1,-1 1,2 1,-1 1,1 0,-1 1,2 1,-1 0,1 1,1 1,-1 1,2 0,0 1,0 0,1 1,0 2,6-9,1 2,0-1,0 1,0 0,1 0,1 0,0 1,0-1,0 1,1 0,0 1,1-1,0 0,0 1,1-1,1 1,-1-1,2 1,-1-1,1 1,1-1,-1 1,2-1,-1 0,1 0,1 0,-1 0,2 0,-1-1,3 4,12 5,0-1,1 0,1-2,0 0,1-1,0-2,1 0,0-1,1-2,0 0,1-1,-1-2,11 1,50 13,1-4,0-3,1-5,67-2,-37-20,-112 14,0-1,0 0,1 0,-1 0,-1-1,1 1,0-1,-1 0,1-1,-1 1,0-1,0 0,0 0,-1 0,1 0,-1 0,0-1,0 0,-1 0,1-1,0-8,0 0,-1 0,0-1,-1 0,-1 1,0-1,-1 1,-1-1,0 1,-1 0,-1-1,0 2,-2-4,-3-17,-2 1,-1 0,-1 0,-2 2,-1 0,-1 1,-2 0,-1 2,-1 0,-24-23,37 43,-1 0,0 1,0 0,0 1,-1 0,0 0,0 1,0 0,-1 1,0 0,0 1,0 0,0 1,0 0,0 0,-1 2,1-1,-1 1,-9 2,-5 4,0 2,0 1,1 1,0 1,1 1,0 1,1 1,1 1,0 1,1 1,-17 18,-71 66,13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50.1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0,'1'16,"0"-1,1 1,0-1,1 0,1 1,1-1,0-1,1 1,0-1,1 0,1 0,0-1,1 0,0-1,1 0,0 0,1-1,0 0,1-1,2 1,-4-1,-1-1,2 0,-1-1,1 0,1-1,-1 0,1 0,1-2,-1 1,1-2,0 1,0-2,0 0,0 0,1-1,-1-1,1 0,0-1,-9-2,0 1,0-1,0 0,0 0,0-1,0 1,-1-1,1 0,-1 0,0-1,0 1,0-1,-1 0,1 0,-1 0,0-1,0 1,0-1,-1 0,1 1,-1-1,0 0,-1 0,1-1,-1 1,0 0,0-1,2-16,-1 1,0-1,-2 0,0 0,-4-21,3 89,23 399,8 440,-30-862,1 4,-2 0,0 0,-2 0,0-1,-2 1,-8 23,13-48,-1 1,1-1,-1 1,0-1,0 1,0-1,0 1,0-1,0 0,-1 0,1 1,-1-1,1 0,-1 0,0-1,0 1,0 0,0 0,0-1,0 1,-1-1,1 0,0 0,-1 0,1 0,-1 0,1 0,-1-1,1 1,-1-1,1 0,-1 0,0 0,1 0,-1 0,1 0,-1-1,0 1,1-1,-1 0,1 1,-2-2,-10-7,1-1,1 0,0 0,0-2,1 1,0-1,1-1,1 0,0 0,0-1,-1-4,-36-62,3-2,3-2,-1-15,30 74,1-1,1 0,2-1,1 0,0 0,0-19,6 40,0 1,0 0,1 0,-1 0,1 0,1-1,-1 1,1 1,-1-1,1 0,1 0,-1 1,1-1,0 1,0-1,0 1,0 0,1 1,-1-1,4-2,94-49,94-13,-96 37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50.3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0,'18'5,"18"1,16-1,13 0,6-2,-1-1,-13-1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50.6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1,'18'9,"22"3,23 0,20-5,15-6,-10-2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6:16.2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37,'-3'3,"1"0,0 0,0 1,1-1,-1 0,1 1,-1-1,1 1,0 0,0-1,1 1,-1 0,1 0,0-1,0 1,0 0,0 0,1 0,-1-1,1 1,0 0,0-1,1 1,-1-1,1 1,-1-1,2 2,0-5,-1 0,1 0,0 0,-1 0,1 0,0-1,-1 1,1-1,-1 1,1-1,-1 0,1 0,-1 0,1-1,-1 1,0-1,0 1,0-1,0 1,0-1,0 0,0 0,0 0,-1 0,1-1,-1 1,0 0,1-1,-1 1,0 0,0-1,-1 0,1 1,0-1,-1 1,0-1,1-1,0 1,0 1,-1-1,1 1,0-1,-1 0,1 1,-1-1,0 0,0 1,0-1,0 0,0 1,-1-1,1 0,-1 1,1-1,-1 1,0-1,0 1,-1-1,1 1,0 0,-1-1,1 1,-1 0,0 0,0 0,0 0,0 1,0-1,0 0,-1 0,1 3,0-1,0 1,0 0,-1 0,1 0,1 0,-1 0,0 0,0 0,0 1,1-1,-1 1,0-1,1 1,0 0,-1-1,1 1,0 0,0 0,0 0,0 0,0 1,0-1,-11 20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6:16.4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49 184,'16'-11,"8"-9,-1-5,-4-3,-7-1,-11 2,-10 5,-7 7,-7 8,-3 10,1 9,3 4,7 5,8 0,9-2,14-6,17-4,4-4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6:16.9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26,'19'0,"18"0,21-2,15-3,13-1,11 1,5 1,-4 2,-7 0,-10 4,-12 0,-16 1,-14 2,-16-2,-12-5,-8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6:13.3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228 352,'-22'120,"-4"0,-6-2,-5 0,7-40,30-78,0-1,0 1,0 0,0-1,0 1,0 0,0-1,0 1,0 0,0 0,0-1,0 1,0 0,-1-1,1 1,0 0,0-1,0 1,-1 0,1 0,0-1,0 1,-1 0,1 0,0 0,0-1,-1 1,1 0,0 0,-1 0,1 0,0 0,-1 0,1 0,0 0,-1-1,1 1,0 0,-1 0,1 0,0 0,-1 1,1-1,0 0,0 0,-1 0,1 0,0 0,-1 0,1 1,18-138,1 8,35-118,-52 236,1 0,0 0,1 0,0 0,0 1,1-1,1 1,0 1,0-1,1 1,0 0,0 0,1 1,0 0,7-5,-13 12,0 0,0 1,0-1,0 0,0 1,0-1,0 1,0 0,0 0,0-1,0 1,0 1,1-1,-1 0,0 0,0 1,0-1,0 1,0 0,0 0,0 0,-1 0,1 0,0 0,0 0,-1 0,1 1,0-1,-1 1,0-1,1 1,0 1,34 61,-23-18,-2 1,-2 0,-3 0,-1 1,-2 29,0-33,20 321,-22-341</inkml:trace>
  <inkml:trace contextRef="#ctx0" brushRef="#br0" timeOffset="250.875">0 699,'19'0,"21"0,25-2,21-6,17-3,9-4,-1-3,-8 2,-21 5</inkml:trace>
  <inkml:trace contextRef="#ctx0" brushRef="#br0" timeOffset="635.409">869 165,'-11'54,"1"2,3-1,2 1,3 0,2 0,3 0,2 0,3-1,9 31,15 45,-29-124,0 1,0-1,1 0,0 0,0 0,0 0,1-1,0 1,0-1,1 0,0-1,0 0,0 0,0 0,5 2,-7-5,0 0,0 0,0-1,0 0,0 0,0 0,0 0,0-1,1 0,-1 1,0-2,0 1,0 0,0-1,1 0,-1 0,0 0,0 0,0-1,-1 1,1-1,0 0,-1 0,1-1,-1 1,1-1,-1 1,0-1,0 0,4-5,0 1,-1-1,0 0,0 0,-1-1,0 0,-1 0,1 0,-2 0,1-1,0-6,-1 8,-2-1,1 1,-1 0,0-1,-1 1,1-1,-2 1,1-1,-1 1,-1-1,0 1,0 0,0 0,-3-5,5 12,0 1,0-1,0 1,0-1,0 0,-1 1,1-1,0 0,-1 1,1-1,0 1,-1-1,1 1,-1-1,1 1,0-1,-1 1,0-1,1 1,-1-1,1 1,-1 0,1-1,-1 1,0 0,1 0,-1-1,0 1,1 0,-1 0,0 0,1 0,-1 0,0 0,1 0,-1 0,0 0,1 0,-1 0,0 1,1-1,-1 0,1 0,-1 1,0-1,-13 30,12-21,1 0,0 0,0 0,1 0,0 0,1 0,0 0,0 0,1 0,0 0,0-1,1 1,0-1,1 1,0-1,0 0,1-1,0 1,0-1,1 0,0 0,0 0,1-1,0 0,0 0,0-1,0 0,1 0,5 2,23 6,-4-4</inkml:trace>
  <inkml:trace contextRef="#ctx0" brushRef="#br0" timeOffset="1613.135">910 498,'9'7,"0"-1,0-1,1 1,0-2,0 1,0-1,0-1,1 0,0 0,-1-1,1 0,0-1,8 0,-13-1,358 15,-358-15,0 1,-1 0,1 0,0 1,-1-1,0 1,1 0,-1 0,0 1,0 0,0 0,0 0,-1 0,1 1,-1 0,0 0,0 0,0 0,-1 1,1-1,-1 1,0 0,0 0,-1 0,0 0,0 1,0-1,2 14,-1 0,-1 0,0 0,-2 0,0 0,-1 5,-1-8,1-1,1 1,1-1,0 1,1-1,0 1,2-1,-1 0,7 12,-10-24,1-1,-1 0,1 0,0 0,0 0,0 0,0 0,0 0,1 0,-1-1,0 1,1 0,-1-1,1 1,0-1,0 1,-1-1,1 0,0 0,0 0,0 0,0 0,0 0,1-1,-1 1,0-1,0 1,0-1,0 0,1 0,-1 0,0 0,0 0,1 0,-1-1,0 1,0-1,0 1,0-1,0 0,0 0,2-1,5-7,1 0,-1-1,-1 0,0 0,0-1,-1 0,0 0,-1-1,0 0,-1 0,-1-1,0 1,0-1,0-9,12-53,-16 76,0-1,0 0,0 1,0-1,0 0,0 0,0 1,0-1,0 0,0 1,0-1,0 0,0 0,0 1,0-1,1 0,-1 1,0-1,0 0,0 0,0 0,1 1,-1-1,0 0,0 0,0 0,1 1,-1-1,0 0,0 0,1 0,-1 0,0 0,1 0,-1 1,0-1,0 0,1 0,-1 0,0 0,1 0,-1 0,0 0,0 0,1 0,-1 0,0-1,1 1,-1 0,0 0,0 0,1 0,-1 0,0 0,0-1,1 1,-1 0,0 0,0 0,1-1,10 38,-9-29,3 6,0 1,0-1,1 0,1 0,0-1,1 0,1 0,1 1,-7-10,1 0,0 0,0 0,0 0,0-1,1 1,0-1,-1 0,1-1,0 1,0-1,0 0,1 0,-1-1,0 1,1-1,-1 0,1-1,-1 1,1-1,0 0,-1-1,1 1,-1-1,2-1,-1 0,1 0,-1 0,0-1,0 0,0 0,0-1,0 0,-1 0,1 0,-1-1,0 1,-1-1,1 0,-1-1,0 1,0-1,-1 0,2-2,4-10,0 0,-1-1,-1 0,-1-1,3-17,2-35,-3 0,-3-1,-3 0,-5-27,3 93,-22-308,16 277,5 38,1 0,0 1,-1-1,1 0,0 0,-1 0,1 0,0 0,0 0,-1 1,1-1,0 0,-1 0,1 0,0 0,-1 0,1 0,0-1,-1 1,1 0,0 0,-1 0,1 0,0 0,-1 0,1 0,0-1,0 1,-1 0,1 0,0 0,0-1,-1 1,1 0,0 0,0-1,-4 49,2 0,2 0,2 0,2 0,4 7,-6-39,19 153,36 130,-56-297,2 14,0 1,2-2,-1 1,2 0,0-1,1 0,1-1,0 0,1 0,2 2,-10-15,1 1,-1 0,1 0,-1-1,1 1,0-1,0 0,-1 1,1-1,0 0,0 0,1 0,-1-1,0 1,0 0,0-1,0 1,1-1,-1 0,0 0,0 1,1-2,-1 1,0 0,0 0,1-1,-1 1,0-1,0 0,0 0,0 1,0-1,0-1,0 1,0 0,0 0,0-1,0 0,51-73,-7-48,-46 123,0 1,0-1,0 0,1 1,-1-1,0 0,0 1,1-1,-1 0,0 0,1 1,-1-1,0 0,1 0,-1 0,0 1,1-1,-1 0,1 0,-1 0,0 0,1 0,-1 0,0 0,1 0,-1 0,1 0,-1 0,0 0,1 0,-1 0,1 0,-1 0,0 0,1-1,-1 1,0 0,1 0,-1 0,0-1,1 1,-1 0,0 0,0-1,1 1,-1 0,0-1,0 1,1 0,-1-1,0 1,0 0,0-1,0 1,0 0,1-1,-1 1,0-1,4 37,-4 15,-1-39,0 1,1-1,0 1,1-1,1 1,0-1,0 0,1 0,1 0,0 0,1 0,0-1,3 5,32 15,-21-25</inkml:trace>
  <inkml:trace contextRef="#ctx0" brushRef="#br0" timeOffset="1879.947">2567 472,'-13'0,"-6"-2,2-6,3-1</inkml:trace>
  <inkml:trace contextRef="#ctx0" brushRef="#br0" timeOffset="2130.277">1992 311,'16'0,"19"0,19-2,19-6,15-5,9-1,-1 2,-17 3</inkml:trace>
  <inkml:trace contextRef="#ctx0" brushRef="#br0" timeOffset="2396.701">2915 966,'16'-19,"0"0,-2-1,0-1,-1 0,-1-1,-1 0,-1-1,-1 0,-1 0,-1-1,-1 0,-1 0,-1-2,-3 18,-1 0,0-1,-1 1,0 0,0 0,-1 0,0 0,0 0,-1 0,0 0,0 1,-2-2,3 5,1 1,-2 0,1-1,0 1,-1 0,1 1,-1-1,0 0,0 1,0-1,0 1,0 0,-1 0,1 1,-1-1,1 0,-1 1,0 0,1 0,-1 0,0 1,0-1,0 1,0 0,1 0,-4 0,2 1,0 0,0 0,1 0,-1 1,0 0,1 0,0 0,-1 1,1-1,0 1,0 0,0 0,1 0,-1 1,1-1,-1 1,1 0,0 0,1 0,-1 0,0 2,-34 100,35-97,0 1,0-1,1 1,0-1,1 1,-1-1,2 1,0 0,0-1,1 1,0-1,0 0,1 0,0 0,1 0,0 0,0-1,1 1,0-1,1 0,-1-1,2 1,-1-1,1 0,0-1,0 0,1 1,16 3,0-1,0-1,1-1,0-1,0-1,0-2,1 0,0-2,-1 0,1-2,2-1,-26 2,82-3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6:26.7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47,'18'0,"22"0,23-2,20-4,18 0,11-1,7 0,2 1,-4 2,-8 0,-23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7:12.8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977 267,'-8'-18,"7"12,0 1,-1-1,0 1,0 0,-1-1,1 1,-1 0,0 1,0-1,-1 0,0 1,1 0,-2 0,1 0,0 0,-1 1,1 0,-1 0,0 0,-1 0,-16 0,0 0,0 2,0 1,0 1,0 0,0 2,0 1,0 0,1 2,0 0,0 1,0 1,1 2,-13 7,-1-2,1 2,1 1,0 1,1 2,1 1,2 1,-16 16,33-27,0 0,0 0,1 1,1 0,0 1,1 0,0 0,2 1,-1 0,2 0,0 0,0 1,2 0,0 0,1 0,0 0,2 0,0 8,1-13,0-1,1 1,0-1,1 0,0 0,1 0,0 0,0 0,1-1,0 0,1 0,0 0,0-1,1 0,0 0,1 0,0-1,0 0,0-1,1 0,0 0,0-1,3 2,15 5,-1-1,1 0,1-2,0-2,0 0,1-2,-1-1,2-1,11 1,0-2,0-2,-1-1,1-3,0-1,-1-2,39-11,-62 12,0 1,0-2,0 0,-1-1,0-1,-1-1,1 0,-2 0,0-2,0 0,-1 0,0-1,-2-1,1 0,-1-1,-1 0,-1 0,0-1,0-3,-2 1,-1-1,0 0,-1 0,-1 0,-1-1,-1 0,0 0,-2 0,0 1,-1-1,-1 0,-1 0,-1 1,0-1,-2 1,0 0,-1 1,-1 0,0 0,-2 0,0 1,-1 1,-1 0,0 0,-1 1,-4-3,-3-2,-1 2,-1 1,0 0,-1 2,0 0,-1 2,-1 0,-1 2,1 1,-1 1,-1 1,0 1,0 2,0 0,-20 1,25 2,0 1,0 2,0 0,1 1,-1 1,0 1,1 1,0 1,0 1,1 1,0 0,0 2,1 0,0 1,0 1,2 1,-1 1,2 0,0 1,0 1,-1 4,2 1,0 1,1 0,1 1,1 1,1 0,1 0,2 1,0 0,1 1,2-1,1 1,1 0,1 1,1-1,1 0,3 16,-1-27,0-1,1-1,0 1,2 0,-1-1,2 0,0 0,0 0,1-1,0 0,1 0,1-1,0 0,1 0,-1-1,2-1,0 0,0 0,0-1,1 0,0-1,11 5,15 2,0-2,1-1,1-2,-1-2,1-1,1-3,-1-1,0-1,1-3,-1-1,0-2,2-2,-18 5,1-1,-1-2,0 0,0-1,-1-1,0-2,0 0,-1-1,0-2,-1 0,0-1,-1-1,0-1,-1-1,6-7,-19 15,-1 0,0 0,0 0,-1-1,0 0,-1 0,1 0,-2 0,1-1,-1 1,-1 0,0-1,0 0,-1 1,0-1,-1 0,0 1,0-1,-1 1,0 0,-1-1,0 1,-1 0,-4-10,0 0,-2 1,0 0,-2 1,1 0,-2 0,0 1,-1 1,-1 1,-5-5,-4 0,0 1,-1 1,-1 1,0 1,-1 2,0 0,-2 2,1 1,-1 1,0 2,-15-2,26 6,-1 1,1 0,-1 1,0 1,0 1,1 1,-1 0,1 1,-1 1,1 1,0 1,1 0,-1 1,1 1,1 1,0 0,0 1,-14 12,17-9,0 0,0 1,2 1,0 0,0 0,1 1,1 0,1 1,0 0,1 0,1 1,1 0,0 0,2 0,0 1,0 12,1-8,1 0,1 0,1 0,2 0,0 0,1 0,1-1,1 0,2 0,0 0,1-1,1 0,4 6,-3-12,0 0,1 0,1-1,0-1,1 0,1 0,-1-2,2 0,0 0,0-2,1 0,0-1,1-1,-1 0,1-1,1-1,-1-1,1 0,0-2,-1 0,1-1,0-1,0-1,6-1,-8 1,0-1,0 0,-1-2,1 0,-1 0,0-2,0 0,0-1,-1 0,0-1,0-1,-1-1,0 0,-1 0,0-1,-1-1,0 0,-1-1,0 0,-1-1,-1 0,0-1,-1 0,0 0,-1 0,-1-1,0-2,-1-2,-1-1,-1 1,-1-1,-1 1,-1-1,-1 0,0 1,-2-1,0 1,-1-1,-1 1,-2-2,-6-15,-1 2,-1 0,-2 1,-1 1,-2 0,-5-4,13 18,-1 0,0 2,-1-1,-1 2,0 0,-2 1,0 1,0 0,-1 1,-1 1,0 1,0 0,-1 2,-1 0,0 1,0 1,0 1,-1 1,1 1,-1 1,-10 0,6 7,0 0,0 2,0 1,1 1,0 1,0 1,1 1,1 1,0 2,0 0,1 1,1 1,1 1,0 1,1 1,1 1,1 0,-11 18,12-16,0 1,2 0,1 1,1 0,1 1,1 0,1 0,2 1,0 1,-2 19,7-30,1 0,0 1,1-1,1 1,0-1,1 0,1 0,1 0,0 0,1 0,0-1,2 0,0 0,0 0,1-1,1 0,0-1,4 4,2-1,0-1,1-1,1 0,0-1,1 0,1-2,-1 0,2-1,-1-1,1-1,1 0,0-2,2 0,13 3,1-3,0 0,-1-3,1-1,1-2,-1-1,11-3,-11-1,-1-1,0-1,0-3,-1-1,-1-1,0-2,0-1,-2-2,20-13,-35 19,-2 0,0 0,0-1,-1-1,0-1,-1 0,-1-1,0 0,-1-1,-1 0,0 0,-2-1,1-1,-2 1,-1-1,0-1,-1 1,-1-1,1-5,-5 0,0 0,-2 1,0-1,-2 0,-1 1,0 0,-2 0,0 0,-2 1,0 0,-2 1,0 0,-2 1,0 0,-1 1,-1 0,0 1,-2 1,0 1,-1 0,0 1,-1 1,-1 0,-1 2,-13-6,20 10,0 1,-1 1,0 0,-1 1,1 1,-1 0,1 1,-1 1,0 0,0 2,0-1,0 2,0 0,0 1,0 1,0 0,1 1,-1 1,-5 2,2 4,1 0,0 1,0 1,1 1,1 0,0 1,1 1,1 0,1 1,0 0,1 1,1 1,0 0,2 1,-7 17,-27 75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7:14.0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874 255,'-17'-14,"-1"1,-1 0,0 2,0 0,-1 1,0 1,-1 1,0 1,0 0,-1 2,0 0,0 2,0 1,0 0,-18 2,19-1,0 1,0 1,0 1,0 1,0 0,0 2,1 1,-1 0,1 1,1 1,0 1,0 1,1 1,0 0,0 2,2 0,-1 0,2 2,0 0,1 0,0 2,1 0,1 0,1 1,0 0,1 1,1 1,-2 9,1 1,2 1,0 0,3 0,0 0,2 0,1 1,2 0,1-1,1 1,2-1,1 0,6 21,-7-38,0 1,1-1,1 0,0 0,1 0,0-1,1 0,1-1,0 0,0 0,2-1,-1 0,1 0,1-1,0-1,0 0,0-1,2 0,5 2,3-1,1-1,0-1,0-2,1 0,0-1,0-1,0-2,0 0,0-1,0-2,0 0,0-2,14-3,1-1,-2-2,1-2,-1-2,-1-1,-1-1,0-2,-13 6,0 0,-1-1,-1-2,0 0,-1 0,-1-2,0-1,-1 0,-1-1,-1-1,-1 0,0-1,-2 0,0-1,-2-1,0 1,-1-2,-2 1,0-1,-2-1,0-4,-2 2,-1 0,-2 0,-1 0,-1 0,-1 0,-1 0,-2 0,0 1,-2 0,-1 1,-12-25,13 32,-2 0,0 1,-1 0,-1 1,-1 0,0 1,-1 0,0 1,-1 1,-1 0,0 1,-1 1,0 0,-1 1,0 1,-7-2,-1 3,-1 2,-1 0,1 2,-1 1,1 1,-1 1,0 2,0 1,1 1,-1 1,1 1,0 2,0 1,1 1,0 1,1 1,0 1,0 1,2 2,-1 0,2 2,0 0,1 1,1 1,1 1,1 1,0 1,2 0,1 1,0 1,-5 14,9-12,2 0,1 0,0 1,2 0,2 0,0 1,2-1,0 1,2-1,2 1,0 0,6 25,-4-35,0 1,1-1,1-1,0 1,1-1,1 0,1-1,0 0,1 0,1-1,1 0,0-1,0 0,2-1,0-1,0 0,1 0,0-2,11 6,-1-6,1-1,0-1,1-1,-1-1,1-1,0-2,1-1,-1-1,0-1,0-2,1 0,-1-2,-1-1,1-1,-1-1,0-2,0 0,-1-2,0-1,-1 0,16-13,-21 14,-1-2,0 0,-1-1,-1-1,0 0,-1-2,-1 1,0-2,-1 0,-1 0,-1-1,0-1,-2 1,0-2,-1 1,-2-1,0-1,-1 1,-1-1,0 0,-2 0,-1 0,-1 0,-1 0,0 0,-2 0,0 0,-5-12,-1 8,-1-1,-1 1,-1 1,-1 0,-1 1,-2 0,0 1,-1 1,-2 0,0 2,-1 0,-1 1,-1 1,0 1,-1 1,-1 1,-1 2,0 0,-26-9,37 17,-1 1,0 1,0 0,0 1,0 1,0 0,0 1,0 1,-1 0,1 1,0 1,1 0,-1 1,1 0,-1 2,1-1,0 2,1 0,0 0,0 1,1 1,-1 0,2 1,-1 1,-16 18,0 2,2 0,2 2,0 1,3 1,1 1,1 0,2 2,2 0,1 1,-8 39,-9 45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7:15.2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804 133,'-8'-8,"0"0,0 1,0 0,-1 0,0 0,-1 1,1 1,-1 0,0 0,-1 0,1 2,-1-1,0 1,1 1,-1 0,0 0,-1 1,1 1,0 0,0 0,0 1,0 1,-1 0,-13 2,-1 2,1 1,1 1,-1 1,1 1,1 1,0 2,0 0,-7 7,10-5,0 1,1 0,1 2,0 0,2 1,0 1,1 0,1 1,1 1,1 0,1 1,1 0,1 0,0 1,2 1,1-1,2 1,0 0,1 0,1 4,1-3,0 0,2 0,1 0,1 0,1 0,1 0,2-1,0 0,5 8,-7-19,2-1,0 1,0-1,1-1,1 1,0-1,1-1,0 0,0 0,1-1,1 0,0-1,0 0,1-1,0 0,12 4,4-2,1-2,-1-1,2-2,-1 0,1-2,-1-2,1 0,0-2,0-2,-1 0,0-2,0-2,0 0,0-2,-1-2,-1 0,0-2,16-10,-20 12,-1 0,0-2,-1 0,-1-2,0 0,-1-2,0 0,-2-1,0-1,-1-1,-1 0,-1-1,0-1,-2 0,-1-1,0 0,-2-1,-1 0,-1-1,3-13,-7 17,-1-1,-1 0,0 0,-2 0,0 0,-2 0,0 0,-2 1,0-1,-2 1,0 0,-1 0,-1 0,-1 1,-1 0,-1 1,0 0,-1 1,-1 0,-1 1,-1 1,0 0,-1 1,-1 0,0 2,-1 0,-18-10,14 13,-1 1,1 2,-1 0,-1 1,1 2,-1 0,0 1,0 2,0 0,0 2,0 1,0 0,-12 4,-3 2,2 2,-1 1,1 2,1 1,0 2,2 2,-33 21,41-22,1 2,0 0,2 2,0 0,1 2,2 1,0 0,2 1,0 1,-11 23,20-30,0 1,0-1,2 2,1-1,0 1,2 0,0 0,1 0,2 0,0 1,1-1,1 0,1 1,1-1,0 0,3 3,-2-9,1 0,1-1,0 0,1 0,0-1,1 1,0-2,1 1,1-1,0-1,1 1,0-2,0 0,1 0,1-1,-1 0,1-1,1-1,0 0,0-1,0 0,1-1,-1-1,1 0,0-1,0-1,1 0,0-1,24-1,0-2,0-1,0-2,0-2,-1-2,-1-2,1-1,-2-1,0-3,0-1,-2-1,24-17,-45 28,-1 0,1-1,-1 0,-1-1,0-1,0 0,0 0,-2-1,1-1,-1 0,-1 0,0-1,-1 0,0 0,-1-1,-1 0,0 0,-1-1,0 1,-1-1,-1-1,1-9,-7 0,-2-1,-1 1,0 0,-2 0,-1 0,-1 1,-1 1,-1 0,-1 0,-1 1,-1 1,-16-18,12 13,-2 0,-1 1,-2 1,0 2,-1 0,-10-5,25 20,-1-1,0 2,0 0,0 0,-1 1,0 0,0 1,0 1,-1 0,1 0,-1 1,0 1,1 0,-1 1,0 0,0 1,-11 2,7 2,-1 0,1 1,1 1,-1 1,1 0,0 1,1 1,0 0,0 1,1 1,1 0,-3 4,-9 10,2 2,0 0,2 2,2 0,-12 24,13-21,2 0,2 1,1 1,2 0,1 0,1 1,3 1,0-1,3 1,1 0,2 1,0-25,1 1,0-1,2 0,-1 0,2 0,-1 0,2 0,0 0,0-1,1 0,1 0,0-1,0 0,1 0,1 0,0-1,0-1,1 1,0-2,0 1,1-1,0-1,1 0,0-1,5 2,5 1,0-2,1-1,0-1,0 0,0-2,0-1,2-1,62 0</inkml:trace>
  <inkml:trace contextRef="#ctx0" brushRef="#br0" timeOffset="519.001">1057 348,'-20'-14,"-16"-9,-16-2,-12 0,-12 4,-8 7,-6 11,-4 14,1 14,3 11,4 14,9 14,12 15,18 13,18 13,26 6,28-2,8-20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5:06.7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2651 469,'11'84,"-3"0,-5 1,-3-1,-8 51,-6 95,14-755,0 382,-1 163,1-1,0 0,2 0,0 0,1 0,1 0,1 0,0-1,2 1,0-2,1 1,0-1,2 0,0-1,1 0,0 0,9 7,-16-19,0 0,0-1,1 1,0-1,-1 0,1-1,0 1,0-1,0 0,1 0,-1-1,0 1,1-1,-1 0,1-1,-1 1,1-1,-1 0,1-1,-1 1,1-1,-1 0,1-1,-1 1,0-1,0 0,0 0,0-1,0 1,0-1,0 0,-1 0,0-1,1 0,1-2,7-11,0-1,-2 0,0-1,-1 0,-1-1,-1 0,0 0,-2-1,0 0,-2 0,0-2,7-25,-2 0,-2-1,0-32,-9 197,3 625,19-469,-19-254,-3-8</inkml:trace>
  <inkml:trace contextRef="#ctx0" brushRef="#br0" timeOffset="900.076">3266 1178,'15'-9,"0"1,1 0,0 1,1 0,-1 2,1 0,0 1,1 0,-1 2,1 0,-1 0,1 2,-14 0,0 0,0 0,0 1,0 0,0-1,-1 1,1 1,0-1,-1 0,1 1,0 0,-1 0,0 0,1 0,-1 0,0 1,0-1,0 1,-1 0,1 0,-1 0,0 0,1 1,-1-1,-1 0,1 1,0 0,-1-1,0 1,0 0,0 0,0-1,0 1,-1 0,0 0,0 0,0 0,0 0,-1 0,1 0,-1 0,-6 17,-1-1,0 0,-1 0,-2-1,0-1,0 1,-2-2,0 0,-1 0,-1-1,-1-1,0-1,-13 10,21-17,-74 79,82-86,-1 1,1-1,-1 1,0-1,1 1,0-1,-1 1,1-1,-1 1,1 0,-1-1,1 1,0 0,0-1,-1 1,1 0,0 0,0-1,0 1,0 0,0 0,0-1,0 1,0 0,0 0,0-1,0 1,0 0,1 0,-1-1,0 1,0 0,1-1,-1 1,1 0,-1-1,0 1,1-1,-1 1,1-1,0 1,-1-1,1 1,-1-1,1 1,0-1,-1 0,39 6,-37-6,288-17,-55 0,-206 15,-22-1</inkml:trace>
  <inkml:trace contextRef="#ctx0" brushRef="#br0" timeOffset="3260.909">3920 937,'0'1,"0"0,0 0,-1 0,1 1,0-1,0 0,0 0,0 1,0-1,1 0,-1 0,0 0,0 1,1-1,-1 0,1 0,-1 0,1 0,0 0,-1 0,1 0,0 0,-1 0,1 0,0 0,0 0,0-1,0 1,0 0,0-1,0 1,0 0,0-1,1 1,-1-1,0 0,0 1,0-1,2 0,-3-1,1 1,0-1,-1 0,1 1,-1-1,1 0,-1 0,1 0,-1 0,1 0,-1 0,0 1,1-1,-1 0,0 0,0 0,0 0,0 0,0 0,0 0,0 0,0 0,0 0,-1 0,1 0,0 0,0 0,-1 0,1 0,-1 1,1-1,-1 0,1 0,-1 0,1 1,-1-1,0 0,0 1,1-1,-1 0,0 1,0-1,0 1,1-1,-1 1,0 0,0-1,0 1,-1 0,1-1,-1 1,1 0,-1 0,0 0,1 0,-1 0,1 1,-1-1,1 0,-1 1,1-1,-1 1,1 0,-1-1,1 1,0 0,-1 0,1 0,0 0,0 0,-1 0,1 0,0 0,0 1,0-1,1 0,-1 1,0-1,0 0,1 1,-1-1,1 1,-1-1,1 1,0-1,-1 1,1 0,0-1,0 1,0-1,0 1,1 0,-1-1,0 1,0-1,1 1,-1-1,1 1,0-1,-1 0,1 1,0-1,0 0,0 1,0-1,0 0,0 0,0 0,0 0,1 0,-1 1,2-1,-1-1,0 1,0 0,1-1,-1 1,0-1,1 1,-1-1,0 0,1 0,-1 0,1-1,-1 1,0 0,1-1,-1 0,0 1,0-1,0 0,1 0,-1 0,0-1,0 1,0 0,-1-1,1 1,0-1,0 0,-1 0,1 1,-1-1,0 0,1 0,-1 0,0 0,0-1,0 1,0 0,-1 0,1-1,-1 1,1 0,-1-2,0 3,-1 1,1-1,-1 0,1 0,-1 0,0 0,1 1,-1-1,0 0,1 0,-1 1,0-1,0 1,0-1,1 1,-1-1,0 1,0-1,0 1,0 0,0-1,0 1,0 0,0 0,0 0,0 0,0 0,0 0,0 0,0 0,0 0,0 0,0 1,0-1,0 0,0 1,0-1,1 1,-1-1,0 1,0-1,0 1,0-1,1 1,-1 0,0 0,1-1,-1 1,0 0,1 0,-1 0,1-1,0 1,-1 1,-8 9</inkml:trace>
  <inkml:trace contextRef="#ctx0" brushRef="#br0" timeOffset="19929.969">4509 629,'-14'232,"12"-126,-19 190,13-256,4-46,-1-170,-3 9,-26-147,20 249,35 133,-14-46,2-1,0 0,1 0,2-1,0 0,0-1,2-1,1 0,0-1,5 4,-18-19,0 0,0 0,-1 0,1 0,0-1,1 1,-1-1,0 1,0-1,0 0,1 0,-1 0,1 0,-1 0,1-1,-1 1,1-1,-1 0,1 1,0-1,-1 0,1-1,-1 1,1 0,-1-1,1 1,-1-1,1 0,-1 0,1 0,1-1,4-8,-1 0,1 0,-2-1,0 0,0-1,0 1,-2-1,1 0,1-9,-3 9,73-269,-69 261,-7 21,0-1,0 0,0 0,0 1,-1-1,1 0,0 0,0 0,0 1,0-1,0 0,0 0,0 1,0-1,0 0,0 0,0 1,0-1,0 0,0 0,1 1,-1-1,0 0,0 0,0 1,0-1,0 0,0 0,1 0,-1 1,0-1,0 0,0 0,0 0,1 0,-1 1,0-1,0 0,1 0,-1 0,0 0,0 0,1 0,-1 0,0 0,0 0,0 0,1 0,-1 0,0 0,0 0,1 0,-1 0,0 0,0 0,1 0,-1 0,0 0,0 0,1 0,-1 0,0-1,0 1,3 27,14 337,21 33,-33-357,-2-8</inkml:trace>
  <inkml:trace contextRef="#ctx0" brushRef="#br0" timeOffset="20261.084">5057 937,'-10'49,"2"1,1 0,4 1,1-1,4 30,-2-32,-1-28,7 60,-6-78,1 0,-1 1,1-1,0 0,0 0,0 0,0 0,0 0,0 0,0 0,1-1,-1 1,1 0,-1-1,1 1,0-1,0 1,0-1,-1 0,1 0,0 0,0 0,1 0,-1 0,0-1,0 1,0-1,0 1,1-1,-1 0,2 0,9-2,1 0,-1-1,0-1,0 0,-1 0,1-1,-1-1,0 0,8-7,-13 10,57-38,-40 23</inkml:trace>
  <inkml:trace contextRef="#ctx0" brushRef="#br0" timeOffset="20531.363">5324 1191,'-9'9,"-3"13,1 13,2 12,5 12,2 9,5 8,4 3,0 3,0-2,-2-14</inkml:trace>
  <inkml:trace contextRef="#ctx0" brushRef="#br0" timeOffset="22673.546">5632 910,'0'3,"0"-1,-1 1,1-1,0 1,1-1,-1 1,0-1,1 0,-1 1,1-1,0 0,0 1,0-1,0 0,0 0,0 0,0 0,1 0,-1 0,1 0,0 0,0 0,-1-1,1 1,0-1,0 1,0-1,1 0,-1 0,2 1,-3-3,0 1,1-1,-1 0,0 0,0 0,0 0,0 0,0 0,0 0,0 0,0 0,0-1,0 1,-1 0,1 0,0-1,-1 1,1-1,-1 1,0 0,1-1,-1 1,0-1,0 1,0-1,0 1,0-1,0 1,0-1,-1 1,1 0,0-1,-1 1,1-1,-1 1,0 0,1-1,-1 1,0 0,0-1,0 1,0 0,0 0,-1 0,1 0,0 0,0 0,0 0,-1 0,1 0,0 1,-1-1,1 1,0-1,-1 1,1-1,-1 1,1 0,-1 0,1 0,-1 0,1 0,-1 0,1 0,-1 0,1 0,-1 1,1-1,0 1,-1-1,1 1,-1-1,1 1,0 0,0 0,-1 0,1-1,0 1,0 0,0 1,0-1,0 0,-29 56,35-15,3-25</inkml:trace>
  <inkml:trace contextRef="#ctx0" brushRef="#br0" timeOffset="23444.35">6060 723,'-10'449,"8"-413,1 4,0-70,3-125,-1-83,-14-59,11 286,1 28,1 6,1-1,1 1,1-1,0 1,2-1,1 0,2 5,-5-17,1-1,0 0,0 0,1-1,0 1,1-1,0 0,0 0,0-1,1 0,0 0,1 0,-1-1,1 0,1-1,-1 0,1 0,0-1,-3-1,0-1,0-1,0 1,0-1,1 0,-1-1,1 1,-1-1,0-1,1 1,-1-1,0 0,1 0,-1-1,0 0,0 0,0 0,0-1,-1 0,1 0,-1-1,0 1,0-1,0 0,0-1,0 0,8-7,0-2,-2 1,1-2,-2 1,0-1,-1-1,0 0,4-13,2-12,-2 0,-2-1,-1-1,-3 0,0-9,-32 285,19-74,9 71,-2-205,1 1,2-1,0 0,2 0,0-1,2 0,1 0,0 0,7 8,1-5</inkml:trace>
  <inkml:trace contextRef="#ctx0" brushRef="#br0" timeOffset="23975.511">6916 937,'-10'0,"0"1,0 0,0 0,0 1,0 1,0 0,1 0,-1 1,1 0,0 0,0 1,1 0,-1 1,1 0,1 0,-1 1,1 0,0 0,0 1,1 0,-5 7,4-4,-1 1,2 0,-1 0,2 1,0-1,0 1,1 0,1 1,0-1,1 1,0-1,1 1,1 0,0 0,0-1,2 1,0-1,0 1,1-1,1 1,0-1,1-1,1 1,0-1,0 0,1 0,0 0,1-1,1 0,9 9,-7-8,0-1,0 0,1 0,1-1,0-1,0 0,0-1,1 0,1-1,-1-1,1 0,0-1,12 2,-25-7,0 1,-1-1,1 0,0 0,0 0,0 0,0 0,0-1,0 1,0 0,0-1,0 0,-1 1,1-1,0 0,0 0,-1 0,1 0,-1 0,1 0,-1-1,1 1,-1 0,0-1,1 1,-1-1,0 0,0 1,0-1,0 0,0 1,-1-1,1 0,0-1,8-68,-9 69,1-14,0 1,-1-1,-1 0,0 0,-1 1,-1-1,0 1,-1 0,-1 0,0 0,-5-7,9 20,0 0,0 0,-1 0,1 0,-1 0,1 0,-1 1,0-1,0 1,0-1,0 1,0 0,0 0,0 0,0 0,0 0,0 0,0 1,-1-1,1 1,0-1,-1 1,1 0,0 0,-1 0,1 0,0 0,-1 1,1-1,0 1,0 0,-1-1,1 1,0 0,0 0,-1 1,-66 54,-9 40,43-50</inkml:trace>
  <inkml:trace contextRef="#ctx0" brushRef="#br0" timeOffset="29767.267">7717 857,'2'0,"6"0,8 0,8 0,7 0,7 0,4 0,4 0,1 0,-1 0,-3 0,-7 0,-10 4,-9 5,-12 4,-7 1</inkml:trace>
  <inkml:trace contextRef="#ctx0" brushRef="#br0" timeOffset="30046.102">7744 1084,'19'2,"14"4,11-1,10 1,4-3,-1 0,0-1,-4-2,-6 1,-12 1,-10 1</inkml:trace>
  <inkml:trace contextRef="#ctx0" brushRef="#br0" timeOffset="55996.702">10030 4025,'-7'-25,"-11"37,12 2,1 0,0 0,1 0,1 1,0-1,1 1,1 0,0 0,1-1,1 3,0-2,2 1,-1-1,2 0,0-1,1 1,0-1,1 0,6 10,-8-19,0-1,1 1,-1-1,1 0,0 0,1-1,-1 1,1-1,-1 0,1-1,0 1,0-1,0 0,0-1,1 0,-1 0,0 0,0 0,1-1,-1 0,0-1,1 1,-1-1,0 0,0-1,1 0,3-1,-6 3,0-1,0 0,0 0,0 0,0 0,0 0,-1-1,1 0,0 1,-1-2,1 1,-1 0,0-1,0 1,0-1,0 0,0 0,0 0,-1 0,1-1,-1 1,0-1,0 1,-1-1,1 0,-1 0,1 1,-1-2,3-9,0 0,-1 1,0-1,-1-1,-1 1,0 0,-1 0,0 0,-1-1,-1 1,0 0,-1 0,-1 0,0 1,-1-1,0 1,-1 0,-3-5,-1 4,7 7,-1 0,0 1,0-1,0 1,-1 0,0 0,0 0,-1 0,1 1,-1 0,0 0,-1 1,1 0,-1 0,0 0,0 1,0 0,0 1,-1-1,-4 0,7 5,0 0,0 0,0 1,0-1,1 1,0 0,-1 0,1 1,0-1,0 1,1 0,-1 0,1 0,0 1,0-1,0 1,1 0,0-1,0 1,-1 1,1 0,-7 11,2 1,1 0,0 1,1-1,1 1,1 0,0 1,2-1,0 0,1 0,1 1,1-1,1 0,0 0,1 1</inkml:trace>
  <inkml:trace contextRef="#ctx0" brushRef="#br0" timeOffset="57116.96">10592 4306,'6'-22,"3"-6,-1-2,-2 1,-1-1,-1 0,-1-3,-5-126,3 596,-1-428,-1-5,1-1,0 1,-1 0,1-1,1 1,-1-1,0 1,1 0,0-1,0 1,0-1,0 1,1-1,-1 0,1 1,0-1,0 0,0 0,0 0,0-1,1 1,-1 0,2 0,5-1</inkml:trace>
  <inkml:trace contextRef="#ctx0" brushRef="#br0" timeOffset="57585.712">10953 4226,'-1'9,"0"0,1 0,0-1,0 1,1 0,0 0,1 0,0-1,0 1,1-1,0 1,0-1,1 0,0 0,1 0,0-1,0 0,0 0,1 0,0 0,0-1,1 0,0-1,0 1,0-1,1 0,-1-1,1 0,0 0,8 2,-7-4,-1-1,0 1,0-1,1-1,-1 0,1 0,-1-1,0 0,1 0,-1-1,0 0,0 0,0-1,0 0,-1 0,1-1,-1 0,0-1,0 1,0-1,-1-1,1 1,-1-1,-1 0,1 0,-1-1,0 0,0 0,-1 0,0 0,0-1,-1 0,0 1,1-7,-2 1,0 0,-1 0,0-1,-1 1,-1 0,0 0,-1 0,0 0,-1 0,-1 1,0-1,0 1,-2 0,1 0,-1 0,-1 1,0 0,-1 0,0 1,0 0,-1 0,-1 1,1 0,-1 1,-1 0,0 1,0 0,0 0,-6-1,11 6,-1 0,1 0,-1 1,1 0,-1 0,1 0,-1 1,0 0,1 0,-1 1,1 0,-1 0,1 1,-1 0,1 0,0 0,0 1,0-1,0 2,0-1,1 1,-1-1,1 2,0-1,0 0,1 1,-1 0,1 0,0 0,0 1,0 1,-3 5,-1 0,2 1,0 0,0 1,1-1,1 1,0 0,1 0,0 0,1 1,1-1,1 0,0 1,0-1,1 1,1-1,1 0,0 1,6 27</inkml:trace>
  <inkml:trace contextRef="#ctx0" brushRef="#br0" timeOffset="70698.182">124 4934,'-2'25,"-1"22,0 19,1 14,2 7,2 5,3 0,0-2,0-5,-2-9,0-14,-2-18</inkml:trace>
  <inkml:trace contextRef="#ctx0" brushRef="#br0" timeOffset="70981.425">4 5121,'-1'-4,"0"-1,0 0,1 0,0 0,0 1,0-1,1 0,0 0,0 1,0-1,0 0,1 1,-1-1,1 1,0-1,1 1,-1 0,1 0,0 0,0 0,0 1,0-1,1 1,-1 0,1 0,0 0,0 0,0 1,0-1,1 1,2 0,-1 0,1 0,0 1,0 0,0 0,0 0,0 1,0 0,0 1,0 0,0 0,0 0,0 1,0 0,-1 0,1 1,-1-1,1 2,-1-1,0 1,0 0,-1 0,1 0,-1 1,0 0,0 0,0 0,-1 0,0 1,0 0,0 0,1 3,-4-5,-1 0,1 0,-1 0,0 0,0 0,0 0,0 0,-1 0,1 0,-1 0,0 0,0 0,-1-1,1 1,-1 0,0-1,0 1,0-1,0 1,-1-1,0 0,1 0,-1 0,0-1,0 1,0-1,-3 2,-6 5,0-1,-1 0,0-1,-1 0,1-1,-13 3,-2-1</inkml:trace>
  <inkml:trace contextRef="#ctx0" brushRef="#br0" timeOffset="71703.007">351 5295,'11'-38,"-2"-1,-2 0,-1 0,-2 0,-2-1,-2 0,-1 1,-2-1,-4-13,-8 6,15 47,0 1,0-1,0 0,0 0,0 0,0 0,0 1,0-1,0 0,0 0,0 0,0 0,0 1,-1-1,1 0,0 0,0 0,0 0,0 0,0 0,-1 1,1-1,0 0,0 0,0 0,0 0,-1 0,1 0,0 0,0 0,0 0,0 0,-1 0,1 0,0 0,0 0,0 0,-1 0,1 0,0 0,0 0,0 0,0 0,-1 0,1 0,0 0,0-1,0 1,0 0,2 6,1 0,0 0,0 0,0-1,1 1,0-1,0 0,1 0,-1-1,1 1,0-1,0 0,1 0,-1-1,1 1,0-1,0 0,0-1,0 0,0 0,0 0,1 0,0-1,242 35,-246-36,0 0,0 0,0 0,0 1,0-1,-1 1,1 0,0 0,0 0,0 0,-1 0,1 0,0 1,-1-1,0 1,1 0,-1 0,0 0,0 0,0 0,0 0,0 1,0-1,-1 1,1-1,-1 1,0 0,1-1,-1 1,-1 0,1 0,0 0,-1 0,1 2,-24 101,18-94,1 1,1 0,0 0,0 0,1 0,1 0,0 9,1-18,1 0,-1 0,1 0,0 0,1 0,-1-1,1 1,-1 0,1-1,0 1,1-1,-1 0,0 0,1 0,0 0,0 0,0 0,0-1,0 1,0-1,1 0,-1 0,1 0,-1-1,1 1,0-1,0 0,-1 0,1 0,0 0,1-1,7 2,0 0,0-2,1 1,-1-1,0-1,0 0,0-1,0 0,9-3,-14 3,-1 0,1 0,0-1,-1 1,1-1,-1-1,0 1,0-1,0-1,0 1,-1-1,0 1,0-2,0 1,-1 0,1-1,-1 0,0 0,2-6,-7-4,-7 25,7-6,0-1,1 1,-1-1,1 1,0 0,0-1,0 1,0-1,1 1,-1-1,1 1,-1-1,1 1,0-1,0 0,0 1,0-1,0 0,0 0,1 1,-1-1,1 0,0-1,-1 1,1 0,0 0,0-1,0 1,0-1,1 1,-1-1,0 0,1 0,4 3,1-1,-1 0,1-1,0 1,0-2,0 1,0-1,0 0,0-1,1 1,2-2,0 0,-1-1,1 0,0 0,-1-1,0 0,1-1,-2 0,1-1,0 0,-1-1,5-3,-10 6,0 0,0 0,0 0,-1 0,1-1,-1 0,0 0,0 0,0 0,0 0,-1-1,0 1,0-1,0 1,0-1,-1 0,0 0,0 0,0 0,0 0,-1 0,0 0,0 0,0 0,-1 0,1 0,-2-3,-1 2,0 0,0 1,0-1,-1 1,1 0,-2 0,1 0,0 0,-1 1,0 0,0 0,0 0,0 0,-1 1,0 0,1 0,-1 0,0 1,0 0,-1 0,1 1,0 0,-1 0,1 0,0 1,-1-1,1 2,-1-1,1 1,0 0,-1 0,1 1,0-1,0 2,0-1,0 1,0-1,0 2,1-1,0 1,-1-1,1 1,1 1,-1 0,1-2,1 0,0 0,0 1,0-1,0 1,1 0,-1 0,1 0,0 0,0 1,1-1,-1 0,1 1,0-1,0 1,0-1,1 1,0 0,0-1,0 1,0 0,1-1,-1 1,1-1,1 1,-1-1,0 1,1-1,0 0,1 2,26 21,4-6</inkml:trace>
  <inkml:trace contextRef="#ctx0" brushRef="#br0" timeOffset="72549.225">1769 5121,'-6'-6,"0"0,-1 0,0 1,0-1,0 1,-1 1,0 0,0 0,0 0,0 1,0 0,-1 1,1 0,-1 0,1 1,-1 0,0 0,0 1,0 0,1 1,3 2,0 0,1 0,0 1,0 0,0 0,0 0,0 0,1 0,0 1,0 0,0-1,1 1,-1 0,1 1,0-1,1 0,-1 0,1 1,0-1,1 1,-1-1,1 1,0-1,0 1,1-1,-1 1,1-1,1 1,-1-1,1 0,0 1,0-1,0 0,3 4,-1-4,-1-1,0 1,1-1,0 0,0 0,0 0,1-1,-1 1,1-1,0 0,0 0,0-1,0 0,0 0,1 0,-1 0,1-1,-1 0,1 0,-1 0,1-1,0 0,-1 0,1 0,0-1,-1 1,1-2,-1 1,1 0,-1-1,1 0,-1-1,0 1,0-1,0 0,-1 0,2-1,5-4,-1-1,0 0,-1-1,0 0,-1 0,0-1,0 0,-1 0,-1-1,0 0,0 0,-1-1,-1 1,0-1,-1 0,0 0,0-12,1-8,-2 0,-1-1,-2 1,-1 0,-1 0,-7-22,10 51,-3-17,-1 1,-1-1,0 1,-2 0,0 0,-2 1,0 0,-4-6,13 24,-1 0,1 1,0-1,-1 0,1 0,-1 1,1-1,-1 0,1 1,-1-1,0 1,1-1,-1 1,0-1,1 1,-1-1,0 1,0-1,1 1,-1 0,0 0,0-1,0 1,0 0,1 0,-1 0,0 0,0 0,0 0,0 0,0 0,1 0,-1 0,0 1,0-1,0 0,0 0,1 1,-1-1,0 1,0-1,1 1,-1-1,0 1,1-1,-1 1,1-1,-1 1,1 0,-1-1,1 1,-1 0,1 0,-1-1,1 2,-19 47,12-18,1 0,1 1,2 0,2-1,0 1,2 0,2 0,1 0,1-1,1 0,2 0,2 0,0-1,2 0,3 3,-10-24,-1 0,1 0,1 0,0 0,0-1,0 0,1 0,0-1,1 0,0 0,0-1,0 0,1 0,0-1,0 0,0-1,0 0,1 0,0-1,0 0,10 1,-16-4,0 0,1 0,-1-1,0 0,1 0,-1 0,0 0,0-1,0 1,0-1,0 0,0-1,0 1,-1-1,1 1,-1-1,0 0,0 0,0 0,0-1,0 1,-1-1,1 0,-1 0,1-2,3-7,0 0,-1-1,0 0,-2 0,1 0,-2-1,1-1,3-132,4 252,30 5,-37-104,-1-1,1 0,0 0,0 0,0 0,0 0,0-1,1 1,0-1,0 0,0 0,0 0,0-1,1 0,-1 1,1-1,-1-1,1 1,0-1,0 0,-1 0,3 0,-2-1,-1 0,1-1,-1 0,1 0,0 0,-1 0,0-1,1 1,-1-1,0 0,0-1,0 1,0-1,0 0,0 0,-1 0,0 0,1 0,-1-1,0 1,-1-1,1 0,-1 0,2-4,3-5,-1 0,0-1,-1 0,-1 0,0 0,-1 0,0-6,2-82,-2 239,-2-128,1-1,0 0,0-1,1 1,0 0,1-1,-1 1,1-1,1 0,-1 0,1-1,1 1,-1-1,1 0,0 0,0-1,1 0,-1 0,1-1,0 1,1-2,-1 1,1-1,5 2,33 7,-1-4</inkml:trace>
  <inkml:trace contextRef="#ctx0" brushRef="#br0" timeOffset="72939.185">2985 4868,'-10'-2,"0"1,1 1,-1 0,0 0,0 1,0 0,1 0,-1 1,1 1,-1 0,1 0,0 0,0 1,0 1,1 0,0 0,-1 0,2 1,-1 0,1 1,0 0,0 0,1 0,-3 4,6-9,1 1,-1-1,1 1,0-1,0 1,0 0,0 0,0 0,0 0,1 0,0 1,0-1,-1 0,2 1,-1-1,0 0,1 1,-1-1,1 1,0-1,1 1,-1-1,0 1,1-1,0 1,0-1,0 0,0 1,0-1,1 0,-1 0,1 0,0 0,0 0,0 0,0-1,3 3,10 5,1-1,0-1,0 0,0-1,1-1,0-1,10 2,59 22,-24 10,-60-38,0 0,-1 1,1 0,-1-1,1 1,-1-1,0 1,0 0,0 0,0 0,0 0,0 0,0 0,-1 0,1 0,-1 0,0 0,1 0,-1 0,0 1,0-1,0 0,0 0,-1 0,1 0,-1 0,1 0,-1 0,0 0,0 0,0 0,0 1,-6 4,0-1,-1 1,0-1,0-1,0 0,-1 0,1-1,-1 1,0-2,-1 0,1 0,0 0,-1-1,0-1,1 1,-1-2,0 1,0-1,-2-1,-129 3,98-2</inkml:trace>
  <inkml:trace contextRef="#ctx0" brushRef="#br0" timeOffset="75494.73">3787 4961,'-10'-2,"0"0,0 1,0 1,-1 0,1 0,0 1,0 0,0 1,0 0,0 0,0 1,0 1,1-1,0 2,0-1,0 1,0 1,1-1,-1 1,2 1,-2 1,2-2,1 1,0-1,0 1,1 1,0-1,1 1,-1-1,1 1,1 1,0-1,0 0,0 1,1 0,0 0,1-1,0 1,1 0,-1 0,2 0,-1 0,1 0,0 0,1 0,1 0,-2-6,1 0,-1-1,1 1,0 0,1-1,-1 1,0-1,0 0,1 0,0 0,-1 0,1 0,0 0,0-1,0 1,0-1,0 0,0 0,0 0,1 0,-1-1,0 1,0-1,1 0,-1 0,0 0,1 0,-1-1,0 1,3-2,4 0,0-1,0-1,0 0,0 0,-1-1,0 0,0 0,0-1,1-2,11-10,-1-1,-1-1,-1-1,-1-1,-1 0,0-1,-2-1,-1 0,-1-1,0 0,-3-1,0 0,-1-1,-1 0,-2 0,-1 0,-1-1,-1 0,-2 1,0-1,-2 1,-4-21,-16-18,21 65,0 1,1-1,-1 0,0 0,0 0,0 1,0-1,0 0,0 1,0-1,0 1,0-1,0 1,0 0,0-1,0 1,0 0,0 0,-1 0,1 0,0 0,0 0,0 0,0 0,0 0,-1 0,1 1,0-1,0 0,0 1,0-1,0 1,0-1,0 1,0 0,0-1,0 1,1 0,-1 0,0 0,0-1,1 1,-1 0,0 0,1 0,-1 0,1 0,-1 0,1 0,0 0,-1 1,1-1,0 0,0 0,0 0,0 1,-10 24,1 1,1 0,2 0,0 1,2-1,1 1,2 0,0 11,0-10,0 0,2 0,1 0,1 0,2 0,0-1,2 0,2 0,0 0,2-1,1-1,0 0,3 0,-11-19,0-1,0 0,0 0,1 0,0 0,0-1,1 0,-1 0,1 0,0-1,0 1,1-2,0 1,-1-1,1 0,0 0,0-1,0 0,1 0,-1-1,1 1,-1-2,1 1,-1-1,1 0,-1-1,0 0,1 0,-1 0,0-1,1 0,-1-1,0 0,0 0,-1 0,1-1,-1 0,0 0,3-2,2-7,-2 1,1-1,-2 0,0-1,0 0,-1-1,-1 1,-1-1,0-1,-1 1,0 0,-1-1,-1 0,0 0,-2 0,1 0,-2 0,0 1,-2-9,2 19,1-1,-1 0,0 0,0 0,-1 1,0-1,0 1,0-1,0 1,-1 0,0 0,0 0,-1 0,1 0,-1 1,0-1,-1 0,3 4,1 1,0-1,-1 1,1-1,0 1,-1-1,1 1,0 0,-1 0,1 0,-1 0,1 0,-1 0,1 0,0 0,-1 0,1 1,-1-1,1 0,0 1,-1-1,1 1,0 0,0 0,-1-1,1 1,0 0,0 0,0 0,0 0,0 0,0 0,0 0,0 0,1 1,-1-1,0 0,1 0,-1 2,-21 55,20-47,0 0,2 0,-1 0,1 0,1 0,0 0,1 0,0 0,0-1,1 1,0-1,1 1,1-1,-1 0,1-1,1 1,0-1,0 0,1-1,0 1,1-1,0-1,0 1,0-1,1-1,0 1,0-2,6 3,65 28,0-8</inkml:trace>
  <inkml:trace contextRef="#ctx0" brushRef="#br0" timeOffset="76134.471">5311 4761,'-17'271,"-3"-92,27-271,0 35,-2-2,-3 1,-2 0,-3 0,-2 0,-3 0,-2 1,-9-23,10 59,9 21,-1-1,1 1,0 0,-1 0,1 0,0 0,-1 0,1 0,0 0,-1 0,1 0,0 0,-1 0,1 0,-1 0,1 0,0 0,-1 1,1-1,0 0,-1 0,1 0,0 0,0 1,-1-1,1 0,0 0,-1 1,1-1,0 0,0 0,0 1,-1-1,1 0,0 1,0-1,0 0,0 1,0-1,-1 0,1 1,0-1,0 1,0-1,0 0,0 1,0-1,0 0,0 1,0-1,0 0,1 1,-1-1,0 0,0 1,0-1,0 0,1 1,-1-1,0 0,0 1,0-1,1 0,-1 0,0 1,1 16,2 0,-1 1,2-1,0 0,1 0,1-1,0 0,2 0,-1 0,2-1,0 0,1 0,10 10,-14-17,0 0,1 0,0-1,1 0,-1 0,1-1,1 0,-1 0,1-1,0 0,0 0,1-1,-1-1,1 1,0-2,0 1,0-1,0-1,0 0,1 0,-1-1,0 0,0-1,1 0,-1-1,0 0,0 0,0-1,-1-1,1 1,-1-2,0 1,8-6,-6-1,0 0,-1-1,0 0,-1-1,0 0,-1 0,-1-1,0 0,0 0,-2-1,0 0,0 0,-2 0,0-1,0 1,-2-1,0 1,-1-1,0 0,-1 1,-1-3,-11-28,13 46,0-1,0 0,-1 0,1 1,-1-1,1 1,-1-1,1 0,-1 1,1-1,-1 1,1-1,-1 1,0-1,1 1,-1 0,0-1,1 1,-1 0,0 0,0-1,1 1,-1 0,0 0,0 0,1 0,-1 0,0 0,0 0,1 0,-1 0,0 0,0 0,1 1,-1-1,0 0,0 0,1 1,-1-1,0 1,1-1,-1 0,1 1,-1-1,0 1,1 0,-1-1,1 1,-1-1,1 1,0 0,-1-1,1 1,0 0,-1 0,-11 18,1 1,1 0,0 0,2 1,0 0,2 0,0 1,1 0,1 1,-1-5,1 1,0 0,2 1,0-1,1 0,1 1,1-1,1 0,0 1,2-1,0 0,1-1,0 1,2-1,0 0,2 0,8 14,25 14,0-11</inkml:trace>
  <inkml:trace contextRef="#ctx0" brushRef="#br0" timeOffset="76576.128">6167 4975,'-2'-5,"1"1,-1-1,0 1,-1-1,1 1,-1 0,0 0,0 0,0 0,0 1,-1-1,1 1,-1 0,0 0,0 0,0 1,-1-1,1 1,0 0,-1 0,0 1,1-1,-1 1,0 0,0 0,1 1,-1-1,0 1,0 0,0 0,-4 1,-1 4,-1 0,1 0,1 1,-1 1,1 0,0 0,1 0,-1 1,1 0,1 1,0 0,0 0,1 1,0-1,0 1,1 1,1-1,-1 1,2 0,0 0,0 0,1 0,-1 10,2-16,1 0,0 0,0-1,0 1,1 0,0 0,0 0,0-1,0 1,1 0,0-1,0 1,0-1,0 0,1 0,-1 0,1 0,0 0,0 0,1-1,-1 0,1 1,0-1,0-1,0 1,0 0,0-1,0 0,1 0,-1 0,1-1,0 1,-1-1,1 0,0-1,0 1,0-1,4 0,-1-1,0 0,0-1,-1-1,1 1,-1-1,1 0,-1-1,0 1,0-1,0-1,-1 0,1 0,-1 0,0 0,-1-1,1 0,-1 0,-1-1,1 1,-1-1,0 0,0 0,-1-1,0 1,0-1,-1 0,0 1,0-1,-1 0,0 0,-1 0,1 0,-2-4,2 7,0-4,0 0,0 1,-1-1,0 0,0 1,-1-1,0 1,-1-1,0 1,0-1,-2-4,3 13,0 0,1-1,-1 1,1 0,-1-1,1 1,-1 0,0 0,1 0,-1-1,0 1,1 0,-1 0,0 0,1 0,-1 0,0 0,1 0,-1 1,1-1,-1 0,0 0,1 0,-1 1,1-1,-1 0,0 1,1-1,-1 0,1 1,-1-1,1 1,-1-1,1 1,0-1,-1 1,1-1,-1 1,1-1,0 1,0-1,-1 1,1 0,0-1,0 1,0 0,0-1,0 1,-1-1,1 1,0 0,0-1,1 1,-1 0,0-1,0 2,-3 8,0 1,1 0,0 0,0 1,2-1,-1 0,1 0,1 1,0-1,1 0,0 0,0 0,1 0,1 0,0-1,0 1,1-1,0 0,1 0,0-1,1 0,0 0,0 0,6 4,17 10</inkml:trace>
  <inkml:trace contextRef="#ctx0" brushRef="#br0" timeOffset="76839.97">6394 4855,'-7'20,"0"16,9 11,9 4,16 3,11-1,12-5,5-7,3-7,-2-9,-5-8,-10-6,-9-5,-11-5,-8-9,-6-6,-5-1</inkml:trace>
  <inkml:trace contextRef="#ctx0" brushRef="#br0" timeOffset="77114.02">6822 5001,'-5'-16,"-5"-10,-7-2,-1 3,-6 6,-2 13,-7 16,-6 19,-6 19,-9 19,-8 15,-8 10,-1 2,11-13</inkml:trace>
  <inkml:trace contextRef="#ctx0" brushRef="#br0" timeOffset="77624.98">6955 4400,'26'454,"-19"-347,3 50,17 68,-24-210,-3-6,1-1,1 1,0 0,0-1,1 0,-1 1,2-1,-1 0,1 0,1-1,4 7,-6-12,0-1,1 0,-1 0,1 0,-1 0,1 0,0 0,-1-1,1 0,-1 0,1 0,0 0,-1-1,1 1,-1-1,1 0,-1 0,1 0,-1 0,1-1,-1 1,0-1,0 0,0 0,0 0,0-1,0 1,-1 0,1-1,-1 0,2-2,11-6,-1-2,0 0,-1 0,0-1,-1-1,-1 0,0-1,-1 0,0 0,-2-1,0 0,-1-1,-1 0,0 0,-1 0,-1-1,1-14,-5 32,1 0,-1-1,1 1,-1 0,0-1,1 1,-1 0,0-1,0 1,0 0,0-1,0 1,0 0,-1-1,1 1,0 0,-1-1,1 1,-1 0,1 0,-1-1,0 1,1 0,-1 0,0 0,0 0,0 0,0 0,0 0,0 0,0 0,0 0,0 1,0-1,0 0,-1 1,1-1,0 1,0-1,-1 1,1 0,0 0,-1-1,1 1,-1 0,-3 4,0 0,0 1,0 0,1-1,-1 2,2-1,-1 0,0 1,1-1,0 1,0 0,1 0,0 0,-2 6,3-10,-2 5,0 1,0 0,0-1,1 1,0 1,0-1,1 0,0 0,1 1,-1-1,2 0,-1 1,1-1,1 0,-1 0,1 1,1-1,-1-1,1 1,1 0,0-1,0 1,0-1,1 0,0-1,0 1,1 0,3 0,0 0,0-1,0-1,0 1,1-1,0-1,0 0,0 0,1-1,-1 0,1-1,0 0,0-1,0 0,-1-1,6 0,21-4</inkml:trace>
  <inkml:trace contextRef="#ctx0" brushRef="#br0" timeOffset="77826.991">6795 4694,'16'-2,"21"-1,25 0,27 1,22-2,19-3,9 1,-18 0</inkml:trace>
  <inkml:trace contextRef="#ctx0" brushRef="#br0" timeOffset="79127.141">7584 5443,'11'-17,"-1"0,0-1,-1 0,-1-1,0 0,-2 0,0 0,-1-1,-1 0,-1 1,-1-2,-1 1,0 0,-2 0,0 0,-1 0,-1 0,-1 0,-1 0,-3-6,7 22,0 0,-1 0,1 0,-1 0,0 0,0 0,0 0,-1 1,0-1,1 1,-1-1,0 1,-1 0,1 0,0 1,-1-1,0 1,1-1,-1 1,0 0,0 1,0-1,0 1,-1 0,1 0,0 0,-1 0,-2 1,7 0,-1 1,1-1,0 1,0 0,0-1,-1 1,1 0,0 0,0-1,0 1,0 0,0-1,0 1,0 0,1-1,-1 1,0 0,0 0,0-1,1 1,-1-1,0 1,1 0,-1-1,0 1,1-1,-1 1,1-1,-1 1,1-1,-1 1,1-1,0 1,-1-1,1 0,-1 1,1-1,0 0,-1 0,1 1,0-1,-1 0,1 0,0 0,-1 0,1 0,0 0,0 0,-1 0,1 0,0 0,20 6,1-1,0 0,0-2,0-1,17 0,-21-2,0 1,0 1,-1 0,1 2,0-1,-1 2,0 1,0 0,9 5,-20-7,0 0,-1 1,1-1,-1 1,0 0,0 0,-1 1,0-1,0 1,0 0,0 0,-1 0,0 1,-1-1,1 1,-1 0,0-1,-1 1,1 7,0 138,-4-119,5 29,-3-60,1 0,-1 0,1-1,0 1,-1 0,1-1,0 1,0 0,0-1,0 1,0-1,0 0,1 1,-1-1,0 0,1 0,-1 0,1 0,-1 0,1 0,0 0,-1 0,1-1,0 1,-1 0,1-1,0 0,0 1,0-1,-1 0,1 0,1 0,5-2,-1-1,1 0,-1 0,0 0,0-1,0 0,0-1,-1 1,0-1,0-1,0 1,-1-1,1 0,-2 0,1 0,0-1,-1 1,0-1,-1-1,0 1,0 0,0-1,-1 1,1-8,16-89,-20 95,-2 15,-3 15,1-2,1 1,1 0,1 0,1 0,2 20,-1-34,0-1,1 0,-1 1,1-1,1 0,-1 0,1 0,0 0,0 0,0 0,1-1,-1 1,1-1,0 0,1 1,-1-1,1-1,0 1,0 0,0-1,0 0,0 0,1 0,-1-1,2 1,-1-1,-1-1,1 1,-1-1,1 0,0-1,-1 1,1-1,0 0,0 0,-1-1,1 1,0-1,-1 0,1 0,-1-1,1 1,-1-1,0 0,1 0,-1 0,0-1,-1 1,1-1,0 0,-1 0,1-1,2-3,2-2,1-2,-2 1,1-1,-1 0,-1-1,0 0,-1 0,0 0,1-7,11-74,-17 93,0 0,0 0,0 0,-1 0,1 0,0 1,0-1,0 0,-1 0,1 0,0 0,0 0,0 0,-1 0,1 0,0 0,0 0,-1 0,1 0,0 0,0 0,-1 0,1 0,0 0,0 0,0 0,-1 0,1 0,0-1,0 1,0 0,-1 0,1 0,0 0,0 0,0-1,0 1,-1 0,1 0,0 0,0 0,0-1,0 1,0 0,0 0,0-1,-1 1,1 0,0 0,0 0,0-1,0 1,0 0,0 0,0-1,0 1,0 0,-12 19,6-6,1 0,0 1,0 0,2 0,0 1,0-1,1 0,1 1,1 0,0 9,0-20,1-1,0 0,-1 1,1-1,0 0,0 0,1 0,-1 0,1 0,0 0,-1 0,1-1,0 1,1 0,-1-1,0 0,1 1,-1-1,1 0,0 0,0-1,0 1,0-1,0 1,0-1,0 0,0 0,0 0,1 0,-1-1,0 0,1 1,-1-1,1 0,8 0,0 0,-1-1,1 0,-1-1,1-1,-1 1,0-2,0 1,5-4,-6 3,0-1,0 0,-1-1,1 0,-1 0,-1-1,1 0,-1-1,0 1,-1-2,0 1,0-1,-1 0,0-1,-1 1,0-1,0 0,-1 0,1-5,-4 0,-7 15,-10 24,-4 72,20-92,0 0,0 0,1 0,-1 0,1 0,0 0,0 0,0 0,1-1,-1 1,1 0,0-1,0 1,0-1,0 0,1 0,-1 0,1 0,0 0,0 0,0-1,0 1,2 0,4 1,0-1,1 0,-1 0,1-1,0 0,0-1,0 0,-1 0,1-1,0 0,0-1,0-1,0 1,0-1,-1-1,1 0,-1 0,0-1,0 0,0 0,0-1,-1-1,0 1,0-1,0-1,-1 1,0-1,0-1,0 1,-1-1,0 0,-1 0,2-5,21-36,-16 82,-11-21,0 0,1 0,0 0,1 0,1 0,0-1,0 1,1-1,0 0,1 0,1-1,-1 1,2-1,-1-1,1 0,1 0,0 0,0-1,0 0,4 1,-7-5,0 0,0 0,1-1,0 1,0-1,-1-1,2 0,-1 0,0 0,0 0,0-1,1-1,-1 1,1-1,-1 0,0-1,1 0,-1 0,0-1,1 0,2-1,10-11</inkml:trace>
  <inkml:trace contextRef="#ctx0" brushRef="#br0" timeOffset="79411.238">9295 4907,'-15'12,"-14"5,0 1</inkml:trace>
  <inkml:trace contextRef="#ctx0" brushRef="#br0" timeOffset="86812.382">9028 6351,'-25'-5,"5"-2,-1 2,1 0,-1 2,0 0,0 1,0 1,-1 1,1 1,0 1,0 1,1 1,-16 4,29-4,0-1,1 1,0 1,-1-1,2 1,-1 0,0 1,1-1,0 1,0 0,1 0,0 1,0-1,0 1,-2 6,5-10,-1 0,1 1,0-1,-1 1,2 0,-1-1,0 1,1 0,0 0,0-1,0 1,0 0,0 0,1 0,0-1,0 1,0 0,0-1,0 1,1-1,-1 0,1 1,0-1,0 0,1 0,-1 0,0 0,1 0,0-1,0 1,0-1,1 1,3 1,0 0,0-1,0 0,0 0,0-1,1 0,-1 0,1-1,0 0,-1 0,1 0,0-1,0-1,-1 1,1-1,0-1,-1 1,1-1,-1 0,1-1,4-2,2-1,0-1,-1 0,0-1,0 0,-1-1,0 0,-1-1,0 0,0-1,6-9,-11 13,0 0,-1-1,-1 1,1-1,-1 0,0-1,-1 1,0 0,0-1,-1 0,0 0,0 1,-1-1,-1 0,1 0,-1 0,-1-2,1 10,0 0,0 0,0 0,-1 0,1 0,0 0,-1 0,1 0,0 0,-1 0,1 1,-1-1,1 0,-1 0,0 0,1 1,-1-1,0 0,0 1,1-1,-1 1,0-1,0 1,0-1,0 1,0-1,1 1,-1 0,0-1,0 1,0 0,0 0,0 0,0 0,0 0,0 0,0 0,0 0,0 0,0 1,0-1,0 0,0 0,0 1,0-1,1 1,-1-1,-1 1,-36 31,33-27,1 1,0 0,0-1,1 1,-1 1,1-1,0 0,1 1,0-1,0 1,0 0,1 0,0 0,0 0,1 0,-1 0,2 0,-1 0,1 0,0 0,0-1,1 1,0 0,0 0,1-1,0 0,0 1,0-1,1 0,0 0,0-1,1 1,-1-1,1 0,0 0,1-1,-1 1,1-1,4 2,103 20,-54-21</inkml:trace>
  <inkml:trace contextRef="#ctx0" brushRef="#br0" timeOffset="87116.565">9629 6284,'-16'-2,"-1"1,1 0,-1 1,1 1,0 0,-1 1,-11 4,21-4,1 0,-1 0,1 1,0-1,0 2,0-1,0 1,0 0,1 0,-1 0,1 1,0 0,1 0,-1 0,1 0,0 1,0 0,1 0,-2 4,2-4,1-1,0 1,0 0,0-1,1 1,0 0,0 0,1 0,-1 0,1 0,1 0,-1 0,1 0,0 0,0 0,1 0,0 0,0-1,0 1,1-1,-1 1,1-1,1 0,-1 0,1 0,0-1,0 1,0-1,0 0,1 0,0-1,0 1,0-1,5 3,15 5,1-1,-1-2,2 0,-1-2,1 0,0-2,0-1,0-2,0 0,1-2,-1-1,0-1,9-2,-15 2,1 0,-1-1,1-1,-1-1,-1-1,1-1,-1-1,-1 0,1-2,-2 0,0-1,3-3,-6-2</inkml:trace>
  <inkml:trace contextRef="#ctx0" brushRef="#br0" timeOffset="88141.245">10137 6458,'-7'0,"1"1,-1-1,0 1,0 0,0 1,1 0,-1 0,1 0,-1 1,1 0,0 0,-3 2,7-3,-1 0,1 0,0 0,0 0,0 0,0 0,0 0,0 1,1-1,-1 1,1-1,0 1,-1 0,1-1,0 1,1 0,-1 0,0 0,1 0,0 0,-1 0,1-1,1 1,-1 0,0 0,1 0,-1 0,1 0,0 0,0 0,3 3,0 0,0 0,1 0,0 0,0-1,1 0,0 0,-1 0,2-1,-1 0,0 0,1-1,0 1,0-1,0-1,0 0,0 0,0 0,1 0,-1-1,0-1,1 1,-1-1,1 0,-1-1,4 0,-6 1,0 1,0-1,0 0,0-1,0 1,0-1,-1 1,1-2,0 1,-1 0,1-1,0 0,-1 0,0 0,1-1,-1 1,0-1,0 0,-1 0,1-1,-1 1,1-1,-1 0,0 1,-1-2,1 1,-1 0,1 0,-1-1,0 1,-1-1,1 1,-1-1,0 0,0 0,-1 0,1-4,-2 1,0 1,-1 0,0 0,0 0,0 0,-1 0,0 1,-1-1,1 1,-1 0,-1 0,1 0,-1 0,0 1,0 0,0 0,-1 0,0 1,0-1,0 1,-5-2,-1 0,0 0,-1 0,0 1,1 1,-1 0,-1 0,1 2,-1 0,1 0,-1 1,-4 1,-26 8,43-8,0 0,1 0,-1 0,0 0,1 0,-1 1,0-1,1 0,-1 0,0 1,1-1,-1 0,0 1,1-1,-1 0,1 1,-1-1,0 1,1-1,-1 1,1-1,0 1,-1 0,1-1,-1 1,1-1,0 1,0 0,-1 0,1-1,0 1,0 0,0-1,0 1,0 0,0-1,0 1,0 0,0 0,0-1,0 1,0 0,0-1,0 1,1 0,-1-1,0 1,1 0,-1-1,0 1,1 0,-1-1,1 1,0 0,3 2,1 0,0 0,0-1,1 1,-1-1,0 0,1-1,-1 1,1-1,-1 0,1-1,0 1,0-1,-1 0,1 0,0-1,0 0,31-3,-1-2,0-2,0-1,-1-2,0-1,-1-2,0-1,12-9,-27 15,-1-1,0-1,-1 0,0-1,-1-1,0 0,-1-2,-1 0,0 0,-1-1,-1-1,0 0,-2 0,0-1,0-1,-2 0,0 0,4-18,0-92,-12 123,0 1,-1-1,1 1,-2-1,1 1,0 0,-1-1,0 1,0 0,-1 0,1 0,-1 0,0 1,0-1,-1 1,0-1,1 1,-1 0,-1 1,1-1,-5-2,3 4,-1 0,1 1,-1 0,0 0,0 1,1 0,-1 0,0 0,0 1,1 0,-1 0,0 1,1 0,-1 0,1 0,0 1,0 0,0 0,0 1,0-1,1 1,0 1,-1-1,2 1,-1 0,0 0,1 0,0 1,-12 13,2 0,0 1,1 1,2 0,0 0,1 1,1 0,1 1,1 0,1 1,1-1,1 1,1 0,1 0,2 0,0 0,1 0,4 19,-2-27,1 0,1 0,0-1,1 1,0-1,1-1,1 1,1-1,0 0,0-1,2 0,0 0,0-2,1 1,0-1,1-1,0 0,1-1,0 0,0-1,1-1,0 0,0-1,1-1,0 0,0-1,0-1,11 1,-14-2,1-1,-1-1,0 0,1 0,-1-2,1 0,-1 0,3-2,-12 3,0 0,0 0,0 0,0-1,0 0,0 0,0 0,0 0,-1-1,1 0,-1 1,0-1,0 0,0-1,0 1,0 0,-1-1,0 0,1 1,-1-1,0 0,-1 0,1 0,-1 0,0-1,1-2,-6-11,-4 32,8-6,1 0,0 0,0-1,0 1,1 0,0-1,0 1,1-1,0 0,0 0,1 0,0 0,0 0,0-1,1 0,0 0,0 0,1 0,0-1,0 0,0 0,0-1,1 0,0 0,0 0,0-1,0 0,0 0,1-1,-1 0,1 0,0-1,0 0,-1 0,1-1,0 0,0 0,0-1,-1 0,1 0,0-1,-1 0,1 0,3-3,-7 4,0-2,0 1,0 0,0-1,0 0,-1 0,1 0,-1 0,0 0,0-1,0 0,0 1,-1-1,1 0,-1 0,0-1,0 1,-1 0,1-1,-1 1,0-1,0 1,-1-1,1 1,-1-1,0 0,0 1,0-1,-1 1,0-4,-1-4,-1 0,0 0,-1 0,0 0,-1 1,0-1,-1 1,0 0,-1 1,-7-10,9 14,0 1,0 0,-1 0,0 0,1 1,-2 0,1 0,0 0,-1 1,0 0,0 0,0 1,0 0,0 0,0 0,0 1,-1 0,1 1,-1 0,1 0,0 0,-1 1,1 0,0 1,0-1,-1 1,1 1,-2 0,-4 2,0 1,0 0,0 0,1 1,0 1,0 0,1 1,0 0,0 1,1 0,1 0,0 1,0 1,-3 4,10-13,0-1,1 1,-1-1,0 1,1 0,-1 0,1-1,0 1,0 0,0 0,0 0,1 0,-1 0,1 1,0-1,0 0,0 0,0 0,0 0,1 0,-1 0,1 0,0 0,0 0,0 0,0 0,1 0,-1 0,1-1,0 1,-1-1,1 1,0-1,1 0,-1 1,0-1,1 0,-1-1,1 1,-1 0,1-1,1 1,92 18,-43-17</inkml:trace>
  <inkml:trace contextRef="#ctx0" brushRef="#br0" timeOffset="85583.041">5472 6258,'4'91,"4"-1,20 89,-9-70,-17-94,3 7,-2-1,0 0,-1 1,-2-1,0 1,-1-1,-1 1,-4 14,6-34,0-1,0 0,0 0,0 0,0 0,0 1,-1-1,1 0,0 0,-1 0,1 0,-1 0,1 0,-1 0,0 0,1 0,-1 0,0 0,0-1,0 1,1 0,-1 0,0-1,0 1,0 0,0-1,0 1,0-1,0 0,-1 1,1-1,0 0,0 1,0-1,0 0,0 0,-1 0,1 0,0 0,0 0,0-1,0 1,0 0,-1 0,1-1,0 1,0-1,0 1,0-1,0 0,0 1,0-1,-8-11,1 1,0-1,1-1,0 1,1-1,1 0,0-1,0 1,1-1,1 0,-1-9,-8-27,2 1,3-2,1 1,3-1,2-30,2 69,0 1,1-1,1 0,0 0,0 1,1-1,1 1,-1 0,2 1,0-1,-4 7,1-1,0 1,0 1,0-1,1 0,-1 1,1 0,0 0,0 0,0 0,0 0,1 1,-1 0,1 0,-1 0,1 0,0 1,0 0,-1 0,1 0,0 1,0-1,0 1,0 0,2 1,2 1,0 1,0 0,0 0,-1 1,1 0,-1 0,0 1,0 0,0 1,-1 0,0 0,0 1,-1-1,1 2,-1-1,-1 0,0 1,0 0,0 1,-1-1,0 1,-1-1,0 1,0 0,-1 0,0 1,0-1,-1 4,0-10,-1 0,1 0,-1 0,0-1,1 1,-1 0,-1 0,1 0,0 0,-1 0,1 0,-1 0,0 0,0-1,0 1,0 0,-1-1,1 1,-1-1,0 1,1-1,-1 0,0 0,0 0,-1 0,1 0,0 0,-1 0,1-1,-1 1,1-1,-1 0,0 0,1 0,-1 0,0 0,0 0,0-1,0 1,0-1,0 0,1 0,-1 0,0 0,0-1,0 1,0-1,0 0,-1 0,0-1,0-1,0 0,0 0,0 0,0 0,1 0,-1-1,1 1,0-1,0 0,1 0,-1 0,1 0,0-1,0 1,0-1,0 1,1-1,0 0,0 1,0-1,0 0,1 0,0 0,0 0,0 1,1-1,0 0,0 0,0 0,0 1,1-1,-1 1,1-1,0 1,1 0,-1-1,1 1,0 0,0 1,0-1,9-6,0 1,1 0,0 1,0 0,1 1,0 1,0 0,0 1,1 1,0 0,0 0,0 2,0 0,0 1,9 0,-18 0,0 0,0 1,0 0,0 0,0 0,0 0,0 1,0 0,-1 0,1 1,0 0,0 0,-1 0,0 1,1-1,-1 1,0 0,0 1,0 0,-1-1,1 1,-1 1,0-1,0 1,-1-1,1 1,-1 0,1 2,21 76,-23-70,1 0,0-1,1 0,0 0,1 0,0 0,4 5,-7-15,-1 0,0 0,1 0,0 0,-1-1,1 1,0 0,0-1,0 0,0 1,0-1,0 0,1 0,-1 0,0 0,0-1,1 1,-1 0,1-1,-1 0,0 1,1-1,-1 0,1 0,-1-1,1 1,-1 0,0-1,1 0,-1 1,0-1,1 0,-1 0,0 0,0-1,0 1,0 0,1-1,5-4,0 0,0 0,0-1,-1 0,0-1,0 0,0 0,2-5,-2 0,0 0,0 0,-2 0,0-1,0 0,-1 0,-1 0,0-1,-1 1,-1-1,0 0,-1 1,-1-8,1 22,0 1,0-1,0 0,0 0,0 0,-1 0,1 1,0-1,0 0,0 0,0 0,0 0,-1 0,1 1,0-1,0 0,0 0,0 0,-1 0,1 0,0 0,0 0,0 0,0 0,-1 0,1 0,0 0,0 0,0 0,-1 0,1 0,0 0,0 0,0 0,-1 0,1 0,0 0,0 0,0 0,-1 0,1 0,-6 23,2-4,1-1,1 0,0 1,1 0,1-1,1 1,2 4,-3-19,1 1,0 0,0 0,0-1,0 1,1-1,0 1,0-1,0 0,1 1,-1-1,1 0,0-1,0 1,1 0,-1-1,1 0,-1 0,1 0,0 0,0-1,1 1,-1-1,0 0,1 0,-1-1,1 1,0-1,4 1,22 1</inkml:trace>
  <inkml:trace contextRef="#ctx0" brushRef="#br0" timeOffset="85990.795">6501 6298,'-1'23,"1"0,1 0,2 0,0 0,1 0,1 0,1-1,1 0,1 0,1 0,0-1,2 0,-10-19,0 0,0 0,1 0,-1-1,0 1,1 0,-1 0,1-1,0 1,-1-1,1 1,0-1,0 0,0 0,0 0,0 0,0 0,0 0,0 0,1-1,-1 1,0-1,0 0,0 1,1-1,-1 0,0 0,1-1,-1 1,0 0,0-1,0 1,1-1,-1 0,0 0,0 0,0 0,0 0,0 0,1-1,15-14,-1-1,0 0,-2-2,0 1,-1-2,-1 0,0 0,-2-1,2-6,34-72,-55 160,4-37,0 1,1-1,1 0,2 1,1 20,0-39,-1 0,1 0,0 0,1-1,0 1,-1 0,2-1,-1 1,1-1,0 0,0 0,0 0,1 0,-1 0,1-1,1 1,-1-1,0 0,1-1,0 1,0-1,0 0,0 0,1 0,-1-1,5 2,-2-2,0 0,0 0,1-1,-1 0,1 0,-1-1,1 0,-1 0,1-1,-1-1,1 1,-1-1,23-8</inkml:trace>
  <inkml:trace contextRef="#ctx0" brushRef="#br0" timeOffset="86322.658">7143 6499,'15'1,"0"-1,0 0,-1-2,1 1,0-2,-1 1,1-2,-1 0,0-1,0-1,-1 0,1 0,-1-1,-1-1,0 0,6-6,-16 12,1 0,-1 0,0 0,0-1,0 1,-1-1,1 1,-1-1,1 0,-1 0,0 1,0-1,0 0,0 0,-1 0,1 0,-1 0,0 0,1 0,-1 0,-1-1,1 1,0 0,-1 0,0 0,0 0,1 1,-2-1,1 0,0 0,-1 0,1 1,-1-1,0 1,0-1,0 1,0 0,0 0,0 0,-1 0,1 0,-1 0,1 0,-1 1,0 0,1-1,-1 1,0 0,-4-2,0 0,0 0,0 1,0 0,0 0,0 1,0 0,0 0,-1 1,1-1,0 2,-1-1,1 1,0 0,0 0,0 1,0 0,0 1,0-1,0 1,1 1,-1-1,1 1,0 0,0 0,0 1,1 0,0 0,-1 0,2 1,-1 0,1-1,0 2,0-1,-1 3,2-3,0 0,0 0,1 1,-1-1,2 1,-1 0,1-1,0 1,0 0,0 0,1 0,1 0,-1-1,1 1,0 0,0 0,1-1,0 1,0 0,1-1,-1 0,1 0,1 0,-1 0,1 0,0 0,1-1,-1 0,6 4,7 1,0-1,1-1,1-1,-1-1,1 0,0-2,1 0,-1-1,1-1,-1 0,1-2,0 0,12-3,67-2,-7-3</inkml:trace>
  <inkml:trace contextRef="#ctx0" brushRef="#br0" timeOffset="92594.642">16006 6364,'-12'-9,"-1"-1,0 2,-1 0,0 0,0 1,-1 1,1 1,-2 0,1 0,0 2,-1 0,-9 0,16 2,1 0,0 1,0 0,0 1,0 0,0 0,0 1,0 0,0 0,0 1,1 0,-1 0,1 1,0 0,0 0,0 0,0 1,1 0,0 1,0-1,0 1,1 1,0-1,-4 6,4-4,1 1,-1-1,2 0,-1 1,1 0,0 0,1 0,0 0,0 0,1 1,0 8,1-14,1 1,-1-1,1 0,-1 0,1 0,0 0,1 0,-1 0,1 0,0 0,0 0,0-1,0 1,1-1,-1 1,1-1,0 0,0 0,0 0,0 0,1-1,-1 1,1-1,0 0,-1 0,1 0,1-1,4 2,0-1,1-1,-1 0,0 0,1-1,-1 0,1 0,-1-1,0-1,1 1,-1-2,0 1,0-1,0 0,-1-1,1 0,-1-1,0 0,0 0,0 0,-1-1,1 0,-2-1,1 0,-1 0,0 0,0-1,-1 1,0-1,0-1,-1 1,0-1,-1 1,1-1,-2 0,1-1,0-8,-10-28,6 45,1 0,-1 1,1-1,-1 0,1 1,-1-1,1 0,-1 1,0-1,1 1,-1-1,0 0,1 1,-1 0,0-1,0 1,1 0,-1-1,0 1,0 0,0 0,0-1,1 1,-1 0,0 0,0 0,0 0,0 0,0 0,1 1,-1-1,0 0,0 0,0 1,0-1,1 0,-1 1,0-1,0 1,1-1,-1 1,0-1,1 1,-1-1,1 1,-1 0,1-1,-1 1,1 0,-1-1,0 2,-3 3,0 1,1 0,-1 0,1 0,0 0,0 1,1-1,0 1,0-1,1 1,-1 0,1 0,1 0,-1 0,1 0,1 0,-1 0,1-1,0 1,1 0,0 0,0-1,1 4,0-5,0 0,0 0,1 0,-1 0,1 0,0 0,0-1,1 0,-1 0,1 0,0-1,0 1,0-1,1 0,-1-1,1 1,-1-1,1 0,0 0,0-1,0 0,0 0,0 0,0-1,0 0,0 0,2-1,3 1,-1-2,1 1,-1-1,0-1,0 0,0 0,0-1,0 0,-1-1,1 0,-1-1,-1 0,1 0,-1-1,4-3,-2-4,0-1,-1 0,0 0,-2-1,1 0,-2 0,0 0,-1-1,-1 0,0 0,-2 0,0-1,0 1,-2-1,0 1,-1-1,-3-14,0 11,4 21,0 0,-1 0,1 0,0 0,-1 0,1 0,-1 0,1 0,0 0,-1 0,1 0,0 0,-1 0,1 0,-1 0,1 0,0 0,-1 0,1 0,0 1,-1-1,1 0,0 0,-1 0,1 1,0-1,0 0,-1 0,1 1,0-1,0 0,-1 1,1-1,0 0,0 1,0-1,0 0,-1 1,1-1,0 0,0 1,0-1,0 0,0 1,0-1,0 1,0-1,0 0,0 1,0-1,0 0,0 1,1-1,-1 0,0 1,0-1,0 0,0 1,-6 37,2 0,1 0,2 1,2-1,2 0,5 31,57 370,-93-653,17 142,-4-21,3-2,3-35,8 125,0-1,0 0,1 1,-1-1,1 0,0 0,1 1,-1-1,1 0,1 0,-1 1,1-1,0 1,0-1,0 1,1 0,0 0,0 0,0 0,0 1,1-1,0 1,0 0,0 0,0 0,1 1,0-1,0 1,2-1,4 3,-1 1,1 0,0 1,0 0,-1 1,1 0,-1 1,1 0,-1 1,0 0,0 0,-1 1,1 0,-1 1,0 0,-1 1,1-1,-1 2,0-1,-1 1,1 1,-1-2,0-1,-1 1,0 0,0 0,0 1,-1 0,0 0,0 0,-1 1,0 0,-1-1,0 1,0 0,-1 1,0-1,0 4,-3-10,1 0,-1-1,1 1,-1 0,0 0,0-1,0 1,-1 0,1-1,0 1,-1-1,0 0,0 1,1-1,-1 0,0 0,-1 0,1 0,0-1,-1 1,1-1,-1 1,1-1,-1 0,1 0,-1 0,-2 1,-78 10,28-16,53 4,1 0,-1 0,1 0,-1 0,1-1,-1 1,1-1,0 1,-1-1,1 0,0 1,-1-1,1 0,0 0,0 0,0 0,0 0,-1 0,1 0,1 0,-1 0,0-1,0 1,0 0,1-1,-1 1,1 0,-1-1,1 1,-1-1,1 1,0-1,0 0,3-15</inkml:trace>
  <inkml:trace contextRef="#ctx0" brushRef="#br0" timeOffset="93453.095">17009 6244,'-13'-7,"0"1,0 1,0-1,-1 2,0 0,0 1,0 0,0 1,0 1,-1 0,1 1,0 1,-1 0,1 0,-2 2,10-1,0 1,1 0,-1-1,1 2,0-1,0 1,0-1,0 1,1 1,-1-1,1 1,0 0,1-1,-1 2,1-1,0 0,0 1,0-1,1 1,0 0,0 0,1 0,0 0,0 0,0 0,0 0,1 0,0 1,1-1,-1 0,1 0,0 0,1 0,-1 0,1 0,1 0,-1-1,1 1,0-1,0 1,0-1,1 0,0 0,0-1,0 1,0-1,1 0,0 0,0 0,0-1,0 1,4 0,-1-1,0 0,0 0,0-1,1-1,-1 1,1-1,-1-1,1 0,-1 0,1 0,-1-1,1-1,-1 1,0-1,0-1,0 0,0 0,0 0,0-1,-1 0,1 0,-1-1,0 0,-1 0,1-1,-1 0,0 0,-1-1,1 1,-1-1,0 0,-1 0,0-1,2-5,19-57,-22 119,-3-39,1 0,0 0,0-1,1 1,1 0,-1-1,1 0,5 9,-7-15,1 0,-1 0,1 0,0 0,0 0,0-1,0 1,1-1,-1 1,1-1,0 0,-1 0,1 0,0 0,0-1,0 1,0-1,0 0,1 0,-1 0,0 0,1-1,-1 1,0-1,1 0,-1 0,3 0,-2-1,1 1,-1-1,0-1,0 1,0-1,0 1,-1-1,1 0,0-1,-1 1,1-1,-1 1,0-1,0 0,0 0,0 0,-1-1,1 1,-1-1,0 1,1-3,32-85,-24 39,-8 37,-1 0,2-1,0 1,1 0,1 1,5-11,-7 22,0-1,0 1,0 1,0-1,0 0,1 1,-1 0,1 0,-1 0,1 1,0 0,0 0,0 0,0 0,0 1,0-1,-1 1,1 1,0-1,0 1,0 0,0 0,0 0,0 0,-1 1,1 0,-1 0,3 2,6-1,-10-2,2-1,0 1,0 0,-1-1,1 1,0 1,-1-1,1 1,-1 0,1 0,-1 0,0 0,0 1,0 0,0 0,-1 0,1 0,-1 1,1-1,-1 1,0 0,-1 0,1 0,-1 0,0 0,0 1,0-1,1 5,-12 84,7-87,-1 1,1 0,0 0,1 0,0 0,0 0,0 0,1 1,0-1,1 0,-1 0,2 0,-1 0,1 0,-1 0,2 0,-1 0,1-1,0 1,1-1,-1 1,1-1,1-1,-1 1,1-1,0 1,4 2,-4-4,0-1,1 0,0 0,0 0,0-1,0 1,0-1,0-1,1 0,-1 1,1-2,-1 1,1-1,-1 0,1 0,-1-1,0 0,1 0,-1-1,0 1,1-1,-1-1,0 1,-1-1,1 0,0 0,-1-1,1 0,-1 0,0 0,-1 0,1-1,-1 0,0 0,3-4,0-2,-1-1,0 0,-1 0,0 0,-1-1,0 0,-1 0,0 0,-1 0,-1 0,0 0,-1 0,0-1,-1 1,-1 0,0 0,-3-12,4 22,1 1,-1-1,0 1,0 0,0-1,0 1,0 0,-1-1,1 1,0 0,-1 0,0 0,0 0,1 0,-1 1,0-1,0 0,-1 1,1 0,0-1,0 1,-1 0,1 0,0 0,-1 0,1 1,-1-1,0 1,1 0,-1-1,1 1,-1 0,0 0,1 1,-1-1,1 0,-1 1,1 0,-1 0,-3 3,0 2,1-1,-1 1,1 0,0 0,0 0,1 1,0-1,0 1,0 0,1 0,0 1,1-1,0 1,0-1,0 1,1 0,0 0,0-1,1 1,0 0,1 0,1 7,-1-7,0 0,1 0,0 0,1-1,0 1,0 0,0-1,1 0,0 0,1 0,-1 0,1-1,1 0,-1 0,1 0,0 0,0-1,1 0,0-1,0 1,0-1,4 1,11 6,2-2,-1-1,1 0,0-2,1-1,16 2,37 2</inkml:trace>
  <inkml:trace contextRef="#ctx0" brushRef="#br0" timeOffset="90721.723">12196 6284,'-6'21,"1"-1,1 1,1 0,1 0,1 0,0 0,2 0,0 1,4 13,-4-27,1 1,0 0,1 0,0-1,0 0,1 1,0-1,0 0,1-1,0 1,0-1,1 0,0 0,0-1,1 0,0 0,0 0,0-1,1 0,-1 0,1-1,0 0,7 2,-8-4,0 0,0 0,1-1,-1 0,1 0,-1-1,1 0,0 0,-1 0,1-1,-1-1,0 1,1-1,-1 0,0-1,0 1,0-2,0 1,-1-1,1 0,-1 0,4-4,-1 1,0-1,0-1,-1 0,-1 0,1 0,-1-1,-1 0,0 0,0-1,-1 1,-1-1,0-1,0 1,-1-2,2-4,-2-1,0 1,-2-1,0 0,0 0,-2 0,-1-12,1 30,1 0,0 1,-1-1,1 0,0 0,-1 0,1 1,0-1,-1 0,1 0,-1 0,1 0,0 0,-1 0,1 0,-1 0,1 0,0 0,-1 0,1 0,-1 0,1 0,0 0,-1 0,1 0,0-1,-1 1,1 0,0 0,-1 0,1-1,-1 1,-1 18,-1 0,2 0,0 1,2-1,0 0,0 0,2 0,0 0,2 0,-1-1,2 1,1-1,0-1,1 1,3 3,-9-16,1 0,1 1,-1-2,0 1,1 0,0-1,0 0,0 0,0 0,0 0,1 0,-1-1,1 0,0 0,-1 0,1-1,0 0,0 0,0 0,0 0,0-1,1 1,-1-2,3 1,19-6</inkml:trace>
  <inkml:trace contextRef="#ctx0" brushRef="#br0" timeOffset="91085.837">12811 6312,'-5'8,"0"0,0 0,1 1,0 0,0 0,1 0,1 0,-1 0,1 0,1 1,0-1,0 1,1 0,0-1,0 1,1-1,1 1,0-1,0 0,1 1,0-1,0 0,1 0,0-1,1 1,0-1,0 0,6 7,-3-8,0 0,0 0,1-1,0 0,0-1,1 1,-1-2,1 1,0-2,0 1,1-1,-1-1,1 0,-1 0,9-1,-13 0,-1-1,1 0,0 0,-1-1,1 1,0-1,-1-1,1 1,-1-1,1 0,-1 0,0 0,0-1,0 0,0 0,0 0,-1-1,1 1,-1-1,0 0,0 0,0-1,-1 1,0-1,0 0,0 0,0 0,-1 0,2-5,0-4,0 0,-1 0,-1 0,0-1,-1 1,-1 0,-1-10,2 23,-1 1,0-1,1 1,-1-1,0 1,0-1,0 0,1 1,-1-1,0 0,0 1,0-1,0 0,0 1,0-1,0 0,0 1,-1-1,1 0,0 1,0-1,0 1,-1-1,1 0,0 1,-1-1,1 1,0-1,-1 1,1-1,-1 1,1-1,-1 1,1 0,-1-1,1 1,-1 0,0-1,1 1,-1 0,1-1,-1 1,0 0,1 0,-1 0,0 0,1 0,-1 0,1 0,-1 0,0 0,1 0,-1 0,0 0,1 0,-1 0,-1 5,0-1,0 1,0-1,1 1,0 0,0 0,0 0,0-1,1 1,0 0,0 0,0 0,1 0,-1 0,1-1,0 1,1 0,-1 0,1-1,0 1,0-1,0 0,2 2,1 2,1 1,0-1,0-1,1 1,0-1,0 0,1-1,0 1,0-2,0 1,1-1,0 0,0-1,7 3,137 31,-83-30</inkml:trace>
  <inkml:trace contextRef="#ctx0" brushRef="#br0" timeOffset="91693.26">13760 6432,'-8'-5,"1"0,-1 1,-1-1,1 2,-1-1,1 1,-1 1,0-1,-8 0,15 3,-1 0,0-1,0 1,1 1,-1-1,0 0,0 1,1-1,-1 1,0 0,1 0,-1 0,1 0,-1 0,1 0,-1 1,1-1,0 1,0 0,0 0,0 0,0 0,0 0,0 0,1 0,-1 1,1-1,0 0,-1 1,1-1,0 1,1 0,-1 1,-1 4,0 0,1 0,0 0,0 0,1 0,0 1,1-1,-1 0,2 0,-1 0,1 0,0 0,1 0,0 0,0-1,1 1,0-1,0 0,1 0,0-1,0 1,0-1,1 0,0 0,0-1,0 0,1 0,0 0,0-1,0 0,0 0,1-1,0 0,-1 0,1-1,0 0,0 0,0-1,1 0,-1 0,0-1,0 0,1-1,-1 0,0 0,0-1,0 0,0 0,0 0,-1-1,6-3,-4-1,0 0,0 0,-1 0,0-1,0-1,-1 1,0-1,-1 0,0-1,0 0,-1 0,0 0,-1 0,0-1,-1 0,0 1,0-1,4-28,-1 0,-2 1,-2-2,-1-8,-7-250,5 288,0 0,0 0,-1 0,0 0,-1 1,0-1,-1 1,-2-6,5 13,0 1,1-1,-1 1,0 0,0 0,0 0,0-1,0 1,0 0,0 0,0 0,0 0,0 1,0-1,-1 0,1 0,0 1,-1-1,1 1,0-1,-1 1,1-1,-1 1,1 0,-1 0,1 0,-1 0,1 0,-1 0,1 0,-1 0,1 1,0-1,-1 1,1-1,-1 1,1-1,0 1,-1 0,1-1,0 1,0 0,0 0,0 0,-1 1,-43 56,34-31,0 1,1 1,2 0,1 0,1 0,2 1,1-1,1 1,1 0,2 0,2 3,-3-17,2-1,0 1,1-1,0 1,1-1,1 0,0 0,1-1,1 0,0 0,1 0,1-1,0 0,0 0,2-1,-1-1,1 0,1 0,0-1,1 0,-1-1,2-1,-1 0,1-1,13 5,-20-9,1 0,0 0,0 0,0-1,0 0,1-1,-1 0,0 0,1-1,-1 0,1 0,-1-1,1 0,-1 0,0-1,0 0,0-1,0 0,0 0,0-1,-1 1,0-2,1 1,-2-1,1 0,0-1,-1 1,5-7,-5 2,-1 0,1-1,-2 0,0 0,0 0,-1 0,0 0,-1-1,0 0,-1 1,0-1,-1 0,-1 1,0-1,0 0,-1 1,0-1,-1 1,-1 0,1 0,-5-8,8 18,0 0,-1 0,1 0,0 0,-1-1,1 1,0 0,-1 0,0 0,1 0,-1 0,0 0,1 0,-1 0,0 0,0 1,0-1,0 0,0 0,0 1,0-1,0 1,0-1,0 1,0-1,0 1,0-1,0 1,0 0,-1 0,1 0,0 0,0 0,0 0,-1 0,1 0,0 0,0 0,0 1,0-1,0 0,-1 1,1-1,0 1,0-1,-1 1,-1 6,0 0,1 0,0 0,0 0,0 1,1-1,0 1,0-1,1 0,0 1,0-1,1 1,0-1,0 1,1-1,0 0,0 0,1 0,0 2,5 3,0 0,0-1,1 1,1-2,0 1,0-1,1-1,0 0,1 0,0-1,0-1,1 0,0-1,0 0,1-1,-1 0,1-1,0-1,2 0,69 19</inkml:trace>
  <inkml:trace contextRef="#ctx0" brushRef="#br0" timeOffset="95524.945">18520 5883,'0'5,"2"6,3 5,3 5,5 3,4 3,5-2,-3-5</inkml:trace>
  <inkml:trace contextRef="#ctx0" brushRef="#br0" timeOffset="96502.091">20297 6271,'-13'25,"-5"22,-2 19,3 12,5 6,5 2,8-1,2-7,2-10,-1-16</inkml:trace>
  <inkml:trace contextRef="#ctx0" brushRef="#br0" timeOffset="97029.889">20177 6486,'-7'-116,"8"114,-1-1,1 1,-1-1,1 1,0-1,0 1,0 0,0-1,0 1,1 0,-1 0,1 0,-1 0,1 0,0 0,0 0,0 1,0-1,0 1,0-1,0 1,1 0,-1 0,0 0,1 0,-1 0,1 0,-1 1,1-1,-1 1,1 0,-1 0,1 0,85 14,-73-9,0 1,0 0,-1 2,0-1,-1 2,0 0,0 0,-1 1,0 1,0 0,-1 0,-1 1,0 1,3 6,-12-18,1 1,-1 0,0 0,0 0,0 0,0 0,-1 0,1 0,0 0,-1 0,0 1,1-1,-1 0,0 0,0 0,0 1,-1-1,1 0,0 0,-1 0,1 0,-1 0,0 0,0 0,0 0,0 0,0 0,0 0,0 0,-1 0,1-1,-1 1,1-1,-1 1,1-1,-2 1,-10 4,1-1,-1 0,0-1,0 0,0-1,0-1,-1 0,1-1,-1 0,1-1,-1 0,1-2,-1 1,-9-4,16 5,0-1,-1 0,1-1,0 0,1 0,-1 0,0-1,1 0,-1 0,1 0,-6-5,12 7,0 1,0 0,-1-1,1 1,0-1,0 1,0-1,0 1,0-1,0 1,0-1,0 1,0-1,0 1,0-1,0 1,0 0,1-1,-1 1,0-1,0 1,0-1,1 1,-1 0,0-1,1 1,-1-1,0 1,1 0,-1-1,0 1,1 0,-1 0,0-1,1 1,-1 0,1 0,-1 0,1-1,-1 1,1 0,-1 0,1 0,-1 0,0 0,1 0,-1 0,1 0,-1 0,1 0,-1 0,1 0,-1 0,1 1,-1-1,164-8,-116 9,14 0,-21 0,0-1,0-2,40-7,-76 8,-1 1,1-1,-1 0,1 0,-1 0,1-1,-1 1,0-1,1-1,-1 1,0 0,-1-1,1 0,0 0,-1 0,1 0,-1 0,0-1,0 0,-1 1,1-1,-1 0,1 0,-1-1,-1 1,1 0,0-1,-1 1,0-1,0 1,0-2,-2 1,1-1,-1 0,0 0,0 1,-1-1,0 1,0-1,0 1,0 0,-1 0,0 0,0 0,0 0,-1 0,0 1,0 0,0 0,0 0,-1 0,1 1,-1-1,0 1,0 1,0-1,0 0,-1 1,1 0,0 1,-1-1,0 1,1 0,-1 0,0 1,0 0,1 0,-1 0,0 0,0 1,1 0,-1 1,0-1,1 1,-1 0,1 0,0 1,0-1,0 1,0 0,0 1,-1 1,2-1,-1 2,2-1,-1 0,0 1,1 0,0 0,0 0,1 0,0 0,0 0,0 1,1-1,0 1,0-1,1 1,-1-1,1 1,1-1,-1 1,1 0,1-1,-1 0,1 1,0-1,0 0,1 0,0 0,0 0,0 0,1-1,0 1,0-1,0 0,1 0,-1-1,5 4,10 6,0 0,1 0,1-2,0-1,1-1,0 0,1-2,-1 0,2-2,-1 0,1-2,19 1,42 6</inkml:trace>
  <inkml:trace contextRef="#ctx0" brushRef="#br0" timeOffset="95087.875">18947 6364,'170'-276,"-148"243,-21 34,0 0,0 1,-1-1,1 0,-1 1,1-1,0 0,-1 1,0-1,1 1,-1-1,0 1,0-1,0 1,0-1,0 1,0-1,0 1,-1-1,1 0,0 1,-1-1,1 1,-2 0,-13 100,5 0,4 1,6 91,2-177,-3 65,1-79,-1-1,1 1,-1-1,1 1,-1-1,0 0,0 1,0-1,0 0,-1 1,1-1,-1 0,1 0,-1 0,0 0,0-1,0 1,0 0,0-1,0 1,0-1,0 0,-1 0,1 1,0-2,-1 1,1 0,-3 0,3-1,0 1,0-1,0 0,0 0,0 0,0 0,0 0,0-1,0 1,0 0,0-1,0 0,0 1,0-1,0 0,1 0,-1 0,0 0,1-1,-1 1,0 0,1-1,-1 1,1-1,0 1,0-1,-1 0,1 1,0-1,1 0,-1 0,0 0,0 0,1 0,-1 0,1 0,1 0,1 1,-1-1,1 1,0-1,0 1,-1-1,1 1,0 0,0 0,0 0,0 0,1 0,-1 1,0-1,0 1,0-1,1 1,-1 0,0-1,0 1,1 1,0-1,1-1,254-3,-223 2</inkml:trace>
  <inkml:trace contextRef="#ctx0" brushRef="#br0" timeOffset="96080.461">19455 5830,'-6'2,"-4"6,2 8,1 8,9 9,10 8,13 4,9 1,-1-7</inkml:trace>
  <inkml:trace contextRef="#ctx0" brushRef="#br0" timeOffset="99222.795">21875 6298,'6'9,"-6"-7,1 1,0-1,0 0,0 0,0 0,0-1,1 1,-1 0,0 0,1-1,-1 1,1 0,0-1,0 0,-1 1,1-1,0 0,0 0,0 0,0 0,1 0,-1-1,0 1,0-1,0 1,1-1,-2-1,1-1,-1 1,0-1,1 1,-1-1,0 0,0 1,0-1,0 0,0 0,0 0,-1 0,1 0,-1 1,1-1,-1 0,0-1,0 1,0 0,0 0,0 0,0 0,0 0,-1 0,1 0,-1 0,1 1,-2-3,1 0,0 1,-1-1,0 0,1 1,-1-1,-1 1,1-1,0 1,-1 0,0 0,0 0,0 0,0 1,0-1,0 1,-1 0,1 0,-1 0,1 0,-1 1,0-1,0 1,0 0,0 0,0 1,0-1,0 1,0 0,0 0,0 0,-2 0,-3 1,1 0,-1 1,1 0,-1 0,1 0,0 1,0 0,0 1,1 0,-1 0,1 1,0 0,0 0,-3 4,6-6,0 0,0 1,0 0,1 0,-1 0,1 0,0 1,1-1,-1 1,1 0,0 0,0-1,0 1,0 1,1-1,0 0,0 0,1 0,-1 1,1-1,0 0,1 1,-1-1,1 0,0 0,0 1,1-1,0 0,0 0,0 0,0-1,1 1,-1-1,1 1,3 3,8 2,1 0,-1-1,2 0,-1-1,1-1,0-1,1 0,0-1,-1 0,2-2,-1 0,0-1,16 0,-9 2,0-1,0-1,0-1,1-2,-1 0,0-1,0-2,-1 0,1-2,2-1,-21 5,0 0,-1-1,1 1,-1-1,0 0,0 0,0-1,-1 1,1-1,-1 0,1 0,-1 0,0 0,-1 0,1-1,-1 1,0-1,0 0,0 0,-1 1,0-1,0 0,0 0,0-1,-1 1,0 0,0 0,0 0,-1 0,1 0,-1 0,-1 0,1 0,-1 0,1 0,-1 1,-1-1,1 1,-1-1,0 0,3 5,0-1,-1 0,1 0,-1 0,1 1,0-1,-1 0,0 0,1 1,-1-1,1 0,-1 1,0-1,1 1,-1-1,0 1,0-1,1 1,-1-1,0 1,0 0,0-1,0 1,0 0,1 0,-1 0,0-1,0 1,0 0,0 0,0 1,0-1,0 0,1 0,-1 0,0 0,0 1,0-1,0 0,1 1,-1-1,0 1,0-1,1 1,-1-1,0 1,1 0,-1-1,0 1,1 0,-1-1,1 1,-1 0,1 0,-1 0,1-1,0 1,0 0,-1 0,1 0,0 0,0 8,0 1,1-1,0 1,0-1,1 0,1 0,-1 0,1 0,1 0,0 0,0-1,1 0,0 0,0 0,1 0,-1-1,2 0,-1 0,1-1,0 0,1 0,-1 0,8 3,58 19,-71-28,0 0,1 1,-1-1,1 0,-1 0,0 0,1-1,-1 1,1 0,-1-1,0 0,0 1,1-1,-1 0,0 0,0 0,0-1,0 1,0 0,0-1,0 1,0-1,-1 0,1 0,-1 1,1-1,-1 0,0 0,1-1,-1 1,1-6,0 1,0-1,-1 1,0-1,0 0,-1 1,0-1,0 0,-1 1,0-1,-1 0,1 1,-1-1,-1 1,1 0,-1 0,-1 0,1 0,-1 0,0 1,-1-1,0 1,0 0,0 1,0-1,-1 1,0 0,0 0,0 1,-3-1,-10-7,-1 2,0 0,0 1,-1 1,0 1,-1 1,1 1,-11-1,494 49,-454-43,60 15,-66-14,0 0,-1 0,1 0,0 0,-1 0,1 0,-1 0,1 0,-1 0,1 1,-1-1,0 1,0-1,0 1,0 0,0-1,0 1,0 0,0 0,-1-1,1 1,-1 0,1 0,-1 0,0 0,0 0,0 0,0-1,0 1,0 0,0 0,-1 2,-8 30,7-30,0 0,1-1,-1 1,1 1,0-1,0 0,0 0,1 0,-1 0,1 1,0-1,0 0,1 0,-1 1,1-1,0 0,0 0,0 0,1 0,0 0,-1 0,1 0,0-1,1 1,0 1,7 1,-1 0,1 0,0-1,0 0,1-1,-1 0,1-1,0 0,0 0,0-1,0-1,0 0,1-1,-1 0,0 0,0-1,1-1,2 0,-10 1,1 0,0 0,0 0,-1 0,1-1,0 0,-1 0,0 0,1 0,-1-1,0 1,0-1,-1 0,1-1,0 1,-1-1,0 1,0-1,0 0,0 0,-1 0,0 0,1-1,-1 1,-1-1,1 0,-1 1,0-1,0 0,0 0,1-4,-1 0,0 0,0 0,-1 0,0 0,-1-1,0 1,-1 0,-1-5,3 13,-1 1,1-1,-1 0,0 1,1-1,-1 1,0-1,0 1,0-1,1 1,-1 0,0-1,0 1,0 0,0-1,0 1,0 0,1 0,-1 0,0 0,0 0,0 0,0 0,0 0,0 1,0-1,0 0,1 0,-1 1,0-1,0 0,0 1,0-1,1 1,-1-1,0 1,1 0,-1-1,0 1,1 0,-1-1,1 1,-1 0,1 0,-1-1,1 1,-1 0,1 0,0 0,0 0,-1 0,1-1,0 1,0 0,0 0,0 0,0 0,0 0,0 0,-5 9,1 0,0 0,1 0,-1 0,2 1,0-1,0 1,1 0,0 0,1-1,0 1,1 0,0 0,0-1,2 1,1 5,-3-13,1 1,0-1,-1 0,2 0,-1 0,0 0,0 0,1 0,0-1,0 1,-1-1,1 0,0 0,1 0,-1 0,0 0,1-1,-1 1,1-1,-1 0,1 0,-1-1,1 1,0-1,-1 1,1-1,0 0,0-1,-1 1,4-1,1-1,-1 0,1 0,-1 0,0-1,0 0,0 0,0-1,0 0,-1 0,0-1,0 0,0 0,0 0,2-4,1-4,-1 0,0 0,0-1,-2-1,0 1,0-1,-1 0,-1 0,0-3,1-2,-2 51,-2-16,0 0,1 0,1 0,0 0,1-1,1 1,0-1,1 0,3 6,-6-15,0 0,0 0,0 0,0 0,1-1,0 1,0-1,0 0,0 0,1 0,-1-1,1 1,0-1,0 0,0-1,1 1,-1-1,1 0,-1 0,1-1,0 0,-1 0,1 0,0-1,3 1,-4-2,-1 1,0-1,1 0,-1-1,0 1,0-1,0 1,0-1,0 0,0-1,0 1,-1-1,1 0,-1 1,0-1,0-1,0 1,0 0,-1-1,1 0,-1 1,0-1,0 0,0 0,0-1,29-108,28-453,-97 741,-9 66,53-151,-5-88,-1 0,1 0,-1 0,1 0,0 0,-1 0,1 0,0 0,0 0,1 0,-1-1,0 1,1 0,-1-1,1 1,-1-1,1 0,0 1,-1-1,1 0,0 0,0 0,0 0,0-1,0 1,0 0,0-1,0 1,0-1,0 0,0 0,0 0,0 0,1 0,-1 0,0 0,0-1,0 1,0-1,1 0,6-3,-1 0,1-1,-1 0,0-1,-1 1,1-1,-1-1,-1 0,1 0,2-4,30-27,-37 35,1 0,0 0,0 0,0 0,0 0,0 1,0-1,1 1,-1 0,1 0,0 0,-1 1,1-1,0 1,0 0,0 0,0 0,0 1,0-1,0 1,1 0,-1 0,0 1,0-1,0 1,0 0,0 0,0 0,0 0,-1 1,1-1,0 1,-1 0,1 0,-1 1,1-1,-1 1,0 0,1 2,0 1,0-1,-1 1,1 0,-2 0,1 0,0 0,-1 1,0-1,-1 0,0 1,0 0,0-1,-1 1,1 0,-2-1,1 1,-1 0,0-1,0 1,-1-1,0 1,0-1,0 0,-1 0,0 0,0 0,-1 0,0-1,-2 4,-6-3,-1-1,1 0,-1-1,0 0,0-1,0 0,0-1,0-1,-1 0,1-1,0 0,-1-1,1-1,0 0,0 0,-5-3,-59-14,46 9</inkml:trace>
  <inkml:trace contextRef="#ctx0" brushRef="#br0" timeOffset="84685.295">3480 6645,'2'-32,"1"1,1-1,2 1,1 0,2 0,1 1,6-12,-14 36,1-3,1-1,0 1,0 0,1 1,0-1,1 1,0 0,3-4,-8 11,-1 0,1 1,0-1,0 0,0 1,0-1,0 0,0 1,0-1,0 1,0-1,0 1,0 0,0-1,0 1,0 0,0 0,0 0,1 0,-1 0,0 0,0 0,0 0,0 0,0 0,0 1,0-1,1 0,-1 1,0-1,0 1,0-1,-1 1,1 0,0-1,0 1,0 0,0 0,0-1,-1 1,1 0,0 0,26 45,-24-40,8 15,-1 1,-1-1,-1 1,-2 1,0-1,-1 1,-1 0,1 22,-5-42,0 0,0 0,0 0,-1 0,1 0,-1 0,0-1,0 1,0 0,0 0,0-1,0 1,-1-1,1 1,-1-1,0 1,0-1,0 0,0 0,0 0,0 0,-1 0,1-1,0 1,-1 0,0-1,1 0,-1 0,0 0,0 0,1 0,-1-1,0 1,0-1,0 1,0-1,0 0,0 0,0-1,0 1,0-1,1 1,-1-1,0 0,0 0,0 0,1 0,-1-1,1 1,-1-1,1 1,-1-1,1 0,0 0,-1-1,2 2,0 0,0 0,-1 0,1 0,0 0,0-1,0 1,0 0,0-1,1 1,-1-1,0 1,1-1,-1 1,1-1,-1 1,1-1,0 0,-1 1,1-1,0 0,0 1,0-1,1 0,-1 1,0-1,1 1,-1-1,1 0,-1 1,1-1,0 1,-1-1,1 1,0 0,0-1,0 1,0 0,0 0,1-1,-1 1,0 0,0 0,1 0,-1 1,2-2,12-4,1 0,0 1,0 0,0 2,1 0,-1 0,3 2,37-8,-27 5,1-3,-2 0,1-2,-1 0,0-3,24-13,-49 25,0-2,-1 1,0 0,1 0,-1-1,0 1,1-1,-1 0,0 0,0 0,0 0,-1 0,1 0,0 0,-1 0,1-1,-1 1,0-1,0 1,0-1,0 1,0-1,-1 0,1 0,-1 1,0-1,0 0,0 0,0 1,0-1,0 0,-1 1,1-1,-1 0,0 1,0-1,0 0,0 1,-1-2,-2 1,0-1,-1 0,1 1,-1 0,0 0,0 0,0 1,0 0,-1 0,1 0,0 1,-1-1,1 1,-1 0,0 1,1 0,-1-1,0 2,1-1,-1 1,1 0,-1 0,1 0,-1 1,1 0,0 0,-1 0,1 1,0 0,1 0,-1 0,0 0,1 1,0-1,0 1,0 1,-3 2,4-2,-1-1,0 1,1 0,0-1,0 2,1-1,-1 0,1 0,0 1,1-1,-1 1,1-1,0 1,0 0,1 0,0-1,0 1,0 0,1 0,-1-1,2 1,-1 0,0-1,1 1,0-1,1 0,-1 0,1 1,0-1,0-1,0 1,1 0,0-1,-1 0,2 0,-1 0,3 2,16 6,0-1,1-2,0 0,0-1,1-2,0 0,0-2,1-1,-1-1,1 0,12-3,-26 2,86 2</inkml:trace>
  <inkml:trace contextRef="#ctx0" brushRef="#br0" timeOffset="80770.605">312 6004,'0'575,"5"-536,6-53,6-57,-14 54,0 0,1 1,1-1,0 1,1 1,1-1,1 1,0 0,1 0,9-11,-15 22,1 1,0-1,-1 1,1 0,1 1,-1-1,0 1,1-1,-1 1,1 0,0 1,-1-1,1 1,0 0,0 0,0 1,0-1,0 1,0 0,0 1,0-1,0 1,0 0,0 0,-1 0,1 1,0 0,-1 0,1 0,3 2,3 3,0-1,-1 2,1-1,-2 1,1 1,-1 0,0 0,-1 1,0 0,-1 0,4 8,-7-14,-1 0,0 0,0 0,-1 1,1-1,-1 1,0 0,0 0,-1 0,1 0,-1 0,0 0,0 0,-1 0,0 0,0 0,0 0,0 0,-1 1,0-1,0 0,0 0,0 0,-1-1,0 1,0 0,-1 0,1-1,-1 0,0 1,0-1,-1 0,-7 1,-1 0,-1-1,1-1,0 0,-1-1,1 0,-1-1,0-1,0 0,1 0,-1-1,0-1,1 0,-1-1,-7-2,-110-30,142 28,192 7,-140 1</inkml:trace>
  <inkml:trace contextRef="#ctx0" brushRef="#br0" timeOffset="83945.705">1087 6405,'-1'-3,"1"-1,-1 1,0 0,-1 0,1 0,0 0,-1 1,1-1,-1 0,0 1,0-1,0 1,-1-1,1 1,0 0,-1 0,1 0,-1 0,0 1,0-1,0 1,1-1,-1 1,-1 0,1 0,0 0,0 1,0-1,0 1,-1 0,1 0,0 0,0 0,0 0,-1 1,1-1,0 1,0 0,0 0,0 0,-1 1,-3 2,0 1,1 0,-1 0,1 1,0 0,1 0,0 0,0 1,0-1,1 1,-1 0,2 1,-1-1,1 1,0-1,1 1,0 0,0 0,0 0,1 0,1 1,-1-1,1 0,1 0,-1 0,2 7,0-11,-1 1,1-1,0 1,0-1,1 0,-1 0,1 0,0 0,0 0,0-1,0 1,1-1,-1 0,1 0,0 0,0 0,0-1,0 0,1 0,-1 0,1 0,-1-1,1 1,-1-1,1 0,0-1,0 1,-1-1,1 0,0 0,0 0,-1-1,1 0,0 0,0 0,-1 0,1-1,-1 0,0 0,1 0,-1 0,0-1,0 1,3-4,-1 0,-1-1,0 0,-1 0,1-1,-1 1,-1-1,1 0,-2 0,1 0,-1-1,0 1,0-1,-1 1,0-1,-1 1,0-1,0 1,-2-4,1 64,3-43,1 1,-1-1,1 1,1-1,-1 0,2 0,-1-1,1 1,1-1,-1 0,1 0,4 3,-7-8,0 1,1-1,0 1,-1-1,1 0,0 0,1-1,-1 1,0-1,1 0,-1 0,1-1,-1 1,1-1,0 0,0 0,0-1,0 1,0-1,-1 0,1 0,0-1,0 1,0-1,3-1,-3 0,-1 0,0 0,0 0,0-1,-1 1,1-1,0 0,-1 0,0 0,0-1,0 1,0-1,0 0,-1 0,1 0,-1 0,0 0,-1 0,1 0,-1-1,1-2,11-99,-12 94,-1-1,0 1,-1-1,-1 1,0 0,0 0,-1 0,-1 0,0 0,-1 0,0 1,-1 0,-1-3,6 15,1-1,0 1,0-1,0 1,0-1,0 1,-1-1,1 1,0-1,-1 1,1-1,0 0,0 1,-1-1,1 1,-1-1,1 0,0 1,-1-1,1 0,-1 0,1 1,-1-1,1 0,-1 0,1 0,-1 0,1 0,-1 0,1 1,-1-1,1 0,-1 0,1-1,-1 1,1 0,-1 0,1 0,-1 0,1 0,-1 0,1-1,-1 1,1 0,0 0,-1-1,1 1,5 4,1 1,-1-1,1-1,0 1,1-1,-1 0,0 0,1-1,0 0,-1 0,1-1,0 0,0 0,0 0,0-1,4 0,-4 1,224 4,-228-5,-1 0,1 0,-1 0,0 1,1-1,-1 1,0-1,1 1,-1 0,0 0,0 0,0 0,1 0,-1 0,0 1,-1-1,1 1,0 0,0-1,-1 1,1 0,-1 0,1 0,-1 0,0 0,0 0,0 0,0 1,0-1,0 0,-1 1,1-1,-1 0,0 1,1-1,-1 1,0-1,-1 0,1 1,0-1,-1 1,-34 180,35-180,0 1,1 0,-1 0,1-1,0 1,0 0,0-1,0 1,1-1,0 1,-1-1,1 0,0 0,1 0,-1 0,0 0,1 0,0 0,0-1,-1 0,2 1,-1-1,0 0,0 0,1-1,-1 1,0-1,1 0,0 1,-1-2,1 1,3 0,15 3,0-1,0-2,0 0,0-1,1-1,-1-1,0-1,0-1,-1-1,1-1,-1-1,0-1,-1-1,0 0,0-2,0 0,-13 7,1 1,-1-1,0-1,-1 1,1-1,-1 0,0-1,0 1,-1-1,0 0,0-1,0 1,0-1,-1 0,-1 0,1 0,-1-1,0 1,-1-1,1 0,-2 0,1 0,-1 0,0 0,-1-7,0 13,-1-1,0 1,0-1,0 1,0-1,-1 1,1-1,-1 1,1 0,-1 0,0 0,0 0,0 0,0 0,0 1,0-1,-1 1,1-1,0 1,-1 0,1 0,-1 0,0 0,1 0,-1 0,0 1,1 0,-1-1,-2 1,-80 13,75-9,0 0,0 1,0 0,0 1,1 0,0 1,0 0,0 0,1 1,1 0,-1 0,1 1,0 0,1 0,0 1,1-1,0 1,0 1,1-1,-1 5,4-12,1 0,-1 0,1 0,0 0,0 0,0 0,0 0,0 0,1 0,0 0,-1 0,1 0,0-1,0 1,1 0,-1 0,0-1,1 1,0-1,-1 1,1-1,0 0,1 0,-1 1,0-2,0 1,1 0,-1 0,1-1,0 1,-1-1,1 0,0 0,7 3,0 0,1-1,-1-1,0 1,1-2,-1 0,1 0,10-1,-9 0,1-2,0 0,-1 0,1-1,-1 0,0-1,0-1,0 0,10-6,-18 8,1 1,-1-1,0 1,0-1,0 0,0-1,-1 1,1-1,-1 0,0 1,0-2,0 1,0 0,-1 0,0-1,0 1,0-1,0 0,-1 0,0 1,0-1,0 0,0 0,-1 0,0 0,0-3,0 5,-1 0,1 0,-1 0,0 1,1-1,-1 0,0 1,-1-1,1 1,0-1,-1 1,1 0,-1-1,0 1,0 0,0 0,0 0,0 0,0 1,0-1,-1 0,1 1,-2-1,2 3,1 0,0 0,-1 0,1 0,0 0,0 0,-1 1,1-1,0 1,0-1,1 0,-1 1,0-1,0 1,1 0,-1-1,1 1,-1-1,1 1,0 0,0 0,0-1,0 1,0 0,0-1,0 1,0 0,1-1,-1 1,0 0,1-1,0 1,-1-1,1 1,0 0,2 5,0 0,0 1,0-1,1 0,0-1,1 1,-1-1,1 0,0 0,1 0,-1-1,1 0,1 0,-1 0,0-1,1 0,0 0,0 0,0-1,1 0,-1-1,7 2,19 5,1-2,-1-1,2-2,16 0,29 1</inkml:trace>
  <inkml:trace contextRef="#ctx0" brushRef="#br0" timeOffset="100651.203">525 7154,'-10'-1,"0"1,0 1,0 0,0 1,0 0,0 0,1 1,-1 0,1 0,-1 1,1 1,0 0,1 0,-1 0,1 1,0 1,1-1,-1 1,1 0,1 1,-1 0,1 0,1 0,-1 2,4-8,1 0,0 1,0-1,0 1,0-1,1 1,-1-1,0 1,1-1,0 1,0 0,0-1,0 1,0-1,0 1,1 0,-1-1,1 1,-1-1,1 1,0-1,0 0,1 1,-1-1,0 0,1 0,-1 1,1-1,0 0,-1-1,1 1,0 0,0 0,0-1,1 1,-1-1,0 0,0 0,1 0,-1 0,1 0,-1 0,1-1,-1 1,1-1,1 1,6-3,0 0,0 0,-1-1,1 0,-1-1,1 0,-1-1,-1 1,1-2,-1 1,1-1,-2-1,1 1,-1-1,0-1,0 1,-1-1,0 0,0-1,-1 1,0-1,-1 0,3-6,0-3,0 0,-1-1,-1 1,-1-1,0 0,-2-1,0 1,-1 0,-1-1,-1 1,0-1,-2 1,0 0,-1 0,-6-17,10 35,0 0,0 0,0-1,0 1,0 0,0 0,-1-1,1 1,0 0,-1 0,1-1,-1 1,1 0,-1 0,1 0,-1 0,0 0,0 0,1 0,-1 0,0 0,0 0,0 0,0 0,0 1,0-1,0 0,0 1,-1-1,1 1,0-1,0 1,0 0,-1-1,1 1,0 0,0 0,-1 0,1 0,0 0,0 0,-1 0,1 0,0 1,-4 5,1 0,1 0,-1 0,1 1,0 0,1 0,0-1,0 2,0-1,1 0,0 0,0 6,-2 2,-3 17,1 1,1 0,2 1,2-1,0 0,3 0,0 0,6 18,-8-45,0-1,1 1,-1-1,1 1,1-1,-1 1,1-1,0 0,0 0,0 0,1-1,-1 1,1-1,0 0,1 0,-1 0,1 0,-1-1,1 0,0 0,0 0,1-1,-1 1,1-1,-1-1,1 1,-1-1,1 0,0 0,0 0,0-1,-1 0,2 0,6-4,0 0,-1-1,0-1,0 0,-1 0,0-1,0 0,0-1,-1 0,0-1,0 0,-1-1,-1 0,1 0,-2-1,1 0,-2 0,1-1,2-8,-5 13,-1 0,0 0,0 0,-1 0,0-1,0 1,-1-1,0 0,0 1,-1-1,0 0,0 1,-1-4,1 11,-1-1,1 1,-1-1,1 1,-1 0,1-1,-1 1,1 0,-1-1,1 1,-1 0,0 0,1-1,-1 1,1 0,-1 0,0 0,1 0,-1 0,1 0,-1 0,0 0,1 0,-1 0,1 1,-1-1,0 0,1 0,-1 0,1 1,-1-1,1 0,-1 1,1-1,-1 0,1 1,-1-1,1 1,-1-1,1 1,0-1,-1 1,1-1,0 1,-1-1,1 1,0-1,0 1,0 0,-1-1,1 1,0-1,0 1,0 0,0-1,0 1,0-1,-2 4,1 0,-1 0,1 0,0 0,0 0,0 0,1 0,-1 0,1 1,0-1,0 0,1 0,-1 0,1 0,0 0,0 0,0 0,1 0,-1 0,1 0,0-1,0 1,0 0,1-1,-1 0,4 4,0 0,1 0,0-1,1 0,0 0,0 0,0-1,1 0,-1-1,1 1,0-2,2 1,54 13,-1-6</inkml:trace>
  <inkml:trace contextRef="#ctx0" brushRef="#br0" timeOffset="100915.629">2063 7127,'-2'16,"-1"10,-1 4,2 3,0-3,1-4,1-6</inkml:trace>
  <inkml:trace contextRef="#ctx0" brushRef="#br0" timeOffset="101601.076">1902 7006,'48'-9,"0"2,0 2,1 2,-1 3,4 1,-44-1,0-1,0 1,0 0,0 1,0 0,0 0,-1 1,1 0,0 0,-1 1,1 0,-1 0,0 0,0 1,0 1,-1-1,0 1,1 0,-1 0,-1 1,1-1,-1 1,0 1,-1-1,1 1,-1 0,3 6,-3 6,-1-1,-1 1,-1 0,0-1,-1 1,-2 7,2 54,0-76,0-1,0 0,1 0,-1 0,1 0,0 0,-1 0,1 0,0 0,1 0,-1 0,1-1,-1 1,1 0,0-1,0 1,0-1,0 0,0 1,0-1,1 0,-1-1,1 1,0 0,-1-1,1 1,0-1,0 0,0 0,0 0,0 0,0-1,0 1,0-1,0 1,2-1,7-2,1-1,-1 0,1-1,-1 0,0-1,0 0,-1-1,0 0,0-1,0 0,-1-1,0 0,0 0,-1-1,0-1,-1 0,0 0,0-1,22-46,-30 57,1-1,-1 1,1 0,-1 0,1 0,-1 0,1 0,-1 0,1 0,-1 1,1-1,-1 0,1 0,-1 0,1 0,-1 1,1-1,-1 0,1 1,-1-1,1 0,-1 1,0-1,1 0,-1 1,0-1,1 1,-1-1,0 0,1 1,-1-1,0 1,0-1,0 1,0-1,1 1,-1-1,0 1,0-1,0 1,0 0,0-1,0 1,0-1,0 1,0-1,-1 1,1-1,0 1,1 3,4 8,0 0,1 0,0-1,1 0,0 0,1-1,0 1,1-2,0 1,0-1,1-1,0 1,1-2,0 0,0 0,0-1,1 0,0-1,0 0,0-1,1 0,-1-1,1 0,0-1,0-1,0 0,0-1,9-1,-14-1,-1 0,0 0,1-1,-1-1,0 1,0-1,-1 0,1-1,-1 1,0-1,0 0,-1-1,1 0,-1 0,0 0,-1 0,0-1,0 1,0-1,-1 0,1 0,-2-1,2-4,4-16,-1 1,-2-1,-1 0,-1 0,-1-28,-3-195,-2 213,-2 25,0 17,-3 25,-1 32,2 0,4 1,1 4,2-45,1 0,0-1,1 1,2-1,0 1,1-1,1 0,2 3,-5-15,0-1,1 1,0-1,0 0,1 0,-1-1,2 1,-1-1,1 0,0-1,0 1,0-1,1 0,0-1,0 1,0-1,0-1,1 1,-1-2,1 1,8 1,20 0,-6-7</inkml:trace>
  <inkml:trace contextRef="#ctx0" brushRef="#br0" timeOffset="101788.57">2958 7020,'16'14,"21"6,21 0,18-3,14-5,8-4,-1-1,-18-2</inkml:trace>
  <inkml:trace contextRef="#ctx0" brushRef="#br0" timeOffset="102200.958">3613 7354,'-5'-19,"0"0,1 0,1-1,1 1,0-1,2 1,0-1,1 0,3-13,-3 30,0 0,0 0,0 0,0 1,0-1,1 0,-1 1,1-1,0 1,-1-1,1 1,1 0,-1 0,0 0,0 0,1 0,-1 0,1 1,0-1,-1 1,1 0,0-1,0 1,0 1,0-1,0 0,0 1,0-1,0 1,0 0,0 0,0 0,0 1,0-1,0 1,0-1,0 1,-1 0,3 1,184 48,-187-50,0 0,0 0,0 0,0 0,0 0,0 1,0-1,-1 0,1 1,0-1,0 1,0 0,0 0,-1 0,1 0,0 0,-1 0,1 0,-1 0,0 1,1-1,-1 0,0 1,1-1,-1 1,0 0,0-1,-1 1,1 0,0 0,0-1,-1 1,1 0,-1 0,0 0,1 0,-1 0,0 0,0 0,0 0,0-1,-1 2,-22 45,19-43,1 0,-1 1,1 0,0 0,0 0,1 0,-1 0,1 1,1-1,-1 1,1-1,0 1,1-1,0 1,0 0,0-1,1 1,0-1,1 6,3-6,0-1,0-1,0 1,1-1,0 0,-1 0,2 0,-1-1,0 0,1 0,-1-1,1 0,0 0,0 0,0-1,0 0,0 0,0-1,0 0,0 0,0-1,0 0,3 0,38-4,0-1,0-3,-1-1,2-3,23-8</inkml:trace>
  <inkml:trace contextRef="#ctx0" brushRef="#br0" timeOffset="156458.275">16942 4092,'20'-45,"-1"-1,-3-1,-2 0,-2-1,-2 0,-2-1,1-42,-42 349,24-16,11-218,1-8</inkml:trace>
  <inkml:trace contextRef="#ctx0" brushRef="#br0" timeOffset="157164.714">17276 3985,'0'7,"1"0,0-1,0 1,0-1,1 1,0-1,0 0,1 0,0 0,0 0,0 0,1 0,0-1,0 0,0 0,1 0,-1 0,1-1,1 0,-1 0,0 0,1 0,0-1,0 0,0 0,0-1,0 1,0-2,1 1,-1 0,1-1,0-1,-1 1,1-1,3 0,-2 1,-1-1,0 0,1-1,-1 1,0-1,1-1,-1 1,0-1,0-1,0 1,-1-1,1 0,0-1,-1 1,0-1,0-1,0 1,0-1,-1 0,0 0,0-1,0 1,-1-1,0 0,0-1,0 1,-1 0,0-1,0 0,-1 0,1 0,0-7,-1 7,1-1,-2 0,1 0,-1 1,0-1,-1 0,0 0,0 0,-1 0,0 0,0 0,-1 0,0 1,0-1,-1 1,0-1,0 1,0 0,-1 0,-1 0,1 1,-1-1,0 1,0 0,-1 1,1-1,-2 1,1 0,0 1,-1-1,0 1,0 1,0-1,-7-1,9 4,-1 0,0 0,0 1,0 0,0 0,0 1,0-1,0 1,0 1,1-1,-1 1,0 0,1 0,0 1,-1-1,1 1,0 1,0-1,1 1,-1-1,1 1,-1 1,1-1,1 0,-1 2,-4 2,2 1,-1 1,1-1,1 1,-1 0,2 1,0-1,0 1,1 0,0 0,0 0,0 10,3-17,0 1,0-1,0 1,1 0,0-1,-1 0,2 1,-1-1,0 0,1 1,0-1,0 0,0 0,0 0,1-1,0 1,0 0,0-1,0 0,0 0,0 0,1 0,0 0,-1-1,1 1,0-1,0 0,1 0,-1-1,4 2,6 1,1 0,-1-1,1 0,0-1,0-1,0-1,0 0,14-2,1-3,1-1,-1-1,0-2,0-1,-1-1,-1-1,0-2,0-1,8-8,-35 23,-1-1,0 0,1 0,-1 0,1 1,-1-1,1 0,-1 1,1-1,0 1,-1-1,1 0,0 1,-1-1,1 1,0 0,0-1,0 1,-1 0,1-1,0 1,0 0,0 0,0 0,0 0,-1 0,1-1,0 2,0-1,0 0,0 0,0 0,-1 0,1 1,0-1,0 0,0 1,0-1,-1 0,1 1,0-1,-1 1,1-1,0 1,-1 0,1-1,0 1,-1 0,1-1,-1 1,0 0,1 0,-1-1,1 1,-1 0,0 0,0 0,1 0,-1-1,0 1,0 0,0 0,0 0,0 0,0 0,0-1,0 2,0 5,0 0,1 0,0 0,0 0,1 0,0 0,0 0,0-1,1 1,0-1,1 1,-1-1,1 0,0 0,1-1,0 1,-1-1,2 0,-1 0,0-1,1 1,0-1,0-1,0 1,1-1,3 2,-2-2,1 0,-1 0,1 0,-1-1,1 0,0-1,0 0,0 0,0-1,-1 0,1-1,0 0,0 0,0-1,-1 0,1-1,-1 1,1-2,-1 1,0-1,0-1,-1 1,1-1,-1 0,0-1,-1 0,1 0,-1 0,0-1,0 0,-1 0,0-1,-1 1,1-1,-1 0,-1 0,0-1,0 1,0-2,-2 1,0 1,-1-1,0 1,-1-1,0 1,0 0,-1-1,0 1,0 0,-1 0,0 0,-1 0,1 1,-1-1,-1 1,1 0,-2 0,1 1,0 0,-1-1,0 2,-1-1,1 1,-1 0,0 0,-1 1,1 0,-1 0,1 1,-1 0,0 0,0 1,-1 0,1 0,0 1,-1 0,1 0,0 1,-4 0,-3 4,-1 1,1 0,0 2,0-1,1 1,0 1,0 1,1 0,0 1,1 0,0 1,0 0,1 1,1 0,0 1,0 0,2 0,-2 4,-17 25</inkml:trace>
  <inkml:trace contextRef="#ctx0" brushRef="#br0" timeOffset="50037.92">10124 2728,'5'53,"-1"1,-4-1,-1 0,-3 0,-3 0,-7 29,9-62,-1-58,37-244,-11 64,-10 181,-10 36,0 1,1-1,-1 1,1 0,0-1,-1 1,1-1,-1 1,1 0,-1-1,1 1,0 0,-1 0,1 0,0-1,-1 1,1 0,0 0,-1 0,1 0,0 0,-1 0,1 0,0 0,-1 1,1-1,0 0,-1 0,1 1,0-1,-1 0,1 0,-1 1,1-1,-1 1,1-1,0 1,-1-1,0 1,1-1,-1 1,1-1,-1 1,0-1,1 1,-1 0,0-1,0 1,1 0,93 142,-40-47,-53-95,0 0,0 0,0 1,0-1,0 0,1 0,-1-1,1 1,-1 0,0 0,1-1,-1 1,1 0,0-1,-1 0,1 1,-1-1,1 0,0 0,-1 0,1 0,-1 0,1 0,0 0,-1-1,1 1,-1-1,1 1,-1-1,1 1,-1-1,1 0,-1 0,0 0,1 0,-1 0,0 0,0 0,0 0,1-1,43-54,-32 33,-1 0,-1-1,-1 0,-1 0,-1-1,-2-1,3-19,-18 140,5 0,3 1,5 6,-4-69,1 1,2-1,1 0,1 0,2-1,1 0,2 0,1-1,1 0,2 0,1-2,4 4,-3-11</inkml:trace>
  <inkml:trace contextRef="#ctx0" brushRef="#br0" timeOffset="51035.107">10779 3143,'-1'-1,"1"0,0 0,-1 0,1 0,-1-1,1 1,0 0,0 0,0 0,0 0,0 0,0 0,0 0,0-1,0 1,0 0,1 0,-1 0,0 0,1 0,-1 0,1 0,-1 0,1 0,0 0,-1 0,1 0,0 0,0 1,-1-1,1 0,0 1,0-1,0 0,0 1,0-1,0 1,1-1,42-19,-33 16,0 0,0 1,0 0,0 1,0 1,0-1,1 2,-1 0,0 0,1 1,-1 0,0 1,0 0,0 1,0 0,5 3,-13-5,-1 1,1-1,-1 1,0 0,0 0,0 0,0 0,0 0,0 1,-1-1,1 0,-1 1,1-1,-1 1,0 0,0-1,0 1,-1 0,1 0,-1 0,1-1,-1 1,0 0,0 0,0 0,0 0,-1-1,1 1,-1 0,0 0,0 0,0-1,0 1,0-1,0 1,-1-1,1 1,-1-1,0 0,0 1,-11 15,-1-1,0-1,-1 0,-1-1,-16 11,-63 69,94-94,0 0,0 0,0 0,0 0,0 0,0 0,0 0,1 0,-1 0,0 0,1 1,-1-1,1 0,-1 0,1 1,0-1,-1 0,1 1,0-1,0 0,0 1,0-1,0 1,1-1,-1 0,0 1,0-1,1 0,-1 0,1 1,-1-1,1 0,0 0,-1 0,1 1,0-1,0 0,0 0,0 0,0 0,0-1,0 1,8 4,1-1,-1-1,1 0,0 0,0-1,0 0,0-1,0 0,0-1,7 0,2 1,251-11,-116 1,-121 8</inkml:trace>
  <inkml:trace contextRef="#ctx0" brushRef="#br0" timeOffset="40236.628">18265 737,'18'2,"18"1,16 0,13-1,8 2,9 0,1-1,-2 0,-7-2,-15 0,-18 0</inkml:trace>
  <inkml:trace contextRef="#ctx0" brushRef="#br0" timeOffset="40486.092">18573 509,'-4'23,"-3"19,2 13,0 11,1 6,5 5,3 0,6-4,6-8,4-7,0-15</inkml:trace>
  <inkml:trace contextRef="#ctx0" brushRef="#br0" timeOffset="40733.672">18973 483,'14'20,"14"19,10 11,11 9,8 3,6 0,2-1,0-4,-4-7,-4-8,-9-9,-10-10,-11-9</inkml:trace>
  <inkml:trace contextRef="#ctx0" brushRef="#br0" timeOffset="40985.001">19455 496,'-16'7,"-12"11,-12 12,-10 14,-1 11,-1 10,6 8,9 2,12-2,12-7,13-10,6-14</inkml:trace>
  <inkml:trace contextRef="#ctx0" brushRef="#br0" timeOffset="41253.282">19696 990,'-1'3,"0"0,0 0,1 0,-1 0,1 0,-1 0,1 0,0 0,0 0,1 0,-1 0,0 0,1 0,0 0,0 0,0-1,0 1,0 0,1 0,-1-1,1 1,-1-1,1 1,0-1,0 0,0 0,1 0,-1 0,0 0,1 0,1 0,4 3,1 0,-1-1,1 0,0-1,1 0,-1 0,0-1,1 0,4-1,-1 1,-1-1,1-1,0 0,0-1,0-1,-1 0,13-3,-21 4,0 0,0 0,-1-1,1 1,0-1,0 0,-1 0,1 0,-1-1,0 1,0-1,0 1,0-1,0 0,0-1,-1 1,1 0,-1-1,0 1,0-1,-1 0,1 1,-1-1,1 0,-1 0,0-2,-1 1,1-1,-1 1,0 0,-1 0,0 0,1 0,-2 0,1 0,0 0,-1 1,0-1,0 0,0 1,-1-1,0 1,0 0,0 0,0 0,0 0,-1 1,0-1,0 1,0 0,0 0,0 0,0 0,-1 1,0 0,-5-3,0 0,0 1,0 1,0 0,-1 0,1 1,-1 0,0 1,1 0,-1 1,0 0,-10 1,13 1,-1-1,1 1,-1 1,1-1,0 2,0-1,0 1,0 0,1 0,0 1,0 0,0 1,0 0,1 0,0 0,0 0,-2 5,-7 13</inkml:trace>
  <inkml:trace contextRef="#ctx0" brushRef="#br0" timeOffset="41656.206">20097 41,'14'16,"11"19,12 22,10 21,8 20,5 17,1 9,-7 6,-12 1,-13-1,-19-2,-21-7,-22-8,-18-12,-11-17,-5-17,9-20</inkml:trace>
  <inkml:trace contextRef="#ctx0" brushRef="#br0" timeOffset="42053.146">21140 54,'-20'16,"-17"19,-12 20,-8 20,-3 18,2 16,9 10,12 3,15-1,18-5,16-9,18-11,13-13,10-14,6-15,-1-16,-4-14,-10-11</inkml:trace>
  <inkml:trace contextRef="#ctx0" brushRef="#br0" timeOffset="42320.432">21086 589,'10'18,"11"18,11 14,10 9,9 7,4 3,1-1,-5-5,-10-7,-8-10,-11-13</inkml:trace>
  <inkml:trace contextRef="#ctx0" brushRef="#br0" timeOffset="42524.9">21460 616,'-16'-2,"-14"4,-11 8,-6 13,-3 16,1 13,8 10,8 8,7 3,9 1,6-3,6-5,3-13</inkml:trace>
  <inkml:trace contextRef="#ctx0" brushRef="#br0" timeOffset="42870.962">21581 937,'13'-5,"1"1,0 1,0 1,0 0,0 0,0 2,0-1,1 2,-1 0,0 1,0 0,0 1,0 1,1 0,-12-2,0-1,0 1,0-1,-1 1,1 0,0 0,-1 0,0 0,1 0,-1 1,0-1,0 1,0-1,-1 1,1 0,-1 0,1 0,-1 0,0 0,0 0,0 0,-1 0,1 0,-1 0,0 1,0-1,0 0,0 0,0 0,-1 1,1-1,-2 3,-1 5,-1 1,-1-1,0 0,0 0,-1 0,-1-1,0 0,-1 1,-16 20,14-19,0 1,1 0,0 0,1 1,1 0,-4 9,10-21,1-1,-1 0,1 1,-1-1,1 1,0-1,-1 0,1 1,0-1,0 1,0-1,0 1,1-1,-1 0,0 1,0-1,1 1,-1-1,1 0,-1 1,1-1,0 0,0 0,-1 1,1-1,0 0,0 0,0 0,0 0,0 0,0 0,1 0,-1 0,0-1,1 1,53 11,-21-11,0-2,0-2,0-1,14-4,17-4</inkml:trace>
  <inkml:trace contextRef="#ctx0" brushRef="#br0" timeOffset="43153.734">22156 790,'16'0,"14"2,14 1,10 0,8-1,2 0,-1-1,-2 0,-6-3,-13-1</inkml:trace>
  <inkml:trace contextRef="#ctx0" brushRef="#br0" timeOffset="43407.162">22329 576,'-13'18,"-5"15,1 12,3 8,4 6,6 3,4-2,3-2,3-6,-1-12</inkml:trace>
  <inkml:trace contextRef="#ctx0" brushRef="#br0" timeOffset="43656.496">22650 415,'0'23,"4"17,7 12,10 7,8 5,9 0,7-3,2-6,2-8,-2-7,-2-10,-5-10,-7-9,-8-6</inkml:trace>
  <inkml:trace contextRef="#ctx0" brushRef="#br0" timeOffset="43847.043">23011 509,'-18'7,"-13"9,-6 11,0 9,0 11,3 9,4 5,4 5,2-1,3-1,3-12</inkml:trace>
  <inkml:trace contextRef="#ctx0" brushRef="#br0" timeOffset="44083.411">23212 910,'-14'19,"-6"12,-1 7,4 8,5 2,6-1,10-3,5-5,4-6,0-9</inkml:trace>
  <inkml:trace contextRef="#ctx0" brushRef="#br0" timeOffset="44362.666">23372 831,'18'-3,"18"0,14 0,9 0,7 2,0 0,-1 0,-10 1,-13 0</inkml:trace>
  <inkml:trace contextRef="#ctx0" brushRef="#br0" timeOffset="44533.22">23639 563,'-11'13,"-4"14,0 12,4 8,5 7,6 4,6 3,1-2,2-4,2-7,3-9,0-11</inkml:trace>
  <inkml:trace contextRef="#ctx0" brushRef="#br0" timeOffset="44827.436">23813 443,'16'13,"14"14,12 12,9 10,6 5,4 4,3 1,-3-2,-4-4,-7-8,-11-9,-9-10,-10-10</inkml:trace>
  <inkml:trace contextRef="#ctx0" brushRef="#br0" timeOffset="45050.839">24295 536,'-16'9,"-10"12,-5 14,-4 13,0 9,-2 6,4 2,4-2,9-1,6-6,11-9,5-13</inkml:trace>
  <inkml:trace contextRef="#ctx0" brushRef="#br0" timeOffset="45410.652">24508 977,'-2'2,"0"0,0 1,1-1,-1 0,1 1,-1 0,1-1,0 1,0 0,0-1,0 1,1 0,-1 0,1 0,0-1,-1 1,1 0,0 0,1 0,-1 0,1 0,-1 0,1-1,0 1,0 0,0 0,0-1,0 1,1-1,-1 1,1-1,0 0,-1 1,1-1,0 0,1 0,-1 0,0-1,0 1,1 0,-1-1,1 1,0-1,-1 0,1 0,0 0,-1 0,3 0,-1 1,0 0,0 0,0-1,0 1,0-1,1 0,-1 0,0 0,1 0,-1-1,1 0,-1 0,0 0,1 0,-1-1,1 0,-1 0,0 0,1 0,-1-1,0 1,0-1,0 0,0 0,-1-1,1 1,0-1,-1 0,0 0,0 0,0 0,0-1,0 1,0-1,-1 0,0 0,2-2,-3 1,0-1,0 1,0 0,-1 0,0-1,0 1,0 0,0-1,-1 1,0 0,0 0,0 0,-1 0,0 0,0 0,0 0,-1 0,1 1,-1-1,0 1,0 0,-1-1,1 2,-1-1,0 0,0 1,0 0,-1 0,1 0,-1 0,1 1,-1-1,0 1,0 0,0 1,0-1,0 1,-1 0,1 1,0-1,0 1,-1 0,1 0,0 1,-1-1,1 1,0 0,0 1,0-1,0 1,0 0,-4 3,4-3,1 1,-1 0,1 1,0-1,-1 1,2 0,-1 0,0 0,1 0,0 1,0-1,0 1,0 0,1 0,0 0,0 0,0 1,1-1,0 0,0 1,0-1,0 1,1 0,1 21</inkml:trace>
  <inkml:trace contextRef="#ctx0" brushRef="#br0" timeOffset="45770.689">24829 1,'10'23,"6"23,8 24,7 24,5 18,3 12,-1 6,-1 2,-6-4,-8-6,-12-5,-17-6,-21-7,-22-7,-24-11,2-20</inkml:trace>
  <inkml:trace contextRef="#ctx0" brushRef="#br0" timeOffset="37865.007">15311 228,'-18'21,"-15"17,-9 17,-7 14,-3 14,-1 14,3 7,10 6,11-1,15-3,22-8,20-9,18-11,14-12,8-12,1-14,-3-13,-14-11</inkml:trace>
  <inkml:trace contextRef="#ctx0" brushRef="#br0" timeOffset="38163.216">15324 629,'12'7,"7"9,8 11,7 12,3 14,3 8,1 3,3 0,-1-1,-2-8,-3-8,-5-8,-5-10,-4-11,-4-10,-5-6</inkml:trace>
  <inkml:trace contextRef="#ctx0" brushRef="#br0" timeOffset="38363.224">15672 657,'-16'0,"-10"6,-5 12,-1 14,-1 13,2 13,0 7,5 4,1 2,5-2,6-4,6-12</inkml:trace>
  <inkml:trace contextRef="#ctx0" brushRef="#br0" timeOffset="38679.006">15859 964,'15'-6,"0"0,1 1,-1 0,1 2,0 0,1 0,-1 2,8 0,-22 1,1 0,-1 0,1 0,-1 0,0 1,1-1,-1 1,0 0,1-1,-1 1,0 0,0 0,0 1,1-1,-1 0,-1 1,1-1,0 1,0 0,-1 0,1-1,0 1,-1 0,0 0,0 1,1-1,-1 0,0 0,-1 1,1-1,0 0,-1 1,1-1,-1 0,0 1,0-1,0 1,0-1,0 1,0-1,-1 0,1 1,-1 1,-4 15,-1-1,0 1,-2-1,0-1,-1 1,-9 13,-33 77,50-107,0 1,0 0,0 0,1 0,-1 0,1 0,0 0,-1 0,1 0,0 0,0 0,0 0,0 0,1 0,-1 0,0 0,1 0,0 0,-1 0,1-1,0 1,0 0,0 0,0-1,0 1,0 0,1-1,-1 1,1-1,-1 1,1-1,-1 0,1 0,0 0,-1 0,1 0,0 0,0 0,0-1,0 1,0 0,0-1,16 3,0 0,-1-1,1-1,0-1,0 0,0-2,0 0,16-4,-23 5,65-12</inkml:trace>
  <inkml:trace contextRef="#ctx0" brushRef="#br0" timeOffset="38961.57">16447 790,'14'0,"13"0,14 0,11 0,8 0,3 0,-2 0,-8 0,-12-2,-13-1</inkml:trace>
  <inkml:trace contextRef="#ctx0" brushRef="#br0" timeOffset="39165.424">16634 576,'-11'20,"-4"17,0 12,6 10,6 4,8 2,9 0,3-5,1-8,-2-12</inkml:trace>
  <inkml:trace contextRef="#ctx0" brushRef="#br0" timeOffset="39439.717">17102 563,'2'16,"8"9,11 11,11 5,10 2,6 2,4 1,1-2,-5-2,-6-4,-8-3,-9-6,-9-7</inkml:trace>
  <inkml:trace contextRef="#ctx0" brushRef="#br0" timeOffset="39690.048">17450 589,'-14'2,"-11"6,-8 10,-3 12,0 11,4 10,7 11,8 4,7-1,7-2,7-5,2-13</inkml:trace>
  <inkml:trace contextRef="#ctx0" brushRef="#br0" timeOffset="39956.861">17730 951,'-6'18,"-4"13,2 10,1 5,2 6,2 1,3 1,5-2,3-4,1-9</inkml:trace>
  <inkml:trace contextRef="#ctx0" brushRef="#br0" timeOffset="35519.122">12610 883,'12'0,"12"0,14 0,14 0,11 0,8 0,-1 0,-2 0,-6 0,-12 0,-11 0,-13 0</inkml:trace>
  <inkml:trace contextRef="#ctx0" brushRef="#br0" timeOffset="35775.78">12865 643,'-5'18,"1"15,4 11,3 8,2 3,2 0,0-1,-1 0,-2-1,-2-4,2-4,-1-10</inkml:trace>
  <inkml:trace contextRef="#ctx0" brushRef="#br0" timeOffset="36284.409">13386 710,'0'-2,"0"1,2 6,6 10,5 11,8 9,9 7,9 7,6 1,6-1,2-4,-3-5,-3-5,-7-7,-9-7,-8-10,-10-7</inkml:trace>
  <inkml:trace contextRef="#ctx0" brushRef="#br0" timeOffset="36535.204">13747 629,'-16'-2,"-8"-1,-3 5,-3 4,2 8,1 8,1 10,2 11,1 9,0 7,1 5,2 3,5 0,5-6,8-8,5-13</inkml:trace>
  <inkml:trace contextRef="#ctx0" brushRef="#br0" timeOffset="36849.626">13908 1138,'8'5,"0"-1,0 0,0 0,1 0,0-1,0-1,0 1,0-2,0 1,0-1,1 0,-1-1,0 0,1-1,-1 0,0 0,0-1,0 0,0-1,0 0,0 0,-1-1,1 0,0-1,-2 2,0-1,0 0,0 0,0 0,0-1,-1 0,0-1,0 0,-1 1,2-3,-6 6,1 0,0 0,-1-1,1 1,-1-1,0 1,0-1,0 1,0-1,0 0,-1 1,1-1,-1 0,0 0,0 1,0-1,0 0,0 0,0 1,-1-1,1 0,-1 0,0 1,0-1,0 1,0-1,0 1,-1-1,1 1,-3-3,-2 0,0-1,-1 1,0 0,-1 0,1 1,-1 0,0 0,0 1,0 0,0 0,0 1,-1 0,1 1,-1-1,0 2,1-1,-1 1,0 1,1-1,-1 2,1-1,-1 1,1 0,0 1,0 0,-3 1,5-2,0 1,0-1,1 1,-1 0,1 1,0-1,0 1,0 0,0 0,1 1,-1-1,1 1,0 0,1 0,-1 1,1-1,0 1,0-1,1 1,0 0,0 0,0 1,0 20</inkml:trace>
  <inkml:trace contextRef="#ctx0" brushRef="#br0" timeOffset="37255.134">14455 189,'0'20,"5"19,5 18,9 15,10 14,6 10,3 5,-2 4,-6 1,-8 2,-18 0,-20-2,-23-3,-22-6,-15-13,4-19</inkml:trace>
  <inkml:trace contextRef="#ctx0" brushRef="#br0" timeOffset="33846.377">10565 803,'2'5,"8"3,9 1,12-1,13-3,10-1,7-4,2-4,-2-4,-5-1,-10 0,-13 0</inkml:trace>
  <inkml:trace contextRef="#ctx0" brushRef="#br0" timeOffset="34109.236">10805 670,'-6'-5,"-3"4,0 5,2 13,2 11,2 13,2 10,0 11,1 4,0 1,3-3,3-6,4-8,2-12</inkml:trace>
  <inkml:trace contextRef="#ctx0" brushRef="#br0" timeOffset="34407.438">11260 696,'16'7,"12"9,10 11,8 8,8 6,5 6,3 4,-3 0,-5-4,-7-5,-8-6,-10-8,-9-10</inkml:trace>
  <inkml:trace contextRef="#ctx0" brushRef="#br0" timeOffset="34680.712">11781 643,'-15'11,"-9"11,-4 11,-1 10,-4 13,-2 7,-2 8,0 1,5-1,7-6,9-10,6-14</inkml:trace>
  <inkml:trace contextRef="#ctx0" brushRef="#br0" timeOffset="34942.037">11955 1044,'2'11,"1"13,0 12,0 8,-2 7,3 2,2 3,0-9</inkml:trace>
  <inkml:trace contextRef="#ctx0" brushRef="#br0" timeOffset="32173.362">9081 269,'-18'4,"0"2,0 0,1 0,0 2,0 0,0 2,1-1,1 2,0 0,0 1,1 0,-11 13,10-8,0 1,2 1,0 0,1 1,0 0,2 1,1 0,0 1,1 0,2 0,0 1,2-1,0 1,1 0,2 0,0 1,2-1,1 9,1 5,2 1,2-1,1-1,2 1,2-1,1-1,2 0,1-1,1-1,22 31,-17-34,0-1,2-1,1-1,1-1,1-2,2-1,0 0,1-3,1 0,1-2,12 4,-5-6</inkml:trace>
  <inkml:trace contextRef="#ctx0" brushRef="#br0" timeOffset="32782.733">9268 683,'9'14,"10"8,9 9,5 2,8 3,3 2,0-1,-2 1,-4-3,-6-2,-6-2,-7-2,-8-4,-5-5</inkml:trace>
  <inkml:trace contextRef="#ctx0" brushRef="#br0" timeOffset="33047.892">9562 683,'-16'18,"-7"16,-7 12,-5 13,-1 7,-1 5,0-2,6-3,6-6,9-8,7-14</inkml:trace>
  <inkml:trace contextRef="#ctx0" brushRef="#br0" timeOffset="33421.994">9736 1057,'12'-8,"-1"0,2 1,-1 1,1 0,0 1,0 0,0 1,1 0,0 1,-1 1,1 0,1 1,-12 1,-1 0,1 0,0 0,-1 0,1 0,-1 1,1-1,-1 1,1 0,-1 0,1 0,-1 0,0 0,1 0,-1 1,0-1,0 1,0 0,0-1,0 1,-1 0,1 0,0 0,-1 0,1 1,-1-1,0 0,0 1,0-1,0 0,0 1,0-1,-1 1,1 0,-1-1,0 1,0-1,0 1,0 0,0-1,-1 1,1-1,-1 1,0 1,-4 11,-1-1,-1 0,-1 0,0-1,0 0,-1 0,-1-1,0 0,-1-1,-4 4,-46 57,60-71,0 0,0 0,0-1,1 1,-1 0,0 0,1 0,-1 0,1 1,-1-1,1 0,-1 0,1 0,0 0,-1 0,1 1,0-1,0 0,0 0,0 0,0 1,0-1,0 0,0 0,1 0,-1 1,0-1,1 0,-1 0,1 0,-1 0,1 0,0 0,-1 0,1 0,0 0,0 0,0 0,0 0,0-1,0 1,0 0,0-1,0 1,0 0,0-1,0 0,0 1,0-1,0 0,1 1,-1-1,0 0,0 0,0 0,1 0,-1 0,0 0,0 0,0 0,1-1,-1 1,1-1,35 1,1-2,-1-2,1-2,-1-1,13-5,-47 11,68-15</inkml:trace>
  <inkml:trace contextRef="#ctx0" brushRef="#br0" timeOffset="48463.066">8880 1752,'35'93,"-25"-64,0-1,2 0,1 0,1-2,1 1,2 0,-10-20,0 1,0-1,0 1,1-2,0 1,0-1,1-1,0 0,0 0,0 0,0-1,1 0,0-1,-1 0,1-1,0 0,1-1,-1 0,0 0,0-1,1 0,-1-1,7-1,19-4,0-2,-1-1,0-2,-1-1,0-1,1-3,52-24,-36 15,1 2,2 2,0 3,11-1,8 8,-1 4,1 2,1 3,40 6,-40-2,0 3,0 3,-1 3,0 3,-1 4,67 25,-104-26,0 1,-2 2,0 1,-1 2,12 12,-35-28,-3-3,0 1,1-1,-1 0,1-1,0 1,0-1,0-1,1 0,-1 1,1-2,-1 1,1-1,-1-1,1 1,0-1,-1-1,1 1,0-1,-1-1,1 1,-1-1,0-1,3 0,40-18,0-1,-1-3,-2-3,35-25,-48 31,-12 7,10-7,0 2,1 0,1 2,1 2,0 1,1 2,17-3,21 5,1 3,0 3,1 4,11 3,-75-2,695 20,404 47,-1106-66,254 18,-255-19,0 0,0 0,0 0,0-1,0 1,0-1,0 0,0 0,-1 0,1-1,0 1,-1-1,1 0,-1 0,1 0,-1-1,0 1,0-1,0 1,0-1,0 0,-1 0,1-1,-1 1,0 0,0-1,0 0,0-1,98-176,-94 173,-15 31,-14 23,13-25</inkml:trace>
  <inkml:trace contextRef="#ctx0" brushRef="#br0" timeOffset="149783.161">11300 376,'26'1,"42"-9,0 2,0 3,32 4,-31 0,72 0,-232-28,44 16,0 1,-1 3,1 1,-1 3,0 2,0 2,0 2,0 2,-18 6,10 9,57-21,0 1,-1 0,1 0,-1 0,1 0,-1 0,1-1,-1 1,1 0,0 0,-1 0,1 0,-1 1,1-1,-1 0,1 0,0 0,-1 0,1 1,-1-1,1 0,-1 0,1 1,-1-1,0 0,1 1,-1-1,1 1,-1-1,0 0,1 1,-1-1,0 1,1-1,-1 1,0-1,0 1,1-1,-1 1,0-1,0 1,0 0,0-1,0 1,0-1,0 1,0-1,0 1,0 0,0-1,0 1,0-1,0 1,-1-1,1 1,0-1,0 1,-1-1,1 1,0-1,-1 1,1-1,0 1,-1-1,1 1,35 1,2-1,-1-2,-1-2,20-3,-16 2,405-37,-956 48,442 3,65-5,19-3,227 2,141-16,-367 10,-34 2,-572 0,540 3,51-3,0 0,1 0,-1 0,0 0,1 0,-1 0,0 1,0-1,1 0,-1 0,0 0,0 0,1 0,-1 1,0-1,0 0,0 0,1 0,-1 1,0-1,0 0,0 0,0 1,0-1,1 0,-1 0,0 1,0-1,0 0,0 0,0 1,0-1,0 0,0 1,0-1,0 0,0 0,0 1,0-1,0 0,0 1,0-1,-1 0,1 0,0 1,0-1,0 0,0 0,0 1,-1-1,1 0,0 0,0 0,0 1,-1-1,1 0,0 0,0 0,-1 0,1 1,0-1,0 0,-1 0,1 0,12 5,1-1,0 0,0-1,0 0,0-1,1-1,2 0,3 1,65 4,1-3,0-4,-1-4,22-6,-30-4,-76 15,0 0,-1 0,1 0,0-1,0 1,-1 0,1 0,0 0,0-1,-1 1,1 0,0-1,0 1,0 0,0 0,0-1,0 1,-1 0,1-1,0 1,0 0,0 0,0-1,0 1,0 0,0-1,0 1,0 0,0-1,0 1,0 0,1-1,-1 1,0 0,0 0,0-1,0 1,0 0,1 0,-1-1,0 1,0 0,0 0,1-1,-1 1,0 0,0 0,1 0,-1 0,0-1,1 1,-1 0,0 0,0 0,1 0,-1 0,0 0,1 0,-1 0,0 0,1 0,-1 0,0 0,-27-8,-60-4,0 3,-1 4,-49 6,86-1,-110 3,162-3,-1 0,0 0,0 0,0 0,0 1,1-1,-1 0,0 0,0 0,0 0,0 0,0 0,0 1,1-1,-1 0,0 0,0 0,0 0,0 1,0-1,0 0,0 0,0 0,0 1,0-1,0 0,0 0,0 0,0 1,0-1,0 0,0 0,0 0,0 1,0-1,0 0,0 0,0 0,0 0,0 1,25 3,92 7,0-6,28-5,-69-1,73 1,-173-9,-91-13,-1 5,0 5,-30 5,126 6,-72 8,93-8,-1 1,1 0,0 0,-1 0,1-1,0 1,-1 0,1 0,0 0,0 0,-1 0,1 0,0 1,-1-1,1 0,0 0,-1 0,1 1,0-1,-1 0,1 1,-1-1,1 0,-1 1,1-1,0 1,-1-1,0 1,1-1,-1 1,1-1,-1 1,0-1,1 1,-1 0,0-1,1 1,-1 0,0-1,0 1,0 0,0-1,0 1,0 0,0-1,0 1,0 0,0 0,0-1,0 1,0 0,0-1,-1 1,1-1,0 1,0 0,-1-1,1 1,-1-1,1 1,0 0,-1-1,1 1,-1-1,1 0,-1 1,0-1,1 1,-1-1,0 0,34 7,-1-1,1-2,0-1,0-2,18-2,-26 1,64-2,0-3,80-17,-114 7,-55 15,0-1,0 0,0 1,0-1,0 0,-1 1,1-1,0 1,0-1,-1 0,1 1,0-1,-1 1,1-1,0 1,-1-1,1 1,-1-1,1 1,-1-1,1 1,-1 0,1-1,-1 1,0 0,1 0,-1-1,1 1,-1 0,0 0,1 0,-1 0,0-1,1 1,-1 0,0 0,1 0,-1 1,1-1,-1 0,0 0,-176-12,139 12,-263 1,838-28,-962 29,389 3,38-1,9 0,0-2,0 0,0 0,0-1,0 0,0-1,0 0,0-1,0 0,0-1,1 0,28-6</inkml:trace>
  <inkml:trace contextRef="#ctx0" brushRef="#br0" timeOffset="151659.703">15151 1752,'0'6,"0"1,1-1,0 0,1 0,-1 0,1 0,0 0,1 0,-1 0,1-1,0 1,1-1,-1 0,1 0,0 0,0-1,1 1,-1-1,1 0,0 0,0 0,4 1,9 5,1 0,-1-1,2-1,-1-1,1-1,5 1,41 7,0-3,0-3,1-3,0-3,1-3,7-3,43-9,0-5,0-6,-3-5,0-4,68-33,-121 43,1 2,1 2,0 4,1 2,1 3,0 3,14 3,-19 6,0 3,-1 3,0 2,0 3,-1 3,-1 2,0 2,0 4,-48-21,0 1,0 0,-1 0,0 1,0 0,0 0,0 1,-1 0,0 1,0 0,-1 0,0 1,0 0,-1 0,0 0,0 1,-1 0,3 5,-8-13,0 0,0 0,0 0,0 0,0 0,0 0,0-1,1 1,-1 0,0 0,0 0,1 0,-1 0,1-1,-1 1,1 0,-1 0,1-1,0 1,-1 0,1-1,0 1,0-1,-1 1,1-1,0 1,0-1,0 1,-1-1,1 0,0 1,0-1,0 0,0 0,0 0,0 0,0 0,0 0,0 0,-1 0,1 0,0 0,0 0,0-1,0 1,0 0,0 0,0-1,-1 1,2-1,25-10,0-1,0-1,-1-1,19-14,12-7,-24 16,2 2,0 1,1 1,0 2,1 2,1 1,-1 2,2 1,-1 2,22 1,262 23,-230-11,280 29,164 44,-507-74,65 3,-88-13,1 0,0-1,-1 0,0 0,0 0,0 0,0-1,0 0,-1 0,0-1,0 0,-1 1,0-2,0 1,9-10,79-84,-82 91,-23 18,-44 14,20-11</inkml:trace>
  <inkml:trace contextRef="#ctx0" brushRef="#br0" timeOffset="153272.515">17009 2514,'-3'107,"-5"0,-20 99,28-239,81-529,-69 491,-2 59,-1 30,12 77,-19-78,0 0,2-1,0 1,0-1,2 1,0-2,1 1,0-1,1 0,8 10,-13-22,0 1,0-1,1 0,-1 0,1 0,0-1,0 1,0-1,0 0,0 0,0-1,1 1,-1-1,0 0,1 0,-1 0,1-1,0 1,-1-1,1 0,-1-1,1 1,-1-1,1 0,-1 0,1 0,-1 0,0-1,1 0,-1 0,0 0,0 0,0-1,-1 0,2 0,24-20,-2-1,0-1,-2-1,0-1,-2-1,-1-2,-2 0,13-25,-52 112,2-14,3 0,1 1,2 1,2 0,2 0,2 1,2 0,2 0,2 0,2-1,2 1,10 37,13-19,-21-59</inkml:trace>
  <inkml:trace contextRef="#ctx0" brushRef="#br0" timeOffset="154945.02">17838 2822,'51'-46,"-54"61,-23 33,16-31,1 0,0 1,1 0,1 0,1 0,0 1,0 5,6-23,-1 1,1 0,0 0,0 0,0-1,0 1,0 0,0 0,0 0,1-1,-1 1,1 0,-1 0,1-1,-1 1,1 0,0-1,0 1,0-1,0 1,0-1,0 1,1-1,-1 0,0 1,1-1,-1 0,1 0,-1 0,1 0,-1 0,1-1,0 1,-1 0,1-1,0 1,0-1,-1 0,1 0,0 1,0-1,0 0,0 0,-1-1,1 1,0 0,50 1,0-2,0-2,0-3,32-7,-66 9,0 0,-1-1,0-1,0 0,0-1,3-3,-7 1</inkml:trace>
  <inkml:trace contextRef="#ctx0" brushRef="#br0" timeOffset="155147.83">18185 2822,'-7'-4,"-4"7,-1 14,0 19,0 18,1 17,1 11,2 9,-3-1,2-15</inkml:trace>
  <inkml:trace contextRef="#ctx0" brushRef="#br0" timeOffset="163372.628">15591 269,'-7'0,"-5"0,17-1,188-29,-164 26,92 0,-121 4,-1 0,1 0,0 0,0 0,0 0,-1 1,1-1,0 0,0 0,0 0,0 0,0 1,-1-1,1 0,0 0,0 1,0-1,0 0,0 0,0 0,0 1,0-1,0 0,0 0,0 1,0-1,0 0,0 0,0 1,0-1,0 0,0 0,0 1,0-1,0 0,1 0,-1 0,0 1,0-1,0 0,0 0,0 0,1 0,-1 1,0-1,0 0,0 0,0 0,1 0,-1 0,0 1,0-1,1 0,-1 0,0 0,0 0,0 0,1 0,-1 0,0 0,-20 8,-20 3,0-3,0-1,-1-2,0-2,0-1,0-3,0-1,-38-7,62 5,49 7,-21-2,419 23,-814-46,261 17,104 7,34 11,28-1,1-1,0-3,1-1,0-2,5-3,-49-2,237 8,-402-11,-91-16,218 20,64 6,-1-1,1-2,0 0,23-1,-25-2,286 8,-282-12,-29 3,0 0,0 0,0 0,-1-1,1 1,0 0,0 0,0-1,0 1,0 0,0 0,0 0,0-1,0 1,0 0,0 0,0-1,0 1,0 0,0 0,0-1,0 1,0 0,0 0,0-1,0 1,-257-6,53 7,164 6,41-6,-1 0,0 0,0 0,0-1,1 1,-1 0,0-1,1 1,-1 0,0-1,1 1,-1 0,1-1,-1 1,1-1,0 1,-1 0,1-1,0 0,-1 1,1-1,0 1,-1-1,1 0,0 1,0-1,-1 0,1 0,0 0,0 0,-1 0,1 0,0 0,0 0,40 9,0-1,1-3,0-1,18-2,-50-2,-2 1,13 0,1 0,0-1,0-1,0-1,19-5,-34-2,-27 4,-30 3,0 2,0 2,-46 9,37-5,5 1,48 2,25-3,25 0,0-2,1-2,-1-2,0-2,9-2,48-14,-102 18,1 0,-1 0,1 0,-1 0,1 0,-1 0,1 0,-1 0,1 0,-1 0,1 0,-1 0,1 0,-1-1,1 1,-1 0,1 0,-1-1,1 1,-1 0,1-1,0 1,-1 0,1-1,0 1,-1-1,1 1,0-1,-1 1,1-1,0 1,0-1,0 1,0-1,-1 1,1-1,0 1,0-1,0 1,0-1,0 1,0-1,0 1,0-1,0 1,1-1,-1 1,0-1,0 1,0-1,0 1,1-1,-1 1,0-1,1 1,-1 0,0-1,1 1,-1-1,0 1,1 0,-1-1,1 1,-1 0,1 0,-166-10,-109 24,254-11,50 8,52-2,1-5,40-3,-98-1,31-3,-57 3,1 0,-1 0,1 0,-1 0,1 0,-1 0,1-1,-1 1,1 0,-1 0,1 0,-1-1,1 1,-1 0,1 0,-1-1,1 1,0 0,-1-1,1 1,0-1,-1 1,1-1,0 1,-1 0,1-1,0 1,0-1,0 1,-1-1,1 1,0-1,0 1,0-1,0 1,0-1,0 0,0 1,0-1,0 1,0-1,0 1,0-1,1 1,-1-1,0 1,0-1,0 1,1-1,-1 1,0 0,1-1,-1 1,0-1,1 1,-1 0,1-1,-1 1,0 0,1-1,-1 1,1 0,-1 0,1-1,-27-8,-1 1,0 2,0 0,-1 2,0 1,1 1,-2 1,-149-2,157 5,21-2,0 0,0 0,1 0,-1 0,0 0,0 0,1 0,-1 0,0 0,0 0,1 0,-1 1,0-1,0 0,1 0,-1 0,0 0,0 0,1 0,-1 1,0-1,0 0,0 0,1 0,-1 1,0-1,0 0,0 0,0 0,0 1,1-1,-1 0,0 0,0 1,0-1,0 0,0 0,0 1,0-1,0 0,0 0,0 1,0-1,0 0,0 1,0-1,0 0,0 0,0 1,0-1,-1 0,1 0,34 7,0-2,1-2,-1 0,23-3,-22 0,-14 0,-3 2,0-2,0 0,0-2,0 0,0 0,12-5,-20-5,-30 2,-10 4,-1 1,1 1,-1 2,-20 1,-57-6,92 5,43-5,160 6,-211 1,-6 0</inkml:trace>
  <inkml:trace contextRef="#ctx0" brushRef="#br0" timeOffset="168062.477">21140 1793,'13'16,"0"1,1-2,1 1,0-2,1 0,1-1,0-1,0 0,2-2,-1 0,1-1,0 0,1-2,0 0,0-2,1 0,4 0,11 2,1-2,0-1,0-2,0-1,0-3,1 0,-2-3,1-1,0-1,-1-2,-1-2,1-1,-2-2,0-1,-1-2,30-19,-48 24,1 1,1 0,0 2,0 0,1 1,0 0,0 2,1 0,0 1,0 1,1 0,6 2,-1 0,1 1,0 2,0 1,-1 0,1 2,-1 1,0 2,0 0,-1 1,0 1,0 2,-1 0,0 2,8 6,-18-8,-2 0,1 1,-2 1,1 0,-2 0,0 1,0 0,-1 0,-1 1,4 13,-10-26,-1 0,0-1,1 1,-1 0,1 0,0-1,-1 1,1 0,0-1,0 1,0-1,0 1,0-1,1 0,-1 1,0-1,1 0,-1 0,0 0,1 0,0 0,-1 0,1 0,0-1,-1 1,1 0,0-1,-1 1,1-1,0 0,0 0,0 0,-1 0,1 0,0 0,0 0,0 0,-1-1,1 1,1-1,102-91,-84 72,116-98,-127 112,-1 1,1-1,0 2,0-1,0 1,1 1,-1 0,1 0,0 1,0 1,0-1,0 2,0 0,0 0,3 1,162 44,-92-19,5-3,0-5,1-3,0-4,54-2,-129-8,0 0,0-1,0-1,0 0,0-1,0-1,0 0,-1-1,1 0,-1-2,0 1,0-2,-1 0,0 0,0-1,9-8,98-124,-120 140,0 1,0-1,-1 0,1 0,0 0,-1 0,1 0,0 0,-1 1,1-1,0 0,-1 0,1 0,0 0,-1 0,1 0,-1 0,1-1,0 1,-1 0,1 0,0 0,-1 0,1 0,0 0,0-1,-1 1,1 0,0 0,-1 0,1-1,0 1,0 0,0 0,-1-1,1 1,0 0,0-1,0 1,-1 0,1-1,0 1,0 0,0-1,0 1,0 0,0-1,0 1,0 0,0-1,0 1,0 0,0-1,0 1,0 0,0-1,-1 1,-20 5</inkml:trace>
  <inkml:trace contextRef="#ctx0" brushRef="#br0" timeOffset="170753.118">22062 2421,'7'29,"0"1,-2 0,-1-1,-2 2,-1-1,-1 0,-1 3,0-25,1 0,-1 0,0 0,-1 0,0 0,0-1,-1 1,0-1,0 1,-4 6,6-14,0-1,1 1,-1 0,0 0,1 0,-1 0,1-1,-1 1,1 0,-1-1,0 1,1 0,-1-1,1 1,0-1,-1 1,1 0,-1-1,1 1,0-1,-1 0,1 1,0-1,-1 1,1-1,0 1,0-1,0 0,0 1,-1-1,1 0,0 1,0-1,0 1,0-1,0 0,0 1,1-1,-1 0,0 1,0-1,0 1,1-1,-1 0,0 1,1-1,-1 1,0-1,1 1,6-52,2 1,2 1,11-26,2-14,-9 27,-9 66,2 28,-1-6,-4-17,0 1,1-1,0 0,1 0,-1 0,2-1,-1 1,1-1,0-1,1 1,-1-1,3 1,-6-4,1-1,-1 1,1-1,0 0,0 0,0 0,0-1,0 1,1-1,-1 0,0 0,1 0,-1-1,1 0,-1 1,1-2,-1 1,0 0,1-1,-1 0,0 0,1 0,-1-1,0 1,4-3,6-7,-1 0,0-1,0-1,-1 0,-1-1,0 0,-1 0,-1-1,0 0,-1-1,-1 0,0-1,3-14,-8 27,24-70,-25 100,-8 34,2 1,3 0,3 0,6 41,-5-88,0 1,1-1,1 0,0 0,1 0,1 0,0-1,1 0,0 0,8 10,5 0</inkml:trace>
  <inkml:trace contextRef="#ctx0" brushRef="#br0" timeOffset="171159.776">23158 2368,'-12'-3,"1"2,-1-1,0 1,0 1,0 0,0 1,0 1,1-1,-1 2,0 0,1 0,0 1,0 0,0 1,0 0,1 1,0 0,0 1,0 0,1 0,0 1,0 0,1 1,0 0,1 0,0 1,0 0,1 0,-3 8,6-9,0 0,1 1,0-1,1 0,0 1,1-1,0 1,0-1,1 1,0-1,1 1,0-1,0 0,1 0,0 0,1 0,0 0,0-1,1 0,0 0,0 0,1 0,0-1,0 0,1 0,0-1,0 1,1-2,0 1,0-1,0 0,0-1,2 1,2 1,0-1,0 0,1-1,0 0,0-1,0-1,0 0,0-1,0 0,13-1,-21 0,0 0,0-1,0 1,-1-1,1 0,0-1,-1 1,1-1,-1 0,1 0,-1 0,0-1,0 0,0 1,0-1,0-1,-1 1,1 0,-1-1,0 0,0 0,0 0,-1 0,0 0,1-1,-1 1,-1 0,1-1,-1 0,2-4,-3 5,0-1,0 0,-1 1,0-1,1 0,-1 1,-1-1,1 1,-1 0,1-1,-1 1,0 0,-1 0,1 0,-1 0,0 0,0 1,0-1,0 1,-1 0,1 0,-1 0,0 0,0 1,0 0,0-1,0 1,0 1,-1-1,1 1,-1-1,1 1,-1 1,0-1,1 1,-1-1,0 1,1 1,-1-1,1 1,-1-1,0 1,1 1,-1-1,-11 5,0 1,0 0,1 1,1 0,-1 2,1-1,1 2,0 0,0 0,1 1,1 1,0 0,1 1,0 0,1 0,0 1,1 0,-22 38</inkml:trace>
  <inkml:trace contextRef="#ctx0" brushRef="#br0" timeOffset="173608.935">21875 3745,'29'-96,"52"-119,-76 198,0 2,-4 28,-15 189,-14 19,20-169,6-47</inkml:trace>
  <inkml:trace contextRef="#ctx0" brushRef="#br0" timeOffset="174018.01">22235 3825,'13'-29,"-1"0,-1 0,-2-1,-1 0,-1-1,0-18,-4-65,-16 147,-1 29,3 0,2 1,3 0,2 59,4-120,0 0,0 0,0 0,0-1,0 1,0 0,0 0,1 0,-1 0,1-1,-1 1,1 0,0 0,0-1,0 1,0-1,0 1,0-1,0 1,0-1,1 1,-1-1,0 0,1 0,-1 0,1 0,-1 0,1 0,0 0,-1 0,1-1,0 1,0-1,0 1,-1-1,1 0,14 1</inkml:trace>
  <inkml:trace contextRef="#ctx0" brushRef="#br0" timeOffset="174377.08">22623 3705,'3'9,"0"1,0-1,1 0,0 0,0 0,1 0,0-1,1 1,0-1,0-1,1 1,0-1,0 0,1-1,-1 0,1 0,1 0,-1-1,1-1,0 1,0-1,0-1,1 0,-1 0,1-1,0 0,0 0,0-1,0-1,-1 0,1 0,0-1,0 0,0 0,0-1,-1-1,8-2,-11 2,0 0,0-1,0 1,0-1,-1 0,0-1,0 1,0-1,0 0,-1 0,0 0,0-1,0 0,-1 0,0 0,0 0,0 0,-1 0,0-1,0 1,0-1,-1 0,0 1,-1-1,1 0,-1 0,-1 1,1-1,-1 0,0 0,-1 1,1-1,-1 1,-1-1,1 1,-1 0,0 0,0 0,-1 0,0 1,0-1,0 1,-1 0,1 1,0 0,0 0,-1 0,1 1,-1 0,0 0,0 0,0 0,0 1,0 0,-1 0,1 1,-1-1,1 1,-1 0,1 0,-1 1,0 0,1 0,-1 0,0 1,1-1,-1 2,0-1,-10 3,0 1,0 0,0 2,0-1,1 2,1 0,-8 6,-118 100,112-84</inkml:trace>
  <inkml:trace contextRef="#ctx0" brushRef="#br0" timeOffset="176422.663">21260 402,'-107'14,"166"-21,0-3,-1-2,15-7,-29 3,-44 16,0-1,0 1,0-1,0 0,1 1,-1-1,0 1,0-1,0 0,0 1,0-1,0 1,-1-1,1 0,0 1,0-1,0 1,0-1,-1 1,1-1,0 1,-1-1,1 1,0-1,-1 1,1-1,-1 1,1-1,0 1,-1 0,1-1,-1 1,1 0,-1 0,1-1,-1 1,0 0,1 0,-1-1,1 1,-1 0,1 0,-1 0,0 0,1 0,-1 0,1 0,-1 0,0 0,1 0,-1 1,1-1,-1 0,1 0,-1 0,1 1,-1-1,1 0,-1 1,1-1,-1 0,1 1,-221 7,83 5,128-10,27-1,37 1,0-3,0-2,0-2,-1-3,0-2,13-6,-47 5,-25 2,-34-3,-228 5,207 7,348-3,-259-1,-29 3,1 0,0-1,0 1,0 0,0 0,0 0,0 0,-1 0,1-1,0 1,0 0,0 0,0 0,0-1,0 1,0 0,0 0,0 0,0 0,0-1,0 1,0 0,0 0,0 0,0-1,-28-1,-314 3,293 5,76-1,323-17,-468 10,-128 3,228 1,49 9,81-1,-1-4,59-7,-114 1,-46 0,-25 0,-66-1,35 1</inkml:trace>
  <inkml:trace contextRef="#ctx0" brushRef="#br0" timeOffset="177800.962">22637 162,'-6'-5,"24"5,314 4,-307-6,-25 2,0 0,-1 0,1 0,0 0,0 0,-1 0,1 0,0 0,0 0,-1 0,1-1,0 1,0 0,0 0,0 0,-1 0,1-1,0 1,0 0,0 0,0 0,0-1,-1 1,1 0,0 0,0-1,0 1,0 0,0 0,0-1,0 1,0 0,0 0,0 0,0-1,0 1,0 0,0 0,0-1,0 1,0 0,1-1,-35-5,0 1,0 2,0 1,-25 2,16 0,28 0,-21-1,0 1,0 2,0 2,-3 1,14 4,25-9,0 1,0-1,-1 0,1 0,0 0,0 1,-1-1,1 0,0 0,0 1,-1-1,1 0,0 1,0-1,0 0,0 1,0-1,0 0,-1 1,1-1,0 0,0 1,0-1,0 0,0 1,0-1,0 1,1-1,-1 0,0 1,0-1,0 0,0 1,0-1,0 0,1 1,-1-1,0 0,0 0,0 1,1-1,-1 0,0 0,0 1,1-1,-1 0,0 0,1 0,-1 1,0-1,1 0,-1 0,0 0,1 0,-1 0,0 0,1 0,-1 0,0 0,1 0,-1 0,0 0,1 0,-1 0,1 0,-1 0,0 0,1 0,16 4,0 0,0-1,1 0,-1-2,1 0,2-1,6 1,77 4,0-6,0-3,27-9,-78-2,-52 14,0 0,0 0,0 1,-1-1,1 0,0 0,0 1,-1-1,1 0,-1 1,1-1,-1 1,1-1,-1 1,1-1,-1 1,1-1,-1 1,0-1,1 1,-1-1,0 1,1 0,-1 0,0-1,1 1,-1 0,0 0,0 0,1 0,-1 0,0 0,0 0,1 0,-1 0,-1 0,1 0,-53-9,-1 2,0 3,-38 2,69 2,-255 11,260-7,18 0,61 8,443 25,-726-49,-13 9,177 11,61-1,98 11,-78-17,42 4,-1-3,1-3,20-5,-43-3,-59-4,-143 1,127 12,-158 0,144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30.889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74 61,'-4'0,"1"1,-1 0,1 0,0 0,-1 0,1 0,0 1,0-1,-1 1,1 0,0 0,1 0,-1 1,0-1,1 1,-1-1,1 1,0 0,0 0,0 0,0 0,0 0,1 0,-1 0,1 1,0-1,0 1,0-1,1 1,-1-1,1 1,0-1,0 1,0-1,0 1,1 0,-1-1,1 1,0-1,0 0,0 1,1-1,-1 0,1 1,1 1,0-1,-1 0,1-1,0 0,0 0,0 0,1 0,-1 0,1-1,-1 1,1-1,0 0,0 0,0 0,0-1,0 1,1-1,-1 0,0 0,1-1,-1 1,0-1,1 0,-1 0,0-1,1 1,-1-1,0 0,1 0,-1 0,0-1,0 1,0-1,0 0,0 0,-1-1,1 1,0-1,-1 0,0 0,0 0,0 0,0 0,0-1,1-2,0 0,-1 0,1 0,-1 0,-1-1,1 1,-1-1,0 0,-1 0,0 0,0 0,0 0,-1 0,0 0,0 0,-1 0,1 0,-2 0,1 0,-1 1,0-1,-1 0,1 1,-1-1,0 1,-1 0,0 0,2 5,-1 0,1 0,-1 0,1 0,-1 1,1-1,-1 1,1 0,-1-1,1 1,-1 1,1-1,-1 0,0 0,1 1,-1 0,1-1,0 1,-1 0,1 0,0 0,-1 1,1-1,0 1,0-1,0 1,0 0,0-1,1 1,-1 0,0 0,1 0,-1 0,1 1,0-1,0 0,0 1,0-1,0 0,0 1,0 1,-34 88,21-42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31.23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0 152,'5'-4,"1"-7,2-3,0-4,0-1,0-2,0-2,-2 1,-1 6,-1 13,-3 13,0 15,0 11,-2 10,1 7,2 5,3-1,1-11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34.43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6 108,'-1'-4,"0"1,0 0,1 0,-1-1,0 1,1-1,0 1,0-1,0 1,0 0,1-1,-1 1,1-1,0 1,0 0,0-1,0 1,1 0,-1 0,1 0,0 0,0 0,0 1,0-1,1 0,-1 1,1-1,5 0,0 0,1 0,0 0,0 1,0 0,0 1,0 0,0 0,0 1,0 0,0 1,0 0,0 0,0 1,0 0,0 1,0 0,-1 0,3 2,-2-1,0 1,-1 0,0 0,0 1,0 0,-1 0,1 1,-2 0,1 0,-1 1,0 0,-1 0,1 0,-2 1,1-1,-1 1,-1 0,1 1,-1-1,-1 0,0 1,0 0,2 24,0 1,-2 0,-2 0,-1 0,-4 18,4-37,-16 67,9-71</inkml:trace>
  <inkml:trace contextRef="#ctx0" brushRef="#br0" timeOffset="251.007">34 348,'20'-7,"19"-6,18-9,13-6,8-4,3 1,-4 5,-15 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19:29.830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790 29,'347'30,"296"2,-360-37,6-13,-29 1,402 8,-439 9,-83-26,-5 16,-134 9,0 0,0 1,0-1,0 1,0-1,0 1,0 0,0 0,0-1,0 1,0 0,0 0,1 0,-1 0,0 0,0 0,0 0,0 0,0 1,0-1,0 0,0 1,0-1,0 1,0-1,0 1,0-1,0 1,0 0,0 0,0-1,0 1,-1 0,1 0,0 0,-1 0,1 0,-1 0,1 0,-1 0,1 0,-1 0,0 0,1 0,-1 0,0 0,0 0,0 0,0 0,0 1,0 228,-1 239,2-467,-1-1,0 1,0-1,0 1,0-1,0 1,-1-1,1 1,0-1,-1 1,1-1,-1 1,1-1,-1 1,0-1,1 0,-1 0,0 1,0-1,0 0,0 0,0 0,0 0,0 0,-1 0,1 0,0 0,-1-1,1 1,0 0,-1-1,1 1,-1-1,1 1,-1-1,1 0,-1 0,1 0,-1 0,1 0,-1 0,1 0,-1 0,1 0,-345-3,153 4,-135 20,-389 31,632-48,-83 9,0 7,-63 19,-29 21,136-42,119-17,0-1,-1 0,1 0,0 0,0-1,0 0,0 0,0 0,0-1,0 1,0-1,1 0,-1-1,0 1,1-1,0 0,0 0,0 0,0 0,0-1,1 0,-2-1,-4-9,1-1,1 0,0-1,1 1,1-1,0 0,1-1,1 1,-1-10,-10-41,2 25,3 10,0 0,3 0,0 0,0-33,6-104,0 138</inkml:trace>
  <inkml:trace contextRef="#ctx0" brushRef="#br0" timeOffset="2017.62">108 338,'68'-37,"-66"36,0 0,1 1,-1 0,0-1,0 1,1 0,-1 0,0 0,0 0,1 1,-1-1,0 0,0 1,1 0,-1 0,0-1,0 1,0 0,0 1,0-1,0 0,0 1,-1-1,1 1,0-1,-1 1,1 0,-1 0,0-1,0 1,1 0,-1 1,2 7,-1 0,0 0,-1 1,0-1,0 0,-1 1,-1-1,0 1,0-1,-1 0,0 1,0-1,-2 0,1-1,-1 1,0 0,-1-1,0 0,-1 0,0-1,0 1,-4 2,-83 105,92-115,1 0,-1-1,1 1,0 0,-1 0,1-1,0 1,-1 0,1 0,0-1,0 1,-1 0,1 0,0 0,0 0,0-1,0 1,0 0,1 0,-1 0,0-1,0 1,0 0,1 0,-1 0,0-1,1 1,-1 0,1-1,-1 1,1 0,-1-1,1 1,-1 0,1-1,0 1,-1-1,1 1,0-1,-1 0,1 1,0-1,0 0,-1 1,1-1,0 0,1 1,42 6,-10-8,1-1,0-1,-1-2,0-2,28-9,-4 0</inkml:trace>
  <inkml:trace contextRef="#ctx0" brushRef="#br0" timeOffset="2618.921">1 1192,'44'-15,"2"1,-1 3,2 1,-1 2,20 1,-64 7,-1-1,1 1,-1-1,1 1,0-1,-1 1,1 0,-1 0,1 0,0 0,-1 0,1 0,-1 1,1-1,0 0,-1 1,1 0,-1-1,1 1,-1 0,0-1,1 1,-1 0,0 0,1 0,-1 0,0 0,0 1,0-1,0 0,0 0,0 1,0-1,-1 1,1-1,0 1,-1-1,1 1,-1-1,1 1,-1-1,0 1,0 0,0-1,0 1,0-1,0 1,0 0,0-1,-1 2,-5 9,0-1,0 1,-2-2,1 1,-1-1,-1 0,0 0,0-1,-1-1,0 1,-32 31,42-39,-1-1,0 1,0 0,0-1,0 1,0 0,1-1,-1 1,0 0,1 0,-1 0,0-1,1 1,-1 0,1 0,-1 0,1 0,0 0,-1 0,1 0,0 0,0 0,0 0,0 0,0 0,0 1,0-1,0 0,0 0,0 0,1 0,-1 0,0 0,1 0,-1 0,1 0,-1 0,1-1,-1 1,1 0,-1 0,1 0,0 0,0-1,-1 1,2 0,125 43,-61-12,-64-31,0 1,0-1,0 0,0 1,-1 0,1-1,0 1,-1 0,1 0,-1 0,0 0,1 0,-1 0,0 0,0 1,-1-1,1 0,0 0,-1 1,1-1,-1 1,0-1,0 0,0 1,0-1,0 1,0-1,-1 2,-5 7,0-1,0 1,-1-1,-1-1,0 1,0-2,0 1,-1-1,-1 0,1-1,-1 0,-5 2,4 0,-120 80,99-69</inkml:trace>
  <inkml:trace contextRef="#ctx0" brushRef="#br0" timeOffset="3118.623">161 2128,'-16'67,"-75"212,90-278,0 1,1-1,-1 1,0-1,0 1,1-1,-1 1,1 0,0-1,-1 1,1 0,0-1,0 1,0 0,0-1,0 1,1 0,-1-1,0 1,1-1,-1 1,1 0,0-1,-1 1,1-1,0 1,0-1,0 0,0 1,0-1,0 0,0 0,1 1,-1-1,0 0,1 0,-1-1,1 1,-1 0,1 0,5-2,0 1,1-1,-1 0,0-1,0 1,1-2,-1 1,-1-1,1 0,0 0,-1-1,1 1,-1-2,1 0,20-13,-1-1,-1 0,-1-2,-1-1,9-13,-30 33,11-10,-8 20,-39 142,-10 118,36-206</inkml:trace>
  <inkml:trace contextRef="#ctx0" brushRef="#br0" timeOffset="4236.649">296 4040,'-14'13,"1"1,0 1,1 0,1 0,0 1,1 1,1-1,0 2,1-1,1 1,1 0,1 1,0-1,2 1,0 0,1 0,0 1,2-1,0 0,2 0,2 16,-2-28,0 0,0 1,1-1,-1 0,2 0,-1-1,1 1,0-1,0 0,1 0,0 0,0 0,0-1,1 0,0 0,0 0,0-1,0 0,1 0,0-1,-1 0,1 0,1 0,-1-1,0 0,0 0,1-1,3 0,-8-1,1-1,0 0,-1 0,1 0,0 0,-1 0,0-1,1 0,-1 0,0 0,0 0,0 0,0 0,0-1,-1 0,1 1,-1-1,1 0,-1 0,0-1,0 1,-1 0,1-1,-1 1,1 0,0-4,0-1,1-1,-1 1,0-1,-1 1,0-1,0 0,-1 1,0-1,-1 0,0 1,0-2,1 7,0 0,-1 1,1-1,0 0,-1 1,0-1,0 0,0 1,0-1,0 1,0 0,0-1,-1 1,0 0,1 0,-1 0,0 0,0 0,0 0,0 0,0 1,0-1,-1 1,1-1,0 1,-1 0,1 0,-1 0,0 0,1 1,-1-1,0 1,1-1,-1 1,0 0,1 0,-1 0,0 1,1-1,-1 0,0 1,1 0,-1 0,-29 49,23-18</inkml:trace>
  <inkml:trace contextRef="#ctx0" brushRef="#br0" timeOffset="3488.65">122 3345,'4'11,"5"9,4 7,5 4,4 1,3 0,-1-1,-2-4,-3-4,-4-1,-7-2,-9-3,-15-1,-14-2,-15 0,1-3</inkml:trace>
  <inkml:trace contextRef="#ctx0" brushRef="#br0" timeOffset="3740.977">135 3319,'14'-14,"8"-9,8-2,4-3,2 5,-1 5,-5 6</inkml:trace>
  <inkml:trace contextRef="#ctx0" brushRef="#br0" timeOffset="8754.964">910 2089,'29'-8,"1"2,0 1,-1 2,1 1,1 1,-1 1,25 4,53 0,23-11,81-17,-90 10,461-48,-222 52,-178 9,210-12,-282 21,-94-10,6-2,1 2,-1 0,0 2,1 0,-1 2,1 0,-13 2,1 0,-1 1,0 0,0 0,-1 1,1 1,-1 0,-1 0,1 1,-1 0,6 7,-10-7,-1 0,0 0,0 0,0 1,-1 0,0 0,-1 0,0 0,0 0,-1 0,0 0,-1 0,0 1,0-1,-1 0,0 0,-2 3,1 32,2 28,-3 0,-11 55,5 24,9-147,-1 1,1-1,-1 1,1 0,-1-1,0 0,-1 1,1-1,-1 0,0 0,0 0,0 0,-1 0,0 0,1 0,-1-1,0 0,-1 1,1-1,0 0,-1-1,0 1,0 0,-3 1,-31 14,16-6,-1-1,0-1,0-1,0-1,-1-1,-24 3,-147 8,78-9,-93 21,204-28,-61 12,1-3,-1-3,-22-1,-267 22,-79-14,61 12,138-5,47-23,184-1,0-1,0 0,0 0,0 0,0-1,1 1,0-1,-1 0,1 0,1-1,-1 1,1-1,-1 0,2 0,-1 0,0 0,1-1,0 1,0-1,1 1,-1-1,1 0,0 1,1-1,-1 0,1 0,-2-4,-8-38,1 0,3 0,2-1,2 1,2-1,2 0,2 0,3 1,1 0,3 0,4-7,-8 32,-5 13,1 1,0-1,0 1,1 0,0 0,1 0,0 0,4-5,15 4,-13 13</inkml:trace>
  <inkml:trace contextRef="#ctx0" brushRef="#br0" timeOffset="12505.564">816 3987,'21'-13,"-1"2,2 1,0 0,0 2,0 0,1 2,0 0,18-1,-24 7,0 1,0 1,0 0,0 1,0 1,-1 1,3 1,68 14,-32-16,0-2,0-3,0-3,-1-1,24-8,-70 12,264-12,-161 12,246-52,-120 51,-123 3,1-4,9-7,-10 1,113 6,-151 3,-61 0,0 0,-1 2,1-1,0 2,-1 0,1 1,-1 0,0 1,-1 1,1 0,11 7,84 31,-75-23,-29-18,0-1,0 1,-1 0,1 0,-1 1,1-1,-1 1,0 0,-1 0,1 0,-1 1,1-1,-1 1,0 0,0 3,4 14,-2 0,-1 1,-1 0,-1-1,-1 1,0 0,-2 0,-1 3,0 33,0 144,1-194,0 0,-1 0,0-1,0 1,-1-1,0 1,0-1,-1 0,0 0,-1-1,1 1,-1-1,-1 0,0 0,0-1,0 1,0-1,-1-1,0 1,0-1,-5 2,-25 8,0-1,-1-3,0 0,-1-3,19-3,-165 14,-120-9,-70-3,108-6,-96 26,188-10,-141 33,265-40,-156 19,100-14,86-15,16 1,1 0,-1 0,0-1,1 0,-1 0,0 0,1-1,-1 1,0-1,1 0,-1 0,1-1,-1 0,1 1,0-1,0-1,0 1,0-1,0 1,0-1,1 0,-1-1,-46-106,37 76,-47-148,-11-46,32 84,40 140,-1 0,1 1,0-1,0 0,1 0,-1 0,1 1,0-1,0 0,0 1,0 0,0 0,1-1,0 1,-1 1,1-1,0 0,0 1,1-1,-1 1,1 0,-1 0,1 0,-1 1,1-1,0 1,0 0,0 0,0 0,0 1,0-1,0 1,8-4,40-13,-1 1</inkml:trace>
  <inkml:trace contextRef="#ctx0" brushRef="#br0" timeOffset="13557.102">4947 3893,'-11'-7,"0"0,-1 2,0-1,0 1,0 1,0 0,-1 1,0 0,1 1,-1 1,0 0,0 0,0 2,0-1,0 2,0-1,0 2,1 0,-1 0,1 1,-9 5,-14 5,2 1,0 2,1 1,1 2,0 1,2 1,0 2,2 0,1 2,-9 12,27-28,0 1,1 0,0 1,0-1,2 1,-1 0,1 1,1-1,0 1,1 0,1 0,0 0,0 0,1 1,1-1,0 0,1 1,0-1,2 0,-1 0,1 0,1 0,0-1,1 1,0-1,1 0,1 0,0-1,0 0,1 0,0-1,5 5,10 3,1-1,0 0,1-2,1-1,0-2,1 0,0-1,1-2,0-1,1-1,-1-2,1 0,0-2,1-1,10-2,-22 0,0-1,0-1,0-1,0-1,0 0,0-1,-1-1,0 0,0-1,-1-1,0-1,0-1,-1 0,0 0,-1-2,0 0,-1 0,0-2,-1 1,0-1,-1-1,-1 0,-1-1,0 0,-1 0,0-1,2-10,-6 14,0-1,-1 1,0-1,-1 0,0 0,-2 0,1 0,-2-1,0 1,-1 0,0 0,-1 1,0-1,-1 0,-1 1,0 0,-1 0,0 0,-1 1,-1 0,1 0,-2 1,0 0,-10-9,1 3,-1 2,-1 0,0 1,-1 2,0 0,-1 1,0 1,-1 0,0 2,-1 1,1 1,-1 1,-1 1,1 2,0 0,-1 1,1 1,-1 2,1 0,0 2,0 0,0 2,0 1,1 0,0 2,-17 9,23-8,1 0,0 1,1 1,0 1,1 0,0 0,1 2,0-1,2 2,0 0,0 0,-6 14,-12 35</inkml:trace>
  <inkml:trace contextRef="#ctx0" brushRef="#br0" timeOffset="14535.993">4867 2115,'-22'-11,"-14"-8,0 2,-2 2,-30-9,56 21,0 0,0 1,0 0,0 1,0 0,-1 1,1 1,0 0,0 0,0 1,0 1,0 0,0 1,-7 3,6 0,0 0,0 1,1 1,0 0,0 1,1 0,1 1,0 0,0 0,1 1,0 1,1-1,0 1,1 1,1-1,0 1,1 1,1-1,0 0,1 1,0 0,1 0,1 0,0 0,1 0,1 0,0 0,1 0,1 0,0 0,1-1,0 1,2-1,-1 0,2-1,0 1,0-1,1-1,1 1,8 8,-3-7,0-2,1 1,0-2,1 0,0 0,1-2,0 0,1-1,0-1,0 0,0-2,1 0,0-1,0 0,0-2,1 0,-1-2,3 0,5-1,0 0,0-2,0-2,0 0,-1-1,0-2,0-1,0-1,-2-1,1-1,-1-1,14-11,-26 17,-1-1,0-1,0 0,0-1,-1 1,-1-2,0 0,0 0,-1 0,0-1,-1 0,-1-1,0 0,-1 0,0 0,0 0,-2-1,0 0,0 0,-1 1,-1-2,0 1,-1 0,-1 0,-1-5,-4-3,-2 0,-1 0,0 1,-2 1,0-1,-1 1,-1 1,-1 1,-1 0,0 0,-1 2,-1 0,-1 0,0 2,-1 0,0 2,-8-4,7 4,-1 1,-1 1,0 0,0 2,-1 1,0 0,0 2,-1 1,-16-1,26 4,0 1,-1 0,1 1,0 0,0 1,0 1,0 0,0 1,1 0,-1 2,1-1,0 1,1 1,0 0,0 1,-8 7,-28 33,13 0</inkml:trace>
  <inkml:trace contextRef="#ctx0" brushRef="#br0" timeOffset="15423.209">4827 164,'-24'-10,"-1"1,0 2,0 0,0 2,-1 1,0 1,1 1,-1 1,0 1,0 2,-6 1,14-1,0 1,-1 1,2 1,-1 1,1 0,-1 1,2 1,-1 0,1 1,1 1,-1 1,2 0,0 1,0 0,1 1,0 2,6-9,1 2,0-1,0 1,0 0,1 0,1 0,0 1,0-1,0 1,1 0,0 1,1-1,0 0,0 1,1-1,1 1,-1-1,2 1,-1-1,1 1,1-1,-1 1,2-1,-1 0,1 0,1 0,-1 0,2 0,-1-1,3 4,12 5,0-1,1 0,1-2,0 0,1-1,0-2,1 0,0-1,1-2,0 0,1-1,-1-2,11 1,50 13,1-4,0-3,1-5,67-2,-37-20,-112 14,0-1,0 0,1 0,-1 0,-1-1,1 1,0-1,-1 0,1-1,-1 1,0-1,0 0,0 0,-1 0,1 0,-1 0,0-1,0 0,-1 0,1-1,0-8,0 0,-1 0,0-1,-1 0,-1 1,0-1,-1 1,-1-1,0 1,-1 0,-1-1,0 2,-2-4,-3-17,-2 1,-1 0,-1 0,-2 2,-1 0,-1 1,-2 0,-1 2,-1 0,-24-23,37 43,-1 0,0 1,0 0,0 1,-1 0,0 0,0 1,0 0,-1 1,0 0,0 1,0 0,0 1,0 0,0 0,-1 2,1-1,-1 1,-9 2,-5 4,0 2,0 1,1 1,0 1,1 1,0 1,1 1,1 1,0 1,1 1,-17 18,-71 66,13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7:12.8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977 267,'-8'-18,"7"12,0 1,-1-1,0 1,0 0,-1-1,1 1,-1 0,0 1,0-1,-1 0,0 1,1 0,-2 0,1 0,0 0,-1 1,1 0,-1 0,0 0,-1 0,-16 0,0 0,0 2,0 1,0 1,0 0,0 2,0 1,0 0,1 2,0 0,0 1,0 1,1 2,-13 7,-1-2,1 2,1 1,0 1,1 2,1 1,2 1,-16 16,33-27,0 0,0 0,1 1,1 0,0 1,1 0,0 0,2 1,-1 0,2 0,0 0,0 1,2 0,0 0,1 0,0 0,2 0,0 8,1-13,0-1,1 1,0-1,1 0,0 0,1 0,0 0,0 0,1-1,0 0,1 0,0 0,0-1,1 0,0 0,1 0,0-1,0 0,0-1,1 0,0 0,0-1,3 2,15 5,-1-1,1 0,1-2,0-2,0 0,1-2,-1-1,2-1,11 1,0-2,0-2,-1-1,1-3,0-1,-1-2,39-11,-62 12,0 1,0-2,0 0,-1-1,0-1,-1-1,1 0,-2 0,0-2,0 0,-1 0,0-1,-2-1,1 0,-1-1,-1 0,-1 0,0-1,0-3,-2 1,-1-1,0 0,-1 0,-1 0,-1-1,-1 0,0 0,-2 0,0 1,-1-1,-1 0,-1 0,-1 1,0-1,-2 1,0 0,-1 1,-1 0,0 0,-2 0,0 1,-1 1,-1 0,0 0,-1 1,-4-3,-3-2,-1 2,-1 1,0 0,-1 2,0 0,-1 2,-1 0,-1 2,1 1,-1 1,-1 1,0 1,0 2,0 0,-20 1,25 2,0 1,0 2,0 0,1 1,-1 1,0 1,1 1,0 1,0 1,1 1,0 0,0 2,1 0,0 1,0 1,2 1,-1 1,2 0,0 1,0 1,-1 4,2 1,0 1,1 0,1 1,1 1,1 0,1 0,2 1,0 0,1 1,2-1,1 1,1 0,1 1,1-1,1 0,3 16,-1-27,0-1,1-1,0 1,2 0,-1-1,2 0,0 0,0 0,1-1,0 0,1 0,1-1,0 0,1 0,-1-1,2-1,0 0,0 0,0-1,1 0,0-1,11 5,15 2,0-2,1-1,1-2,-1-2,1-1,1-3,-1-1,0-1,1-3,-1-1,0-2,2-2,-18 5,1-1,-1-2,0 0,0-1,-1-1,0-2,0 0,-1-1,0-2,-1 0,0-1,-1-1,0-1,-1-1,6-7,-19 15,-1 0,0 0,0 0,-1-1,0 0,-1 0,1 0,-2 0,1-1,-1 1,-1 0,0-1,0 0,-1 1,0-1,-1 0,0 1,0-1,-1 1,0 0,-1-1,0 1,-1 0,-4-10,0 0,-2 1,0 0,-2 1,1 0,-2 0,0 1,-1 1,-1 1,-5-5,-4 0,0 1,-1 1,-1 1,0 1,-1 2,0 0,-2 2,1 1,-1 1,0 2,-15-2,26 6,-1 1,1 0,-1 1,0 1,0 1,1 1,-1 0,1 1,-1 1,1 1,0 1,1 0,-1 1,1 1,1 1,0 0,0 1,-14 12,17-9,0 0,0 1,2 1,0 0,0 0,1 1,1 0,1 1,0 0,1 0,1 1,1 0,0 0,2 0,0 1,0 12,1-8,1 0,1 0,1 0,2 0,0 0,1 0,1-1,1 0,2 0,0 0,1-1,1 0,4 6,-3-12,0 0,1 0,1-1,0-1,1 0,1 0,-1-2,2 0,0 0,0-2,1 0,0-1,1-1,-1 0,1-1,1-1,-1-1,1 0,0-2,-1 0,1-1,0-1,0-1,6-1,-8 1,0-1,0 0,-1-2,1 0,-1 0,0-2,0 0,0-1,-1 0,0-1,0-1,-1-1,0 0,-1 0,0-1,-1-1,0 0,-1-1,0 0,-1-1,-1 0,0-1,-1 0,0 0,-1 0,-1-1,0-2,-1-2,-1-1,-1 1,-1-1,-1 1,-1-1,-1 0,0 1,-2-1,0 1,-1-1,-1 1,-2-2,-6-15,-1 2,-1 0,-2 1,-1 1,-2 0,-5-4,13 18,-1 0,0 2,-1-1,-1 2,0 0,-2 1,0 1,0 0,-1 1,-1 1,0 1,0 0,-1 2,-1 0,0 1,0 1,0 1,-1 1,1 1,-1 1,-10 0,6 7,0 0,0 2,0 1,1 1,0 1,0 1,1 1,1 1,0 2,0 0,1 1,1 1,1 1,0 1,1 1,1 1,1 0,-11 18,12-16,0 1,2 0,1 1,1 0,1 1,1 0,1 0,2 1,0 1,-2 19,7-30,1 0,0 1,1-1,1 1,0-1,1 0,1 0,1 0,0 0,1 0,0-1,2 0,0 0,0 0,1-1,1 0,0-1,4 4,2-1,0-1,1-1,1 0,0-1,1 0,1-2,-1 0,2-1,-1-1,1-1,1 0,0-2,2 0,13 3,1-3,0 0,-1-3,1-1,1-2,-1-1,11-3,-11-1,-1-1,0-1,0-3,-1-1,-1-1,0-2,0-1,-2-2,20-13,-35 19,-2 0,0 0,0-1,-1-1,0-1,-1 0,-1-1,0 0,-1-1,-1 0,0 0,-2-1,1-1,-2 1,-1-1,0-1,-1 1,-1-1,1-5,-5 0,0 0,-2 1,0-1,-2 0,-1 1,0 0,-2 0,0 0,-2 1,0 0,-2 1,0 0,-2 1,0 0,-1 1,-1 0,0 1,-2 1,0 1,-1 0,0 1,-1 1,-1 0,-1 2,-13-6,20 10,0 1,-1 1,0 0,-1 1,1 1,-1 0,1 1,-1 1,0 0,0 2,0-1,0 2,0 0,0 1,0 1,0 0,1 1,-1 1,-5 2,2 4,1 0,0 1,0 1,1 1,1 0,0 1,1 1,1 0,1 1,0 0,1 1,1 1,0 0,2 1,-7 17,-27 75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7:14.0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874 255,'-17'-14,"-1"1,-1 0,0 2,0 0,-1 1,0 1,-1 1,0 1,0 0,-1 2,0 0,0 2,0 1,0 0,-18 2,19-1,0 1,0 1,0 1,0 1,0 0,0 2,1 1,-1 0,1 1,1 1,0 1,0 1,1 1,0 0,0 2,2 0,-1 0,2 2,0 0,1 0,0 2,1 0,1 0,1 1,0 0,1 1,1 1,-2 9,1 1,2 1,0 0,3 0,0 0,2 0,1 1,2 0,1-1,1 1,2-1,1 0,6 21,-7-38,0 1,1-1,1 0,0 0,1 0,0-1,1 0,1-1,0 0,0 0,2-1,-1 0,1 0,1-1,0-1,0 0,0-1,2 0,5 2,3-1,1-1,0-1,0-2,1 0,0-1,0-1,0-2,0 0,0-1,0-2,0 0,0-2,14-3,1-1,-2-2,1-2,-1-2,-1-1,-1-1,0-2,-13 6,0 0,-1-1,-1-2,0 0,-1 0,-1-2,0-1,-1 0,-1-1,-1-1,-1 0,0-1,-2 0,0-1,-2-1,0 1,-1-2,-2 1,0-1,-2-1,0-4,-2 2,-1 0,-2 0,-1 0,-1 0,-1 0,-1 0,-2 0,0 1,-2 0,-1 1,-12-25,13 32,-2 0,0 1,-1 0,-1 1,-1 0,0 1,-1 0,0 1,-1 1,-1 0,0 1,-1 1,0 0,-1 1,0 1,-7-2,-1 3,-1 2,-1 0,1 2,-1 1,1 1,-1 1,0 2,0 1,1 1,-1 1,1 1,0 2,0 1,1 1,0 1,1 1,0 1,0 1,2 2,-1 0,2 2,0 0,1 1,1 1,1 1,1 1,0 1,2 0,1 1,0 1,-5 14,9-12,2 0,1 0,0 1,2 0,2 0,0 1,2-1,0 1,2-1,2 1,0 0,6 25,-4-35,0 1,1-1,1-1,0 1,1-1,1 0,1-1,0 0,1 0,1-1,1 0,0-1,0 0,2-1,0-1,0 0,1 0,0-2,11 6,-1-6,1-1,0-1,1-1,-1-1,1-1,0-2,1-1,-1-1,0-1,0-2,1 0,-1-2,-1-1,1-1,-1-1,0-2,0 0,-1-2,0-1,-1 0,16-13,-21 14,-1-2,0 0,-1-1,-1-1,0 0,-1-2,-1 1,0-2,-1 0,-1 0,-1-1,0-1,-2 1,0-2,-1 1,-2-1,0-1,-1 1,-1-1,0 0,-2 0,-1 0,-1 0,-1 0,0 0,-2 0,0 0,-5-12,-1 8,-1-1,-1 1,-1 1,-1 0,-1 1,-2 0,0 1,-1 1,-2 0,0 2,-1 0,-1 1,-1 1,0 1,-1 1,-1 1,-1 2,0 0,-26-9,37 17,-1 1,0 1,0 0,0 1,0 1,0 0,0 1,0 1,-1 0,1 1,0 1,1 0,-1 1,1 0,-1 2,1-1,0 2,1 0,0 0,0 1,1 1,-1 0,2 1,-1 1,-16 18,0 2,2 0,2 2,0 1,3 1,1 1,1 0,2 2,2 0,1 1,-8 39,-9 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7:15.2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804 133,'-8'-8,"0"0,0 1,0 0,-1 0,0 0,-1 1,1 1,-1 0,0 0,-1 0,1 2,-1-1,0 1,1 1,-1 0,0 0,-1 1,1 1,0 0,0 0,0 1,0 1,-1 0,-13 2,-1 2,1 1,1 1,-1 1,1 1,1 1,0 2,0 0,-7 7,10-5,0 1,1 0,1 2,0 0,2 1,0 1,1 0,1 1,1 1,1 0,1 1,1 0,1 0,0 1,2 1,1-1,2 1,0 0,1 0,1 4,1-3,0 0,2 0,1 0,1 0,1 0,1 0,2-1,0 0,5 8,-7-19,2-1,0 1,0-1,1-1,1 1,0-1,1-1,0 0,0 0,1-1,1 0,0-1,0 0,1-1,0 0,12 4,4-2,1-2,-1-1,2-2,-1 0,1-2,-1-2,1 0,0-2,0-2,-1 0,0-2,0-2,0 0,0-2,-1-2,-1 0,0-2,16-10,-20 12,-1 0,0-2,-1 0,-1-2,0 0,-1-2,0 0,-2-1,0-1,-1-1,-1 0,-1-1,0-1,-2 0,-1-1,0 0,-2-1,-1 0,-1-1,3-13,-7 17,-1-1,-1 0,0 0,-2 0,0 0,-2 0,0 0,-2 1,0-1,-2 1,0 0,-1 0,-1 0,-1 1,-1 0,-1 1,0 0,-1 1,-1 0,-1 1,-1 1,0 0,-1 1,-1 0,0 2,-1 0,-18-10,14 13,-1 1,1 2,-1 0,-1 1,1 2,-1 0,0 1,0 2,0 0,0 2,0 1,0 0,-12 4,-3 2,2 2,-1 1,1 2,1 1,0 2,2 2,-33 21,41-22,1 2,0 0,2 2,0 0,1 2,2 1,0 0,2 1,0 1,-11 23,20-30,0 1,0-1,2 2,1-1,0 1,2 0,0 0,1 0,2 0,0 1,1-1,1 0,1 1,1-1,0 0,3 3,-2-9,1 0,1-1,0 0,1 0,0-1,1 1,0-2,1 1,1-1,0-1,1 1,0-2,0 0,1 0,1-1,-1 0,1-1,1-1,0 0,0-1,0 0,1-1,-1-1,1 0,0-1,0-1,1 0,0-1,24-1,0-2,0-1,0-2,0-2,-1-2,-1-2,1-1,-2-1,0-3,0-1,-2-1,24-17,-45 28,-1 0,1-1,-1 0,-1-1,0-1,0 0,0 0,-2-1,1-1,-1 0,-1 0,0-1,-1 0,0 0,-1-1,-1 0,0 0,-1-1,0 1,-1-1,-1-1,1-9,-7 0,-2-1,-1 1,0 0,-2 0,-1 0,-1 1,-1 1,-1 0,-1 0,-1 1,-1 1,-16-18,12 13,-2 0,-1 1,-2 1,0 2,-1 0,-10-5,25 20,-1-1,0 2,0 0,0 0,-1 1,0 0,0 1,0 1,-1 0,1 0,-1 1,0 1,1 0,-1 1,0 0,0 1,-11 2,7 2,-1 0,1 1,1 1,-1 1,1 0,0 1,1 1,0 0,0 1,1 1,1 0,-3 4,-9 10,2 2,0 0,2 2,2 0,-12 24,13-21,2 0,2 1,1 1,2 0,1 0,1 1,3 1,0-1,3 1,1 0,2 1,0-25,1 1,0-1,2 0,-1 0,2 0,-1 0,2 0,0 0,0-1,1 0,1 0,0-1,0 0,1 0,1 0,0-1,0-1,1 1,0-2,0 1,1-1,0-1,1 0,0-1,5 2,5 1,0-2,1-1,0-1,0 0,0-2,0-1,2-1,62 0</inkml:trace>
  <inkml:trace contextRef="#ctx0" brushRef="#br0" timeOffset="519.001">1057 348,'-20'-14,"-16"-9,-16-2,-12 0,-12 4,-8 7,-6 11,-4 14,1 14,3 11,4 14,9 14,12 15,18 13,18 13,26 6,28-2,8-20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8:51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1,'0'6,"-1"0,1 0,1 0,-1 1,1-1,0 0,0 0,1 0,0 0,0 0,0-1,1 1,0 0,0-1,0 0,0 0,1 0,0 0,0 0,1-1,-1 0,1 0,1 1,4 3,0 0,1 0,0-2,0 1,0-1,1-1,0 0,0 0,0-1,0-1,1 0,0-1,-1 0,1-1,0-1,0 0,0 0,-1-1,13-3,-21 3,0 0,0-1,-1 1,1-1,0 1,-1-1,0-1,1 1,-1 0,0-1,0 1,0-1,0 0,-1 0,1 0,-1-1,0 1,0 0,0-1,0 0,-1 1,1-1,-1 0,0 0,0 0,0 0,-1-104,-6 97,1 31,1 78,5-1,4 1,4-1,18 74,-20-124,15 95,-6 1,-6 0,-6 1,-9 34,5-151,-2 1,-2 0,0 0,-2-1,-1 0,-1 0,-1-1,-1 0,-2-1,0 0,-5 5,16-27,-1 0,0 0,0 0,0-1,0 1,0-1,-1 1,1-1,-1 0,0 0,0 0,1 0,-1 0,0-1,-1 1,1-1,0 0,0 0,-1 0,1 0,0 0,-1-1,1 0,0 1,-1-1,1-1,-1 1,1 0,-1-1,1 0,0 0,0 0,-1 0,-1-1,-5-6,1 0,0-1,0 0,1 0,0-1,1 0,0-1,1 1,0-1,0 0,1-1,1 0,-4-11,8 22,-37-105,5-2,5-1,-13-110,27 110,12 107,0 0,1 0,0 0,-1 0,1 0,0 0,0 0,0 0,0 0,0 0,1 0,-1 0,1 0,-1 0,1 0,0 0,0 0,0 1,0-1,0 0,0 0,0 1,0-1,1 1,-1-1,0 1,1 0,0-1,-1 1,1 0,0 0,-1 0,1 0,0 0,0 1,0-1,1 0,174-13,-90 7,-5-2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8:52.6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48,'18'-2,"18"-3,15-4,12-1,5 0,1 2,-6 5,-11 7,-13 7,-13 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8:52.9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0,'23'5,"23"1,22 0,18-1,12-2,6-3,-16-2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8:53.7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337 309,'7'-5,"7"1,5 8,4 13,6 16,3 17,2 13,2 10,1 6,-1 3,-2-3,-2-9,-4-10,-8-17</inkml:trace>
  <inkml:trace contextRef="#ctx0" brushRef="#br0" timeOffset="288.294">631 322,'-16'16,"-12"16,-5 17,-5 14,2 9,3 6,7 2,6-2,6-5,5-15</inkml:trace>
  <inkml:trace contextRef="#ctx0" brushRef="#br0" timeOffset="556.599">792 777,'9'-8,"0"0,1 0,0 2,1-1,-1 1,1 1,0-1,1 2,-1 0,1 0,6 0,-15 3,-1 1,0 0,0-1,1 1,-1 0,0 1,1-1,-1 0,0 1,0-1,1 1,-1-1,0 1,0 0,0 0,0 0,0 1,0-1,0 0,0 1,-1-1,1 1,0-1,-1 1,1 0,-1 0,0 0,0 0,1 0,-1 0,-1 0,1 0,0 0,0 0,-1 0,1 1,-1-1,0 0,0 1,1-1,-1 0,-1 2,-1 14,0 0,-2 0,0 0,-1-1,-1 1,0-1,-1-1,-1 1,-1-1,0-1,-1 1,-1-1,-4 10,10-17,3-7,0 1,1-1,-1 1,1-1,-1 1,1 0,0-1,0 1,-1 0,1 0,1 0,-1 0,0 0,0 0,1 0,-1 0,1 0,0 0,-1 1,1-1,0 0,0 0,1 0,-1 0,0 0,1 1,-1-1,1 0,0 0,0 0,-1 0,1 0,1 1,5-2,0 1,1-1,-1-1,0 1,0-1,1-1,-1 1,0-1,0 0,0-1,0 0,2 0,5-1,103-30,-62 14</inkml:trace>
  <inkml:trace contextRef="#ctx0" brushRef="#br0" timeOffset="1283.168">1219 629,'19'0,"16"0,13 0,8 0,7 0,1 0,-1 0,-6 0,-9 0,-10 0,-11 0</inkml:trace>
  <inkml:trace contextRef="#ctx0" brushRef="#br0" timeOffset="1499.651">1567 309,'-9'18,"-3"17,0 15,5 9,8 7,9 3,6-1,6-3,6-6,0-8,-5-13</inkml:trace>
  <inkml:trace contextRef="#ctx0" brushRef="#br0" timeOffset="4525.892">204 1,'-21'16,"-13"18,-8 21,1 20,8 23,9 22,15 15,21 11,22-1,24-3,19-10,16-14,7-16,-13-25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8:56.2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1 188,'18'12,"15"5,14 0,7-2,7-7,1-4,-3-6,-4-4,-7-3,-12-1</inkml:trace>
  <inkml:trace contextRef="#ctx0" brushRef="#br0" timeOffset="187.499">215 0,'-9'21,"-3"17,3 15,5 11,10 7,9 1,6 1,4-5,2-8,-3-13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8:55.4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0,'-3'18,"5"16,8 10,12 10,11 4,11 2,7-3,5-4,1-7,-2-6,-6-8,-9-10,-11-8</inkml:trace>
  <inkml:trace contextRef="#ctx0" brushRef="#br0" timeOffset="268.806">324 134,'-16'3,"-10"6,-5 10,-1 12,-1 13,4 12,4 6,7 4,5-1,9-4,8-8,5-13</inkml:trace>
  <inkml:trace contextRef="#ctx0" brushRef="#br0" timeOffset="529.1">618 388,'0'23,"0"16,-2 13,-1 9,0 4,1-1,0-4,1-13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00.7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 28,'441'0,"-441"0,-144 0,0-6,-31-10,159 13,21 1,28 1,311 28,-284-20,-159-12,-102-11,201 16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03.5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122 43,'-7'4,"0"0,0 1,1 0,-1 0,1 1,0 0,0 0,1 0,0 0,0 1,0 0,1 0,0 1,1-1,-1 1,1 0,1-1,0 1,0 1,0-1,1 0,0 0,1 0,0 1,0-1,1 0,0 1,0-1,1 0,0 0,0 0,1 0,0 0,0-1,4 5,-1-2,1 0,0-1,0 0,1-1,0 1,1-1,-1-1,2 0,-1 0,1-1,0 0,0-1,0 0,1 0,0-1,0-1,0 0,1 0,-1-1,0-1,4 1,-9-2,-1 0,1-1,-1 0,1 1,-1-2,1 1,-1-1,0 1,0-2,0 1,0 0,0-1,0 0,-1 0,1 0,-1-1,0 0,0 0,0 0,0 0,-1 0,0-1,0 1,0-1,0 0,-1 0,0 0,0 0,0 0,0-2,2-8,0-1,-1 1,0-1,-1 1,-1-1,-1 0,0 0,-1 1,0-1,-2-4,2 13,0-1,0 1,0 0,-1 0,0 0,0 0,-1 0,0 0,0 1,-1-1,0 1,0 0,0 0,-1 0,0 1,0-1,0 1,-1 0,1 1,-1 0,-1-1,1 2,0-1,-1 1,0 0,0 0,1 1,-2 0,1 0,0 1,0 0,-1 0,1 0,0 1,-1 1,-5 3,0 1,0 1,1 0,0 1,0 0,0 1,1 0,0 1,0 0,1 1,1 0,0 1,0 0,1 0,0 1,1 0,0 0,1 1,0 0,1 0,1 0,0 0,1 1,0 0,0 11,3 40,9-8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04.3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3 359,'-1'-84,"-1"16,4 1,7-52,-4 99,-5 20,0 0,0 1,1-1,-1 0,0 0,0 0,0 0,0 0,0 0,1 0,-1 1,0-1,0 0,0 0,0 0,1 0,-1 0,0 0,0 0,0 0,0 0,1 0,-1 0,0 0,0 0,0 0,1 0,-1 0,0 0,0 0,0 0,0 0,1 0,-1-1,0 1,0 0,0 0,0 0,1 0,-1 0,0 0,0-1,0 1,0 0,0 0,0 0,0 0,0 0,1-1,7 118,-6-65,0 9,2 0,3 0,3-1,2-1,4 4,2-11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05.0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84 121,'-10'15,"1"0,1 1,1 0,0 0,0 0,0 8,6-19,0 0,0 0,0 0,1 0,0 0,0 0,0 0,0 0,1 0,0 1,0-1,0-1,1 1,0 0,0 0,0 0,0-1,1 0,0 1,0-1,0 0,0 0,4 3,3 1,1-1,-1-1,2 1,-1-1,0-1,1 0,0-1,0 0,1-1,-1-1,1 1,-1-2,1 0,-1 0,1-2,0 1,0-1,-1-1,7-2,-11 2,-1 0,0-1,1 0,-1 0,0-1,0 1,-1-2,1 1,-1-1,0 0,0 0,-1-1,1 1,-1-1,-1-1,1 1,-1 0,0-1,0 0,-1 0,0 0,0-1,-1 1,0-1,0 0,0 1,-1-1,-1 0,1 0,-1 1,-1-1,1 0,-1 0,0 0,-1 1,0-1,0 1,-3-6,1 2,-1 0,0 0,0 1,-2-1,1 1,-1 0,0 1,-1 0,0 0,-1 0,0 1,0 1,-9-7,12 10,0 1,0 0,0 0,-1 0,1 0,-1 1,1 0,-1 1,0-1,0 2,0-1,0 0,1 1,-1 1,0-1,0 1,0 0,0 0,1 1,-1 0,0 0,1 1,0 0,-5 2,0 3,-1 1,2 0,-1 0,1 1,0 0,1 1,0 0,1 1,0 0,1 0,0 0,1 1,1 0,0 0,0 1,2-1,-2 9,-9 40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0.9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0,'4'16,"9"14,15 14,17 13,19 12,17 13,14 11,11 7,-1 5,-8 4,-16 0,-24 0,-36-2,-46-3,-53-4,-52-3,-44-7,6-18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0.1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3,'11'-3,"15"5,15 6,12 10,8 10,5 11,2 8,2 7,-3 4,0 1,-4-3,-5-4,-5-6,-8-9,-9-13,-11-10</inkml:trace>
  <inkml:trace contextRef="#ctx0" brushRef="#br0" timeOffset="204.455">629 3,'-14'9,"-13"12,-11 14,-11 12,-6 10,-3 9,2 4,8 2,10-3,12-5,14-10,16-12,19-12,6-12</inkml:trace>
  <inkml:trace contextRef="#ctx0" brushRef="#br0" timeOffset="487.698">977 457,'-1'4,"-1"0,2 0,-1 0,0 0,1 1,0-1,0 0,0 0,1 0,-1 0,1 0,0 0,0 0,0 0,1 0,-1 0,1-1,0 1,0-1,0 1,1-1,-1 0,1 1,0-1,0-1,0 1,0 0,0-1,0 1,1-1,-1 0,1 0,0-1,0 1,0-1,-1 0,1 1,1-2,1 3,0-1,0 1,1-2,-1 1,0-1,1 0,-1 0,1-1,-1 0,1 0,0 0,-1-1,0 0,1 0,-1-1,1 0,-1 0,0 0,0-1,0 0,-1 0,1-1,-1 1,1-1,-1 0,0-1,-1 1,1-1,-1 0,0 0,0 0,0-1,-1 1,0-1,0 0,2-5,-4 5,0 1,0 0,-1 0,1-1,-1 1,0 0,0 0,-1-1,0 1,0 0,0 0,-1 0,1 0,-1 0,0 0,-1 0,1 0,-1 1,0-1,0 1,0 0,-1 0,1 0,-1 0,0 1,0 0,-1 0,-1-2,-1 1,-1 0,1 0,-1 0,0 1,1 0,-1 1,0 0,-1 0,1 1,0 0,-1 0,1 1,0 0,-1 1,1-1,0 2,-8 1,9-1,-1 0,2 1,-1 0,0 1,1-1,-1 1,1 0,0 1,0-1,1 1,-1 1,1-1,-1 2,4-4,0-1,0 1,1-1,-1 1,1 0,-1 0,1 0,0 0,0 0,0 0,1 0,-1 0,1 0,0 0,0 0,0 1,0-1,0 0,1 0,-1 0,1 0,0 0,0 0,0 0,0 0,0 0,1 0,-1-1,1 1,0 0,2 1,15 17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09.7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0 256,'21'0,"17"0,17 0,12 0,9 0,5 0,-1 0,-6 0,-11 0,-17-3,-16 0</inkml:trace>
  <inkml:trace contextRef="#ctx0" brushRef="#br0" timeOffset="225.426">335 1,'-14'21,"-4"20,-1 16,2 13,4 8,4 5,7-4,5-5,6-9,3-16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09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0,'0'23,"2"16,8 14,14 8,13 3,15 0,10-4,3-8,-1-8,-5-9,-12-11,-13-9</inkml:trace>
  <inkml:trace contextRef="#ctx0" brushRef="#br0" timeOffset="283.243">429 54,'-16'18,"-13"20,-9 19,-8 16,-5 11,1 6,7 0,12-5,14-13,11-19</inkml:trace>
  <inkml:trace contextRef="#ctx0" brushRef="#br0" timeOffset="490.205">656 455,'-3'16,"0"14,0 11,1 8,2 3,5 1,5-2,3-5,2-7,-1-11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08.5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1 147,'18'4,"15"2,16 0,13-1,7-2,2-1,-8 0,-14-2</inkml:trace>
  <inkml:trace contextRef="#ctx0" brushRef="#br0" timeOffset="261.301">295 0,'-12'18,"-3"20,1 15,2 11,4 7,3 1,4-4,5-8,2-15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4.6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0 477,'37'-138,"-20"82,-2-1,-3-1,-3-3,-2-45,-13 126,0 28,2 0,2 0,2 0,3 0,1 0,3 0,1 0,3-2,6 15,7-1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5.4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 62,'-4'14,"1"0,0 0,0 0,2 1,0-1,0 0,2 1,0-1,0 0,1 1,1-1,0 0,1-1,1 1,0-1,1 1,0-1,1-1,0 0,1 0,10 11,-9-13,2-1,-1 0,1-1,0 0,1-1,0 0,0-1,1 0,-1-1,1-1,0 0,4 1,-10-3,0-1,1 0,-1 0,1 0,-1-1,1 0,-1 0,1-1,-1 1,1-2,-1 1,0-1,1-1,-1 1,0-1,0 0,-1-1,1 0,-1 0,0 0,0-1,5-3,-6 1,0 1,-1 0,1-1,-1 0,0 0,-1-1,1 1,-2-1,1 1,-1-1,0 0,-1 0,1 0,-2 0,1 0,-1 0,0 0,-1 0,0 0,-1-8,-1 1,0 0,-1 0,0 0,-1 0,-1 1,-1 0,0 0,-5-6,6 10,-1 0,-1 1,1 0,-2 1,1 0,-1 0,0 0,-1 1,1 1,-2-1,1 2,-8-4,12 6,0 1,-1 0,1 0,-1 1,1-1,-1 1,1 1,-1-1,0 1,1 0,-1 1,0 0,1 0,-1 0,1 1,0-1,-1 2,1-1,0 1,0 0,0 0,1 1,-1 0,1-1,0 1,0 1,1-1,-1 1,1 0,0 0,1 0,-1 0,1 1,0-1,0 1,1 0,0 0,0 0,0 0,1 0,0 0,0 1,0-1,1 0,0 1,0 1,6 39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6.1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90 118,'-7'11,"2"1,-1-1,1 1,1 0,0 0,1 1,-1 9,3-18,0 1,1-1,0 1,0 0,0-1,1 1,-1-1,1 1,0-1,0 1,1-1,-1 0,1 1,0-1,0 0,1 0,-1 0,1-1,0 1,0-1,0 1,3 2,3-1,0 0,0-1,0 0,0 0,1-1,-1 0,1-1,0 0,0 0,0-1,0-1,0 0,0 0,0-1,0 0,0 0,0-1,0-1,-1 0,1 0,-1 0,0-2,0 1,0-1,0 0,-1-1,0 0,0 0,6-7,-7 6,-1-1,0 1,0-1,0 0,-1-1,-1 1,1-1,-2 0,1 0,-1-1,0 1,-1 0,0-1,0-6,-1 10,-1 0,0 1,0-1,0 1,-1-1,1 0,-2 1,1-1,0 1,-1 0,0-1,0 1,-1 0,1 0,-1 1,0-1,-1 0,1 1,-1 0,0 0,0 0,0 0,0 0,-1 1,-4-3,-2 1,-1 1,1 0,-1 1,0 0,0 1,0 1,0 0,0 0,-1 1,1 0,0 1,0 1,0 0,0 1,0 0,1 0,-1 1,1 1,0 0,0 1,0 0,1 0,0 1,0 1,1-1,0 2,0-1,1 1,0 0,1 1,-1 1,-19 28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8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276 0,'-14'5,"-13"8,-12 13,-7 18,-4 22,5 23,10 21,15 14,21 10,26 2,26-5,25-9,19-18,-6-26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22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0,'4'30,"9"27,11 27,11 23,10 17,9 13,5 8,-4 5,-10 1,-18-2,-34-3,-46-7,-51-8,-9-27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20.5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40,'0'16,"4"14,9 11,13 11,12 4,10 5,8 1,7-3,1-7,-3-8,-10-10,-12-9,-12-10</inkml:trace>
  <inkml:trace contextRef="#ctx0" brushRef="#br0" timeOffset="266.395">482 80,'-18'0,"-14"9,-7 12,-6 14,-3 15,3 10,4 8,7 7,9-1,11-4,9-13</inkml:trace>
  <inkml:trace contextRef="#ctx0" brushRef="#br0" timeOffset="567.099">776 441,'-2'25,"-4"17,1 14,-3 7,1 3,1-1,2-6,6-13,3-12</inkml:trace>
  <inkml:trace contextRef="#ctx0" brushRef="#br0" timeOffset="568.099">1177 307,'18'-2,"18"-1,20 0,20 1,14 0,12 4,6 0,-3 1,-10-1,-18 0,-23-1</inkml:trace>
  <inkml:trace contextRef="#ctx0" brushRef="#br0" timeOffset="856.571">1712 0,'-16'16,"-8"19,1 17,4 13,5 12,7 6,10 0,6-4,4-7,2-11,1-14,-2-15</inkml:trace>
  <inkml:trace contextRef="#ctx0" brushRef="#br0" timeOffset="1111.885">2153 80,'7'16,"9"14,10 14,13 10,11 8,11 4,8 3,6-2,2-5,-3-9,-8-10,-9-12,-14-9,-10-12,-12-8</inkml:trace>
  <inkml:trace contextRef="#ctx0" brushRef="#br0" timeOffset="1367.733">2647 241,'-18'0,"-15"0,-14 4,-9 9,-5 11,-2 13,7 11,7 11,13 8,14 0,18-3,9-14</inkml:trace>
  <inkml:trace contextRef="#ctx0" brushRef="#br0" timeOffset="1646.487">3008 695,'-2'4,"1"-1,0 1,-1 0,1-1,1 1,-1 0,0 0,1 0,0 0,0-1,0 1,0 0,1 0,0 0,-1-1,1 1,1 0,-1 0,0-1,1 1,0-1,0 0,0 1,0-1,0 0,1 0,-1 0,1-1,0 1,0-1,0 1,1 0,6 4,0 0,0-1,0 0,1-1,0 0,-1-1,2 0,-1-1,0 0,3 0,-10-2,0 0,1 0,-1-1,1 1,-1-1,1 0,-1 0,1-1,-1 1,0-1,1 0,-1 0,0-1,1 1,-1-1,0 0,0 0,0 0,0-1,-1 1,1-1,-1 0,0 0,1 0,-1 0,0-1,-1 1,1-1,-1 0,0 0,1 0,-2 0,1 0,0 0,-1 0,0-1,0 0,2-8,-1 0,-1 1,0-1,-1 0,-1 0,0 0,0 1,-1-1,-1 0,0 1,-1 0,0 0,-1-1,2 7,1 0,-1 1,0-1,0 1,-1 0,0 0,0 0,0 0,0 1,-1-1,0 1,0 0,0 1,0-1,0 1,-1 0,0 0,1 1,-1 0,0 0,0 0,-1 0,1 1,0 0,0 1,0-1,-2 1,0 1,-1 0,1 0,0 0,0 1,0 0,0 1,0 0,1 0,-1 0,1 1,0 0,0 1,0 0,0 0,1 0,0 1,0 0,0 0,1 0,0 1,0 0,1 0,0 0,0 0,0 1,1-1,0 1,1 0,0 0,0 0,1 0,0 1,0-1,1 0,0 1,1 7,18 31,6-7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9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0 268,'14'-2,"15"-1,20 0,16 1,12 0,5 1,1 3,-4 0,-17 1</inkml:trace>
  <inkml:trace contextRef="#ctx0" brushRef="#br0" timeOffset="291.875">348 0,'-16'18,"-7"18,-3 13,4 13,7 7,12 5,12 0,12-5,7-8,-2-16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19.2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0,'7'23,"11"21,14 19,15 12,12 10,8 3,3-1,-7-5,-9-9,-11-12,-12-14,-10-16</inkml:trace>
  <inkml:trace contextRef="#ctx0" brushRef="#br0" timeOffset="193.056">376 93,'-16'19,"-10"16,-5 15,-2 12,3 6,4 7,6 0,7-2,5-15</inkml:trace>
  <inkml:trace contextRef="#ctx0" brushRef="#br0" timeOffset="524.173">683 401,'23'-8,"-6"1,-1 1,1 1,0 0,0 1,1 1,-1 1,1 0,-1 2,1 0,12 1,-28 0,1-1,-1 1,1-1,-1 1,1 0,-1 0,0 0,1 0,-1 1,0-1,0 1,0-1,0 1,0 0,0 0,-1-1,1 1,-1 1,1-1,-1 0,1 0,-1 0,0 1,0-1,0 0,-1 1,1-1,-1 1,1-1,-1 1,0 0,0-1,0 1,0-1,0 2,-29 87,-146 159,174-249,-1 1,0 0,1 0,-1 0,1 0,0 0,0 0,-1 0,1 1,1-1,-1 0,0 1,1-1,-1 1,1-1,-1 0,1 1,0-1,0 1,0-1,1 1,-1-1,1 1,-1-1,1 0,0 1,0-1,0 0,0 0,0 1,0-1,1 0,-1 0,1 0,0 1,7 0,0 1,0-1,0-1,0 1,0-1,1-1,-1 0,1 0,-1-1,1 0,-1-1,1 0,-1-1,5 0,56-10,-4-2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25.4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1 390,'124'-370,"-118"350,-6 21,0-1,0 0,-1 1,1-1,0 0,0 0,0 1,0-1,0 0,0 1,0-1,0 0,0 1,0-1,0 0,0 0,0 1,0-1,0 0,1 1,-1-1,0 0,0 0,0 1,0-1,0 0,1 0,-1 1,0-1,0 0,0 0,1 0,-1 1,0-1,0 0,1 0,-1 0,0 0,1 0,-1 1,0-1,0 0,1 0,-1 0,0 0,1 0,-1 0,0 0,0 0,1 0,-1 0,0 0,1 0,-1 0,0-1,1 1,-1 0,0 0,0 0,1 0,-1 0,0-1,0 1,11 140,0 0,24 99,-23-178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26.0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23 231,'-3'-15,"0"0,2 1,-1-1,2 0,0 0,1 0,0 0,1 0,1 0,0 1,1-1,1 1,5-12,-2 13,-10 35,-17 77,5 1,4 0,5 0,4 38,4-88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26.8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384 17,'-6'-1,"-1"0,1 1,0 0,0 0,0 0,-1 1,1 0,0 0,0 0,0 1,0 0,1 0,-1 1,0-1,1 1,-1 0,1 1,0-1,0 1,1 0,-1 1,1-1,0 1,0 0,0 0,1 0,-1 0,1 0,1 1,-1 0,1-1,0 1,0 0,0 0,1 0,0 0,0 5,2-2,1 1,0-1,0 0,1 0,0 0,1 0,0 0,0-1,1 1,0-1,0-1,1 1,0-1,0 0,1 0,0 0,0-1,1 0,-1-1,1 0,1 0,-1 0,2 0,-3-2,0 1,0-1,0-1,0 1,0-1,0 0,1-1,-1 1,0-2,1 1,-1-1,1 0,0 0,-1-1,0 0,1-1,-1 0,0 0,1 0,-1-1,0 0,-1 0,1-1,-1 1,1-2,-1 1,0-1,-1 0,3-2,-4 2,1-1,-1 0,-1 0,1 0,-1 0,0 0,-1-1,1 0,-1 1,-1-1,1 0,-1 0,0 0,-1 0,1 0,-1 0,-1 0,0 0,0 0,0 0,0 1,-1-1,0 0,-1 1,0-1,0 1,0 0,-1 0,1 0,-2 0,1 1,0-1,-1 1,0 0,0 1,-4-3,-2-1,1 0,-2 2,1-1,-1 1,0 1,0 0,0 1,-1 0,0 1,0 0,0 1,0 1,0 0,0 0,0 1,-9 2,-16 2,1 2,0 2,0 1,1 2,-4 3,-46 17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28.0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106 13,'11'8,"27"4,0-2,1-2,-1-1,1-2,1-2,-1-1,4-2,-43 0,50-2,-53-1,-181-15,-109 12,683 20,-250-13,-178-7,-400-27,428 32,22 2,459 24,-452-27,-41-3,-74-10,-2 5,-61 3,93 13,71 4,89 11,-27-13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29.2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10 107,'87'18,"-65"-17,48 3,0-2,-1-4,51-9,-58-4,-61 14,-1 1,0 0,1-1,-1 1,0 0,1 0,-1-1,0 1,1-1,-1 1,0 0,0-1,1 1,-1-1,0 1,0 0,0-1,0 1,1-1,-1 1,0-1,0 1,0-1,0 1,0-1,0 1,0-1,0 1,-1 0,1-1,0 1,0-1,0 1,0-1,-1 1,1 0,0-1,0 1,-1-1,1 1,0 0,-1-1,1 1,0 0,-1-1,1 1,0 0,-1 0,1-1,-1 1,1 0,-1 0,1 0,0 0,-1 0,1-1,-1 1,1 0,-1 0,1 0,-1 0,1 0,-1 1,-134-27,-194-3,328 29,-1-1,1 1,0-1,0 1,-1 0,1 0,0 0,-1 0,1 0,0 0,-1 0,1 0,0 0,0 1,-1-1,1 1,0-1,0 1,-1-1,1 1,0-1,0 1,0 0,0 0,0 0,0-1,0 1,0 0,1 0,-1 0,0 1,0 0,49 18,17-8,1-2,1-3,-1-4,45-3,-37-7,-75 7,1 0,0 0,-1 0,1-1,0 1,0 0,-1 0,1 0,0 0,-1-1,1 1,0 0,0 0,-1-1,1 1,0 0,0 0,0-1,-1 1,1 0,0-1,0 1,0 0,0-1,0 1,0 0,-1-1,1 1,0 0,0-1,0 1,0 0,0-1,0 1,0 0,1-1,-1 1,0 0,0-1,0 1,0 0,0-1,0 1,1 0,-1 0,0-1,0 1,0 0,1 0,-1-1,0 1,0 0,1 0,-1-1,0 1,1 0,-1 0,0 0,1 0,-1 0,0 0,1-1,-1 1,0 0,1 0,-1 0,1 0,-29-10,-45-9,-1 4,-1 3,-59-2,104 13,30 1,0 0,0 0,0 1,0-1,0 0,0 0,0 1,0-1,0 0,0 0,0 1,0-1,0 0,0 0,0 0,0 1,-1-1,1 0,0 0,0 1,0-1,0 0,0 0,-1 0,1 0,0 1,0-1,0 0,-1 0,35 9,-1-1,1-2,1-2,13 0,-17-1,255 12,-281-15,0 0,-10 0,0 0,-337-28,327 24,26 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31.0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1,'24'30,"0"-1,2-1,1-1,1-1,1-2,1-1,26 15,-31-21,1-1,1-1,0-1,1-1,0-2,1-1,1-1,-1-1,1-2,0-1,4-1,-31-3,1 0,0-1,0 1,-1-1,1 1,0-1,0-1,0 1,-1 0,1-1,0 0,0 0,-1 0,1 0,-1-1,1 1,-1-1,1 0,-1 0,0 0,0 0,0-1,0 1,0-1,-1 0,1 0,-1 0,0 0,0 0,0 0,0-1,0 1,-1-1,0 1,1-3,-2 1,-1 1,0-1,0 0,0 1,0-1,-1 1,0-1,0 1,0 0,0-1,-1 1,1 0,-1 1,0-1,-1 0,1 1,0 0,-1 0,0 0,0 0,0 0,0 1,-4-2,5 2,0 1,0 0,0-1,0 2,0-1,0 0,0 0,0 1,0 0,0-1,0 1,0 0,0 1,0-1,0 1,0-1,0 1,0 0,0 0,0 0,0 0,1 0,-1 1,0 0,1-1,-1 1,1 0,0 0,-1 0,1 1,0-1,0 0,1 1,-1-1,0 1,1 0,-1 1,-4 12,1 1,1-1,1 1,0 0,1 0,1 0,1 0,0 0,1 0,1 0,1 0,2 9,-5-23,103 580,-90-481,-4 1,-5-1,-8 79,0-128,-2 0,-2 0,-3-1,-2 0,-3-1,-1-1,-3 0,-5 4,18-38,-2 0,0-1,0 0,-2 0,0-1,0 0,-1-1,-13 10,23-21,-1 1,0-1,0 0,0 0,0 0,0 0,0 0,-1-1,1 1,-1-1,1 0,-1 0,1 0,-1-1,0 1,1-1,-1 0,0 0,1 0,-1-1,0 1,1-1,-1 0,1 0,-1 0,1 0,-1-1,1 1,0-1,0 0,0 0,0 0,0 0,0-1,0 1,1-1,-1 1,1-1,-2-2,-6-14,0 0,1-1,1 1,1-2,1 1,0-1,2 0,0 0,0-16,3 32,-11-89,4 1,4-1,6-43,16-5,-16 134,0 1,0-1,1 1,0 0,0 0,1 0,0 0,0 1,1 0,0-1,0 1,0 1,1-1,-1 1,1 0,7-4,2 3,0 0,1 0,0 2,0 0,0 1,0 0,0 2,1 0,-1 0,0 2,9 1,48 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31.3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1,'19'2,"18"1,18 0,13-1,3 2,-2 2,-14 5,-17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31.5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1,'13'9,"22"3,23-1,27-1,22-6,-6-3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31.8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136 1,'25'370,"-11"66,-19-1,-39 215,17-346,-71 1094,107-646,37 39,-41-711,11 168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8:56.7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3 535,'-3'21,"5"15,8 13,12 10,8 4,9-2,7-3,4-6,1-5,-4-6,-7-8,-9-7,-7-8,-8-7</inkml:trace>
  <inkml:trace contextRef="#ctx0" brushRef="#br0" timeOffset="253.327">431 468,'-20'10,"-17"13,-7 15,-5 17,3 12,3 9,8 5,10 0,8-5,8-8,5-15</inkml:trace>
  <inkml:trace contextRef="#ctx0" brushRef="#br0" timeOffset="542.548">644 1030,'0'4,"-1"0,1 0,0 0,0 0,1 0,-1 0,1 0,0 0,0 0,0 0,0 0,1-1,0 1,-1 0,1-1,1 1,-1-1,0 0,1 0,0 0,-1 0,1 0,0-1,1 1,-1-1,0 0,1 0,-1 0,1 0,0 0,8-1,-1 1,1-1,-1-1,1 0,0-1,-1 0,1-1,-1 0,0-1,0 0,0-1,0 0,0-1,-1 0,0 0,0-1,0-1,-1 0,0 0,0 0,0-1,0-2,-5 7,-1 0,0 0,0-1,0 1,0-1,-1 1,1-1,-1 0,0 0,0 0,-1 0,1 0,-1 0,0-1,0 1,0-1,0 1,-1 0,0-1,0 1,0-1,0 1,-1-1,1 1,-1 0,-1-1,1 1,0 0,-1 0,0 0,0 0,0 0,-1 0,1 0,-1 1,0 0,0-1,0 1,-2-2,-6-1,-1 0,0 0,1 1,-2 1,1 0,-1 0,1 1,-1 1,0 0,0 1,0 0,0 1,0 1,0 0,0 1,0 0,1 0,-1 2,1 0,-1 0,1 1,0 0,1 1,-5 3,11-6,-1 0,0 0,1 0,-1 0,1 1,0 0,0 0,1 1,-1-1,1 1,0 0,0 0,1 0,-1 1,1-1,0 1,1 0,-1 0,1 0,0 0,1 0,-1 0,1 1,0 3,8 15</inkml:trace>
  <inkml:trace contextRef="#ctx0" brushRef="#br0" timeOffset="780.914">1340 1,'18'18,"17"20,15 16,9 18,7 13,1 9,-4 8,-11 4,-11 3,-14-2,-17-3,-20-1,-26 0,-30 1,-33 5,-34 5,-36 1,12-19</inkml:trace>
  <inkml:trace contextRef="#ctx0" brushRef="#br0" timeOffset="9004.498">2556 41,'-18'9,"-17"12,-15 16,-9 20,-5 21,3 22,6 21,14 20,14 11,27 2,33-7,41-12,40-18,36-18,-7-25</inkml:trace>
  <inkml:trace contextRef="#ctx0" brushRef="#br0" timeOffset="10848.195">2756 468,'14'21,"11"15,11 14,5 8,6 5,1 0,-3-3,-4-6,-5-9,-7-13,-7-11</inkml:trace>
  <inkml:trace contextRef="#ctx0" brushRef="#br0" timeOffset="11122.223">3078 441,'-18'21,"-14"18,-4 13,-2 12,2 7,4 1,7-1,9-4,7-7,9-10,5-15</inkml:trace>
  <inkml:trace contextRef="#ctx0" brushRef="#br0" timeOffset="11380.146">3238 829,'16'-10,"1"1,0 1,0 0,0 1,1 1,0 0,0 1,0 2,1-1,-1 2,1 1,0 0,0 1,4 2,-19-1,0-1,0 2,0-1,0 0,0 1,-1 0,1 0,0 0,-1 0,0 1,1-1,-1 1,0 0,-1 0,1 0,0 0,-1 0,1 1,-1-1,0 1,0 0,-1-1,1 1,-1 0,0 0,0 0,0 0,0 0,-1 0,0 0,1 1,-1-1,-1 0,1 0,-1 0,0 0,0 2,-5 16,0-1,-2 1,0-1,-1 0,-2-1,0 0,-3 2,-44 96,57-116,0-1,0 1,0-1,0 1,1 0,-1-1,1 1,-1 0,1-1,0 1,0 0,0 0,0-1,0 1,0 0,0-1,0 1,1 0,-1 0,0-1,1 1,0-1,-1 1,1 0,0-1,0 1,0-1,0 0,0 1,0-1,0 0,1 1,-1-1,0 0,1 0,-1 0,1 0,-1-1,1 1,-1 0,1-1,0 1,-1 0,2-1,18 3,1-1,0-1,0 0,0-2,-1-1,1-1,0 0,-1-2,3-1,-21 5,55-11</inkml:trace>
  <inkml:trace contextRef="#ctx0" brushRef="#br0" timeOffset="21132.42">2810 254,'528'-13,"-520"13,-15 2,-16 1,-71 0,1-3,-1-5,-44-9,8 1,300 30,269-9,-423-13,-45-1,-128-12,-1 7,-105 8,219 4,27 1,23 3,27 2,102 9,-1-6,116-8,-173-7,-71-1,-19 1,-159-6,135 10,-269 2,262 4,47 0,90 7,-66-11,159 5,-142-3</inkml:trace>
  <inkml:trace contextRef="#ctx0" brushRef="#br0" timeOffset="46991.358">1981 977,'-5'-3,"-17"-24,22 28,0 0,-1 0,1-1,0 1,0 0,0-1,0 1,-1 0,1-1,0 1,0 0,-1-1,1 1,-1-1,1 1,-1 0,1-1,-1 1,1-1,-1 1,1-1,-1 0,1 1,-1-1,0 0,1 1,-1-1,0 0,1 0,-1 1,0-1,1 0,-1 0,0 0,1 0,-1 0,0 0,0 0,1 0,-1 0,0 0,1-1,-1 1,0 0,1 0,-1-1,0 1,1 0,-1-1,0 1,1-1,-1 1,1-1,-1 1,1-1,-1 1,1-1,-1 1,15 2,-8-6,1 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35.2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 2006,'28'-4,"26"-2,26-2,18 0,14 2,6 6,-8 6,-21 6,-25 1</inkml:trace>
  <inkml:trace contextRef="#ctx0" brushRef="#br0" timeOffset="-739.532">0 2234,'5'16,"7"16,12 13,13 9,11 5,7 1,3 3,-4-2,-4-1,-8-2,-12-6,-10-10,-10-12</inkml:trace>
  <inkml:trace contextRef="#ctx0" brushRef="#br0" timeOffset="-474.242">348 2367,'-14'9,"-11"13,-6 13,-2 12,-1 12,2 10,4 4,4 3,6-2,7-6,6-11,6-15</inkml:trace>
  <inkml:trace contextRef="#ctx0" brushRef="#br0" timeOffset="-190.501">588 2809,'110'-253,"-102"234,-9 59,-2-24,-6 23,2 0,1 0,2 0,2 1,2-1,1 1,2-1,7 30,1-34</inkml:trace>
  <inkml:trace contextRef="#ctx0" brushRef="#br0" timeOffset="-2260.375">0 777,'18'18,"16"15,10 11,5 10,3 4,-3 2,-4-3,-9-4,-8-4,-8-9,-8-8,-5-10</inkml:trace>
  <inkml:trace contextRef="#ctx0" brushRef="#br0" timeOffset="-2010.391">335 736,'-16'9,"-10"10,-3 13,0 13,1 9,2 10,0 8,3 2,2-2,6-13</inkml:trace>
  <inkml:trace contextRef="#ctx0" brushRef="#br0" timeOffset="-1620.913">614 978,'4'-2,"-1"0,1 1,-1-1,1 1,-1 0,1 0,-1 0,1 1,0-1,0 1,-1 0,1 0,0 0,0 1,-1-1,1 1,0 0,-1 0,1 0,-1 0,1 1,-1 0,0-1,1 1,-1 0,0 1,0-1,0 1,7 2,64 48,-71-51,-1 1,0 0,0-1,0 1,-1 0,1 0,-1 0,1 0,-1 0,0 0,0 0,0 1,-1-1,1 0,-1 1,0-1,0 0,0 1,0-1,0 0,-1 1,1-1,-1 0,0 0,0 0,-1 2,-8 12,0 0,-2-1,1 0,-2 0,0-1,-1-1,-1-1,0 0,-3 1,9-6,-112 104,120-111,-1 0,1 0,0 0,-1 0,1 0,0 0,0 0,-1 1,1-1,0 1,0-1,1 1,-1-1,0 1,0-1,1 1,-1 0,1-1,-1 1,1 0,0-1,0 1,0 0,0 0,0-1,0 1,0 0,0 0,1-1,-1 1,1 0,-1-1,1 1,0-1,0 1,-1-1,1 1,0-1,0 1,0-1,1 0,-1 1,0-1,1 0,-1 0,0 0,12 3,-1-1,1 0,-1 0,1-2,0 1,0-2,0 0,-1 0,1-1,0-1,2-1,1 2,111-17,89-25,-156 29</inkml:trace>
  <inkml:trace contextRef="#ctx0" brushRef="#br0" timeOffset="1271.811">0 3824,'18'19,"13"14,10 11,8 10,3 9,1 5,-2 3,-3-3,-7-2,-9-7,-7-8,-8-13</inkml:trace>
  <inkml:trace contextRef="#ctx0" brushRef="#br0" timeOffset="1520.276">428 3811,'-19'19,"-12"16,-8 15,-4 14,-4 10,0 6,2 1,5-5,10-5,9-13,8-17</inkml:trace>
  <inkml:trace contextRef="#ctx0" brushRef="#br0" timeOffset="1829.466">588 4292,'0'23,"-2"-18,1 0,0 0,1 0,-1 1,1-1,0 0,0 0,0 0,1 0,0 0,0 0,0 0,0 0,1 0,0 0,0 0,0-1,1 1,0-1,0 0,0 1,0-1,0-1,1 1,0 0,0-1,0 0,0 0,0 0,1 0,1 0,4-2,0 0,-1-1,1 0,0 0,-1-1,1-1,-1 1,1-2,-1 1,0-1,0-1,0 1,0-2,-1 1,1-1,-1 0,0-1,-1 0,1 0,-1-1,0 0,2-4,-4 6,-1 0,0-1,0 0,0 1,0-1,-1-1,0 1,0 0,-1-1,0 0,0 1,-1-1,1 0,-1 0,-1 0,0 0,0 0,0 0,0 0,-1 0,-1 0,1 1,-1-1,0 0,0 1,-1-1,0 1,0 0,-1 0,1 0,-1 0,-1 1,1-1,-1 1,0 0,0 0,0 1,-1 0,1 0,-4-2,0 1,1 0,-1 1,0 0,0 1,0 0,0 0,0 1,-1 0,1 0,-1 1,0 1,1 0,-1 0,1 0,-1 1,0 1,1 0,0 0,-1 1,1 0,0 0,0 1,1 1,-1-1,1 1,0 1,0-1,1 1,0 1,-1 0,7-5,-1 0,1 0,0 1,-1-1,1 1,0-1,1 1,-1-1,0 1,1 0,-1-1,1 1,0 0,0-1,0 1,0 0,1-1,-1 1,1 0,-1-1,1 1,10 21</inkml:trace>
  <inkml:trace contextRef="#ctx0" brushRef="#br0" timeOffset="2891.368">1230 15,'0'-1,"1"0,-1 0,1 0,-1 0,1 1,-1-1,1 0,0 0,-1 1,1-1,0 0,0 1,-1-1,1 1,0-1,0 1,0-1,0 1,0 0,0-1,-1 1,1 0,0 0,0 0,0 0,0 0,0 0,0 0,0 0,0 0,0 0,0 0,0 0,0 1,0-1,0 1,0-1,0 0,-1 1,1-1,0 1,0 0,-1-1,1 1,0 0,0-1,-1 1,1 0,-1 0,1-1,-1 1,1 0,-1 0,1 0,-1 0,0 0,0 0,1 0,-1 0,0 0,0 0,0 0,0 0,0-1,0 1,0 0,-1 1,15 141,-13-94,20 870,34 1019,-14-437,-39-1375,4 1,6-1,6-1,5 0,37 113,-56-226,2 7,1 0,1 0,0-1,1 0,1-1,10 13,-20-30,0 0,0 0,0 0,0 0,0-1,0 1,0 0,1 0,-1 0,0 0,0 0,0 0,0-1,0 1,0 0,1 0,-1 0,0 0,0 0,0 0,0 0,1 0,-1 0,0 0,0 0,0 0,0 0,1 0,-1 0,0 0,0 0,0 0,0 0,0 0,1 0,-1 0,0 0,0 0,0 0,0 0,0 0,1 1,-1-1,0 0,0 0,-5-17,-68-108,73 113,3 7</inkml:trace>
  <inkml:trace contextRef="#ctx0" brushRef="#br0" timeOffset="11080.862">1992 389,'13'-9,"19"-3,22 0,19 3,17 3,10 6,4 6,-1 7,-19 0</inkml:trace>
  <inkml:trace contextRef="#ctx0" brushRef="#br0" timeOffset="10219.603">1898 630,'16'11,"12"14,8 12,5 15,2 10,1 7,-3 4,-4 1,-3-6,-6-7,-5-12,-1-12,-3-12,-5-17,-4-11</inkml:trace>
  <inkml:trace contextRef="#ctx0" brushRef="#br0" timeOffset="10473.44">2166 670,'-19'20,"-7"16,-5 14,1 11,4 7,1 6,5 1,6-1,6-5,3-16</inkml:trace>
  <inkml:trace contextRef="#ctx0" brushRef="#br0" timeOffset="10736.78">2326 1044,'14'-9,"-1"0,1 0,1 2,-1-1,1 2,1 0,-1 1,1 0,0 2,0-1,10 1,-24 3,0 0,1 0,-1 0,0 0,0 1,0-1,1 1,-1-1,0 1,0 0,0 0,0 0,0 0,0 0,0 1,0-1,-1 0,1 1,0-1,-1 1,1 0,-1 0,0-1,1 1,-1 0,0 0,0 0,0 0,-1 0,1 1,0-1,-1 0,1 0,-1 0,0 2,-12 79,-3-47,-2-1,-1-1,-23 31,-14 28,53-90,0-1,1 0,-1 0,1 0,-1 0,1 1,0-1,-1 0,1 1,0-1,1 1,-1-1,0 1,1-1,-1 1,1-1,0 1,0 0,0-1,0 1,0 0,1-1,-1 1,1-1,0 1,0-1,0 1,0-1,0 0,0 1,0-1,2 2,4-1,-1 0,1-1,0 0,0 0,0 0,0-1,0 0,0 0,0-1,6 0,-12 0,49-1,0-2,0-2,27-7,-5 0</inkml:trace>
  <inkml:trace contextRef="#ctx0" brushRef="#br0" timeOffset="12127.136">1738 2193,'18'12,"20"10,14 8,11 9,5 8,0 8,-2 6,-8 2,-9-1,-13-4,-10-8,-10-9,-8-13</inkml:trace>
  <inkml:trace contextRef="#ctx0" brushRef="#br0" timeOffset="12391.828">2219 2193,'-13'10,"-10"13,-7 15,-6 15,-5 14,-3 13,-3 10,2 5,6 0,10-7,14-14,11-19</inkml:trace>
  <inkml:trace contextRef="#ctx0" brushRef="#br0" timeOffset="12674.111">2473 2474,'2'16,"1"19,0 19,-1 19,-2 15,-2 11,-1 7,1 1,1-18</inkml:trace>
  <inkml:trace contextRef="#ctx0" brushRef="#br0" timeOffset="13506.889">1831 4105,'14'19,"11"16,13 12,8 10,9 3,6 4,-1 2,-3 1,-5 1,-9-1,-12-3,-11-10,-9-13</inkml:trace>
  <inkml:trace contextRef="#ctx0" brushRef="#br0" timeOffset="13773.751">2273 4119,'-16'4,"-10"14,-9 14,-6 16,-5 15,-4 13,0 10,6 4,9-3,11-8,18-14,19-15,6-17</inkml:trace>
  <inkml:trace contextRef="#ctx0" brushRef="#br0" timeOffset="14033.064">2460 4667,'2'20,"-2"-13,0 0,0 0,0-1,1 1,0 0,0 0,1-1,0 1,0-1,1 1,-1-1,1 0,1 0,-1 0,1 0,0-1,0 1,1-1,0 0,0 0,0-1,0 0,1 0,-1 0,1 0,4 1,6-2,1 0,-1-1,1-1,0-1,0 0,-1-1,1-1,0 0,-1-1,0-1,0-1,0 0,0-1,-1-1,0 0,14-9,-21 12,-1 1,0-1,0 0,0 0,0 0,0-1,-1 0,0-1,0 0,0 0,-1 0,0 0,0-1,-1 0,0 0,0 0,0 0,-1-1,0 1,0-1,-1 0,0 0,-1 0,0 0,0 0,0 0,-1 0,-1-1,1 1,-2-5,-1 6,0 0,-1-1,1 2,-2-1,1 0,-1 1,0 0,0 0,-1 0,1 0,-1 1,-1 0,1 1,-1-1,1 1,-1 0,-1 1,1 0,0 0,-1 0,0 1,-10-3,-1 0,0 1,0 1,-1 1,1 1,0 0,-1 2,-1 0,13-1,0 1,0 0,0 0,0 0,0 1,0 0,0 1,1 0,-1 0,1 0,0 1,0 0,0 1,1-1,-1 1,6-4,0 0,1 0,-1 0,0 0,0 0,1 0,-1 0,0 0,1 0,-1 0,1 0,-1 1,1-1,0 0,0 0,-1 0,1 1,0-1,0 0,0 0,0 1,0-1,1 0,-1 0,0 0,1 1,-1-1,0 0,1 0,-1 0,1 0,0 0,11 13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50.3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0,'24'95,"-4"1,3 55,-21-134,41 423,-15 292,-20-419,2-3,21 1074,-30-1304,15 614,-4-532,7-1,7 0,18 39,-17-101,-12-48,-1 0,-3 2,-2-1,-1 22,-11-44,2-29,1-1,0 1,0-1,0 1,0-1,0 1,-1-1,1 0,0 1,0-1,-1 0,1 1,0-1,-1 0,1 1,0-1,-1 0,1 1,-1-1,1 0,0 0,-1 0,1 1,-1-1,1 0,0 0,-1 0,1 0,-1 0,1 0,-1 0,1 0,-1 0,1 0,-1 0,1 0,-1 0,1 0,0 0,-1 0,1-1,-1 1,1 0,0 0,-1-1,1 1,-1 0,1 0,0-1,-1 1,1 0,0-1,0 1,-1-1,1 1,0 0,0-1,-1 1,0-2,-1 0,0 0,1 0,0 0,-1-1,1 1,0 0,0 0,0-1,0 1,1-1,-1 1,0-1,1 1,0-1,0 1,0-1,0 1,0-1,0 1,1-1,-1 1,1-1,0 1,-1-1,1 1,0 0,1-1,-1 1,0 0,1 0,-1 0,1 0,-1 0,1 0,1 0,4-6</inkml:trace>
  <inkml:trace contextRef="#ctx0" brushRef="#br0" timeOffset="1011.428">549 910,'2'11,"6"11,10 8,11 6,12 6,9 3,6 0,1 0,-2-2,-7-3,-8-3,-11-7,-11-8</inkml:trace>
  <inkml:trace contextRef="#ctx0" brushRef="#br0" timeOffset="1230.842">870 830,'-16'4,"-12"9,-10 11,-6 13,0 13,3 13,7 6,8 5,9 2,12-3,14-8,5-14</inkml:trace>
  <inkml:trace contextRef="#ctx0" brushRef="#br0" timeOffset="1500.45">1137 1163,'10'-8,"0"0,1 1,-1 0,1 0,1 1,-1 1,8-3,-15 7,-1 0,0 0,0 0,0 0,0 1,1-1,-1 1,0 0,1 0,-1 0,0 0,1 0,-1 1,0 0,0 0,0 0,0 0,0 0,0 0,0 1,0 0,0-1,0 1,-1 0,1 0,-1 1,1-1,-1 0,0 1,0-1,1 2,1 8,0 0,0 1,-1-1,-1 1,0-1,-1 1,0 0,-1 0,0 0,-1-1,-1 1,0 0,0-1,-2 1,1-1,-2 0,1 0,-5 7,-9 29,10-31,1 0,1 1,1 0,0 1,1-1,1 1,0 11,3-27,0 0,1 0,-1 0,1 0,-1 0,1 0,0 0,0-1,0 1,0 0,1 0,-1-1,1 1,0-1,0 1,0-1,0 0,0 0,0 0,0 0,1 0,-1 0,1 0,-1-1,1 1,0-1,0 0,-1 0,1 0,0 0,0-1,2 1,6 1,0-1,0 0,0-1,0 0,0-1,0 0,0-1,4-1,90-36,-65 14</inkml:trace>
  <inkml:trace contextRef="#ctx0" brushRef="#br0" timeOffset="1799.205">575 455,'23'-7,"28"-4,30-1,24 2,17 5,7 8,-11 13,-25 3</inkml:trace>
  <inkml:trace contextRef="#ctx0" brushRef="#br0" timeOffset="2316.417">496 2500,'11'18,"13"18,12 11,10 10,8 6,0 1,-1-1,-6-1,-6-6,-10-7,-8-10,-8-11</inkml:trace>
  <inkml:trace contextRef="#ctx0" brushRef="#br0" timeOffset="2593.678">843 2500,'-13'12,"-10"14,-7 15,-4 14,-2 11,-4 11,-3 7,2 4,4-2,7-9,10-13,7-17</inkml:trace>
  <inkml:trace contextRef="#ctx0" brushRef="#br0" timeOffset="2823.475">1110 2794,'5'14,"1"13,0 14,1 9,1 5,3 2,0-1,2-5,0-5,-2-8,-2-9,-4-9</inkml:trace>
  <inkml:trace contextRef="#ctx0" brushRef="#br0" timeOffset="3072.805">536 2206,'16'-4,"19"0,21 1,22 2,18 0,14 0,3 1,-8 0,-22 0</inkml:trace>
  <inkml:trace contextRef="#ctx0" brushRef="#br0" timeOffset="4544.772">816 4172,'14'20,"11"16,13 16,9 10,8 8,5 4,3 2,-4 1,-2-5,-6-7,-5-10,-9-12,-7-14,-10-12</inkml:trace>
  <inkml:trace contextRef="#ctx0" brushRef="#br0" timeOffset="4834.118">1244 4212,'-18'25,"-13"22,-8 16,-4 14,-2 7,3 4,6-1,6-3,9-9,10-13,7-17</inkml:trace>
  <inkml:trace contextRef="#ctx0" brushRef="#br0" timeOffset="5091.425">1472 4693,'-1'11,"0"-1,0 0,2 1,-1-1,1 1,1-1,0 0,0 1,1-1,0 0,1 0,0-1,0 1,1-1,1 0,-1 0,2-1,-1 0,1 0,0 0,6 4,-2-5,-1-1,1 0,0-1,1 0,-1-1,1 0,0 0,0-2,0 0,0 0,0-1,1 0,-1-1,0 0,1-1,-1-1,0 0,0-1,0 0,0 0,-1-1,1-1,-1 0,0-1,0 0,-1-1,0 0,0 0,0-1,-1 0,-1-1,2-1,-6 5,-1-1,1 1,-2-1,1 1,0-1,-1 0,0 0,-1 0,1 0,-1 0,0 0,0-1,-1 1,0 0,0-1,-1 1,1 0,-1 0,-1 0,1 0,-1 0,0 0,-1 0,1 0,-1 0,0 1,0 0,-1-1,0 1,0 1,-4-5,0 0,-1 0,1 1,-1 1,-1 0,0 0,0 1,0 0,0 0,-1 1,0 1,0 0,-1 0,1 1,-1 1,1-1,-1 2,0 0,0 0,0 1,1 1,-1 0,0 1,0 0,1 0,-1 1,1 1,0 0,0 1,0 0,1 0,-1 1,1 1,-5 4,11-7,0 0,1 0,0 0,0 0,0 1,0-1,0 1,1 0,0 0,0 0,1 0,-2 5,1 17</inkml:trace>
  <inkml:trace contextRef="#ctx0" brushRef="#br0" timeOffset="6367.085">2127 54,'-8'73,"10"106,7-1,9-1,10 16,-17-111,0-4,46 327,-17 2,-13 307,-38-419,-2-22,13 0,20 126,84 228,-11-88,-85-467,-2 0,-4 42,-2-109,1-4,-1 0,0 0,0 0,1 1,-1-1,0 0,0 0,0 1,0-1,-1 0,1 0,0 1,0-1,-1 0,1 0,-1 0,1 1,-1-1,1 0,-1 0,0 0,1 0,-1 0,0 0,0 0,0 0,0-1,0 1,0 0,0 0,0-1,0 1,0-1,0 1,-1-1,1 1,0-1,0 0,-1 1,-19-3,-4-2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57.6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56,'20'-2,"23"-4,20-2,20-3,14 2,6 1,0 2,-7 3,-15 1,-19 1,-18 4,-16 2,-18 1,-12 0,-11-2,-8-1,1-1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0:02.0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0 509,'2'5,"1"1,0-1,0 0,0 1,0-1,1 0,0-1,0 1,0-1,0 0,1 0,0 0,0 0,0-1,0 0,0 0,1 0,-1-1,1 0,0 0,0 0,0-1,0 0,0 0,0 0,0-1,0 0,0 0,0-1,1 1,26-2,-1 0,1-2,-1-2,0 0,-1-3,0 0,0-2,-1-2,0 0,-1-2,0-1,20-16,-34 21,-2 1,1-1,-1-1,-1-1,0 0,-1 0,-1-1,6-10,-12 18,0 0,0-1,-1 1,-1-1,1 0,-1 0,0 0,0-1,-1 1,0 0,-1-1,1 1,-1 0,-1-1,1 1,-1 0,0-1,-1 1,0 0,0 0,-2-3,4 8,-1-1,0 1,0-1,0 0,0 1,0 0,-1-1,1 1,0 0,-1 0,0-1,0 1,0 1,1-1,-2 0,1 0,0 1,0-1,0 1,-1 0,1-1,-1 1,1 0,-1 1,0-1,1 0,-1 1,1-1,-1 1,0 0,0 0,1 0,-1 0,0 0,1 1,-1-1,0 1,1 0,-1 0,1 0,-1 0,-3 6,0 0,1 1,0-1,0 1,1 0,0 1,0-1,1 1,0-1,1 1,-1 0,2 0,-1 0,1 0,1 5,-6 69,3 0,4 0,4 1,5 12,1 24,0 3,-5 2,-6-1,-5 0,-11 42,-9-62,13-76</inkml:trace>
  <inkml:trace contextRef="#ctx0" brushRef="#br0" timeOffset="465.752">161 789,'20'-12,"1"0,0 2,1 0,0 1,0 2,1 0,23-4,-45 11,79-19,1 4,0 4,1 3,0 4,-75 4,-5-1,1 0,-1 0,1 0,0 1,-1-1,1 1,0 0,-1 0,1 0,0 0,-1 0,1 0,0 1,-1 0,1-1,-1 1,1 0,-1 0,1 0,-1 0,0 1,1-1,-1 1,0-1,0 1,0 0,0 0,0 0,-1 0,1 0,-1 0,1 1,-1-1,0 0,0 1,0-1,1 3,-36 112,34-116,0 1,0 0,0-1,1 1,-1 0,0-1,0 1,1-1,-1 1,1 0,0-1,-1 1,1-1,0 0,0 1,0-1,0 1,0-1,0 0,0 0,0 0,1 0,-1 0,0 0,1 0,-1 0,1 0,-1-1,1 1,-1 0,1-1,-1 0,2 1,58 7,-55-8,12 1,0-1,-1 0,1-2,-1 0,1-1,8-3,-22 5,1 0,0-1,-1 0,1 0,-1 0,0 0,0 0,0-1,0 0,0 0,0 0,-1 0,1-1,-1 1,0-1,0 0,-1 0,1 0,-1 0,0-1,0 1,0 0,0-1,-1 0,0 1,0-2,-1 0,0-1,0 0,-1 1,0-1,-1 1,1-1,-1 1,-1 0,1-1,-1 1,0 0,0 1,-1-1,0 1,0-1,0 1,-1 0,1 1,-1-1,0 1,-1 0,1 0,-1 0,1 1,-1 0,0 0,-1 0,1 1,0 0,-1 0,1 1,-1 0,1 0,-1 0,0 1,1 0,-1 0,-4 1,8-1,1 1,-1-1,0 1,0-1,1 1,-1 0,0 0,1 0,-1 1,1-1,-1 0,1 1,-1 0,1-1,0 1,0 0,0 0,0 0,0 1,1-1,-1 0,1 1,-1-1,1 1,0-1,0 1,0 0,0-1,1 1,-1 0,1 0,-1 0,1-1,0 1,0 0,0 0,1 0,-1 0,1 1,36 67,-9-39</inkml:trace>
  <inkml:trace contextRef="#ctx0" brushRef="#br0" timeOffset="1442.577">1270 883,'8'-35,"-2"-1,-2-1,-1 1,-2 0,-2-1,-1 1,-1-1,-3 1,-4-17,9 52,1 1,-1-1,1 0,-1 0,1 0,0 1,-1-1,1 0,0 0,0 0,0 0,0 0,0 0,0 0,0 1,0-1,0 0,0 0,0 0,0 0,1 0,-1 0,0 0,1 1,-1-1,1 0,-1 0,1 1,-1-1,1 0,-1 0,1 1,0-1,-1 1,1-1,0 0,0 1,-1 0,1-1,0 1,0-1,0 1,0 0,-1 0,1-1,0 1,0 0,0 0,0 0,0 0,0 0,0 0,0 0,-1 0,1 1,1-1,124 27,-74-17,-18-5,0 2,-1 2,0 1,28 12,-59-21,1 0,-1 1,0-1,1 0,-1 1,0-1,0 1,0-1,-1 1,1 0,0 0,-1 0,1 0,-1 0,1 0,-1 1,0-1,0 0,0 1,0-1,-1 0,1 1,0-1,-1 1,0-1,0 1,0 0,0-1,0 1,0-1,-1 1,1-1,-1 1,1-1,-1 1,-11 37,9-35,1-1,-1 1,1 0,0 0,1 0,-1 0,1 0,0 1,0-1,0 0,1 1,0-1,0 0,0 1,1-1,0 0,0 1,0-1,1 0,-1 0,1 0,0 0,1 0,-1-1,1 1,0 0,0-1,1 0,0 1,5-1,1 1,0-1,-1-1,2 0,-1 0,0-1,0 0,1-1,-1 0,1-1,-1 0,1 0,-1-1,1-1,-1 0,0 0,0-1,0 0,0-1,0 0,-1 0,5-3,-4-1,0 0,0 0,-1-1,0 0,-1-1,0 0,0 0,-1-1,0 0,-1 0,0 0,-1-1,-1 0,1 0,-2 0,0-1,0 1,-1-1,-1 1,0-1,0 0,-2-1,1 33,-2-3,1 1,1 0,0 0,2 0,0 0,0 0,2 0,0-1,1 0,0 0,1 0,1 0,1-1,1 0,-7-12,1 0,0 0,0 0,0-1,0 1,1-1,-1 0,1 0,-1 0,1-1,0 1,0-1,0 0,0 0,0 0,0 0,0-1,0 0,0 0,0 0,0 0,0 0,0-1,0 0,0 0,0 0,0 0,-1-1,1 1,0-1,-1 0,1 0,-1 0,0-1,1 1,-1-1,0 0,-1 0,3-2,5-5,-1 0,0-1,0-1,-1 1,-1-1,0-1,-1 1,0-1,0 0,-2 0,1-1,-2 0,0 1,-1-1,0 0,0-8,-2 22,0-1,1 0,-1 0,1 1,-1-1,0 0,0 0,1 1,-1-1,0 0,0 0,0 0,0 1,0-1,0 0,0 0,0 0,0 0,-1 1,1-1,0 0,0 0,-1 1,1-1,-1 0,1 0,0 1,-1-1,1 0,-1 1,1-1,-1 1,0-1,1 1,-1-1,0 1,1-1,-1 1,0-1,0 1,1 0,-1 0,0-1,0 1,1 0,-1 0,0 0,0 0,0 0,0 0,1 0,-1 0,0 0,0 0,0 0,1 1,-1-1,0 0,0 0,1 1,-1-1,0 1,0-1,1 1,-1-1,-2 3,0 0,0 1,0-1,1 1,-1-1,1 1,0 0,0 0,1 0,-1 0,1 0,0 0,0 0,0 1,0-1,1 0,0 0,0 1,0-1,0 0,1 1,-1-1,1 0,0 0,0 1,1-1,1 3,1 1,0 0,0 0,1-1,0 1,0-1,1 0,0 0,0-1,1 0,0 0,0 0,0-1,1 0,0 0,1 0,0 0,0-1,0 0,0-1,0 0,1 0,0-1,-1-1,1 1,0-1,0-1,0 0,9-1,-14-3,1 1,-1-1,0-1,0 1,0-1,-1 1,1-1,-1-1,0 1,-1-1,1 1,-1-1,0 0,-1 0,1 0,-1-1,0 1,-1 0,0-1,0 1,0-1,-1 0,0 0,1 7,2-13,-1-1,0 0,-1 1,0-1,-1 0,-1 1,0-5,1 19,0-1,0 1,0-1,0 1,0-1,0 1,0-1,0 1,0-1,0 1,-1-1,1 1,0-1,0 1,0-1,-1 0,1 1,0-1,0 1,-1-1,1 1,0-1,-1 0,1 1,0-1,-1 0,1 0,-1 1,1-1,-1 0,1 0,0 1,-1-1,1 0,-1 0,1 0,-1 0,1 0,-1 0,1 0,-1 0,1 0,-1 0,1 0,-1 0,1 0,-1 0,1 0,-1-1,1 1,-1 0,1 0,-1 0,1-1,0 1,-1 0,1-1,0 1,-1 0,1-1,0 1,-1-1,1 1,0 0,-1-1,1 1,0-1,0 1,-3 6,1 1,0-1,0 1,1-1,0 1,0 0,0 0,1-1,0 1,1 0,-1 0,1 0,1-1,-1 1,1-1,0 1,1-1,-1 1,1-1,0 0,1 0,0-1,0 1,0-1,0 0,1 0,0 0,0 0,0-1,1 0,5 3,7 3,1-2,0-1,1 0,0-1,0-1,0-1,1-1,19 1,33 2</inkml:trace>
  <inkml:trace contextRef="#ctx0" brushRef="#br0" timeOffset="2209.867">3382 723,'-5'-10,"-1"0,-1 0,1 1,-2 0,1 0,-1 1,0 0,-1 0,0 1,0 0,-1 0,0 1,0 1,0-1,-1 2,0 0,0 0,0 0,0 2,0-1,-7 1,13 2,1 0,-1 1,0 0,1 0,-1 0,0 1,1-1,0 1,-1 0,1 0,0 1,0-1,0 1,0 0,1 0,-1 0,1 1,0-1,0 1,0 0,0 0,1 0,-1 0,1 0,0 0,0 1,1-1,-1 1,1-1,0 1,0 0,1-1,-1 1,1 0,0 0,0-1,1 1,-1 0,1 0,0-1,1 1,-1-1,1 1,-1-1,1 0,2 3,0-2,1 0,0 0,0 0,0 0,0-1,1 0,0 0,0 0,0-1,0 0,1 0,-1 0,1-1,0 0,-1 0,1-1,0 0,0 0,0-1,0 1,0-2,0 1,0-1,0 0,0 0,0-1,-1 0,1 0,-1-1,1 1,-1-2,0 1,0 0,0-1,0-1,-1 1,2-2,-3 1,0 0,0 0,0 0,-1-1,0 0,0 1,-1-1,1 0,-1-1,0 1,-1 0,1 0,-2-1,1 1,0-1,-1 1,0-1,-1 1,0-4,1 11,0 0,0-1,0 1,0 0,0-1,0 1,-1 0,1 0,0-1,0 1,-1 0,1-1,0 1,-1-1,1 1,-1 0,1-1,-1 1,1-1,-1 1,1-1,-1 1,1-1,-1 0,0 1,1-1,-1 0,1 1,-1-1,0 0,0 0,1 1,-1-1,0 0,1 0,-1 0,0 0,0 0,1 0,-1 0,0 0,1-1,-1 1,0 0,0 0,1 0,-1-1,0 1,1 0,-1-1,1 1,-1-1,1 1,-1-1,0 1,1-1,-1 1,1-1,0 1,-1-1,1 0,0 1,-1-1,1 0,-2 5,1 1,0-1,0 0,0 1,1-1,-1 1,1-1,0 1,0-1,1 1,0-1,-1 1,1-1,1 1,-1-1,1 0,-1 0,1 0,0 0,1 0,-1 0,1 0,0-1,0 1,0-1,0 0,0 0,1 0,-1 0,1-1,0 1,0-1,0 0,0 0,0-1,0 1,1-1,3 1,12 3,1-1,-1-2,1 0,-1-1,1-1,0 0,-1-2,1-1,-1 0,1-1,-1-2,-1 0,1-1,-1-1,0 0,-1-2,1 0,-8 3,-1-1,0 0,-1 0,1-1,-2 0,1-1,-1 0,-1 0,0-1,0 0,-1 0,0 0,-1-1,0 0,-1 0,-1 0,1-2,3-20,-2 0,-1 0,-2 0,-1-1,-3-26,1 34,0 0,-2 1,-1-1,-1 0,-1 1,-1 0,-1 1,-2 0,-4-7,13 29,0 0,0 0,0 1,-1-1,1 1,-1-1,0 1,0-1,0 1,0 0,0 0,0 0,0 0,-1 0,1 1,-1-1,0 1,1 0,-1-1,0 1,0 0,1 1,-1-1,0 0,0 1,0 0,0-1,0 1,0 0,0 1,0-1,0 0,0 1,0 0,0 0,1 0,-1 0,-7 7,2 0,-1 1,1 0,1 0,0 1,0 0,1 0,0 0,0 1,1 0,1 0,0 1,1-1,0 1,0 0,1 0,1 0,0 3,-2 9,1 0,1 0,1 0,1 0,2 0,0-1,1 1,1 0,2-1,0 0,1-1,2 0,0 0,1-1,1 0,1 0,1-2,1 0,0 0,2-2,4 4,58 32,-76-51,1-1,-1 1,1-1,-1 0,1 0,-1 0,1 0,-1-1,1 1,0-1,-1 0,1 0,0-1,-1 1,1-1,-1 1,1-1,-1 0,1-1,-1 1,1 0,-1-1,0 0,2-1,4-7,-1 0,0-1,-1 1,0-2,-1 1,0-1,-1 0,0 0,-1 0,0-1,-1 0,1-8,-2 15,13-66,-13 115,9 83,-10-120,1 0,0 0,0-1,0 1,1-1,0 1,0-1,0 0,1 0,-1 0,1-1,1 1,-1-1,0 0,1 0,0 0,0-1,0 0,5 2,13 5</inkml:trace>
  <inkml:trace contextRef="#ctx0" brushRef="#br0" timeOffset="2378.415">4144 214,'12'10,"14"4,4 0</inkml:trace>
  <inkml:trace contextRef="#ctx0" brushRef="#br0" timeOffset="3273.279">4786 401,'-17'-10,"-1"1,1 0,-2 1,1 1,-1 0,0 2,-1 0,1 1,-1 1,-2 1,-52 11,72-8,0 0,1 0,-1 0,0 0,0 0,0 1,0-1,1 0,-1 1,1-1,-1 1,1 0,0-1,-1 1,1 0,0 0,0 0,0 0,1 0,-1 0,0 0,1 0,-1 0,1 0,0 1,-1-1,1 0,0 0,1 0,-1 0,0 0,1 2,5 11,0 1,2-1,-1-1,2 0,0 0,1 0,0-2,1 1,0-1,1 0,0-1,1-1,1 0,-9-5,153 122,-133-102,-25-24,0-1,1 0,-1 1,0-1,0 1,0-1,0 1,0-1,0 1,0-1,0 1,0-1,0 1,0-1,-1 1,1-1,0 1,0-1,0 1,-1-1,1 0,0 1,0-1,-1 1,1-1,0 0,-1 1,1-1,-1 0,1 1,0-1,-1 0,1 0,-1 1,1-1,-1 0,1 0,0 0,-1 0,1 0,-1 1,1-1,-1 0,1 0,-1 0,1 0,-1 0,1-1,-1 1,1 0,-1 0,1 0,-1 0,1 0,-1-1,1 1,0 0,-1 0,1-1,-1 1,1 0,0-1,-1 1,1 0,0-1,-15-1,0-1,1-1,0 0,-1 0,2-2,-1 1,1-2,0 0,0-1,1 0,0 0,-5-5,15 11,0 0,0 0,0 0,0 0,0 0,0-1,0 1,1 0,-1-1,1 1,0-1,-1 0,1 1,1-1,-1 0,0 0,1 0,-1 1,1-1,0 0,0 0,0 0,0 0,0 0,1 0,-1 1,1-1,0 0,0 0,0 1,0-1,0 0,1 0,8-6,0-1,0 1,1 1,0 0,0 0,1 1,0 1,0 0,1 1,0 0,0 0,0 2,0 0,9-1,13-4,1 2,0 2,0 1,30 1,-62 2,-1 0,0 0,1 0,-1 0,1 0,-1 1,0-1,0 1,1 0,-1 0,0 0,0 1,0-1,0 1,0-1,0 1,-1 0,1 0,0 1,-1-1,0 0,1 1,-1-1,0 1,0 0,-1 0,1 0,-1 0,1 0,28 111,-28-109,-1 1,1-1,0 1,0-1,1 0,0 0,0 0,0 0,0-1,1 1,-1-1,1 0,0 0,1 0,-1 0,1-1,0 0,-1 0,1 0,1-1,-1 1,0-1,1 0,-1-1,1 1,-1-1,1 0,0-1,3 0,1-1,-1-1,1 1,-1-2,0 1,0-1,0-1,0 1,-1-2,1 1,-1-1,0 0,0-1,-1 0,0 0,0-1,0 0,-1 0,0 0,0-1,-1 0,0 0,0 0,-1-1,0 0,0 1,-1-1,-1-1,1 1,-1 0,0-10,-2 8,-4 16,-5 17,7-17,-1 0,1 0,0 0,1 1,0-1,-1 0,2 1,-1-1,0 1,1-1,0 1,1-1,-1 1,1-1,0 1,0-1,1 0,0 1,0-1,0 0,0 0,1 0,0-1,0 1,0 0,0-1,1 0,0 0,2 2,-1-4,0 1,1-1,0 0,0-1,-1 1,1-1,0 0,0-1,0 1,0-1,0 0,0-1,0 0,0 1,0-2,0 1,0-1,-1 0,1 0,-1-1,1 1,-1-1,0 0,4-4,-1 1,0 0,0-1,-1 0,0 0,-1-1,1 0,-2 0,1-1,-1 1,0-1,-1 0,0-1,0 1,0-5,4-27,-8 42,0-1,0 0,0 1,0-1,0 0,0 1,0-1,0 0,0 1,0-1,0 0,0 1,0-1,0 0,-1 1,1-1,0 0,0 1,0-1,0 0,-1 1,1-1,0 0,0 0,0 1,-1-1,1 0,0 0,-1 0,1 1,0-1,0 0,-1 0,1 0,0 0,-1 0,1 0,0 0,-1 0,1 1,0-1,-1 0,1 0,0 0,-1 0,1-1,0 1,-1 0,1 0,0 0,-1 0,1 0,0 0,-1 0,1-1,0 1,0 0,-1 0,1 0,0-1,0 1,-1 0,-1 4,1 1,0-1,0 1,0-1,0 1,0 0,1 0,0-1,0 1,1 0,-1 0,1-1,0 1,0 0,0-1,1 1,0-1,-1 1,2-1,-1 0,0 0,1 0,0 0,0 0,1 0,3 4,1 0,0-1,1 0,0 0,0-1,0 0,1 0,0-1,0 0,5 1,17 4,1-1,0-2,0-1,1-2,0-1,-1-1,1-2,5-2,-6-1</inkml:trace>
  <inkml:trace contextRef="#ctx0" brushRef="#br0" timeOffset="4980.721">736 1939,'-1'-8,"2"-1,-1 0,1 0,0 1,1-1,-1 0,2 1,0-1,0 1,0 0,1 0,0 0,0 1,1-1,0 1,1 0,-1 1,1-1,1 1,-1 0,1 0,0 1,0 0,1 0,-1 1,1 0,0 0,0 1,1 0,0 0,-7 2,1 1,-1-1,1 1,0-1,0 1,-1 0,1 0,0 0,-1 0,1 0,0 1,0-1,-1 1,1 0,-1 0,1 0,-1 0,1 0,-1 1,0-1,1 1,-1-1,0 1,0 0,0 0,0 0,0 0,-1 0,1 0,-1 0,1 1,-1-1,0 1,1 0,22 94,-15-14,-6-51,0 0,2 0,2 0,0 0,13 28,-19-56,0 0,0-1,0 1,1 0,0 0,0-1,0 1,0-1,1 0,-1 0,1 0,0 0,0 0,0 0,0-1,0 1,0-1,1 0,-1 0,1 0,0-1,-1 1,1-1,0 0,0 0,0 0,0-1,0 1,0-1,0 0,0 0,0 0,0-1,0 1,0-1,0 0,0 0,0-1,0 1,2-2,1-2,-1 1,-1-1,1 0,0-1,-1 0,0 1,-1-2,1 1,-1 0,0-1,-1 0,1 0,-2 0,1 0,-1 0,1-5,13-124,-28 22,2 105,4 28,5-9,0 0,0 0,1 0,0 0,1 0,0 0,1 0,0 0,0 0,1 0,1-1,-1 1,1-1,1 0,0 0,0-1,1 1,0-1,0 0,1-1,0 1,1-2,-1 1,1-1,0 0,1 0,0-1,-1 0,2-1,-1 0,3 1,-7-5,0 1,0-1,0 0,-1 0,1 0,0-1,0 1,0-1,-1 0,1-1,0 1,-1-1,1 0,-1 0,0 0,0-1,0 0,0 0,0 0,0 0,-1 0,1-1,-1 1,0-1,0 0,-1 0,1 0,-1 0,0-1,0 1,1-2,3-8,-1 0,-1 0,0-1,-1 0,0 1,-1-1,-1 0,0 0,-1-9,-5 10,0 32,2-8,2 1,-1-1,1 1,1 0,0-1,1 1,0 0,0-1,1 1,0-1,1 1,1-1,-1 0,2 0,-1 0,1-1,1 0,-1 0,2 0,-1 0,1-1,0 0,1-1,0 0,0 0,1 0,0-1,0-1,5 3,4-1,0-2,1 0,-1-1,1 0,0-2,0 0,0-1,0-1,0-1,0-1,0 0,0-2,-1 0,1-1,-1-1,0 0,0-2,14-7,-28 13,1 0,0 0,-1 0,0-1,1 1,-1-1,0 0,0 0,-1-1,1 1,-1-1,1 0,-1 0,0 0,-1 0,1 0,-1-1,0 1,0-1,0 0,0 0,-1 1,0-1,0 0,0 0,-1 0,1 0,-1 0,-1 0,1 0,-1 0,1 0,-1 0,-1 0,0-2,-3 2,-1-1,0 1,0 0,-1 1,0-1,1 1,-1 0,0 1,-1 0,1 0,-1 1,1 0,-1 0,0 0,0 1,0 0,1 1,-1 0,0 0,0 1,0 0,0 0,0 1,1 0,-1 0,1 1,-1-1,-4 4,4-2,1 0,0 0,-1 0,1 1,1 0,-1 1,1-1,0 1,0 1,0 0,5-6,-1 1,1-1,-1 1,1 0,0 0,0 0,0 0,0 0,0 0,1 0,-1 0,0 0,1 1,0-1,-1 0,1 0,0 0,0 1,0-1,1 0,-1 0,0 0,1 1,-1-1,1 0,0 0,0 0,0 0,0 0,0 0,0 0,1-1,-1 1,0 0,1-1,0 1,-1-1,1 1,1 0,9 4,0 0,0-1,0-1,0 0,1-1,0 0,0-1,0 0,0-1,0 0,0-1,0-1,0 0,-1-1,3 0,71-20,-86 22,-1 0,1 0,0 0,0 0,-1 0,1 0,0-1,0 1,0 0,-1 0,1 0,0 0,0 0,0 0,-1-1,1 1,0 0,0 0,0 0,0 0,0-1,-1 1,1 0,0 0,-2 1,1 1,-1 0,1 0,-1 0,1 0,-1 0,1 0,0 0,0 1,0-1,0 0,1 1,-1-1,0 0,1 1,0-1,0 1,-1-1,1 1,1-1,-1 1,0-1,1 0,-1 1,1-1,0 1,-1-1,1 0,1 0,-1 1,0-1,0 0,1 0,-1 0,1 0,0-1,-1 1,1 0,0-1,0 1,0-1,0 1,0-1,0 0,1 0,-1 0,1 0,9 1,1 0,-1 0,1-1,0-1,-1 0,1-1,-1 0,1-1,-1 0,1-1,-1-1,0 0,0 0,-1-1,1-1,-1 0,0 0,-1-1,1-1,-1 1,-1-2,0 1,0-1,0-1,3-6,3-7,-2-1,-1-1,-1 0,-1 0,-1-1,-1-1,-2 1,0-1,-2 0,-1 0,-1-1,-1 1,-2-1,-2-16,3 8,-2-1,-1 1,-2-1,-2 1,-1 0,-2 1,-2-3,10 32,-1 0,0 0,0 0,-1 1,1-1,-1 1,0 0,-1 0,1 0,-1 0,-1 0,4 4,0 0,0-1,0 1,-1 0,1 0,0 0,-1 0,1 1,0-1,-1 1,1-1,-1 1,1 0,-1 0,1 0,-1 0,1 0,-1 1,1-1,0 1,-1-1,1 1,0 0,-1 0,1 0,0 0,0 1,0-1,0 1,-1 0,-6 8,0 1,0 1,1 0,0 0,1 0,1 1,0 0,1 0,0 1,1-1,0 1,1 0,1 0,0 0,1 0,1 14,-2 19,3 1,2-1,1 1,3-1,2-1,2 0,2 0,14 32,-21-59,1-1,1 0,1-1,1 0,0-1,1 1,0-2,2 0,0 0,0-1,1-1,1 0,8 4,14 4</inkml:trace>
  <inkml:trace contextRef="#ctx0" brushRef="#br0" timeOffset="5239.027">2112 1659,'7'-5,"18"-1,26 2,23 3,24 5,12 4,5 6,-16 1</inkml:trace>
  <inkml:trace contextRef="#ctx0" brushRef="#br0" timeOffset="5853.442">2768 2193,'21'-320,"-21"313,0 6,0 0,0 0,-1 0,1 0,0 0,0-1,0 1,0 0,0 0,1 0,-1 0,0-1,0 1,1 0,-1 0,1 0,-1 0,1 0,-1 0,1 0,0 0,0 0,-1 0,1 1,0-1,0 0,0 0,0 1,0-1,0 0,0 1,0-1,0 1,0-1,0 1,0 0,0-1,1 1,84 28,148 16,-229-43,-1 0,0 0,1 1,-1 0,0-1,0 2,0-1,-1 0,1 1,0-1,-1 1,0 0,1 0,-1 1,0-1,-1 1,1-1,-1 1,1 0,-1 0,0 0,-1 0,1 0,-1 0,1 1,-1-1,-1 0,1 1,-1-1,1 1,-1-1,-1 5,-2 27,1 40,3-73,0 0,0-1,0 1,0-1,0 0,0 1,0-1,1 0,-1 1,1-1,0 0,-1 0,1-1,0 1,0 0,0 0,1-1,-1 1,0-1,1 0,-1 0,0 0,1 0,0 0,-1 0,1-1,0 1,7 0,-1 0,1 0,0-1,-1-1,1 1,0-1,-1-1,1 0,-1 0,0-1,1 0,-1-1,-1 0,1 0,0-1,-1 0,0-1,0 1,-1-2,0 1,0-1,0 0,-1 0,0-1,0 0,-1 0,0 0,0-1,2-7,22-88,-39 136,10-32,-5 13,2 0,0 0,1 1,0-1,1 1,0-1,1 1,0-1,2 0,-1 1,2-1,0 0,0 0,1 0,1 0,-3-10,0 0,0 0,1 0,-1-1,1 1,0-1,-1 0,1 0,0 0,0 0,1 0,-1 0,0-1,0 0,1 0,-1 0,1 0,-1 0,1-1,-1 1,1-1,0 0,-1 0,1 0,-1-1,1 1,0-1,0 0,20-7</inkml:trace>
  <inkml:trace contextRef="#ctx0" brushRef="#br0" timeOffset="6099.782">3637 1685,'-16'-7,"-7"-2,-3 1,4 3,9 5,15 8,15 4,17 2,2-1</inkml:trace>
  <inkml:trace contextRef="#ctx0" brushRef="#br0" timeOffset="7591.442">4265 1873,'-11'-2,"1"1,-1 0,1 1,-1 1,1-1,-1 1,1 1,-1 0,1 1,0 0,0 0,0 1,0 0,1 1,0 0,0 0,0 1,1 1,-1-1,1 1,1 1,0-1,0 1,0 0,1 1,0 0,-2 5,6-11,1 1,0-1,0 1,0-1,0 0,0 1,1-1,0 1,0 0,0-1,0 1,0-1,1 1,0-1,-1 1,1-1,1 0,-1 1,0-1,1 0,-1 0,1 0,0 0,0 0,1 0,-1 0,0-1,1 1,1 1,6 3,0 0,0 0,0-1,1 0,0-1,0 0,0-1,3 1,23 5,0-2,1-1,-1-1,1-2,0-2,15-2,-41 1,-1 0,1-1,0-1,0 0,0 0,-1-1,1-1,-1 0,0 0,1-1,-1-1,-1 0,1 0,-1-1,0 0,0-1,-1 0,0-1,0 0,-1 0,0-1,0 0,-1 0,5-8,-7 6,-1 0,0 0,-1 0,0 0,0 0,-1-1,-1 1,0-1,-1 1,0-1,0 0,-2 1,1-1,-1 1,-3-8,-13-13,18 32,-1-1,1 1,0-1,-1 1,1 0,0-1,-1 1,1-1,0 1,-1 0,1-1,-1 1,1 0,-1 0,1-1,-1 1,1 0,-1 0,1 0,-1-1,1 1,-1 0,1 0,-1 0,1 0,-1 0,1 0,-1 0,0 0,1 0,-1 1,1-1,-1 0,1 0,-1 0,1 1,-1-1,1 0,0 0,-1 1,1-1,-1 0,1 1,-1-1,1 1,0-1,-1 0,1 1,0-1,0 1,-1-1,1 1,0-1,0 1,0-1,0 1,-1-1,1 1,0-1,0 1,0 0,-1 5,0 0,0 0,0 0,1 0,0 0,0 0,0 1,1-1,0 0,0 0,1 0,0 0,0-1,2 5,10 49,-14-54,-1 0,1 0,0 0,1 0,0 0,-1 0,1 0,1 0,-1 0,1 0,0-1,0 1,0-1,1 1,-1-1,1 0,0 0,1 0,-1 0,0-1,1 1,0-1,0 0,0 0,0 0,1-1,-1 0,2 1,15 2,0-1,0-1,1-1,-1-1,0-1,1 0,-1-2,0-1,6-1,-10 2,-1-1,0-1,1 0,-2-1,1 0,0-2,10-5,-17 12,-3 1</inkml:trace>
  <inkml:trace contextRef="#ctx0" brushRef="#br0" timeOffset="8379.464">5361 1939,'1'-4,"-1"0,1 0,-1-1,0 1,0 0,-1-1,1 1,-1 0,0 0,0 0,-1-1,1 1,-1 0,1 1,-1-1,-1 0,1 0,0 1,-1-1,0 1,0 0,0 0,0 0,0 0,-1 1,1-1,-1 1,0 0,0 0,1 0,-1 0,0 1,-1 0,1 0,0 0,0 0,0 0,-1 1,1 0,0 0,-2 0,-2 1,0 1,0 0,0 0,1 1,-1 0,1 0,0 1,0 0,0 0,1 1,-1 0,1 0,0 0,0 1,1 0,0 0,0 0,0 1,1-1,0 1,0 0,0 0,1 1,1-1,-1 1,1 0,0-1,0 5,2-8,-1-1,1 1,0-1,0 1,1-1,-1 1,1-1,-1 1,1-1,0 0,0 1,1-1,-1 0,1 0,0 0,-1 0,1 0,1 0,-1 0,0-1,1 1,-1-1,1 0,0 0,0 0,0 0,0 0,0 0,0-1,2 1,4 2,0-1,1-1,0 1,-1-1,1-1,0 0,0 0,0-1,0-1,3 0,1 0,0-2,0 0,-1 0,1-1,-1-1,0 0,0-1,-1 0,2-2,-10 6,1-1,-1 0,0 1,0-2,0 1,0 0,-1-1,1 0,-1 0,0 0,0 0,-1 0,1-1,-1 1,0-1,0 1,0-1,-1 0,1 0,-1 0,-1 0,1 0,0 0,-1 0,0 0,-1-3,1 7,1 1,-1-1,0 0,0 0,0 1,0-1,0 0,0 0,0 1,0-1,0 0,0 0,0 0,0 1,-1-1,1 0,0 0,-1 1,1-1,0 0,-1 1,1-1,-1 1,1-1,-1 0,1 1,-1-1,0 1,1-1,-1 1,1-1,-1 1,0 0,0-1,1 1,-1 0,0 0,0-1,1 1,-1 0,0 0,0 0,1 0,-1 0,0 0,0 0,1 0,-1 0,0 1,0-1,1 0,-1 0,0 1,0-1,1 0,-1 1,0-1,1 1,-1-1,0 1,1-1,-1 1,1-1,-1 1,1-1,-1 1,1 0,-2 6,0 0,0 0,1 0,0 1,1-1,0 0,0 1,0-1,1 0,0 1,0-1,1 0,0 0,0 0,1 0,0 0,0 0,0-1,1 0,0 1,0-1,1-1,0 1,0-1,0 0,0 0,1 0,0-1,0 1,0-2,1 1,0 0,16 6,0 0,1-2,0-1,1-1,-1 0,1-2,0-1,0-2,0 0,1-1,-1-1,0-2,0-1,0 0,-1-2,6-3,-7 2,0-2,0 0,-1-2,-1-1,0 0,0-1,-2-2,1 0,-2-1,0 0,-1-2,-1 0,9-13,-2-1,-1 0,-2-2,-1 0,-2-1,-1-1,-2 0,-1-2,-1-4,-7 26,0 0,-1 0,-1 0,0 0,-2-1,0 1,0-1,-2 1,0-1,0 1,-5-14,4 25,-1 0,0 0,0 0,0 1,-1 0,1-1,-1 1,0 1,-1-1,1 0,0 1,-1 0,0 0,0 1,0-1,0 1,0 0,0 0,-1 1,1-1,-1 1,1 1,-1-1,1 1,-1 0,0 0,1 0,-1 1,1 0,-1 0,1 0,0 1,-1-1,1 2,0-1,0 0,0 1,-1 1,-10 4,0 1,0 1,1 1,0 0,1 0,0 2,1 0,0 0,1 1,1 1,0 0,1 0,1 1,0 0,-3 11,2-3,0 0,2 1,1 0,1 0,1 0,1 1,2 0,0 0,2 0,2 22,0-32,0 0,1 0,1-1,0 0,1 0,1 0,0 0,1-1,1 0,0 0,1-1,0 0,1-1,0 0,1 0,1-1,0-1,0 0,1 0,0-1,1-1,0 0,11 4,7 1,0-2,1-1,1-2,-1-1,1-2,1-1,-1-1,0-2,8-2,-33 1,0 1,0-1,-1-1,1 0,0 0,-1-1,1 0,-1 0,1-1,-1 0,0-1,0 0,0 0,3-3,-2-4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0:00.7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214 269,'0'16,"0"14,0 9,0 7,0 2,0 1,0-5,0-7,-2-9,-1-11</inkml:trace>
  <inkml:trace contextRef="#ctx0" brushRef="#br0" timeOffset="427.81">1 1,'23'1,"0"1,0 1,0 2,0 0,-1 1,1 1,-2 1,15 8,-21-9,-1 1,-1 0,1 0,-1 2,-1-1,0 2,0 0,-1 0,0 1,-1 0,-1 1,0 0,0 0,-1 1,-1 0,0 1,-2 0,1 0,-2 0,0 0,2 13,21 156,-26-181,0 1,0-1,1 1,0-1,0 0,0 1,0-1,0 0,0 0,1-1,0 1,-1 0,1-1,0 1,0-1,1 0,-1 0,0-1,1 1,-1 0,1-1,-1 0,1 0,0 0,-1 0,1-1,0 1,0-1,-1 0,1 0,0-1,6 0,0 0,-1-1,1 0,-1 0,1-1,-1-1,0 0,0 0,0 0,-1-1,5-3,2-3,-1-1,0 0,-1-1,-1-1,0 1,0-2,-1 0,-1 0,-1-1,0 0,-1-1,1-5,-10 13,-9 25,8-10,-1-1,1 0,1 1,-1-1,1 1,0 0,0 0,1-1,-1 1,1 0,1 0,-1-1,1 1,0 0,0 0,1-1,-1 1,1-1,1 0,-1 1,1-1,0 0,0 0,0-1,0 1,1-1,0 1,0-1,0 0,1-1,-1 1,2 0,16 8,1-1,0-1,1 0,0-2,1-1,0-1,0-1,0-1,1-1,-1-1,17-2,31-2,-14-5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19:58.3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0 741,'38'-90,"-4"-1,-4-2,-2-11,-28 103,0 0,0 0,0 0,-1 0,1 0,0-1,0 1,0 0,1 0,-1 0,0 0,0 0,1 0,-1-1,0 1,1 0,-1 0,1 0,-1 0,1 0,0 0,0 1,-1-1,1 0,0 0,0 0,0 1,0-1,0 0,0 1,0-1,0 1,0-1,0 1,0-1,0 1,0 0,0 0,0 0,0-1,0 1,1 0,-1 0,0 0,0 1,0-1,0 0,0 0,1 1,-1-1,0 0,0 1,0-1,0 1,0-1,0 2,21 14,-1 2,-1 0,0 1,-2 2,0 0,-2 0,0 2,4 8,-14-23,-1 0,1 1,-2 0,1 0,-1 1,-1-1,1 1,-2 0,1 0,-1 0,-1 0,0 1,-1-9,0-1,0 1,-1-1,1 0,0 1,-1-1,1 1,-1-1,0 0,0 1,1-1,-1 0,0 0,0 1,0-1,0 0,0 0,0 0,-1 0,1 0,0-1,0 1,-1 0,1 0,0-1,-1 1,1-1,-1 1,1-1,-1 0,1 0,-1 1,1-1,-1 0,1 0,-1-1,1 1,-1 0,1 0,-1-1,-58-18,-5-27,64 46,1 0,-1-1,1 1,-1-1,1 1,-1 0,1-1,0 1,-1-1,1 1,-1-1,1 1,0-1,0 1,-1-1,1 1,0-1,0 0,0 1,0-1,0 1,0-1,-1 0,1 1,1-1,-1 1,0-1,0 0,0 1,0-1,0 1,0-1,1 0,-1 1,0-1,1 1,-1-1,0 1,1-1,-1 1,0-1,1 1,-1 0,1-1,-1 1,1 0,-1-1,1 1,-1 0,1-1,-1 1,1 0,0 0,36-9,-32 8,27-4</inkml:trace>
  <inkml:trace contextRef="#ctx0" brushRef="#br0" timeOffset="745.648">816 380,'-16'-3,"1"0,-1 1,1 1,-1 0,0 1,1 1,-1 0,0 1,1 1,0 0,-1 1,1 1,1 1,-2 0,13-4,-1 0,1 0,0 1,0-1,0 1,0 0,1 0,-1 0,1 0,-1 0,1 0,0 1,1-1,-1 1,0-1,1 1,0 0,0-1,0 1,0 0,1 0,-1 0,1 0,0 0,0-1,1 1,-1 0,1 2,1 2,1 1,0-1,0 0,0 0,1 0,0 0,1 0,0-1,0 0,1 0,-1-1,3 2,3 3,1-1,0 0,1-1,0 0,0-1,1-1,0 0,0-1,1-1,0 0,0 0,0-2,0 0,0-1,1 0,0-1,-1-1,1 0,12-3,-23 2,0 0,0 0,0-1,0 0,0 0,-1 0,1-1,-1 1,0-1,0 0,0 0,0 0,0-1,-1 0,1 1,-1-1,0 0,0-1,-1 1,1 0,-1-1,0 0,0 1,0-1,-1 0,0 0,0 0,0 0,0 0,-1-2,1-11,-1 1,0 0,-1-1,-2 1,1 0,-2 0,0 0,-3-5,-28-73,35 95,-1-1,1 1,-1-1,1 1,0-1,0 1,-1 0,1-1,0 1,0-1,0 1,-1-1,1 0,0 1,0-1,0 1,0-1,0 1,0-1,0 1,0-1,0 1,0-1,0 1,1-1,-1 1,0-1,0 1,0-1,1 1,-1-1,0 1,1-1,-1 1,0-1,1 1,-1 0,1-1,-1 1,0 0,1-1,-1 1,1 0,-1 0,1-1,0 1,26 7,-22-6,56 20,1-4,1-2,46 4,-74-15,-23-3,0 0,0 0,0 1,-1 1,1 0,-1 0,0 1,0 1,3 1,-12-3,0 0,1 0,-1 1,-1-1,1 1,0-1,-1 1,0 0,0-1,0 1,0 0,0 0,-1 0,0 0,0 0,0 0,0 0,-1 0,1 0,-1-1,0 1,0 0,0 0,-1-1,1 1,-1-1,-2 3,-4 24,7-26,0 0,1 0,-1 0,1 0,0 0,0 0,1 0,-1 0,1 0,-1 0,1 0,0 0,1-1,-1 1,1 0,0-1,0 1,0-1,0 1,0-1,1 0,-1 0,1 0,0 0,0-1,0 1,1-1,-1 0,0 1,1-2,0 1,-1 0,1-1,0 1,3 0,2 1,-1-1,1 1,0-1,0-1,0 0,-1 0,1 0,0-1,0-1,0 1,0-2,0 1,0-1,0 0,-1-1,1 0,-1 0,0-1,0 0,0-1,0 0,-1 0,0 0,0-1,0 0,-1 0,0-1,0 0,0 0,-1 0,3-7,-3 3,0-1,-1 0,-1 0,0 0,-1 0,0-1,0 1,-2 0,1-1,-2 1,1-1,-2 1,0-1,-1-3,3 17,0-1,-1 1,1-1,0 1,0-1,0 0,-1 1,1-1,0 1,-1-1,1 0,0 1,-1-1,1 1,0-1,-1 0,1 0,-1 1,1-1,-1 0,1 0,-1 1,1-1,0 0,-1 0,1 0,-1 0,1 0,-1 0,1 0,-1 0,0 0,1 0,-1 0,1 0,-1 0,1 0,0 0,-1-1,1 1,-1 0,1 0,-1-1,1 1,-1 0,1 0,0-1,-1 1,1 0,0-1,-1 1,1-1,0 1,-1-1,1 1,0-1,-4 18,1 0,0 1,2-1,0 0,1 0,0 1,1-1,2 0,-1 0,2 0,0 0,1 0,5 9,-9-22,1 0,0 0,-1 0,1 0,1-1,-1 1,0-1,1 1,0-1,0 0,0 0,0 0,0-1,0 1,1-1,0 0,-1 1,1-2,0 1,0 0,0-1,0 0,0 0,0 0,0 0,0-1,3 1,16-4</inkml:trace>
  <inkml:trace contextRef="#ctx0" brushRef="#br0" timeOffset="1017.161">1858 6,'-18'-2,"-8"-1,-3 4,5 10,5 9,14 12,16 11,18 6,3-4</inkml:trace>
  <inkml:trace contextRef="#ctx0" brushRef="#br0" timeOffset="2100.745">1979 822,'18'-1,"0"-1,0-1,0 0,0-1,0-1,-1-1,0-1,0 0,-1-1,0 0,0-2,-1 0,0-1,-1 0,0-1,4-5,-9 8,-1 0,-1-1,0 0,0 0,-1 0,0-1,-1 0,4-11,-8 19,0 0,0 0,0 0,0 0,0-1,-1 1,0 0,0 0,1-1,-2 1,1 0,0 0,-1 0,1-1,-1 1,0 0,0 0,0 0,-1 0,1 0,-1 0,0 0,1 1,-1-1,0 1,-1-1,1 1,0 0,-1 0,1-1,-1 2,0-1,1 0,-4-1,1 1,1 1,-1 0,0-1,0 2,0-1,0 0,1 1,-1 0,0 0,0 1,0-1,0 1,0 0,1 0,-1 0,0 1,1 0,-1 0,1 0,-1 1,1-1,0 1,0 0,0 0,1 0,-1 1,1-1,0 1,0 0,0 0,0 0,1 0,-1 0,1 1,0-1,0 1,1 0,-1-1,1 1,0 0,1 0,-1 3,0 1,0 0,1-1,0 1,1 0,0 0,0 0,0-1,2 1,-1-1,1 1,0-1,0 0,1 0,0 0,1-1,0 1,0-1,0 0,1 0,0-1,0 0,1 0,0 0,0-1,7 4,3 2,1 0,0-2,1 0,0-1,0-1,0 0,1-2,0 0,1-1,12 0,-25-3,-1 0,0-1,0 0,0 0,0 0,0-1,0 0,0-1,0 1,0-1,0-1,0 1,-1-1,1 0,-1-1,0 1,0-1,0-1,-1 1,1-1,-1 0,0 0,0 0,-1-1,1 0,2-12,0 1,-1-1,-1-1,-1 1,0-1,-1 0,-1 1,-1-1,-1 0,-1 0,0 0,-2-7,-15-98,17 123,1 0,-1 0,1 0,-1 0,1 0,-1 0,1 0,0-1,-1 1,1 0,0 0,0-1,0 1,0 0,0 0,0 0,0-1,1 1,-1 0,0 0,1 0,-1-1,1 1,-1 0,1 0,-1 0,1 0,0 0,0 0,-1 0,1 0,0 0,0 1,0-1,0 0,0 0,0 1,0-1,0 1,0-1,0 1,1-1,-1 1,0 0,0-1,0 1,1 0,-1 0,0 0,0 0,1 0,-1 0,0 0,0 0,1 1,30 4,-1 1,0 2,0 1,0 1,-1 2,-24-10,0 0,0 0,0 1,0-1,-1 1,1 1,-1-1,0 1,0-1,0 2,-1-1,0 0,1 1,-1 0,-1 0,1 0,-1 0,0 1,0-1,0 1,-1 0,0 0,0 0,0 0,-1 0,1 6,-6 62,2-63,0 0,1-1,1 1,0 0,1 0,-1 0,2 0,1 6,-1-14,-1 1,1 0,0-1,0 1,0-1,1 0,-1 1,1-1,0 0,-1-1,1 1,1 0,-1-1,0 0,1 0,-1 0,1 0,-1 0,1-1,0 0,0 1,0-1,0-1,0 1,0-1,0 1,9 0,-1-1,0 0,0 0,1-1,-1-1,0 0,0-1,1 0,-1 0,0-1,0 0,-1 0,0-1,0-1,0 0,0 0,-1-1,0-1,0 1,-1-1,0-1,-1 0,0 0,0-1,-1 0,0 0,-1-1,0 0,0 0,-1 0,-1-1,0 1,-1-1,0 0,0 0,-1-1,-1 1,0 0,-1-10,0 18,-1 0,1 0,-1 0,1 0,-1 0,0 0,-1 0,1 0,-1 1,0-1,1 0,-2 1,1 0,0-1,-1 1,1 0,-1 0,0 0,0 0,0 1,-1-1,1 1,0 0,-1 0,0 0,1 0,-1 1,0-1,0 1,0 0,0 0,0 1,0-1,0 1,0 0,0 0,0 0,0 0,0 1,-3 0,1 3,-1-1,1 1,1 0,-1 0,1 1,0 0,0 0,0 0,0 0,1 1,0 0,0 0,1 0,-1 0,1 0,1 1,-1 0,1-1,0 1,1 0,0 0,0 0,0 0,1 0,0 0,0 0,1 0,0 0,0 0,0 0,1 0,0 0,1-1,-1 1,1-1,2 2,5 6,2-1,0 1,0-2,1 0,1-1,0 0,1-1,0 0,0-1,1-1,0-1,0 0,1-1,0 0,0-2,1 0,-1-1,5 0,5 3,1-1,0-2,0 0,0-2,0-1,0-2,0 0,0-2,0-1,0-1,-1-1,4-3,-24 6,0 1,0-1,0 0,0-1,0 0,-1 0,0 0,0-1,0 0,-1 0,0 0,0-1,-1 0,0 0,0 0,0 0,-1-1,0 1,0-1,-1 0,0 0,-1 0,0 0,0 0,0 0,-1 0,0 0,-1 0,0 0,0 0,-1 0,0 0,0 0,-3-6,2 9,0 1,0-1,0 1,-1 0,1 0,-1 0,0 1,0-1,0 1,-1 0,1 0,-1 1,0-1,0 1,0 0,0 0,0 1,0-1,0 1,0 0,-1 1,1-1,-2 1,-3 0,0 0,0 0,0 1,0 0,0 1,0 0,1 1,-1 0,1 0,-1 1,1 0,0 1,3-2,1 0,0 0,0 0,0 1,1 0,-1 0,1 1,0-1,0 1,1 0,-1 0,1 0,0 0,0 0,1 1,-1-1,1 1,1 0,-1 0,1 0,0 0,0 0,1 0,-1 0,1 0,1 0,-1 0,1 0,0 0,1 0,-1-1,1 1,0 0,1-1,-1 1,1-1,0 0,3 4,-1-2,2-1,-1 0,1 0,0 0,0 0,0-1,1-1,-1 1,1-1,1 0,-1-1,0 0,1-1,0 1,-1-1,1-1,0 0,5 0,-8-1,-1 1,1-1,-1-1,0 1,1-1,-1 0,0 0,1-1,-1 1,0-1,0 0,0-1,-1 1,1-1,0 0,-1 0,0 0,0-1,0 0,0 1,0-1,-1-1,0 1,0 0,0-1,0 0,-1 0,1 1,-1-1,-1-1,1 1,0-3,0 1,-1-1,0 0,-1 0,1 0,-1 1,-1-1,0 0,0 0,0 0,-1 1,1 4,1 0,-1 0,0 0,0 1,0-1,-1 0,1 1,-1-1,1 1,-1-1,0 1,0 0,0 0,0 0,0 0,0 0,-1 0,1 1,-1-1,1 1,-1 0,1-1,-1 1,0 0,0 1,0-1,1 0,-1 1,0 0,-2-1,3 2,1-1,-1 0,1 0,-1 1,1-1,-1 1,1 0,-1-1,1 1,0 0,-1 0,1 0,0 0,0 0,0 0,0 0,0 0,0 0,0 0,0 1,0-1,0 0,1 1,-1-1,0 1,1-1,-1 1,1-1,0 1,0-1,-1 1,1-1,0 1,0-1,0 1,1 0,-1-1,0 1,1-1,-1 1,1-1,-1 0,1 1,-1-1,1 1,0-1,0 0,0 0,0 1,0-1,0 0,1 1,5 5,0 1,1-2,0 1,0-1,1 0,-1 0,1-1,0-1,1 1,6 1,200 60,-95-39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1:08.6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349 415,'-9'-3,"-6"-4,0 0,-1 1,1 1,-1 0,-1 1,1 1,-1 0,1 2,-1-1,0 2,1 1,-1 0,0 0,1 2,-5 1,15-1,1 0,0 0,1 1,-1 0,0-1,1 2,0-1,0 0,0 1,1-1,-1 1,1 0,0 1,0-1,1 0,0 1,0-1,0 1,1 0,-1 0,1-1,1 1,-1 0,1 0,0 0,0 0,1 0,0 0,0 0,0-1,1 1,0 0,0-1,0 1,1-1,-1 0,1 1,1-1,-1-1,1 1,0 0,0-1,0 0,0 0,1 0,0-1,-1 1,2-1,-1 0,0-1,6 3,-5-4,0 0,1 0,-1-1,0 0,1 0,-1-1,1 0,-1 0,0 0,0-1,0 0,0 0,0 0,0-1,0 0,-1 0,0-1,1 1,-1-1,0 0,-1 0,1-1,-1 0,0 0,0 0,0 0,-1 0,0-1,0 1,0-1,0 0,-1 0,0 0,-1 0,1-1,-1-1,2-2,-1 1,0-1,0 0,-1 0,-1 0,0 0,0 0,-1 0,-1-4,2 14,0 0,0 0,0 1,0-1,0 0,0 0,0 0,0 1,0-1,0 0,-1 0,1 0,0 0,0 0,0 1,0-1,-1 0,1 0,0 0,0 0,0 0,0 0,-1 0,1 0,0 1,0-1,0 0,-1 0,1 0,0 0,0 0,0 0,-1 0,1 0,0 0,0 0,0 0,-1-1,1 1,0 0,0 0,0 0,-1 0,1 0,0 0,0 0,0 0,0-1,0 1,-1 0,1 0,0 0,0 0,0 0,0-1,0 1,0 0,0 0,-1 0,-5 19,4-11,0 1,1-1,0 1,0-1,1 1,0-1,0 1,1-1,0 1,1-1,0 0,0 1,1-1,0 0,0-1,1 1,0 0,1-1,-1 0,1 0,1 0,-1-1,1 0,0 0,0 0,1-1,0 0,0 0,0 0,1-1,-1 0,1-1,0 0,0 0,0 0,0-1,1-1,-1 1,2-1,27-2,-4-4</inkml:trace>
  <inkml:trace contextRef="#ctx0" brushRef="#br0" timeOffset="227.394">682 1,'3'16,"4"23,4 26,3 27,-2 24,-7 23,-16 19,-22 13,-21 6,-19-1,2-31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1:10.2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160 156,'0'18,"0"22,0 18,-2 15,-3 11,-3 4,0 0,1-7,2-10,2-18</inkml:trace>
  <inkml:trace contextRef="#ctx0" brushRef="#br0" timeOffset="307.1">1 9,'15'-3,"1"1,-1 0,1 1,0 0,0 2,0 0,-1 0,1 2,0 0,-1 0,0 2,0 0,0 1,-1 0,1 1,-2 1,1 0,-1 0,0 2,-1 0,0 0,0 1,-1 0,-1 1,0 1,-1-1,0 1,3 7,-10-15,0-1,0 1,0 0,-1 0,1 0,-1 0,0 0,-1 0,1 0,-1 0,0 0,-1 1,1-1,-1 0,0 0,0 0,0 0,-1 0,0-1,0 1,0 0,0-1,-1 1,0-1,0 0,0 0,0 0,-1 0,-2 2,-11 6,0 0,-1-2,0 0,0-1,-1 0,0-2,-1 0,1-1,-14 1,26-5,-24 7</inkml:trace>
  <inkml:trace contextRef="#ctx0" brushRef="#br0" timeOffset="620.492">642 22,'-2'21,"-1"17,0 19,-2 16,-2 10,-2 8,0 4,0 0,1-3,2-8,5-9,6-13,7-12,6-13,3-12,-1-10,-3-9</inkml:trace>
  <inkml:trace contextRef="#ctx0" brushRef="#br0" timeOffset="894.761">267 557,'26'4,"20"2,25 0,17-2,12 0,6-2,-5 1,-19 1</inkml:trace>
  <inkml:trace contextRef="#ctx0" brushRef="#br0" timeOffset="1282.724">1123 945,'49'-304,"-47"281,0 1,-2 0,-1-1,-1 1,0 0,-2 0,-1 0,0 0,-2 1,-3-6,-9 8,25 41,4-13,1 0,0-1,0 0,1-1,0 0,0-1,0 0,1-1,0 0,0-1,0-1,1 0,5 0,-14-2,46 9,61 22,-110-31,0 1,0-1,0 1,0-1,0 1,-1 0,1-1,0 1,-1 0,0 0,1 0,-1 0,0 0,0 1,0-1,0 0,0 1,-1-1,1 0,-1 1,0-1,1 1,-1-1,0 0,0 1,-1-1,1 1,0-1,-1 0,1 1,-2 0,-32 76,24-62,8-13,-31 76,32-77,0 0,0 0,1 0,-1 0,1 0,0 0,0 0,0 0,0 1,1-1,-1 0,1 0,0 0,-1 0,1-1,1 1,-1 0,0 0,1 0,-1-1,1 1,0-1,0 0,0 1,0-1,1 1,7 2,0-1,0 0,0 0,0-1,0-1,1 1,-1-2,1 1,0-1,-1-1,1 0,0-1,-1 0,1 0,2-2,-11 3,197-33,-100 11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1:12.0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1030 710,'19'0,"18"0,23 0,20 0,20 0,16 0,11 0,1 0,-4 0,-15 0,-21 0,-25 0</inkml:trace>
  <inkml:trace contextRef="#ctx0" brushRef="#br0" timeOffset="485.705">1071 1498,'4'0,"11"-2,19-3,22-4,21-1,21-2,14 1,11 2,2 4,-1 3,-23 4</inkml:trace>
  <inkml:trace contextRef="#ctx0" brushRef="#br0" timeOffset="1287.589">1926 94,'0'4,"1"0,0 0,1-1,-1 1,1 0,-1-1,1 0,0 1,0-1,0 0,1 0,-1 0,1 0,2 2,1 2,206 216,-184-189,-1 1,-2 2,-1 0,-2 2,-2 0,-2 2,-1 0,-2 1,-2 0,-2 1,-1 0,-3 1,-1 0,-3 0,-1 1,-3 12,-4-2,-2-1,-2 0,-3-1,-2 0,-2-1,-3-1,-2-1,-2 0,-2-2,-3-1,-1-1,-2-1,-2-2,-2-1,-10 7,28-32,0 0,0-1,-2-1,0 0,0-2,-2 0,-20 9,8-10</inkml:trace>
  <inkml:trace contextRef="#ctx0" brushRef="#br0" timeOffset="1961.187">2514 215,'33'27,"-1"2,-1 1,-2 1,-1 2,-1 0,-2 2,-2 1,-1 1,-2 1,-1 1,-2 1,-2 0,-2 1,-1 0,-2 1,-2 0,-2 1,-2 0,-2 0,-2 24,-2-5,-4 0,-2-1,-2 0,-4-1,-2 0,-2-1,-3-1,-3-1,-2-1,-2-1,-3-1,-2-2,-2-1,-3-2,-33 33,63-72,-1-1,0 0,0-1,0 0,-1 0,0-1,-1-1,0 1,0-2,0 1,-9 1,-5-3</inkml:trace>
  <inkml:trace contextRef="#ctx0" brushRef="#br0" timeOffset="2666.414">2567 348,'6'-3,"0"0,0 0,0 1,0 0,0 0,1 0,-1 1,0 0,1 0,-1 0,1 1,-1 0,1 1,-1-1,1 1,4 2,-1-2,84 12,0 5,-2 4,10 7,110 35,-3 9,-3 9,87 54,-222-100,-2 2,-1 4,-3 3,-1 2,19 23,-66-55,-1 1,0 1,-2 1,0 0,-1 1,-1 0,-1 1,2 4,-11-19,8 15,-10-20,1 0,-1 1,0-1,0 0,1 0,-1 1,0-1,0 0,1 0,-1 0,0 0,0 0,1 0,-1 1,0-1,1 0,-1 0,0 0,1 0,-1 0,0 0,0 0,1 0,-1 0,0 0,1 0,-1-1,0 1,1 0,-1 0,0 0,0 0,1 0,-1 0,0-1,0 1,1 0,-1 0,0 0,0-1,0 1,1 0,-1 0,0-1,0 1,0 0,0-1,0 1,1 0,-1 0,0-1,0 1,0 0,0-1,0 1,0 0,0-1,0 1,0 0,0 0,0-1,0 1,0 0,4-18,0-2</inkml:trace>
  <inkml:trace contextRef="#ctx0" brushRef="#br0" timeOffset="4080.84">2528 2006,'78'4,"-1"-4,1-3,-1-3,0-4,0-3,-1-4,38-15,65-17,-2-8,-3-8,-3-8,-4-7,76-52,-230 125,72-44,-3-3,7-10,-51 22,-11 38,1930 44,-1822-36,10-3,-106-10,-38 9,-1 0,1 0,0-1,-1 1,1 0,-1-1,1 1,-1 0,1-1,-1 1,1-1,-1 1,1-1,-1 1,1-1,-1 1,0-1,1 0,-1 1,0-1,0 0,0 1,1-1,-1 1,0-1,0 0,0 1,0-1,0 0,0 1,0-1,0 0,0 1,-1-1,1 0,0 1,0-1,0 0,-1 1,1-1,0 1,-1-1,1 0,-1 1,1-1,0 1,-1 0,1-1,-1 1,0-1,-12-10,-1 2</inkml:trace>
  <inkml:trace contextRef="#ctx0" brushRef="#br0" timeOffset="8037.548">1 429,'3'-8,"0"1,1 0,0 0,1 0,-1 1,1-1,1 1,-1 0,1 1,0-1,0 1,1 0,0 1,-1 0,1 0,1 0,-1 1,1 0,-1 0,1 1,0 0,0 0,0 1,0 0,0 0,0 1,0 0,4 1,-8-1,0 1,0 0,0 0,0 0,0 0,-1 1,1-1,0 1,-1 0,1 0,-1 1,0-1,0 1,1-1,-2 1,1 0,0 0,-1 0,1 1,-1-1,0 0,0 1,0 0,-1-1,1 1,-1 0,0 0,0 0,0 0,0 0,-1 0,0 3,1 11,0-1,-2 1,0-1,-1 1,0-1,-2 1,0-1,-57 172,61-188,-1-1,0 1,1 0,-1 0,0 0,1 0,-1 1,1-1,-1 0,1 0,0 0,-1 0,1 0,0 1,0-1,0 0,0 0,0 0,0 1,0-1,0 0,0 0,1 0,-1 0,0 1,1-1,-1 0,1 0,0 0,-1 0,1 0,0 0,-1 0,1 0,0 0,0-1,0 1,0 0,0 0,0-1,0 1,0 0,5-3,-1 0,0 0,0 0,0-1,0 0,0 0,0 0,-1-1,0 1,1-1,-1 0,-1 0,1 0,1-3,-1 3,12-15,-1-1,-1 0,-1-1,-1 0,-1-1,0-1,-2 0,-1 0,0 0,-2-1,-1 0,0-1,2-5,-2 45,-8 67,1-48,1-1,1 1,2-1,2 0,1 5,-3-27,0 0,0 0,1 0,1 0,-1-1,2 1,-1-1,2 0,-1 0,1 0,1-1,0 0,0-1,0 1,1-1,3 1,5-4,-3-6</inkml:trace>
  <inkml:trace contextRef="#ctx0" brushRef="#br0" timeOffset="8226.045">242 549,'-14'-7,"3"-2,12 0,19 2,25 0,23 1,15 1,8 3,-7 0,-19 1</inkml:trace>
  <inkml:trace contextRef="#ctx0" brushRef="#br0" timeOffset="8885.282">54 1191,'-15'-18,"31"35,83 74,-89-85,0 0,0-1,0-1,1 1,-1-2,1 1,0-2,10 2,-18-3,0-1,0 0,1 0,-1 0,0 0,1-1,-1 1,0-1,0 0,0 0,1 0,-1 0,0 0,0-1,-1 0,1 1,0-1,0 0,-1 0,1-1,-1 1,0 0,0-1,0 1,0-1,0 0,0 0,-1 0,1 0,-1 0,1-3,1-1,-1-1,0 1,-1-1,1 0,-1 0,-1 1,0-1,0 0,0 0,-1 0,-8 22,2 22,2-1,1 1,2 0,1 12,1-17,5 528,-4-531,-2 0,-1-1,0 1,-3-1,0 0,-1 0,-2 0,-1-1,-2 3,10-26,0 1,0-1,0 0,-1 0,1 0,-1 0,0 0,0 0,0 0,0-1,0 1,-1-1,1 1,-1-1,0 0,0 0,0 0,0 0,0-1,0 1,0-1,0 0,0 0,-1 0,1 0,0-1,-1 1,1-1,-1 0,1 0,-1 0,1 0,-1 0,1-1,0 0,-1 0,-1-1,-6-7,1 0,1-1,0-1,0 0,1 0,0 0,1-1,0 0,1-1,0 1,1-1,1 0,-2-6,-7-16,2-1,1 0,2-1,1 0,0-21,6 55,1 0,-1 0,1-1,0 1,0 0,0-1,0 1,1 0,-1-1,1 1,0 0,0 0,0 0,0 0,1 0,-1 0,1 0,0 0,0 0,0 1,0-1,0 1,0-1,1 1,-1 0,1 0,0 0,-1 0,1 1,0-1,3 0,12-4,0 2,1 1,-1 0,1 1,-1 1,18 1,8-1,38-3,-6 1</inkml:trace>
  <inkml:trace contextRef="#ctx0" brushRef="#br0" timeOffset="9960.398">5683 41,'9'4,"8"9,5 9,6 7,2 8,4 7,0 3,1-3,-1-3,-4-5,-2-9,-4-8,-6-8</inkml:trace>
  <inkml:trace contextRef="#ctx0" brushRef="#br0" timeOffset="10310.031">6204 0,'-24'25,"3"8,2 0,1 1,1 1,2 1,1 0,3 1,0 1,-3 31,10-47,1 0,1 0,1 0,1 0,1 0,1 0,0 0,2 0,1-1,6 19,13 23,-16-43,0 0,-1 0,-1 1,-1 0,1 14,-6-16</inkml:trace>
  <inkml:trace contextRef="#ctx0" brushRef="#br0" timeOffset="11131.14">6552 362,'2'0,"3"0,8 0,8 0,10 0,6-2,4-2,2 1,0 1,-3 3,-5 3,-7 4,-8 0</inkml:trace>
  <inkml:trace contextRef="#ctx0" brushRef="#br0" timeOffset="11355.054">6632 522,'2'7,"10"2,12-1,13 0,17-3,10-2,8-2,0 0,-4-1,-15 0</inkml:trace>
  <inkml:trace contextRef="#ctx0" brushRef="#br0" timeOffset="14692.064">7434 255,'8'-1,"0"0,0 1,0 0,0 0,0 1,0 0,0 0,0 1,-1 0,1 0,-1 1,1 0,-1 0,0 1,0 0,0 0,-1 1,1-1,-1 1,0 1,0-1,-1 1,0 0,0 1,0-1,-1 1,1 2,-1 4,0 1,-1 1,-1-1,0 0,-1 1,0-1,-1 0,-1 1,0-1,-1 1,-1-1,-1 2,47-82,-17 18,-2-2,-1 0,12-45,-60 169,18-49,2 0,1 0,1 0,1 0,2 15,0-31,0-1,1 1,0 0,1-1,-1 1,2-1,-1 0,1 1,1-1,0 0,0-1,0 1,1-1,0 0,0 0,1 0,5 5,-9-10,1 0,-1 0,0-1,0 1,1-1,-1 1,0-1,1 0,0 0,-1 0,1 0,0 0,-1-1,1 1,0-1,0 0,-1 1,2-2,6-1</inkml:trace>
  <inkml:trace contextRef="#ctx0" brushRef="#br0" timeOffset="14966.314">7568 402,'0'-3,"9"0,14 0,18 1,16-2,16 0,8-1,2-3,-13 0</inkml:trace>
  <inkml:trace contextRef="#ctx0" brushRef="#br0" timeOffset="15241.108">8383 402,'18'-5,"16"-1,10-2,7 1,2 1,-1 1,-8 3,-6 0,-10 4,-10 1</inkml:trace>
  <inkml:trace contextRef="#ctx0" brushRef="#br0" timeOffset="15442.572">8490 161,'0'18,"0"13,0 11,0 4,0 1,0 0,0-1,0-2,0-4,0-4,0-8</inkml:trace>
  <inkml:trace contextRef="#ctx0" brushRef="#br0" timeOffset="15854.424">8718 135,'-17'-9,"-1"0,0 2,0 0,0 1,-1 1,1 1,-1 0,-1 2,1 0,0 1,-17 1,25 1,-1 0,1 1,-1 0,1 0,0 2,0-1,0 1,0 1,0 0,1 0,0 1,0 1,1-1,0 2,0-1,0 1,1 1,0-1,-6 10,9-10,-1 1,1-1,0 1,1 0,0 0,0 1,1-1,1 1,-1 0,2-1,-1 1,1 0,1 0,-1 0,2 0,0 0,0 0,0 0,1 0,1 0,0-1,0 1,1-1,0 0,1 0,-1 0,2-1,-1 0,1 0,1 0,5 5,3-1,1 0,0 0,1-2,0 0,1-1,0-1,0 0,1-2,0 0,0-1,0-1,1-1,0 0,0-2,-1 0,1-1,9-2,-18 1,-1 0,1-1,0 0,0-1,-1 0,0-1,0 0,0-1,0 0,0-1,-1 1,0-2,-1 1,1-1,-1-1,0 1,-1-1,0-1,0 0,-1 0,0 0,-1 0,1-1,-2 0,1-1,1-6,0-1,-2 1,0-1,-1 0,0 1,-2-1,0 0,-1-1,0 1,-2 0,0 0,-3-9,2 17,1 0,-1 0,0 1,-1-1,0 1,-1 0,0 0,0 0,-1 1,0 0,-1 0,1 0,-2 1,1 0,-1 0,0 1,0 0,-1 1,1-1,-1 2,-1-1,-6-1,5 2,0 2,0 0,0 0,0 1,0 0,0 1,0 0,-1 1,1 0,0 0,0 2,0-1,0 1,1 1,-1 0,1 1,0 0,0 0,1 1,-1 0,1 1,-6 4,0 1,1 0,0 2,1-1,1 2,0-1,1 2,1-1,0 2,1-1,1 1,0 2,-11 38</inkml:trace>
  <inkml:trace contextRef="#ctx0" brushRef="#br0" timeOffset="16813.448">9091 135,'2'10,"0"1,0-1,1 0,1 0,-1 0,1 0,1 0,0-1,0 0,1 0,0 0,1-1,0 0,0 0,1-1,0 0,0 0,0-1,1 0,0 0,0-1,1 0,0-1,-1 0,1 0,1-1,-1 0,0-1,1 0,-1-1,1 0,-1-1,1 0,8-2,-10 1,-1-1,0-1,0 1,0-1,0-1,-1 0,1 0,-1 0,0-1,0 0,0 0,-1-1,0 1,0-2,0 1,-1-1,0 1,0-1,-1-1,0 1,0-1,0 0,-1 1,-1-1,1-1,-1 1,-1 0,1-1,-1-3,-1 10,1 1,-1-1,1 1,-1-1,0 1,0 0,0-1,0 1,0-1,0 1,0-1,0 1,-1-1,1 1,0 0,-1-1,1 1,-1-1,0 1,1 0,-1 0,0-1,0 1,0 0,0 0,0 0,0 0,0 0,0 0,0 0,-1 1,1-1,0 0,0 0,-1 1,1-1,-1 1,1 0,0-1,-1 1,1 0,-1 0,1 0,-1 0,1 0,-2 0,-2 3,-1 0,1 1,0 0,0 0,0 0,0 0,1 1,0 0,0 0,0 0,0 0,1 1,0-1,0 1,-1 4,3-8,-15 32,1 0,2 2,1-1,2 2,1-1,2 2,-1 29,-3 268,11-325,1 255,-1-263,-8 48,8-48,-1-1,1 0,0 0,0 0,-1 0,1 0,-1 0,1 0,-1-1,1 1,-1 0,1 0,-1 0,0 0,0-1,1 1,-1 0,0 0,0-1,0 1,0-1,0 1,0-1,0 1,0-1,0 0,0 1,0-1,0 0,0 0,0 0,0 0,0 0,0 0,0 0,0 0,0 0,0-1,0 1,0 0,-1-1,-5-3,1 0,0 0,1-1,-1 1,1-1,0-1,0 1,1-1,0 0,-1 0,2 0,-3-5,1 4,-17-30,1-1,2 0,1-2,2 0,2 0,2-2,-5-32,14 67,2 1,-1 0,0-1,1 1,0-1,1 0,0 1,0-1,0 0,1 1,-1-1,2 1,-1-1,1 1,0-1,0 1,1 0,0 0,0 0,0 0,1 1,-1-1,2 1,-1 0,0 0,1 0,0 1,0-1,0 1,1 1,3-3,13 0,1 2,0 0,0 1,1 2,-1 0,0 1,0 2,1 0,-1 1,7 3,5 0,0 1,0 2,-1 1,23 11,-46-16</inkml:trace>
  <inkml:trace contextRef="#ctx0" brushRef="#br0" timeOffset="17103.186">9934 682,'-2'-2,"-4"-1,-4-2,-1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04.7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989 481,'14'0,"18"0,17 0,19-2,13-4,9-2,1 0,-9 1,-16 4,-18 5,-19 2</inkml:trace>
  <inkml:trace contextRef="#ctx0" brushRef="#br0" timeOffset="262.842">1150 788,'16'0,"19"0,19 0,17 0,11 0,9 0,0-2,-10-1,-17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02.7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0 401,'7'0,"16"0,17 0,21 0,17-2,12-3,4-1,-2 1,-10 1,-17 4,-22 6,-18 2</inkml:trace>
  <inkml:trace contextRef="#ctx0" brushRef="#br0" timeOffset="260.873">27 656,'20'0,"19"0,15 0,16 2,11 1,7 0,6-1,-1-2,-6-2,-11-3,-19 0</inkml:trace>
  <inkml:trace contextRef="#ctx0" brushRef="#br0" timeOffset="510.758">642 0,'1'2,"0"0,0 0,0 0,0 0,1 0,-1 0,0-1,1 1,-1-1,1 1,0-1,0 1,-1-1,1 0,0 0,0 0,0 0,0 0,1 0,3 2,356 160,-338-150,1 2,-2 1,0 0,-2 2,1 0,6 9,-20-18,0 0,0 1,-1 0,0 0,-1 0,0 1,-1 0,0 0,0 0,-1 1,-1 0,0-1,-1 1,0 0,0 1,-2-1,0 3,-2 1,0-1,-1 1,0-1,-2 0,1 0,-2-1,0 1,-1-1,0 0,-1-1,0 0,-10 11,-19 21,-1-2,-3-1,-4 1,34-33,-124 113,87-80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01.5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509 816,'19'-39,"1"1,2 1,25-29,12-23,-5-5,-46 90,-8 17,-22 207,19-169,0 14,-2 1,-4-1,-2-1,-5 10,-17-1,15-49</inkml:trace>
  <inkml:trace contextRef="#ctx0" brushRef="#br0" timeOffset="245.342">548 1149,'5'-4,"5"-2,9 0,10 2,8 0,11 2,5 1,3 1,-1-2,-10-1</inkml:trace>
  <inkml:trace contextRef="#ctx0" brushRef="#br0" timeOffset="462.808">0 93,'3'0,"2"7,7 7,7 7,9 8,9 5,4 2,5-1,-5-7</inkml:trace>
  <inkml:trace contextRef="#ctx0" brushRef="#br0" timeOffset="696.184">790 0,'4'7,"6"11,9 12,5 14,3 11,-1 12,-4-5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1:58.6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135 121,'-5'21,"-3"19,-3 18,-2 12,-3 5,-1 2,2-3,4-10,3-14,4-14</inkml:trace>
  <inkml:trace contextRef="#ctx0" brushRef="#br0" timeOffset="1603.441">1 1,'26'47,"-18"-38,73 86,92 120,-156-191,-2 1,0 1,-2 0,-1 1,-1 1,-2 0,0 0,0 8,-8-26,1-1,-1 0,-1 1,0-1,0 1,-1-1,0 1,-1-1,0 1,-2 4,3-10,0-1,0 0,0-1,-1 1,1 0,-1 0,0-1,0 1,0 0,0-1,0 0,0 0,-1 0,1 0,-1 0,0 0,1 0,-1-1,0 1,0-1,0 0,0 0,0 0,0 0,-1-1,1 1,0-1,0 0,0 0,-1 0,1 0,-2-1,-9-3,0-1,0 0,1-1,0-1,0 0,0-1,1 0,0-1,1 0,0-1,0 0,1-1,1 0,-8-12,13 20,2 1,0 0,0 1,0-1,0 0,0 0,0 0,0 0,1 0,-1 0,1-1,-1 1,1-1,0 1,0-1,0 1,0-1,1 1,-1-1,1 0,-1 1,1-1,0 0,0 0,0 1,1-1,-1 0,0 1,1-1,0 0,0 1,0-1,1-1,5-1,0 0,1 1,0 0,0 0,1 1,-1 0,0 0,1 1,0 0,6 0,8-3,63-15,0 3,1 4,79 0,-162 12,0 0,1 1,-1 0,1 0,-1 0,1 0,-1 0,0 1,1 0,-1 0,0 0,0 1,1-1,-1 1,0 0,-1 0,1 1,0-1,0 1,-1-1,0 1,0 0,1 1,-2-1,1 0,0 1,-1 0,1 0,-1-1,0 1,0 1,0 8,0 1,-1-1,-1 0,0 0,0 0,-2 1,-1 6,-1 31,3-50,1 0,0 0,0 0,0 0,0 0,0 0,0 0,0 0,1 0,-1 0,0 0,1 0,-1 0,0 0,1 0,-1 0,1 0,0 0,-1-1,1 1,-1 0,1 0,0-1,0 1,0 0,-1-1,1 1,0-1,0 1,0-1,0 1,0-1,0 0,0 1,0-1,0 0,0 0,0 0,0 0,0 0,0 0,0 0,0 0,0 0,0 0,0-1,0 1,48-17,-38 11,0 0,0 0,-1-1,0 0,-1-1,1 0,-1 0,-1-1,0 0,0-1,-1 0,0 0,0 0,-1-1,-1 0,0 0,-1-1,0 0,0 1,-1-1,-1 0,0 0,0-1,-1-2,-1 4,0 18,2 17,-2-14,1 1,1-1,0 0,0 0,1 0,0-1,1 1,0-1,0 1,1-1,0-1,1 1,0-1,0 0,1 0,0-1,0 1,1-2,0 1,0-1,0 0,1-1,0 0,0 0,3 0,-2-2,1-1,-1 0,1-1,0 0,-1-1,1 0,0 0,-1-1,1-1,0 0,-1 0,0-1,1 0,-1-1,0 0,-1-1,1 0,-1 0,0-1,0 0,-1-1,0 0,0 0,0-1,-1 0,0 0,-1-1,0 1,0-2,-1 1,0 0,0-1,-1 0,-1 0,1-3,17-72,-48 229,7 1,5 0,6 28,6-94,4 1,3-1,14 72,-12-125,-1-24,-2-15,0-102,-4 1,-6-20,3 64,-31-425,35 496,1-1,-1 1,0 0,1-1,-1 1,0-1,1 1,-1-1,1 1,-1-1,1 1,-1-1,1 0,-1 1,1-1,0 0,-1 1,1-1,-1 0,1 0,0 1,-1-1,1 0,0 0,-1 0,1 0,0 0,-1 0,1 0,0 0,-1 0,1 0,0 0,-1-1,1 1,0 0,-1 0,1-1,-1 1,1 0,0-1,-1 1,1-1,-1 1,1-1,-1 1,1-1,-1 1,0-1,1 1,-1-1,0 1,1-1,-1 0,0 1,0-1,1 0,-1 1,0-1,0 0,0 1,0-1,0 0,0 1,0-1,0 0,4 4,38 25,0-3,2-1,1-2,1-2,7 0,-8 1,-45-20,0 0,0 0,0-1,0 1,0 0,-1 0,1 0,0-1,0 1,-1 0,1 0,0-1,-1 1,1 0,-1-1,1 1,-1-1,1 1,-1 0,0-1,1 1,-1-1,1 1,-1-1,0 0,0 1,1-1,-1 0,0 1,0-1,1 0,-1 0,0 0,0 0,0 1,-18 4,0 1,-1-2,0-1,0 0,0-2,0 0,-11-2,8-1,23 2,0-1,0 1,1 0,-1 0,0 0,0 0,0-1,1 1,-1 0,0 0,0 0,0 0,0-1,0 1,0 0,1 0,-1-1,0 1,0 0,0 0,0-1,0 1,0 0,0 0,0 0,0-1,0 1,0 0,0 0,0-1,0 1,0 0,0 0,-1-1,1 1,0 0,0 0,0 0,0-1,0 1,0 0,-1 0,1 0,0-1,0 1,0 0,-1 0,1 0,0 0,0 0,0 0,-1-1,1 1,0 0,0 0,-1 0,1 0,0 0,0 0,0 0,-1 0,1 0,0 0,121-36,-87 29,-4 0,77-9,-105 17,0-1,0 1,0-1,0 1,0 0,0-1,0 1,-1 0,1 0,0 0,-1 1,1-1,-1 0,1 1,-1-1,1 1,-1-1,0 1,0 0,0-1,0 1,0 0,0 0,-1 0,1 0,0 0,0 1,-1-1,2 1,-1-1,0 0,0 0,1 1,-1-1,1 0,-1 0,1 0,0-1,0 1,0 0,0-1,0 1,0-1,1 1,-1-1,0 0,8 0,0 0,0-1,0 0,0 0,0-1,0-1,0 0,0 0,-1-1,1 0,-1 0,1-1,-1-1,-1 1,1-1,-1-1,1 0,-1 0,-1 0,0-1,0 0,0-1,-1 1,0-1,2-4,-3 4,1 0,-2-1,1 0,-1 0,-1-1,0 1,0-1,-1 1,0-2,-1 8,0 0,-1 0,0 0,1 0,-1 0,0 0,-1 0,1 0,0 0,-1 1,0-1,1 0,-1 0,0 0,0 0,-1 1,1-1,-1 1,1-1,-1 1,0-1,0 1,0 0,0 0,0 0,-1 0,1 0,0 1,-1-1,0 1,-1-2,-7 2,1 0,-1 0,0 1,1 0,-1 1,0 0,1 1,-1 0,1 1,0 0,-1 1,2 0,-1 0,0 1,1 0,0 1,0 0,0 0,1 1,0 0,0 1,1 0,-1-2,0 0,1 1,0 0,0 1,0 0,1 0,1 0,-1 1,1-1,1 1,-1 1,2-1,-1 0,1 1,1 0,0 0,0 0,0 6,3-13,0 1,1-1,-1 1,1-1,-1 0,1 0,0 0,0 0,0 0,1-1,-1 1,1-1,0 1,-1-1,1 0,0 0,0 0,0 0,1-1,-1 1,0-1,1 0,-1 0,1 0,-1 0,1 0,-1-1,1 0,2 0,37 4</inkml:trace>
  <inkml:trace contextRef="#ctx0" brushRef="#br0" timeOffset="1867.735">2180 40,'-20'-6,"-16"-3,-9 0,-1 5,2 6,9 9,11 6,11 7,13 6,12 8,12 4,2-6</inkml:trace>
  <inkml:trace contextRef="#ctx0" brushRef="#br0" timeOffset="2127.041">2180 656,'3'13,"2"12,3 6,2 0,5-1,3-5,9-7,8-7,9-5,10-8,3-6,-6-2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12.2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279 152,'-8'0,"1"1,-1 0,1 1,0 0,-1 0,1 0,0 1,0 0,1 0,-1 1,1 0,0 0,0 1,0 0,0 0,1 0,0 0,0 1,0 0,-3 5,-8 13,1 2,1-1,1 2,-6 18,4-7,2 0,2 1,2 1,1 0,1 11,6-39,0 0,1 0,1 0,0 0,0 0,1 0,1 0,0 0,0 0,1-1,1 1,0-1,0 0,1-1,1 1,0-1,0-1,1 1,0-1,0 0,1-1,0 0,6 3,-8-8,0 1,0-2,0 1,1-1,-1 0,1 0,0-1,0 0,-1 0,1-1,0 0,6-1,55 6,-38 3,-1-1,1-1,0-1,0-2,0-1,27-3,173-25,6 16,-122 0,0 4,8 6,156-13,191 13,-447 0,-1-1,0-1,0 0,0-2,0-1,0-1,-1 0,1-2,-14 2,-1 1,0-1,-1 0,1-1,-1 0,-1 0,1 0,-1 0,0-1,-1 0,0 0,0 0,-1-1,0 1,0-1,-1 0,0 1,-1-1,0 0,0 0,-1-8,5-14,5-19,-3 25,-2-1,-1 0,0-1,-2 1,-1-1,-1 1,-2-1,0 1,-6-23,5 37,0 0,-1 1,0 0,-1 0,0 0,-1 0,0 1,-1 0,0 0,0 0,-1 1,0 1,-1-1,0 1,0 0,-1 1,0 0,-8-3,-42-18,-1 2,-48-11,77 30,0 1,-1 2,1 2,-1 1,0 1,-5 2,-21-1,-48-1,28-2,0 4,0 3,-40 9,8 8,-10 3,-1-5,-113 2,127-20,43-3,0 3,1 3,-1 2,-56 15,23 9,89-24,6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13.8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196 87,'-1'0,"0"0,0 0,0-1,0 1,0 0,0 0,0 0,0 1,0-1,0 0,0 0,0 1,0-1,0 0,0 1,0-1,0 1,0-1,0 1,0-1,1 1,-1 0,0-1,0 1,1 0,-1 0,0 0,1 0,-1-1,0 2,1-1,-70 115,55-90,1 1,2 0,0 1,2 1,1 0,2 0,1 0,1 1,1 0,2 0,1 0,1 1,2-1,1 0,5 25,-6-48,43 125,-42-125,0-1,1 0,0 0,0 0,1-1,-1 1,1-1,0 0,1 0,-1-1,1 0,0 0,0 0,0 0,1-1,-1 0,1-1,2 1,17 2,1-1,0-2,0 0,0-2,0-1,0-1,14-4,21 0,178 16,158-12,108-36,36-2,-530 41,0-1,0-1,0 1,0-2,0 0,0 0,0-1,-1-1,12-4,-9 0,1 0,-1-1,0-1,-1 0,-1-1,1-1,-2 0,1 0,-2-1,0 0,0-1,-1 0,-1-1,0 0,-1 0,-1-2,2 2,0 0,-1 0,-1-1,0 0,-1 0,-1-1,-1 1,0-1,-1 0,-1 0,-1 0,0 0,-1 1,-1-1,0 0,-1 0,-1 1,-1 0,0 0,-1 0,-3-4,-11-10,-1 1,-1 1,-2 1,0 1,-2 1,-4-1,20 17,1 1,-2 1,1 0,-1 0,0 1,-1 0,0 1,1 0,-2 1,1 0,0 1,-12-1,-20-1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14.9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820 106,'-14'-12,"-1"1,0 0,-1 1,0 1,-1 0,0 1,0 1,-1 1,1 0,-1 1,-1 1,1 1,-1 1,1 0,-1 1,0 1,1 1,-14 2,-10 9,1 2,0 2,1 1,1 2,1 2,-25 18,51-33,0 1,1 0,0 1,0 0,0 0,1 1,0 1,1-1,0 2,1-1,0 1,0 0,1 1,1 0,0 0,1 1,-1 2,2-1,1-1,1 2,0-1,1 0,0 0,1 0,1 1,0-1,1 0,0 0,1 0,1 0,0-1,1 1,0-1,1 0,1-1,0 1,1-1,0-1,1 1,0-2,10 11,9-2,0-1,1-1,1-1,0-2,1-1,1-2,0 0,0-3,1 0,0-2,0-2,23 0,-21-1,-1-2,1-1,0-1,0-3,-1 0,0-3,0 0,5-4,-20 5,-1 0,0-2,0 0,-1-1,0 0,-1-2,0 0,0 0,-1-2,-1 0,0-1,-1 0,-1-1,0 0,3-6,-8 11,-1-1,0 0,0-1,-1 0,0 1,-1-2,-1 1,0 0,0-1,-1 1,-1-1,0 0,-1 0,-1 1,1-1,-2 0,0 1,0-1,-1 1,-1 0,0 0,-1 0,0 0,-1 1,0-1,-1 2,0-1,0 1,-3-2,-1 3,0 0,0 0,-1 1,0 1,-1 0,0 1,0 0,0 1,-1 0,1 2,-1-1,0 1,-10 0,-7 0,1 2,-1 0,0 2,1 2,-25 4,-27 10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15.6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519 41,'-22'-8,"-1"0,-1 1,1 2,-1 0,1 2,-1 0,0 2,-2 1,13 0,1 1,0 1,-1 0,1 1,0 0,0 0,1 2,-1-1,1 1,0 1,0 0,1 1,-1 0,2 1,-1-1,-3 6,1-1,1 2,0-1,2 1,-1 1,2 0,0 0,0 0,2 1,0 0,1 1,0-1,1 1,1 0,1 0,0 0,2 1,0-1,0 0,2 0,0 0,1 0,0 0,2 0,0-1,1 0,0 0,2 0,0-1,0 0,1 0,1-1,1-1,0 1,0-2,1 1,1-2,9 8,1-6,1-1,-1-2,2 0,-1-1,1-1,1-1,-1-2,1-1,0 0,0-2,0-1,1-1,14-3,-24 2,-1-2,1 0,-1 0,0-2,0 0,0-1,0 0,-1-1,0-1,-1 0,0-2,0 1,-1-1,0-1,-1-1,0 0,0 0,-2-1,1 0,-2-1,0 0,-1-1,0 0,-1 0,4-12,-4 7,-1-1,-1 1,0-1,-2 0,0 0,-2-1,0 1,-1 0,-2-13,0 21,0 1,0 0,-1 0,-1 0,0 0,-1 0,0 1,-1-1,0 1,0 1,-1-1,-1 1,0 0,0 1,-1 0,-9-7,7 7,-1 2,0-1,0 1,-1 1,0 1,0-1,-1 2,0 0,1 1,-1 0,0 1,0 0,-1 1,1 1,0 0,0 1,-9 2,-10 3,1 0,0 2,1 2,0 1,0 1,1 1,-4 5,-96 59,10 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28.0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1660 455,'68'103,"-1"-1,-62-97,-1-1,1 0,0 0,0 0,0-1,0 1,0-1,1-1,0 1,-1-1,1 0,0 0,0-1,0 1,0-1,0-1,1 1,3-1,1-2,1 0,-1 0,0-1,1 0,-1-1,-1-1,1 0,-1 0,1-1,-1 0,-1-1,0 0,0 0,0-1,-1 0,0-1,0 0,-1 0,0-1,-1 1,0-2,0 1,-1-1,-1 1,0-1,0 0,-1-1,-1 1,1-1,-2 1,0-1,-2-7,1 19,0 1,0-1,0 0,0 0,0 0,-1 0,1 0,0 0,0 1,0-1,0 0,0 0,0 0,-1 0,1 0,0 0,0 0,0 0,0 0,0 0,-1 0,1 0,0 0,0 0,0 0,0 0,-1 0,1 0,0 0,0 0,0 0,0 0,-1 0,1 0,0 0,-3 27,2 0,0 1,2-1,1 0,1 0,1 0,2 0,0-1,10 24,6 22,-5-24,-3 1,-1 0,-3 1,-1 1,-3-1,-2 1,-3 0,-2 5,0-44,-1-1,0 0,-1 0,-1 0,0 0,0 0,-1-1,0 0,-1 0,-4 6,7-12,1 0,-1-1,0 1,0-1,-1 0,1 0,-1 0,1-1,-1 1,0-1,0 0,0 0,-1 0,1 0,0-1,0 0,-1 0,1 0,-1 0,1-1,-1 1,0-1,1-1,-1 1,1 0,-1-1,-3-1,2 0,0-1,0 1,0-1,0-1,1 1,-1-1,1 0,0 0,0 0,0-1,1 0,-1 0,1 0,1 0,-1-1,1 0,-2-3,-40-106,37 83,1 1,1-1,2-1,1 1,1 0,3-28,-1 52,1 0,1 0,-1 0,1 0,1 0,-1 1,1-1,1 1,-1 0,1-1,1 2,-1-1,1 0,0 1,1 0,-1 0,1 1,0-1,1 1,-1 1,1-1,0 1,0 0,1 1,40-17,2 3,0 2,1 3,0 1,0 3,18 1,-66 6,65-7</inkml:trace>
  <inkml:trace contextRef="#ctx0" brushRef="#br0" timeOffset="-6317.763">29 0,'-10'48,"2"1,3 0,1 0,3 0,2 14,-1-22,22 988,-12-872,-6 0,-14 104,1-173,1-20,3 1,2 1,7 56,-3-114,0 0,1 0,0 0,1 0,0-1,1 1,0-1,5 9,-1-41,-12-75,1 75</inkml:trace>
  <inkml:trace contextRef="#ctx0" brushRef="#br0" timeOffset="-3286.19">351 575,'-2'-1,"1"1,0-1,0 0,0 0,0 0,0 0,0 0,0 0,0 0,1 0,-1-1,0 1,1 0,-1 0,1-1,-1 1,1 0,-1-1,1 1,0 0,0-1,0 1,0-1,0 1,0 0,0-1,0 1,0-1,1 1,-1 0,0-1,1 1,-1 0,1 0,0-1,-1 1,1 0,0 0,0 0,0 0,0 0,0 0,0 0,0 0,0 0,0 0,0 1,1-1,-1 0,0 1,0-1,2 1,2-2,1 1,0 0,0 0,0 1,0-1,0 1,0 1,0-1,0 1,0 0,0 0,-1 1,1 0,0 0,-1 0,1 1,-1 0,0 0,0 0,0 0,0 1,-1 0,1 0,-1 0,0 1,0-1,-1 1,1 0,-1 0,0 0,-1 0,1 1,-1-1,0 1,0 0,-1 0,1 1,3 16,-2 1,0-1,-2 1,0-1,-2 1,-1 0,-2 11,4-35,0 1,-1-1,1 1,0 0,0-1,0 1,-1-1,1 1,0 0,0-1,0 1,0-1,0 1,0 0,0-1,0 1,1-1,-1 1,0 0,0-1,0 1,1-1,-1 1,0-1,0 1,1-1,-1 1,1-1,-1 1,0-1,1 1,-1-1,1 0,-1 1,1-1,-1 0,1 1,-1-1,1 0,0 0,-1 1,1-1,-1 0,1 0,0 0,-1 0,1 0,-1 0,1 0,0 0,-1 0,1 0,31-19,-12 2,-1-2,0 0,-2-1,0-1,-1-1,-2 0,0-1,-1 0,-1-1,-2-1,0 1,0-6,-7 12,-13 26,3 9,1 1,0 0,2 0,0 0,1 1,0-1,2 1,0 0,2 13,-1-20,0 1,1-1,1 0,0 0,1 0,0 0,1 0,0 0,1-1,0 0,1 0,0 0,0-1,2 0,-1 0,1-1,0 1,1-2,0 1,1-2,-1 1,1-1,1 0,0-1,-1-1,6 2,5-3,-5-5</inkml:trace>
  <inkml:trace contextRef="#ctx0" brushRef="#br0" timeOffset="-3015.914">551 763,'-9'-2,"1"-2,10 4,14 0,18 2,15-1,11-2,5-1,0-1,-9 1,-13 0</inkml:trace>
  <inkml:trace contextRef="#ctx0" brushRef="#br0" timeOffset="-2761.592">431 281,'4'-2,"11"-1,17 0,20 1,21-2,15 0,9 0,1 2,-11 3,-20 5,-22 3</inkml:trace>
  <inkml:trace contextRef="#ctx0" brushRef="#br0" timeOffset="-701.091">1326 669,'0'0</inkml:trace>
  <inkml:trace contextRef="#ctx0" brushRef="#br0" timeOffset="1301.738">471 1792,'6'-5,"1"1,0 0,0 1,0 0,0 0,1 0,-1 1,1 0,0 0,-1 1,1 0,0 1,0-1,0 1,4 1,-5-1,0 1,0-1,-1 1,1 0,-1 1,1-1,-1 1,1 1,-1-1,0 1,0 0,0 1,-1-1,1 1,-1 0,0 1,0-1,0 1,0 0,-1 0,0 0,0 1,-1-1,1 1,-1 0,0 0,-1 0,2 5,0 8,-1 0,0 0,-2 0,0 1,-1-1,-1 0,-1 1,-3 13,1 9,4-40,-1-2,1 1,-1-1,1 1,0 0,-1-1,1 1,0-1,-1 1,1 0,0-1,0 1,-1-1,1 1,0 0,0-1,0 1,0 0,0 0,0-1,0 1,0 0,0-1,1 1,-1-1,0 1,0 0,1-1,-1 1,0 0,1-1,-1 1,0-1,1 1,-1-1,1 1,-1-1,1 1,-1-1,1 0,-1 1,1-1,-1 1,1-1,0 0,-1 0,1 1,0-1,-1 0,1 0,0 0,-1 0,1 0,0 0,-1 0,1 0,8-8,-1-1,0-1,-1 1,0-1,0-1,-1 1,-1-1,5-9,-3 5,15-28,-2 0,-1-1,7-31,-22 53,-4 22,0 0,-1 1,1-1,0 0,0 0,0 0,0 0,0 0,-1 0,1 0,0 0,0 0,0 1,0-1,-1 0,1 0,0 0,0 0,0 0,0 0,-1 0,1 0,0 0,0 0,0-1,-1 1,1 0,0 0,0 0,0 0,0 0,0 0,-1 0,1 0,0 0,0 0,0-1,0 1,0 0,0 0,-1 0,1 0,0 0,0-1,0 1,0 0,0 0,-10 18,3 13,1-1,2 2,0-1,2 0,2 1,2 19,-3-39,1 0,0-1,1 1,0-1,1 1,0-1,1 0,0 0,1 0,0 0,1 0,0-1,1 0,0 0,0 0,1-1,0 0,1 0,0-1,0 0,1 0,6 4,13-9,-19-7</inkml:trace>
  <inkml:trace contextRef="#ctx0" brushRef="#br0" timeOffset="1570.533">617 2019,'-11'0,"1"0,8 0,14 0,15 0,15 0,13-2,10-3,6-1,1-2,-4 1,-6 2,-15 1</inkml:trace>
  <inkml:trace contextRef="#ctx0" brushRef="#br0" timeOffset="2457.423">1540 1819,'19'40,"1"-9,1-1,1-1,1-1,2-2,1 0,1-1,1-2,1-1,1-1,-25-17,-1-1,1 1,-1-1,1-1,0 1,0-1,0 0,0 0,0 0,1 0,-1-1,1 0,-1 0,1-1,-1 0,1 0,-1 0,1 0,-1-1,1 0,-1 0,0 0,1-1,-1 0,0 0,0 0,0-1,2-1,0-6,1-1,-2 0,1-1,-2 0,0 0,0 0,-1 0,0-1,-1 0,0 1,-2-1,1 0,-1-1,-1 1,-1 0,2-35,-6 62,1 49,3 1,3-1,3 0,2 0,3-1,18 58,13 101,-38-214,-1 0,-1 0,1 0,-1 1,0-1,-1 0,1 1,-2-1,1 0,-1 1,0-1,0 0,-1 0,0 0,-1 0,1 0,-1 0,0-1,-1 1,0-1,0 0,0 0,-1 0,0-1,0 1,-5 4,2-7,1 0,-1 0,1 0,-1-1,0 0,0-1,0 0,0 0,0-1,0 0,0 0,0 0,0-1,0-1,0 1,0-1,0-1,1 1,-1-2,1 1,0-1,0 1,0-2,0 1,-4-5,-1 0,1-1,0 0,0-1,1 0,0-1,1 0,0 0,1-1,1 0,0-1,1 0,0 0,-1-4,5 10,0 0,0 0,0 0,1-1,0 1,1 0,0 0,0 0,1-1,0 1,0 0,1 0,0 0,1 0,-1 0,2 1,-1-1,1 1,0 0,0 0,1 0,0 0,0 1,1 0,0 0,0 1,0-1,3-1,15-6,0 1,1 0,0 2,1 1,0 2,0 0,1 1,11 1,-29 3,30-5</inkml:trace>
  <inkml:trace contextRef="#ctx0" brushRef="#br0" timeOffset="2838.408">1407 1671,'4'0,"11"0,17 0,18 0,21 0,20 0,14 0,7 0,-1 0,-6 0,-14 0,-18 0,-19 0,-19 3,-18 0,-11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32.3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0,'43'171,"11"113,-21 26,-14 0,-19 265,-2-345,1 484,7-688,-5-26,-1 0,0 1,1-1,-1 0,1 0,-1 1,0-1,1 0,-1 0,1 0,-1 1,1-1,-1 0,1 0,-1 0,1 0,-1 0,0 0,1 0,-1 0,1 0,-1 0,1-1,-1 1,1 0,-1 0,1 0,-1-1,0 1,1 0,-1 0,0-1,1 1,-1 0,1 0,-1-1,0 1,0-1,1 1,-1 0,0-1,0 1,1-1,-1 1,0 0,0-1,0 1,0-1,0 1,0-1,0 1,1-1,6-12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57.7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882 6,'0'-1,"-1"1,1-1,0 1,-1 0,1-1,-1 1,1-1,-1 1,1 0,-1-1,0 1,1 0,-1 0,1 0,-1-1,0 1,1 0,-1 0,1 0,-1 0,0 0,1 0,-1 0,0 0,1 0,-1 0,1 1,-1-1,0 0,1 0,-1 0,1 1,-1-1,1 0,-1 1,1-1,-1 1,0-1,-7 7,0-1,1 1,-1 0,1 1,1-1,-1 2,1-1,1 1,-1-1,2 1,-1 1,-1 4,-10 24,1 1,2 0,2 1,2 1,1-1,2 1,2 1,2-1,1 6,3 24,3 0,4 0,2-1,19 64,104 301,-130-350,-13-60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55.9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3 402,'-2'-3,"3"-2,9-3,12 0,16-2,14 0,15-1,14 1,7 2,5 3,-5 2,-11 4,-13 4,-18 6,-17 3,-15 3,-17 2,-9-2</inkml:trace>
  <inkml:trace contextRef="#ctx0" brushRef="#br0" timeOffset="263.964">243 442,'5'4,"10"2,17 2,18 0,20-2,13-2,8-1,3-4,-4-1,-9-3,-20-1</inkml:trace>
  <inkml:trace contextRef="#ctx0" brushRef="#br0" timeOffset="556.424">899 0,'0'2,"-1"-1,1 0,0 1,0-1,-1 1,1-1,0 1,0-1,0 0,0 1,1-1,-1 1,0-1,1 0,-1 1,0-1,1 0,0 1,-1-1,1 0,0 0,0 0,-1 1,1-1,0 0,0 0,0 0,1 0,-1-1,0 1,0 0,1 0,45 25,100 24,-116-42,-1 1,0 1,-1 2,0 1,-1 1,0 1,17 14,-39-25,0 1,-1 0,1 0,-1 0,-1 1,1-1,-1 1,0 0,0 1,0-1,-1 1,0-1,-1 1,1 0,-1 0,0 0,-1 1,0-1,0 0,-1 0,0 1,0-1,0 0,-1 1,0-1,-1 0,1 0,-2 0,0 3,-12 20,-1-1,-2 0,0-2,-2 0,-1-1,-1-1,-2-1,-17 14,26-23,-37 36,10-12,2 2,-33 45,54-58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20.0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211 0,'-11'6,"-1"1,1 1,0-1,1 2,0-1,0 2,1-1,0 1,1 0,0 1,1 0,0 0,0 1,1 0,1 0,0 0,1 1,0 0,1 0,0 0,1 0,1 0,0 0,0 0,2 1,-1-1,2 0,0 0,0 0,1 0,1 0,1 1,-1-5,1-1,0 0,1 0,-1-1,1 0,1 0,0 0,-1-1,2 0,-1 0,1 0,0-1,0-1,1 1,-1-1,1-1,0 1,0-2,0 1,0-1,5 0,0 0,0 0,-1-1,1 0,0-1,-1-1,1-1,0 1,-1-2,0 0,1-1,-1 0,0-1,-1 0,8-5,-11 5,-1 0,0-1,-1 0,1 0,-1 0,0-1,-1 0,0-1,0 1,0-1,-1 0,0-1,-1 1,0-1,0 0,-1 0,0 0,0 0,-1-1,-1 1,1-1,-2 1,1-1,-1 0,-1 1,1-1,-2 0,1 1,-2 0,1-1,-1 1,0 0,-1 0,0 0,-3-4,0 4,1 0,-1 0,-1 0,1 1,-2 1,1-1,-1 1,0 1,0 0,-1 0,0 0,0 2,0-1,0 1,-1 1,0-1,0 2,0 0,0 0,0 1,0 0,0 1,-1 0,1 1,0 0,0 1,0 0,0 1,-4 2,-1 1,-1 2,2 0,-1 1,1 1,0 0,1 1,0 0,1 1,0 1,1 0,1 1,-3 4,-26 39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20.4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0,'-2'11,"4"14,7 12,11 13,7 8,7 4,-3-8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20.7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1,'5'20,"5"24,9 19,5 19,5 15,5 6,3 2,-4-17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21.1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1 268,'18'0,"20"0,16 0,14 2,8 1,3 2,-8 3,-15 0</inkml:trace>
  <inkml:trace contextRef="#ctx0" brushRef="#br0" timeOffset="187.587">27 508,'25'5,"22"1,19 0,14-1,7-2,0-3,-14-2</inkml:trace>
  <inkml:trace contextRef="#ctx0" brushRef="#br0" timeOffset="989.44">469 1,'0'0,"1"1,-1-1,1 0,-1 1,1-1,-1 0,1 1,-1-1,0 1,1-1,-1 1,0-1,1 1,-1-1,0 1,0-1,1 1,-1-1,0 1,0 0,0-1,0 1,0-1,0 1,0 0,0-1,0 1,0-1,0 1,0-1,0 1,0 0,-1-1,1 1,0-1,0 1,-1-1,1 1,0-1,-1 1,1-1,0 1,-1-1,1 0,-1 1,1-1,-1 0,1 1,-1-1,1 0,-1 1,1-1,-1 0,0 0,1 0,-1 0,1 1,-1-1,1 0,-1 0,0 0,1 0,-1 0,1 0,-1-1,0 1,1 0,8 8,1-1,0-1,0 1,0-1,1-1,0 0,0 0,0-1,1 0,0-1,-1 0,1-1,0 0,2 0,-7-1,31 5,-1 2,0 2,-1 1,0 2,0 1,5 5,-27-13,-1 1,0 0,0 1,-1 0,0 1,0 0,-1 1,0 0,-1 0,0 1,-1 1,0-1,0 2,-2-1,1 0,-2 1,1 0,-2 1,0-1,0 1,-2 0,1 0,-2 0,0 0,-1 6,-5 6,-1 1,-2-1,-1 0,-1 0,-1-1,-1-1,-1 0,-1 0,-1-2,-1 0,-1 0,-1-2,-1 0,-2 0,-44 45,-3-3,-29 18,-22 10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17.6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43,'2'25,"4"20,2 15,2 12,3 7,-3 6,-1 2,-4-4,-6-8,-3-16</inkml:trace>
  <inkml:trace contextRef="#ctx0" brushRef="#br0" timeOffset="1538.569">42 177,'-37'-101,"33"91,8 20,50 93,3-2,45 55,40 67,-129-203,-1 0,-1 1,0 0,-2 1,0 0,-2 1,-1 0,0 0,-2 0,0 1,-1 3,-3-22,-1 0,1 0,-1 0,0 0,0 0,0 0,0 0,-1 0,0 0,0-1,-1 1,1-1,-1 1,0-1,0 0,0 0,-1 0,1-1,-1 1,0-1,0 0,0 0,-1 0,1 0,-1-1,1 0,-1 0,0 0,0 0,0-1,0 0,0 0,0 0,-9-2,-1-1,0 0,1-1,-1 0,1-1,0-1,1 0,-1-1,1 0,0-1,0-1,1 0,0-1,0 0,1 0,0-2,1 1,0-1,-1-3,0 2,1 0,0-1,1 1,0-2,1 1,1-1,-2-4,7 13,0 1,1-1,-1 0,1 1,0-1,0 0,1 0,-1 0,1 0,0 0,1 0,-1 0,1 0,0 0,0 0,0 1,1-1,0 0,-1 1,2-1,-1 1,0 0,1 0,2-4,9-3,1 0,-1 0,1 2,1 0,0 0,0 1,1 1,0 1,0 1,0 0,1 1,0 1,0 0,5 1,18-5,1 1,-1 2,2 2,-1 1,0 3,0 1,3 3,-37-6,-1 1,0 1,0-1,0 1,0 1,0-1,-1 1,1 0,-1 1,0 0,0 0,0 0,0 0,0 1,-1 0,0 0,0 1,-1-1,1 1,-1 0,-1 0,1 1,-1-1,0 1,0 0,-1-1,1 3,-2 3,0 1,-1-1,0 0,-1 0,0 1,-1-1,0 0,-1 1,-7 73,10-84,0 0,0-1,0 1,1 0,-1 0,1-1,-1 1,1 0,-1 0,1-1,0 1,0-1,0 1,0-1,0 1,0-1,0 1,0-1,1 0,-1 0,0 0,1 0,-1 0,1 0,-1 0,1 0,0 0,-1-1,1 1,0-1,0 1,-1-1,1 0,0 1,0-1,0 0,-1 0,1 0,0-1,0 1,-1 0,1-1,0 1,0-1,-1 1,1-1,0 0,-1 0,1 0,0 0,12-8,-1 1,0-2,0 0,-1 0,0-1,-1-1,0 0,-1 0,0-1,-1 0,-1-1,0 0,-1-1,0 1,-1-1,-1 0,0-1,-1 1,-1-1,0 0,-1 0,0-11,-2 9,13 44,-12-22,1 9,1 0,0-1,1 1,0-1,1 0,1 0,0 0,0-1,1 0,0 0,1-1,1 0,-1 0,1-1,1 0,0 0,2 0,-5-5,1-1,0 1,-1-1,1-1,1 0,-1 0,0 0,1-1,-1 0,0-1,1 0,-1 0,1-1,-1 0,0 0,1-1,-1 0,0-1,0 1,0-2,-1 1,1-1,-1 0,0-1,0 1,0-2,0 1,-1-1,0 0,0 0,-1 0,0-1,0 0,0 0,-1 0,0-1,8-17,0-1,-3 0,0-1,-1 0,-2 0,3-27,1 6,-7 104,46 1080,-49-1001,-4-104,3-31,1 0,-1 1,1-1,-1 0,1 0,-1 1,1-1,-1 0,1 0,-1 0,1 0,-1 0,1 0,-1 0,0 0,1 0,-1 0,1 0,-1 0,1 0,-1 0,1 0,-1-1,1 1,-1 0,1 0,-1-1,1 1,-1 0,1-1,0 1,-1 0,1-1,-1 1,1-1,0 1,-1 0,1-1,0 1,0-1,-1 1,1-1,0 1,0-1,0 0,0 1,0-1,0 1,0-1,0 1,0-1,0 1,0-1,0 1,0-1,0 1,0-1,0 1,1-1,-1 0,-9-30,2 0,1 0,1 0,1-13,1 10,-24-256,12-39,12 287,3 0,1-1,2 1,2 0,1 0,3 0,1 1,5-7,-14 44,0 0,0 0,0 0,1 1,-1-1,1 0,0 1,0 0,0-1,1 1,-1 0,1 0,0 0,0 0,0 1,0-1,0 1,0 0,1 0,-1 0,1 0,0 1,-1-1,1 1,0 0,0 0,0 0,0 1,0-1,0 1,0 0,0 0,0 0,0 1,0-1,-1 1,1 0,0 0,0 1,5 4,0 2,-1-1,1 1,-2 1,1-1,-1 1,-1 1,1-1,-2 1,1 0,-1 0,-1 1,0 0,0-1,-1 1,-1 1,0-1,0 0,-1 0,0 1,-1-1,-1 1,-1 9,1-12,0 1,0-1,-1 0,-1 0,0 0,0 0,0-1,-1 1,-1-1,1 0,-1 0,-1 0,1-1,-1 0,-1 0,-4 5,9-11,0 0,1 1,-1-1,0 0,0 0,1 0,-1-1,0 1,0 0,0-1,0 1,0-1,0 0,0 1,-1-1,1 0,0 0,0 0,0-1,0 1,0-1,0 1,0-1,0 1,0-1,0 0,0 0,1 0,-1 0,0 0,1 0,-1-1,0 1,1-1,-1 1,1-1,0 1,0-1,0 0,-1 0,2 1,-1-1,0 0,0 0,0 0,1 0,-1 0,1-2,-3-6,0 0,1 0,1 0,-1-1,2 1,0-1,0 1,0 0,1-1,1 1,0 0,0 0,1 0,1 0,-1 0,6-8,-8 15,1 1,0-1,0 1,0 0,0-1,0 1,0 0,1 0,-1 0,1 1,-1-1,1 1,0-1,-1 1,1 0,0 0,0 0,0 0,0 1,0-1,0 1,0 0,0 0,0 0,0 0,0 0,0 1,0-1,0 1,0 0,0 0,0 0,-1 0,1 0,0 1,-1-1,1 1,-1 0,1 0,0 0,25 15,-15-8,0-1,1 0,0-1,0-1,1 0,-1-1,4 0,47 1,-54-6,-1 1,1 0,-1 0,1 1,-1 0,0 1,1 0,8 5,-14-6,1 0,0 0,0 0,0-1,0 0,1 0,-1 0,0-1,0 0,0 0,1 0,-1-1,0 0,0 0,0-1,0 0,0 0,0 0,-1-1,1 1,-1-2,1 1,-1 0,0-1,0 0,-1 0,1-1,-1 1,0-1,0 0,1-1,0 1,0 1,0-1,-1 0,0 0,1-1,-2 1,1-1,-1 0,0 0,0 0,0 0,-1-1,0 1,0-1,-1 1,0-1,0 0,0 0,-1 1,0-1,0 0,-1 0,0 1,0-1,-1 0,1 1,-2-1,1 1,-1 0,-2-5,-3 4,1 1,-1 1,-1-1,1 1,-1 0,0 1,0 0,0 1,-1 0,1 0,-1 1,0 0,1 0,-1 2,0-1,0 1,0 0,0 1,0 0,0 1,1 0,-1 0,-5 3,6-3,0 1,0 0,0 0,0 1,1 0,-1 1,1-1,0 2,1-1,-1 1,1 0,0 1,0 0,1 0,0 0,0 1,1 0,0 0,1 0,-1 0,1 1,1 0,0 0,0 0,1 0,-1 5,4-7,1-1,0 0,0 0,0 0,1 0,0 0,0 0,0-1,1 1,0-1,0 0,0 0,1 0,0-1,0 0,0 0,0 0,1 0,-1-1,1 0,0 0,0 0,0-1,0 0,0 0,1-1,-1 0,1 0,41 11</inkml:trace>
  <inkml:trace contextRef="#ctx0" brushRef="#br0" timeOffset="1732.456">2354 163,'-12'-20,"-10"-14,-10-3,-7 4,-4 8,1 11,6 14,6 17,9 14,9 11,13 9,11 6,12 2,1-9</inkml:trace>
  <inkml:trace contextRef="#ctx0" brushRef="#br0" timeOffset="1913.522">2327 818,'19'16,"16"8,19-1,23-4,21-9,23-10,21-8,-14-4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24.4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0,'2'0,"6"0,8 0,10 0,11 0,7 3,5 0,4 4,0 4,-5 1,-11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24.7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0,'16'7,"17"2,13 0,14-3,9-1,-6-2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1:37.7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269 465,'7'-2,"0"0,-1 0,1 0,0 1,0 0,0 1,0 0,1 0,-1 0,0 1,0 0,0 0,0 1,-1-1,1 2,0-1,-1 1,1 0,-1 0,0 1,0 0,0 0,-1 0,1 1,-1 0,0 0,0 0,-1 0,0 1,0 0,0 0,0 0,-1 0,0 1,-1-1,2 5,2 10,-2-1,0 1,-1 0,-1 0,-1 0,-1 0,-1 0,-1 0,-1 0,0 0,-5 13,10-19,14-41,4-9,-2-2,-1 0,-2 0,-2-1,-1-1,-2-1,0-12,-6 33,5 51,1 66,-7-44,4 1,1-1,7 17,-13-63,-1 0,1-1,0 1,1-1,0 1,0-1,0 0,1 0,0 0,1-1,-1 1,1-1,1 0,-1-1,1 1,0-1,0 0,0 0,1-1,0 0,0 0,0-1,2 1,-6-3,0-1,0-1,0 1,0 0,0-1,0 1,-1-1,1 0,0 0,0 0,-1 0,1-1,-1 1,1-1,-1 1,1-1,-1 0,0 0,0 0,0 0,0 0,0-1,-1 1,1-1,1-1,9-19</inkml:trace>
  <inkml:trace contextRef="#ctx0" brushRef="#br0" timeOffset="279.996">402 666,'7'0,"16"2,19 1,24 0,21-3,14-1,5-3,-1-1,-19 0</inkml:trace>
  <inkml:trace contextRef="#ctx0" brushRef="#br0" timeOffset="780.404">1392 492,'-2'6,"1"-1,-1 1,2-1,-1 1,0 0,1-1,0 1,1 0,-1-1,1 1,0-1,0 1,1-1,-1 1,1-1,1 0,-1 0,1 0,-1 0,2 0,-1 0,0-1,1 1,0-1,0 0,0-1,0 1,5 2,2 3,1-2,0 0,0 0,0-1,1-1,-1 0,1 0,1-1,-1-1,1 0,6-1,-6-1,-1-1,1 0,-1-1,0 0,0-1,1-1,-1 0,-1-1,1-1,0 1,-1-2,3-2,-8 5,-1-1,0 0,0 0,0 0,-1-1,1 0,-1 0,0 0,0-1,-1 1,0-1,0 0,0-1,-1 1,0-1,0 1,0-1,-1 0,0 0,-1 0,1 0,-1 0,-1-3,1 8,-1 1,1 0,-1-1,0 1,0-1,0 1,0 0,0-1,0 1,0-1,0 1,0-1,-1 1,1 0,-1-1,1 1,-1 0,1-1,-1 1,0 0,0 0,0-1,1 1,-1 0,0 0,0 0,-1 0,1 0,0 0,0 1,0-1,-1 0,1 1,0-1,0 1,-1-1,1 1,-1-1,1 1,0 0,-1 0,1 0,-1 0,1 0,-1 0,1 0,0 0,-1 0,1 1,-1-1,1 1,0-1,-1 1,1-1,-1 2,-3 3,0 1,1 0,0 0,1 0,-1 1,1-1,0 1,1 0,0 0,0 0,0 0,1 0,0 0,0 7,1-14,-3 45,2 1,3 0,1-1,2 0,2 0,2 0,2-1,2 0,7 13,40 174,-59-226,1 0,-1 0,0 0,0 1,0-1,0 0,-1 0,0 0,0 1,0-1,-1 0,0 0,0 1,0-1,-1 0,1 0,-1 0,0-1,-1 1,0 0,2-4,0 0,-1 0,1 0,-1 0,1-1,-1 1,1 0,-1-1,1 1,-1-1,0 0,1 0,-1 1,0-1,1 0,-1 0,0-1,1 1,-1 0,0-1,1 1,-1 0,1-1,-1 0,1 1,-1-1,1 0,-1 0,1 0,0 0,-1 0,1 0,0 0,-1-1,-40-45,25 21,1-1,1 0,2-1,0 0,2-1,2 0,0-1,-4-29,11 54,1 0,-1 0,1-1,0 1,0-1,0 1,1 0,0-1,0 1,1-1,-1 1,1-1,0 1,0 0,1-1,0 1,0 0,0 0,0 0,1 1,0-1,0 0,0 1,1 0,-1 0,1 0,0 0,0 0,0 1,1 0,-1 0,4-2,13 0,0 2,0 0,1 1,-1 1,0 1,1 1,-1 1,0 1,0 0,0 2,11 4,36 9,-10-1</inkml:trace>
  <inkml:trace contextRef="#ctx0" brushRef="#br0" timeOffset="1327.977">1 1388,'0'0,"1"0,-1-1,0 1,0 0,0 0,0 0,0 0,1 0,-1 0,0-1,0 1,0 0,0 0,0 0,0 0,0-1,0 1,0 0,1 0,-1 0,0 0,0-1,0 1,0 0,0 0,0 0,0-1,0 1,0 0,0 0,-1 0,1 0,0-1,0 1,0 0,0 0,0 0,0 0,0-1,0 1,0 0,-1 0,1 0,0 0,0 0,0 0,0-1,0 1,-1 0,1 0,0 0,0 0,0 0,0 0,-1 0,23-2,346 6,831-49,-413 10,-690 32,865-17,-944 21,-41-1,-14 0,-3 1</inkml:trace>
  <inkml:trace contextRef="#ctx0" brushRef="#br0" timeOffset="2028.491">563 1842,'3'12,"0"0,1-1,1 0,0 0,0 0,1 0,0-1,1 0,0-1,0 1,1-1,1 0,-1-1,1 0,1-1,-1 0,1 0,1-1,-1 0,1-1,2 1,-5-2,0-1,-1 0,1 0,0 0,1-1,-1-1,0 1,0-1,1-1,-1 0,1 0,-1 0,0-1,1 0,-1-1,0 0,0 0,0-1,0 0,0 0,-1-1,1 0,-1 0,0 0,0-1,-1-1,1 1,-1-1,0 0,-1 0,1-1,-1 1,-1-1,4-5,-5 3,0 1,-1 0,1-1,-2 1,1-1,-1 0,0 1,-1-1,0 0,0 0,-1 0,0 1,-1-1,0 1,0-1,-1 1,0-1,0 1,-1 0,0 1,-1-1,1 1,-2-1,1 2,-1-1,0 0,0 1,0 0,-1 1,0-1,0 1,-1 1,1-1,-1 1,0 1,0-1,-1 1,-2 0,2 1,1 0,-1 0,0 1,1 1,-1-1,0 1,1 1,-1 0,0 0,1 0,-1 1,1 1,0-1,-1 1,1 1,0-1,1 2,-1-1,1 1,0 0,0 0,0 1,1 0,0 0,0 0,0 1,1 0,0 0,0 1,1-1,0 1,1 0,-1 0,1 0,1 0,0 1,0-1,0 1,1 0,0 7,3-8,0-1,1 1,0 0,0-1,1 0,-1 0,2 0,-1 0,1-1,0 1,0-1,1 0,-1-1,1 0,1 1,-1-2,1 1,0-1,0 0,0-1,0 1,2-1,55 25</inkml:trace>
  <inkml:trace contextRef="#ctx0" brushRef="#br0" timeOffset="2373.689">1619 1869,'-1'1,"0"1,0-1,0 1,0 0,0-1,0 1,0 0,0 0,1 0,-1 0,1-1,0 1,-1 0,1 0,0 0,0 0,0 0,0 0,1 0,-1 0,0 0,1 0,-1 0,1-1,0 1,0 0,0 0,0-1,0 1,0 0,0-1,0 1,0-1,1 0,-1 1,1-1,62 35,-51-31,1-1,0-1,-1 0,1-1,0 0,1-2,-1 1,0-1,0-1,0-1,0 0,0-1,-1 0,1-1,-1-1,0 0,0 0,9-7,-17 9,-1 0,-1-1,1 1,0-1,-1 0,0 0,0 0,0 0,0-1,-1 1,0-1,0 0,0 0,0 0,-1 0,0 0,0 0,0 0,-1 0,1 0,-1 0,-1 0,1-1,-1 1,1 0,-2 0,1 0,0 0,-1 0,0 1,0-1,-1 0,1 1,-1-1,0 1,0 0,0 0,-1 0,1 1,-1-1,0 1,-3-3,-7-2,0 1,0 0,-1 1,0 1,0 0,0 1,-1 0,1 1,-1 1,0 1,0 0,0 1,0 1,1 0,-1 1,0 1,1 0,-1 1,1 1,0 0,1 1,-1 1,1 0,-3 3,-16 9,1 1,1 1,0 1,2 2,-17 19,-4 7</inkml:trace>
  <inkml:trace contextRef="#ctx0" brushRef="#br0" timeOffset="2891.366">656 2470,'-10'4,"0"1,0 1,0-1,1 1,0 1,0 0,1 0,0 1,0 0,1 0,0 1,0 0,1 0,0 0,0 1,1 0,1 0,0 1,0-1,1 1,-1 3,4-9,-1-1,1 1,0 0,0-1,1 1,-1 0,1-1,0 1,0 0,0-1,1 1,0-1,0 0,0 0,0 0,1 0,-1 0,1 0,0 0,0-1,0 0,1 1,0-1,-1 0,1-1,0 1,0-1,0 0,0 0,2 1,9 3,1 0,0 0,0-2,1 0,-1-1,1 0,15-1,-11-1,0-1,-1-1,1-1,-1-1,1-1,-1-1,0 0,0-2,13-6,-23 9,-1 0,1-1,-1-1,0 1,0-1,-1-1,0 0,0 0,0 0,-1-1,0 0,-1-1,0 0,0 0,-1 0,0 0,0-1,-1 0,2-7,-5 9,1 0,-1 1,0-1,-1 0,0 0,-1 0,1 1,-1-1,-1 0,1 0,-1 1,-1-1,1 1,-1 0,-1 0,1 0,-1 0,-1 1,1-1,-1 1,0 0,0 0,-1 1,1-1,-1 1,-1 1,1-1,-1 1,-4-4,-1 1,0 0,0 1,-1 1,1 0,-1 0,0 2,-1-1,1 1,0 1,-1 1,0 0,1 1,-1 0,-10 2,16-2,-1 1,1 1,1 0,-1 0,0 0,0 1,1 0,-1 1,1-1,0 1,0 1,1-1,-1 1,1 1,0-1,0 1,1 0,0 0,0 1,0-1,1 1,0 0,0 0,0 1,1-1,1 1,-1 0,1-1,0 1,1 0,0 0,0 1,1-1,0 0,0 0,1 0,0 0,0 0,1 0,3 7,25 34,6-8</inkml:trace>
  <inkml:trace contextRef="#ctx0" brushRef="#br0" timeOffset="3311.237">1725 2604,'24'-31,"-3"-2,0-1,-2-1,-2 0,-1-1,-2-1,-1 0,3-21,-14 44,-8 31,-11 67,3 1,4 0,4 1,4-1,5 44,0-65</inkml:trace>
  <inkml:trace contextRef="#ctx0" brushRef="#br0" timeOffset="3937.125">804 3500,'38'-300,"-36"203,-3 413,0-283,1 1,2-1,2 0,0 0,3 0,9 29,0-21</inkml:trace>
  <inkml:trace contextRef="#ctx0" brushRef="#br0" timeOffset="4396.985">1766 3233,'-6'14,"2"1,0-1,0 1,1 0,1 0,1 0,0 0,1 0,1 13,0-20,0-1,1 0,-1 0,1 0,1 0,-1 0,1 0,0 0,1-1,0 0,0 1,0-1,1-1,0 1,0-1,0 0,0 0,1 0,0-1,6 4,-5-4,1 0,-1 0,1-1,0 0,0 0,0-1,0 0,0 0,1-1,-1 0,1-1,-1 0,0 0,1-1,-1 0,1 0,-1-1,0 0,0 0,0-1,0 0,0-1,-1 1,0-2,1 1,-1-1,-1 0,1 0,-1-1,0 0,0 0,4-6,-4 1,1 0,-2-1,1 0,-2 0,1-1,-2 1,0-1,0 0,-1 0,-1 0,0 0,-1 0,0 0,-1-1,0 1,-2 0,-2-11,3 16,0-1,-1 0,1 1,-2 0,1-1,-1 1,-1 1,0-1,0 0,0 1,-1 0,0 1,0-1,0 1,-1 0,0 1,0-1,-1 2,1-1,-1 1,0 0,-1 0,1 1,-1 0,1 1,-5-1,3 2,1 0,-1 1,0 1,1-1,-1 1,1 1,-1 0,1 0,0 1,0 0,0 1,0 0,0 0,1 1,-1 0,1 1,-5 4,-9 8,0 2,2 0,0 2,1 0,-2 5,-28 39</inkml:trace>
  <inkml:trace contextRef="#ctx0" brushRef="#br0" timeOffset="4784.682">897 4395,'46'-134,"-2"11,19-94,-54 181,-22 89,3 2,2-1,3 1,2 0,3 0,2 1,2-1,9 38,1-44</inkml:trace>
  <inkml:trace contextRef="#ctx0" brushRef="#br0" timeOffset="5132.749">1725 4262,'78'-181,"-51"73,-22 102,-5 30,0-19,1 389,19-280,-6-75</inkml:trace>
  <inkml:trace contextRef="#ctx0" brushRef="#br0" timeOffset="6007.643">2675 345,'26'321,"10"400,-22-357,1 73,-27 188,-23-178,4-82,16 126,15-484,-1 23,2 0,1 1,2-1,0 0,2 0,5 10,-4-27,-2-17,-2-26,-2-7,-1-3</inkml:trace>
  <inkml:trace contextRef="#ctx0" brushRef="#br0" timeOffset="6790.713">3143 1308,'278'33,"216"-27,97 7,-486 1,-96-9,-8-1</inkml:trace>
  <inkml:trace contextRef="#ctx0" brushRef="#br0" timeOffset="8686.567">3410 1655,'-4'6,"1"0,1 1,-1-1,1 1,0 0,1 0,-1 0,1 0,1 0,-1 0,1 0,0 0,1 0,0 0,0 0,0 0,1 0,0 0,1 0,-1-1,1 1,1-1,-1 0,1 0,0 0,4 4,1-2,-1-1,2 0,-1 0,1-1,0-1,1 0,-1 0,1-1,0 0,0 0,0-2,0 1,1-1,-1-1,1 0,-4-1,0 1,0-2,0 1,-1-1,1 0,0 0,0-1,-1 0,1-1,-1 1,1-2,-1 1,0-1,0 0,-1 0,1-1,-1 0,0 0,0 0,-1-1,0 0,1 0,-1-1,0 0,-1 0,0 0,0-1,0 1,-1-1,0 0,-1 0,0 0,0 0,-1 0,0 0,0 0,-1-1,0 1,0 0,-1-1,0 1,0 0,-1 0,0 0,-1 0,0 0,0 1,-1-1,0 1,0-1,0 1,-1 1,0-1,0 1,-1 0,0 0,0 0,-1 1,1 0,-1 0,0 1,0 0,-1 0,1 0,-7-1,5 4,0-1,-1 2,1 0,-1 0,1 0,0 1,-1 0,1 1,0 0,0 1,0 0,0 0,0 1,1 0,-1 1,1-1,0 2,1-1,-1 1,1 0,0 1,1-1,-1 2,1-1,1 0,-1 1,1 0,1 1,-1-1,2 1,-3 5,-17 47,8-2</inkml:trace>
  <inkml:trace contextRef="#ctx0" brushRef="#br0" timeOffset="9089.009">3450 2457,'85'-128,"-16"-4,-67 148,-6 17,-7 38,4 0,3 0,4 40,6-42,1-8</inkml:trace>
  <inkml:trace contextRef="#ctx0" brushRef="#br0" timeOffset="9766.416">3450 3179,'1'0,"25"-24,-1-2,-1 0,-2-2,0 0,-2-2,11-20,-26 39,9-17,-10 21,-6 13,-12 39,2 0,2 2,2-1,2 1,2 0,2 28,13 75,0-87</inkml:trace>
  <inkml:trace contextRef="#ctx0" brushRef="#br0" timeOffset="10382.037">3504 3927,'-4'7,"1"1,0-1,0 1,1-1,0 1,1 0,-1 0,1 0,1 0,0 0,0 0,0 0,1 0,0 0,1-1,0 1,0 0,0 0,1-1,0 0,1 1,0-1,0-1,0 1,1 0,0-1,0 0,3 2,1 0,0-2,0 1,1-1,0 0,0-1,0 0,1-1,-1 0,1 0,0-1,0-1,1 0,-1 0,0-1,1-1,-1 0,0 0,12-3,-15 2,0 0,0-1,0 0,0 0,-1-1,1 0,-1-1,1 0,-1 0,0 0,-1-1,1 0,-1 0,0 0,0-1,-1 0,1 0,-1-1,-1 0,1 0,-1 0,0 0,-1 0,0-1,0 1,1-6,-3 5,1 0,-1 0,-1 0,0 0,0 0,0-1,-1 1,0 0,-1 0,0 0,0 0,0 1,-1-1,-1 0,1 1,-1 0,0 0,-1 0,1 0,-1 1,-1 0,1 0,-1 0,0 1,-1 0,1 0,-1 0,0 1,0 0,0 0,-1 1,1 0,-1 0,0 1,0 0,0 0,0 1,0 0,0 0,0 1,-1 0,1 1,-8 1,2 1,-1 2,1 0,0 1,1 0,0 1,0 0,0 1,1 1,0 0,0 1,1 0,1 0,-1 1,2 1,0 0,0 0,1 1,-1 2,-27 45</inkml:trace>
  <inkml:trace contextRef="#ctx0" brushRef="#br0" timeOffset="149853.734">3650 385,'-7'31,"0"1,2 0,2-1,1 1,1 22,1-29,-2 219,0-226,-9-33,-36-264,41 239,-9-85,5-1,7-118,2 242,1 0,0 0,0 1,0-1,0 0,0 0,0 0,0 0,0 0,1 0,-1 0,1 1,0-1,-1 0,1 0,0 1,0-1,0 0,0 1,0-1,0 1,1-1,-1 1,0 0,1 0,-1-1,1 1,-1 0,1 0,0 0,0 1,-1-1,1 0,0 1,0-1,0 1,-1-1,1 1,0 0,0 0,1 0,180 19,-58-7,123-5,-229-7</inkml:trace>
  <inkml:trace contextRef="#ctx0" brushRef="#br0" timeOffset="150105.008">3544 398,'21'10,"22"2,22-5,20-9,13-5,0-5,-17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4:29.6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241 50,'-2'-1,"0"0,0 0,0 0,0 0,0 1,-1-1,1 0,0 1,-1 0,1 0,0-1,-1 1,1 1,0-1,-1 0,1 1,0-1,0 1,-1-1,1 1,0 0,0 0,0 0,0 0,0 1,0-1,0 0,0 1,1-1,-1 1,0 0,1 0,-1-1,0 3,-2 7,0 1,1-1,0 1,0 0,2 1,-1-1,2 0,-1 0,2 1,1 10,-2-12,23 282,-10-158,-5 0,-7 60,-15-46,10-152,8-157,14-203,-17-13,-14 197,12 172,0 6,1 0,-1 0,1 0,-1 0,1 0,0 0,-1-1,1 1,0 0,0 0,0 0,0-1,0 1,0 0,0 0,0 0,1-1,-1 1,0 0,1 0,-1 0,1 0,-1 0,1 0,0 0,-1 0,1 0,0 0,0 0,0 0,0 0,0 0,0 1,0-1,0 0,0 1,0-1,0 1,0-1,0 1,1-1,110 18,-32-9,0-4,29-4,-9 0,-95 0,4-1,1 1,-1 1,0-1,0 1,0 1,1 0,-1 0,-1 1,8 3,2 15,-14 4</inkml:trace>
  <inkml:trace contextRef="#ctx0" brushRef="#br0" timeOffset="299.21">1 599,'16'0,"19"0,21 0,22-5,21-5,15-7,8-2,-5-2,-21 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4:28.4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161 233,'-12'21,"0"1,1 1,2-1,0 2,2-1,0 1,2 1,1-1,0 1,2-1,1 3,-7 90,5 0,6 0,14 92,-14-160,-7-53,-4-21,2-1,0-1,2 1,1-1,0-12,1 12,-13-269,15-92,1 242,3 78,-3 65,0 2,1-1,0 0,-1 0,1 0,0 1,0-1,0 1,0 0,0-1,0 1,0 0,0 0,1 0,-1 0,0 1,1-1,-1 1,0-1,1 1,-1 0,1 0,-1 0,0 0,1 0,-1 1,1-1,-1 1,0-1,1 1,-1 0,11 1,412 10,-422-11,21 8,-28 0</inkml:trace>
  <inkml:trace contextRef="#ctx0" brushRef="#br0" timeOffset="253.03">0 554,'23'9,"21"3,21 0,20-8,14-5,6-4,-4 0,-11 4,-22 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40.11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1024 2741,'-5'2,"0"0,0 0,1 1,-1-1,1 1,0 0,0 1,0-1,0 1,1-1,-1 1,1 0,0 1,0-1,1 0,-1 1,1 0,0-1,0 1,0 0,1 0,0 0,0 0,0 1,-1 4,1 1,0 0,1-1,0 1,0 0,1-1,1 1,0 0,0-1,1 0,2 4,1 0,1 0,1-1,0 0,1 0,0 0,1-1,1-1,0 0,0 0,1-1,0 0,1-1,0-1,0 0,1-1,0 0,0-1,1-1,0 0,0-1,0 0,0-1,1-1,-9-1,-1 0,0 0,0-1,0 1,1-2,-1 1,0-1,0 0,0 0,0 0,0-1,0 0,0 0,0-1,-1 1,1-1,-1-1,0 1,0-1,0 0,0 0,0 0,-1-1,0 1,0-1,0 0,-1 0,0-1,0 1,0-1,0 1,-1-1,0 0,0 0,-1 0,1-5,-2-6,-1 0,0 0,-2 0,0 1,-1-1,0 1,-1 0,-1 0,-1 0,0 0,-1 1,-1 1,0-1,-1 2,0-1,-1 1,-1 1,-2-2,5 6,0-1,-1 2,1-1,-2 2,1-1,-1 1,0 1,0 0,0 0,-4 1,10 2,1 1,-1 0,0 0,1 0,-1 1,0 0,0 0,0 0,1 0,-1 1,0-1,0 2,1-1,-1 0,1 1,-1 0,1 0,-1 0,1 0,0 1,0-1,0 1,1 0,-1 1,1-1,0 1,-1 0,-1 5,0 1,0-1,1 1,0 0,1 0,0 1,1-1,0 1,1-1,0 1,1 0,0-1,0 1,1 0,0-1,1 1,0-1,1 0,0 1,1-1,0 0,1-1,3 7,26 49</inkml:trace>
  <inkml:trace contextRef="#ctx0" brushRef="#br0" timeOffset="328.269">2333 3102,'49'-92,"-5"-2,-3-2,-5-1,2-22,-34 105,-6 19,-7 23,-6 23,2 1,3 0,2 0,3 1,1 1,3-1,2 0,3 0,2 0,4 9,7 19,0-11</inkml:trace>
  <inkml:trace contextRef="#ctx0" brushRef="#br0" timeOffset="-2762.654">663 187,'7'-5,"1"-1,-1 1,1 0,0 1,1 0,-1 0,1 1,0 0,0 1,0 0,0 0,0 1,0 0,0 0,0 1,1 0,-1 1,0 0,0 1,0 0,0 0,0 1,0 0,-1 0,1 1,-1 0,0 1,0 0,0 0,-1 0,0 1,0 0,0 1,-1 0,0 0,0 0,-1 0,1 2,1 7,0 0,-1 1,-1 0,0-1,-1 2,-1-1,-1 0,0 1,-1-1,-1 1,-1-1,-1 1,0-1,-1 2,6-3,14-30,58-63,-4-3,-2-4,-4-3,-38 38,-27 48,0 1,0-1,0 1,0-1,-1 1,1-1,0 1,0-1,0 1,-1 0,1-1,0 1,-1-1,1 1,0 0,-1-1,1 1,0 0,-1-1,1 1,-1 0,1-1,-1 1,1 0,-1 0,1 0,-1 0,1-1,-1 1,1 0,-1 0,1 0,-1 0,1 0,-1 0,1 0,-1 0,1 0,-1 1,1-1,-1 0,1 0,0 0,-1 0,1 1,-1-1,1 0,-1 1,1-1,0 0,-1 1,1-1,0 0,-1 1,1-1,0 1,-1-1,1 0,0 1,0-1,0 1,-1-1,1 1,0-1,0 1,0-1,0 1,0-1,0 1,0 0,-9 9,0 2,0-1,2 1,-1 0,1 1,1 0,1 0,0 0,0 1,1-1,1 1,0 0,1 0,1 1,0-1,1 0,0 0,1 1,1-1,0 0,1 0,2 6,3 7,0 0,2 0,1-1,1-1,1 0,2-1,0 0,1-1,13 13,-34-41</inkml:trace>
  <inkml:trace contextRef="#ctx0" brushRef="#br0" timeOffset="-2514.623">996 374,'-6'-4,"8"0,18 4,26 1,30 1,28 0,20-1,15 0,3 0,-21-1</inkml:trace>
  <inkml:trace contextRef="#ctx0" brushRef="#br0" timeOffset="-1997.287">2200 228,'231'163,"-143"-106,60 35,-146-91,0 0,0 0,0 0,1 0,-1 0,1-1,-1 1,0-1,1 0,-1 1,1-1,-1 0,1-1,-1 1,1 0,-1-1,0 1,1-1,-1 0,0 1,1-1,-1 0,0-1,0 1,0 0,0-1,0 1,0-1,0 1,-1-1,1 0,0 0,-1 0,1 0,-1 0,0-1,13-17,-1-1,-1 0,0-1,-2 0,-1-1,-1 0,-1-1,3-15,-6 29,-6 27,-15 150,7 1,9 53,0-160,1 59,1 36,-17 127,15-277,0 8,0-1,-1 0,0 0,-1 0,0-1,-1 1,0-1,-1 0,-1 0,0 0,-7 10,12-20,0-1,0 0,0 0,0 0,0 0,0 0,0 0,0 0,-1 0,1 0,0 0,-1 0,1-1,0 1,-1-1,1 1,-1-1,1 1,-1-1,1 0,-1 0,1 0,-1 0,1 0,-1 0,0 0,1 0,-1-1,1 1,0-1,-1 1,1-1,-1 1,1-1,0 0,-1 0,1 0,0 1,0-1,-1 0,1-1,0 1,0 0,0 0,0-1,-36-64,21 11,2-1,3-1,2 0,2-1,3 1,3-15,0 57,0-10,0 1,1 0,2-1,0 1,2 0,0 0,5-12,-7 31,0 1,0-1,0 1,1 0,-1 0,1 0,0 0,0 0,1 1,-1-1,1 1,0 0,-1 0,1 0,1 1,-1-1,0 1,1 0,-1 0,1 1,-1-1,4 0,7 0,0 0,0 0,1 2,-1 0,0 1,13 2,308 61,-225-40</inkml:trace>
  <inkml:trace contextRef="#ctx0" brushRef="#br0" timeOffset="-1510.609">462 869,'158'13,"-22"-1,52 2,49 3,44 3,1639 93,-1685-99,-54-1,-59 1,-64-2,-58-12,0 0,-1 0,1 1,0-1,0 0,0 0,-1 0,1 0,0 0,0 0,0 1,0-1,-1 0,1 0,0 0,0 1,0-1,0 0,0 0,0 0,-1 1,1-1,0 0,0 0,0 1,0-1,0 0,0 0,0 1,0-1,0 0,0 0,0 0,0 1,0-1,0 0,1 0,-1 1,0-1,0 0,0 0,0 0,0 1,0-1,1 0,-1 0,0 0,0 0,0 1,0-1,1 0,-1 0,0 0,0 0,0 0,1 0,-1 1,0-1,0 0,1 0,-1 0,0 0,0 0,0 0,1 0,-1 0,0 0,0 0,1 0,-29 8</inkml:trace>
  <inkml:trace contextRef="#ctx0" brushRef="#br0" timeOffset="-929.351">837 1818,'-4'14,"1"1,1-1,0 1,1-1,1 1,0 0,1-1,0 1,1-1,1 1,0-1,1 0,1 0,0 0,1-1,1 0,-1 0,2 0,0-1,1 0,0 0,0-1,1-1,1 0,0 0,0-1,1 0,0-1,1 0,7 3,-13-7,1-1,-1 1,1-2,-1 1,1-1,0 0,0-1,0 0,0 0,0 0,0-1,0-1,0 1,-1-1,1-1,0 1,0-1,0-1,-1 1,1-1,-1-1,0 1,0-1,0 0,-1-1,1 0,-1 0,0 0,0-1,-1 0,0 0,4-5,-2-3,0-1,-1 0,-1 0,0-1,-1 1,0-1,-2 0,0 0,0 0,-2 0,0 0,-1-1,0 1,-1 0,-1 0,-1 1,0-1,-5-10,6 18,-1 0,0 0,-1 0,1 0,-1 1,-1 0,0 0,0 0,0 1,0-1,-1 2,0-1,-1 1,1 0,-1 0,0 1,0 0,0 1,-1-1,1 2,-1-1,0 1,0 0,0 1,0 0,0 1,0 0,0 0,0 1,0 0,0 0,1 1,-5 2,3-1,0 0,1 1,-1 0,1 0,0 1,1 1,-1-1,1 2,0-1,0 1,1 0,0 0,0 1,1 0,0 0,0 1,1 0,0 0,1 0,-1 0,2 1,0-1,0 1,0 0,1 0,1 0,0 1,0-1,1 0,0 0,1 0,0 1,1-1,1 4,34 57,11-10</inkml:trace>
  <inkml:trace contextRef="#ctx0" brushRef="#br0" timeOffset="-550.366">2266 1952,'-5'1,"0"0,0 1,0 0,0 0,0 1,0-1,0 1,1 0,-1 0,1 0,0 1,0 0,0 0,1 0,-1 0,1 0,0 1,0-1,0 1,1 0,0 0,0 0,0 0,0 0,1 0,0 1,0-1,0 1,1-1,0 0,0 1,0-1,1 1,-1-1,1 0,1 1,-1-1,1 0,0 0,0 0,0 0,1 1,8 8,1-1,0-1,0 0,2 0,-1-2,1 1,1-2,0 0,0-1,1 0,0-1,0-1,0 0,18 3,-8-2,0 0,1-2,0-1,0-1,12-1,-29-1,0-2,0 1,0-1,0 0,0-1,0-1,0 1,0-1,-1-1,1 0,-1 0,0-1,0 0,-1-1,9-6,-12 7,0-1,0 0,-1 0,1 0,-1 0,0-1,-1 0,0 1,0-1,0-1,-1 1,0 0,-1-1,1 1,-1-1,-1 1,1-1,-1 1,-1-1,0 1,0-1,0 1,-1-1,0 0,-1-6,-2 1,0-1,0 1,-1 0,-1 0,0 1,0 0,-1 0,-1 1,0 0,-1 0,-4-3,2 4,-1 1,1 1,-1 0,-1 1,1 0,-1 1,-1 1,1 0,-1 1,1 0,-1 1,0 1,0 1,-1 0,1 0,0 2,0 0,0 1,0 0,0 1,0 1,0 0,1 1,0 1,0 0,0 1,1 0,0 1,1 0,-1 1,-1 3,-48 47,12-1</inkml:trace>
  <inkml:trace contextRef="#ctx0" brushRef="#br0" timeOffset="899.258">1251 4171,'15'-55,"-3"0,-2-1,-2-1,-3 1,-2-52,-10 39,7 69,0 0,0 0,-1 0,1 1,0-1,-1 0,1 0,0 0,0 0,-1 0,1 0,0 0,-1 0,1 0,0 0,-1 0,1 0,0 0,-1 0,1 0,0 0,0 0,-1 0,1 0,0 0,-1-1,1 1,0 0,0 0,-1 0,1-1,0 1,0 0,0 0,-1 0,1-1,0 1,0 0,0 0,0-1,-1 1,1 0,0-1,0 1,0 0,0-1,0 1,0 0,0 0,0-1,0 1,0 0,0-1,0 1,0 0,0-1,0 1,0 0,0-1,-8 29,-5 61,5 1,2 87,6-149,-1 29,2 1,3-1,6 20,2-18</inkml:trace>
  <inkml:trace contextRef="#ctx0" brushRef="#br0" timeOffset="1266.278">1919 4065,'4'15,"0"0,2 0,-1 0,2 0,0-1,1 0,0-1,1 0,0 0,1-1,1 0,0 0,1-2,0 1,0-1,1-1,0 0,1-1,0-1,0 0,1 0,0-2,7 2,-15-5,0 0,0-1,0 0,0-1,0 1,0-1,0-1,0 1,0-1,0-1,0 1,0-1,0 0,-1-1,1 1,-1-2,0 1,1 0,-2-1,1 0,0-1,-1 1,0-1,0 0,0 0,0-1,-1 1,0-1,3-6,1-4,-1-2,-1 1,0-1,-1 0,-1 0,-1-1,0 1,-2-1,0 1,-1-1,-1 0,0 1,-2-1,-2-8,4 18,0-1,-1 1,0-1,-1 1,0 0,0 0,-1 0,0 0,-1 0,0 1,0 0,-1 0,0 0,0 1,-1 0,1 0,-2 1,1 0,-1 0,0 1,0-1,-1 2,1-1,-1 1,-9 1,0 0,0 2,0 0,0 1,0 0,0 2,1 0,-1 1,0 1,1 0,0 1,0 1,0 1,1 0,0 2,0-1,1 2,0 0,0 1,2 0,-10 11,6-7,1 1,1 1,0 1,1 0,1 1,-6 12,-14 35</inkml:trace>
  <inkml:trace contextRef="#ctx0" brushRef="#br0" timeOffset="1660.533">1397 5388,'13'-464,"-15"431,-4 29,0 23,-7 59,3 0,2 51,7-117,-3 58,4 1,6 47,2-54</inkml:trace>
  <inkml:trace contextRef="#ctx0" brushRef="#br0" timeOffset="1937.828">1986 5201,'129'-376,"-118"350,-3 24,-6 18,-2-15,9 359,-1-305,1 0,4 0,1-1,3-1,2 0,21 38,-15-40</inkml:trace>
  <inkml:trace contextRef="#ctx0" brushRef="#br0" timeOffset="2927.733">3844 0,'-22'441,"11"-112,22 172,1-316,6 69,-11 0,-21 192,-105 456,110-732,7 2,8-1,23 140,-2-111,15 121,-1 221,-42-394,-1-77,2 1,4-1,3 0,2-1,8 16,0-38,-16-48,0 0,0 0,-1-1,1 1,0 0,0-1,-1 1,1-1,0 1,-1 0,1-1,-1 1,1-1,-1 0,1 1,-1-1,1 1,-1-1,1 0,-1 1,0-1,1 0,-1 0,0 1,0-1,0 0,1 0,-1 1,0-1,0 0,0 0,0 0,0 1,0-1,-1 0,1 0,0 1,0-1,0 0,-1 0,1 1,-4-64,1 27</inkml:trace>
  <inkml:trace contextRef="#ctx0" brushRef="#br0" timeOffset="3708.427">3911 1177,'190'21,"629"63,20-35,-316-39,-482-9,-91 5,9-5</inkml:trace>
  <inkml:trace contextRef="#ctx0" brushRef="#br0" timeOffset="20149.292">4940 308,'-7'-14,"-9"29,1 12,2 1,1-1,1 2,1 0,-3 18,7-25,-11 37,3 0,2 1,3 0,0 47,9-97,2-17,2-20,40-597,-43 616,-2 0,1-1,0 1,1-1,0 1,0-1,0 1,1 0,1 0,-1 0,1 0,1 0,-1 0,1 1,1 0,-1-1,1 2,1-1,-1 1,1-1,0 1,7-4,6 4,0 0,0 2,1 1,0 0,-1 1,1 1,19 2,-17-1,-13 0,28-3,1 2,-1 2,0 1,0 2,0 2,0 1,-1 2,0 1,7 5,-17-2</inkml:trace>
  <inkml:trace contextRef="#ctx0" brushRef="#br0" timeOffset="20319.346">4753 401,'21'3,"24"2,28 5,24 6,16 4,2 2,-18-4</inkml:trace>
  <inkml:trace contextRef="#ctx0" brushRef="#br0" timeOffset="67175.859">4633 2005,'-5'-4,"0"1,0-1,-1 1,1 0,-1 1,0-1,0 1,0 0,0 0,0 1,0 0,-1 0,1 1,0-1,0 1,-1 1,1-1,0 1,0 0,-1 0,1 1,0 0,0 0,0 0,1 1,-1 0,1 0,-1 0,1 1,0 0,-2 2,2 0,1 0,0 0,1 0,-1 0,1 0,0 1,0 0,1 0,0-1,1 1,-1 0,1 1,0-1,1 0,0 0,0 0,0 0,1 1,0-1,1 0,-1 0,1 0,1-1,-1 1,1 0,0-1,1 0,0 0,0 0,0 0,0 0,5 3,5 3,1 0,0-2,1 0,0 0,0-1,1-2,0 1,1-2,-1 0,1-1,1-1,-1-1,0 0,1-2,-1 0,1-1,0 0,-1-2,2 0,-11 1,-1 0,1-1,-1 0,0 0,0 0,0-1,0-1,0 1,-1-1,1 0,-1-1,0 0,0 0,-1 0,0-1,0 0,0 0,0-1,-1 0,0 0,-1 0,0 0,0-1,0 1,-1-1,0 0,0 0,0-8,-1 5,-2-1,1 0,-2 0,0 0,0 0,-1 0,0 0,-1 0,-1 1,0 0,0-1,-1 2,0-1,-1 0,0 1,-1 0,0 1,-1-1,0 1,0 1,-1-1,0 2,0-1,-1 1,0 1,-1-1,1 2,-1-1,0 2,0-1,0 2,-1-1,0 2,1-1,-1 2,0-1,0 2,0-1,-2 2,-1 2,0 2,0 0,0 0,1 1,0 1,0 1,1 0,0 0,0 2,1-1,0 1,1 1,0 0,0 1,2 0,-1 1,2 0,-1 0,2 1,0 0,0 0,2 0,0 1,-3 11,-14 49</inkml:trace>
  <inkml:trace contextRef="#ctx0" brushRef="#br0" timeOffset="67554.393">4445 3048,'54'-53,"-3"-3,-2-1,7-16,-44 58,-12 30,-18 49,4 1,2 1,3 0,3 1,3-1,4 43,1-47</inkml:trace>
  <inkml:trace contextRef="#ctx0" brushRef="#br0" timeOffset="68420.308">4393 4104,'8'-31,"1"1,1 0,2 0,1 1,2 0,6-8,-19 33,19-34,2 0,1 2,2 0,21-20,-30 40,-16 16,-1 0,0-1,1 1,-1 0,1 0,-1 0,0 0,1 0,-1 0,1 0,-1 0,1 0,-1 0,0 0,1 0,-1 1,1-1,-1 0,0 0,1 0,-1 1,1-1,-1 0,0 0,1 1,-1-1,0 0,0 0,1 1,-1-1,0 0,0 1,1-1,-1 1,0-1,0 0,0 1,0-1,0 1,1-1,-1 0,0 1,0-1,0 1,0-1,0 1,0-1,0 0,0 1,-1-1,1 1,0-1,0 0,0 1,0-1,-1 1,1-1,0 0,0 1,0-1,-1 0,1 1,0-1,-1 0,1 0,0 1,-1-1,1 0,-1 1,-62 156,27-78,15-28,2 1,3 0,2 1,2 1,0 22,5-6</inkml:trace>
  <inkml:trace contextRef="#ctx0" brushRef="#br0" timeOffset="68802.806">4419 4853,'-7'14,"1"0,0 1,1 0,0 0,1 0,1 0,1 1,0-1,1 1,1-1,0 1,1 0,0-1,2 1,0-1,0 0,2 0,0 0,0 0,1-1,1 0,1 0,0-1,0 0,2 0,-1-1,2 0,-1-1,6 4,-8-7,0 0,0-1,1-1,0 1,0-1,1-1,0 0,0 0,0-1,0 0,1-1,-1 0,1-1,0 0,0 0,-1-1,1-1,0 0,0 0,0-1,0-1,0 1,0-2,-1 0,1 0,-1-1,0 0,0 0,0-2,0 1,1-2,0-5,0 0,-1 0,0-1,-1-1,-1 1,0-1,-1-1,0 0,-1 0,-1 0,0 0,-1-1,-1 0,-1 0,0 0,0 0,-2 0,0 0,-1 0,-1 0,0 0,-1 0,-1 0,-4-10,5 18,0-1,-1 1,-1-1,1 1,-1 0,-1 1,1-1,-1 1,-1 0,1 1,-1-1,0 1,-1 1,1-1,-1 1,0 1,-1-1,1 1,-1 1,1 0,-1 0,0 0,0 1,-1 1,1 0,0 0,0 0,-10 2,-5 2,0 2,0 0,0 2,1 0,0 2,0 0,1 2,0 0,1 2,1 0,0 1,0 1,-9 11,-33 26</inkml:trace>
  <inkml:trace contextRef="#ctx0" brushRef="#br0" timeOffset="71166.372">141 1511,'-20'36,"2"1,1 1,2 1,1 0,3 0,1 1,1 1,3 0,1 0,2 18,-3-20,2-1,2 1,1 0,3 0,0 0,3 0,1-1,2 0,2 0,1-1,2 0,14 27,-26-61,0 0,1 0,-1 0,1 0,0-1,0 1,0-1,0 1,0-1,1 0,-1 0,1 0,-1 0,1 0,0 0,0-1,0 0,0 1,0-1,0 0,0 0,0-1,0 1,1-1,-1 1,0-1,3 0,178-17,43 16,0 10,115 24,-213-19,354 31,-287-39,285 21,380 79,22 1,-851-103,1308 137,-395-57,-607-72,-330-12,-5 0,0 1,-1-1,1 0,0 0,0 0,0-1,0 1,-1-1,1 1,0-1,-1 0,1 0,0 0,-1 0,1-1,-1 1,1-1,-8-31,3 12,1-1,1 1,1-1,1 1,3-15,0-11,88-1035,-91 1068,-1 10,1 0,-1-1,0 1,0-1,0 1,-1-1,0 0,0 1,0-1,0 1,-1-1,1 0,-1 1,0-1,-1 1,1 0,-1-1,0 1,0 0,0 0,0 0,-1 0,0 1,0-1,0 1,0-1,0 1,-1 0,1 0,-1 1,0-1,0 1,0-1,-35-5,0 2,-1 1,0 2,0 1,0 3,-22 3,-461 51,341-56,1-9,0-6,0-9,-42-17,-82-10,-1126-85,1207 121,-835-30,765 37,-246-31,381 29,159 11,0 1,-1-1,1 0,0 1,-1 0,1-1,0 1,-1-1,1 1,0-1,0 1,0-1,0 1,-1 0,1-1,0 1,0-1,0 1,0 0,0-1,1 1,-1-1,0 1,0 0,0-1,0 1,1-1,-1 1,0-1,1 1,-1-1,0 1,1-1,-1 1,0-1,1 1,-1-1,1 1,-1-1,1 0,-1 1,1-1,-1 0,1 0,-1 1,1-1,0 0,-1 0,1 0,-1 0,1 0,0 0,-1 0,6 6,6 8,-3 1</inkml:trace>
  <inkml:trace contextRef="#ctx0" brushRef="#br0" timeOffset="73257.087">435 4840,'-5'12,"-14"197,7 12,10 60,22-85,-17-181,0 0,2 0,-1-1,2 0,0 0,1 0,0-1,1 0,0-1,1 1,10 9,-6-13,1 0,0-1,0 0,1-1,0-1,0 0,0-1,1-1,0 0,0-1,0-1,0 0,0-1,1-1,-1-1,0 0,7-2,-11 3,429-6,767 40,686 64,-362-23,-1129-66,-392-9,-5 0,1 0,-1 0,0 0,0-1,1 0,-1 0,0 0,0-1,0 0,0 0,0-1,-1 0,6-2,-10 2,0 1,1-1,-1 0,0 1,0-1,0 0,0 0,-1 1,1-1,-1 0,0 0,0 0,0 0,0 0,0 1,0-1,-1 0,0 0,1 0,-1 0,0 1,0-1,-1-1,-2-9,-3-32,1 1,2-1,3 0,1-5,0 9,13-790,-9 759,1 20,-3 1,-2-1,-2 1,-3 0,-7-32,11 74,-1 1,-1 0,0-1,0 1,0 1,-1-1,0 0,-1 1,0 0,0 0,0 0,-1 1,0 0,0 0,0 0,-1 1,0 0,0 0,-1 0,1 1,-1 0,0 1,0 0,0 0,-6-1,-15 1,-1 1,1 2,-1 0,1 2,0 2,0 0,0 2,0 1,1 1,-2 3,-29 5,-75 12,-1-6,-1-5,-1-7,-116-6,-731-31,581 27,-680-27,-39-94,164 19,635 82,321 19,0 1,0 0,1-1,-1 1,0 0,0 0,0 0,0 0,1 1,-1-1,0 0,0 1,0-1,1 1,-1 0,0 0,1-1,-1 1,0 0,1 0,-1 1,1-1,0 0,-1 0,1 1,0-1,0 1,0-1,0 1,0-1,0 1,0 0,0-1,1 1,-1 0,1 0,-1-1,1 1,0 0,0 0,-1 0,1 0,1 0,-1-1,0 1,1 2,25 206,-17-100,-3-3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5:07.70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 0,'-1'57,"1"0,4-1,1 1,3-1,6 14,-3-8,30 257,-13 1,-13 221,-15-485,-1 262,14 0,54 312,-55-490,-1-105,-5-44,-6 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3:25.2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54,'27'505,"-6"-203,20 926,-27-1003,9-1,10-1,16 22,-34-168,-15-77,0 1,0-1,0 1,0-1,0 1,0-1,0 1,0-1,0 1,0-1,0 1,0-1,0 1,-1-1,1 1,0-1,0 1,0-1,-1 1,1-1,0 0,-1 1,1-1,0 1,-1-1,1 0,0 1,-1-1,1 0,-1 0,1 1,-1-1,1 0,-1 0,1 0,-1 1,1-1,-1 0,1 0,-1 0,1 0,-1 0,1 0,-1 0,1 0,-1 0,1 0,-1-1,1 1,-1 0,1 0,-1 0,1 0,0-1,-1 1,1 0,-1-1,1 1,-1 0,1-1,0 1,-1 0,1-1,0 1,0-1,-1 1,-28-23,17 10</inkml:trace>
  <inkml:trace contextRef="#ctx0" brushRef="#br1" timeOffset="94201.652">482 428,'13'18,"10"16,7 8,8 8,7 6,6 1,4 1,5-1,2-3,1-4,-5-4,-6-7,-13-10</inkml:trace>
  <inkml:trace contextRef="#ctx0" brushRef="#br1" timeOffset="94469.853">1030 468,'-16'-9,"-12"2,-8 10,-7 19,-3 22,-1 21,2 18,0 15,2 10,4 4,8-17</inkml:trace>
  <inkml:trace contextRef="#ctx0" brushRef="#br1" timeOffset="95392.078">468 1604,'19'38,"2"0,1-2,1-1,2 0,10 7,-23-25,1-1,0-1,1 0,1-1,1 0,0-2,1 1,0-2,0 0,11 3,-24-12,-1-1,1 0,0 0,0-1,0 1,0-1,0 0,-1 1,1-2,0 1,0 0,0-1,0 0,0 0,-1 0,1-1,0 1,-1-1,1 1,-1-1,0 0,1-1,-1 1,0-1,0 1,-1-1,1 0,0 0,-1 0,0 0,1-1,6-11,-1-1,0 0,-1 0,0 0,-2-1,0 0,-1 0,0 0,-2-1,0 1,-1-1,0 1,-2-9,-11-12,10 39,1-1,0 1,0 0,0 0,0-1,-1 1,1 0,1 0,-1 0,0 1,0-1,0 0,0 0,1 0,-1 0,1 1,-1-1,1 0,-1 1,1-1,0 0,0 1,-1-1,1 2,0-2,-9 46,2 1,3 0,1 1,3-1,2 0,3 13,22 237,-7-97,-7 56,-12-233,-1 0,-1 0,-1-1,-1 1,-1 0,-1-1,-1 0,-4 8,9-28,1 0,-1 0,0-1,0 1,-1 0,1-1,0 1,-1-1,0 0,0 1,1-1,-1 0,-1 0,1 0,0 0,0 0,-1-1,1 1,-1-1,1 1,-1-1,0 0,1 0,-1 0,0-1,0 1,0 0,0-1,1 0,-1 0,0 0,0 0,0 0,0-1,0 1,0-1,1 0,-2 0,-7-6,0 0,0-1,1-1,0 1,1-2,0 1,1-1,0-1,0 1,1-1,0-1,0-2,3 9,-21-36,3-1,0 0,3-2,2 0,2-1,1 0,-6-45,18 82,-1-1,2 0,-1 0,1 0,1 0,-1 1,2-1,-1 0,1 0,0 0,1 0,0 0,1 1,-1-1,2 1,-1 0,1 0,0 0,1 0,0 1,0 0,1 0,0 0,0 0,2 0,12-5,2 0,0 1,0 2,1 0,0 1,1 1,12-1,-15 3,69-18,-7 3</inkml:trace>
  <inkml:trace contextRef="#ctx0" brushRef="#br1" timeOffset="97169.412">1351 1,'73'323,"-43"-95,-11 1,-9 0,-10 1,-19 104,11-149,1-31,8-1,6 1,13 55,11-38,22 57,-49-212,-2-12,0 1,-1 0,0 0,0-1,0 1,0 0,-1 0,0 0,0 0,0 0,-1 0,0 4,0-8,0 0,0 0,0-1,-1 1,1 0,0 0,0-1,-1 1,1 0,-1-1,1 1,0-1,-1 0,1 1,-1-1,1 0,-1 0,1 0,0 0,-1 0,1 0,-1-1,1 1,-1 0,1-1,0 1,-1-1,1 1,0-1,-1 0,1 0,0 0,0 1,0-1,0 0,0 0,0 0,0-1,0 1,0 0,0 0,0 0,1-1,-1 1,0 0,1-2,16 46,9 52,-29-82,-4-14</inkml:trace>
  <inkml:trace contextRef="#ctx0" brushRef="#br1" timeOffset="99329.953">1952 428,'9'18,"12"13,12 11,11 6,15 3,10 1,5 1,2 1,-4-3,-9-2,-11-5,-14-6,-14-7,-10-9</inkml:trace>
  <inkml:trace contextRef="#ctx0" brushRef="#br1" timeOffset="99591.415">2434 455,'-16'16,"-10"16,-2 15,-2 12,3 8,0 4,2 1,-1-2,3-7,2-9,5-14</inkml:trace>
  <inkml:trace contextRef="#ctx0" brushRef="#br1" timeOffset="99877.651">1898 228,'23'-12,"23"-5,25-3,20 0,13 4,3 4,-6 9,-16 9,-21 4</inkml:trace>
  <inkml:trace contextRef="#ctx0" brushRef="#br1" timeOffset="100922.411">1912 1832,'1'10,"0"1,0-1,1 0,1 1,-1-1,2 0,-1 0,1-1,1 1,0-1,0 0,1 0,0 0,0-1,1 0,0 0,1-1,0 0,0 0,0-1,8 5,-1-2,0 0,1-1,-1 0,2-2,-1 0,1 0,0-2,0 0,0-1,1-1,-1 0,13-1,-24-1,1 1,-1-1,1 0,-1-1,0 0,1 0,-1 0,0-1,0 0,1 0,-1 0,-1-1,1 0,0 0,-1-1,1 1,-1-1,0 0,-1-1,1 1,-1-1,1 0,-1 0,-1 0,1 0,-1-1,1-2,-1 1,-1 0,-1 0,1-1,-1 1,0 0,-1-1,0 1,0 0,0-1,-1 1,0 0,-1-1,0 1,0 0,0 0,-1 0,0 0,-1-1,4 8,-1-1,0 0,1 0,-1 0,0 0,0 1,1-1,-1 0,0 1,0-1,0 0,0 1,0-1,0 1,0 0,0-1,0 1,0 0,0-1,0 1,-1 0,1 0,0 0,0 0,0 0,0 0,0 1,0-1,0 0,0 0,0 1,0-1,0 1,0-1,0 1,0-1,0 1,0 0,0-1,0 1,1 0,-1 0,0-1,0 1,1 0,-1 0,1 0,-1 0,1 0,-1 0,1 0,-1 0,1 0,0 0,0 0,0 0,-1 0,1 1,0-1,0 0,0 0,1 0,-1 0,0 0,1 1,-5 28,2 0,1 1,2-1,1 0,1 0,1 0,2 0,3 8,-2-6,22 109,-6 3,-5 0,-4 110,-14-252,1 16,-1 0,-1 0,0 0,-2 0,0-1,-1 1,-1-1,0 0,-4 7,8-21,0-1,0 0,1 0,-2 0,1 0,0 0,0 0,0 0,-1-1,1 1,-1 0,0-1,1 1,-1-1,0 0,0 0,0 1,0-1,0 0,0 0,0-1,0 1,0 0,-1-1,1 1,0-1,0 0,-1 0,1 0,0 0,0 0,-1 0,1-1,0 1,0-1,-1 1,1-1,0 0,-2-1,-7-6,1 0,0-1,0 0,0 0,1-1,1 0,0-1,0 0,1-1,-4-7,6 11,-61-106,-46-107,83 145,29 74,1 0,-1 0,1 0,-1 0,1 0,0 0,-1 1,1-1,0 0,0 0,0 1,1-1,-1 0,0 1,1-1,-1 1,0 0,1-1,0 1,-1 0,1 0,0 0,0 0,0 0,-1 0,1 1,0-1,0 1,0-1,0 1,0 0,0 0,0 0,0 0,0 0,0 0,0 0,0 1,1-1,280-25,-201 9,-12 0</inkml:trace>
  <inkml:trace contextRef="#ctx0" brushRef="#br1" timeOffset="101205.655">1725 1591,'18'-2,"17"-3,19-4,17 1,13-1,11 1,6 2,-4 2,-17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5:16.3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0 251,'5'0,"7"0,17 2,16 3,19 1,16-1,14 1,6 0,-5 3,-12 0,-19-1</inkml:trace>
  <inkml:trace contextRef="#ctx0" brushRef="#br0" timeOffset="278.256">107 584,'25'3,"22"0,21 0,17 0,12-2,9-2,3-2,-5-2,-8-2,-22-1</inkml:trace>
  <inkml:trace contextRef="#ctx0" brushRef="#br0" timeOffset="564.394">775 37,'-91'-36,"91"36,1 0,-1 0,0 1,1-1,-1 0,0 0,0 0,0 1,1-1,-1 0,0 1,0-1,0 0,1 0,-1 1,0-1,0 0,0 1,0-1,0 0,0 1,0-1,0 0,0 1,0-1,0 0,0 1,0-1,0 0,0 1,0-1,0 0,0 1,-1-1,1 0,0 1,0-1,0 0,0 0,-1 1,1-1,0 0,0 0,-1 1,1-1,0 0,0 0,-1 0,1 1,0-1,-1 0,1 0,0 0,-1 0,19 13,1-1,0 0,0-2,1 0,15 4,-4 0,31 13,-15-9,-2 2,0 1,-2 3,0 1,-2 2,-1 2,-1 2,6 9,-38-34,0 2,-1-1,1 1,-2 0,1 0,-1 1,0 0,-1-1,0 2,0-1,-1 0,0 1,-1-1,0 1,-1 0,0 0,0 0,-1 0,0 0,-1 0,0 0,0-1,-1 1,-2 3,-6 11,-2-1,0 0,-1-1,-2-1,0 0,-1-1,-1-1,-1 0,-1-1,0-1,-1-1,-11 6,-203 139,128-95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2:58.1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1715 1138,'23'-9,"23"-5,22-3,18 2,13 3,0 4,-10 6,-19 7,-22 3</inkml:trace>
  <inkml:trace contextRef="#ctx0" brushRef="#br0" timeOffset="275.924">1903 1419,'16'0,"21"0,20 0,21 0,20 0,18 0,15 0,-16 0</inkml:trace>
  <inkml:trace contextRef="#ctx0" brushRef="#br0" timeOffset="1177.053">3427 698,'-5'-11,"11"-5,21 2,32 2,31 4,24 3,17 5,1 4,-21 2</inkml:trace>
  <inkml:trace contextRef="#ctx0" brushRef="#br0" timeOffset="7911.384">8668 1085,'-3'-9,"14"25,8 13,2-2,0-1,2 0,1-2,5 3,-18-17,1 0,0-1,1-1,0 0,0 0,1-2,0 0,0 0,0-1,1-1,0 0,13 1,-21-5,1 1,-1-1,0 0,0-1,1 0,-1 0,0 0,0-1,0 0,0-1,0 0,-1 0,1 0,-1 0,0-1,0 0,0-1,0 1,-1-1,0 0,0-1,0 1,0-1,-1 0,0 0,-1 0,1-1,-1 1,1-3,3-7,-1-1,0 1,-1-1,-1 0,-1-1,0 1,-1-1,-1 1,-1-9,0 25,1 1,-1 0,0-1,0 1,0 0,0-1,0 1,1 0,-1-1,0 1,0 0,0-1,0 1,0-1,0 1,0 0,0-1,0 1,0 0,0-1,0 1,-1 0,1-1,0 1,0 0,0-1,0 1,-1 0,1-1,0 1,0 0,0 0,-1-1,1 1,0 0,-1 0,1-1,0 1,0 0,-1 0,1 0,0 0,-1-1,1 1,0 0,-1 0,1 0,-1 0,1 0,0 0,-1 0,1 0,0 0,-1 0,1 0,0 0,-1 0,1 1,0-1,-1 0,-12 21,4 12,1 0,1 1,2-1,1 1,2 0,2 0,0 0,3 0,3 17,10 47,4-1,5 0,4-2,12 20,19 100,-58-212,-1 1,0 0,0-1,0 1,0 0,0 0,-1 0,0 0,0-1,0 1,0 0,0 0,-1 0,0 0,0-1,0 1,0 0,-1-1,1 1,-1-1,0 1,0-1,0 0,0 0,-1 0,1 0,-1 0,0 0,0-1,0 1,0-1,0 0,-1 0,-1 1,-4-3,0 0,0-1,0 0,1 0,-1-1,0-1,1 1,-1-1,1 0,0-1,0 0,0-1,1 1,-1-1,1-1,0 1,1-1,-6-6,-4-2,0 0,1-1,1 0,0-2,1 1,1-2,0 1,2-2,0 1,1-1,1-1,0 0,2 0,0 0,-2-18,8 32,0 1,1-1,-1 0,1 1,0-1,0 1,1-1,-1 1,1 0,1 0,-1 0,1 0,0 0,0 0,0 0,0 1,1 0,0 0,0 0,0 0,1 0,-1 1,1 0,-1 0,1 0,0 1,1-1,-1 1,0 0,4 0,30-10,0 3,0 1,39-3,46-8,-74 7</inkml:trace>
  <inkml:trace contextRef="#ctx0" brushRef="#br0" timeOffset="8376.424">8561 711,'-5'-2,"10"-1,23 2,28 4,33 4,28 0,20 1,6 0,-9 1,-26-2,-30-2</inkml:trace>
  <inkml:trace contextRef="#ctx0" brushRef="#br0" timeOffset="6688.242">7224 1072,'16'-2,"1"1,-1 0,1 2,-1 0,1 0,-1 2,11 3,-20-5,-1 2,0-1,0 1,0 0,0 0,0 0,-1 1,1 0,-1 0,0 0,0 1,0 0,-1 0,0 0,0 0,0 1,-1 0,1-1,-1 1,0 2,1 9,0 0,-1-1,-1 1,-1 0,0 0,-2 0,0 0,0 0,-2 0,0-1,-1 1,0-1,-1 0,-1 0,-8 14,-3 20,16-49,1-1,-1 1,1 0,-1 0,0 0,1 0,-1 0,1-1,0 1,-1 0,1 0,0 0,-1 0,1 0,0 0,0 0,0 1,0-1,0 0,0 0,0 0,0 0,1 0,-1 0,0 0,1 0,-1 0,0-1,1 1,-1 0,1 0,0 0,-1 0,1 0,0-1,-1 1,1 0,0-1,0 1,0 0,-1-1,1 1,0-1,1 1,3-4,0 0,0 0,0 0,0 0,-1-1,1 0,-1 0,0 0,0-1,0 1,-1-1,0 0,1-1,2-2,16-25,-2-1,-1-1,-1 0,-2-1,-2-1,-1-1,-2 0,-2 0,0-4,-7 26,-5 32,-2 26,2 1,2-1,1 1,3-1,1 2,-1-24,1 0,0 0,1 0,1 0,1-1,1 0,1 0,0-1,2-1,0 1,6 7,-13-20,0 0,0 0,1 0,0 0,-1-1,1 0,1 0,-1 0,1-1,-1 1,1-1,0-1,1 1,7-3,-4-7</inkml:trace>
  <inkml:trace contextRef="#ctx0" brushRef="#br0" timeOffset="6954.076">7357 1286,'5'-2,"14"1,21 1,22 1,17-1,13 3,5 1,1-1,-6-1,-11 0,-19-1</inkml:trace>
  <inkml:trace contextRef="#ctx0" brushRef="#br0" timeOffset="7263.796">8306 1325,'0'5,"2"3,4 1,2-1,0-5,-1-4,-4-3,-5 0,-4 0,3 2,2 0</inkml:trace>
  <inkml:trace contextRef="#ctx0" brushRef="#br0" timeOffset="5638.972">5846 1232,'25'0,"22"0,19 0,14 0,7 0,3 0,-6 0,-9 0,-14 0,-14 0,-16 0</inkml:trace>
  <inkml:trace contextRef="#ctx0" brushRef="#br0" timeOffset="5900.308">6207 992,'-2'14,"-1"15,0 17,1 14,5 11,4 6,6 4,5 3,4-6,3-7,-1-13,-4-15</inkml:trace>
  <inkml:trace contextRef="#ctx0" brushRef="#br0" timeOffset="101953.383">1007 724,'-7'-4,"0"-2,9 0,12 1,15 2,17 1,14 1,12 1,6 0,3 0,-5 2,-9 2,-14-1,-15 1,-19 3,-22 2,-10 0</inkml:trace>
  <inkml:trace contextRef="#ctx0" brushRef="#br0" timeOffset="102329.78">766 1379,'3'-2,"4"-1,11 0,16 1,18 0,14 1,9-2,-4-2,-13-1</inkml:trace>
  <inkml:trace contextRef="#ctx0" brushRef="#br0" timeOffset="140181.08">2518 4962,'22'-2,"22"-3,19-3,15-1,5 2,0 2,-12 7,-17 6,-19 4</inkml:trace>
  <inkml:trace contextRef="#ctx0" brushRef="#br0" timeOffset="140464.835">2571 5229,'25'7,"24"2,25 0,21-2,21-4,13-5,-16-3</inkml:trace>
  <inkml:trace contextRef="#ctx0" brushRef="#br0" timeOffset="143412.36">7237 4454,'18'-2,"22"-1,25 0,24 1,21 2,18 5,12 2,2 1,-23-1</inkml:trace>
  <inkml:trace contextRef="#ctx0" brushRef="#br0" timeOffset="144920.129">8894 4361,'18'-2,"22"1,28 1,23 3,23 1,11 1,-3 1,-21-1,-27-2</inkml:trace>
  <inkml:trace contextRef="#ctx0" brushRef="#br0" timeOffset="140680.743">3855 4722,'16'11,"11"13,12 12,7 13,7 9,9 9,5 5,0 0,-2 1,-8-6,-11-10,-14-13,-11-13</inkml:trace>
  <inkml:trace contextRef="#ctx0" brushRef="#br0" timeOffset="140882.235">4256 4641,'-9'18,"-10"20,-7 19,-7 16,-5 14,-3 8,-1 1,1-1,9-18</inkml:trace>
  <inkml:trace contextRef="#ctx0" brushRef="#br0" timeOffset="141738.562">4590 4681,'17'31,"2"-2,0-1,2 0,2-1,0-2,1 0,24 18,-31-28,1-1,1 0,0-1,1-1,0-1,1-1,0-1,1 0,0-2,0-1,-18-4,0-1,0-1,0 1,1 0,-1-1,0 0,0 0,0 0,0-1,1 1,-1-1,0 0,0 0,0-1,0 1,0-1,-1 0,1 0,0 0,-1 0,0-1,1 1,-1-1,0 0,0 0,0 0,-1 0,1-1,-1 1,0-1,0 1,0-1,0 0,-1 0,2-2,3-17,-1 0,-1 0,-1-1,-1 1,-1 0,-1-1,-2 1,0-1,-1-2,-4-3,7 30,0-1,1 0,-1 1,0-1,0 1,0-1,0 1,0-1,0 1,0-1,0 1,0-1,0 1,0-1,0 1,0-1,0 1,-1-1,1 0,0 1,0-1,0 1,-1-1,1 0,0 1,-1-1,1 1,0-1,-1 0,1 1,0-1,-1 0,1 0,-1 1,1-1,0 0,-1 0,1 0,-1 1,1-1,-1 0,1 0,-1 0,1 0,-1 0,1 0,-1 0,1 0,0 0,-1 0,1 0,-1 0,1-1,-1 1,1 0,-1 0,1 0,0 0,-1-1,1 1,-1 0,1-1,0 1,-1 0,1-1,0 1,-6 30,1 1,2 0,1 0,1 19,1-8,13 712,-4-478,-7-239,0-15,-2 0,0 0,-1 0,-1 0,-1 0,-1 0,-1 3,4-23,1-1,0 1,0 0,-1-1,1 1,-1 0,1-1,-1 1,0-1,0 1,1-1,-1 1,0-1,0 0,-1 1,1-1,0 0,0 0,0 0,-1 0,1 0,-1 0,1 0,-1 0,1-1,-1 1,1 0,-1-1,0 0,1 1,-1-1,0 0,1 0,-1 0,0 0,0 0,1 0,-1 0,0 0,1-1,-1 1,1-1,-1 1,0-1,1 0,-1 0,1 0,-1 1,1-1,0-1,-1 1,1 0,0 0,-1-1,-12-12,1-1,1 0,0-1,1 0,0-1,2 0,0-1,-7-18,-8-18,2-2,3 0,3-1,1-1,4 0,1-1,4-3,4 52,1 0,0 0,1-1,0 1,0 0,1 0,1 0,-1 0,2 0,-1 0,2 1,-1-1,1 1,0 0,1 0,0 0,1 1,0 0,4-6,0 6,1 1,0 0,0 0,0 1,0 1,1 0,0 1,0 0,0 0,3 1,57-13</inkml:trace>
  <inkml:trace contextRef="#ctx0" brushRef="#br0" timeOffset="145833.87">4563 5003,'0'7,"0"0,1-1,-1 1,1 0,1 0,-1-1,1 1,1 0,-1-1,1 0,3 5,-5-11,0 1,0-1,0 0,0 0,0 0,0 0,0 0,1 0,-1 0,0-1,0 1,0 0,0-1,0 1,0 0,0-1,0 1,0-1,0 0,0 1,-1-1,1 0,0 1,0-1,0 0,-1 0,1 0,0 0,-1 0,1 0,-1 0,1 0,-1 0,0 0,1 0,-1 0,0 0,0 0,0-1,3-3,-1 0,-1 0,1-1,-1 1,0 0,0-1,0 1,-1-1,0 1,0-1,0 1,-1-1,0 1,0 0,0-1,0 1,-1 0,0 0,-1-1,3 5,0 1,0-1,0 1,0-1,-1 1,1 0,0-1,0 1,-1-1,1 1,0-1,-1 1,1 0,0-1,-1 1,1 0,-1-1,1 1,0 0,-1-1,1 1,-1 0,1 0,-1 0,1-1,-1 1,1 0,-1 0,1 0,-1 0,1 0,-1 0,0 0,1 0,-1 0,1 0,-1 1,1-1,-1 0,1 0,-1 0,1 1,0-1,-1 0,1 0,-1 1,1-1,-1 0,1 1,0-1,-1 0,1 1,0-1,-1 1,1-1,0 1,0-1,-1 1,1-1,0 1,-11 32,7-7</inkml:trace>
  <inkml:trace contextRef="#ctx0" brushRef="#br0" timeOffset="142803.812">7050 4722,'26'-6,"0"0,0 2,1 2,0 0,-1 1,1 2,0 1,-1 1,1 1,-1 1,0 1,-1 2,18 7,-35-11,0 0,0 0,-1 1,0 0,1 0,-2 1,1 0,-1 0,0 0,0 1,0 0,-1 0,-1 1,1-1,-1 1,0 0,-1 0,1 0,-2 1,1-1,-1 1,-1-1,1 1,-1 6,-2 5,-1 1,-1-1,-1 0,0-1,-2 1,0-1,-5 10,-15 54,25-81,0 0,0 1,0-1,0 1,1-1,-1 1,1-1,0 1,-1-1,1 1,0 0,1-1,-1 1,0-1,1 1,-1-1,1 1,0-1,0 0,0 1,0-1,0 0,0 1,1-1,-1 0,1 0,0 0,-1 0,1-1,0 1,0 0,0-1,0 1,1-1,-1 0,0 0,0 0,1 0,-1 0,1 0,0 0,7-2,-1 1,1-2,-1 1,1-1,-1 0,0-1,0 0,0-1,-1 0,1 0,-1-1,0 0,0 0,0-1,-1 0,0-1,0 1,0-1,-1 0,0-1,-1 0,0 0,0 0,0 0,3-10,1-8,0-2,-2 1,-1-1,-1 0,-1 0,-1-1,-2 1,-1 0,-3-25,2 42,-1 21,-1 27,2 1,2 0,1-1,1 0,3 1,1-2,1 1,3-1,0 0,3-1,15 30,9-13,-22-39</inkml:trace>
  <inkml:trace contextRef="#ctx0" brushRef="#br0" timeOffset="143126.132">7611 5083,'-14'-5,"-8"-3,1-1,11 1,21 3,25 1,24 2,20 1,12 0,5 2,-6-3,-16-3,-20-1</inkml:trace>
  <inkml:trace contextRef="#ctx0" brushRef="#br0" timeOffset="143692.123">8480 4989,'0'5,"1"0,0 0,1 0,-1 0,1-1,0 1,0 0,1-1,-1 1,1-1,0 0,0 0,0 0,1 0,0 0,-1-1,1 0,0 0,1 0,-1 0,0 0,1-1,0 0,-1 0,1 0,0-1,0 1,0-1,0-1,0 1,0 0,-3-2,0 1,-1 0,1-1,-1 1,1-1,0 1,-1-1,1 0,-1 0,0 0,1 1,-1-1,1-1,-1 1,0 0,0 0,0 0,0-1,0 1,0 0,0-1,0 1,-1-1,1 1,0-1,-1 0,1 1,-1-1,0 1,1-1,-1 0,0 1,0-1,0 0,0 1,0-1,-1 0,1 0,-27-61,25 59,-1 0,0 1,-1-1,1 1,0-1,-1 1,0 0,0 0,0 1,0-1,0 1,-1 0,1 0,-1 0,1 1,-1-1,0 1,1 0,-1 1,0-1,0 1,0 0,1 0,-1 0,0 1,0-1,-2 2,6-1,0 0,1-1,-1 1,0 0,0 0,0 0,1 0,-1 0,1 0,-1 0,1 1,-1-1,1 0,-1 0,1 0,0 0,0 1,0-1,0 0,0 0,0 0,0 1,0-1,0 0,0 0,1 0,-1 1,0-1,1 0,0 1,9 19</inkml:trace>
  <inkml:trace contextRef="#ctx0" brushRef="#br0" timeOffset="144410.875">9001 4722,'-39'-28,"46"56,11 7,2 0,1-2,1 0,23 24,-34-43,1-2,1 1,0-2,0 0,1 0,1-1,0-1,0 0,0-1,1-1,1-1,2 1,-12-5,1 0,-1-1,1 0,-1 0,1-1,-1 1,1-2,-1 1,1-1,-1 0,1-1,-1 0,0 0,1-1,-1 0,-1 0,1 0,0-1,-1 0,1 0,-1-1,-1 0,1 0,-1 0,1 0,-1-1,-1 0,1 0,-1-1,0 1,-1-1,0 0,3-6,-1 0,1-1,-2 0,0-1,-1 1,0-1,-1 0,0 0,-2 0,0 0,0 0,-2-1,3 16,-1-1,0 1,0-1,0 0,0 1,0-1,0 1,0-1,0 1,0-1,0 0,0 1,0-1,0 1,0-1,-1 1,1-1,0 1,0-1,-1 1,1-1,0 1,-1-1,1 1,0-1,-1 1,1 0,-1-1,1 1,-1 0,1-1,-1 1,1 0,-1 0,1-1,-1 1,1 0,-1 0,1 0,-1 0,1 0,-1-1,0 1,1 0,-1 0,1 1,-1-1,1 0,-1 0,1 0,-1 0,0 0,1 1,-1-1,1 0,-1 1,-21 28,12-2,1 0,2 0,0 0,2 1,1 0,1 0,2 0,1 14,5 69,5-1,4-1,6 0,4-1,19 43,-17-48,-21-83,7 21,-2 2,-2-1,-2 1,-1 11,-5-50,1-1,0 1,-1-1,0 1,0-1,0 0,0 1,-1-1,1 1,-1-1,0 1,0-1,0 0,0 0,-1 0,1 1,-1-1,0 0,0-1,0 1,0 0,0-1,-1 1,1-1,-1 0,0 1,0-1,1-1,-1 1,0 0,-1-1,1 1,0-1,-2 1,-4-3,1 0,-1-1,1 0,0 0,-1 0,1-1,0 0,1-1,-1 0,1 0,0-1,0 0,0 0,0 0,1-1,0 0,0-1,-1-1,-12-13,0-1,2-1,0 0,2-1,1-1,0 0,2-1,1-1,1 0,2 0,0-1,2 0,1 0,1-1,1 1,2-3,0 22,1 0,0 0,1 0,-1 0,2 0,-1 1,1-1,1 0,0 1,0-1,0 1,1 0,0 0,1 0,0 1,0-1,0 1,1 1,0-1,1 1,-1 0,1 0,7-4,9 0,-1 2,1 1,1 0,-1 2,1 1,0 0,0 2,16 1,9-3,34-4,-8 1</inkml:trace>
  <inkml:trace contextRef="#ctx0" brushRef="#br0" timeOffset="142022.802">5887 5055,'22'3,"22"0,19 2,15 1,9-2,5 0,-5-2,-13-1,-18 0</inkml:trace>
  <inkml:trace contextRef="#ctx0" brushRef="#br0" timeOffset="142287.623">6261 4789,'-7'15,"-2"18,1 18,1 15,6 11,11 9,10 4,6-3,-1-16</inkml:trace>
  <inkml:trace contextRef="#ctx0" brushRef="#br0" timeOffset="139632.648">1275 4722,'3'64,"3"0,2 0,6 10,-6-31,-2-10,13 74,-4 1,1 94,-23-154,-2-53,4-4,1-1,0 1,1-1,0 0,0 0,1-1,0 1,1-1,0-3,0 5,-40-577,33 504,-4 1,-15-52,26 132,0 0,1 0,-1 0,1 0,-1 0,1 0,-1 0,1 0,0 0,0 0,-1 0,1-1,0 1,0 0,0 0,0 0,0 0,0-1,0 1,1 0,-1 0,0 0,1 0,-1 0,1 0,-1 0,1 0,-1 0,1 0,0 0,0 0,-1 0,1 0,0 1,0-1,0 0,0 0,0 1,0-1,0 1,0-1,0 1,0-1,0 1,0 0,0-1,0 1,1 0,0 0,234-5,13 8,-238-2,0 0,0 0,0 1,0 0,0 1,0 0,-1 1,4 2,11 11</inkml:trace>
  <inkml:trace contextRef="#ctx0" brushRef="#br0" timeOffset="139886.87">1194 5069,'11'16,"14"8,15-1,20-4,19-8,20-10,13-7,5-5,-16-1</inkml:trace>
  <inkml:trace contextRef="#ctx0" brushRef="#br0" timeOffset="719.752">3307 1072,'15'-14,"1"2,1 0,0 0,0 2,1 0,1 1,0 1,0 1,0 0,7 0,-21 5,0-1,1 1,-1 1,0-1,1 1,-1 0,1 0,-1 0,1 1,0 0,-1 0,1 0,-1 1,1 0,-1 0,1 0,-1 1,1 0,-1 0,0 0,0 0,0 1,0 0,-1 0,1 1,-1-1,1 1,-1 0,3 4,-3 4,-1 0,0 1,0 0,-2 0,1 0,-2-1,0 1,0 0,-1 0,-1 0,0 0,-1 0,0-1,-1 1,-1 1,3-4,-21 69,14-54,1 1,2 1,0-1,2 1,1 0,0 20,3-45,-1 0,1 0,0 0,0 0,0 0,1 1,-1-1,0 0,1 0,-1 0,1 0,0 0,-1 0,1 0,0 0,0 0,1 0,-1-1,0 1,1 0,-1-1,1 1,-1-1,1 1,0-1,-1 0,1 0,0 0,0 0,0 0,0 0,0 0,0 0,0-1,0 1,0-1,1 0,-1 0,0 0,0 0,0 0,0 0,0 0,1 0,-1-1,0 0,8-5,0-2,0 1,-1-1,0-1,-1 0,0 0,0 0,-1-1,0 0,-1-1,0 1,-1-1,0-1,0 1,-1-1,2-11,4-3,-1-1,-1 0,-2 0,0-1,1-25,-14 66,2 3,1 0,0 0,2 0,0 0,0 1,2-1,0 1,1-1,0 1,2-1,0 0,1 0,0 0,1 0,1-1,0 0,1 0,1 0,0-1,1 0,1-1,0 0,1-1,0 0,4 3,8 2,-4-7</inkml:trace>
  <inkml:trace contextRef="#ctx0" brushRef="#br0" timeOffset="928.706">3507 1286,'-16'-5,"2"-1,14 3,21 1,25 2,26 0,15 1,8 0,-6-1,-14 0,-19-2,-20-1</inkml:trace>
  <inkml:trace contextRef="#ctx0" brushRef="#br0" timeOffset="2817.759">4537 1059,'73'58,"-51"-39,0 0,0-1,2-2,0 0,1-1,0-2,1-1,1-1,0-1,15 3,-36-11,0-1,0-1,0 1,0-1,0 0,0 0,0-1,0 0,0 0,0 0,0-1,0 0,0 0,-1 0,1-1,-1 0,0 0,0 0,0-1,0 0,0 0,-1 0,1 0,-1-1,0 0,-1 1,1-1,-1-1,0 1,0 0,-1-1,0 0,0 1,1-3,0-3,0-1,0 0,-1 0,-1 0,0 0,-1 0,0 0,0 0,-2-8,2 20,0-1,0 0,0 1,1-1,-1 1,0-1,0 1,0-1,0 1,0-1,0 0,0 1,0-1,0 1,0-1,0 1,-1-1,1 1,0-1,0 0,-1 1,1-1,0 1,0 0,-1-1,1 1,0-1,-1 1,1-1,-1 1,1 0,-1-1,1 1,-1 0,1-1,-1 1,1 0,-1 0,1 0,-1-1,1 1,-1 0,1 0,-1 0,0 0,1 0,-1 0,1 0,-1 0,1 0,-1 0,0 0,1 1,-1-1,1 0,-1 0,1 0,-1 1,1-1,-1 0,1 1,-20 35,10 9,2 0,2 0,2 1,3 0,1 7,0-47,5 162,26 166,-7-112,-22-201,0-9,-1 0,0-1,-1 1,0 0,-1 0,0-1,-3 12,3-21,1 0,-1-1,1 1,-1-1,1 1,-1-1,0 0,1 1,-1-1,0 0,0 1,0-1,0 0,0 0,-1 0,1 0,0 0,-1 0,1 0,0 0,-1-1,1 1,-1 0,1-1,-1 1,1-1,-1 0,1 1,-1-1,0 0,1 0,-1 0,1 0,-1 0,1 0,-1-1,-1 1,-53-30,37 12,0-1,2-1,0-1,2 0,0-1,1 0,1-2,1 1,1-1,2-1,-5-18,11 38,1-1,0 0,0 0,0 0,1 0,0 0,0 0,1 0,0 0,0 0,0 0,0 0,1-1,0 1,1 0,-1 0,1 1,0-1,1 0,-1 1,1-1,0 1,1 0,-1 0,1 0,0 0,0 1,1-1,3-2,12-3,1 1,-1 0,2 2,-1 1,1 0,0 2,0 0,0 2,1 0,-1 1,3 2,102-6,-84 4</inkml:trace>
  <inkml:trace contextRef="#ctx0" brushRef="#br0" timeOffset="9255.254">4336 1340,'2'0,"-1"0,-4 0,0 0</inkml:trace>
  <inkml:trace contextRef="#ctx0" brushRef="#br0" timeOffset="147133.11">4376 1447,'0'2,"-2"1,1 0,3-3,2-4,-3-3,-3-1,-6 1,-5 2,-3 2,-2 1,-1 3,4 4,6 4,12 2,14 3,18 1,3-4</inkml:trace>
  <inkml:trace contextRef="#ctx0" brushRef="#br0" timeOffset="155281.842">125 350,'-4'23,"1"-1,2 1,0-1,1 1,2-1,2 18,1 5,12 440,-8 409,16-497,-25-394,2 31,2 0,0-1,3 1,8 24,-9-46,0-1,1 0,1-1,0 0,0 0,1 0,0-1,1 0,-1-1,2 0,-1-1,10 5,-5-1,12 8,0 0,1-2,0-1,2-1,-1-2,2-1,0-1,0-2,1-1,9 1,67 0,-1-4,73-7,-85 1,658-30,132-9,228 3,1530-5,-2157 43,-117-8,179 2,462 27,-632-18,116-23,254-34,-738 52,123-23,-127 22,0 0,0 0,0-1,0 0,0 0,0-1,-1 0,0 0,1 0,-1 0,-1-1,1 0,-1 0,0 0,0 0,0-1,-1 1,3-7,39-162,-40 152,9-98,-5 0,-6 0,-4 0,-6 0,-19-96,10 59,10 96,-14-177,-11 2,-10 1,-25-55,23 86,42 200,-1 1,0 0,0 0,-1 0,1 0,-1 0,0 0,1 0,-1 1,0 0,-1-1,1 1,0 0,-1 1,1-1,-1 0,1 1,-1 0,0 0,1 0,-1 0,0 1,0-1,0 1,0 0,1 0,-1 1,0-1,0 1,-1 0,-7-2,-434-23,76 6,-44 18,210 1,-1644 8,1515-3,-999 1,232-26,-176 34,118 39,-422 118,1186-89,320-62,73-20,0-1,0 0,0 1,0-1,1 1,-1-1,0 1,1-1,-1 1,0-1,1 1,-1 0,0-1,1 1,-1 0,1 0,0-1,-1 1,1 0,-1 0,1 0,0 0,0-1,0 1,-1 0,1 0,0 0,0 0,0 0,0 0,0 0,0-1,1 1,-1 0,0 0,0 0,1 0,-1 0,0-1,1 1,-1 0,1 0,-1-1,1 1,0 0,-1 0,7 14</inkml:trace>
  <inkml:trace contextRef="#ctx0" brushRef="#br0" timeOffset="157823.41">312 2636,'-22'272,"13"0,12 19,-2-230,6 172,11 0,10-1,12 8,-33-203,43 234,6 158,-46-277,29 257,-14-257,-1-22,-7 1,-2 42,-15-164,0 25,1-1,2 0,1 0,2 0,1-1,6 18,-9-46,-1 0,1 0,0-1,1 1,-1-1,0 0,1 0,0 0,0-1,0 1,0-1,0 0,0-1,0 1,1-1,-1 0,1-1,-1 1,0-1,1 0,-1 0,5-1,2 2,118 8,480 25,309 6,321 25,-1021-58,1196 7,-123-5,-103 1,41-46,-645 10,278-4,-354 22,295 3,-785 6,-1-1,1-1,-1 0,1-2,-1 0,0-1,0-1,0 0,0-1,-1-2,0 1,-1-2,8-5,-17 6,0 0,-1 0,0 0,-1-1,0 0,0 0,-1 0,0-1,-1 1,0-1,0 0,-1 0,0 0,-1 0,0 0,-1 0,0-1,-1 1,0 0,-1-5,2-11,25-574,-22 562,26-279,-14 0,-23-236,-54 31,28 282,10-1,9-70,28-74,-10 112,-3 271,1 0,-1 0,0 0,0 0,0 0,-1-1,1 1,0 0,-1 0,0 0,1 0,-1 0,0 0,0 1,0-1,0 0,0 0,0 1,-1-1,1 0,0 1,-1-1,0 1,1 0,-1-1,0 1,1 0,-1 0,0 0,0 0,0 1,0-1,0 0,0 1,0 0,0-1,0 1,0 0,0 0,0 0,-1 0,-227 3,163-3,-635 16,-89 41,524-49,12-3</inkml:trace>
  <inkml:trace contextRef="#ctx0" brushRef="#br0" timeOffset="163187.838">11729 297,'6'18,"10"17,11 15,14 9,15 9,10 7,8 5,3 4,-2 1,-8-3,-10-4,-11-5,-12-8,-13-8,-10-11,-9-13,-4-12</inkml:trace>
  <inkml:trace contextRef="#ctx0" brushRef="#br0" timeOffset="163467.611">12437 323,'-18'-5,"-16"4,-10 10,-7 16,-6 19,-6 18,-2 14,0 11,0 8,4 2,9-2,7-4,12-10,12-12,9-18</inkml:trace>
  <inkml:trace contextRef="#ctx0" brushRef="#br0" timeOffset="163939.025">12611 671,'-7'9,"1"0,0 0,1 1,0 0,1 0,0 0,0 1,1 0,1-1,-1 1,2 0,0 0,0 0,1 0,0 0,1 1,0-1,1 0,0-1,0 1,2 0,-1-1,1 1,1-1,0 1,7 8,1 0,0-1,1 0,1-2,1 1,0-2,1 0,1-1,0-1,1-1,0 0,1-1,0-1,8 1,-23-9,0 0,0-1,0 0,0 0,1 0,-1-1,0 1,0-1,1-1,-1 1,0-1,1 0,-1 0,0 0,0-1,0 1,0-1,0-1,-1 1,1-1,-1 0,1 0,-1 0,0 0,0-1,0 1,-1-1,4-4,6-12,0 0,-1-2,-1 1,-1-1,-1-1,-1 0,-1 0,-1 0,-1-1,-1 0,-2 0,0 0,-1-1,-2-13,1 10,-2 0,-1 0,-1 0,-2 1,0-1,-2 1,-7-17,11 34,-1 0,0 0,0 0,0 0,-2 1,1 0,-1 0,0 1,-1 0,0 0,0 0,0 1,-1 1,-1-1,1 2,-1-1,0 1,0 1,0-1,-7 0,10 3,-1 1,0 0,0 0,1 1,-1 0,0 0,0 1,0 0,1 0,-1 1,0 0,1 0,0 1,-1 0,1 0,0 1,1 0,-1 0,1 0,-1 1,1 0,1 1,-1-1,1 1,0 0,-3 4,-5 8,0 1,2 0,0 1,1 0,1 0,1 1,1 0,-4 19,6-15,0 0,2 0,1 0,1 1,1-1,1 1,1-1,2 0,0 0,2 0,0-1,2 0,8 19,18 27</inkml:trace>
  <inkml:trace contextRef="#ctx0" brushRef="#br0" timeOffset="164629.478">13439 484,'0'33,"0"184,-25 191,-10-188,30-202,2-33,17-320,35-304,-25 509,-23 128,-1-1,1 0,0 1,0-1,0 1,0-1,0 1,0 0,1-1,-1 1,1 0,-1 0,1 0,0 0,0 0,0 1,0-1,0 0,1 1,-1 0,0-1,1 1,-1 0,1 0,-1 0,1 1,-1-1,1 0,0 1,-1 0,1 0,0 0,-1 0,1 0,0 0,-1 1,1-1,18 8,0 0,-1 1,-1 1,0 0,0 2,-1 0,0 1,-1 1,-1 1,5 6,-2-6,-1 2,0 0,-2 1,0 1,-1 1,0 0,-2 0,-1 2,9 19,-19-36,0 1,0-1,-1 1,0 0,0-1,-1 1,0 0,0 0,0-1,0 1,-1 0,0-1,0 1,-1 0,1-1,-1 1,0-1,-1 0,1 0,-1 0,0 0,-1 0,1 0,-1-1,0 0,0 0,0 0,0 0,-1 0,0-1,0 0,-21 12,-1-1,-1-2,0-1,0-1,-1-1,-1-2,1 0,-1-2,-30 0,53-4,5-1,0-1,1 1,-1 0,0 0,0 0,1 0,-1 0,0 0,0 1,1-1,-1 1,0-1,1 1,-1-1,0 1,1 0,-1 0,1 0,-1 0,1 0,0 0,-1 0,1 1,0-1,0 0,0 1,0-1,0 1,0-1,0 1,0-1,1 1,-1 0,30 54,28 14,3-3,54 48,-90-93,1 0,1-2,1-1,1-1,0-1,19 7,-12-10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5:44.8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0 576,'5'-3,"10"0,14 0,14-2,15 1,11 0,8 1,3 1,-5 1,-7 1,-10 0,-14 2,-14 4,-17 2,-10 0</inkml:trace>
  <inkml:trace contextRef="#ctx0" brushRef="#br0" timeOffset="299.199">0 1003,'23'5,"21"1,21-3,18-4,10-1,7-3,-2-1,-7 1,-13 1,-15 1,-16 4,-14 1,-12 1</inkml:trace>
  <inkml:trace contextRef="#ctx0" brushRef="#br0" timeOffset="695.144">696 1,'10'35,"2"0,1-1,2 0,1-1,7 9,-1 0,17 32,-5 2,-2 2,-1 10,-20-52,-2 0,-1 0,-2 1,-2 0,-1 0,-2 0,-1 0,-3 11,-4-6,-2-1,-2 0,-1 0,-2-2,-2 1,-1-2,-2 0,-2-1,-1-1,-2-1,-2-2,-1 0,-1-1,-1-2,-2-1,-1-2,-26 17,8-10,12-13</inkml:trace>
  <inkml:trace contextRef="#ctx0" brushRef="#br0" timeOffset="1229.559">1043 147,'23'24,"-1"1,-1 1,-1 1,-2 0,0 2,-2 0,-1 1,-2 0,-1 1,-1 0,-2 1,-1 0,2 17,1 11,-3 1,-2 0,-4 0,-1 0,-4 1,-2-1,-2 0,-4-1,-2 0,-2-1,-19 42,26-76,-2 0,-1-1,-1-1,-1 0,-1-1,0 0,-2-1,-1-1,0 0,-2-2,0 0,-1-1,-1 0,0-2,-1-1,-1 0,-3 0,-17 1</inkml:trace>
  <inkml:trace contextRef="#ctx0" brushRef="#br0" timeOffset="1711.232">1163 241,'38'3,"0"1,-1 2,0 2,0 1,11 5,-8-2,49 10,-2 3,0 5,-2 3,-2 4,-1 4,-2 3,68 51,-131-83,-1 1,-1 1,0 1,-1 0,0 1,9 15,-16-19</inkml:trace>
  <inkml:trace contextRef="#ctx0" brushRef="#br0" timeOffset="2818.371">1056 1578,'190'-67,"-95"36,-2-3,-1-5,-2-3,83-54,-119 59,-1-4,-2-1,-2-2,-2-3,-2-2,-2-1,-2-2,13-27,-53 79,7-13,0 0,0 0,-1-1,-1 1,0-2,-1 1,2-12,-11-2,28 42,6-5,1-1,0-1,0-2,0-1,8-1,-30-2,153 11,0-6,90-12,-138-5,-29-3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20.5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11,'23'-3,"21"0,19 1,16-1,17 4,11 1,6 0,-16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23.0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27,'-7'-7,"2"-2,12 3,19 2,25 4,25 3,26-1,13 1,3-3,-18-1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22.0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62,'18'-10,"0"1,0 1,1 1,1 1,-1 0,1 1,0 2,0 0,0 0,0 2,3 1,-18 0,0 0,0 0,0 1,0 0,0 0,-1 0,1 0,0 1,0 0,-1 0,1 0,-1 0,0 1,0-1,0 1,0 0,0 1,0-1,-1 1,0 0,0-1,0 1,0 1,0-1,-1 0,0 1,0-1,0 1,0-1,-1 1,0 0,0 0,1 19,-1 0,-1-1,-1 1,-1 0,-1-1,-1 0,-2 0,0 0,-2 2,-19 98,30-84,-3-39,0 1,1-1,-1 1,1 0,-1-1,0 1,1-1,-1 1,1-1,-1 0,1 1,-1-1,1 1,-1-1,1 0,0 1,-1-1,1 0,-1 0,1 1,0-1,-1 0,1 0,0 0,-1 0,1 0,0 0,-1 0,1 0,0 0,-1 0,1 0,-1-1,1 1,0 0,-1 0,1-1,0 1,-1 0,1-1,-1 1,1-1,-1 1,1 0,-1-1,1 1,-1-1,0 1,1-1,-1 0,0 1,1-1,9-12,0 0,-1 0,-1-1,0 0,-1-1,0 0,-1 0,-1-1,0 1,-2-1,1 0,-2 0,0-5,34-233,-42 394,5-98,1 1,2-1,2 1,8 35,-8-62,0 0,1 0,0-1,1 1,1-1,1-1,0 1,1-1,0-1,1 1,1-2,0 1,0-2,2 1,-11-9,0-1,1 1,0-1,-1 0,1 0,0 0,0 0,1 0,-1 0,0-1,0 1,1-1,-1 0,1 0,-1-1,1 1,-1-1,1 1,0-1,-1 0,1-1,-1 1,2-1,10-7</inkml:trace>
  <inkml:trace contextRef="#ctx0" brushRef="#br0" timeOffset="263.332">415 343,'-16'-7,"-14"-2,-7 0,1 2,11 4,19 3,21 2,27 0,25-3,18-5,14-7,3-5,-16 0</inkml:trace>
  <inkml:trace contextRef="#ctx0" brushRef="#br0" timeOffset="700.165">1070 75,'-8'19,"10"-10,-1 0,1 0,1 0,0 0,0 0,1 0,0-1,0 0,1 0,0 0,1 0,-1-1,1 0,1 0,0 0,0-1,0 0,0-1,1 1,0-1,0-1,0 0,1 0,0 0,1-1,-2 2,1 0,-1-1,1-1,0 0,1 0,-1 0,0-1,1-1,-1 1,1-1,0-1,-1 0,1-1,0 1,-1-2,1 1,-1-2,0 1,0-1,0 0,0-1,0 0,0-1,-1 0,0 0,0 0,0-1,-1 0,0-1,0 0,2-3,-4 1,0 0,0-1,-1 1,0-1,-1 0,0 0,-1 0,0-1,0 1,-1-1,-1 1,1 0,-2-1,1 1,-2-1,2 12,0-1,0 1,0-1,-1 1,1-1,0 1,0-1,-1 1,1-1,-1 1,1-1,0 1,-1-1,1 1,-1-1,1 0,-1 1,1-1,-1 0,1 0,-1 1,1-1,-1 0,1 0,-1 0,0 0,1 1,-1-1,1 0,-1 0,1 0,-1 0,0 0,1-1,-1 1,1 0,-1 0,0 0,1 0,-1-1,1 1,-1 0,1-1,-1 1,1 0,-1-1,1 1,0 0,-1-1,1 1,-1-1,1 1,0-1,-1 1,1-1,0 1,0-1,-1 1,1-1,0 1,0-1,0 0,-8 22,1 0,1 1,1 0,1 0,1 0,1 1,1-1,1 1,2 15,7 61,5-1,3-1,5 0,11 19,-3-3,-4 1,6 84,-31-197,1 10,-1 0,1-1,-2 1,1 0,-2 0,1 0,-1-1,-1 1,0 0,0-1,-1 1,-1-1,0 0,0 0,-1 0,4-8,-1 0,1 0,-1 0,0-1,0 1,0-1,1 1,-1-1,0 1,-1-1,1 0,0 0,0 0,0 0,-1-1,1 1,0-1,-1 1,1-1,-1 0,1 0,0 0,-1 0,1 0,-1 0,1-1,0 1,-1-1,1 0,0 1,-1-1,0-1,-63-49,50 28,0-1,1 0,2-1,0-1,2 0,0-1,2 0,2 0,0-1,1 0,2 0,0-28,2 42,1-1,1 0,0 0,1 1,1-1,0 1,1-1,1 1,0 0,1 0,0 0,1 1,1 0,0 0,1 0,0 1,1 0,0 1,1 0,0 1,5-5,77-42,-51 37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21.1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1 202,'20'2,"19"1,13 0,12-1,4 0,2-1,-2-1,-6-2,-11-1,-14 0</inkml:trace>
  <inkml:trace contextRef="#ctx0" brushRef="#br0" timeOffset="274.274">295 1,'2'18,"3"15,3 16,3 13,-1 10,-2 6,-1 3,0-11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19.1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0 123,'1'-5,"-1"-1,0 1,1 0,0 0,0-1,1 1,-1 0,1 0,0 1,1-1,-1 0,1 1,0-1,0 1,0 0,1 0,-1 0,1 0,0 1,0-1,0 1,1 0,-1 0,1 1,0-1,0 1,-1 0,1 0,1 1,-1 0,0 0,0 0,0 0,1 1,-1 0,0 0,1 0,-1 1,3 0,-3 0,0 1,-1 0,1 0,-1 1,1-1,-1 1,0 0,0 0,0 0,-1 1,1 0,-1-1,1 1,-1 0,-1 0,1 1,0-1,-1 1,0-1,0 1,1 4,18 107,-21 138,7-209,-7-44,1 0,-1-1,0 1,1-1,-1 1,1-1,-1 1,1-1,-1 1,1-1,-1 1,1-1,-1 1,1-1,0 0,-1 1,1-1,0 0,-1 0,1 1,0-1,-1 0,1 0,0 0,-1 0,1 0,0 0,-1 0,1 0,0 0,-1 0,1 0,0-1,0 1,-1 0,1 0,-1-1,1 1,0 0,-1-1,1 1,-1-1,1 1,-1-1,1 1,-1-1,1 1,-1-1,1 1,-1-1,0 0,1 1,-1-1,0 1,0-1,0 0,1 1,-1-1,0 0,0 0,0 1,15-25,-1-1,-2 0,0-1,-2 0,-1 0,-1-1,2-13,31-194,-42 229,-2 14,-5 18,-1 4,2 0,1 1,1 0,2 0,1 1,1-1,2 0,1 1,1-1,2 0,1-1,9 26,-12-46,1-1,0 0,0 0,0-1,1 1,1-1,-1 0,1 0,1-1,0 1,0-2,0 1,0-1,1 0,0 0,1-1,-1 0,1-1,0 0,0 0,0-1,7 2,-13-5,0 0,0 0,1 0,-1-1,0 1,0-1,0 0,0 0,0 0,0 0,0 0,0 0,-1-1,1 0,0 0,-1 1,3-3,12-16</inkml:trace>
  <inkml:trace contextRef="#ctx0" brushRef="#br0" timeOffset="262.302">215 257,'-14'0,"-2"3,6 2,14 3,23 0,24-1,24-5,22-4,13-4,3-4,-5-2,-22 1</inkml:trace>
  <inkml:trace contextRef="#ctx0" brushRef="#br0" timeOffset="737.545">1004 123,'5'33,"2"-18,6 22,3-2,0 1,3-2,0 0,4 1,-20-31,0 0,-1-1,1 1,1-1,-1 1,0-1,1 0,0 0,0-1,0 1,0-1,0 0,0 0,0 0,1-1,-1 1,1-1,-1 0,1 0,0-1,-1 1,1-1,0 0,-1-1,1 1,0-1,-1 1,1-1,-1-1,1 1,-1-1,0 0,1 0,-1 0,0 0,0-1,0 1,0-2,7-6,0-1,0 0,-1-1,0-1,-1 1,-1-1,0-1,-1 1,0-1,-1-1,0 1,-2-1,1 0,-1-7,-1 0,-3 22,0 0,0 0,0 1,0-1,0 0,0 1,0-1,0 0,0 0,-1 1,1-1,0 0,0 0,0 1,0-1,-1 0,1 0,0 0,0 1,-1-1,1 0,0 0,0 0,-1 0,1 1,0-1,-1 0,1 0,0 0,0 0,-1 0,1 0,0 0,-1 0,1 0,0 0,0 0,-1 0,1 0,0 0,-1 0,1 0,0-1,0 1,-1 0,1 0,0 0,0 0,-1-1,1 1,0 0,0 0,-1 0,1-1,0 1,-8 17,2 1,0-1,0 1,2 0,0 0,1 1,1-1,1 1,0-1,2 12,5 44,3-1,4 0,3-1,2 0,8 9,22 94,-38-141,-1 0,-2 0,-2 1,-1 0,-1 0,-2 0,-2 0,-1 0,-3 11,4-40,0-1,0 1,-1 0,1-1,-1 0,-1 1,1-1,-1 0,0 0,0 0,0 0,-1-1,1 1,-1-1,0 0,-1 0,1-1,-1 1,0-1,1 0,-1 0,-1 0,1-1,0 0,-1 0,1 0,-1 0,1-1,-1 0,0-1,1 1,-6-1,3-1,1-1,0 0,0 0,0 0,0-1,0 0,0-1,1 1,0-1,-1-1,1 1,1-1,-1 0,1 0,0-1,0 1,0-1,1 0,-3-6,-4-6,2 0,0-1,1 0,0 0,2-1,-2-12,2 8,1 0,2 0,0-1,2 1,1-1,1 1,0-1,4-13,-3 26,1 0,0 0,1 0,0 1,1 0,0-1,1 1,0 1,0-1,1 1,1 0,0 1,0 0,1 0,0 1,0 0,10-6,-3 5,0 1,0 1,0 1,1 0,-1 1,1 1,1 0,-1 1,0 1,4 1,33-2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17.3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160 266,'-10'36,"-12"335,-27 42,50-399,3-28,6-222,-10 167,1-46,1-48,-14-88,-28 60,40 189,-1 1,0 0,1 0,0 0,-1 0,1 0,0 0,-1-1,1 1,0 0,0 0,0 0,0-1,0 1,0 0,0 0,1 0,-1 0,0-1,1 1,-1 0,1 0,-1 0,1 0,-1 0,1 0,0 0,0 0,-1 0,1 0,0 1,0-1,0 0,0 0,0 1,0-1,0 1,0-1,0 1,0-1,1 1,-1-1,0 1,0 0,0 0,0 0,1 0,-1 0,0 0,1 0,153-3,142-10,-291 13,0-1,-1 0,0 1,0 0,0 0,0 0,1 0,-1 1,0 0,0 0,0 0,0 1,0-1,0 1,-1 1,1-1,0 0,-1 1,0 0,0 0,0 1,0-1,1 1,1 18</inkml:trace>
  <inkml:trace contextRef="#ctx0" brushRef="#br0" timeOffset="257.404">0 547,'18'5,"20"1,19-1,20-5,16-5,10-6,-2-2,-17 3</inkml:trace>
  <inkml:trace contextRef="#ctx0" brushRef="#br0" timeOffset="474.832">949 480,'21'0,"24"0,23-3,19-2,9-3,1 0,-17 1</inkml:trace>
  <inkml:trace contextRef="#ctx0" brushRef="#br0" timeOffset="661.33">1042 747,'27'0,"28"-2,24-3,20-3,-7-1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24.2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1 230,'289'12,"-186"-11,314 12,-359-6,-88 6,17-8,3 0</inkml:trace>
  <inkml:trace contextRef="#ctx0" brushRef="#br0" timeOffset="311.168">736 17,'-13'-17,"165"82,-132-54,-16-10,9 5,1-1,-1 2,0 0,0 0,-1 1,0 1,-1 0,0 0,0 1,-1 1,0 0,-1 0,0 1,0 0,5 13,-12-20,-1 1,0 0,-1-1,1 1,-1 0,-1-1,1 1,-1 0,1 0,-2-1,1 1,-1-1,0 1,0-1,0 0,-1 0,1 0,-1 0,-1 0,-1 3,-85 80,-177 87,250-162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34.2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1 442,'0'-1,"0"1,1 0,-1 0,0 0,0 0,0 0,0-1,1 1,-1 0,0 0,0 0,0 0,0-1,0 1,0 0,1 0,-1 0,0-1,0 1,0 0,0 0,0-1,0 1,0 0,0 0,0-1,0 1,0 0,0 0,0 0,0-1,0 1,-1 0,1 0,0-1,0 1,0 0,0 0,0 0,0 0,-1-1,185-16,640-12,-740 37,-73-2,-13 0</inkml:trace>
  <inkml:trace contextRef="#ctx0" brushRef="#br0" timeOffset="2032.618">95 909,'-1'0,"0"0,0 0,0 0,0-1,0 1,0 0,0 0,0 0,0 1,0-1,0 0,0 0,0 0,0 1,0-1,0 0,0 1,0-1,0 1,1-1,-1 1,0 0,0-1,0 1,1 0,-1 0,0-1,1 1,-1 0,1 0,-1 0,1 0,-1 0,36 8,29-7,-1-2,0-3,39-9,-70 9,819-98,-836 100,-8 1,-12-1,-7 0,0-2</inkml:trace>
  <inkml:trace contextRef="#ctx0" brushRef="#br0" timeOffset="2527.393">1003 14,'26'25,"27"27,-2 2,-3 1,41 62,-66-80,-2 1,-1 1,-2 1,-2 1,-2 0,-1 1,-2 0,4 39,-11-54,-2 1,0-1,-2 1,-1 0,-2-1,0 1,-2-1,-1 0,-1 0,-1-1,-1 1,-2-2,0 0,-9 13,5-14,-1-1,-1 0,-1-1,-1-1,0-1,-2 0,0-2,-2 0,0-2,-21 12,1-10,11-11</inkml:trace>
  <inkml:trace contextRef="#ctx0" brushRef="#br0" timeOffset="2999.203">1432 1,'46'54,"-8"3,-2 1,-3 2,-2 2,-3 0,-3 2,-2 1,-4 1,-2 1,-3 0,2 43,-13-77,-1 1,-1-1,-2 1,-1-1,-2 0,-1 0,-10 31,11-47,-2-1,0 0,-1-1,0 0,-1 0,-1 0,0-1,-1 0,-1-1,0 0,-1-1,0 0,-1-1,0 0,-1-1,-7 4,-69 22,55-31</inkml:trace>
  <inkml:trace contextRef="#ctx0" brushRef="#br0" timeOffset="3545.785">1499 14,'19'-3,"0"2,1 0,-1 0,1 2,-1 1,1 0,-1 1,0 1,15 6,62 20,-2 5,-1 3,-2 5,-2 4,11 11,46 26,-5 7,89 74,-222-157,3-1,0 1,-1 1,0-1,-1 2,0 0,0 0,-1 0,0 1,-1 0,0 1,3 7,-10-19,-1 0,1 0,0 0,0 0,-1 0,1 0,0 0,-1 1,1-1,0 0,0 0,-1 0,1 0,0 0,0 0,0 0,-1 1,1-1,0 0,0 0,0 0,-1 0,1 1,0-1,0 0,0 0,0 0,-1 1,1-1,0 0,0 0,0 1,0-1,0 0,0 0,0 1,0-1,0 0,0 0,0 1,0-1,0 0,0 1,0-1,0 0,0 0,0 1,0-1,0 0,1 0,-1 1,0-1,0 0,0 0,0 0,0 1,1-1,-1 0,0 0,0 0,0 0,-15-14,3 0</inkml:trace>
  <inkml:trace contextRef="#ctx0" brushRef="#br0" timeOffset="4858.848">1699 1377,'98'-24,"-1"-5,-1-4,32-18,1-1,-3-5,-3-5,-2-5,59-48,-166 105,-4 4,0-1,-1-1,0 1,0-1,-1-1,0 1,0-2,0-1,-8 11,0 1,-1-1,1 0,0 0,-1 0,1 0,0 0,-1 0,1 0,0 0,-1 0,1 0,0 0,-1 0,1 0,0 0,-1 0,1 0,0 0,-1 0,1 0,0 0,-1 0,1-1,0 1,0 0,-1 0,1 0,0 0,0-1,-1 1,1 0,0 0,0-1,-1 1,1 0,0-1,0 1,0 0,0-1,0 1,-1 0,1 0,0-1,0 1,0 0,0-1,0 1,0 0,0-1,0 1,0-1,0 1,0 0,1 0,-1-1,0 1,0 0,0-1,0 1,0 0,1-1,-1 1,0 0,0 0,0-1,1 1,-27 10,-23 58,42-67,12-14,1 7,1 1,-1 1,1-1,0 1,0 0,0 1,0 0,1 0,-1 1,1-1,0 2,0-1,0 1,0 0,2 1,6-3,79-8,0 3,18 5,-47 1,218-5,330-18,-566 15,-51 1,-9 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6:49.9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 3233,'19'54,"-4"-26,1 1,1-2,1 0,1-1,2-1,0-1,2-1,1-1,0-1,2 0,26 15,-40-29,0 0,0-1,1 0,0-1,0 0,0-1,1 0,2-1,-12-2,0 0,0-1,1 0,-1 0,0 0,0 0,0-1,0 1,0-1,0 0,-1 0,1-1,0 1,0-1,-1 0,1 0,-1 0,1 0,-1 0,0-1,0 0,0 1,0-1,-1 0,1-1,-1 1,1 0,-1-1,1-2,3-13,0-1,-1 1,-1-1,-1 0,-1 0,0 0,-2 0,0 0,-2 0,0-3,1 17,-10-95,5 122,6 110,5-1,7 8,-5-49,8 90,36 667,-58-689,7-155,1 0,-1 0,0 0,0 0,0 0,0 0,0 0,-1 0,1 0,0 0,-1 0,0 0,1 0,-1 0,0 0,0 0,0-1,0 1,-1 0,1-1,0 1,-1-1,1 1,-1-1,1 0,-1 1,0-1,0 0,1 0,-1 0,0 0,0-1,0 1,0 0,0-1,0 0,0 1,0-1,0 0,0 0,0 0,0 0,-1 0,1-1,0 1,0-1,0 1,0-1,-7-5,0-1,1 0,0-1,0 0,1 0,0-1,0 0,-4-7,-49-78,4-3,4-2,5-2,-1-15,12 6,36 106,1 0,-1 1,1-1,0 0,0 0,0 1,0-1,1 1,-1-1,1 1,0-1,0 1,0 0,0 0,1 0,0 0,-1 0,1 1,0-1,0 1,0 0,1 0,-1 0,0 0,1 1,-1-1,1 1,0 0,-1 0,1 0,0 0,0 1,0-1,179-49,-80 26</inkml:trace>
  <inkml:trace contextRef="#ctx0" brushRef="#br0" timeOffset="1629.762">1419 3660,'1016'-36,"262"17,-998 5,482-11,-547 13,323 12,-364 14,-172-16,1 1,-1-1,1 0,-1 0,0 0,1 0,-1 0,0 0,0 0,-1-1,1 1,0-1,-1 1,1-1,-1 0,0 0,0 1,0-1,0 0,-1 0,1 0,-1 0,0 0,0 0,0 0,0 0,0 0,-1 0,1 0,-1 0,0 0,0 0,0 0,0 1,0-14,-20-482,12 348,-6 0,-6 1,-7 1,-34-99,41 181,-2 1,-4 1,-2 1,-30-45,56 104,3 4,-1 0,0-1,0 1,1-1,-1 1,0-1,1 1,-1-1,0 1,1-1,-1 0,1 1,-1-1,1 0,-1 1,1-1,-1 0,1 0,0 0,-1 1,1-1,0 0,0 0,0 0,0 0,0 1,0-1,0 0,0 0,0 0,0 0,0 0,0 1,0-1,1 0,-1 0,0 0,1 1,-1-1,1 0,-1 0,1 1,-1-1,1 0,-1 1,1-1,0 1,-1-1,1 1,0-1,0 1,-1-1,1 1,0-1,0 1,-1 0,1 0,98 12,150 0,48-12,-214-1,304-6,74-23,-444 27,-13 2</inkml:trace>
  <inkml:trace contextRef="#ctx0" brushRef="#br0" timeOffset="-6205.491">1192 827,'193'-12,"73"10,-143 2,799 1,-911 1,-16 1</inkml:trace>
  <inkml:trace contextRef="#ctx0" brushRef="#br0" timeOffset="-5528.895">2823 359,'-3'13,"2"0,0 0,0 0,1 0,1 0,0 0,1 0,0 0,1-1,2 6,-2-3,-1-4,22 90,-5 1,-4 0,-5 2,-3 40,-9-98,-1 1,-2-1,-2 0,-3-1,-4 9,-7-10,14-49,2-79,7 57,5-129,-7 0,-6 0,-22-116,17 208,-3 1,-3 0,-2 0,-5 0,21 55,7 12,2 5,37 42,4-2,1-2,2-2,2-3,10 4,51 44,-69-55,-2 1,-1 3,-2 1,-2 2,-2 1,-2 2,4 10,-31-47,-1 0,0 0,0 1,-1-1,0 1,0 0,-1 0,0 1,-1-1,0 0,-1 1,0 0,0-1,-1 1,0 0,-1-1,0 1,0-1,-1 1,0-1,-1 0,0 1,0-1,-1-1,-5 9,-3-5,-2 0,0-1,0 0,-1-2,0 1,0-2,-1 0,0-1,-1 0,0-2,0 0,-16 3,15-3,-310 97,327-101,-68 40,64-25,14-4</inkml:trace>
  <inkml:trace contextRef="#ctx0" brushRef="#br0" timeOffset="-5126.968">3624 786,'-9'4,"1"-1,-1 1,1 1,0-1,0 1,1 1,0-1,0 1,0 0,0 1,1 0,0 0,1 0,-1 1,1 0,1 0,0 0,0 0,0 1,1 0,0 0,1 0,0 0,0 0,1 0,1 0,-1 0,1 1,1-1,0 0,0 0,0 0,2 0,-1 0,1 0,0 0,4 4,-1-2,2 1,0-1,0 0,1-1,0 0,1 0,0-1,0 0,1-1,0 0,1-1,-1 0,2-1,-1 0,1-1,9 3,1-1,1 0,0-2,1-1,-1 0,1-2,-1-1,1-1,0-1,9-2,-19 1,-1-1,0 0,0-1,0-1,0 0,-1 0,1-2,7-5,-16 10,-1-1,1 0,-1 0,0-1,0 1,0-1,-1 0,1 0,-1 0,0 0,0-1,0 1,-1-1,1 0,-1 0,0 0,-1 0,1 0,-1 0,0 0,0 0,-1-1,0 1,0 0,0-2,-4-6,0 0,-1 0,0 1,-1 0,-1 0,0 1,0 0,-1 0,-1 1,1 0,-2 0,1 1,-2 0,1 0,-1 2,0-1,-1 1,1 1,-1 0,-1 0,1 2,-8-3,5 2,0 0,-1 1,1 1,-1 0,0 1,1 1,-1 0,-6 2,16-1,0 0,0 1,0-1,0 1,1 1,-1-1,0 1,1 0,-1 1,1-1,-1 1,1 0,0 0,1 1,-1-1,0 1,1 0,0 1,0-1,0 1,1-1,-1 1,0 3,2-3,0 0,0 1,1-1,0 1,0-1,0 1,1-1,0 1,0 0,0-1,1 1,0-1,0 1,0-1,1 1,0-1,0 0,0 0,0 0,1 0,0 0,0-1,0 1,1-1,3 4,30 32</inkml:trace>
  <inkml:trace contextRef="#ctx0" brushRef="#br0" timeOffset="-4869.738">4253 988,'15'2,"25"3,29 1,33-1,34-1,29-2,23 0,14 1,5 3,-11 2,-20 2,-31 4,-38 4,-41 2,-47 1,-25-2</inkml:trace>
  <inkml:trace contextRef="#ctx0" brushRef="#br0" timeOffset="-4007.338">1 118,'0'-2,"0"-1,0 0,0 0,0 0,0 0,0 0,1 0,0 0,0 0,-1 0,2 0,-1 1,0-1,0 0,1 1,0-1,-1 1,1-1,0 1,0 0,0 0,1 0,-1 0,0 0,1 0,0 1,73-32,-64 29,-1 1,1 0,0 1,-1 0,1 0,0 1,0 1,0 0,0 1,0 0,0 1,0 0,0 1,-1 0,1 1,-1 0,0 1,0 0,0 1,-1 0,0 1,0 0,-1 0,0 1,0 1,-1-1,0 1,0 0,-1 1,4 6,-4 5,0 0,-2 0,0 1,-1-1,-1 1,-2 0,0 0,-1 0,-1 0,-1 0,-1 0,-1-1,0 1,-2-1,-8 19,14-40,1 0,-1 0,0 0,0 0,0 0,1 0,-1 0,0 0,0 0,0 0,0 0,1 0,-1 0,0 0,0 0,0 0,0 1,1-1,-1 0,0 0,0 0,0 0,0 0,0 0,0 1,0-1,1 0,-1 0,0 0,0 0,0 0,0 1,0-1,15-21,-14 19,30-48,-3-1,-2-2,-2 0,-3-2,-2 0,10-48,-28 95,-4 18,-6 28,1 1,2 0,2 0,2 0,1 0,2 0,2 0,1 0,8 28,-8-52,1 0,1-1,0 1,1-1,0-1,1 1,1-1,4 4,-9-11,0-1,1 0,0 0,0 0,1 0,-1-1,1 0,0 0,0-1,0 0,0 0,1 0,-1-1,1 0,0 0,0 0,-1-1,1 0,4 0,15-6,-7-3</inkml:trace>
  <inkml:trace contextRef="#ctx0" brushRef="#br0" timeOffset="-3751.482">389 359,'-16'-2,"-7"-1,-3 0,11 1,19 0,27-1,30-3,31-7,24-4,16-3,0 1,-21 5</inkml:trace>
  <inkml:trace contextRef="#ctx0" brushRef="#br0" timeOffset="2170.014">5791 1067,'22'3,"24"0,25-1,22-2,19-3,12-4,6-3,-1 0,-6 0,-16 1,-18 3,-22 2,-26 1,-23 2,-18 3,-6 1,3 0,1 0</inkml:trace>
  <inkml:trace contextRef="#ctx0" brushRef="#br0" timeOffset="3541.85">6993 492,'26'428,"14"752,-39-1165,-6 56,4-69,1 0,-1 0,0 0,0 0,0 0,0 0,0 0,0 0,0 0,-1 0,1-1,-1 1,1-1,-1 1,0-1,1 0,-1 1,0-1,0 0,0 0,0 0,0-1,0 1,0 0,0-1,-1 1,1-1,0 0,-1 0,-13 1</inkml:trace>
  <inkml:trace contextRef="#ctx0" brushRef="#br0" timeOffset="4321.898">6954 372,'24'-8,"1"1,0 0,0 2,0 1,1 1,-1 2,7 0,-25 1,73-2,0 3,0 4,0 3,-1 4,0 4,-1 2,-1 5,26 12,-63-20,-1 1,-1 2,0 1,-2 3,0 0,-1 3,-2 1,0 1,-2 1,-1 2,-2 2,-1 0,-1 2,-2 0,-1 2,-2 1,-1 0,2 11,-6 2,-1 1,-3 0,-2 1,-3 0,-1 0,-3 1,-2-1,-3 1,-2 0,-1-10,-2-1,-2 1,-2-2,-2 1,-2-1,-1-1,-2-1,-2-1,-1 0,-2-1,-2-2,-1 0,-2-2,-1-1,-1-1,-2-2,-1-1,-1-1,-1-2,-1-2,-2-1,0-2,-1-1,-19 4,-8 2,0-4,-1-2,-1-4,0-2,-1-4,-37 0,103-9,2 1,0-1,0 1,0-1,0 1,0-1,0 0,0 0,0 1,0-1,0 0,0 0,0 0,-1 0,1 0,0 0,0-1,0 1,0 0,0 0,0-1,0 1,0-1,0 1,0-1,1 1,-1-1,0 1,0-1,0 0,0 0,1 1,-1-1,0 0,1 0,-1 0,1 0,-1 0,1 0,-1 0,1 0,0 0,-1 0,1 0,0 0,45-51,-25 32</inkml:trace>
  <inkml:trace contextRef="#ctx0" brushRef="#br0" timeOffset="5007.6">8517 1469,'198'10,"91"-11,-182-1,1499-6,-1619 6,-4-1</inkml:trace>
  <inkml:trace contextRef="#ctx0" brushRef="#br0" timeOffset="5769.206">8918 506,'12'-7,"-1"2,1-1,0 2,1 0,-1 0,1 1,0 1,0 0,0 0,0 2,1-1,-8 1,-1 0,1 1,0 0,0 0,-1 0,1 0,-1 1,1 0,-1 0,0 0,1 1,-1 0,0 0,-1 0,1 0,-1 1,1 0,-1 0,0 0,0 1,-1-1,0 1,1 0,-1 0,1 3,1 10,0 0,-2 1,0-1,-1 1,-1-1,0 1,-2 0,0-1,-1 1,-1-1,-1 1,0-1,-2 0,0-1,-3 7,-7 33,13-18,3-38,0 0,1 0,-1-1,0 1,1 0,-1-1,1 1,-1 0,1-1,-1 1,1-1,0 1,-1-1,1 1,0-1,-1 1,1-1,0 0,0 1,-1-1,1 0,0 0,0 0,-1 1,1-1,0 0,0 0,0 0,-1 0,1 0,0 0,0-1,0 1,-1 0,1 0,0-1,0 1,-1 0,1-1,0 1,0 0,-1-1,1 1,-1-1,1 0,11-7,0 0,-1-1,-1 0,1 0,-1-2,-1 1,0-1,-1 0,0-1,0 0,-1 0,-1-1,0 0,-1 0,1-4,1-2,0 1,-2-1,0 0,-1 0,-1-1,-1 1,0-1,-2 1,0-1,-1 0,-2-4,3 24,0 1,-1-1,1 1,0-1,-1 1,1-1,-1 0,1 1,-1-1,1 0,0 1,-1-1,1 0,-1 0,1 1,-1-1,0 0,1 0,-1 0,1 0,-1 0,1 0,-1 0,1 0,-1 0,0 0,1 0,-1 0,1 0,-1 0,1 0,-1 0,1-1,-1 1,1 0,-1 0,1-1,-1 1,1 0,-1-1,1 1,0-1,-1 1,1 0,0-1,-1 1,1-1,0 1,0-1,-1 1,-3 25,0 1,1-1,2 1,1 0,1 0,1 0,1 0,1-1,2 1,0-1,5 8,-5-10,1-1,2 1,0-2,1 1,1-1,6 6,-17-25,1-1,-1 0,1 1,-1-1,1 0,0 0,0 1,-1-1,1 0,0 0,0 0,0 0,0 0,0 0,0 0,0-1,1 1,-1 0,0 0,0-1,1 1,-1-1,0 1,1-1,-1 0,1 0,-1 1,0-1,1 0,-1 0,1 0,-1 0,0-1,1 1,-1 0,1 0,-1-1,0 1,0-1,1 0,-1 1,0-1,0 0,1 1,-1-1,0 0,1-1,6-14</inkml:trace>
  <inkml:trace contextRef="#ctx0" brushRef="#br0" timeOffset="6016.884">9066 760,'18'-2,"20"-3,21-4,15-1,8-2,1-2,-6 1,-14-1,-18 0,-16 2</inkml:trace>
  <inkml:trace contextRef="#ctx0" brushRef="#br0" timeOffset="6286.153">8985 198,'18'-2,"22"-1,23 0,23 1,19 0,13 1,2 1,-19 0</inkml:trace>
  <inkml:trace contextRef="#ctx0" brushRef="#br0" timeOffset="6676.621">9814 773,'-2'5,"1"1,1-3,1-3,0-3</inkml:trace>
  <inkml:trace contextRef="#ctx0" brushRef="#br0" timeOffset="7286.593">10028 399,'58'91,"-37"-53,-11-20,1-1,0 0,1 0,1-1,1 0,5 3,-15-15,0-1,1 1,-1-1,1 0,0 0,0-1,0 1,0-1,0 0,1 0,-1-1,1 0,-1 0,1 0,-1 0,1-1,-1 0,1 0,0-1,-1 1,1-1,-1 0,1-1,-1 1,3-2,5-4,0-1,0 0,-1-1,0 0,0-1,-1 0,0-1,-1 0,-1-1,1 0,-2 0,0-1,0 0,-1-1,-1 0,0 0,-1 0,-1 0,2-7,-5 16,1-1,-1 1,1 0,-1-1,0 1,-1-1,1 1,-1-1,0 0,-1 1,1-1,-2-4,2 10,-1-1,1 1,-1 0,1-1,-1 1,1 0,-1 0,1-1,-1 1,1 0,-1 0,1 0,-1-1,1 1,-1 0,0 0,1 0,-1 0,1 0,-1 0,1 0,-1 0,0 1,1-1,-1 0,1 0,-1 0,1 0,-1 1,1-1,-1 0,1 1,-1-1,1 0,-1 1,1-1,0 1,-1-1,1 0,0 1,-1-1,1 1,0-1,0 1,-1-1,1 1,0-1,0 1,0 0,-1-1,-6 14,-1 0,2 0,0 0,1 1,0-1,1 1,0 1,2-1,-1 7,-4 45,2-1,4 0,2 1,4-1,2 0,3 0,3-1,3 0,7 10,20 102,-42-176,0 1,-1-1,1 0,-1 1,1-1,-1 1,0-1,0 1,1-1,-1 0,0 1,0-1,0 1,-1-1,1 1,0-1,0 1,-1-1,1 0,-1 1,1-1,-1 1,0-1,0 0,1 0,-1 0,0 1,0-1,0 0,0 0,0 0,0 0,-1 0,1-1,0 1,0 0,-1 0,1-1,0 1,-1-1,1 1,-1-1,1 0,-1 0,1 1,-1-1,0 0,-6-3,1 0,-1 0,1-1,-1 0,1 0,0 0,1-1,-1 0,1-1,0 1,0-1,1-1,-3-2,-9-10,0-1,2 0,0-1,1-1,1 0,2-1,0 0,1-1,1 0,1-1,2 0,0 0,1-7,4 27,1 0,0 0,0 0,0 0,0 0,1 0,0 0,0 1,0-1,1 0,0 0,0 1,0-1,0 1,1 0,-1-1,1 1,0 0,1 1,-1-1,0 0,1 1,0 0,0 0,0 0,0 0,1 1,-1 0,1 0,-1 0,6-1,19-5,0 1,1 1,0 2,0 1,1 2,28-4,-6-1</inkml:trace>
  <inkml:trace contextRef="#ctx0" brushRef="#br0" timeOffset="8895.433">10590 1469,'15'-6,"0"1,0 1,1 0,-1 2,1-1,0 2,0 0,0 1,0 1,0 0,6 2,32 0,466-15,-239 0,-274 12,-13 0</inkml:trace>
  <inkml:trace contextRef="#ctx0" brushRef="#br0" timeOffset="19540.978">2020 707,'-4'6,"-1"0,1 1,1-1,-1 1,1 0,1 0,-1 0,1 1,0-1,1 0,-1 1,2 0,-1-1,1 1,0-1,0 1,1-1,1 6,-1-11,-1 0,1 0,0-1,0 1,0 0,0-1,0 1,0-1,0 1,0-1,1 1,-1-1,0 0,1 1,0-1,-1 0,1 0,-1 0,1 0,0-1,0 1,-1 0,1-1,0 1,0-1,0 0,0 1,0-1,0 0,0 0,0 0,-1 0,1-1,0 1,0-1,0 1,0-1,1 0,2-1,-1 0,1 0,-1 0,0-1,0 0,0 0,0 0,0 0,-1-1,1 1,-1-1,0 0,0 0,2-3,-2-1,1 0,-1-1,-1 1,0-1,0 1,0-1,-1 0,0 0,-1 1,0-1,-1 0,0-4,1 9,-1 0,1 0,-1 0,0 0,0 0,0 1,-1-1,1 0,-1 1,0-1,0 1,0-1,0 1,-1 0,1 0,-1 0,0 0,0 1,0-1,0 1,-1 0,1 0,0 0,-1 0,0 0,1 1,-1 0,-2-1,1 2,-1 1,1 0,0 0,0 1,0-1,0 1,1 0,-1 1,0-1,1 1,0 0,-1 0,1 0,0 0,1 1,-1 0,0-1,1 1,0 1,0-1,0 0,1 1,0 0,-1-1,2 1,-1 0,0 0,1 2,-3-1,1 0,1 1,-1-1,1 1,0-1,1 1,0 0,0-1,0 1,1 0,0 0,0 0,0-1,1 1,0 0,1 0,-1-1,1 1,1-1,-1 1,1-1,0 0,0 0,1 0,0-1,0 1,0-1,1 0,0 0,0 0,0-1,0 0,1 0,0 0,0-1,0 1,0-1,2 0,-2-2,-1-1,1 0,0 0,-1-1,1 0,0 0,-1 0,1 0,-1-1,1 0,-1 0,0-1,0 1,0-1,0 0,0-1,-1 1,1-1,-1 0,0 0,0 0,0 0,-1-1,0 1,0-1,0 0,0 0,-1 0,1-1,-1 1,-1-1,1 1,-1-1,0 1,0-1,-1 0,0 1,0-1,0 0,0 0,-1 1,0-1,0 1,-1-1,1 1,-1-1,-1 1,1 0,-1 0,1 0,-4-3,5 5,-1 0,-1 0,1 0,0 0,-1 1,1-1,-1 1,0-1,0 1,0 0,0 0,0 0,0 1,0-1,-1 1,1 0,-1 0,1 0,-1 0,1 1,-1-1,1 1,-1 0,0 0,1 0,-1 0,1 1,-1 0,0-1,1 1,0 1,-1-1,1 0,0 1,-1 0,1-1,0 1,0 0,0 1,1-1,-1 1,1-1,-2 2,0 1,-1 0,1 0,0 1,0 0,1 0,0 0,0 0,0 1,1-1,-1 1,2-1,-1 1,1 0,0 0,0 0,1 0,0-1,0 1,1 0,0 0,0 0,0 0,1-1,0 1,0-1,1 1,0-1,0 0,0 0,1 0,0 0,0-1,1 1,0-1,3 0,0 0,1 0,-1-1,1-1,0 1,0-1,1-1,-1 0,0 0,1-1,0 0,-1 0,1-1,-1-1,1 1,0-2,8-1,-12 2,1 0,-1-1,0 0,0 0,0 0,0-1,-1 1,1-1,-1-1,1 1,-1-1,0 0,-1 0,1 0,-1-1,1 0,-1 0,-1 0,1 0,-1-1,0 1,0-1,0 0,-1 0,0 0,0 0,0-3,-2 4,0 0,-1-1,1 1,-1-1,0 1,-1 0,1 0,-1 0,0 0,0 0,-1 0,1 0,-1 1,0-1,-1 1,1 0,-1 0,1 0,-1 0,-1 1,1-1,0 1,-1 0,1 0,-1 1,0-1,0 1,0 0,0 1,0-1,-1 1,1 0,0 0,-1 1,1 0,-1-1,1 2,0-1,-1 1,1 0,0 0,-1 0,1 1,0-1,0 2,0-1,0 0,-1 2,-1 0,0 1,0 1,0-1,1 1,0 0,0 1,1-1,-1 1,1 0,1 0,0 1,0-1,-3 8,6-12,-1 0,1 0,0 1,0-1,0 0,0 1,0-1,1 1,0-1,0 1,0-1,0 1,0-1,1 1,-1-1,1 1,0-1,0 0,0 1,1-1,-1 0,1 0,0 0,0 0,0 0,0 0,0-1,1 1,-1-1,1 1,-1-1,1 0,0 0,2 1,3 1,0-1,0 0,1 0,-1-1,1 0,-1-1,1 0,0 0,0 0,0-1,-1-1,1 0,0 0,0 0,-1-1,1-1,-1 1,0-1,1-1,-2 1,3-3,-9 6,1-1,-1 0,1 0,-1 0,0 0,0 0,1 0,-1 0,0 0,0 0,0-1,0 1,0 0,0-1,-1 1,1-1,0 1,-1-1,1 1,-1-1,0 1,1-1,-1 0,0 1,0-1,0 1,0-1,0 0,0 1,-1-1,1 1,-1-1,1 0,-1 1,1-1,-1 1,0 0,1-1,-1 1,0-1,0 1,-1-1,-57-38,-29 25,84 15,1 0,-1 0,1 0,-1 1,0-1,1 1,-1 0,1 0,-1 0,1 1,0-1,0 1,-1 0,1 0,0 0,0 0,1 0,-1 1,0-1,1 1,0 0,-1-1,1 2,1-2,0-1,1 1,-1 0,0 0,1 0,0 0,-1 0,1 0,0 0,0 0,0 0,0 0,0 0,1 0,-1-1,0 1,1 0,0 0,-1 0,1 0,0-1,0 1,0 0,0 0,0-1,0 1,1-1,-1 1,0-1,1 0,0 0,-1 1,1-1,-1 0,1 0,0 0,0-1,0 1,72 24,-74-25,-1 0,1 0,0 0,-1 0,1 0,0 0,0 0,-1 0,1 0,0 0,-1-1,1 1,0 0,-1 0,1 0,0-1,0 1,-1 0,1 0,0-1,0 1,0 0,-1 0,1-1,0 1,0 0,0-1,0 1,0 0,-1-1,1 1,0 0,0-1,0 1,0 0,-3 5,1 1,-1 0,1-1,0 1,0 0,1 0,-1 0,2 1,-1-1,1 0,-1 0,2 0,-1 1,1 1,-1 8,6 140,15 83,1 1,-2 369,-15-479,6 0,5-2,6 1,9 9,66 237,-12-51,3 96,-1 325,-50-369,24 79,17 184,-54 11,-21-548,4 0,5 6,-11-98,-2-9,1 0,0 0,-1 0,1 0,0 0,0 0,0 0,0 0,0 0,0 0,0 0,0 0,1 0,-1 0,0 0,1 0,-1 0,0 0,1 0,0 0,-1 0,1 0,-1 0,1 0,0-1,0 1,-1 0,1 0,0-1,0 1,0-1,0 1,0-1,0 1,0-1,0 1,0-1,0 0,0 0,0 1,146-41,-91 37,0 3,0 3,27 6,48 2,172-8,161-24,-322 12,64 3,0 8,-1 9,75 0,-256-9,-36 4,-6-4</inkml:trace>
  <inkml:trace contextRef="#ctx0" brushRef="#br0" timeOffset="21571.63">3624 3447,'-6'14,"0"0,1 1,1-1,1 1,0 0,0 0,1 9,2-20,0 0,0 1,0-1,1 0,-1 1,1-1,0 0,1 1,-1-1,1 0,-1 0,1 0,0 0,1-1,-1 1,1-1,-1 1,1-1,0 0,1 0,-1 0,0 0,1 0,-1-1,1 0,0 0,3 2,1-1,-1-1,1 0,0 0,0 0,0-1,0 0,0-1,0 0,0 0,0 0,-1-1,1-1,0 1,0-1,0 0,-1-1,1 0,-1 0,0-1,0 0,0 0,-1 0,1-1,-1 0,0 0,0-1,-1 0,5-6,-8 10,0 0,0-1,-1 1,1-1,-1 0,0 1,1-1,-1 0,-1 0,1 1,0-1,-1 0,1 0,-1 0,0 0,0 0,0 0,0 0,-1 0,1 0,-1 0,0 0,1 1,-1-1,-1 0,1 0,0 1,-1-1,1 1,-1-1,0 1,0 0,0 0,0-1,0 1,0 1,-1-1,1 0,0 0,-1 1,0 0,1-1,-1 1,0 0,0 0,-6-2,-1 0,1 1,-1 0,0 0,0 1,1 0,-1 1,0 0,0 1,0 0,0 0,0 1,1 1,-1-1,1 1,0 1,0 0,0 0,0 1,1 0,-1 0,1 1,1 0,-1 1,1 0,0 0,0 0,1 1,0 0,1 0,0 1,0-1,0 1,1 0,1 0,-1 1,2-1,-1 1,1-1,1 1,0 0,0 4,1-8,1 0,0-1,0 1,1 0,-1 0,1 0,1-1,-1 1,1-1,0 0,0 1,0-2,1 1,0 0,0-1,0 1,0-1,1 0,0 0,-1-1,1 0,1 0,-1 0,0 0,1-1,0 0,-1 0,1 0,0-1,3 2,-1-1,1-1,-1 1,1-2,0 1,-1-1,1 0,0-1,-1 0,1-1,-1 1,1-2,-1 1,0-1,0 0,0-1,0 0,-1 0,1-1,0 0,-4 1,-1 0,1-1,-1 1,1-1,-1 0,-1 0,1 0,-1 0,0-1,0 1,0 0,-1-1,1 0,-2 1,1-1,0 0,-1 1,0-1,-1 0,1 1,-1-1,0 0,-1 1,1-1,-1 1,0 0,0-1,-1 1,1 0,-1 0,0 0,-1 1,1-1,-1 1,0 0,0 0,0 0,-1 0,0 1,-3-6,1 1,-2 1,1 0,-1 0,0 0,0 1,-1 1,0-1,0 2,0-1,0 1,-1 1,-5-1,14 4,0 0,0 0,0 0,0 0,0 1,0-1,0 1,0-1,0 1,0 0,0 0,0 0,0 0,0 0,1 0,-1 1,0-1,1 0,-1 1,1-1,0 1,-1 0,1-1,0 1,0 0,0 0,0 0,1 0,-1 0,0 0,1 0,-13 68,13-31,2 1,2-1,1-1,2 1,8 23,2 13,0 36,-4 2,-5 0,-4 0,-6 0,-5 1,-5-2,-4 0,-12 28,-4 46,32-185,0 0,-1 0,1 0,0 0,0 0,0 0,0 1,0-1,0 0,0 0,0 0,0 0,0 0,1 0,-1 0,0 0,1 0,-1 0,1 0,-1 0,1 0,-1 0,1 0,0 0,0 0,-1 0,1-1,0 1,0 0,0-1,0 1,0-1,0 1,0-1,0 1,0-1,0 1,0-1,0 0,0 0,0 0,0 1,0-1,0 0,1 0,-1-1,0 1,0 0,0 0,0 0,0-1,0 1,0-1,0 1,0-1,0 1,0-1,0 1,0-1,0 0,138-82,-108 75,0 2,1 1,0 1,0 2,0 1,22 3,-11-2,276 7,226-7,-357-15,-144-5,-38 9</inkml:trace>
  <inkml:trace contextRef="#ctx0" brushRef="#br0" timeOffset="22273.426">5162 4544,'-5'27,"2"0,1 1,0-1,4 28,-2-28,6 162,-4 275,-8-387,4-70,1-16,-1-18,-52-900,53 810,7 83,-6 33,0 1,1-1,-1 0,1 1,-1-1,1 1,0-1,-1 1,1 0,0-1,-1 1,1 0,0-1,-1 1,1 0,0 0,-1 0,1-1,0 1,0 0,-1 0,1 0,0 0,0 0,-1 1,1-1,0 0,0 0,-1 0,1 1,0-1,-1 0,1 1,0-1,-1 0,1 1,-1-1,1 1,-1-1,1 1,0 0,136 116,-108-89,309 276,-93-91,-239-209,-1 1,1-1,-1 1,0 0,-1 0,1 1,-1-1,0 1,0 0,-1 0,0 0,0 1,0-1,-1 1,0-1,0 1,0 0,-1 0,0 0,-1 0,0 0,0 0,0 1,-5 1,0 0,-1 0,0-1,-1 1,1-1,-1-1,-1 0,0 0,0 0,0-1,-1 0,1-1,-2 1,7-4,-81 49,-3-3,-61 22,-93 51,230-115,4-3,1 0,0 1,0-1,0 1,1 0,-1 1,1-1,0 1,0 0,1 1,-1-1,1 2,4-6,0 0,0 0,1 0,-1 0,0 0,1 0,-1 0,1 0,-1 0,1-1,0 1,-1 0,1 0,0-1,-1 1,1 0,0-1,0 1,0 0,0-1,0 0,-1 1,1-1,0 1,0-1,0 0,0 0,0 1,0-1,0 0,0 0,1 0,-1 0,0 0,0 0,0-1,0 1,0 0,0 0,0-1,-1 1,1-1,1 0,68-19,-33 5</inkml:trace>
  <inkml:trace contextRef="#ctx0" brushRef="#br0" timeOffset="22683.338">5911 5051,'0'26,"0"0,2-1,1 1,2-1,0 1,3 5,-6-25,0 1,0-1,1 0,0 0,0 0,0 0,1 0,0-1,0 1,0-1,1 0,-1-1,1 1,0-1,1 0,-1 0,1 0,0-1,0 0,0 0,0 0,0-1,1 0,-1 0,1-1,1 1,0-2,0 0,0 0,0 0,0-1,1-1,-1 1,0-1,-1 0,1-1,0 0,-1 0,1-1,-1 0,0 0,0-1,-1 0,1 0,-1 0,4-5,0 0,-1-1,0 1,0-1,-2-1,1 0,-1 0,-1 0,0-1,-1 0,0 0,0-5,-2 9,-1 1,0-1,-1 1,0-1,0 0,0 0,-1 1,-1-1,0 0,0 0,0 1,-1-1,0 0,-1 1,0 0,0 0,-1 0,0 0,-1 0,1 1,-1 0,-1 0,1 0,-1 0,-1 1,1 0,-1 0,0 1,0 0,0 0,-1 1,0 0,-1 0,0 1,-1 0,0 1,0 0,-1 1,1 0,0 1,0 0,0 1,0 0,-1 0,1 1,1 0,-1 1,0 0,0 1,1 0,0 0,0 1,0 0,0 1,1 0,0 0,0 0,1 1,0 1,0-1,0 1,1 0,1 1,-1-1,1 1,1 0,-1 1,1-1,-1 7,4-11,0 0,1 0,-1 1,1-1,0 0,1 1,-1-1,1 0,0 0,0 0,1 1,-1-1,1 0,2 3,15 24</inkml:trace>
  <inkml:trace contextRef="#ctx0" brushRef="#br0" timeOffset="23539.09">6365 5091,'25'5,"26"-1,28-6,22-7,20-4,14-5,4 2,0 2,-11 5,-15 3,-19 2,-20 3,-22 3,-21 4,-20 3,-18 0,-9-2</inkml:trace>
  <inkml:trace contextRef="#ctx0" brushRef="#br0" timeOffset="25217.244">5188 7217,'36'3,"-1"-1,1-2,0-1,-1-2,1-2,17-4,20-2,40-3,1 6,0 4,0 6,54 9,-102-3,-20-1,0-3,1-2,18-2,-60 1,0-1,1 0,-1 0,0 0,1-1,-1 0,0 0,0 0,0-1,0 1,0-1,0-1,0 1,0-1,-1 1,1-1,-1-1,0 1,0-1,0 1,0-1,-1 0,0 0,1-1,-2 1,1-1,0 0,-1 1,0-1,0 0,0 0,-1 0,0-1,1-3,-7-442,1 330,-5 1,-19-82,23 177,2 0,1 0,1-1,0 1,2 0,2 0,2-16,14-47,-18 86,1 1,-1 0,1 0,-1 0,1 0,0 0,-1 1,1-1,0 0,-1 1,1-1,0 1,0 0,0 0,0-1,-1 1,1 0,0 1,0-1,0 0,0 0,-1 1,1-1,0 1,0-1,-1 1,1 0,0 0,-1 0,1 0,-1 0,1 0,15 5,27 2,1-2,-1-2,1-2,18-2,-27 0,1028-34,-986 27,-62 2,-9-1</inkml:trace>
  <inkml:trace contextRef="#ctx0" brushRef="#br0" timeOffset="25813.165">7461 4997,'20'0,"17"0,10-2,9-1,6 0,2 1,-2 0,-3 1,-10 1,-11 0,-10 0,-10 2,-5 1,0 0,-3-1</inkml:trace>
  <inkml:trace contextRef="#ctx0" brushRef="#br0" timeOffset="26555.717">8143 4182,'6'70,"-2"0,-7 69,1-49,0 234,23 122,23-60,14 198,-55-481,-3-1,-6 0,-3 0,-18 69,19-131,8-40,0 0,1 0,-1 0,0 0,1 0,-1 0,0 0,1 0,-1 0,0 0,0 0,1 1,-1-1,0 0,1 0,-1 0,0 1,0-1,0 0,1 0,-1 0,0 1,0-1,0 0,1 0,-1 1,0-1,0 0,0 1,0-1,19-27,2-6</inkml:trace>
  <inkml:trace contextRef="#ctx0" brushRef="#br0" timeOffset="27474.457">8143 4356,'58'-15,"1"3,0 3,0 2,1 3,-1 3,1 2,0 3,-1 2,0 3,0 2,23 10,-17 2,0 2,-1 4,-2 2,-2 3,0 2,-3 3,-1 3,-2 2,-2 2,21 26,-38-34,-2 2,-1 1,-3 1,-1 1,-2 2,-2 1,-2 0,-2 2,-2 1,-2 0,-3 1,-2 0,5 52,-10-35,-3 0,-4 0,-2 0,-3-1,-3 1,-3-1,-2-1,-4 0,-2-1,-4-1,-8 13,8-25,-1-1,-4-1,-1-2,-2 0,-2-3,-3 0,-1-3,-2-1,-1-2,-2-1,-2-3,-1-1,-27 12,25-22,-2-2,-1-2,0-3,-1-1,-1-3,0-2,-1-3,1-2,-1-2,0-3,0-1,-16-5,61 3,25 1,-4 0,79-26,-43 8</inkml:trace>
  <inkml:trace contextRef="#ctx0" brushRef="#br0" timeOffset="29389.154">9881 5733,'233'18,"1"-10,214-21,-442 13,39-6,-44 5,0 1,0 0,0-1,0 1,-1 0,1-1,0 1,0-1,-1 0,1 1,0-1,-1 1,1-1,-1 0,1 0,-1 1,1-1,-1 0,1 0,-1 0,0 1,1-1,-1 0,0 0,0 0,0 0,0 0,1 0,-1 0,-1 0,1 1,0-1,0 0,0 0,0 0,-1 0,1 0,0 0,-1 1,1-1,0 0,-1 0,0 0,-9-27,1-2,2 1,0-1,2 0,2 0,0 0,2 0,2-18,-2-13,-10-181,-11 1,-36-150,5 145,14 77,-8-111,44 245,1 0,1-1,2 1,2 0,1-1,2 1,1 1,6-15,-1 12,-1 6,-2 0,-1 0,-1-1,-2 1,-1-1,-1-1,-2-10,10-152,4-46,12-96,-26 332,1 1,0 0,0 0,1 0,-1 0,1 1,0-1,-1 1,2-1,-1 1,0 0,1 0,-1 0,1 1,0-1,0 1,0 0,0 0,0 0,1 1,-1-1,0 1,1 0,-1 1,2-1,22-9,9-7,1 2,1 2,0 1,0 2,1 1,25-1,422 3,-316 9,568-2,-713 1,60-10,-77 4</inkml:trace>
  <inkml:trace contextRef="#ctx0" brushRef="#br0" timeOffset="30113.728">11592 1441,'-23'-10,"23"10,0-1,0 1,-1 0,1 0,0-1,0 1,0 0,-1-1,1 1,0 0,0-1,0 1,0 0,0-1,0 1,0 0,0-1,0 1,0 0,0-1,0 1,0 0,0-1,0 1,0 0,0-1,1 1,-1 0,0-1,0 1,0 0,0-1,1 1,-1 0,0 0,0-1,1 1,-1 0,0 0,0 0,1-1,-1 1,0 0,1 0,-1 0,0 0,1 0,-1-1,0 1,1 0,-1 0,0 0,1 0,-1 0,0 0,1 0,-1 0,0 0,1 0,-1 1,0-1,1 0,-1 0,0 0,1 0,-1 0,102-13,601-5,-559 18,383 1,-501-3,-48-8,15 9</inkml:trace>
  <inkml:trace contextRef="#ctx0" brushRef="#br0" timeOffset="31077.148">12568 2137,'18'-3,"11"0,9 0,6 1,3 1,4 0,-1 0,1 1,-4 0,-6 0,-7 0,-11 0,-13 0,-7 3,-5 0</inkml:trace>
  <inkml:trace contextRef="#ctx0" brushRef="#br0" timeOffset="31639.187">12983 707,'10'12,"49"55,-2 4,-4 1,13 30,-29-34,-4 2,-2 1,-4 1,-3 2,-4 0,-2 2,-4 0,-3 1,-4 0,-2 0,-5 0,-2 1,-4-1,-4-1,-16 67,14-95,-2 0,-2-1,-2-1,-3 0,-1-2,-2 0,-2-2,-5 5,13-23,-1 0,-2-1,0-1,-1-1,-1-1,-1-1,-1-1,0-1,-1-1,-1-1,-1-2,0-1,-20 6,47-18,-5 3,-1 0,0 0,0-1,0 0,0-1,0 1,-1-1,1-1,0 1,-1-1,1-1,0 1,0-1,-1 0,1-1,0 0,0 0,-5-3,-9-14</inkml:trace>
  <inkml:trace contextRef="#ctx0" brushRef="#br0" timeOffset="32230.193">13169 640,'205'43,"154"41,-4 15,-5 16,-6 15,84 56,-346-146,-2 3,-1 3,-3 4,-2 3,36 36,-93-75,-1 2,-1 0,0 1,-2 0,0 1,0 0,-2 1,0 1,4 13,-9-16,-8-13,-2-8</inkml:trace>
  <inkml:trace contextRef="#ctx0" brushRef="#br0" timeOffset="33394.508">13317 2898,'31'2,"-1"-2,1-2,-1-1,0-1,0-1,1-2,-5 2,205-43,-2-10,-2-10,-4-10,-3-10,-5-9,192-118,-292 145,-2-5,-4-5,-3-5,36-41,-86 66,-56 61,-1-1,0 0,1 1,-1-1,0 0,1 1,-1-1,0 0,1 0,-1 1,0-1,0 0,1 0,-1 0,0 0,0 0,1 0,-1 0,0 0,0 0,1-1,-1 1,0 0,1 0,-1-1,0 1,1 0,-1-1,0 1,1-1,-1 1,1-1,-1 1,1-1,-1 1,1-1,-1 1,1-1,-1 0,1 1,0-1,-1 0,1 1,0-1,0 0,0 0,-1 1,1-1,0 0,0 0,0 1,0-1,0 0,0 1,0-1,1 0,-1 0,0 1,0-1,1 0,-1 1,0-1,1 0,-1 1,0-1,1 0,-1 1,39 5,184-8,0-11,26-12,-167 17,205-22,977-78,-1145 105,0 5,9 5,-42 11,-86-17,-1 1,1-1,0 0,-1 0,1 0,-1 0,1 0,0 1,-1-1,1 0,0 0,-1 0,1 1,0-1,0 0,-1 1,1-1,0 0,0 1,-1-1,1 0,0 1,0-1,0 0,0 1,-1-1,1 0,0 1,0-1,0 1,0-1,0 0,0 1,0-1,0 1,0-1,0 0,1 1,-1-1,0 1,0-1,0 0,0 1,0-1,1 0,-1 1,0-1,0 0,1 1,-1-1,0 0,0 0,1 1,-1-1,0 0,1 0,-1 0,0 1,1-1,-1 0,1 0,-1 0,0 0,1 0,-1 0,0 0,1 0,-31 7,-15-14,22-1</inkml:trace>
  <inkml:trace contextRef="#ctx0" brushRef="#br0" timeOffset="35815.566">10603 6843,'-2'-5,"1"1,0-1,1 0,-1 1,1-1,0 0,0 1,1-1,-1 0,1 1,0-1,0 1,0-1,1 1,0-1,-1 1,2 0,-1 0,0 0,1 0,0 0,0 1,0-1,0 1,0 0,1 0,0 0,0 0,-1 0,1 1,1 0,-1 0,3-1,3-2,0 0,1 1,-1 0,1 1,0 0,0 1,-1 0,2 0,-1 1,0 1,0 0,0 1,0 0,0 0,0 1,6 2,-12-1,-1-1,1 1,-1 0,1 1,-1-1,0 1,0 0,-1 0,1 0,-1 1,0-1,0 1,0-1,-1 1,1 0,-1 0,-1 0,1 1,-1-1,1 1,11 110,-30 109,19-172,10-54,35-62,-22 24,-2-1,-2-1,-1 0,-2-1,-3-2,-1 1,-2-2,-2 0,1-20,-10 32,-1 34,0-1,0 0,0 1,0-1,0 0,0 1,0-1,0 1,-1-1,1 0,0 1,0-1,-1 0,1 0,0 1,0-1,-1 0,1 0,0 1,-1-1,1 0,0 0,-1 1,1-1,0 0,-1 0,1 0,0 0,-1 0,1 0,-1 0,1 0,0 0,-1 0,1 0,-1 0,1 0,0 0,-1 0,1 0,0 0,-1 0,1 0,-1-1,1 1,0 0,-1 0,1 0,0-1,0 1,-1 0,1 0,0-1,-1 1,1 0,0-1,0 1,0 0,-1-1,-6 21,1 1,0 0,1 0,2 0,0 1,1-1,1 1,2 14,-2-14,1-1,1 0,1 0,1 0,1 0,1 0,1-1,0 0,1 0,2 0,0-1,1 0,0-1,2 0,0-1,1 0,8 7,-20-22,0-1,0 0,0 1,0-1,1 0,-1 0,0 0,1 1,-1-1,0-1,1 1,-1 0,1 0,-1 0,1-1,0 1,-1-1,1 1,0-1,-1 0,1 0,0 0,0 0,-1 0,1 0,0 0,-1 0,1-1,0 1,-1 0,1-1,0 0,-1 1,2-2,-3-1,0-1,-1 0,1 0,-1 0,0 1,0-1,0 0,0 1,0-1,-1 1,0 0,0-1,0 1,0 0,0 0,-1 0,1 0,-1 1,0-1,-2-1,-17-15,-2 1,0 1,-1 1,-1 2,-1 0,0 2,0 0,-1 2,0 2,-1 0,-15-1,-9-9,53 18,0-1,-1 0,1 1,0-1,0 0,0 1,0-1,0 1,0-1,0 0,0 1,0-1,0 0,0 1,0-1,0 1,1-1,-1 0,0 1,0-1,1 1,-1-1,0 1,1-1,-1 1,1-1,-1 1,1-1,-1 1,0 0,1-1,0 1,-1 0,1-1,-1 1,1 0,-1 0,1-1,0 1,-1 0,1 0,-1 0,1 0,0 0,-1 0,1 0,0 0,170-53,-135 43,185-54,55-30,-163 41,-112 54,0-1,0 0,0 0,0 1,0-1,0 0,0 1,0-1,0 1,0 0,0-1,0 1,-1-1,1 1,0 0,0 0,-1 0,1-1,0 1,-1 0,1 0,-1 0,1 0,-1 0,1 0,-1 0,0 0,0 0,1 0,-1 0,0 0,0 1,0-1,0 0,0 0,-1 0,1 0,0 0,0 0,-1 0,1 0,0 0,-1 0,2 13,1-6,0 0,1 0,0 0,0 0,0 0,1-1,1 0,-1 1,1-1,0-1,1 1,0-1,0 0,0 0,1-1,-1 0,8 4,-9-6,0 0,0 0,0 0,1-1,-1 0,1 0,0-1,-1 1,1-1,0 0,0-1,0 0,0 0,0 0,0 0,0-1,-1 0,1 0,0-1,0 1,-1-1,1-1,-1 1,0-1,0 0,2 0,5-9,-1 0,1-1,-2 0,0-1,-1 0,0-1,-1 1,0-2,-1 1,-1-1,-1 0,0 0,-1 0,-1-1,0 0,12-38,-15 55,0 0,0 1,0-1,0 0,0 0,0 0,0 0,0 1,0-1,0 0,0 0,0 0,1 0,-1 0,0 0,0 1,0-1,0 0,0 0,0 0,1 0,-1 0,0 0,0 0,0 0,0 0,1 0,-1 0,0 0,0 0,0 0,0 0,1 0,-1 0,1 25,-1-24,2 106,5 0,5-1,15 54,30 88,-17-80,4 67,-44-233,2 7,0-1,-1 1,-1 0,0 0,0 0,0-1,-1 1,0 0,-3 6,4-13,-1 0,1-1,-1 1,0-1,0 1,0-1,0 0,0 1,0-1,0 0,0 1,-1-1,1 0,0 0,-1 0,1 0,0-1,-1 1,0 0,1 0,-1-1,1 1,-1-1,0 0,1 1,-1-1,0 0,1 0,-1 0,0 0,1 0,-1 0,0-1,1 1,-1-1,0 1,1-1,-1 0,-59-33,41 17,2-1,0-1,1-1,0 0,2-1,1-1,0 0,2-1,0 0,2-1,0 0,-4-21,13 40,-1 1,1 0,0-1,1 1,-1 0,1-1,0 1,0-1,0 1,0-1,1 1,0-1,0 1,0 0,1 0,-1-1,1 1,0 0,0 0,0 0,1 1,-1-1,1 1,0-1,0 1,0 0,1 0,-1 0,1 0,-1 1,3-2,207-88,-183 74</inkml:trace>
  <inkml:trace contextRef="#ctx0" brushRef="#br0" timeOffset="36159.778">11725 6147,'28'0,"26"-2,23-3,19-1,13-1,4 0,-3 1,-14 2,-21 4,-22 6,-31 5,-18 0</inkml:trace>
  <inkml:trace contextRef="#ctx0" brushRef="#br0" timeOffset="37197.057">3812 3540,'-2'0,"0"0,0 0,0 1,0-1,0 0,0 1,0-1,0 1,0 0,0 0,0 0,0 0,1 0,-1 0,0 0,1 0,-1 1,1-1,-1 1,1-1,0 1,0-1,-1 1,1 0,0 0,1-1,-1 1,0 0,0 0,1 0,-1 0,1 0,0 0,-1 0,1 0,0 0,0 0,0 0,1 0,-1 0,0 0,1 0,-1 0,1 0,0 0,0 0,0 0,2 1,0-1,-1 0,2 0,-1 0,0 0,0-1,0 0,1 1,-1-1,1 0,-1 0,1-1,-1 1,1-1,0 0,-1 0,1 0,0 0,-1-1,1 1,-1-1,1 0,-1 0,1 0,-1-1,0 1,0-1,1 0,-1 0,0 0,-1 0,1 0,0-1,0 1,-1-1,0 0,1 1,0-3,1 0,0-1,-1 0,1 1,-1-2,0 1,0 0,-1-1,0 1,0-1,0 1,-1-1,0-5,0 10,-1-1,0 0,0 1,0-1,0 0,0 0,-1 1,1-1,-1 0,0 1,0-1,0 1,0-1,0 1,0-1,-1 1,1 0,-1-1,0 1,0 0,0 0,0 0,0 1,0-1,0 0,0 1,-1-1,1 1,-1 0,1 0,-1 0,0 0,1 0,1 1,-1-1,1 1,-1-1,1 1,-1 0,1 0,-1-1,1 1,-1 0,1 1,-1-1,0 0,1 0,-1 1,1-1,0 1,-1-1,1 1,-1-1,1 1,0 0,-1 0,1 0,0 0,0 0,0 0,0 0,0 0,0 0,0 1,0-1,0 0,0 1,1-1,-1 0,0 1,1-1,0 1,-1-1,1 2,2 63,12-31</inkml:trace>
  <inkml:trace contextRef="#ctx0" brushRef="#br0" timeOffset="39013.136">17741 2297,'-10'16,"0"1,0-1,2 2,0-1,1 1,1 0,1 1,0-1,2 1,0 0,1 0,1 0,0 9,4 38,2 1,3-1,5 12,-10-59,30 205,-30-216,-3-34,0 20,0-29,2-133,-8 1,-8 0,-33-157,40 275,18 49,107 52,-60-35,1-2,0-3,1-3,0-2,43-2,-48 5,-53 2,-12 2</inkml:trace>
  <inkml:trace contextRef="#ctx0" brushRef="#br0" timeOffset="39203.259">17635 2672,'20'0,"21"-2,19-4,15-4,14-4,4 1,-2 3,-9 3,-14 2,-19 3</inkml:trace>
  <inkml:trace contextRef="#ctx0" brushRef="#br0" timeOffset="40084.462">18824 2525,'21'0,"17"0,13 0,7 0,4 0,-1 0,-8 0,-12 2,-13 1</inkml:trace>
  <inkml:trace contextRef="#ctx0" brushRef="#br0" timeOffset="40354.74">18918 2739,'23'9,"19"3,17 0,16-6,10-4,5-6,-13-3</inkml:trace>
  <inkml:trace contextRef="#ctx0" brushRef="#br0" timeOffset="40894.744">19894 2445,'9'-6,"2"1,-1 0,1 1,-1 0,1 0,0 1,0 1,1 0,-1 1,0 0,4 0,-10 1,1 1,0-1,-1 1,0 0,1 1,-1-1,1 1,-1 0,0 0,0 1,0 0,-1-1,1 2,0-1,-1 0,0 1,0 0,0 0,0 0,-1 1,0-1,0 1,2 3,1 8,-1-1,0 1,-2 0,0 0,0 0,-2 1,0-1,-1 0,0 1,-2-1,0 0,0 1,-2-1,0-1,0 1,-2 0,0-1,-6 9,4 2,2-3,6-24,0 1,0 0,0-1,1 1,-1 0,0-1,0 1,0 0,0-1,0 1,1 0,-1-1,0 1,0 0,0 0,1-1,-1 1,0 0,0 0,1 0,-1-1,0 1,1 0,-1 0,0 0,1 0,-1 0,0-1,1 1,-1 0,0 0,1 0,-1 0,0 0,1 0,-1 0,0 0,1 0,-1 0,0 1,1-1,-1 0,0 0,1 0,-1 0,0 0,1 1,-1-1,0 0,0 0,1 0,-1 1,0-1,0 0,1 0,-1 1,0-1,0 0,0 1,0-1,1 0,-1 1,0-1,0 0,0 1,0-1,0 0,0 1,0-1,0 1,13-17,-1 0,0 0,-1-1,-1 0,-1-1,0 0,-2-1,0 1,-1-2,0 1,-2 0,0-3,16-95,-21 106,-2 17,-5 19,5-6,1 0,1 1,1-1,0 1,1-1,1 1,1-1,1 0,1 0,0 0,1-1,2 0,-1 0,2 0,0-1,2-1,5 8,-13-19,0-1,1 1,-1 0,1-1,1 0,-1 0,1 0,-1-1,1 1,0-1,0 0,0-1,1 1,-1-1,1 0,-1 0,1-1,0 0,-1 0,1 0,0 0,18-27,-18 6</inkml:trace>
  <inkml:trace contextRef="#ctx0" brushRef="#br0" timeOffset="41185.49">19988 2632,'24'-3,"26"-2,18-3,15-3,4 1,-3 0,-12 2,-16-1,-17 0,-15 0</inkml:trace>
  <inkml:trace contextRef="#ctx0" brushRef="#br0" timeOffset="41434.879">20108 2190,'11'-2,"18"-1,19 0,21 1,11 0,1 1,-12 1</inkml:trace>
  <inkml:trace contextRef="#ctx0" brushRef="#br0" timeOffset="42341.939">20776 2498,'10'18,"2"-1,0-1,1 0,0-1,2 0,-1-1,2 0,0-2,0 0,1 0,1-2,0 0,0-1,1-1,0-1,0 0,9 0,-24-5,0 0,0-1,0 0,0 0,1 0,-1 0,0-1,1 0,-1 0,0 0,1 0,-1-1,0 1,0-1,1 0,-1-1,0 1,0-1,0 0,0 0,0 0,-1 0,1 0,-1-1,1 0,-1 0,2-2,-2-1,-1-1,0 0,0 0,0 0,-1 0,0 0,0 0,0-1,-1 1,-1 0,1 0,-1 0,0-1,-1 1,1 0,-2 0,1 1,-1-1,0 0,-2-3,5 10,-1-1,1 1,-1-1,1 1,-1-1,1 1,-1-1,0 1,1-1,-1 1,0 0,1 0,-1-1,0 1,1 0,-1 0,0 0,1-1,-1 1,0 0,0 0,1 0,-1 0,0 1,1-1,-1 0,0 0,0 0,1 0,-1 1,0-1,1 0,-1 1,1-1,-1 0,0 1,1-1,-1 1,1-1,-1 1,1-1,-1 1,1 0,0-1,-1 1,1-1,0 1,-1 0,1-1,0 1,0 0,-1 0,1-1,0 1,0 0,0-1,0 1,0 0,0 0,0-1,0 1,1 0,-1 0,-10 35,3 0,0 1,3 0,1 0,1 27,1-39,0 124,7-1,17 84,-5-32,-18-195,-10 39,9-44,-1 0,1 0,-1-1,1 1,0 0,-1 0,1-1,-1 1,1-1,0 1,0-1,-1 1,1-1,0 0,0 0,0 1,0-1,0 0,0 0,0 0,0 0,0-1,0 1,0 0,1 0,-1 0,0-1,1 0,-17-26,1-2,2 0,1-1,1 0,2-1,1 0,1 0,0-15,1 15,1-1,2 0,1 0,1 0,2-1,3-19,-2 49,0 0,0 0,0 0,1 0,0 0,-1 0,1 0,1 0,-1 1,0-1,1 1,0 0,0-1,0 1,0 1,0-1,1 0,-1 1,1 0,0-1,-1 2,1-1,0 0,0 1,0-1,0 1,1 0,-1 1,0-1,0 1,4 0,36-3,-2 2</inkml:trace>
  <inkml:trace contextRef="#ctx0" brushRef="#br0" timeOffset="42559.358">21632 2619,'25'-5,"22"-1,19-2,13 0,4 2,-6 1,-15 3,-16 0</inkml:trace>
  <inkml:trace contextRef="#ctx0" brushRef="#br0" timeOffset="42807.768">21899 2445,'-6'16,"-4"14,2 13,1 9,4 7,7 4,8 1,6-1,3-7,-3-13</inkml:trace>
  <inkml:trace contextRef="#ctx0" brushRef="#br0" timeOffset="44227.969">23370 1829,'20'3,"28"2,30 3,32 3,26-1,18-2,-2-7,-26-4</inkml:trace>
  <inkml:trace contextRef="#ctx0" brushRef="#br0" timeOffset="43243.12">22501 2284,'24'-3,"0"2,0 0,0 2,0 0,0 2,-1 1,1 0,9 5,-23-6,0 0,0 1,0 1,0 0,-1 0,0 1,0 0,-1 0,1 1,-1 0,-1 0,1 1,-1 0,-1 1,0-1,0 1,0 0,-1 1,3 8,-4-4,0 1,-1-1,0 1,-1-1,-1 1,0 0,-1 0,-1 0,0-1,-1 1,-1 0,0-1,-1 0,-1 0,0 0,-1 0,-1 2,6-16,1 0,-1 1,1-1,-1 0,1 1,-1-1,1 0,-1 1,1-1,0 1,-1-1,1 1,-1-1,1 1,0-1,0 1,-1-1,1 1,0-1,0 1,0 0,-1-1,1 1,0-1,0 1,0 0,0-1,0 1,0-1,0 1,0 0,1-1,-1 1,0-1,0 1,0-1,1 1,-1-1,0 1,1-1,-1 1,0-1,1 1,-1-1,1 1,-1-1,0 1,1-1,-1 0,1 1,0-1,-1 0,1 0,-1 1,1-1,-1 0,1 0,-1 0,1 0,0 0,-1 1,1-1,-1 0,1 0,0-1,0 1,9-7,-1 0,0-1,0 0,0 0,-1-1,0 0,-1-1,0 1,-1-1,0-1,4-7,2-7,-2 0,0 0,-2-1,0 0,-2 0,-1-1,-1 0,-2 1,0-19,-2 36,-3 14,-1 20,1-7,1 1,0-1,2 1,0 0,1-1,1 1,1-1,0 1,1-1,1 0,1 0,1-1,0 0,1 0,1 0,1-1,0-1,1 1,5 3,-9-10,2 0,-1-1,1 0,1 0,-1-1,1 0,1-1,6 4,-1-4</inkml:trace>
  <inkml:trace contextRef="#ctx0" brushRef="#br0" timeOffset="43523.489">22902 2525,'20'-5,"19"-3,18-1,15-1,12-1,7-1,0 0,-7-1,-18 1</inkml:trace>
  <inkml:trace contextRef="#ctx0" brushRef="#br0" timeOffset="43968.839">23623 2338,'0'0,"-1"1,1-1,-1 0,1 1,-1 0,1-1,-1 1,1-1,0 1,-1 0,1-1,0 1,-1 0,1-1,0 1,0 0,0-1,-1 1,1 0,0 0,0-1,0 1,0 0,0-1,1 1,-1 0,0 0,0-1,0 1,1 0,-1-1,0 1,0 0,1-1,-1 1,1-1,-1 1,1 0,-1-1,1 1,-1-1,1 1,-1-1,1 0,26 27,-2-6,1-2,1-1,1-1,1-1,0-2,1-1,29 9,-55-20,-1-1,1 0,0 1,0-2,-1 1,1 0,0-1,0 1,0-1,0 0,0-1,-1 1,1-1,0 1,0-1,0 0,-1-1,1 1,-1-1,1 1,-1-1,1 0,-1 0,0 0,0-1,0 1,0-1,-1 0,1 0,0 0,6-9,0 0,-1-1,-1 1,1-1,-2-1,0 1,-1-1,0 0,-1 0,0-7,-6 17,-3 15,-2 10,1 1,0 0,2 0,0 0,2 0,0 1,2-1,0 1,2-1,0 1,2-1,0 0,1 0,17 51,2-2,3 0,12 16,31 80,-63-147,0 0,-1 0,-1 1,-1 0,1 18,-5-34,1 0,-1 0,-1 1,1-1,0 0,-1 0,0 1,-1-1,1 0,-1 0,0 0,0 0,0-1,-1 1,0-1,0 1,0-1,0 0,-1 0,1 0,-1 0,0-1,0 0,0 0,-4 2,-3-1,0 0,0-1,0 0,0-1,0-1,0 0,-1 0,1-1,0 0,-1-1,1-1,0 1,0-2,0 0,0 0,0-1,1 0,-1-1,1 0,0 0,1-1,-1-1,1 1,1-2,-1 1,1-1,0 0,1-1,0 0,-3-5,2 3,1 0,0-1,0 0,1 0,1 0,0-1,1 0,0 0,1 0,0 0,0-8,2 14,1 0,0-1,0 1,1 0,-1 0,2 0,-1 0,1 1,0-1,0 0,1 1,0-1,0 1,1 0,-1 0,1 0,1 0,-1 1,1 0,0 0,0 0,5-4,7-1,0-1,1 2,1 1,-1 0,1 1,0 1,6 0,106-47,-106 36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44.1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1124 0,'-27'14,"-60"28,1 5,-12 13,64-35,1 2,2 1,0 1,2 2,1 1,2 1,1 1,2 2,1 0,2 1,-6 19,-133 285,139-278,3 1,3 0,-2 32,-29 127,-55 89,76-220,3 2,-3 61,5-34,3-29,5 1,0 78,12 229,3-341,3 0,2-1,3 0,3-1,4 5,89 410,-88-403,3 4,-3 2,-3 0,-4 1,0 30,17 238,-16-212,-3 123,-13-105,9 255,4-317,4-2,8 21,-2-13,101 533,-77-179,-10-68,-23-298,4-1,4-1,3-1,3-1,4-1,8 9,46 108,51 98,150 245,-219-415,74 102,2 6,-102-156,4-2,3-2,3-2,3-2,29 25,275 229,-17 13,-296-291,1-3,2-2,1-2,2-2,1-2,7 0,490 216,-414-182,2-6,2-6,75 16,-22-30,1-9,117 1,-56-6,87 7,2-15,26-15,567-28,-476 15,159-36,423-119,-867 130,-1-8,-3-8,-2-7,66-37,-138 46,-1-4,-4-4,-1-3,-4-5,0-5,140-134,21-41,-107 95,-7-5,-7-7,3-19,448-668,-502 735,-6-4,-5-3,-5-4,231-548,-179 451,99-224,-165 338,4 3,5 1,5 3,24-27,273-372,-331 462,55-85,4 4,43-42,53-32,-91 103,-4-4,-5-3,17-33,275-433,-331 502,-3-2,-3-1,-3-2,-2-1,-4-2,-3 0,-1-6,96-476,-71 378,-9-1,-7-3,-7 0,-7-39,-14 131,-4-1,-4 0,-13-71,16 152,-22-126,-40-122,57 231,-2 1,0 0,-2 0,0 1,-1 1,-1 0,-1 0,-1 1,-1 1,0 1,-1 0,-1 1,-1 1,0 1,-1 0,-16-7,-46-23,-1 4,-2 3,-2 4,-1 4,-2 4,0 4,-41-2,-242-39,131 17,-3 11,0 11,-64 9,-1128 16,1245-2,-456-3,-84-34,-45-36,-836-100,570 72,497 57,-319-6,-49 7,156 4,467 40,-326-12,341-2,-211 18,15 0,426-10,33 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48.8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88,'13'-2,"13"-4,9-4,9-4,5 1,2 1,-1 2,-5 2,-5 1,-9 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49.2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0,'46'142,"-45"-140,0 0,0 0,0 1,1-1,-1 0,0 0,1 0,-1-1,1 1,0 0,0-1,0 1,0-1,0 1,0-1,0 0,0 0,0 0,0 0,1 0,-1 0,0-1,1 1,-1-1,1 1,-1-1,1 0,-1 0,0 0,1-1,-1 1,1 0,-1-1,2 0,51-4,1 2,0 3,32 5,-68-3,-1 1,1 1,-1 0,0 2,0 0,-1 1,1 1,-2 1,1 0,-1 1,14 12,-24-17,0 1,-1 0,1 0,-1 0,0 1,-1 0,1 0,-1 0,-1 1,0 0,0 0,0 0,-1 0,0 1,-1-1,0 1,0 0,0-1,-2 1,1 0,-1 0,0 0,-1 0,0 0,0-1,-1 1,0 2,-5 5,-1 0,-1-1,0 1,-1-2,0 1,-1-2,-1 1,0-1,-1-1,0 0,-1-1,0-1,-1 0,0-1,0 0,-1-1,0-1,-1-1,0 0,0-1,0-1,-7 1,15-3,-1 0,1-1,-1 0,1 0,-1-1,1-1,-1 1,1-1,-1-1,1 0,0 0,-1-1,1 0,1-1,-5-2,12 6,-1-1,1 0,-1 0,1-1,0 1,-1 0,1 0,0-1,0 1,0 0,0-1,0 1,0-1,0 0,1 1,-1-1,1 0,-1 1,1-1,-1 0,1 1,0-1,0 0,0 0,0 0,0 1,0-1,1 0,-1 0,0 1,1-1,-1 0,1 1,0-1,0 1,0-1,-1 1,1-1,1 1,-1-1,0 1,0 0,0 0,1-1,0 1,18-17,0 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49.6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97,'9'-5,"10"-1,9-2,8-2,9-4,9-2,5 2,0 4,-2 3,-9 2,-11 3,-10 4,-13 1,-12 3,-5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0.06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1,'0'25,"2"26,6 25,3 21,2 15,2 10,-3 7,-2 2,-4-1,-2-7,-3-10,-3-16,-1-22,-2-23,-4-21,2-16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0.3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37 289,'-9'-30,"1"-1,2-1,1 1,-1-22,5 49,1 0,-1 0,1 0,-1 0,1 0,0 0,0 0,1 0,-1 0,1 0,0 0,0 0,1 1,-1-1,1 0,-1 0,1 1,0-1,1 1,-1 0,0 0,1 0,2-2,3 1,0 1,1 0,-1 0,1 1,0 0,0 1,0 0,0 0,0 1,-1 0,1 1,0-1,9 3,-13-2,29 2,0 1,-1 2,1 1,-1 1,-1 3,0 0,0 2,-1 1,19 12,-47-24,1 0,0 0,-1 0,1 0,-1 0,1 1,-1-1,0 1,0 0,0 0,-1 0,1 1,-1-1,0 0,1 1,-2 0,1-1,0 1,-1 0,1 0,-1 0,0 0,-1 0,1 0,-1 0,0 0,0 1,0-1,0 3,-5 0,0 0,0 0,-1 0,0 0,0-1,-1 0,1 0,-1-1,0 0,-1 0,1-1,-1 1,0-2,0 1,-1-1,-2 0,-4 5,0-1,-1-1,0 0,0-1,0-1,0 0,-1-1,1-1,-1-1,0 0,0-1,0-1,1-1,-1 0,-13-4,28 5,-1 0,1 0,0 0,0 0,0-1,0 1,0-1,0 1,0-1,0 0,1 1,-1-1,1 0,-1 0,1 0,0-1,0 1,0 0,0 0,0-1,0 1,1 0,-1-1,1 1,-1-1,1 1,0-1,0 1,0-1,0 1,1-1,-1 1,1 0,-1-1,1 1,0 0,0-1,0 1,0 0,0 0,1 0,-1 0,1 0,-1 0,1 0,0 0,0 1,0-1,1 0,71-46,-34 31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0.6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1 213,'14'2,"0"0,-1 2,1-1,-1 2,1-1,-1 2,-1 0,1 1,-1 0,0 0,0 1,-1 1,-1 0,2 2,-7-6,1 0,0 0,0-1,0 1,0-2,1 1,0-1,-1 1,1-2,0 1,1-1,-1 0,0-1,0 0,1 0,-1 0,1-1,-1 0,1 0,-1-1,1 0,-1-1,0 1,0-1,1-1,-1 0,-1 1,1-2,0 1,-1-1,5-3,-5 3,-1 0,1-1,-1 0,0 1,0-1,-1-1,1 1,-1-1,0 0,-1 0,0 0,0 0,0-1,0 1,-1-1,0 1,-1-1,1 0,-1 0,0 0,-1 0,0 0,0 0,-1 0,1 0,-2 0,1 1,-1-1,0 0,0 0,0 1,-1 0,0-1,-1 1,0 0,1 0,-5-3,2 1,-1 1,0 0,0 0,-1 1,0-1,0 2,-1-1,1 1,-1 1,0-1,-1 1,1 1,-3-1,8 3,0 0,0 0,-1 0,1 0,0 1,-1 0,1-1,0 2,-1-1,1 0,0 1,-1 0,1 0,0 0,0 1,0-1,0 1,0 0,0 0,0 0,1 1,-1-1,1 1,0 0,-1 0,1 0,1 0,-1 1,0-1,1 1,-1 1,1 0,-1 1,1-1,0 1,1 0,-1 0,1 0,0 0,1 0,-1 0,1 0,1 0,-1 0,1 0,0 0,0 0,1-1,-1 1,1 0,2 4,15 29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1.5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 1407,'5'-54,"-2"0,-3-1,-2 1,-2-1,-3 1,-2 1,-3-1,-10-28,21 79,0 2,1 1,-1-1,0 0,1 1,-1-1,1 1,-1-1,1 0,-1 0,1 1,-1-1,1 0,0 0,0 1,-1-1,1 0,0 0,0 0,0 1,0-1,0 0,0 0,0 0,0 0,0 1,0-1,0 0,0 0,1 0,-1 0,0 1,1-1,-1 0,1 0,-1 1,0-1,1 0,0 1,-1-1,1 1,-1-1,1 0,0 1,-1-1,1 1,0 0,0-1,-1 1,1 0,0-1,0 1,0 0,-1 0,1 0,0-1,0 1,0 0,0 0,-1 0,1 1,0-1,0 0,0 0,0 0,191 74,-149-62,-21-6,0 1,0 1,-1 0,0 2,-1 0,18 13,-33-18,0 0,0 0,-1 1,1-1,-1 1,-1 0,1 0,-1 1,0-1,-1 1,1 0,-1 0,-1-1,1 1,-1 1,0-1,-1 0,0 0,0 0,0 0,-1 0,0 0,0 0,-1 0,0 0,0 0,-1 0,-6 88,9-92,0 0,1 0,-1 0,1-1,0 1,0 0,0-1,0 1,1-1,-1 1,1-1,-1 1,1-1,0 0,0 0,0 0,0 0,0 0,1-1,-1 1,0 0,1-1,-1 0,1 0,0 0,-1 0,1 0,0 0,-1-1,1 1,87-4,-75-2,0 0,-1-2,0 1,0-2,0 0,-1 0,0-1,-1-1,0 0,0-1,-1 0,-1-1,0 0,0-1,-1 0,-1 0,0-1,-1 0,-1 0,0-1,-1 1,0-1,-1-1,-1 1,2-14,6-56,-2 0,-5-1,-3 0,-6-30,-4-19,-5 1,-29-115,31 203,4 29,0 26,1 133,8-102,45 656,-44-683,2 31,-1 3,2-1,2 1,2-2,2 1,5 10,-15-51,0-1,1 0,-1 0,1 0,0 0,0 0,0 0,0 0,0-1,1 1,0-1,0 1,0-1,0 0,0 0,1-1,-1 1,1-1,0 1,0-1,-1 0,2-1,-1 1,0-1,0 1,0-1,1-1,-1 1,0 0,1-1,-1 0,0 0,1-1,-1 1,2-1,9-6,-1-2,0 1,0-2,-1 1,0-2,0 0,-1-1,-1 0,0 0,-1-1,0-1,-1 0,0 0,-2 0,1-1,0-6,74-151,-82 172,0 1,0-1,0 0,0 1,1-1,-1 0,0 1,0-1,1 0,-1 0,0 1,0-1,1 0,-1 0,0 1,1-1,-1 0,0 0,1 0,-1 1,0-1,1 0,-1 0,1 0,-1 0,0 0,1 0,-1 0,0 0,1 0,-1 0,1 0,-1 0,0 0,1 0,-1 0,0-1,1 1,-1 0,0 0,1 0,-1 0,0-1,1 1,-1 0,0 0,1-1,-1 1,0 0,0-1,1 1,-1 0,0-1,0 1,0 0,0-1,1 1,-1 0,0-1,0 1,0 0,0-1,0 1,0-1,6 37,-6-31,3 23,-2-2,2 1,1-1,1 0,2 0,3 7,-9-27,2-1,-1 1,1-1,-1 1,2-1,-1 0,0 0,1 0,0-1,0 1,1-1,-1 0,1 0,0 0,0-1,0 0,0 0,1 0,-1-1,1 1,-1-1,1 0,0-1,0 0,4 1,24-2,-4-5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1.6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149 124,'-14'-14,"-6"-4,-1-1,0-1,-2 2,-3-1,2 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1.8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1 293,'29'-16,"33"-8,36-3,32-5,28-4,20 0,8 2,-8 1,-27 3,-38 6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3.2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133 0,'0'14,"0"26,2 33,1 32,0 29,-1 23,-3 14,-7 8,-8-2,-8-10,-2-18,2-22,4-29,6-38,5-29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3.9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417 173,'-106'102,"-57"75,90-96,5-3,62-68,19-19,61-65,-3-2,-3-3,-3-3,-5-3,38-72,-89 143,27-31,-34 45,-1 1,0-1,1 0,-1 1,0-1,0 1,1 0,-1-1,0 1,0 0,0 0,0 0,0 0,0-1,0 1,0 1,-1-1,1 0,0 0,0 0,-1 0,1 0,-1 1,1-1,-1 0,0 1,1-1,-1 0,0 1,0-1,0 1,1 1,14 44,2 0,2-1,2-2,10 15,-1-15,2-1,2-2,1-1,2-2,2-1,5 0,6 10,-50-46,0 0,0-1,0 1,0 0,0-1,0 1,0-1,0 1,0 0,0-1,-1 1,1 0,0-1,0 1,0-1,-1 1,1-1,0 1,-1 0,1-1,-1 1,1-1,0 0,-1 1,1-1,-1 1,1-1,-1 0,0 1,1-1,-1 0,1 1,-1-1,1 0,-1 0,0 0,1 0,-1 1,0-1,1 0,-1 0,1 0,-1 0,0-1,1 1,-1 0,0 0,1 0,-1 0,1-1,-1 1,0 0,0 0,-268 3,228 1,2 2,-1 2,1 1,0 2,-26 12,-7 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4.4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0 247,'58'82,"20"31,5-4,15 7,-95-113,4 6,0-1,1 0,0 0,1-1,-1 0,1-1,1 0,-1 0,6 1,-12-7,0 0,0 0,0-1,0 0,0 1,0-1,-1 0,1 0,0-1,0 1,-1-1,1 1,0-1,-1 0,0 0,1 0,-1 0,0 0,0-1,0 1,-1-1,1 1,0-1,-1 0,0 1,0-1,0 0,0 0,0 0,0 0,-1 0,1 0,-1 0,0 0,1 1,99-330,-66 240,5 2,11-13,-32 65,-17 23,-9 14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5.0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13,'33'-9,"51"6,-1 2,27 7,-85-5,-4 0,2 0,1 0,0 2,0 0,-1 2,18 5,-37-9,-1 1,0-1,1 1,-1-1,0 1,0 0,0 0,0 1,0-1,0 1,-1-1,1 1,-1 0,0 0,0 0,0 0,0 0,0 0,-1 1,1-1,-1 1,0-1,0 1,0-1,-1 1,1 0,-1-1,0 1,0 0,0-1,0 1,-1 0,1-1,-1 1,0 0,-4 15,-1 1,-1-1,-1-1,0 1,-10 14,-176 284,127-215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8.1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1,'25'20,"19"19,19 16,12 14,11 12,7 10,2 6,0 4,-2 3,-4 0,-5-4,-8-5,-10-8,-11-14,-14-17,-13-18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8.4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580 0,'-20'21,"-16"22,-14 22,-9 21,-6 18,-1 12,2 7,4-2,6-5,10-9,13-14,10-15,13-21,6-21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8.7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1 493,'-1'13,"2"0,0-1,0 1,1-1,1 1,0-1,1 0,0 0,0 0,2 0,-1-1,2 0,-1 0,1-1,1 0,0 0,0 0,1-1,1-1,-1 1,1-2,0 1,1-1,7 3,6 0,1-1,1-2,-1 0,1-2,0-1,1-1,-1-1,1-1,-1-1,1-2,-1 0,13-5,-25 6,-1 0,1-2,-1 0,1 0,-1-1,-1-1,1 0,0-1,-1 0,0-1,-1 0,0-1,0-1,0 1,-1-2,0 1,-1-1,0-1,-1 0,0 0,0 0,-2-1,1 0,-1-1,-1 1,3-12,-6 9,0-1,-2 0,0 1,0-1,-2 0,0 1,0-1,-2 1,0 0,0 0,-2 0,0 0,0 1,-2-1,-10-18,-1 2,-1 0,-2 2,-1 0,-13-11,18 21,0 1,-1 1,0 1,-2 0,0 2,-19-10,32 19,1 1,-1 1,0 0,0 0,-1 0,1 1,-1 0,1 1,-1 0,1 0,-1 0,0 2,1-1,-1 1,0 0,1 1,-1-1,1 2,0-1,-1 1,-4 3,4 0,-1 0,1 1,1 0,0 0,0 1,0 0,1 1,0-1,0 1,1 1,1-1,-1 1,2 0,-4 8,-1 7,0 1,2 0,1 0,1 1,0 14,3-14,1 0,1 0,1 0,1 0,2 0,1 0,0-1,2 0,2 0,2 6,24 43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7:59.3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84 77,'-17'48,"2"1,3 0,1 0,3 1,2 0,0 48,2-4,4 0,4 0,4 0,13 56,-12-110,-9-40,0 0,0 0,1 0,-1-1,0 1,1 0,-1 0,0 0,1 0,-1 0,0 0,1 0,-1 0,0 0,1 0,-1 0,0 0,1 0,-1 0,0 0,1 0,-1 0,0 0,1 0,-1 0,0 0,0 1,1-1,-1 0,0 0,-18-183,16 164,-13-79,4-1,4 0,5-1,7-53,-5 140,0 0,1-1,1 1,0 0,1 0,1 0,0 0,0 1,1 0,1-1,0 2,1-1,0 1,1 0,0 0,0 1,1 0,1 1,0 0,0 0,1 1,10-6,-9 10,0 0,-1 1,1 1,0 0,1 1,-1 0,0 1,0 0,0 1,0 0,0 1,0 0,0 1,0 0,0 1,2 2,10 4,1 1,-2 1,0 1,0 2,-1 0,18 17,-30-24,0 1,-1 0,-1 0,1 1,-2 0,1 1,-1-1,0 2,-6-9,1 1,-1-1,1 0,-1 1,0 0,0-1,-1 1,1-1,-1 1,1 0,-1 0,0-1,-1 1,1 0,-1-1,1 1,-1 0,0-1,-1 1,1-1,-1 0,1 1,-1-1,0 0,0 0,0 0,-1 0,1 0,-2 1,-10 6,0 0,0-1,-1-1,0 0,-1-1,0 0,0-1,0-1,-1-1,1 0,-1-1,0-1,-7 0,-149 11,171-14,0 1,1 0,-1 0,0 0,0 0,0 0,0 0,0 0,0 0,1 1,-1-1,0 1,0-1,1 1,-1 0,0 0,1 0,-1 0,0 0,1 0,0 0,-1 0,1 1,0-1,-1 0,1 1,0 0,0-1,0 1,0-1,1 1,-1 0,0 0,1-1,-1 1,1 0,-1 0,1 0,0 0,0-1,0 1,0 0,0 0,0 0,1 0,5 15,1 0,1 0,0-1,1 0,1 0,0-1,1-1,1 1,6 4,-15-16,21 25,2-1,0-1,2-2,1 0,0-2,2-1,1-2,0-1,1-2,1 0,0-3,18 4,23 0,2-3,0-4,0-3,0-3,1-4,0-3,-1-4,0-3,-1-3,97-17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8:06.9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328 2488,'266'-25,"75"37,-21-22,-49 15,-106 2,73 9,-134 0,2-5,-1-4,74-7,-150-1,152-7,74 10,599 9,-171 35,-383-40,-44-2,17 13,499 60,-367-40,-220-25,125-11,-165-2,182 8,414-1,-664-19,-73 11,0 0,0 0,-1-1,1 0,-1 1,0-1,0 0,0-1,0 1,0-1,-1 1,1-1,-1 0,0 0,-1 0,1 0,0 0,-1 0,0 0,0 0,0-1,-1 1,1 0,-1-1,0 0,2-7,10-84,-4-2,-4 1,-4 0,-5-1,-6-18,10 95,-41-609,27 509,-5 1,-26-80,27 121,11 32,2-1,2 0,3 0,2-35,0 21,-7 10,4-23,3 71,1 0,-1 0,0 0,0 0,0-1,0 1,-1 0,0 0,1-1,-2 1,1 0,0 0,-1-1,0 1,0 0,0 0,-1 0,1 0,-1 0,0 0,0 0,0 1,-1-1,1 1,-1-1,0 1,0 0,0 0,0 0,-4-1,-14-6,-1 1,0 1,-1 0,0 2,0 1,0 1,-1 1,3 0,-149-19,-2 8,-42 6,9 1,-369-43,-339-5,546 40,256 10,-1005-30,43 36,464 13,-56-1,227-13,340 5,50-1,1-2,-1-2,0-2,-17-5,-12-5,-1 2,-77 2,-98 36,222-23,24-4,1 0,0 0,-1 1,1-1,0 2,0-1,0 1,0 0,0 0,1 0,0 1,-1 0,1 0,0 0,1 1,-2 2,-6 5,2 0,-1 1,2 1,0 0,0 0,1 0,1 1,1 1,0-1,1 1,0 2,-5 42,2 0,3 1,3 46,0-6,-14 170,3-96,7 1,12 85,4 172,-11-303,15 12,-13-131,-1-10,1 0,-1 0,0 0,1 0,-1 0,0 0,0 0,0 0,0 0,0 0,0 0,0 0,0 0,-1 0,1 0,0 0,-1 0,1 0,0-1,-1 1,1 0,-1 0,1 0,-1 0,0 0,1-1,-1 1,0 0,0-1,1 1,-1 0,0-1,0 1,0-1,-28 10,-6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8:33.8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0,'21'249,"-11"-101,-8 1,-6-1,-6 0,-14 54,19-177,5-25,0 0,0 0,0 0,-1 0,1 0,0 0,0 0,0 0,0-1,0 1,-1 0,1 0,0 0,0 0,0 0,0 0,-1 0,1 0,0 0,0 0,0 1,0-1,0 0,-1 0,1-23,2-12,2 0,2 0,1 1,1 0,5-9,-12 39,0-1,0 1,0-1,1 1,-1-1,1 1,0 0,1 0,-1 0,1 0,0 0,0 1,0-1,0 1,1 0,-1 0,1 0,0 0,0 0,0 1,0 0,0 0,0 0,1 0,-1 1,1 0,-1 0,1 0,-1 0,1 1,0-1,-1 1,1 0,0 1,0 0,5 3,-1 0,-1 1,1 0,-1 1,1 0,-2 0,1 1,-1 0,0 0,0 1,-1 0,0 0,-1 0,1 1,-2 0,1 0,-1 0,-1 1,1-1,-2 1,1 0,-1 0,-1 1,0-4,0 1,-1 0,-1 0,1-1,-1 1,0 0,-1-1,0 1,0-1,0 1,-1-1,0 0,-1 0,0 0,0-1,0 1,-1-1,0 0,0 0,0-1,-1 1,0-1,0-1,-4 3,2-1,0 0,-1 0,0-1,-1-1,1 0,-1 0,0-1,0 0,0 0,0-1,0-1,0 0,-1 0,1-1,0 0,-1-1,1 0,-4-1,13 2,0 0,0 0,0 0,0 0,0 0,0-1,0 1,0 0,0 0,0-1,0 1,0-1,0 1,0-1,0 1,0-1,0 0,0 1,0-1,1 0,-1 0,0 1,1-1,-1 0,0 0,1 0,-1 0,1 0,-1 0,1 0,0 0,-1 0,1 0,0 0,0 0,0 0,0-1,0 1,0 0,0 0,0 0,0 0,0 0,1 0,-1 0,0 0,1 0,-1 0,1 0,-1 0,1 0,0 0,-1 0,1 0,0 0,13-13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8:34.1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70,'-2'-13,"-3"-8,-1-1,5 9,10 18,15 27,14 30,15 30,11 29,5 23,-6 15,-10 7,-17 1,-26-2,-36 2,-39-1,-44 1,-3-27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8:35.5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407 542,'-24'-31,"19"25,1 1,-1-1,1 0,0 0,0 0,1-1,0 1,0-1,1 0,-2-7,0-130,4 136,1 14,-1 17,-25 618,24-620,8 60,-7-81,0 0,0 1,0-1,1 1,-1-1,0 0,0 1,1-1,-1 0,0 1,0-1,1 0,-1 1,0-1,1 0,-1 1,1-1,-1 0,0 0,1 0,-1 1,1-1,-1 0,1 0,-1 0,0 0,1 0,-1 0,1 0,-1 0,1 0,-1 0,1 0,-1 0,0 0,1 0,-1-1,1 1,-1 0,1 0,-1 0,0-1,1 1,-1 0,0 0,1-1,-1 1,0 0,1-1,-1 1,10-11</inkml:trace>
  <inkml:trace contextRef="#ctx0" brushRef="#br0" timeOffset="315.164">19 87,'-2'-1,"1"-1,-1 1,1-1,-1 1,1-1,0 0,0 1,0-1,0 0,0 0,0 0,0 0,0 0,1 0,-1 0,1 0,0 0,0 0,-1 0,1 0,0 0,1-1,-1 1,0 0,1 0,-1 0,1 0,0 0,-1 0,1 0,0 1,0-1,0 0,0 0,1 0,0 0,4-1,1 0,-1 1,1 0,-1 0,1 1,0-1,-1 2,1-1,0 1,0 0,0 0,0 1,31 1,0 1,0 2,-1 2,0 1,0 2,-1 2,0 1,-1 1,-1 2,5 5,-26-13,-1 0,0 1,0 0,-1 1,0 0,0 1,-1 0,2 4,-9-11,0 0,0 1,-1-1,0 1,1-1,-1 1,-1 0,1 0,-1 0,0-1,0 2,0-1,-1 0,1 0,-1 0,-1 0,1 0,-1 0,1 0,-2 0,1 0,0 0,-1 0,0 0,-2 3,-9 9,-1 0,-1 0,-1-2,0 0,0-1,-2 0,0-1,0-2,-1 1,-1-2,-6 2,23-10,-49 25,29-17,0 2,2 0,-1 1,2 1,0 1,-17 17,34-30,1 1,0-1,0 1,0 0,0-1,0 1,1 0,-1 0,1 0,0 0,0 0,0 1,0-1,1 0,-1 0,1 1,0-1,0 0,0 3,7 20</inkml:trace>
  <inkml:trace contextRef="#ctx0" brushRef="#br0" timeOffset="742.145">740 1063,'2'-25,"1"-1,1 1,0 0,3 0,0-2,6-23,3-20,-4 0,-3-1,-3 0,-3 0,-3-1,-5-23,-20-96,18 165,6 26,1 0,0-1,-1 1,1 0,0 0,-1 0,1 0,-1 0,1 0,0 1,-1-1,1 0,0 0,-1 0,1 0,0 0,-1 0,1 1,0-1,-1 0,1 0,0 0,-1 1,1-1,0 0,0 0,-1 1,1-1,0 0,0 1,0-1,-1 0,1 1,0-1,0 0,0 1,0-1,0 0,0 1,0-1,0 1,0-1,0 0,0 1,0-1,0 0,0 1,0-1,0 1,0-1,0 0,0 1,1-1,-1 0,0 1,0-1,0 0,1 0,-1 1,0-1,0 0,1 1,-1-1,0 0,17 199,-10-139,29 370,-36-423,19 107,-17-109,-1 0,1 0,1 0,-1 0,1-1,0 1,0-1,0 1,0-1,1 0,0-1,0 1,0-1,0 1,0-1,1 0,0-1,-1 1,1-1,2 1,5 0,0 0,0-1,1 0,-1-1,1 0,-1-1,0 0,1-1,-1 0,1-1,-1-1,0 0,0-1,6-2,21-10</inkml:trace>
  <inkml:trace contextRef="#ctx0" brushRef="#br0" timeOffset="1004.963">607 635,'23'-7,"27"-2,29 1,21 1,9 4,-2 10,-19 3</inkml:trace>
  <inkml:trace contextRef="#ctx0" brushRef="#br0" timeOffset="1394.95">1276 1076,'8'-1,"-1"0,1-1,0-1,-1 1,1-1,-1 0,0-1,0 0,0 0,-1 0,1-1,-1 0,0 0,0-1,-1 0,0 0,0 0,0 0,-1-1,0 0,0 0,-1 0,1 0,-2-1,3-6,0-4,-1 1,-1-1,-1 1,0-1,-1 0,-1 0,-1 0,0 0,-1 0,-1 1,-1-1,2 8,0 0,-1 0,0 0,0 0,-1 0,0 1,-1 0,0 0,-1 0,0 0,0 1,-1 0,0 0,-6-5,12 12,0 0,0 0,0 0,0 0,0 1,0-1,0 0,0 1,0-1,-1 1,1-1,0 1,0-1,-1 1,1 0,0 0,0-1,-1 1,1 0,0 0,-1 0,1 1,0-1,0 0,-1 0,1 1,0-1,0 1,-1-1,1 1,0-1,0 1,0 0,0 0,0-1,0 1,0 0,0 0,0 0,0 0,1 0,-1 0,0 0,0 0,1 1,-1-1,1 0,0 0,-1 1,1-1,0 0,-1 0,1 2,0 0,0 0,0 0,0 0,0 0,1 0,-1 0,1 0,0 0,0 0,0-1,0 1,0 0,1 0,-1-1,1 1,-1-1,1 1,0-1,0 0,0 0,1 0,-1 0,0 0,1 0,0 0,-1-1,2 1,79 28,-44-25,-1-2,1-1,0-2,16-3,18 0,-70 2,0 1,-1-1,1 1,-1-1,1 1,0 0,-1 0,1 0,0 1,-1-1,1 1,-1-1,1 1,-1 0,1 0,-1 0,1 0,-1 0,0 0,0 1,0-1,1 1,-1 0,-1 0,1 0,0 0,0 0,-1 0,1 0,-1 0,0 0,1 1,-1-1,0 1,-1-1,1 1,0-1,-1 1,1-1,-1 2,-1 9,-1 1,0-1,-1-1,0 1,-1 0,-1-1,-5 12,-20 76,30-97,0 1,0-1,0 1,0-1,1 1,-1-1,1 1,0-1,0 0,0 1,0-1,1 0,0 0,-1 0,1 0,0 0,0 0,1-1,-1 1,0-1,1 1,0-1,0 0,-1 0,1 0,0 0,3 1,95 23,-58-23,1-2,-1-2,1-2,33-7,6-5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8:37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0 102,'20'20,"19"19,16 15,12 16,6 10,2 9,-2 4,-7-1,-11-6,-9-10,-13-12,-12-14,-10-16</inkml:trace>
  <inkml:trace contextRef="#ctx0" brushRef="#br0" timeOffset="241.356">549 88,'-21'11,"-13"18,-10 22,-7 22,-6 23,-2 18,-1 12,4 2,9-7,12-25</inkml:trace>
  <inkml:trace contextRef="#ctx0" brushRef="#br0" timeOffset="840.81">869 276,'-11'45,"2"0,2 1,2 0,2 1,3-1,1 0,2 1,3 6,-4-28,1 0,1-1,1 0,1 0,1 0,1 0,6 11,-14-35,0 1,0-1,0 1,0 0,1-1,-1 1,0 0,0-1,0 1,1 0,-1-1,0 1,0-1,1 1,-1-1,0 1,1-1,-1 1,1-1,-1 1,1-1,-1 1,1-1,-1 0,1 1,-1-1,1 0,0 1,-1-1,1 0,-1 0,1 0,0 1,-1-1,1 0,0 0,-1 0,1 0,0 0,-1 0,1-1,0 1,-1 0,1 0,-1 0,1 0,0-1,-1 1,1 0,-1-1,1 1,-1 0,1-1,-1 1,1-1,-1 1,1-1,-1 1,1-1,-1 1,1-1,10-43,-10 2,-3-1,-1 1,-2-1,-5-17,1 2,-10-98,19 157,1-1,0 1,-1-1,1 1,-1-1,1 0,0 1,-1-1,1 0,0 0,-1 0,1 1,0-1,-1 0,1 0,0 0,-1 0,1 0,0 0,-1 0,1 0,0 0,0-1,-1 1,1 0,0 0,-1-1,1 1,-1 0,1-1,0 1,-1 0,1-1,-1 1,1-1,-1 1,1-1,-1 0,0 1,1-1,-1 1,1-1,-1 0,0 1,0-1,1 0,-1 1,0-1,0 0,0 1,0-1,0 0,118 207,-84-142,-17-29,0-2,3-1,0 0,3-1,0-1,22 20,-44-48,1 1,0-1,0 0,0 1,0-1,0 0,1-1,-1 1,0 0,1-1,0 1,-1-1,1 0,0 0,0 0,-1 0,1 0,0 0,0-1,0 0,0 1,0-1,0 0,0-1,0 1,0 0,0-1,-1 0,1 1,0-1,0 0,0-1,-1 1,2-1,4-9,-1 0,0 0,-1-1,0 0,-1 0,-1-1,1 0,-2 0,0 0,0 0,-2 0,1 0,-1-9,6-75,-4 1,-4-1,-4 0,-5 1,-3 0,-16-49,21 107,8 38,0 0,0 0,1 0,-1 0,0 0,0 1,1-1,-1 0,0 0,0 0,1 0,-1 0,0 0,1 0,-1 0,0 0,1 0,-1 0,0 0,0 0,1-1,-1 1,0 0,0 0,1 0,-1 0,0 0,0-1,1 1,-1 0,0 0,0 0,1-1,1 5,53 69,-23-30</inkml:trace>
  <inkml:trace contextRef="#ctx0" brushRef="#br0" timeOffset="1191.871">1644 529,'-5'35,"0"-12,2 1,1 0,1-1,0 1,2 3,0-21,0 0,-1-1,2 1,-1 0,1-1,0 1,0-1,0 0,1 0,0 0,0 0,0 0,0 0,1-1,0 0,0 1,0-2,0 1,1 0,0-1,-1 0,1 0,2 1,0-1,-1 0,1 0,1 0,-1-1,0 0,0-1,1 1,-1-2,1 1,-1-1,1 0,-1 0,1-1,-1 0,1 0,-1-1,0 0,1 0,-1-1,0 0,-1 0,1-1,-1 0,1 0,-1 0,0-1,0 0,-1 0,0 0,0-1,0 0,0 0,3-6,-1-5,-1 0,0 0,-1-1,-1 0,-1 0,0 0,-1 0,-1 0,-1-1,-1 1,0 0,-1 0,-1-1,-4-10,3 10,-1 0,-1 1,0-1,-1 1,-1 0,-1 1,-5-7,11 19,1 1,-1-1,-1 1,1 0,-1 0,1 0,-1 0,0 0,-1 1,1 0,-1 0,1 0,-1 1,0-1,0 1,0 0,0 0,0 1,-1 0,1 0,0 0,-1 0,1 1,0 0,-1 0,1 0,-1 1,-2 0,-1 2,1 0,-1 1,1 0,0 0,0 0,1 1,-1 0,1 1,0 0,1 0,-1 0,1 1,0 0,1 0,0 0,-4 7,0 2,1 0,0 0,1 0,1 1,0 0,1 0,1 0,1 4,1-11,1 1,0 0,1 0,0-1,1 1,0 0,1 0,0-1,1 1,0-1,1 0,-1 1,2-2,0 1,0 0,1-1,5 7,27 27</inkml:trace>
  <inkml:trace contextRef="#ctx0" brushRef="#br0" timeOffset="1820.191">2367 489,'0'-22,"0"0,-2 0,0 0,-1 0,-2 1,-2-9,7 30,0-1,1 0,-1 1,0-1,0 0,0 0,0 1,-1-1,1 0,0 1,0-1,0 0,0 1,-1-1,1 1,0-1,-1 0,1 1,0-1,-1 1,1-1,-1 1,1-1,-1 1,1-1,-1 1,1-1,-1 1,0 0,1-1,-1 1,1 0,-1 0,0-1,1 1,-1 0,0 0,1 0,-1 0,0 0,1 0,-1 0,0 0,1 0,-1 0,0 0,0 0,1 1,-1-1,1 0,-1 0,0 1,1-1,-1 0,1 1,-1-1,1 1,-1-1,1 1,-1-1,1 1,-1-1,1 1,-1-1,1 1,0-1,-1 2,-21 46,3 19,4 1,2 0,4 0,2 1,4 1,3 21,8-6,-8-86,0 1,1-1,-1 1,0-1,1 0,-1 1,1-1,-1 1,1-1,-1 1,1-1,-1 1,1-1,-1 1,1-1,0 1,-1 0,1-1,0 1,-1 0,1 0,0-1,-1 1,1 0,0 0,-1 0,1 0,0 0,0 0,-1 0,1 0,0 0,-1 0,1 1,0-1,0 0,-1 0,1 1,0-1,-1 0,1 1,-1-1,1 1,-1-1,1 1,0-1,-1 1,0-1,1 1,-1-1,1 1,-1 0,0-1,1 1,-1-1,0 1,0 0,1 0,-1-1,0 1,0 0,0-1,0 1,0 0,7-18,-1 0,-1 0,-1-1,0 0,-2 0,1-5,0 1,23-268,9-56,-32 331,-3 7,1-1,0 1,1 0,0 0,0 0,1 0,0 0,0 0,1 1,-1-1,2 1,-1 0,1 0,2-2,-4 8,-1-1,0 1,1 0,-1 0,1 0,-1 0,1 0,0 1,-1-1,1 1,0 0,-1-1,1 1,0 0,-1 1,1-1,0 0,-1 1,1 0,0-1,-1 1,1 0,-1 0,1 1,1 0,60 41,-60-40,52 41,-1 2,-3 3,15 20,-63-66,0 1,0-1,-1 1,1 0,-1 0,0 0,0 0,0 1,-1-1,1 1,-1 0,0 0,0-1,-1 1,0 0,0 1,0-1,0 0,-1 0,0 0,0 0,0 1,0-1,-1 0,0 0,-1 2,-5 0,-1 0,1 0,-2-1,1-1,0 1,-1-1,0 0,-1-1,1 0,-1-1,1 0,-1 0,-9 0,4 2,-21 4,25-8,0 1,0 1,1 0,-1 0,1 1,0 0,0 1,0 0,1 1,-1 0,1 0,1 1,-1 0,-2 3,10-7,-1 0,0 1,1-1,0 0,-1 1,2-1,-1 1,0-1,0 1,1 0,0-1,0 1,0 0,0-1,1 1,-1-1,1 1,0 0,0-1,0 0,1 1,-1-1,1 0,-1 1,2-1,59 71,-34-55,1-1,1-2,0-1,1-2,1-1,0-1,0-1,1-2,0-2,34 3,-2-1,1-2,52-3,-67-5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10.6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13,'524'1,"986"-10,662 5,-1104 30,-929-21,-137-2,-12-1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24.5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1,'0'23,"0"23,3 24,2 26,3 28,3 29,1 30,-1 24,-2 16,-6 9,-5-1,-4-13,-2-21,1-25,2-26,3-29,3-28,1-28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26.0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37,'16'-6,"23"-3,29 0,24 2,15 3,4 3,-12 4,-21 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27.1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0,'5'22,"2"-2,0 1,1-1,1 0,1-1,1 0,0 0,2-1,0-1,1 0,0-1,2-1,-1 0,2-1,0 0,1-1,2-1,-13-8,-1-1,1 0,0 0,1 0,-1-1,0 0,1-1,-1 0,1 0,-1-1,1 1,-1-2,1 1,-1-1,1 0,-1-1,0 1,1-2,-1 1,0-1,0 0,0 0,-1-1,1 0,-1 0,0 0,0-1,0 0,-1 0,0-1,5-5,-3 1,-1-1,0 1,-1-1,0 0,-1 0,0-1,-1 1,0-1,-1 0,0 1,-1-1,0 0,-1 0,-1-6,-5-4,6 22,0 0,0 1,0-1,0 0,0 1,0-1,0 0,0 0,0 1,-1-1,1 0,0 0,0 1,0-1,0 0,0 0,-1 0,1 1,0-1,0 0,0 0,-1 0,1 0,0 1,0-1,0 0,-1 0,1 0,0 0,0 0,-1 0,1 0,0 0,0 0,-1 0,1 0,0 0,0 0,-1 0,1 0,0 0,0 0,-1 0,1 0,0 0,0 0,-1 0,1 0,0 0,0-1,-1 1,1 0,0 0,0 0,0 0,-1-1,1 1,0 0,0 0,0 0,0-1,-1 1,-9 118,10-92,25 659,-26-439,-7-221,8-25,0 1,-1-1,1 0,0 0,-1 0,1 1,-1-1,1 0,0 0,-1 0,1 0,-1 0,1 1,-1-1,1 0,0 0,-1 0,1 0,-1 0,1-1,0 1,-1 0,1 0,-1 0,1 0,-1 0,1-1,0 1,-1 0,1 0,0 0,-1-1,1 1,0 0,-1-1,1 1,0 0,0-1,-1 1,1 0,0-1,0 1,0 0,-1-1,1 1,0-1,0 1,0 0,0-1,0 1,0-1,0 1,0-1,0 1,0 0,0-1,0 0,-8-21,2-2,0 1,1-1,1 0,2 0,0-6,-3-18,-40-312,44 352,0 6,0 0,0 0,1 0,-1 0,1 0,0 0,-1-1,1 1,0 0,0 0,0 0,1 0,-1 0,0 0,1-1,0 1,-1 0,1 0,0 0,0 1,0-1,0 0,0 0,0 0,1 1,-1-1,1 1,-1-1,1 1,-1-1,1 1,1-1,88-1,-65 5,79 4,-61-4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27.37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4,'27'-3,"35"2,33 2,30-1,19 1,6 0,-14-1,-30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25.6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14,'7'-3,"0"1,1 0,-1 0,1 0,-1 1,1 0,0 1,-1 0,1 0,0 0,-1 1,1 0,-1 1,1 0,-1 0,0 0,1 1,-1 0,-1 1,1-1,0 1,-1 1,0-1,0 1,0 0,-1 0,1 1,-1 0,0 0,-1 0,0 0,0 1,0 0,-1 0,0 0,0 0,0 0,-1 0,1 7,-1 7,-1-1,-1 1,-1 0,0-1,-2 1,0-1,-2 0,0 0,-1 0,-1-1,0 0,-5 6,8-15,0 6,9-18,16-23,-16 19,40-56,-3-1,-3-2,-3-2,0-8,-36 106,-1-26,-6 33,3-1,1 1,1 0,3 26,0-54,0 1,1-1,0 0,1 0,-1 0,2 0,0 0,0 0,1-1,0 0,0 0,1 0,0-1,1 0,0 0,0-1,1 1,-1-2,7 5,-9-7,1-1,-1 1,1-1,0 0,0-1,0 1,0-1,1-1,-1 1,0-1,1 0,-1 0,1-1,4 0,13-4</inkml:trace>
  <inkml:trace contextRef="#ctx0" brushRef="#br0" timeOffset="219.411">294 255,'-16'-2,"-10"-1,-4 0,-1 0,8 2,15 2,20 1,22 1,20 0,15-1,8-1,-1-3,-6-3,-16-3,-16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23.3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15 302,'0'541,"-2"-495,-6-74,3-131,12-90,1 35,-7 27,-1 184,1 1,-1 0,0 0,1 0,0-1,-1 1,1 0,0 0,0 0,0 0,0 0,0 0,1 1,-1-1,1 0,-1 1,1-1,-1 1,1-1,0 1,0 0,0-1,0 1,0 0,0 0,0 1,0-1,0 0,0 1,1-1,73-2,-56 5,-9-2,39 0,-1 3,1 2,-1 2,15 5,-14 10,-35-9</inkml:trace>
  <inkml:trace contextRef="#ctx0" brushRef="#br0" timeOffset="303.794">69 409,'13'7,"17"2,16-1,14-1,11-2,6-4,-9-3</inkml:trace>
  <inkml:trace contextRef="#ctx0" brushRef="#br0" timeOffset="542.665">845 422,'18'0,"17"0,14-2,13-1,5 0,-1 3,-6 6,-11 4,-14 3,-13-1</inkml:trace>
  <inkml:trace contextRef="#ctx0" brushRef="#br0" timeOffset="729.177">1032 690,'18'11,"20"4,16 0,16-4,9-5,5-6,-11-3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30.2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0,'6'149,"18"97,0-16,-5 273,-28 132,2-295,3 505,2-777,1-68,1 0,0 0,0 0,0-1,-1 1,1 0,0 0,0 0,-1 0,1-1,0 1,-1 0,1 0,0 0,0 0,-1 0,1 0,0 0,-1 0,1 0,0 0,-1 0,1 0,0 0,0 0,-1 0,1 0,0 1,-1-1,1 0,0 0,0 0,-1 0,1 0,0 1,0-1,-1 0,1 0,0 1,0-1,0 0,0 0,-1 1,1-1,0 0,0 0,0 1,0-1,0 0,0 1,0-1,0 0,0 0,0 1,0-1,0 0,0 1,0-1,0 0,-13-27,11 24,-1-4,0 1,1-1,0 0,0 0,1 0,-1 0,1 0,1 0,0 0,0-4,1-4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28.50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96,'8'-9,"1"0,0 1,0 0,1 1,0 0,0 0,0 1,1 1,0-1,0 2,0 0,1 0,0 1,0 0,-1 1,1 0,1 1,-1 1,0 0,0 0,0 1,8 2,-14-1,0-1,0 2,0-1,0 1,0-1,-1 2,1-1,-1 0,0 1,0 0,-1 0,1 1,-1-1,0 1,0 0,0 0,-1 1,0-1,0 1,0-1,0 1,-1 0,0 0,0 0,-1 0,0 1,0 0,2 18,0-1,-2 1,-1-1,-1 1,-1-1,-3 10,-22 112,27-146,0 1,0-1,0 0,-1 1,1-1,0 1,0-1,0 1,0-1,0 1,0-1,0 1,0-1,1 0,-1 1,0-1,0 1,0-1,0 1,1-1,-1 0,0 1,0-1,1 1,-1-1,0 0,0 1,1-1,-1 0,1 1,-1-1,0 0,1 0,-1 1,1-1,-1 0,0 0,1 0,-1 0,1 0,-1 0,1 1,-1-1,1 0,-1 0,1 0,-1 0,0-1,1 1,-1 0,1 0,-1 0,1 0,-1 0,1 0,-1-1,0 1,1 0,-1 0,1-1,-1 1,0 0,1-1,-1 1,0 0,0-1,1 1,-1 0,0-1,1 0,27-26,-28 27,25-33,-2-1,-1 0,-1-2,-2-1,-2 0,-1-1,-1-5,-11 33,28-110,-32 120,0 0,0 1,0-1,-1 0,1 0,0 0,0 1,-1-1,1 0,0 0,0 0,-1 0,1 0,0 1,-1-1,1 0,0 0,-1 0,1 0,0 0,-1 0,1 0,0 0,0 0,-1 0,1 0,0 0,-1 0,1-1,0 1,-1 0,1 0,0 0,0 0,-1 0,1-1,0 1,0 0,-1 0,1-1,0 1,0 0,-1 0,1-1,0 1,0 0,0-1,-8 19,0 1,2 0,0-1,2 2,0-1,1 0,1 1,0 18,1-21,1 1,1-1,0 0,2 0,0 0,1 0,0-1,1 1,1-1,1 0,3 5,-5-11,0-1,1-1,0 1,0-1,1 0,0-1,0 1,1-1,0-1,0 1,0-1,1-1,0 0,0 0,0 0,1-2,0 1,-1-1,7 1,34-11,-36-5</inkml:trace>
  <inkml:trace contextRef="#ctx0" brushRef="#br0" timeOffset="875.671">401 203,'415'-31,"25"-13,-440 44,1 0,-1 0,1 0,0 0,-1-1,1 1,0 0,-1 0,1 0,-1 0,1 1,0-1,-1 0,1 0,-1 0,1 0,0 1,-1-1,1 0,-1 0,1 1,-1-1,1 1,-1-1,1 0,-1 1,1-1,-1 1,0-1,1 1,-1-1,0 1,1-1,-1 1,0 0,0-1,1 1,-1-1,0 1,0 0,0-1,0 1,0-1,0 1,0 0,0-1,0 1,0-1,0 1,-1 0,1-1,0 1,0-1,0 1,-1 0,1-1,0 1,-1-1,1 1,-1-1,1 1,0-1,-1 0,1 1,-1-1,1 1,-1-1,-3 10,2-3,0-1,0 1,0 0,1 0,0 0,0 0,1 0,0 0,0 0,1 0,0-1,0 1,0 0,1 0,0 0,0-1,1 1,0-1,0 0,1 0,-1 0,1 0,0-1,1 1,0-1,0 0,0 0,0-1,0 1,1-1,0-1,0 1,0-1,1 0,-1 0,7 1,-4-3,0-1,0 0,0-1,0 0,0-1,0 0,0 0,0 0,-1-1,1-1,-1 0,0 0,0 0,0-1,0 0,-1-1,0 1,0-2,-1 1,1-1,-1 0,-1 0,1 0,-1-1,-1 0,1 0,-1 0,-1 0,0-1,0 0,0 1,-1-1,0 0,-1 0,0-6,-7-18,6 32,0 1,-1-1,1 1,0-1,-1 1,1 0,-1-1,1 1,-1-1,1 1,-1 0,1-1,-1 1,1 0,-1-1,0 1,1 0,-1 0,1 0,-1 0,0 0,1-1,-1 1,1 0,-1 0,0 1,1-1,-1 0,0 0,1 0,-1 0,1 0,-1 1,1-1,-1 0,0 0,1 1,-1-1,1 0,-1 1,1-1,0 1,-1-1,1 1,-1-1,1 1,0-1,-1 1,1-1,0 1,-1 0,-2 4,1 1,-1-1,1 1,0 0,0 0,0 0,1 0,0 0,0 1,1-1,0 0,0 0,0 1,1-1,0 0,0 0,0 0,1 0,0 0,0 0,1 0,-1-1,1 1,1 1,8 25,2 28,-3 0,-2 0,-3 1,-3 0,-2 0,-3 0,-3 0,-3 4,4-19,-1-1,-3 1,-1-2,-3 1,-1-1,-2-1,-12 21,-7-23,33-41,0 1,0 0,0-1,0 1,0-1,-1 1,1-1,0 0,0 1,0-1,-1 0,1 0,0 0,-1 0,1 0,0 0,0 0,-1 0,1-1,0 1,0 0,0-1,-1 1,1-1,0 0,0 1,0-1,0 0,0 1,0-1,0 0,0 0,0 0,1 0,-1 0,0 0,0 0,1-1,-5-6,1 0,0-1,0 0,1 0,0 0,1 0,0 0,0 0,1-1,0-5,-1 0,-6-73,3 0,5-72,0 158,0 0,-1 0,1-1,0 1,0 0,1 0,-1-1,0 1,1 0,-1 0,1 0,0 0,-1-1,1 1,0 0,1 0,-1 1,0-1,0 0,1 0,-1 0,1 1,-1-1,1 1,0-1,0 1,0 0,0 0,0 0,0 0,0 0,0 0,124-5,-86 4,0-1,-1-2,1-2,-1-2,26-10,-43 10,-18 6,-12 5,-14 6,9-1,3-2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8:52.7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8142 372,'16'-7,"0"0,1 1,0 0,0 2,0 0,0 1,1 0,0 2,-1 0,1 1,0 0,0 2,-13-1,0 0,0 0,-1 1,1 0,-1 0,0 0,1 0,-1 1,0 0,0 0,-1 0,1 0,-1 0,1 1,-1-1,0 1,0 0,-1 0,1 0,-1 1,0-1,0 0,0 1,-1-1,1 1,-1 0,0 3,2 8,-2-1,0 1,-1 0,0 0,-1-1,-1 1,-1 0,0-1,-44 166,45-145,21-43,-5-11,-2 0,0-1,-1-1,-1 1,0-2,-2 1,-1-1,0 0,3-20,12-105,-22 147,-1-1,1 0,0 0,0 0,0 0,-1 0,1 0,0 0,0 0,0 0,0 0,-1 0,1 0,0 0,0 0,0-1,-1 1,1 0,0 0,0 0,0 0,0 0,-1 0,1 0,0 0,0-1,0 1,0 0,0 0,0 0,-1 0,1-1,0 1,0 0,0 0,0 0,0 0,0-1,-8 23,1 8,1-1,1 1,1 0,2 0,1 1,1-1,2 0,1 0,4 14,-6-37,0 0,0 0,1 0,0 0,1-1,0 1,0 0,0-1,0 0,1 0,0 0,1 0,-1-1,1 1,0-1,1 0,-1-1,1 1,0-1,0 0,0-1,0 1,1-1,-1 0,13-6,-6-5</inkml:trace>
  <inkml:trace contextRef="#ctx0" brushRef="#br0" timeOffset="283.253">8302 532,'25'-2,"26"-1,26 0,17 1,6-2,-2 0,-17 0</inkml:trace>
  <inkml:trace contextRef="#ctx0" brushRef="#br0" timeOffset="567.536">9077 572,'16'-2,"15"-3,10-3,10-3,6 1,4 0,1 2,-3 1,-8 3,-12 2</inkml:trace>
  <inkml:trace contextRef="#ctx0" brushRef="#br0" timeOffset="568.536">9385 306,'-12'15,"-3"13,3 13,8 8,7 5,8 0,4-2,1-3,-1-6,-4-7,-3-10</inkml:trace>
  <inkml:trace contextRef="#ctx0" brushRef="#br0" timeOffset="998.958">9519 291,'-9'-6,"-1"0,1 0,-1 1,0 0,-1 1,1 0,-1 0,0 1,0 1,0 0,0 0,0 1,0 0,0 1,0 1,-1 0,1 0,0 1,0 0,0 1,1 0,-1 1,1 0,-1 1,-8 5,7 0,0 1,1 0,0 1,0 1,1-1,1 1,1 1,-1 0,2 0,0 1,1 0,0 0,2 0,-1 1,2-1,0 1,1 0,0 0,2 0,0 0,0 0,2 0,0 0,1 0,4 13,-2-15,2-1,0-1,1 1,0-1,1-1,0 1,1-2,0 1,0-1,1-1,1 0,-1 0,2-1,-1-1,1 0,0-1,0 0,1-1,0 0,0-1,0-1,0 0,1-1,-1-1,1 0,-1-1,1 0,-1-1,0-1,1 0,-1-1,0-1,0 0,0-1,-1 0,1-1,8-6,-14 7,0-1,-1-1,0 1,0-1,0 0,-1-1,0 1,0-1,-1-1,0 1,0-1,-1 0,0 0,-1 0,0 0,-1 0,1-1,-1-6,1-4,-1-1,-1 1,-1-1,-1 0,-1 1,0-1,-2 1,-2-7,4 14,-1 1,0 0,-1 0,-1 0,1 1,-2-1,0 1,0 0,-1 1,0-1,-1 1,0 1,-1 0,1 0,-2 0,1 1,-2 1,1 0,-1 0,1 1,-2 0,1 1,-1 0,-2 0,9 4,0 0,0 1,1-1,-1 1,0 0,0 1,1-1,-1 1,0 0,1 0,-1 1,1-1,-1 1,1 0,0 0,0 0,0 1,0-1,0 1,0 0,1 1,-1-1,1 0,0 1,0 0,0-1,1 1,-1 1,1-1,0 0,0 0,0 1,1-1,0 1,0-1,-1 4,2 41,9-3</inkml:trace>
  <inkml:trace contextRef="#ctx0" brushRef="#br0" timeOffset="1590.376">9839 332,'-7'-30,"6"47,5 5,1-1,1 1,1-1,1 0,1-1,0 1,2-2,0 0,2 0,0-1,0 0,8 6,-17-19,1 0,-1 0,1-1,0 1,0-1,0 0,0 0,1-1,0 1,0-1,0-1,0 1,0-1,0 0,1 0,-1-1,5 1,-8-4,0 0,0 0,0 0,-1 0,1 0,-1-1,1 1,-1-1,0 0,0 0,0 1,0-2,-1 1,1 0,-1 0,0 0,0-1,0 1,0 0,-1-1,1 1,-1-1,0 1,0-1,0-2,0 6,3-156,-7 190,-2 140,7-1,8 0,12 33,-18-181,0-6,0 0,-1 0,-2 0,1 1,-2-1,-1 0,0 0,-2 0,-3 12,6-28,0 0,0 0,-1 0,1 0,-1 0,1 0,-1 0,0-1,0 1,0-1,-1 1,1-1,-1 0,1 0,-1 0,0 0,1 0,-1-1,0 1,0-1,0 0,0 0,-1 0,1 0,0-1,0 1,-1-1,1 0,0 0,0 0,-1 0,1 0,0-1,0 0,-1 1,1-1,0 0,0-1,0 1,0 0,0-1,1 0,-1 0,0 0,-6-7,1 0,0 0,0-1,1 0,1-1,-1 0,2 0,0 0,0 0,1-1,0 0,1 0,0 0,1 0,1 0,0-1,0 1,1 0,1-1,1-5,-1 10,1-1,1 1,0-1,0 1,0 0,1 0,1 0,-1 1,1 0,0 0,1 0,0 0,0 1,0 0,1 0,0 0,0 1,0 0,1 1,7-4,8-3,0 1,1 0,0 2,1 1,-1 2,17-3,-5 3</inkml:trace>
  <inkml:trace contextRef="#ctx0" brushRef="#br0" timeOffset="-19834.201">375 278,'0'0</inkml:trace>
  <inkml:trace contextRef="#ctx0" brushRef="#br0" timeOffset="-12379.332">1203 759,'18'3,"23"2,21 1,24 0,22-2,15-2,10 0,0 1,-4 0,-11 0,-16-1,-16 1,-21 3,-21 5,-18 1</inkml:trace>
  <inkml:trace contextRef="#ctx0" brushRef="#br0" timeOffset="-11968.983">1123 1709,'28'2,"28"1,31 0,25 0,19-4,12-1,2 0,-6 0,-10 2,-13 4,-15 4,-26-1</inkml:trace>
  <inkml:trace contextRef="#ctx0" brushRef="#br0" timeOffset="-11277.038">2300 306,'46'50,"-2"2,-3 2,-1 2,-4 2,-2 1,9 23,-10-12,-2 1,-3 1,-4 1,-3 1,-3 1,1 26,-12-50,-2 0,-2 0,-3 1,-1-1,-3 0,-2 0,-3 0,-2-1,-1 0,-3 0,-14 18,-3 0,-3-2,-2-2,-4-1,-2-2,-2-2,-3-3,-3-1,-24 19,-72 51,100-94</inkml:trace>
  <inkml:trace contextRef="#ctx0" brushRef="#br0" timeOffset="-10601.843">2741 306,'116'179,"49"90,-137-216,-3 1,-3 2,-2 0,-2 2,-3 0,-2 0,-3 1,-2 1,-4-1,-1 1,-4 0,-4 32,-12-4,-4-2,-4 0,-3-1,-4-2,-4-1,-3-2,-4-2,-3-1,-14 12,-22 28,59-90</inkml:trace>
  <inkml:trace contextRef="#ctx0" brushRef="#br0" timeOffset="-8419.605">2847 358,'1'0,"-1"0,0 0,1 0,-1 0,1 0,-1 0,0 0,1 0,-1 0,0 0,1 0,-1-1,0 1,1 0,-1 0,0 0,1-1,-1 1,0 0,0 0,1-1,-1 1,0 0,0 0,0-1,1 1,-1 0,0-1,0 1,0 0,0-1,0 1,1 0,-1-1,0 1,0 0,0-1,0 1,0-1,0 1,0 0,0-1,-1 1,1 0,0-1,0 1,0 0,0-1,0 1,0 0,-1-1,1 1,0 0,0-1,-1 1,1 0,0 0,0-1,-1 1,1 0,0 0,-1 0,1-1,0 1,-1 0,1 0,0 0,32 4,48 19,-2 4,-1 4,12 9,91 48,-5 8,-3 8,27 30,-114-76,-3 3,-3 4,-3 4,42 49,-106-105,0 0,-1 0,-1 1,0 0,-1 1,-1 0,0 0,-1 1,0 0,-2 0,0 1,0-1,-2 1,0 0,-1 0,0 1,-2-1,0 1,-17 28,17-46,-1 1,0-1,1 0,-1 0,0 0,0 0,1 0,-1 0,0 0,1 0,-1 0,0 0,0-1,1 1,-1 0,0 0,1-1,-1 1,0 0,1-1,-1 1,1 0,-1-1,1 1,-1-1,1 1,-1-1,1 1,-1-1,1 0,-1 1,1-1,0 0,-1 1,1-1,0 0,0 1,0-1,-1 0,1 1,0-1,0 0,0 0,0 1,0-1,0 0,1 0,-2-1,-5-17</inkml:trace>
  <inkml:trace contextRef="#ctx0" brushRef="#br0" timeOffset="-7335.477">2727 2538,'196'-65,"507"-188,-574 198,-2-6,-2-6,-4-5,28-27,-17-2,-87 56,-38 30,0 1</inkml:trace>
  <inkml:trace contextRef="#ctx0" brushRef="#br0" timeOffset="-6957.971">4506 1549,'0'-2,"0"1,0 0,0-1,1 1,-1 0,-1-1,1 1,0 0,0-1,0 1,-1 0,1 0,-1-1,1 1,-1 0,1 0,-1 0,0-1,1 1,-1 0,0 0,0 0,0 0,0 0,0 1,0-1,0 0,0 0,0 1,-1-1,1 1,0-1,0 1,-1-1,1 1,0 0,0-1,-1 1,1 0,0 0,-1 0,1 0,0 0,-1 0,1 1,0-1,-1 0,-3 6,1 0,0 0,0 0,0 0,1 0,-1 1,2 0,-1 0,1 0,0 0,0 0,1 0,0 0,0 0,1 1,0-1,0 1,0-3,1 0,-1 0,1-1,-1 1,1 0,1 0,-1-1,1 1,0-1,0 1,0-1,0 0,1 1,0-1,0-1,0 1,0 0,0-1,1 1,0-1,0 0,0 0,0-1,0 1,0-1,1 0,-1 0,3 0,8 3,1 0,-1-2,1 0,0 0,0-2,0 0,0-1,3-1,1 1,-1-1,-1-2,1 0,0-1,-1 0,1-2,-1 0,-1-1,1-1,-1 0,-1-2,1 0,11-10,-23 15,0 1,0-2,-1 1,0 0,0-1,0 0,-1 0,0 0,0 0,-1 0,1-1,-1 1,-1-1,1 0,-1 1,0-1,-1 0,0 0,0 0,0 0,-1 1,0-1,0 0,0 1,-1-1,0 0,-2-1,-2-7,0 0,-2 0,1 1,-2 0,0 0,-1 1,0 0,-1 1,0 0,-1 1,-1 0,7 4,-1 1,0 0,-1 0,1 0,-1 1,0 1,-1-1,1 1,-1 0,0 1,0 0,0 1,0 0,0 0,0 1,-1 0,1 0,-1 1,1 1,0-1,-1 2,1-1,0 1,0 0,0 1,0 0,-8 5,7 0,0 0,0 1,1 1,0 0,1 0,0 0,1 1,0 1,0-1,1 1,1 0,0 0,1 1,0-1,0 1,2 0,0 0,0 0,1 0,1 0,0 1,1-1,0 0,1 0,0 0,4 8,10 25</inkml:trace>
  <inkml:trace contextRef="#ctx0" brushRef="#br0" timeOffset="-6259.06">5081 1468,'261'20,"205"-12,-328-8,1192 22,-1155-21,-108-14,-67 11,1 1,-1-1,0 1,0-1,1 0,-1 1,0-1,0 1,-1-1,1 0,0 1,0-1,-1 1,1-1,-1 0,1 1,-1 0,0-1,0 1,0-1,1 1,-1 0,0-1,-1 1,1 0,0 0,0 0,0 0,-1 0,1 0,-1 0,1 0,0 1,-1-1,1 1,-1-1,0 1,0-1,-18-7,2 2</inkml:trace>
  <inkml:trace contextRef="#ctx0" brushRef="#br0" timeOffset="-4445.633">54 332,'-1'-3,"-1"0,1 0,-1 0,1 0,0 0,0 0,0 0,1 0,-1-1,1 1,0 0,0 0,0-1,0 1,1 0,-1 0,1-1,0 1,-1 0,2 0,-1 0,0 0,1 0,-1 0,1 0,0 1,0-1,0 1,0-1,0 1,7-3,0 1,0 0,1 1,-1 0,1 0,0 1,0 0,0 1,0 0,0 0,0 1,0 1,0 0,8 2,-10-2,0 1,0 0,0 0,0 1,0 1,0-1,-1 1,1 0,-1 1,0 0,0 0,-1 0,0 1,0 0,0 0,-1 0,1 1,-2 0,1 0,-1 0,0 1,0 0,-1-1,0 1,-1 0,1 0,-2 1,1-1,1 20,-1 1,-1-1,-2 1,0-1,-2 0,-2 1,0-1,-9 24,10-34,6-8,9-30,-9 16,25-50,-2-1,-3 0,-2-2,-3-1,-2 0,-1-12,-11 65,-4 27,1-16,-2 73,-1-30,2 1,2-1,3 1,1-1,12 48,-15-88,0 0,1 0,-1 0,2 0,-1 0,1-1,1 0,-1 0,2 0,-1 0,1-1,0 0,0 0,1 0,0-1,0 0,1 0,-1-1,1 0,8 3,-14-7,0 0,-1-1,1 1,0-1,0 1,0-1,0 0,0 0,-1 0,1 0,0 0,0 0,0-1,0 1,0 0,-1-1,1 0,0 1,0-1,-1 0,1 0,0 0,-1 0,1 0,-1 0,0-1,1 1,-1 0,0-1,1 1,-1-1,0 1,0-1,-1 0,1 1,0-1,0 0,-1 0,1 1,-1-1,1-2,0-2,0-1,-1 1,1-1,-1 1,-1-1,1 1,-1-1,0 1,0 0,-1-1,0 1,0 0,-8-11,0 0,-1 0,0 1,-2 1,0 0,0 0,-2 1,1 1,-2 1,0 0,0 1,-1 1,0 0,-1 1,0 1,-1 1,1 0,-1 2,-1 0,-4 0,-6 0,-1 0,0 3,0 0,-28 3,57 1,19-1,237-21,-157 9,147-10,-145 14</inkml:trace>
  <inkml:trace contextRef="#ctx0" brushRef="#br0" timeOffset="-3695.587">1 1375,'21'18,"1"0,1-2,0 0,1-2,1 0,1-2,-1-1,2-1,-1-1,3-1,-13-3,1 0,0-2,1 0,-1-1,0 0,1-2,13-1,-26 1,1 0,-1-1,1 0,-1-1,1 1,-1-1,0 0,0 0,0-1,0 1,0-1,0 0,-1-1,1 1,-1-1,0 1,0-2,0 1,-1 0,0-1,0 1,0-1,0 0,0 0,1-5,-2 5,0-1,-1 1,1-1,-1 0,-1 1,1-1,-1 0,0 0,0 0,0 1,-1-1,0 0,0 0,-1 1,1-1,-1 1,0-1,-1 1,1 0,-1 0,0 0,-1 0,1 0,-1 1,-1-2,3 5,1 1,-1 0,1-1,-1 1,0 0,1-1,-1 1,0 0,1 0,-1 1,1-1,-1 0,0 0,1 1,-1-1,1 1,-1 0,1-1,-1 1,1 0,-1 0,1 0,0 0,0 0,-1 0,1 0,0 0,0 0,0 1,0-1,0 0,0 1,1-1,-1 1,0-1,1 1,-1-1,1 1,-1-1,1 1,0 0,0-1,0 1,-8 23,2-1,1 1,1 0,1 0,1 0,1 18,1-33,2 106,6-1,4-1,6 0,5 2,10 71,-30-164,2 1,-1 0,-1 0,-2 0,0 1,-1-1,-4 20,4-41,0 0,-1 0,1 0,-1 0,1-1,-1 1,0 0,0 0,0 0,-1-1,1 1,-1-1,1 1,-1-1,0 0,0 1,0-1,0 0,0 0,0 0,-1-1,1 1,-1-1,1 1,-1-1,0 0,0 0,1 0,-1 0,0 0,0-1,0 1,0-1,0 0,-1 0,-7-3,-1-2,1 1,-1-2,1 0,1 0,-1-1,1 0,0 0,1-1,0-1,0 0,1 0,0 0,1-1,0 0,0-1,0-1,-8-12,0-1,2 0,0 0,2-1,1-1,2 0,0 0,2-1,0 0,1-8,4 26,0 0,1 1,0-1,0 1,1-1,0 0,1 1,0 0,0-1,1 1,0 0,1 0,0 0,0 1,1-1,0 1,1 0,-1 1,4-4,13-6,0 2,2 0,-1 1,2 1,0 1,0 2,1 0,0 2,1 0,0 2,7 0,-13 1,76-17</inkml:trace>
  <inkml:trace contextRef="#ctx0" brushRef="#br0" timeOffset="-2789.506">6070 385,'-11'66,"3"1,4-1,2 1,5 53,-1-53,-2-2,0-23,1 0,2 0,7 36,-10-79,0 1,0 0,0 0,0-1,0 1,0 0,0 0,0-1,0 1,0 0,0 0,0-1,0 1,0 0,0 0,0-1,1 1,-1 0,0 0,0 0,0-1,0 1,0 0,0 0,1 0,-1-1,0 1,0 0,0 0,1 0,-1 0,0-1,0 1,1 0,-1 0,0 0,0 0,0 0,1 0,-1 0,0 0,0 0,1 0,-1 0,0 0,0 0,1 0,-1 0,0 0,7-52,-3 0,-2 0,-2-16,-1 6,4-16,-4 0,-4 0,-3 1,-3-1,-4 2,-5-8,-22-16,42 99,0 0,1 1,-1-1,0 0,1 1,-1-1,1 0,-1 1,1-1,-1 0,1 1,0-1,-1 1,1-1,0 1,-1 0,1-1,0 1,0 0,-1-1,1 1,0 0,0 0,-1 0,1 0,0-1,0 1,0 0,-1 0,1 1,0-1,0 0,0 0,-1 0,1 0,0 1,0-1,-1 0,1 1,0-1,-1 1,1-1,0 1,-1-1,1 1,0-1,-1 1,1 0,6 0,143 23,1-8,94-2,-235-14,30 10,-38-2</inkml:trace>
  <inkml:trace contextRef="#ctx0" brushRef="#br0" timeOffset="-2527.103">6003 586,'18'0,"18"0,18 0,20-3,19-4,13-4,7-5,-8 1,-23 3</inkml:trace>
  <inkml:trace contextRef="#ctx0" brushRef="#br0" timeOffset="-1262.227">7206 506,'20'-5,"17"-1,12-2,8 0,-2 2,-10 6,-12 8,-13 2</inkml:trace>
  <inkml:trace contextRef="#ctx0" brushRef="#br0" timeOffset="-983.45">7193 773,'18'5,"15"1,14 0,12-2,9-1,6-1,-2-1,-13 0</inkml:trace>
  <inkml:trace contextRef="#ctx0" brushRef="#br0" timeOffset="2887.995">7968 12,'-21'-7,"40"3,120 6,367 7,662 20,-887-11,-225-8,-70-13</inkml:trace>
  <inkml:trace contextRef="#ctx0" brushRef="#br0" timeOffset="5681.395">415 4717,'8'-8,"0"1,0 1,1 0,0 0,0 1,1 0,-1 0,1 1,0 0,0 1,0 0,1 1,-1 0,1 0,-1 1,1 1,0 0,-1 0,1 1,-1 0,1 1,1 1,-6 0,-1 0,0 1,0-1,-1 1,1 0,-1 1,0-1,0 1,0 0,0 0,-1 0,0 0,0 1,0-1,-1 1,0 0,0 0,-1 0,1 0,-1 1,10 125,-48 131,38-264,-1 1,1-1,-1 1,0-1,1 1,-1-1,1 1,-1-1,1 1,0 0,-1-1,1 1,-1 0,1-1,0 1,-1 0,1 0,0 0,-1 0,1 0,0-1,-1 1,1 0,0 0,-1 1,1-1,0 0,-1 0,1 0,0 0,-1 0,1 1,-1-1,1 0,0 1,-1-1,1 0,-1 1,1-1,-1 1,1-1,-1 1,1-1,-1 1,1-1,-1 1,0-1,1 1,-1 0,0-1,0 1,1 0,-1-1,0 1,0 0,0-1,0 1,0 0,0-1,0 1,0 0,0-1,23-23,-1-1,-2-1,0 0,-2-2,0 0,-2-2,-1 1,3-14,-3 11,-1 0,-2-1,-2 0,-1-1,-1 0,-2-1,0-2,-7 36,1 0,0 1,0-1,0 0,-1 0,1 0,0 0,0 1,-1-1,1 0,0 0,0 0,-1 0,1 0,0 0,0 0,-1 0,1 0,0 0,0 0,-1 0,1 0,0 0,-1 0,1 0,0 0,0 0,-1 0,1 0,0 0,0 0,-1-1,1 1,0 0,0 0,-9 23,2 1,1 0,1 1,0-1,2 1,1 0,1 9,0-9,1-1,1 1,2 0,0-1,1 1,1-1,2 0,0 0,2-1,0 0,2 0,0-1,1-1,2 0,0-1,-11-15,1 0,0-1,0 0,0 0,0 0,1-1,0 1,-1-1,1 0,0 0,1-1,-1 0,0 0,1 0,-1 0,4 0,-8-2,1-1,-1 1,1 0,0-1,-1 1,1-1,-1 1,0-1,1 0,-1 1,1-1,-1 0,0 0,0 0,1 0,-1 0,0-1,0 1,0 0,0 0,0-1,-1 1,1-1,0 1,-1 0,1-1,-1 1,1-1,-1 0,1 1,-1-1,0 1,0-1,0 1,0-1,0 0,0 1,-1-1,1 1,-2-26</inkml:trace>
  <inkml:trace contextRef="#ctx0" brushRef="#br0" timeOffset="5960.172">922 5011,'-20'-9,"-16"-6,-9 1,-3-1,4 4,7 2,15 3,19 6,25 4,27 1,31 1,33-4,26-4,17-4,7-3,-25-1</inkml:trace>
  <inkml:trace contextRef="#ctx0" brushRef="#br0" timeOffset="6485.761">2220 4676,'-2'4,"0"0,0 0,1 1,-1-1,1 0,0 1,0-1,1 1,-1-1,1 1,0-1,0 0,1 1,-1-1,1 1,0-1,0 1,1-1,-1 0,1 0,0 0,0 0,0 0,0 0,1 0,0-1,2 3,5 6,0-1,1 0,0 0,1-1,1-1,-1 0,8 3,-7-3,0-2,1 1,0-2,0 0,0-1,1 0,0-1,0-1,0 0,0-1,1 0,-1-2,0 0,1 0,6-2,-16-1,1 0,-1 0,0 0,0-1,0 0,0 0,-1-1,1 0,-1 0,0 0,-1 0,1-1,-1 0,0 1,-1-2,0 1,1 0,-2-1,1 1,-1-1,0 0,0 0,-1 0,0 0,0 0,-1 0,0 0,0 0,-1 0,0 0,0 0,0 0,-2-2,-3 0,3 31,0 100,6-1,12 68,-13-157,55 406,-58-418,-11-45,6 10,-216-379,221 393,0 0,-1-1,1 1,0-1,0 1,0-1,0 0,0 1,1-1,-1 0,0 0,1 0,-1 0,1 1,0-1,0 0,-1 0,1 0,1 0,-1 0,0 0,0 0,1 0,-1 1,1-1,-1 0,1 0,0 0,0 1,0-1,0 0,0 1,0-1,0 1,0-1,1 1,-1 0,0 0,1-1,-1 1,1 0,0 0,-1 0,1 0,0 1,0-1,-1 0,1 1,25-6,-1 0,1 2,0 2,0 0,14 2,10-2,181-6,-124 4</inkml:trace>
  <inkml:trace contextRef="#ctx0" brushRef="#br0" timeOffset="6926.609">361 5680,'1188'-54,"-893"35,2100-72,-2261 93,-45 1</inkml:trace>
  <inkml:trace contextRef="#ctx0" brushRef="#br0" timeOffset="7616.937">963 6241,'-4'13,"1"0,1 1,0 0,1 0,1-1,0 1,1 0,0 0,1-1,1 1,0-1,0 1,2-1,-1 0,2 0,0-1,0 0,1 0,1 0,0-1,0 0,1-1,4 3,-3-5,1-1,-1 0,2-1,-1 0,1-1,0 0,0-1,0 0,0-1,1 0,0-1,-1-1,1 0,0 0,0-2,-1 1,6-2,-9 1,0-1,0 1,0-2,0 1,-1-1,1-1,-1 1,0-1,0-1,0 0,0 0,-1 0,0-1,0 0,0 0,-1-1,0 0,0 0,-1 0,0-1,0 0,-1 0,0 0,2-5,-4 1,0-1,-1 0,0 0,-1 0,0 0,-1 0,0 0,-1 1,-1-1,0 0,-1 1,0 0,-1 0,0 0,-1 0,0 1,-1 0,0 0,-1 1,0 0,0 0,-1 1,-1 0,0 0,0 1,0 1,-1 0,-2-1,4 2,-1 1,0 0,0 1,0 0,0 0,-1 1,0 1,1-1,-1 2,0 0,0 0,0 1,0 0,0 1,0 0,0 1,0 0,1 0,-1 1,1 1,-1 0,1 0,0 1,1 1,-1-1,1 1,0 1,1 0,0 0,0 1,0 0,0 1,0 1,0 1,1-1,0 1,1 1,1-1,0 1,0 0,1 0,0 0,1 0,1 1,0 0,1-1,0 1,1 0,0-1,1 1,0 0,1 0,1-1,0 0,4 10,20 48</inkml:trace>
  <inkml:trace contextRef="#ctx0" brushRef="#br0" timeOffset="8247.266">2407 6268,'-7'11,"1"0,0 1,0 0,2 0,-1 0,2 1,-1-1,2 1,-1 7,2-14,1 0,0-1,0 1,0-1,1 1,0 0,0-1,0 1,1-1,0 0,0 1,0-1,0 0,1 0,0 0,0-1,0 1,1-1,0 0,0 0,0 0,0 0,0 0,9 3,-1-1,1 0,0-1,1 0,-1-1,1 0,0-1,0-1,0 0,0-1,0-1,0 0,1-1,-1 0,0-1,0-1,-1 0,1-1,0 0,8-5,-13 6,-1 0,-1 0,1-1,0 0,-1 0,0-1,0 0,0 0,-1-1,0 0,0 0,0 0,-1-1,1 0,-2 0,1 0,-1 0,0-1,-1 0,0 0,0 0,0 0,-1 0,0-1,-1 1,0 0,0-1,-1 1,0-1,-1-6,-1 6,0-1,0 1,-1 0,0 0,0 0,-1 1,0-1,-1 1,0 0,0 0,-1 1,0-1,0 1,0 0,-1 1,0 0,-1 0,1 0,-1 1,0 0,-1 1,1 0,-1 0,0 0,0 1,0 1,0 0,0 0,0 0,-1 1,1 1,-1 0,1 0,0 0,-1 2,1-1,0 1,-1 0,1 1,0 0,-4 2,-5 8,1 1,0 0,0 1,2 1,0 0,0 1,2 1,0 0,1 1,-1 5,-33 53</inkml:trace>
  <inkml:trace contextRef="#ctx0" brushRef="#br0" timeOffset="8893.978">829 7270,'-6'17,"0"0,1 1,1-1,1 1,0 0,1 0,1-1,1 2,0-1,1 0,1-1,1 1,1 0,0-1,1 1,1-1,1 1,-3-10,1 0,0 0,0-1,0 0,1 0,0 0,1 0,0-1,0 0,0-1,0 1,1-1,0-1,0 1,0-1,1-1,-1 0,1 0,0-1,0 1,0-2,0 0,0 0,0 0,0-1,1-1,-1 1,0-2,0 1,0-1,0 0,-1-1,1 0,0-1,-1 1,5-5,-4 2,-1 0,0-1,-1-1,1 1,-1-1,-1 0,0-1,0 0,0 0,-1 0,-1 0,1-1,-2 0,1 0,-1 0,-1 0,0-1,0 1,-1 0,0-1,-1 1,0-1,-2-3,1-3,-1 0,-1 0,0 1,-2-1,0 1,0 0,-2 0,0 1,-1-1,0 2,-1-1,-1 1,0 1,-2-2,8 10,0 0,0 1,0-1,-1 1,1 0,-1 1,0-1,0 1,0 0,-1 0,1 0,-1 1,0 0,1 0,-1 0,0 1,0 0,0 0,0 1,0-1,-1 1,1 0,0 1,0 0,0 0,0 0,0 1,1-1,-1 1,0 1,1-1,-1 1,-4 3,-3 6,1 1,0 1,0-1,2 2,0 0,0 0,1 1,1 0,1 0,0 1,2 0,-1 0,2 0,0 1,1 0,1-1,1 1,1 0,0 0,1 0,1 0,2 7,9 59</inkml:trace>
  <inkml:trace contextRef="#ctx0" brushRef="#br0" timeOffset="9298.506">2433 7578,'15'-54,"-3"0,-1 0,-4-1,1-35,-8-107,-6 186,3 38,-1 439,4-358</inkml:trace>
  <inkml:trace contextRef="#ctx0" brushRef="#br0" timeOffset="9943.78">1190 8955,'13'-52,"-3"0,-2 0,-2-1,-2 0,-4-41,-2-188,-2 257,-2 46,-9 441,24-225,-1-140</inkml:trace>
  <inkml:trace contextRef="#ctx0" brushRef="#br0" timeOffset="10363.185">2139 8861,'5'10,"0"-1,1 1,0-1,1 0,-1-1,2 0,-1 0,1 0,0-1,1 0,0 0,-4-5,-1 1,1 0,0-1,0 0,0 0,0-1,0 1,0-1,0 0,0 0,1-1,-1 0,0 0,1 0,-1 0,0-1,0 0,0 0,1 0,-1-1,0 0,0 0,3-2,4-4,0-1,-1 0,0-1,-1 0,0-1,-1 0,0 0,-1-1,0 0,0-1,-2 1,1-1,-2-1,0 1,0-1,-2 0,1 0,-2 0,0-1,0 1,-2-1,0 1,-1-10,0 11,0 0,-1-1,-1 2,0-1,0 0,-2 1,1-1,-2 1,0 0,0 1,-8-11,11 17,-1 0,0 0,0 0,-1 1,1 0,-1 0,0 0,0 0,-1 1,1 0,-1 0,1 0,-1 1,0-1,0 1,0 1,0-1,-1 1,1 0,0 1,0 0,-1 0,1 0,0 0,-5 2,-8 4,1 2,-1 0,2 1,-1 0,2 2,-1 0,1 1,1 0,0 1,1 1,0 0,1 1,1 1,0 0,1 1,-8 17,-37 63,10-5</inkml:trace>
  <inkml:trace contextRef="#ctx0" brushRef="#br0" timeOffset="10870.726">1123 10292,'-6'-79,"3"-1,3 1,9-55,-2 23,-1-61,-5 409,-1-224,-2 65,4 1,3-1,4 1,10 38,-3-60</inkml:trace>
  <inkml:trace contextRef="#ctx0" brushRef="#br0" timeOffset="11204.874">1965 10091,'17'-100,"-4"-1,-4-1,-5 1,-5-17,28 500,-15-268,4 0,20 59,-19-109</inkml:trace>
  <inkml:trace contextRef="#ctx0" brushRef="#br0" timeOffset="12220.059">3904 4182,'-12'51,"2"0,1 1,4 0,1 0,3 1,4 40,-3-86,34 519,-11-239,5 760,-42-512,-3 151,42 251,49-272,-51-488,-3-6,-6 1,-9 0,-7 11,-3-113,-4-1,-16 62,37-169,-3 5</inkml:trace>
  <inkml:trace contextRef="#ctx0" brushRef="#br0" timeOffset="13121.688">4385 5492,'323'-16,"678"-52,-328 51,-527 4,-143 9,-17 3,-73 4,35 0</inkml:trace>
  <inkml:trace contextRef="#ctx0" brushRef="#br0" timeOffset="13677.964">4933 4276,'-9'113,"6"101,3-207,0 65,3 0,3-1,12 46,-4-75,-8-45,-1-89,-6 78,-43-364,4 57,40 320,-1-1,1 0,0 1,0-1,0 0,0 1,0-1,1 0,-1 1,0-1,1 0,-1 1,1-1,0 1,0-1,-1 1,1-1,0 1,0 0,0-1,0 1,0 0,1 0,-1 0,0-1,1 1,-1 1,0-1,1 0,-1 0,1 1,0-1,-1 0,1 1,-1 0,1-1,0 1,-1 0,1 0,0 0,-1 0,1 0,0 0,1 1,295-14,58 2,-351 11,-1-1,-1 1,1 0,-1 0,1 1,-1-1,1 1,-1-1,1 1,-1 0,0 0,1 1,-1-1,0 1,0-1,0 1,0 0,0 0,1 2,2 13</inkml:trace>
  <inkml:trace contextRef="#ctx0" brushRef="#br0" timeOffset="13962.208">4866 4583,'21'7,"20"5,19-1,22-1,20-3,17-2,12-2,6-2,-7-1,-25 0</inkml:trace>
  <inkml:trace contextRef="#ctx0" brushRef="#br0" timeOffset="14618.001">4532 6107,'164'-307,"-93"166,-58 120,-6 21,-10 69,-5 14,4 0,3-1,4 1,3 0,7 18,2-23,-2-14</inkml:trace>
  <inkml:trace contextRef="#ctx0" brushRef="#br0" timeOffset="15463.474">4613 7337,'-8'12,"1"0,0 0,1 1,0 0,1 0,0 0,1 1,1 0,0 0,1 0,1 0,0 0,0 0,2 0,0 0,0 0,3 10,-2-19,0 0,0 0,1-1,-1 1,1-1,0 0,0 1,0-1,1-1,-1 1,1 0,0-1,0 0,0 0,1 0,-1 0,1-1,-1 0,1 0,0 0,0 0,0-1,0 0,0 0,0 0,0 0,0-1,5 0,1 0,0-1,0 0,1 0,-1-1,0-1,-1 0,1 0,0-1,-1-1,0 1,0-2,9-5,-8 1,0-1,0-1,-1 1,0-2,-1 1,-1-1,0-1,0 0,-1 0,-1 0,-1-1,0 0,-1 0,0 0,-1 0,-1-1,-1 1,0-1,-1 0,0 1,-1-1,-1 1,-1-1,0 1,-2-5,2 11,1 0,-2 0,1 0,-1 1,0-1,-1 1,0 0,-1 0,1 1,-1 0,-1 0,-2-2,6 6,0 0,0 1,-1-1,0 1,1 0,-1 0,0 0,0 0,0 1,0-1,-1 1,1 0,0 1,0-1,-1 1,1 0,0 0,-1 0,1 0,0 1,0 0,-1 0,1 0,0 0,0 1,0-1,-2 2,-7 7,0 0,1 1,1 0,0 1,0 0,1 1,1 0,0 1,0-1,2 2,0-1,1 1,0 0,1 0,0 1,2 0,-1 6,-15 59</inkml:trace>
  <inkml:trace contextRef="#ctx0" brushRef="#br0" timeOffset="15996.052">4652 8487,'-3'11,"0"0,0 1,1-1,0 1,1-1,1 1,-1 0,2-1,0 1,0 0,1-1,1 1,0-1,0 0,1 0,0 0,1-1,1 1,-1-1,2 0,-1-1,1 1,1-1,0-1,0 1,0-1,1-1,0 0,1 0,0-1,6 4,-9-8,-1 1,1-1,0 0,0 0,0-1,0 0,0 0,0-1,0 0,1 0,-1-1,0 0,0 0,0 0,0-1,0 0,-1-1,1 1,0-1,-1-1,0 1,0-1,0 0,0 0,-1-1,1 0,-1 0,0 0,-1 0,1-1,-1 0,0 0,-1 0,1 0,-1-1,-1 1,1-1,0-5,3-4,-2 0,0-1,-1 0,-1 1,0-1,-1 0,-1-1,-1 1,0 0,-1 0,-1 1,-1-1,0 1,-1-1,-1 1,0 0,-1 1,-1 0,-1 0,0 0,0 1,-2 1,0-1,6 8,-1 1,1 0,-1 0,0 0,0 1,-1 0,0 0,1 1,-1-1,0 2,-1-1,1 1,0 0,-1 0,1 1,-1 0,0 0,1 1,-1 0,1 0,-1 1,0 0,1 0,-1 1,1 0,0 0,0 1,-1 0,2 0,-1 1,-3 2,-5 7,1 0,0 2,1-1,1 2,0 0,1 0,1 1,0 0,2 1,0 0,1 0,0 1,2 0,0 0,1 0,0 8,-12 61</inkml:trace>
  <inkml:trace contextRef="#ctx0" brushRef="#br0" timeOffset="16791.984">4586 9757,'13'-57,"3"0,2 1,3 1,2 1,29-48,-52 101,-1 1,1-1,0 0,0 0,0 0,0 1,1-1,-1 0,0 0,0 1,0-1,0 0,1 1,-1-1,0 0,1 0,-1 1,1-1,-1 1,1-1,-1 0,1 1,-1-1,1 1,-1-1,1 1,0-1,-1 1,1 0,0-1,-1 1,1 0,0 0,0-1,-1 1,1 0,0 0,0 0,-1 0,1 0,0 0,0 0,-1 0,1 0,0 0,0 0,-1 1,1-1,0 0,0 1,-1-1,1 0,0 1,-1-1,1 1,-1-1,1 1,0-1,4 124,-7-80,-1 457,3-493,0-1,0 0,-1 0,0 0,0 0,-1 0,1 0,-2 0,1 0,-1-1,0 1,0-1,-1 1,0-1,0-1,0 1,-1 0,0-1,-2 2,7-7,-1 0,1 0,0 0,-1 0,1 0,0 0,0 0,-1 1,1-1,0 0,-1 0,1 0,0 0,0 0,-1 0,1 1,0-1,0 0,0 0,-1 0,1 1,0-1,0 0,0 0,0 1,-1-1,1 0,0 0,0 1,0-1,0 0,0 1,0-1,0 0,0 0,0 1,0-1,0 0,0 1,0-1,0 0,0 1,0-1,0 0,0 0,0 1,0-1,0 0,1 0,-1 1,0-1,0 0,0 0,1 1,-1-1,0 0,0 0,0 0,1 1,-1-1,0 0,0 0,1 0,-1 0,0 0,1 0,22 1,-18-1,300-25,-259 25</inkml:trace>
  <inkml:trace contextRef="#ctx0" brushRef="#br0" timeOffset="20197.724">8275 5238,'42'-26,"216"-186,1619-1277,-1157 1003,21 32,287-106,-951 520,-78 40,1 0,0 0,0 0,0-1,0 1,-1 0,1 0,0 0,0 0,0 0,0 0,0-1,0 1,0 0,-1 0,1 0,0 0,0 0,0-1,0 1,0 0,0 0,0 0,0 0,0-1,0 1,0 0,0 0,0 0,0 0,0-1,0 1,0 0,0 0,0 0,0 0,0-1,0 1,1 0,-1 0,0 0,0 0,0 0,0-1,0 1,0 0,0 0,1 0,-1 0,0 0,0 0,0 0,-20 1,16-1,-103 8,1-5,-1-5,-17-6,108 6,27-7,461-122,-384 117,-87 14,0 1,0-1,0 0,0 1,0-1,-1 1,1 0,0-1,0 1,0-1,-1 1,1 0,0 0,-1 0,1-1,0 1,-1 0,1 0,-1 0,0 0,1 0,-1 0,0 0,1 0,-1 0,0 0,0 0,0 0,0 0,0 0,0 0,0 0,0 0,-1 0,1 0,0 0,-1 0,1 0,0 0,-1 0,1 0,-1 0,0 0,1 0,-1-1,0 1,0 0,-83 142,51-94,-108 179,-13 50,109-191</inkml:trace>
  <inkml:trace contextRef="#ctx0" brushRef="#br0" timeOffset="49333.126">8422 5212,'26'8,"304"177,-148-62,-5 8,-6 8,83 93,-39-37,155 104,-123-136,7-11,6-12,62 15,275 118,-575-261,-17-9,-17-12,11 9,0 0,0-1,0 1,0 0,1 0,-1 0,0 0,0 0,0 0,0 0,0 0,0 0,0 0,1 0,-1 0,0 1,0-1,0 0,0 1,1-1,-1 1,0-1,0 1,1-1,-1 1,0-1,1 1,-1 0,0-1,1 1,-1 0,1 0,-1-1,1 1,0 0,-1 0,1 0,0-1,0 1,-1 0,1 0,0 0,0 0,0 0,0 0,0-1,0 1,0 0,0 0,1 0,-1 0,0 0,0 0,1-1,-1 1,1 0,-1 0,0 0,1-1,0 1,0 0,1 10</inkml:trace>
  <inkml:trace contextRef="#ctx0" brushRef="#br0" timeOffset="49694.159">11831 6963,'-4'13,"1"0,0 0,1 0,1 0,0 0,0 0,2 1,-1-1,2 0,0 0,0 0,1 0,1 0,0-1,1 1,0 0,25 48,2 0,3-2,2-1,3-2,12 21,-34-51,13 19,-2 1,-2 2,-2 0,1 10,-25-57,-1-1,1 1,0 0,-1 0,1 0,-1-1,0 1,1 0,-1 0,1 0,-1 0,0 0,0 0,0 0,1 0,-1-1,0 1,0 0,0 0,-1 0,1 0,0 0,0 0,0 0,-1 0,1 0,0 0,-1 0,1-1,-1 1,1 0,-1 0,1 0,-1-1,0 1,1 0,-1-1,0 1,0-1,1 1,-1 0,0-1,0 0,0 1,0-1,1 1,-1-1,0 0,0 0,0 0,0 0,0 1,0-1,0 0,0 0,0-1,-1 1,-135-30,87 18,0 2,0 2,-1 3,0 2,0 2,-32 4,-65 16,1 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50.9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1,'25'2,"20"1,13 0,4-1,-2-1,-11 5,-14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51.2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0,'25'5,"19"1,19-1,14-5,10-5,-10-2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50.4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57 168,'-12'195,"10"82,2-208,4 1,3-1,4 13,-7-77,-3-20,-1-79,-4 0,-7-17,4 26,-36-382,42 465,1 0,-1 0,0 0,1 0,-1 0,1 0,0 0,0 0,0-1,0 1,0 0,0 0,1 0,-1 0,0 0,1 0,0 0,0 0,-1 0,1 0,0 0,0 0,1 1,-1-1,0 0,1 1,-1-1,1 1,-1-1,1 1,0 0,-1 0,1 0,0 0,0 0,0 0,0 0,0 0,0 1,0-1,2 1,196 5,-179-4,2-1,-1 1,0 2,1 0,-1 1,-1 1,1 2,-1 0,5 2,-2 10,-11-1</inkml:trace>
  <inkml:trace contextRef="#ctx0" brushRef="#br0" timeOffset="290.224">70 435,'16'5,"14"1,16 0,13-1,14-2,6-3,3-3,-5 1,-14-1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57.3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0,'5'69,"3"-1,2 0,4-1,3 0,7 14,-1 4,44 188,-12 2,-12 3,-4 111,-11 444,-6-99,-22-733,6 109,21 104,4-111,-17-84,-3-14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55.1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10 90,'-5'35,"2"0,1 0,2 0,2 0,3 25,-3-42,93 961,-66 328,-29-1025,0-267,0 46,2 0,10 58,10-51,-11-54</inkml:trace>
  <inkml:trace contextRef="#ctx0" brushRef="#br0" timeOffset="968.136">532 518,'8'-8,"1"0,1 1,-1 0,1 1,0 0,1 0,-1 1,1 0,0 1,0 1,1-1,-1 2,1 0,3 0,-7 1,-1 0,1 1,-1 0,1 1,-1 0,0 0,1 0,-1 1,0 0,0 0,0 1,0 0,0 1,-1-1,1 1,-1 0,0 1,0-1,0 1,-1 0,0 1,4 4,-2 1,0 0,0 1,-1 0,0 0,-1 0,-1 1,0 0,-1 0,0 0,0 0,-2 0,1 11,-12 165,3-125,8-33,-1-31,0 0,0 1,0-1,0 1,1-1,-1 1,0-1,0 1,0-1,1 0,-1 1,0-1,1 1,-1-1,0 0,1 1,-1-1,0 0,1 0,-1 1,1-1,-1 0,0 0,1 1,-1-1,1 0,-1 0,1 0,-1 0,1 0,-1 0,1 0,-1 0,1 0,-1 0,0 0,1 0,-1 0,1 0,-1 0,1-1,-1 1,1 0,-1 0,0 0,1-1,-1 1,1 0,-1-1,0 1,1 0,-1-1,0 1,1 0,-1-1,0 1,1-1,12-12,-1-1,0-1,-1 0,0-1,-2 0,1 0,-2-1,0 0,2-10,7-14,-2-2,-2 0,-2 0,-2-1,3-36,-14 35,-5 48,2 7,1 0,0 0,0 1,1-1,1 1,0 0,0 0,1 0,0 0,0 0,-2 14,1 1,1-1,1 1,1-1,2 1,0-1,2 0,1 0,1-1,0 1,2-1,1-1,1 0,1 0,1-1,1-1,1 0,14 15,-18-23,1-1,0-1,0 0,1 0,1-1,0-1,9 4,-23-12,1 0,-1 0,0-1,1 1,-1-1,1 1,0-1,-1 1,1 0,-1-1,1 0,0 1,-1-1,1 1,0-1,0 0,-1 0,1 1,0-1,0 0,-1 0,1 0,0 0,0 0,0 0,-1 0,1 0,0 0,0 0,-1 0,1-1,0 1,0 0,-1 0,1-1,0 1,-1 0,1-1,0 1,-1-1,1 1,0-1,-1 1,1-1,-1 0,1 1,-1-1,0 0,1 1,-1-1,0 0,1 0,-1 1,0-1,0 0,1 0,-1 1,0-1,0 0,0 0,0 1,0-1,0 0,0 0,-5-9,1 0,-2 1,1-1,-1 1,0 1,-1-1,0 1,-1 0,-5-4,2 0,-285-263,225 212,34 23,37 39,1 1,-1-1,0 0,0 0,1 0,-1 1,0-1,1 0,-1 1,1-1,-1 0,1 1,-1-1,1 1,0-1,-1 1,1-1,0 1,-1-1,1 1,0 0,-1-1,1 1,0 0,0-1,0 1,-1 0,1 0,0 0,0 0,0 0,-1 0,1 0,0 0,0 0,0 0,0 1,2-2,297-7,59 10,-256 1</inkml:trace>
  <inkml:trace contextRef="#ctx0" brushRef="#br0" timeOffset="1676.347">907 1869,'47'93,"-39"-81,7 12,0-1,2 0,0-1,1-1,1-1,2-1,-1 0,2-2,0 0,2-2,-1 0,12 3,-31-15,0-1,1 0,-1 0,1 0,0-1,0 1,-1-1,1 0,0 0,0-1,0 0,0 0,0 0,0 0,0-1,-1 0,1 0,0 0,0 0,-1-1,1 0,0 0,-1 0,0 0,0-1,1 0,-2 0,1 0,3-3,-1-6,0 1,-1-1,-1 0,0-1,0 1,-1-1,-1 0,0 0,-1 0,0 0,-1 0,-1 0,0 1,-1-1,0-4,-11-29,7 51,-1 71,7 207,21 125,-17-353,3 15,-4-1,-3 1,-8 52,7-110,-2 1,0 0,0-1,-1 1,-1-1,0 0,0-1,-7 11,10-19,0 0,0 0,-1 0,1 0,-1 0,0 0,1-1,-1 1,0-1,0 0,-1 0,1 0,0 0,-1 0,1-1,-1 1,0-1,1 0,-1 0,0-1,0 1,0-1,1 0,-1 0,0 0,0 0,0-1,1 0,-1 1,0-1,-1-1,-7-5,2 0,-1-1,1 0,0-1,1 0,-1 0,2-1,0 0,0-1,1 0,0 0,1 0,0-1,1 0,0 0,1-1,0 1,-1-10,-3-4,0-1,2 0,1-1,1 1,2-1,1 0,1 0,2-17,-1 33,1 1,0-1,1 0,0 1,0 0,1-1,1 1,0 1,1-1,0 1,0 0,1 0,0 1,1 0,0 0,1 1,-1 0,2 0,-1 1,1 1,4-3,22-8,1 2,0 1,1 2,0 2,6 0,41-11,-12 0</inkml:trace>
  <inkml:trace contextRef="#ctx0" brushRef="#br0" timeOffset="7651.184">652 24,'600'-13,"-903"12,32-7,264 6,30 4,-15-2,460 17,-340-12,-464-16,232 0,146 13,226 15,-212-15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51.5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1,'-6'45,"2"0,3 1,1-1,2 0,2 1,8 30,-9-55,20 152,48 420,-30 413,-25-450,18-113,-21-346</inkml:trace>
  <inkml:trace contextRef="#ctx0" brushRef="#br0" timeOffset="2015.27">413 603,'8'-1,"0"0,0 0,0 1,0 0,0 0,1 1,-1 0,0 0,0 1,-1 0,1 0,0 1,-1 0,1 1,-1-1,0 1,0 1,0-1,-1 1,0 0,0 1,0 0,0 0,-1 0,0 0,0 1,-1 0,0 0,1 2,3 17,0 1,-1-1,-2 2,-1-1,-1 0,-1 1,-2 0,-1-1,-1 1,-1-1,-1 0,-4 9,8-35,-2 24,3-26,-1 1,0 0,0 0,0 0,0-1,1 1,-1 0,0 0,0 0,0 0,1 0,-1 0,0 0,0-1,1 1,-1 0,0 0,0 0,1 0,-1 0,0 0,0 0,1 0,-1 0,0 0,0 0,1 0,-1 1,0-1,0 0,1 0,-1 0,0 0,0 0,0 0,1 0,-1 1,0-1,0 0,0 0,0 0,1 1,-1-1,0 0,0 0,0 0,0 1,0-1,0 0,0 0,1 1,-1-1,0 0,0 0,0 1,0-1,0 0,0 0,0 1,0-1,0 0,-1 0,12-14,-1-1,-1-1,-1 0,0 0,-1 0,2-10,-3 9,111-296,-105 293,-12 20,1 0,-1 0,1 0,0 0,-1 0,1 0,-1 0,1 0,-1 1,1-1,0 0,-1 0,1 1,-1-1,0 0,1 1,-1-1,1 0,-1 1,1-1,-1 1,0-1,1 1,-1-1,0 1,1-1,-1 1,0-1,0 1,0-1,0 1,1-1,-1 1,0 0,0-1,0 1,0-1,0 1,0-1,0 1,0 0,-1-1,1 1,0-1,0 1,0-1,-1 1,1 0,0-1,13 230,-11-208,1 1,1-1,1 0,0 0,2 0,1-1,0 0,2 0,0-1,2-1,0 1,1-2,1 0,12 13,15-4,-40-27,0 1,0-1,0 1,0-1,0 1,1-1,-1 0,0 1,0-1,0 0,0 0,1 0,-1 0,0 0,0 0,0 0,1-1,-1 1,0 0,0-1,0 1,0 0,0-1,0 1,0-1,0 0,0 1,0-1,0 0,0 0,0 0,0 1,-1-1,1 0,0 0,0-1,4-13</inkml:trace>
  <inkml:trace contextRef="#ctx0" brushRef="#br0" timeOffset="2190.896">626 870,'-4'-2,"5"-1,18 2,24 2,26 0,21 0,15 1,7-2,-5 3,-21 1</inkml:trace>
  <inkml:trace contextRef="#ctx0" brushRef="#br0" timeOffset="3118.926">587 1887,'9'33,"1"1,1-1,3-1,0-1,2 0,1 0,2-2,18 23,-27-37,0 0,1 0,1-1,1 0,0-1,1 0,0-1,0-1,2 0,-1-1,1-1,1 0,0-1,0-1,7 1,-21-7,1 0,0-1,0 0,0 0,0 0,0 0,0-1,0 1,0-1,0 0,0 0,-1-1,1 1,0-1,-1 0,1 0,-1 0,0 0,1 0,-1-1,0 1,-1-1,1 0,0 0,-1 0,0-1,1 1,-1 0,-1-1,2 0,2-9,0 0,0-1,-1 1,-1-1,0 0,-1 0,0-13,0 11,0 0,-2 0,0 1,-1-1,-1 0,0 0,-1 1,0-1,-6-11,9 28,0-1,0 1,0 0,0 0,0 0,-1-1,1 1,0 0,-1-1,1 1,-1 0,1-1,-1 1,1 0,-1-1,1 1,-1-1,1 1,-1-1,0 1,1-1,-1 1,0-1,1 0,-1 1,0-1,0 0,1 0,-1 0,0 1,0-1,0 0,1 0,-1 0,0 0,0 0,0 0,1-1,-1 1,0 0,0 0,1-1,-1 1,0 0,0-1,1 1,-1 0,1-1,-1 1,0-1,1 1,-1-1,1 0,-1 1,1-1,-1 1,1-1,-1 0,1 0,0 1,-1-1,1 0,0 0,0 1,0-1,-1 0,1 0,0 1,0-1,0 0,-5 24,0 1,1 0,2 0,0 1,2-1,0 0,2 1,4 18,-6-38,48 339,-20-168,-1 70,-25-225,-1 0,0 1,-2-1,0 0,-1 0,-1 0,-2 0,0 0,0-1,-5 8,9-24,-1-1,1 1,0-1,-1 0,0 0,0 0,0 0,0 0,0 0,-1 0,1-1,-1 1,0-1,0 0,1 1,-2-1,1-1,0 1,0 0,0-1,-1 0,1 0,-1 0,1 0,-1 0,1-1,-1 1,0-1,1 0,-1 0,0 0,1-1,-1 1,-3-2,-3-4,0 0,1-1,0 0,0-1,0 0,1 0,0-1,1 0,0 0,0-1,1 0,0 0,1 0,-5-11,-7-16,0 0,3 0,1-2,2 1,1-2,2 1,0-21,6 51,0 0,1 0,0 0,0 0,1 0,1 0,-1-1,1 1,1 0,0 0,0 0,1 1,0-1,0 0,1 1,0 0,1 0,-1 0,2 0,-1 1,1 0,0 0,1 0,-1 1,8-5,9-2,1 2,0 1,0 0,1 2,0 1,1 1,4 0,-3 0,67-16,-7 2</inkml:trace>
  <inkml:trace contextRef="#ctx0" brushRef="#br0" timeOffset="10876.94">574 1713,'-1'0,"0"-1,0 1,1 0,-1-1,0 1,1-1,-1 1,0-1,1 1,-1-1,1 1,-1-1,1 1,-1-1,1 0,-1 1,1-1,0 0,-1 1,1-1,0 0,0 0,0 1,-1-1,1 0,0 0,0 1,0-1,0 0,0 0,0 0,0 1,1-1,-1 0,0 0,0 1,0-1,1 0,-1 0,1 1,-1-1,0 0,1 1,-1-1,1 1,-1-1,1 1,0-1,-1 1,1-1,-1 1,1-1,0 1,-1 0,1-1,0 1,0 0,-1 0,1-1,1 1,183-10,224 1,-1051 9,803 1,346-10,-480 7,-21 1,-17 2,-469 10,455-8,25-3,1 0,-1 1,0-1,0 0,0 0,1 0,-1 0,0 0,0 1,0-1,1 0,-1 0,0 0,0 1,0-1,0 0,1 0,-1 1,0-1,0 0,0 0,0 1,0-1,0 0,0 0,0 1,0-1,0 0,0 0,0 1,0-1,0 0,0 0,0 1,0-1,0 0,0 0,0 1,-1-1,1 0,0 0,0 1,0-1,0 0,-1 0,1 0,0 1,0-1,0 0,-1 0,1 0,0 0,0 0,0 1,-1-1,1 0,0 0,0 0,103 23,-86-21,99 8,0-5,21-6,-209-9,-328 4,342 9,54 1,16-2,122 4,-79-6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0:30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1 147,'1721'-41,"-76"-12,839 54,-1155-43,-1008 31,-180 13,-133 3,-12-2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0:04.512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1 976,'4'-2,"9"-1,16 0,19 0,16 2,14 0,8 0,-1 1,-9 5,-18 5,-18 5,-17-2</inkml:trace>
  <inkml:trace contextRef="#ctx0" brushRef="#br0" timeOffset="202.97">1 1150,'18'2,"18"1,20 0,19-1,16 0,12-1,4-3,-4-3,-10-5,-22-2</inkml:trace>
  <inkml:trace contextRef="#ctx0" brushRef="#br0" timeOffset="495.705">736 682,'7'13,"14"12,16 11,16 10,13 6,4 7,-3 3,-11 4,-15 1,-20 3,-29 4,-30 0,-32-1,-27-2,-21-3,8-14</inkml:trace>
  <inkml:trace contextRef="#ctx0" brushRef="#br0" timeOffset="1613.526">1659 842,'27'152,"62"231,-85-361,-1-53,-4-15,2-79,-6 0,-6 1,-20-89,28 200,2 12,0-1,0 0,0 1,0-1,0 0,0 0,1 0,-1 0,1 0,-1 0,1 0,0 0,0 0,0 0,0 0,0 0,0 0,0 0,1 0,-1 0,1 0,-1 0,1 0,0 0,0 1,0-1,0 0,0 0,0 1,1-1,-1 1,0-1,1 1,-1 0,1-1,-1 1,1 0,0 0,0 0,-1 0,1 0,0 0,1 0,155 8,137 16,-286-22,-5-1,0 0,1 1,-1-1,0 1,0 0,0 0,0 0,0 1,0 0,0-1,0 1,0 1,-1-1,2 1,-4 13,-12 1</inkml:trace>
  <inkml:trace contextRef="#ctx0" brushRef="#br0" timeOffset="1820.97">1766 1057,'16'0,"12"0,12 0,9 0,6 0,-1 0,-5 0,-7 0,-13 0</inkml:trace>
  <inkml:trace contextRef="#ctx0" brushRef="#br0" timeOffset="2375.489">2621 1003,'16'2,"17"1,13 0,14-1,5 0,-2-1,-9 2,-14 2,-13 1</inkml:trace>
  <inkml:trace contextRef="#ctx0" brushRef="#br0" timeOffset="2633.799">2648 1244,'16'2,"17"1,18 0,17-3,14-2,13-2,4-3,-13 0</inkml:trace>
  <inkml:trace contextRef="#ctx0" brushRef="#br0" timeOffset="3270.61">3798 388,'-16'16,"-12"16,-10 20,-6 18,-4 17,-1 20,3 14,8 7,9 0,17-4,20-9,20-12,18-18,13-16,8-18,2-17,-11-14</inkml:trace>
  <inkml:trace contextRef="#ctx0" brushRef="#br0" timeOffset="3869.522">3865 976,'-2'-5,"-1"1,1-1,0 0,1 0,-1 1,1-1,0 0,0 0,1 0,-1-1,1 1,0 0,1 0,-1 0,1 0,0 0,0 0,1 0,-1 0,1 1,0-1,0 0,1 1,-1-1,1 1,0 0,0 0,1 0,-1 1,1-1,0 1,0-1,0 1,0 1,0-1,5-2,-2 3,0 0,0 1,0-1,0 1,0 1,0-1,1 1,-1 0,0 1,0 0,1 0,-1 1,0-1,0 1,-1 1,1 0,0 0,-1 0,1 0,-1 1,0 0,0 1,-1-1,1 1,-1 0,0 1,3 3,0 0,-1 0,0 1,0 0,-1 0,-1 0,1 1,-2 0,0 0,0 1,-1-1,0 1,-1 0,0-1,0 9,-15 84,11-82,18-22,-3-14,0 1,-1-1,0-1,-2 0,1-1,-2 0,5-11,-9 18,12-20,-2-1,-1-1,-1 0,-1-1,3-21,-17 44,-7 25,2-1,1 1,1 0,0 0,2 0,-1 0,2 1,0-1,1 1,1 0,1-1,0 1,1-1,0 1,2-1,0 0,0 0,2 0,0 0,1-1,0 0,1-1,1 0,7 9,-10-15,0 0,1 0,0-1,1 1,0-2,0 1,0-1,4 2,-11-8,-1 1,1-1,0 1,-1-1,1 1,0-1,-1 0,1 1,0-1,-1 0,1 1,0-1,0 0,-1 0,1 0,0 0,0 0,-1 0,1 0,0 0,0 0,-1 0,1 0,0 0,0-1,-1 1,1 0,0 0,0-1,-1 1,1-1,-1 1,1 0,0-1,-1 1,1-1,-1 0,1 1,-1-1,1 1,-1-1,1 0,-1 1,0-1,1 0,-1 0,0 1,0-1,0 0,1 1,-1-1,0-1,0-13</inkml:trace>
  <inkml:trace contextRef="#ctx0" brushRef="#br0" timeOffset="4131.599">4279 1096,'-16'-4,"-7"-2,-3 0,4-1,8 1,12 1,19 2,20-2,19 1,17-2,8-1,3-3,-13 1</inkml:trace>
  <inkml:trace contextRef="#ctx0" brushRef="#br0" timeOffset="4641.236">4867 976,'-2'0,"4"0,6 0,10 0,10 0,10 0,9 0,5 0,1 0,-4 0,-7 0,-9-2,-11-1</inkml:trace>
  <inkml:trace contextRef="#ctx0" brushRef="#br0" timeOffset="4914.507">5054 842,'-9'7,"-3"9,1 9,6 8,7 9,7 4,7 2,5-1,1-3,0-6,-2-7,-5-9</inkml:trace>
  <inkml:trace contextRef="#ctx0" brushRef="#br0" timeOffset="5429.184">5456 748,'-3'12,"1"-1,1 1,0 0,0-1,1 1,1 0,0 0,0-1,1 1,1-1,0 1,0-1,1 0,1 0,0-1,0 1,1-1,0 0,1-1,0 0,1 0,0 0,0-1,1 0,0 0,0-1,1 0,0-1,0 0,0-1,1 0,0 0,0-1,0-1,0 0,12 2,-16-5,1-1,-1 1,1-1,-1-1,1 1,-1-1,0-1,0 1,0-1,0 0,0-1,-1 1,1-2,-1 1,0 0,0-1,-1 0,0-1,1 1,-2-1,1 0,-1 0,0-1,0 1,0-1,-1 0,0 0,-1 0,1 0,-1 0,-1-1,0 1,1-2,4-74,-6 83,0-1,0 1,0 0,0-1,0 1,0 0,0-1,0 1,0 0,0-1,0 1,0 0,0 0,0-1,0 1,0 0,0-1,0 1,-1 0,1 0,0-1,0 1,0 0,0 0,-1-1,1 1,0 0,0 0,-1 0,1-1,0 1,0 0,-1 0,1 0,0 0,-1 0,1 0,0 0,-1 0,1 0,0-1,0 1,-1 0,1 0,0 0,-1 1,1-1,0 0,-1 0,1 0,0 0,0 0,-1 0,1 0,0 0,-1 1,1-1,0 0,0 0,-1 0,1 1,0-1,0 0,0 0,0 1,-1-1,1 0,0 0,0 1,0-1,-12 22,4 8,1 0,2 0,1 0,1 1,2-1,1 1,1-1,6 29,6 20,4-1,3 0,4-1,17 67,-40-139,13 80,-14-83,0 0,0 1,0-1,0 0,0 0,0 0,-1 0,1 0,-1 0,1-1,-1 1,0 0,0 0,0 0,0 0,0-1,0 1,0-1,-1 1,1-1,0 1,-1-1,0 0,1 1,-1-1,0 0,1 0,-1 0,0 0,0-1,0 1,0 0,0-1,0 0,0 1,0-1,0 0,-1 0,-7-2,0-1,1 0,0-1,0 0,0 0,0-1,0 0,1 0,0-1,0 0,1-1,0 0,0 0,0 0,1-1,0 0,0 0,1-1,-3-6,2 8,0-1,1 0,0-1,0 1,1-1,0 0,0 0,1 0,0-1,1 1,0-1,1 0,-1 0,2 1,0-1,0 0,0 0,2 1,0-5,3 7,0 2,1-1,0 0,0 1,1 0,-1 1,1-1,0 1,0 0,0 1,1 0,-1 0,1 1,0 0,0 0,0 0,4 1,26-9,-3-2</inkml:trace>
  <inkml:trace contextRef="#ctx0" brushRef="#br0" timeOffset="5685.516">5308 575,'14'-10,"20"-2,25 1,23 4,18 6,7 3,1 1,-20 0</inkml:trace>
  <inkml:trace contextRef="#ctx0" brushRef="#br0" timeOffset="5929.432">6231 267,'11'23,"9"23,7 27,6 26,3 23,-2 18,-3 13,-5 5,-9-1,-15-7,-20-11,-24-16,-25-16,-22-19,5-23</inkml:trace>
  <inkml:trace contextRef="#ctx0" brushRef="#br0" timeOffset="6523.555">6900 454,'4'-11,"-5"3,-9 12,-14 21,-13 26,-8 27,-4 21,4 17,10 11,13 3,19-5,22-8,19-13,12-16,4-20,-2-18,-6-21,-10-14</inkml:trace>
  <inkml:trace contextRef="#ctx0" brushRef="#br0" timeOffset="7102.008">6993 829,'1'-2,"0"-1,0 0,0 1,0 0,1-1,-1 1,1 0,0-1,0 1,0 0,0 0,0 1,0-1,0 0,1 1,-1-1,1 1,-1 0,1 0,-1 0,1 0,0 0,-1 0,1 1,0-1,0 1,0 0,-1 0,1 0,0 0,0 1,-1-1,1 1,2 0,1 1,-1 0,1 0,-1 0,0 0,0 1,0 0,0 0,-1 1,1-1,-1 1,0 0,0 0,0 1,0-1,-1 1,2 3,3 11,-2 0,0 0,-1 0,-1 0,-1 1,-1 0,0 0,-2-1,0 1,-1 0,-2 6,1 44,2-70,-1 1,1 0,0 0,-1-1,1 1,0 0,0 0,0 0,0 0,-1-1,1 1,0 0,0 0,1 0,-1 0,0 0,0-1,0 1,1 0,-1 0,0 0,0-1,1 1,-1 0,1 0,-1-1,1 1,-1 0,1-1,0 1,-1-1,1 1,0-1,-1 1,1-1,0 1,-1-1,1 1,0-1,0 0,0 0,-1 1,1-1,0 0,0 0,0 0,0 0,0 0,-1 0,1 0,0 0,0 0,0 0,0-1,-1 1,1 0,0-1,0 1,-1 0,1-1,0 1,0-1,-1 1,1-1,0 1,-1-1,1 0,-1 1,12-12,-1-1,-1 1,0-2,-1 1,0-1,-1-1,-1 1,0-1,-1-1,0 1,-2-1,0 0,0 0,-2 0,1-14,-1-26,-2 56,0-1,0 1,-1-1,1 1,0-1,0 1,-1-1,1 1,0 0,-1-1,1 1,-1-1,1 1,0 0,-1-1,1 1,-1 0,1-1,-1 1,1 0,-1 0,1 0,-1-1,1 1,-1 0,0 0,1 0,-1 0,1 0,-1 0,1 0,-1 0,1 0,-1 0,0 0,1 1,-1-1,1 0,-1 0,1 0,-1 1,1-1,-1 0,1 1,0-1,-1 0,1 1,-1-1,1 1,0-1,-1 0,1 1,0-1,-1 1,1-1,0 1,0-1,0 1,-1 0,1-1,0 1,0-1,0 1,0-1,0 1,0-1,0 1,0 0,0-1,0 1,-5 12,0 0,1 1,0-1,1 1,1 0,0 0,1 1,0-1,1 0,1 0,0 0,1 0,1 7,0-8,1 0,-1 0,2-1,0 1,0-1,2 0,-1 0,1-1,1 0,0 0,0-1,1 0,1 0,-1-1,2-1,5 5,7-2,-5-8</inkml:trace>
  <inkml:trace contextRef="#ctx0" brushRef="#br0" timeOffset="7327.542">7207 1083,'4'-5,"14"2,16 0,17 1,13 1,9 1,4 0,-6-5,-14-3,-16-1</inkml:trace>
  <inkml:trace contextRef="#ctx0" brushRef="#br0" timeOffset="7499.02">7207 495,'25'-2,"26"1,23 3,15 4,6 0,-5 0,-17-2</inkml:trace>
  <inkml:trace contextRef="#ctx0" brushRef="#br0" timeOffset="7986.311">7862 1029,'16'0,"14"0,12 0,7 0,4 0,1 0,-3 0,-5 0,-8 0,-11 0</inkml:trace>
  <inkml:trace contextRef="#ctx0" brushRef="#br0" timeOffset="8247.823">8063 776,'-3'15,"0"16,0 12,5 12,5 4,5 5,4-3,0-5,1-6,-1-11,1-11,1-11,-3-7</inkml:trace>
  <inkml:trace contextRef="#ctx0" brushRef="#br0" timeOffset="8752.162">8463 682,'-2'6,"0"0,0 0,0 0,1 0,0 1,0-1,1 1,0-1,0 0,0 1,1-1,0 1,0-1,1 0,0 0,0 0,0 0,1 0,-1 0,1 0,1-1,-1 1,1-1,0 0,0 0,1-1,0 1,2 3,1 0,0 0,0-1,1 0,-1 0,2-1,-1 0,1-1,0 0,0-1,0 0,1 0,-1-1,1 0,0-1,0-1,0 1,0-2,0 1,0-2,0 1,7-3,-11 0,-1 0,0-1,0 0,0-1,0 1,-1-1,0 0,0 0,0-1,-1 0,1 1,-1-2,-1 1,1 0,-1-1,0 1,-1-1,1 0,-2 0,1 0,-1 0,1 0,-2 0,1-1,-1 1,-1-2,-7 17,2 17,1 1,1-1,1 1,2 0,0 14,1-13,2 123,7 0,6-1,19 65,-31-195,0-9,-1 0,-1 0,0 0,0 0,-1 0,0 1,-1-1,0 0,0 0,-3 6,4-14,-1-1,0 1,0 0,0 0,0-1,0 1,0 0,0-1,0 1,-1-1,1 1,0-1,-1 0,0 0,1 1,-1-1,0 0,1-1,-1 1,0 0,0 0,0-1,0 1,0-1,1 0,-1 1,0-1,0 0,0 0,0 0,0 0,0-1,0 1,0 0,0-1,0 0,-65-33,55 23,0 0,1-1,1-1,0 0,0 0,2 0,-1-1,2-1,0 0,0 0,2 0,0 0,0-1,1-2,3 13,1 0,-1 0,1 0,0 0,0-1,1 1,-1 0,1 0,0 0,1 1,-1-1,1 0,0 0,0 1,0-1,1 1,0 0,0-1,0 1,0 1,0-1,1 0,0 1,0 0,0-1,0 2,0-1,0 0,1 1,3-2,97-39,-52 26</inkml:trace>
  <inkml:trace contextRef="#ctx0" brushRef="#br0" timeOffset="9038.398">9012 80,'9'14,"10"18,10 19,13 22,9 21,9 19,4 19,1 13,-8 10,-14 3,-22-3,-31-6,-36-14,-38-15,-6-29</inkml:trace>
  <inkml:trace contextRef="#ctx0" brushRef="#br1" timeOffset="24197.372">1432 1,'23'880,"-55"-382,-1 33,34-152,-1-378,0 0,-1 1,1-1,0 0,-1 0,1 0,0 1,0-1,0 0,0 0,0 1,0-1,1 0,-1 0,0 0,1 1,-1-1,1 0,-1 0,1 0,-1 0,1 0,0 0,-1 0,1 0,0 0,0 0,0 0,0 0,0-1,0 1,0 0,0-1,0 1,0-1,0 1,0-1,1 1,-1-1,0 0,0 0,0 1,1-1,-1 0,0 0,0 0,1 0,-1-1,0 1,0 0,0 0,1-1,-1 1,0-1,0 1,125-56,-67 46,0 2,1 2,-1 3,1 3,-1 2,35 7,844 98,108-34,102-46,-534-17,-183 1,839 8,-1166-19,0-4,-1-5,47-12,-97 7,-53 14,0-1,0 1,0-1,0 1,0 0,1-1,-1 1,0-1,0 1,-1-1,1 1,0 0,0-1,0 1,0-1,0 1,0 0,0-1,-1 1,1-1,0 1,0 0,-1-1,1 1,0 0,0-1,-1 1,1 0,0 0,-1-1,1 1,0 0,-1 0,1-1,-1 1,1 0,0 0,-1 0,1 0,-1 0,1 0,-1 0,1 0,0 0,-1 0,1 0,-1 0,1 0,-1 0,1 0,0 0,-1 0,1 0,-1 1,1-1,0 0,-4-1,-15-5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29:36.91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6892 943,'12'-3,"1"0,0 1,-1 0,1 2,0-1,0 1,0 1,0 0,-1 1,1 0,-1 1,1 1,-1 0,0 0,0 1,-1 1,1 0,-1 0,0 2,-1-1,0 1,0 0,6 7,-13-7,0 1,0-1,0 1,-1-1,0 1,-1 0,1 0,-2-1,1 1,-2 0,1 0,-1 0,0 0,-1-1,0 1,0 0,-1-1,0 0,-1 1,0-1,0-1,0 1,-3 2,-3 12,4-3,6-19,0 1,0-1,0 0,1 1,-1-1,0 0,0 1,0-1,1 0,-1 1,0-1,1 0,-1 0,0 1,0-1,1 0,-1 0,0 0,1 1,-1-1,0 0,1 0,-1 0,1 0,-1 0,0 0,1 0,-1 0,1 0,-1 0,0 0,1 0,-1 0,0 0,1 0,-1 0,1 0,-1 0,0 0,1-1,-1 1,0 0,1 0,-1 0,0-1,0 1,1 0,-1-1,0 1,1 0,-1 0,0-1,0 1,0 0,1-1,-1 1,0 0,0-1,16-13,-1-1,-1 0,0-1,-1-1,0 0,-2 0,0-2,-1 1,-1-1,-1-1,0 1,-1-1,-2-1,0 1,-1-1,0-10,-3 106,-3-24,3-1,2 1,3 0,1-1,13 41,-19-88,-1 1,1-1,0 1,0 0,1-1,-1 1,1-1,0 0,-1 1,2-1,-1 0,0 0,0 0,1 0,2 1,2-1</inkml:trace>
  <inkml:trace contextRef="#ctx0" brushRef="#br0" timeOffset="654.472">7146 1170,'-59'-24,"60"24,-1 0,0 0,0-1,1 1,-1 0,0 0,0 0,1 0,-1 0,0-1,0 1,0 0,1 0,-1 0,0-1,0 1,0 0,0 0,1-1,-1 1,0 0,0 0,0-1,0 1,0 0,0-1,0 1,0 0,0 0,0-1,0 1,0 0,0 0,0-1,0 1,0 0,0-1,0 1,0 0,-1 0,1-1,0 1,0 0,0 0,0 0,-1-1,1 1,0 0,0 0,0 0,-1-1,161 3,295 2,-446-4,8 0,1-1,-1-1,0 0,0-1,0-1,10-4,-18-2,-26 11,14 2,1 0,-1 0,1 0,0 0,0 1,0-1,1 0,-1 1,1-1,-1 1,1 0,0-1,1 1,-1 0,1 0,-1-1,1 1,0 0,1 0,-1 0,1-1,-1 1,1 0,0-1,1 1,-1 0,1-1,-1 0,1 1,1 1,3 5,0 0,0-1,1 0,0 0,1 0,0-1,0 0,0-1,1 0,0 0,1-1,0 0,0 0,0-1,0-1,1 0,0 0,0-1,4 1,-11-4,0 1,0-1,0 1,0-1,0 0,0-1,0 1,0-1,0 0,0 0,-1 0,1 0,0-1,0 1,-1-1,1 0,-1 0,1-1,-1 1,0-1,0 1,0-1,0 0,-1 0,1 0,0-2,43-96,-41 87,-11 67,-4 54,4 1,6-1,3 0,6 1,17 74,1 35,-26-214,-1 0,1-1,-1 1,1 0,-1 0,0 0,0-1,-1 1,1 0,-1 0,1-1,-1 1,0 0,0 0,0-1,0 1,0-1,-1 1,1-1,-1 0,1 1,-1-1,0 0,0 0,0 0,0 0,-1-1,1 1,0-1,-1 1,1-1,-1 0,1 0,-3 1,-4-3,-1 0,1 0,-1-1,1 0,0-1,0 0,0-1,0 0,0 0,1 0,0-1,0-1,0 1,-3-4,-4-2,0 0,0-1,1-1,1 0,0-1,1 0,0-1,1 0,1-1,0-1,2 1,-1-1,2-1,0 1,2-1,0 0,-2-10,7 22,0 1,-1-1,2 1,-1-1,1 1,-1-1,1 1,1-1,-1 1,1 0,0 0,0 0,1 0,0 0,-1 0,2 0,-1 1,0 0,1 0,0 0,0 0,0 0,0 1,1-1,-1 1,1 1,0-1,0 0,3 0,21-6,1 1,-1 2,1 0,1 3,-1 0,0 2,1 1,-1 1,1 2,16 4,39 5,-16 1</inkml:trace>
  <inkml:trace contextRef="#ctx0" brushRef="#br0" timeOffset="-3886.525">2093 1076,'-6'24,"1"0,1 0,1 0,1 0,2 0,0 1,1-1,2 0,0 0,2 1,5 21,1-1,3 0,16 35,-19-58,-6-22,-11-55,-84-311,89 358,-9-40,2 0,2 0,2-1,3-12,1 60,-1-2,1 0,0 1,0-1,0 0,0 0,0 1,0-1,1 0,-1 1,1-1,0 0,0 1,0-1,0 1,0-1,1 1,-1 0,1-1,0 1,-1 0,1 0,0 0,0 0,0 1,1-1,-1 0,0 1,1-1,15-1,1 0,-1 0,1 2,0 0,-1 2,1 0,5 1,-4-1,16 1,1 0,-1 3,-1 1,1 1,-1 2,13 7,-43-15,-1 1,0 0,1 0,-1 0,0 0,0 1,-1 0,1 0,-1 0,1 0,-1 1,0-1,0 1,0 0,-1 0,6 18</inkml:trace>
  <inkml:trace contextRef="#ctx0" brushRef="#br0" timeOffset="-3607.27">2012 1157,'23'2,"21"1,21 0,18 0,11-2,5 0,-3 0,-18-1</inkml:trace>
  <inkml:trace contextRef="#ctx0" brushRef="#br0" timeOffset="-3305.074">2894 1143,'14'2,"13"4,14 2,9 0,3 1,-2 2,-8 0,-12-1</inkml:trace>
  <inkml:trace contextRef="#ctx0" brushRef="#br0" timeOffset="-3304.074">2962 1398,'18'2,"17"1,17 0,13-1,6-3,-1-3,-13-1</inkml:trace>
  <inkml:trace contextRef="#ctx0" brushRef="#br0" timeOffset="-2899.121">3590 1063,'14'-7,"2"0,-1 1,1 0,0 1,0 1,1 1,-1 0,1 1,0 1,13 0,-24 1,1 0,-1 0,0 1,1-1,-1 1,0 1,1-1,-1 1,0 0,0 0,-1 1,1 0,0 0,-1 0,0 1,1 0,-1 0,-1 0,1 0,-1 1,0 0,0 0,0 0,0 0,-1 1,0-1,0 1,-1 0,1 0,-1 0,-1 0,1 0,-1 3,1 9,-2 1,0 0,-1 0,-1 0,-1-1,-1 1,0-1,-7 17,-7 40,17-74,1 0,-1 0,1 0,-1 0,1 0,0 1,0-1,-1 0,1 0,0 0,0 1,0-1,0 0,1 0,-1 0,0 1,0-1,1 0,-1 0,1 0,-1 0,1 0,-1 0,1 1,0-1,-1-1,1 1,0 0,0 0,0 0,0 0,0 0,0-1,0 1,0-1,0 1,0 0,0-1,0 0,0 1,0-1,1 0,-1 1,0-1,0 0,0 0,1 0,-1 0,0 0,0 0,0-1,1 1,-1 0,0 0,0-1,0 1,1-1,8-5,0 0,0-1,-1 0,0 0,-1-1,1 0,-1 0,-1-1,0 0,0-1,-1 1,0-1,0-1,-1 1,-1-1,1 0,-2 0,0 0,2-9,0 2,-1 1,-1-1,0 1,-1-1,-1 0,0 0,-3-17,2 36,0-1,0 0,0 1,-1-1,1 1,0-1,0 1,-1-1,1 0,0 1,-1-1,1 0,0 1,-1-1,1 0,-1 1,1-1,0 0,-1 0,1 0,-1 1,1-1,-1 0,1 0,-1 0,1 0,-1 0,1 0,-1 0,1 0,0 0,-1 0,1 0,-1 0,1 0,-1 0,1-1,-1 1,1 0,-1 0,1 0,0-1,-1 1,1 0,-1-1,1 1,0 0,-1-1,1 1,0 0,0-1,-1 1,1-1,-4 13,1 0,0 0,1 1,1-1,0 0,0 1,1-1,1 1,0-1,1 1,0-1,1 0,0 0,1 0,1 0,-1-1,6 9,1 0,0-2,0 0,2 0,0-1,1-1,1 0,1-1,0 0,16 10,-8-9</inkml:trace>
  <inkml:trace contextRef="#ctx0" brushRef="#br0" timeOffset="-2606.849">3870 1317,'14'-2,"16"-1,18 0,15 1,8-2,-1 0,-8-2,-14-2,-16 1</inkml:trace>
  <inkml:trace contextRef="#ctx0" brushRef="#br0" timeOffset="-2403.394">3737 836,'25'-9,"26"-3,23 0,17 3,7 4,0 7,-16 1</inkml:trace>
  <inkml:trace contextRef="#ctx0" brushRef="#br0" timeOffset="-5504.767">501 1291,'21'0,"15"-3,16 0,10-2,6 0,-2 0,-9 4,-16 4,-13 2</inkml:trace>
  <inkml:trace contextRef="#ctx0" brushRef="#br0" timeOffset="-5245.474">448 1451,'23'-2,"21"-1,19 0,17-2,10 0,5 1,-1-1,-8 0,-17 2</inkml:trace>
  <inkml:trace contextRef="#ctx0" brushRef="#br0" timeOffset="-4974.198">1143 1010,'2'0,"11"7,13 11,14 12,12 9,4 8,-1 5,-5 4,-12 5,-11 1,-16 1,-20 2,-23-2,-24-5,-23-5,-18-7,-11-9,12-11</inkml:trace>
  <inkml:trace contextRef="#ctx0" brushRef="#br0" timeOffset="-4756.779">421 1010,'-22'4,"0"0,0 2,0 1,1 1,0 1,1 0,0 2,0 0,1 1,0 1,1 1,1 0,0 2,1 0,1 0,0 2,1 0,1 0,1 1,1 1,-9 19,15-26,1-1,0 2,0-1,2 0,-1 1,2-1,0 1,0 0,1-1,1 1,0 0,1-1,1 1,0-1,1 0,0 0,1 0,0-1,1 1,0-1,1 0,1-1,0 0,0 0,2 0,14 11,1-1,2-1,0-1,1-1,0-2,1-1,1-1,1-1,0-2,0-1,1-2,1-1,12 1,45 8</inkml:trace>
  <inkml:trace contextRef="#ctx0" brushRef="#br0" timeOffset="-2170.448">4646 1250,'2'0,"3"0,6 0,5 0,0 0</inkml:trace>
  <inkml:trace contextRef="#ctx0" brushRef="#br0" timeOffset="-1600.316">4913 1023,'167'244,"-160"-234,1 1,0-1,1-1,0 0,0 0,1 0,0-2,1 1,-1-1,10 4,-18-10,1 0,-1-1,1 1,-1-1,1 1,0-1,-1 0,1 0,-1 0,1 0,0-1,-1 1,1-1,-1 1,1-1,-1 0,1 0,-1 0,0 0,1-1,-1 1,0-1,0 1,0-1,0 0,0 0,0 0,-1 0,1 0,0 0,35-72,-31 59,-2 0,1 0,-2 0,0 0,-1 0,-1-1,0-8,-1 24,0 0,0 0,0 1,0-1,-1 0,1 0,0 0,0 1,0-1,-1 0,1 0,0 0,0 0,0 1,-1-1,1 0,0 0,0 0,-1 0,1 0,0 0,-1 0,1 0,0 0,0 0,-1 0,1 0,0 0,0 0,-1 0,1 0,0 0,-1 0,1 0,0 0,0 0,-1 0,1-1,0 1,0 0,0 0,-1 0,1 0,0-1,0 1,0 0,-1 0,-4 17,1 0,0 0,1 0,1 1,1 0,0 10,1-14,1 64,3 0,4 0,3-1,15 48,10 70,-35-186,2 2,0 1,-1-1,-1 0,1 1,-2 0,0-1,0 1,-1-1,0 1,-1-1,-1 0,0 1,0-1,-1 0,0-1,-1 1,-1 0,4-8,-1 0,0 0,0-1,0 1,-1-1,1 1,-1-1,1 0,-1 0,0-1,0 1,0-1,0 0,0 0,0 0,0 0,0-1,0 0,0 0,0 0,0 0,0 0,0-1,0 0,0 0,-3-1,-4-1,1-1,0 0,0-1,0 0,0-1,1 0,0 0,1-1,-6-4,6 3,-1-1,1 1,0-1,1-1,0 1,1-1,0-1,0 1,1-1,1 0,0 0,0 0,1-1,0 1,1-1,1 1,-1-13,3 19,0 1,0-1,0 0,0 0,1 1,0-1,0 0,0 1,1 0,-1 0,1 0,0 0,1 0,-1 0,0 1,1-1,0 1,0 0,0 0,0 0,0 1,4-2,106-37,-97 37,25-7</inkml:trace>
  <inkml:trace contextRef="#ctx0" brushRef="#br0" timeOffset="-1304.585">5020 863,'16'-7,"21"0,21 2,15 3,10 4,-10 3</inkml:trace>
  <inkml:trace contextRef="#ctx0" brushRef="#br0" timeOffset="-1046.274">5649 1224,'18'2,"15"1,13 0,9-1,3 0,-1-1,-6-1,-7 1,-9-1,-7 0,-10-1</inkml:trace>
  <inkml:trace contextRef="#ctx0" brushRef="#br0" timeOffset="-849.291">5916 997,'-5'13,"2"14,4 14,8 11,7 8,2 5,-1 6,-4-1,-6-3,-10-6,-3-13</inkml:trace>
  <inkml:trace contextRef="#ctx0" brushRef="#br0" timeOffset="1797.225">5969 1237,'21'8,"0"-1,0-1,0-1,1-1,-1-1,1 0,9-2,11 3,185 9,-283-3,37-8</inkml:trace>
  <inkml:trace contextRef="#ctx0" brushRef="#br1" timeOffset="48282.296">1838 582,'-15'666,"5"-240,37 305,-14-462,-13-267,0-1,0 1,0 0,0-1,0 1,0 0,1-1,-1 1,1-1,-1 1,1-1,-1 1,1-1,0 1,0-1,0 1,0-1,0 0,0 0,0 1,0-1,0 0,1 0,-1 0,0 0,1 0,-1-1,1 1,-1 0,1-1,-1 1,1-1,0 1,-1-1,2 0,212 46,2-10,137 2,-281-31,1441 114,-210-21,411 131,-1710-230,400 68,324 10,-703-78,-20-1,-16-1,-81 0,75 1</inkml:trace>
  <inkml:trace contextRef="#ctx0" brushRef="#br1" timeOffset="50395.159">1758 408,'1'-3,"-1"-20,2 0,0 1,2-1,0 1,2 0,0 0,2 1,0-1,1 2,1-1,1 1,1 1,1 0,12-14,-10 23,1 1,0 0,0 2,0 0,1 0,0 2,1 0,-1 1,1 0,0 2,0 0,0 1,0 1,0 1,4 0,-22-1,192 8,0 8,-1 9,53 19,-126-23,2247 350,-113-32,-2195-330,571 75,-272-63,-136-19,-85-15,-133 14,1 0,0 1,-1-1,1 1,-1 0,0 0,0 0,0 0,0 0,0 0,0 1,0-1,-1 1,1-1,-1 1,1 0,-1-1,0 1,0 0,-1 0,1 0,-1 0,1 0,-1 0,0 0,0 0,0 0,0 0,-1 0,1 0,-1-1,0 1,1 0,-2 0,1 1,-1 16,-21 204,-5-85,7 2,1 63,16-29,8 0,21 133,-10-162,-3 132,-3-157,-7-91,-1-1,-1 0,-1 0,-4 17,-3 61,9-97,-1 0,-1 0,0 0,0 0,-1 0,0 0,-1 0,0-1,0 1,-4 6,-48 114,52-128,1-1,-1 1,0-1,0 0,0 0,0 0,0 0,0-1,-1 1,1-1,0 0,0 0,0 0,-1 0,1 0,0-1,0 1,0-1,0 0,0 0,0 0,0-1,0 1,-1-1,-11-3,-141-33,-150-18,88 30,-1 4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0:36.0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21,'-7'0,"13"17,18 28,2-2,2 0,1-2,22 21,-14-16,22 28,6 6,-4 2,-3 3,37 73,-54-53,-32-67</inkml:trace>
  <inkml:trace contextRef="#ctx0" brushRef="#br0" timeOffset="270.277">542 34,'-16'14,"-12"17,-8 21,-7 18,-5 14,-6 11,-3 7,-3 3,1-4,5-9,12-20</inkml:trace>
  <inkml:trace contextRef="#ctx0" brushRef="#br0" timeOffset="922.843">863 208,'-52'735,"52"-651,3-72,1-18,2-20,11-139,-9 0,-7-49,-1 157,-2-127,-1 160,-3 48,4 14,1 0,2 1,1-1,3 0,1 0,1 0,2-1,2 0,2-1,1 0,1-1,2 0,2-2,1 0,1-1,2-1,1-1,6 4,35 13,-63-46,0 0,0 0,0 0,1-1,-1 1,0 0,1-1,-1 0,0 1,1-1,-1 0,1 0,-1 0,1-1,-1 1,0 0,1-1,-1 0,0 1,1-1,-1 0,0 0,0 0,0-1,0 1,0-1,0 1,0-1,0 1,-1-1,1 0,11-18,0 0,-2-1,-1 0,0 0,-1-1,-2-1,2-7,-7 24,23-86,-4-1,-4-2,-4 0,-4 0,-4-4,-8-40,-4 105,-3 29,4 23,1 87,9-42</inkml:trace>
  <inkml:trace contextRef="#ctx0" brushRef="#br0" timeOffset="1244.045">1545 609,'-7'8,"1"0,0 1,1 0,0 0,0 1,1-1,1 1,-1 0,1 0,1 0,0 0,0 1,1-1,1 0,0 1,0-1,1 1,0-1,0 0,2 0,-1 1,3 3,2-2,2-1,-1-1,2 1,-1-2,1 1,1-1,-1-1,2 0,-1 0,1-1,0-1,0 0,1 0,0-2,0 1,0-2,1 1,-1-2,1 0,-1-1,1 0,0-1,4 0,-10-1,-1 0,0 0,0 0,0-1,0 1,-1-2,1 1,0-1,-1 0,0-1,1 1,-1-1,-1 0,1-1,-1 0,1 1,-1-2,-1 1,1 0,-1-1,0 0,0 0,0 0,-1-1,0 1,1-6,2-11,0 0,-2 0,-1-1,-1 1,-1-1,-1 1,-1-1,-1 1,-1-1,-1 1,-1 0,-1 0,-1 1,-9-21,10 29,0-1,-1 1,-1 0,0 1,0 0,-2 0,1 1,-6-5,12 14,-1-1,1 1,-1 0,0 0,0 1,0-1,0 1,0 0,0 0,0 0,-1 0,1 1,-1 0,0 0,1 0,-1 0,0 1,1 0,-1 0,0 0,1 0,-1 1,0 0,1 0,-1 0,1 1,-1-1,1 1,-4 2,-6 6,0 1,0 0,1 0,0 2,2-1,-1 2,1 0,1 0,1 1,0 0,0 0,2 1,0 0,1 0,1 1,0 1,-14 58,8-8</inkml:trace>
  <inkml:trace contextRef="#ctx0" brushRef="#br0" timeOffset="1828.043">2267 368,'-18'75,"3"1,3 0,3 1,4 0,4 0,2 0,9 45,-7-98,-5-65,-11-49,4-2,4 1,4-1,4 1,5-19,-5 92,1 0,0 0,1 0,1 0,1 1,8-16,-13 29,1 0,-1-1,1 1,0 0,0 0,0 0,0 1,1-1,0 1,-1 0,1 0,0 0,1 0,-1 1,0 0,1 0,-1 0,1 0,0 1,0 0,-1-1,1 2,0-1,0 1,0-1,0 2,0-1,0 0,13 6,0 0,-1 0,0 2,0 0,-1 1,0 1,-1 1,0 0,0 0,-1 2,-1 0,3 4,-14-16,13 11,-1 1,0 0,-1 1,0 1,-1 0,-1 1,0 0,-2 1,1 0,4 15,-13-30,0 1,-1 0,0 0,1 0,-1-1,0 1,0 0,-1 0,1 0,0-1,-1 1,0 0,0 0,0-1,0 1,0 0,0-1,-1 1,1-1,-1 0,0 1,1-1,-1 0,0 0,0 0,-1 0,1-1,0 1,-1 0,1-1,-1 0,1 0,-1 1,-2-1,-97 22,38-18,-73 13,134-17,1 0,-1-1,0 1,1 1,-1-1,1 0,-1 1,1-1,-1 1,1-1,0 1,0 0,0 0,0 0,0 0,0 1,1-1,-1 0,1 1,0-1,-1 1,1 0,0-1,0 1,1 0,-1 0,1-1,-1 1,1 0,0 0,0 0,0-1,0 1,1 0,-1 0,1 0,0-1,-1 1,1 0,1-1,-1 1,0-1,2 3,9 13,2-1,0-1,1 0,0-1,1-1,1 0,0-1,1-1,1 0,-1-2,2 0,-1-1,8 1,56 25,2-5,0-3,2-3,77 9,-53-15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1:40.3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1,'233'8,"137"-1,-234-8,359 9,389 11,-113-6,0 1,329-15,54-39,-367 40,-785 0,0 0,0 0,0 0,0 0,0 0,0-1,0 1,0-1,0 1,0-1,0 0,-1 1,1-1,0 0,0 0,-1-1,1 1,0 0,-1-1,1 1,-1-1,5-6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1:32.8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5 175,'-1'-5,"0"1,0 0,0-1,1 1,0 0,-1-1,1 1,1 0,-1-1,1 1,0 0,-1-1,2 1,-1 0,1 0,-1 0,1 0,0 0,1 0,-1 1,0-1,1 1,0-1,0 1,0 0,0 0,1 0,-1 1,1-1,0 1,-1 0,1 0,0 0,0 0,1 1,-1 0,0-1,0 2,3-2,-1 1,1-1,-1 1,1-1,0 2,-1-1,1 1,0 0,-1 0,1 1,-1 0,1 0,-1 1,1 0,-1 0,0 0,0 1,0 0,0 0,0 0,0 1,-1 0,0 0,0 0,0 1,0-1,-1 1,0 1,0-1,0 0,0 1,-1 0,0 0,0 0,1 4,-1 11,-1 1,0 0,-2 0,0 1,-2-1,0 0,-1-1,-2 1,-1 2,-6 45,9-47,0-11,1 1,0 0,1 0,1 0,0 0,1 0,0 0,2 12,-2-23,0 1,0-1,0 1,1-1,-1 0,0 1,1-1,-1 0,0 0,1 0,-1 0,1 0,0-1,-1 1,1 0,0-1,-1 1,1-1,0 0,-1 1,1-1,0 0,0 0,0 0,-1 0,1 0,0-1,0 1,-1-1,1 1,0-1,-1 1,1-1,0 0,-1 0,1 0,-1 0,1 0,-1 0,0 0,0 0,1-1,-1 1,0 0,0-1,0 1,0-1,0 1,-1-1,1 0,0 1,-1-1,15-20,-1 0,-2-1,0-1,-1 0,-2 0,0-1,-2 0,-1-1,2-15,-3 19,59-239,-67 302,-2-7,-7 49,3 0,4 33,5-92,0 0,2 0,1 0,1 0,1-1,1 0,1 0,2 0,0-1,8 14,-13-27,1-1,0 1,0-1,1-1,0 1,0-1,1 0,0 0,0-1,1 1,-1-2,1 1,1-1,-1-1,1 1,0-1,0-1,4 2,17-13,-22-2</inkml:trace>
  <inkml:trace contextRef="#ctx0" brushRef="#br0" timeOffset="290.734">179 376,'-16'0,"-10"0,-2 0,3 2,5 3,12 3,14 0,18-1,23-2,20-4,20-7,15-7,7-3,-3-1,-18 2</inkml:trace>
  <inkml:trace contextRef="#ctx0" brushRef="#br0" timeOffset="1543.895">1141 389,'7'56,"-7"-54,1-1,0 0,-1 1,1-1,0 0,0 1,0-1,0 0,0 0,0 0,0 1,0-1,0 0,0-1,1 1,-1 0,0 0,1-1,-1 1,0 0,1-1,-1 1,1-1,-1 0,1 0,-1 1,1-1,0 0,-1 0,1 0,-1-1,1 1,-1 0,1 0,0-1,2-1,-1 0,1 0,-1-1,0 1,0-1,0 1,0-1,0 0,0 0,-1-1,1 1,-1 0,0-1,0 0,-1 1,1-1,-1 0,1 0,-1 0,0 0,-1 0,1 0,-1 0,0 0,0 0,0 0,0 0,-1 0,1 0,-1 0,0 0,0 0,-1 0,1 0,-3-2,4 3,-1 1,0-1,0 1,-1 0,1-1,0 1,-1 0,1 0,-1 0,0 0,1 0,-1 1,0-1,0 0,-1 1,1-1,0 1,0 0,-1 0,1 0,0 0,-1 0,1 1,-1-1,1 1,-1-1,0 1,1 0,-1 0,1 0,-1 0,1 1,-1-1,1 1,-1-1,1 1,-1 0,1 0,-1 0,1 0,0 0,0 1,0-1,0 1,0 0,0-1,0 1,0 0,0 0,1 0,-1 0,1 0,0 1,0-1,-1 0,1 1,1 0,-1 0,1 0,-1 1,1-1,0 0,0 0,1 1,-1-1,1 0,0 0,-1 1,1-1,1 0,-1 0,0 0,1 0,-1-1,1 1,0 0,0-1,0 1,0-1,2 2,19 17</inkml:trace>
  <inkml:trace contextRef="#ctx0" brushRef="#br0" timeOffset="2212.534">1836 1,'-5'4,"0"0,0 0,1 1,-1 0,1 0,0 0,1 1,-1-1,1 1,0 0,0 0,1 0,-1 0,1 0,1 1,-1-1,1 1,1-1,-1 1,1-1,0 1,0-1,1 1,0-1,0 1,0-1,1 1,0-1,0 0,1 0,0 0,0 0,0 0,2 1,8 5,1-2,-1 0,2 0,-1-2,1 0,1 0,-1-1,1-1,0-1,1 0,-1-1,1-1,0 0,0-2,0 0,0 0,-10-1,0 1,0-1,0 0,0 0,0-1,-1 0,1 0,0-1,0 0,-1 0,1-1,-1 0,1 0,-1 0,0 0,-1-1,1 0,0-1,-1 1,0-1,0 0,-1 0,1-1,-1 1,0-1,-1 0,1 0,-1 0,0-1,1-4,29-120,-29 126,-3 23,-1-17,7 462,26-56,6 183,-39-571,2 4,-2 0,-1 0,0 0,-2 0,0 0,-2 0,-6 19,10-39,0 0,0 0,0 0,-1 0,1 0,-1 0,1 0,-1 0,0-1,0 1,0-1,-1 1,1-1,-1 0,1 0,-1 0,1 0,-1-1,0 1,0-1,0 1,0-1,0 0,0 0,-1 0,1-1,0 1,0-1,0 0,-1 0,1 0,0 0,-1 0,-7-5,0 0,0 0,1-1,-1-1,2 0,-1 0,1 0,0-1,0-1,1 0,0 0,1 0,-3-5,9 12,-47-60,3-1,3-3,3-1,3-2,3-2,-2-14,-2-48,37 127,-1 0,1 0,0 0,1 0,-1 0,1 0,0 0,1 0,-1 1,1-1,0 1,0-1,1 1,0 0,0-1,0 1,1 1,-1-1,1 1,0-1,0 1,2-1,14-9,2 0,0 2,1 0,0 2,0 0,10-2,-7 3,48-19</inkml:trace>
  <inkml:trace contextRef="#ctx0" brushRef="#br0" timeOffset="2699.231">2973 442,'71'14,"-69"-13,0-1,1 0,-1 0,0 0,0 0,1 0,-1-1,0 1,0-1,1 1,-1-1,0 0,0 0,0 0,0 0,0 0,0-1,0 1,-1 0,1-1,0 1,-1-1,1 0,-1 0,1 1,-1-1,0 0,0 0,1-2,-3 0,1-1,-1 1,1-1,-1 1,-1-1,1 1,0 0,-1 0,0-1,0 1,0 0,-1 1,0-1,1 0,-1 1,0-1,-1 1,1 0,0 0,-1 0,0 1,0-1,0 1,0 0,0 0,-4-1,1-1,1 1,-1 0,0 0,0 1,0 0,0 0,-1 1,1-1,-1 2,1-1,0 1,-1 0,1 1,-1 0,1 0,0 0,-3 2,8-2,1 1,-1 0,1 0,-1 1,1-1,0 0,-1 0,1 1,0-1,1 1,-1-1,0 1,1-1,-1 1,1-1,0 1,0-1,0 1,0-1,0 1,1 0,-1-1,1 1,0-1,0 0,-1 1,2-1,-1 0,0 1,0-1,1 0,-1 0,1 0,0 0,-1 0,1 0,0-1,0 1,0 0,0-1,1 0,-1 0,0 1,1-1,32 18,3-3</inkml:trace>
  <inkml:trace contextRef="#ctx0" brushRef="#br0" timeOffset="3164.084">3815 95,'18'-8,"0"2,0 0,1 1,0 1,0 1,0 1,0 0,0 1,1 1,16 3,-23-2,-1 1,0 0,1 1,-1 0,0 1,-1 1,1 0,-1 0,0 1,0 0,0 1,-1 1,0-1,-1 2,0-1,0 1,0 1,-2 0,-1-1,0 2,-1-1,0 0,-1 1,0 0,0 0,-1 1,-1-1,0 0,0 1,-1 0,-1-1,0 1,0-1,-1 1,-2 10,-6 20,-1 0,-2-1,-1 0,-5 5,-2 4,8-23,1 0,2 0,0 1,2 1,1-1,1 1,1 14,4-37,1 1,0-1,0 0,1 0,0 0,0 0,0 0,0-1,1 1,0-1,1 0,-1 1,1-1,0-1,0 1,0-1,1 1,-1-1,1 0,0-1,1 1,-1-1,0 0,1 0,0-1,0 0,-1 0,1 0,0-1,1 0,-1 0,0 0,56 8,0-2,1-3,0-3,32-5,-62 3,114-4,88-16,-208 16,-10 0</inkml:trace>
  <inkml:trace contextRef="#ctx0" brushRef="#br0" timeOffset="3554.556">4069 429,'-5'-7,"6"-2,12 0,14 2,19 2,20 0,19 0,16 0,8-1,3-1,-6 1,-8 2,-12 0,-16 2,-18 1,-20 1,-20 0,-12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1:46.7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37,'13'0,"14"-2,14-3,15-1,15-2,11 2,7 0,2 2,-4 4,-10 4,-12 4,-15 2,-16 3,-14-2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1:47.0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1,'18'7,"20"2,19 0,16-2,14-5,5-1,2-3,-8 1,-10-1,-18 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01.6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 1,'-2'7,"0"-1,1 1,0 0,0 0,1-1,0 1,0 0,0 0,1 0,0 0,0-1,1 1,0 0,0-1,1 1,0-1,0 0,0 0,0 0,1 0,0-1,1 1,-1-1,1 0,2 2,9 10,1 0,0-1,2 0,-1-2,2 0,0-1,0-1,1-1,1-1,0-1,0-1,0 0,1-2,8 1,-26-6,1 1,0-1,-1 0,1-1,0 1,0-1,0 0,-1-1,1 1,0-1,0 0,-1-1,1 1,-1-1,1 0,-1-1,0 1,0-1,0 0,0 0,0-1,-1 1,1-1,-1 0,0 0,0-1,-1 1,1-1,1-4,2-10,-1-1,-1 0,0 0,-2 0,0-1,-2 1,0-1,-1 0,-2-9,1 7,1 23,-1 0,1 1,0-1,0 0,0 0,0 1,0-1,-1 0,1 0,0 0,0 0,0 1,-1-1,1 0,0 0,0 0,0 0,-1 0,1 0,0 0,0 1,-1-1,1 0,0 0,0 0,-1 0,1 0,0 0,0 0,-1 0,1 0,0 0,0-1,-1 1,1 0,0 0,0 0,-1 0,1 0,0 0,0 0,0-1,-1 1,-7 30,0 0,3 1,0 0,2-1,1 13,-1-12,-4 89,6 1,4-1,6 0,8 21,9 15,-7-43,-4 0,-3 31,-12-142,1 5,0 0,-1 1,0-1,0 0,-1 1,0-1,0 0,0 0,-1 0,0 0,-1 0,0 0,0-1,0 1,-1 0,2-5,1-1,0 0,0 0,-1 0,1 0,-1 0,1 0,-1-1,1 1,-1 0,0-1,1 1,-1-1,1 0,-1 0,0 1,0-1,1 0,-1 0,0 0,1-1,-1 1,0 0,1-1,-1 1,0-1,1 1,-1-1,1 0,-1 0,1 0,-1 0,1 0,0 0,0 0,-1 0,-45-48,12-3,3-2,2-1,2-1,-1-12,19 44,1 5,-3-4,1-1,2-1,0 0,1-1,2 1,1-1,0-3,6 27,-1-1,1 1,0 0,0-1,0 1,0 0,0 0,0-1,1 1,-1 0,1 0,0 0,-1 1,1-1,0 0,0 1,0-1,0 1,1-1,-1 1,0 0,0 0,1 0,-1 0,1 1,-1-1,0 1,1-1,0 1,-1 0,1 0,-1 0,2 0,4-2,294-41,-212 32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03.0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31,'27'-8,"-1"2,1 0,0 2,0 1,1 1,-1 1,0 1,1 2,-1 1,0 1,0 1,0 1,16 7,-33-11,0 1,-1 0,1 1,-1 0,1 0,-1 1,-1 0,1 0,-1 1,0 0,0 1,-1 0,0 0,0 1,0 0,-1 0,0 0,-1 1,0 0,0 0,-1 0,0 0,-1 1,0 0,-1 15,0 0,-3 0,0 0,-1-1,-1 1,-2 0,0-1,-2 0,0-1,-10 20,-5 29,15-49,0 0,2 1,1 0,1 0,1 0,1 1,1-18,1 1,-1-1,1 0,0 0,1 0,0 0,0-1,0 1,1 0,0-1,0 1,1-1,0 0,0 0,0-1,1 1,-1-1,2 0,-1 0,0 0,1-1,4 3,9 2,1-1,1-1,0 0,0-1,0-2,0 0,1-1,-1-1,1-2,0 0,-1-1,9-1,3-1,1-1,0-2,-1-1,0-1,31-13,-61 20,1 1,-1-1,0 0,0 0,1 0,-1-1,0 1,0-1,0 0,0 1,-1-1,1 0,0-1,-1 1,0 0,1-1,-1 0,0 1,0-1,0 0,-1 0,1 0,-1 0,0 0,1 0,-1-1,-1 1,1 0,0-2,-7-10</inkml:trace>
  <inkml:trace contextRef="#ctx0" brushRef="#br0" timeOffset="343.592">202 392,'15'-7,"20"-2,22 0,21 2,18 2,16 0,8 0,3 2,-6 1,-12 0,-14 2,-19-3,-18 0,-19-1,-18-2,-16 2,-8 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02.2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1 295,'13'4,"15"2,13 0,13-1,11-2,11-1,8-1,6-1,1 0,-2-2,-6-1,-10 0,-16 0,-15 1,-15-1,-17-1,-9 1</inkml:trace>
  <inkml:trace contextRef="#ctx0" brushRef="#br0" timeOffset="258.37">589 1,'-5'20,"-1"17,3 12,4 12,4 7,5 5,4 3,2-2,-2-3,-1-5,1-7,2-9,4-9,3-10,-2-12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00.4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1 241,'4'0,"7"0,8 0,7-2,6-1,8 0,4 1,8 0,3 1,4 1,1-1,-1-1,-3-1,-7 1,-7-1,-9 2,-11 0,-11 0</inkml:trace>
  <inkml:trace contextRef="#ctx0" brushRef="#br0" timeOffset="299.272">402 1,'-5'7,"-1"11,1 12,0 12,2 12,3 11,2 6,3 2,0 0,2-3,2-10,2-7,3-11,4-13,3-10,-1-10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1:59.0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16 121,'-1'-2,"-1"0,0 0,1 0,0 0,0 0,-1 0,1-1,0 1,1 0,-1-1,0 1,1-1,-1 1,1-1,0 1,0-1,0 1,0-1,0 1,1-1,-1 1,1-1,0 1,-1 0,1-1,0 1,0 0,1 0,-1-1,0 1,1 0,-1 0,1 0,0 1,0-1,1-1,10-3,0 0,1 1,-1 0,1 1,0 1,0 0,1 1,-1 1,0 0,1 1,0 0,99 9,-108-8,-1 1,0-1,1 1,-1 0,0 1,0-1,0 1,-1 0,1 0,-1 1,1-1,-1 1,0 0,0 0,-1 0,1 1,-1-1,0 1,1 1,1 12,-1-1,0 1,-1 0,-1 0,-1 0,0 0,-2 1,0-1,-1 0,0 0,-2-1,0 1,-3 6,-1 15,2-13,4-17,-1 0,1 1,0-1,1 1,0 0,1 0,0-1,1 1,0 0,0-1,2 5,-3-12,1 0,0-1,0 1,-1-1,1 1,1-1,-1 1,0-1,0 0,0 0,1 0,-1 1,0-1,1 0,-1-1,1 1,0 0,-1 0,1-1,-1 1,1-1,0 1,0-1,-1 0,1 1,0-1,0 0,-1 0,1 0,0-1,0 1,-1 0,1-1,0 1,-1-1,1 1,0-1,-1 0,1 0,58-40,-52 30,0 1,-1-2,0 1,-1 0,0-1,-1 0,-1-1,0 1,0-1,-1 0,-1 0,1-2,5-159,-8 169,-2-121,33 374,-27-213,-3-7,1-1,1 1,2-1,0 0,2 0,1-1,1 0,2 0,0-1,2 0,1 0,-11-20,1-1,1 1,-1-1,1 0,-1 0,1 0,1-1,-1 1,0-1,1 0,-1-1,1 0,0 0,0 0,1 0,-4-1,0-1,0 0,0 1,-1-1,1 0,0 0,0-1,0 1,0-1,0 1,0-1,0 0,-1 0,1 0,0-1,-1 1,1 0,-1-1,1 0,-1 0,0 0,1 0,-1 0,0 0,0 0,-1-1,1 1,0-1,-1 1,0-1,1-1,6-16</inkml:trace>
  <inkml:trace contextRef="#ctx0" brushRef="#br0" timeOffset="489.794">244 362,'-7'-2,"2"-1,9 0,15 1,16 0,18 1,13-2,10 0,2 0,0 1,-4 0,-11 2,-10-1,-14 1,-12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09.5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2,'142'-1,"62"0,78 15,-412-13,-250-1,353 6,27-5,0-1,0 0,-1 0,1 1,0-1,0 0,-1 0,1 1,0-1,0 0,0 1,0-1,-1 0,1 1,0-1,0 1,0-1,0 0,0 1,0-1,0 0,0 1,0-1,0 1,0-1,0 0,0 1,0-1,1 0,-1 1,0-1,0 0,0 1,0-1,1 0,-1 1,0-1,0 0,1 0,-1 1,0-1,1 0,-1 0,0 0,0 1,1-1,-1 0,0 0,1 0,-1 0,1 0,-1 1,0-1,1 0,-1 0,0 0,1 0,-1 0,0 0,1 0,-1 0,1-1,-1 1,0 0,1 0,-1 0,0 0,1 0,19 5,1-1,-1 0,1-1,0-1,0-2,6 0,-1 1,364-11,-364 8,-58 16,-2-6,-1-2,0-1,0-2,0-1,-34-2,47-3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11.6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 27,'525'0,"-1070"-24,491 22,80 9,365 0,-272-8,-88 2,-26 0,-16 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10.6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27,'-13'-6,"22"3,27 0,528 2,-1151 1,1141-11,-508 11,-15 3</inkml:trace>
  <inkml:trace contextRef="#ctx0" brushRef="#br0" timeOffset="2064.62">27 41,'25'-11,"13"5,1 1,-1 1,1 3,12 1,-11 0,348 0,-962-12,499 10,456 8,-330 7,-43-6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2:54.2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73 241,'-25'323,"24"395,1-433,-1-280,1-1,-1 1,1-1,0 1,0-1,1 1,-1-1,1 1,0-1,0 1,0-1,1 0,0 0,-1 1,2-1,-1 0,0-1,1 1,0 0,-1-1,1 1,1-1,-1 0,0 0,1 0,0-1,0 1,-1-1,1 0,1 0,2 1,121-15,-51 0,3 8,1 4,40 7,-56-3,392 1,-262-7,1873 2,-1905-7,-99 2,-1 3,1 3,30 6,59 11,120-3,835-15,-951 6,116 22,-105-9,95 15,-110-11,1-8,8-6,284-1,93-2,-348-7,449-26,-249 13,-306 12,-83-1,0 1,0-1,0 0,-1 1,1-1,-1 0,1 0,-1-1,0 1,0 0,0 0,-1 0,1-1,-1 1,0 0,0-1,0 1,0 0,-1-1,1 1,-1 0,0-2,0-4,-41-267,35 195,3 0,4-1,4 1,3 0,5-10,7-33,-5-2,-6 1,-5-52,-4 169,-13-74,13 81,-1 0,1 0,-1 1,1-1,-1 0,1 1,-1-1,1 1,-1 0,0-1,1 1,-1 0,1 0,-1 0,0 0,1 0,-1 0,1 1,-1-1,0 1,1-1,-1 1,1-1,-1 1,1 0,-1 0,1 0,0-1,-1 2,1-1,0 0,0 0,0 0,-1 1,-15 8,-2-6,0 0,0-1,0-1,-1 0,1-2,0 0,-2-1,-16 0,-1139-1,-245-68,622-14,243 21,-43-12,179 59,-28-10,-216 26,69 33,446-25,-464 18,286-13,120-21,158 3,-2 3,1 2,0 2,0 3,-22 5,-103 2,67 17,-47 27,147-52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5.3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82,'0'-3,"0"0,0-1,0 1,1-1,0 1,-1 0,1 0,0-1,0 1,1 0,-1 0,1 0,0 0,0 0,-1 0,2 1,-1-1,0 1,1-1,-1 1,1 0,-1 0,1 0,0 0,0 1,0-1,0 1,0-1,1 1,-1 0,0 0,0 1,1-1,-1 1,1-1,-1 1,0 0,1 1,-1-1,1 0,-1 1,0 0,0 0,1 0,-1 0,0 0,1 1,4 2,0 1,-1-1,0 1,0 1,0-1,0 1,-1 0,0 1,0-1,-1 1,0 0,0 1,-1-1,1 1,-2 0,1 0,-1 0,2 7,1 10,0-1,-1 1,-2 0,-1 1,0 23,-14 122,19-152,12-34,10-22,-2-2,-2-2,-2 0,-1-1,-2-1,-2-2,49-141,-62 175,-2 15,-2 22,-1-22,0 7,-3 43,2 0,3 0,2-1,3 1,2-1,2 0,2-1,3 0,5 6,-19-51,1 0,1 0,-1 0,1 0,0 0,1-1,-1 0,1 0,0 0,1 0,0-1,0 0,0 0,0-1,1 0,-1 0,1 0,0-1,1 0,-1 0,3 0,19-20,-22 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5.5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181 83,'-19'-3,"-11"1,-7-1,1 0,5-1,10 0,15-2,20 1,23-2,26-2,26-1,19 1,15 1,8 3,2 2,-24 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6.2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1,'20'0,"16"0,14 0,9 0,8 0,5 0,3 0,2 0,0 0,-4 0,-8 0,-12 0,-16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6.5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26 1,'-2'9,"-1"14,0 15,1 15,0 13,1 11,1 4,-3 1,0-3,0-3,1-8,1-15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7.3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1,'7'30,"2"1,0-1,2 0,1-1,2-1,1 0,17 25,-22-36,0-1,1 0,0-1,1-1,1 1,1-2,-1 0,2-1,0 0,1-1,0-1,0 0,18 7,-29-15,0-1,1 0,-1 0,0 0,0-1,1 0,-1 0,1 0,-1 0,0-1,1 0,-1 0,0-1,0 1,0-1,0 0,0 0,0-1,-1 1,1-1,-1 0,1-1,-1 1,0-1,-1 0,1 0,-1 0,1-1,7-9,-1-1,-1-1,0 0,-1 0,-1 0,0-1,3-14,16-116,-34 185,-6 112,6 0,8 28,0-96,0 480,0-552,0 17,-1 0,-1 0,-1 0,-7 26,9-48,-1 1,1-1,-1 0,0 1,0-1,-1 0,0 0,0 0,0-1,0 1,-1-1,1 1,-1-1,-1 0,1-1,0 1,-1-1,0 0,1 0,-1 0,0-1,-1 1,1-1,0-1,-1 1,-1 0,0-2,0 1,1-1,-1 0,1-1,-1 0,0 0,1 0,0-1,-1 0,1 0,0-1,0 1,0-1,0-1,1 1,-1-1,1 0,0 0,-4-4,-5-6,-1-1,2-1,0 0,1-1,-8-13,2-1,1-2,1 1,2-2,1 0,1 0,3-1,0-1,-2-28,10 59,1 0,-1 0,1 0,0 1,0-1,0 0,1 0,0 1,0-1,0 0,0 1,1-1,-1 1,1-1,1 1,-1 0,0 0,1 0,0 0,0 0,0 0,1 1,-1 0,1 0,3-3,11-3,-1 1,2 1,-1 1,0 0,1 1,0 2,1 0,4 0,9-2,50-9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7.7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1,'16'0,"14"0,11 0,10 0,10 0,9 0,5 0,2 0,-3 0,-6 0,-6 0,-11 0,-10 0,-14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8.0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110 0,'-11'14,"-7"13,-1 11,-1 13,4 12,4 8,4 6,4 4,2 1,4-2,4-3,0-5,3-6,-2-15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8.6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1,'63'-1,"1"4,0 2,48 12,-90-13,1 2,-1 1,0 0,0 2,-1 0,0 1,-1 2,0 0,-1 1,-1 1,0 0,0 2,-12-11,0 0,-1 1,0 0,0 0,0 1,-1-1,1 1,-2 0,1 0,-1 0,0 1,0-1,-1 1,0 0,-1 0,1-1,-2 1,1 0,-1 0,0 0,-1 0,1 0,-2 0,1 0,-8 18,-2-1,0 0,-1-1,-2 0,0-1,-2 0,-13 14,6-5,3-5,-9 12,1 2,2 1,1 1,-3 14,25-53,1 1,-1-1,1 1,1-1,-1 1,0 0,1 0,0 0,0 0,1 0,0 0,-1 0,1 0,1 0,-1-1,1 1,0 0,0 0,1 0,-1 0,1-1,0 1,0-1,0 1,1-1,0 0,0 0,0 0,0 0,0 0,1-1,0 0,0 1,0-1,0-1,19 8,1-1,0-1,0-1,1-2,0 0,0-2,0 0,0-2,9-1,-2 2,114 6,123-11,-252 2,-10 2,1-1,-1 0,1-1,0 1,-1-2,1 1,-1-1,0 0,1 0,-1-1,0 0,0-1,-1 1,1-1,2-3,-4-23,-12 15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09.01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56,'21'-9,"22"-3,25 0,21 3,18 2,11 3,7 2,-5 1,-10 1,-15 1,-21-1,-19 1,-23-1,-13 0,-11 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13.4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0,'31'11,"144"3,-119-6,0-1,0-3,0-3,31-4,6 2,121-5,132 3,340 13,-442-11,140 9,283 2,176-1,-542-10,242 10,198 10,-196 16,-208-9,190-3,-65 1,-142-12,792-12,-740 13,-60 0,18 1,-288-16,-40-2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16.0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1,'2'0,"8"0,8 0,11 0,10 0,8 0,9 0,6 0,6 0,0 0,1 0,-8 0,-11 2,-15 3,-15 1,-20 1,-10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16.3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1,'23'0,"16"0,16 0,9 0,8 0,3 0,-5 0,-7 0,-12 2,-15 3,-16 3,-13 3,-13-1,-5-2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18.6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5,'0'0,"0"0,0 0,0-1,0 1,0 0,1 0,-1-1,0 1,0 0,0 0,1-1,-1 1,0 0,0 0,1 0,-1-1,0 1,1 0,-1 0,0 0,0 0,1 0,-1 0,0 0,1 0,-1 0,0 0,1 0,-1 0,0 0,1 0,-1 0,0 0,1 0,-1 0,0 0,0 0,1 0,-1 1,0-1,1 0,-1 0,0 0,0 0,1 1,-1-1,0 0,0 0,0 1,1-1,-1 0,0 0,0 1,0-1,0 0,0 1,0-1,1 0,84 119,-39-55,2-1,3-3,2-2,3-2,3-3,2-3,35 22,-88-67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19.0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555 26,'2'-9,"-1"-3,-3 7,-9 14,-10 17,-12 15,-11 14,-10 11,-9 7,-5 1,-1 0,6-4,10-8,15-12,13-11,11-12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0.7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112 92,'0'1,"1"0,-1-1,1 1,-1 0,1-1,-1 1,1 0,0-1,-1 1,1-1,0 1,-1-1,1 0,0 1,-1-1,1 0,0 1,0-1,0 0,-1 0,1 0,0 1,0-1,0 0,0 0,-1 0,1-1,0 1,0 0,0 0,-1 0,1-1,0 1,0 0,0-1,-1 1,1 0,0-1,-1 1,1-1,0 1,-1-1,1 1,-1-1,1 0,-1 1,1-1,-1 0,1 0,-1 1,0-1,1 0,-1-2,1 0,-1-1,1 1,-1 0,0 0,-1 0,1 0,0-1,-1 1,0 0,0 0,0 0,0 0,0 0,0 0,-1 1,1-1,-1 0,0 1,0-1,0 1,0-1,-1 1,1 0,0 0,-1 0,0 0,1 1,-1-1,0 1,0-1,0 1,0 0,0 0,0 0,0 1,0-1,0 1,-1 0,1 0,0 0,0 0,0 0,0 1,-1-1,1 1,0 0,0 0,0 0,0 0,1 1,-1-1,0 1,0-1,1 1,-1 0,1 0,0 1,-1-1,1 0,0 1,0-1,0 1,1 0,-1-1,1 1,-1 0,1 0,0 0,0 0,0 0,0 0,0 0,1 0,-1 0,1 0,0 0,0 0,0 0,0 0,1 1,-1-1,1 0,0 0,0 0,0 0,0 0,0-1,1 1,-1 0,1-1,0 1,0-1,0 1,0-1,0 0,0 0,1 0,-1 0,1 0,0 0,-1-1,1 1,0-1,0 0,0 0,0 0,0 0,0 0,0-1,0 1,-1-1,0 0,0 0,0 0,0-1,0 1,0 0,0-1,-1 1,1-1,0 0,0 0,-1 0,1 1,0-2,-1 1,1 0,-1 0,1 0,-1-1,0 1,0 0,1-1,-1 0,0 1,0-1,0 0,-1 1,1-1,0 0,-1 0,1 1,-1-1,1 0,-1 0,0 0,0 0,0 0,1-3,-1 0,0 0,0 1,0-1,-1 0,0 0,0 0,0 0,0 1,-1-1,0 1,0-1,0 1,-1-1,3 3,-1 1,1 0,-1-1,1 1,-1 0,0-1,0 1,0 0,0 0,0 0,0 0,0 0,0 0,0 0,-1 0,1 0,0 1,0-1,-1 0,1 1,-1-1,1 1,0 0,-1-1,1 1,-1 0,1 0,-1 0,1 0,-1 0,1 0,-1 0,1 1,0-1,-1 0,1 1,-1-1,1 1,0 0,-1-1,1 1,0 0,0 0,0 0,-1 0,0 0,2 2,-1-1,1 1,0-1,-1 0,1 1,0-1,0 1,1-1,-1 1,0-1,1 0,-1 1,1-1,0 0,0 1,0-1,0 0,0 0,1 0,-1 0,1 0,-1 0,1 0,1 1,17 19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1.5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0,'3'18,"1"-1,0 1,1-1,1-1,1 1,0-1,1 0,1 0,1-1,0 0,0-1,2 0,-1-1,2 0,0-1,0-1,1 0,9 5,-4-1,0-2,1 0,0-1,1-1,0-1,1-1,16 5,-30-12,0 1,1-1,-1-1,1 0,-1 0,1-1,-1 0,1 0,-1-1,1 0,-1 0,1-1,-1 0,0-1,0 0,0 0,0-1,-1 1,1-2,-1 1,0-1,5-5,1-2,0-1,-1-1,-1 0,0-1,-1 0,0 0,-2-1,0 0,6-16,-15 16,-14 30,3 10,1 0,1 0,2 1,0 0,2 1,1 0,1 0,1 0,1 0,1 1,2 2,1 50,4 1,3-2,4 0,15 48,-6-27,-4 0,-1 49,-15-126,-2 0,0 0,-1 0,-2 0,0-1,-2 6,4-22,0 0,-1 1,0-1,0 0,0 1,0-1,-1-1,0 1,0 0,0-1,-1 1,0-1,1 0,-1 0,-1 0,1-1,-1 1,1-1,-1 0,0-1,0 1,0-1,0 0,0 0,-1 0,-2-1,3 0,-1-1,0 1,1-2,-1 1,1-1,-1 1,1-1,-1-1,1 1,0-1,-1 0,1 0,0-1,0 0,0 1,1-2,-1 1,1 0,0-1,-1 0,-72-90,42 36,3-2,-22-55,47 102,1 0,1-1,0 0,1 0,1 0,0-1,0 1,2-1,-1-12,5 22,-1 1,1-1,-1 1,1-1,1 1,-1 0,1 0,-1 0,1 1,0-1,0 1,1 0,-1 0,1 0,-1 1,1 0,0 0,0 0,0 0,0 1,0 0,1 0,-1 0,5 0,0-1,386-76,-332 67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2.2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 80,'2'2,"-1"0,0 0,1-1,-1 1,1 0,-1-1,1 1,0-1,0 0,0 0,0 0,0 0,0 0,0 0,0 0,0 0,0-1,0 1,0-1,1 0,-1 1,0 0,0 0,0-1,-1 1,1 0,0-1,0 0,0 1,0-1,0 0,0 0,0 0,0 0,0-1,0 1,0-1,0 1,0-1,0 1,-1-1,1 0,0 0,0 0,-1 0,1 0,-1 0,1 0,-1-1,1 1,-1-1,0 1,1-1,-1 1,0-1,0 0,0 0,-1 1,1-1,0 0,0 0,-1 0,0 0,1 0,-1 0,0 0,0 0,0 0,0 1,0-1,0 0,-1 0,1-1,-2 0,0 0,0 0,0 0,0 1,-1-1,1 1,-1 0,1-1,-1 1,0 0,0 0,0 1,0-1,0 1,0-1,-1 1,1 0,0 0,-1 1,1-1,-1 1,1-1,-1 1,1 0,-1 0,1 1,0-1,-1 1,1 0,-1-1,1 1,0 1,0-1,0 1,-1-1,1 1,1 0,-1 0,0 0,0 0,1 1,-2 0,4-1,-1-1,1 0,-1 1,1-1,0 0,0 1,0-1,0 1,0-1,0 0,0 1,0-1,0 0,1 1,-1-1,1 0,-1 1,1-1,-1 0,1 0,0 1,-1-1,1 0,0 0,0 0,0 0,0 0,0 0,0 0,0 0,0-1,1 1,-1 0,0-1,0 1,1-1,-1 1,0-1,2 1,55 11,-57-11,0-1,1 0,-1 0,0 0,1 0,-1 0,0 0,0 0,1 0,-1-1,0 1,0 0,1-1,-1 1,0-1,0 1,0-1,1 0,-1 1,0-1,0 0,0 0,0 0,-1 0,1 0,0 0,0 0,0 0,-1 0,1 0,-1 0,1 0,-1-1,1 1,-1 0,1 0,-1-1,0 1,0 0,0-1,0 1,0 0,0 0,0-1,0 1,-1-2,0 0,1 0,-1 0,-1 0,1 0,0 1,-1-1,1 0,-1 1,0-1,1 1,-1 0,0 0,-1 0,1 0,0 0,-1 0,1 0,-2 0,3 1,0 0,0 0,0 0,-1 0,1 0,0 1,0-1,-1 0,1 1,0-1,-1 1,1-1,0 1,-1 0,1-1,-1 1,1 0,0 0,-1 0,1 0,-1 0,1 1,-1-1,1 0,0 1,-1-1,1 1,0-1,-1 1,1-1,0 1,0 0,-1 0,1 0,0 0,0 0,0 0,0 0,0 0,0 0,1 0,-1 0,0 1,1-1,-1 0,0 1,1-1,0 0,-1 1,1-1,0 1,0-1,0 1,-1 0,9 14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2.9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72,'0'-2,"0"-1,0 0,0 0,1 0,-1 0,1 0,-1 1,1-1,0 0,0 0,1 1,-1-1,0 1,1-1,-1 1,1 0,0-1,0 1,0 0,0 0,0 0,1 1,-1-1,0 0,1 1,-1 0,1-1,0 1,-1 0,1 0,0 1,0-1,-1 0,1 1,2 0,4-1,1 1,-1 0,0 0,0 1,0 0,0 1,0 0,0 1,0 0,6 3,-4-3,-1 2,0-1,0 1,0 1,0 0,-1 0,0 1,-1 0,0 1,0 0,0 0,-1 0,0 1,0 0,-1 1,-1-1,0 1,0 0,-1 1,0-1,0 1,-1 0,-1 0,0 0,0 0,-1 0,-1 0,0 0,-1 10,-5-1,-2 0,0-1,-1 0,-1 0,0-1,-2 0,0 0,-2-1,4-4,0 0,0 0,1 1,1 0,0 1,1-1,1 2,0-1,1 1,1 0,0 0,2 0,-2 12,4-23,0 0,1 0,0 0,0 0,0 0,0 0,1 0,-1 0,1-1,1 1,-1-1,0 0,1 1,0-1,0 0,0-1,1 1,-1 0,1-1,0 0,0 0,0 0,1 0,-1-1,0 0,1 0,3 1,10 4,0-2,1-1,0 0,0-1,0-1,13 0,19-1,0-1,0-3,0-2,-1-2,0-3,0-2,6-4,-50 14,-2 2,0-1,0 0,0-1,-1 1,1 0,0-1,-1 0,1 0,-1 0,0-1,0 1,0-1,0 1,0-1,1-2,-1-5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3.8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19,'6'0,"10"0,15 0,17 0,15 0,13 0,10 0,2 0,-4 0,-4 0,-11 0,-13 0,-13 0,-13 0,-10-2,-16-6,-9-1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6.5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27,'497'-13,"-319"12,-160-6,-23 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7.7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20,'515'0,"-444"-6,-83-3,4 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28.8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0,'713'15,"-651"-20,-46-1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3:37.2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121 353,'0'-1,"0"0,0 0,0 0,-1 1,1-1,0 0,0 0,-1 1,1-1,0 0,-1 0,1 1,0-1,-1 0,1 1,-1-1,1 0,-1 1,0-1,1 1,-1-1,0 1,1-1,-1 1,0-1,0 1,1 0,-1 0,0-1,0 1,1 0,-1 0,0 0,0 0,0 0,0 0,1 0,-1 0,0 0,0 0,0 0,1 0,-1 1,0-1,0 0,1 0,-1 1,0-1,0 1,1-1,-1 1,0-1,1 1,-1-1,1 1,-1 0,1-1,-1 1,1 0,-1-1,1 1,0 0,-1 0,1-1,0 1,0 0,-1 0,1 0,0-1,-7 20,1 1,0-1,2 1,0-1,1 1,1 1,1 6,-1 0,-31 739,18-504,70-36,-55-223,-1 0,1 0,-1 0,1 0,0 0,1 0,-1 0,1 0,0-1,-1 1,2 0,-1 0,0-1,1 1,0 0,0-1,0 0,0 1,0-1,1 0,-1 0,1 0,0-1,0 1,0-1,0 1,0-1,1 0,-1 0,1 0,-1-1,1 1,3 0,124 6,-90-5,0-1,-1-2,1-1,-1-3,1-1,-1-2,-1-2,2-2,3 1,230-27,-141 13,1 6,1 6,-1 6,13 6,747 13,-720-13,386-38,227-15,-57 51,-382 1,-96-25,-162 13,0 4,16 3,734 7,-795 7,-41-7,1 1,0-1,0 0,0 0,1 0,-1-1,0 0,0 0,0 0,0-1,0 0,0 0,0 0,-2-1,0 0,0-1,-1 1,1-1,-1 0,1 0,-1 0,0 0,-1 0,1-1,0 1,-1 0,0-1,1 1,-2-1,1 1,0-1,0-1,1-3,12-64,-4 1,-2-2,-4 1,-3-1,-3 0,-3 1,-4-6,-5-146,23-94,-9 315,1-1,-1 1,1-1,-1 1,0-1,0 1,-1 0,1-1,-1 1,0-1,0 1,0 0,0 0,0-1,-1 1,1 0,-1 0,0 0,0 0,0 1,0-1,-1 1,1-1,-1 1,0 0,1 0,-1 0,0 0,0 0,0 1,0-1,-1 1,-16-6,-1 2,0 0,0 1,0 1,0 1,0 1,0 1,-20 3,-6-3,-255-2,-240-36,-267-63,407 48,-205-19,-533 15,301 47,545 11,-717-1,966 0,0-2,1-2,-34-7,34 10,36 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34.8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12 155,'-1'0,"0"-1,0 1,1-1,-1 0,0 1,0-1,1 0,-1 1,0-1,1 0,-1 0,1 0,-1 0,1 0,0 0,-1 1,1-1,0 0,0 0,-1 0,1 0,0 0,0 0,0 0,0 0,0 0,1 0,-1 0,0 0,0 0,1 0,-1-1,4-5,0-1,1 1,0 0,0 0,0 1,1-1,0 1,0 0,0 1,1-1,0 2,0-1,1 1,-1 0,1 0,0 0,66-23,-71 27,-1-1,1 1,0 0,0 0,0 0,-1 0,1 0,0 0,0 1,-1-1,1 1,0 0,-1 0,1 0,-1 0,1 0,-1 1,1-1,-1 1,0 0,0-1,0 1,0 0,0 0,0 0,0 1,-1-1,6 14,-1 0,0 0,-2 1,0-1,0 1,-2 0,0 1,-1-1,-1 0,0 0,-2 2,2 5,-3 225,3-248,0 0,-1 0,1-1,0 1,0 0,-1-1,1 1,0 0,0 0,0-1,0 1,0 0,-1-1,2 1,-1 0,0 0,0-1,0 1,0 0,0 0,0-1,1 1,-1 0,0-1,1 1,-1 0,1-1,-1 1,0 0,1-1,-1 1,1-1,0 1,-1-1,1 1,-1-1,1 0,0 1,-1-1,1 0,0 1,-1-1,1 0,0 0,0 1,-1-1,1 0,0 0,0 0,-1 0,1 0,0 0,0 0,-1-1,6-4,-1 0,1-1,-2 0,1-1,-1 1,0-1,0 1,0-1,-1 0,1-4,2-2,27-70,-3-2,17-79,-30 101,-9 35,-8 28,1 0,-1 0,0 1,0-1,0 0,1 0,-1 0,0 0,0 0,0 1,1-1,-1 0,0 0,0 0,1 0,-1 0,0 0,0 0,1 0,-1 0,0 0,0 0,1 0,-1 0,0 0,0 0,1 0,-1 0,0 0,0 0,0 0,1-1,7 207,-5-163,3 0,2 0,1-1,14 38,-17-64,0-1,0 0,1 0,1-1,1 0,0 0,1-1,0 0,1-1,0 0,1 0,0-2,1 1,8 3,-19-11,1-1,1 0,-1 0,0 0,0 0,1 0,-1-1,1 1,-1-1,1 0,0 0,0-1,-1 1,1-1,0 0,0 0,-1 0,1 0,0-1,0 1,-1-1,3-1,5-7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35.1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10 123,'-7'-2,"5"-1,16 0,19 1,25-4,21-6,17-3,10-3,4-3,-4-1,-20 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36.0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1,'0'4,"0"0,-2-1,-4-1,-2 1,-3 3,2 2,1 3,7-2,8-1,3-3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36.8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64,'-11'-21,"11"21,0 1,0-1,0 0,1 0,-1 1,0-1,0 0,0 0,0 1,0-1,0 0,0 1,0-1,0 0,0 1,0-1,0 0,0 0,0 1,0-1,0 0,0 1,0-1,0 0,0 0,-1 1,1-1,0 0,0 0,0 1,0-1,-1 0,1 0,0 0,0 1,0-1,-1 0,1 0,0 0,0 0,-1 1,1-1,0 0,-1 0,1 0,0 0,0 0,-1 0,1 0,0 0,-1 0,1 0,0 0,0 0,-1 0,1 0,0 0,-1 0,1 0,0 0,0 0,-1-1,1 1,0 0,0 0,-1 0,1 0,0-1,0 1,1 7,0 1,1-1,0 0,1 0,-1 0,1 0,1 0,-1 0,1-1,0 0,1 0,-1 0,1 0,1-1,-1 1,1-2,0 1,0 0,3 1,6 3,1-1,0 0,1-2,-1 1,2-2,-1 0,0-1,1-1,-1-1,1 0,0-1,0-1,0-1,0 0,-1-2,1 0,-1 0,1-2,-1 0,0-1,-1-1,0-1,0 0,0-1,-1 0,-1-1,1-1,-2-1,1 0,-2 0,0-1,0-1,-1 0,3-6,8-26,-17 41,-7 25,1-8,-5 90,5 0,4 1,5-1,5 5,20 107,-12-107,-6 2,-4 0,-5 0,-6 82,0-176,-1 0,0 0,-1-1,-1 1,0-1,0 1,-2-1,0 0,0-1,-2 1,1-1,-2 0,0-1,0 0,-2 1,8-11,-1 0,1 0,-1-1,0 1,1-1,-1 1,0-1,0 0,0 0,0 0,0 0,0-1,-1 1,1-1,0 0,0 0,0 0,0 0,-1-1,1 1,0-1,0 0,0 0,0 0,0 0,0 0,0-1,1 1,-1-1,0 0,1 0,-1 0,0-1,-72-83,25 4,4-2,4-3,3-1,-8-37,38 102,-50-167,59 187,-1 0,1 0,0-1,0 1,0 0,1 0,-1-1,1 1,0 0,0 0,0 0,0 0,0 0,1 0,-1 0,1 1,0-1,0 0,0 1,0-1,0 1,1 0,-1 0,0 0,1 0,0 0,0 0,-1 1,1-1,0 1,0 0,0 0,0 0,1 0,-1 1,0-1,0 1,2 0,61-16,1 4,51-3,-29 4,8-3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37.4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 1,'-5'4,"-1"5,0 2,4 2,4-2,4-2,1-5,0-6,-2-4,-4-4,-4 0,-5 2,-2 4,0 6,2 6,4 4,6 3,2-1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37.9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1,'45'3,"-1"2,1 2,-1 2,-1 2,6 3,124 49,-162-58,-1 1,0 0,-1 0,0 1,0 0,0 0,-1 1,0 0,0 1,-1-1,0 1,0 1,-1 0,-1 0,1 1,-3-2,0 1,-1-1,0 1,-1-1,0 1,0-1,-1 1,0 0,-1 0,0-1,-1 1,0-1,0 1,-1-1,0 0,-2 3,-75 140,69-136,-9 16,11-20,1 1,0 0,0 1,2-1,-1 2,2-1,0 1,-2 10,7-23,-1 0,1 0,0 0,0 0,0 1,1-1,-1 0,0 0,1 0,0 0,-1 0,1 0,0 0,0 0,0 0,0 0,1 0,-1 0,0-1,1 1,-1-1,1 1,-1-1,1 1,0-1,0 0,0 0,-1 0,1 0,0 0,0 0,1-1,-1 1,75 11,-75-12,87 1,0-3,0-5,80-16,-96 6,-52 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38.3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95,'16'-7,"19"-2,17-1,18-3,15 2,11 1,8 1,2 1,-5 1,-10 2,-10 2,-12 1,-16 1,-14 1,-15 3,-15 2,-16 4,-7-1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1.3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40,'175'26,"-53"-15,1-5,0-6,50-8,91-1,106-7,76 1,295-18,8 31,170 30,-494-21,5 7,-48-9,-289 8,25 20,27 7,-134-37,0-1,1 0,-1 0,1-1,-1-1,1 0,0 0,7-2,-20 1,1 1,0 0,0 0,0-1,0 1,0 0,0-1,0 1,0 0,-1 0,1-1,0 1,0 0,0-1,0 1,0 0,0 0,1-1,-1 1,0 0,0 0,0-1,0 1,0 0,0-1,0 1,0 0,1 0,-1 0,0-1,0 1,0 0,1 0,-1 0,0-1,0 1,1 0,-1 0,0 0,0 0,1 0,-1-1,0 1,0 0,1 0,-1 0,0 0,-14-5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2.4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14,'13'0,"14"0,12 0,10 0,8-2,6-1,4 0,1 1,-1 0,-6 1,-6 1,-10 2,-10 3,-12 3,-9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2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0,'23'3,"21"0,17 0,11-1,5 0,1-1,-3 0,-9 1,-10 1,-11 2,-10 3,-9 1,-6 0,-10-1,-8-3,-4-2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4.0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82,'14'-10,"0"1,1 0,0 1,0 0,1 1,0 1,0 0,0 1,1 1,0 1,-1 0,1 1,0 1,1 1,-1 0,9 2,-17-1,1 1,-1 0,0 1,1-1,-1 2,0-1,-1 1,1 1,-1 0,0 0,0 0,0 1,-1 0,0 1,0 0,0 0,-1 0,0 1,-1 0,1 0,-1 0,-1 1,0-1,0 1,-1 0,0 1,0-1,0 9,2 15,-1 0,-2 0,-2 0,-1 0,-1 0,-2 0,-4 17,-3 30,10-79,1 1,-1-1,1 0,0 0,-1 0,1 1,0-1,-1 0,1 1,0-1,0 0,0 1,0-1,0 0,1 1,-1-1,0 0,1 0,-1 1,1-1,-1 0,1 0,-1 0,1 0,0 1,0-1,-1 0,1 0,0 0,0 0,0-1,0 1,0 0,0 0,0-1,1 1,-1 0,0-1,0 1,0-1,1 0,-1 1,0-1,1 0,-1 0,0 0,1 0,-1 0,0 0,0 0,1 0,-1 0,0-1,1 1,9-6,0 0,0-1,-1 0,0-1,0 0,-1 0,0-1,-1 0,1-1,-2 0,0 0,2-3,13-22,-2-1,-1-1,-2 0,-2-1,-1-1,-2-1,-2 0,-1 0,0-17,-19 121,3 0,3 1,3 35,2-78,0 1,2-1,1 1,0-1,2 0,1 0,0-1,2 0,0 0,1-1,1 0,12 15,-20-30,1 0,0 1,0-1,0 0,1 0,0 0,0 0,0-1,0 0,1 0,0 0,3 1,3-5,-4-5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4.2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26,'-16'-2,"-9"-1,-4 0,6 1,16 0,21 1,21 1,23-1,18 1,11 0,5 1,-2-4,-9 1,-14-1,-23 1,-19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4.6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28,'2'-2,"0"0,0 1,0-1,0 1,1 0,-1 0,1 0,-1 0,1 0,-1 0,1 1,-1-1,1 1,0 0,-1-1,1 1,1 1,5-2,336-10,-180 11,115 15,-231-4,-65 8,15-15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5.42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46,'14'-2,"13"-4,16 0,12-1,8 0,4 1,1 2,-5 2,-9 1,-9 0,-9 1,-9 1,-9-3,-8-1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5.6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1,'0'18,"3"15,4 11,7 7,2 6,2 6,-3 2,-4 2,-4 1,-3-2,-2-5,-1-7,1-12,0-13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6.3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0,'0'13,"2"0,0 0,0 0,1 0,0 0,1-1,1 0,0 0,1 0,0 0,0-1,2 0,-1 0,1-1,1 0,0-1,3 3,4 3,0-1,0-1,2-1,-1-1,2 0,-1-1,2-1,-1-1,1 0,7 0,-9-2,-1-1,1-1,1-1,-1 0,0-1,1-1,-1-1,1-1,-1 0,1-2,-1 0,0 0,0-2,0 0,-1-2,0 0,0 0,0-2,-1 0,0-1,6-5,-5-1,-2 1,0-2,0 0,-2-1,0 0,-1-1,-1 0,6-16,-24 87,-1 12,2 1,3 0,3 0,2-1,4 1,2-1,3 0,3 0,11 28,42 100,-38-117,-4 1,13 66,-36-136,0 0,0 0,-1 0,1 0,-1 1,-1-1,1 0,-1 1,0-1,0 0,-1 1,0-1,0 0,-1 1,1-1,-1 0,-1 0,1 0,-1-1,0 1,0-1,-1 1,0-1,0 0,0 0,0-1,-1 1,0-1,0 0,0 0,0-1,-4 3,1-4,-1 0,1 0,0-1,-1 0,1-1,-1 0,1 0,-1 0,1-1,-1-1,1 1,0-1,0-1,0 0,0 0,0 0,0-1,-1-1,-9-6,1 0,0-1,0-1,1 0,1-1,-13-16,8 9,2-2,0 0,2-2,1 1,0-2,2 0,1-1,1 0,2 0,0-1,-4-27,12 49,0 0,0 1,0-1,0 0,1 0,0 1,0-1,1 0,0 0,0 1,0-1,0 0,1 1,0-1,0 1,1 0,-1-1,1 1,0 1,1-1,3-4,4 1,0 1,0 0,1 1,1 0,-1 0,1 2,-1-1,1 2,1 0,-1 0,12 0,132-17,57-12,-171 19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6.8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6,'15'0,"22"0,25 0,22 0,18 0,9 0,4 0,-4 0,-11 0,-17 0,-19 0,-22-2,-19-1,-13 2,-10 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7.5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71,'20'-2,"17"-1,12 0,10 0,8 2,5 0,0 0,-1 1,-8-2,-9-1,-9-3,-10 1,-11-2,-10-1,-7-5,-4 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7.8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1,'0'18,"5"17,5 13,5 6,2 4,3 0,-2 0,-2-1,-5-1,-6-1,-5-3,-1-6,-1-10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8.3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41,'20'-8,"1"1,1 0,0 2,-1 0,2 2,-1 0,0 1,0 2,1 0,-1 1,0 2,1 0,15 5,-9-3,0 2,-1 1,0 2,0 0,-1 2,-1 1,0 1,-1 1,0 2,-1 0,-1 1,1 3,-17-14,-1 1,0 0,0 0,-1 0,0 1,0 0,-1 0,0 0,-1 0,0 0,-1 1,1 0,-2-1,1 1,-2 0,1 0,-1 0,-1 0,1 0,-5 24,-2 0,-1 0,-1 0,-12 26,-12 47,18 2,15-105,0-1,1 1,-1 0,1 0,0-1,0 1,0-1,1 1,-1-1,1 1,0-1,0 0,0 0,0 0,1 0,-1 0,1 0,0-1,-1 1,1-1,0 0,1 0,-1 0,0 0,1 0,-1-1,3 1,17 4,0-2,1 0,0-2,-1-1,1 0,0-2,0-1,13-3,-31 5,142-19,122-31,-260 48,-7 2,1-1,-1 1,1-1,-1 1,0-1,1 0,-1-1,0 1,0-1,0 1,0-1,0 0,0 0,0 0,2-3,-5-1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8.6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33,'23'-2,"25"-1,24-2,16-1,15 2,6 0,-3 2,-8 1,-13 0,-17 1,-18 0,-19 0,-18-2,-10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4:49.0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15,'14'-4,"25"-3,30 4,31 3,26 5,19 4,9 2,0 1,-11 0,-19-1,-23-2,-26-2,-24-3,-21 0,-13 2,-11 0,-8-1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7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12 155,'-1'0,"0"-1,0 1,1-1,-1 0,0 1,0-1,1 0,-1 1,0-1,1 0,-1 0,1 0,-1 0,1 0,0 0,-1 1,1-1,0 0,0 0,-1 0,1 0,0 0,0 0,0 0,0 0,0 0,1 0,-1 0,0 0,0 0,1 0,-1-1,4-5,0-1,1 1,0 0,0 0,0 1,1-1,0 1,0 0,0 1,1-1,0 2,0-1,1 1,-1 0,1 0,0 0,66-23,-71 27,-1-1,1 1,0 0,0 0,0 0,-1 0,1 0,0 0,0 1,-1-1,1 1,0 0,-1 0,1 0,-1 0,1 0,-1 1,1-1,-1 1,0 0,0-1,0 1,0 0,0 0,0 0,0 1,-1-1,6 14,-1 0,0 0,-2 1,0-1,0 1,-2 0,0 1,-1-1,-1 0,0 0,-2 2,2 5,-3 225,3-248,0 0,-1 0,1-1,0 1,0 0,-1-1,1 1,0 0,0 0,0-1,0 1,0 0,-1-1,2 1,-1 0,0 0,0-1,0 1,0 0,0 0,0-1,1 1,-1 0,0-1,1 1,-1 0,1-1,-1 1,0 0,1-1,-1 1,1-1,0 1,-1-1,1 1,-1-1,1 0,0 1,-1-1,1 0,0 1,-1-1,1 0,0 0,0 1,-1-1,1 0,0 0,0 0,-1 0,1 0,0 0,0 0,-1-1,6-4,-1 0,1-1,-2 0,1-1,-1 1,0-1,0 1,0-1,-1 0,1-4,2-2,27-70,-3-2,17-79,-30 101,-9 35,-8 28,1 0,-1 0,0 1,0-1,0 0,1 0,-1 0,0 0,0 0,0 1,1-1,-1 0,0 0,0 0,1 0,-1 0,0 0,0 0,1 0,-1 0,0 0,0 0,1 0,-1 0,0 0,0 0,1 0,-1 0,0 0,0 0,0 0,1-1,7 207,-5-163,3 0,2 0,1-1,14 38,-17-64,0-1,0 0,1 0,1-1,1 0,0 0,1-1,0 0,1-1,0 0,1 0,0-2,1 1,8 3,-19-11,1-1,1 0,-1 0,0 0,0 0,1 0,-1-1,1 1,-1-1,1 0,0 0,0-1,-1 1,1-1,0 0,0 0,-1 0,1 0,0-1,0 1,-1-1,3-1,5-7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7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10 123,'-7'-2,"5"-1,16 0,19 1,25-4,21-6,17-3,10-3,4-3,-4-1,-20 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7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1,'0'4,"0"0,-2-1,-4-1,-2 1,-3 3,2 2,1 3,7-2,8-1,3-3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64,'-11'-21,"11"21,0 1,0-1,0 0,1 0,-1 1,0-1,0 0,0 0,0 1,0-1,0 0,0 1,0-1,0 0,0 1,0-1,0 0,0 0,0 1,0-1,0 0,0 1,0-1,0 0,0 0,-1 1,1-1,0 0,0 0,0 1,0-1,-1 0,1 0,0 0,0 1,0-1,-1 0,1 0,0 0,0 0,-1 1,1-1,0 0,-1 0,1 0,0 0,0 0,-1 0,1 0,0 0,-1 0,1 0,0 0,0 0,-1 0,1 0,0 0,-1 0,1 0,0 0,0 0,-1-1,1 1,0 0,0 0,-1 0,1 0,0-1,0 1,1 7,0 1,1-1,0 0,1 0,-1 0,1 0,1 0,-1 0,1-1,0 0,1 0,-1 0,1 0,1-1,-1 1,1-2,0 1,0 0,3 1,6 3,1-1,0 0,1-2,-1 1,2-2,-1 0,0-1,1-1,-1-1,1 0,0-1,0-1,0-1,0 0,-1-2,1 0,-1 0,1-2,-1 0,0-1,-1-1,0-1,0 0,0-1,-1 0,-1-1,1-1,-2-1,1 0,-2 0,0-1,0-1,-1 0,3-6,8-26,-17 41,-7 25,1-8,-5 90,5 0,4 1,5-1,5 5,20 107,-12-107,-6 2,-4 0,-5 0,-6 82,0-176,-1 0,0 0,-1-1,-1 1,0-1,0 1,-2-1,0 0,0-1,-2 1,1-1,-2 0,0-1,0 0,-2 1,8-11,-1 0,1 0,-1-1,0 1,1-1,-1 1,0-1,0 0,0 0,0 0,0 0,0-1,-1 1,1-1,0 0,0 0,0 0,0 0,-1-1,1 1,0-1,0 0,0 0,0 0,0 0,0 0,0-1,1 1,-1-1,0 0,1 0,-1 0,0-1,-72-83,25 4,4-2,4-3,3-1,-8-37,38 102,-50-167,59 187,-1 0,1 0,0-1,0 1,0 0,1 0,-1-1,1 1,0 0,0 0,0 0,0 0,0 0,1 0,-1 0,1 1,0-1,0 0,0 1,0-1,0 1,1 0,-1 0,0 0,1 0,0 0,0 0,-1 1,1-1,0 1,0 0,0 0,0 0,1 0,-1 1,0-1,0 1,2 0,61-16,1 4,51-3,-29 4,8-3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 1,'-5'4,"-1"5,0 2,4 2,4-2,4-2,1-5,0-6,-2-4,-4-4,-4 0,-5 2,-2 4,0 6,2 6,4 4,6 3,2-1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1,'45'3,"-1"2,1 2,-1 2,-1 2,6 3,124 49,-162-58,-1 1,0 0,-1 0,0 1,0 0,0 0,-1 1,0 0,0 1,-1-1,0 1,0 1,-1 0,-1 0,1 1,-3-2,0 1,-1-1,0 1,-1-1,0 1,0-1,-1 1,0 0,-1 0,0-1,-1 1,0-1,0 1,-1-1,0 0,-2 3,-75 140,69-136,-9 16,11-20,1 1,0 0,0 1,2-1,-1 2,2-1,0 1,-2 10,7-23,-1 0,1 0,0 0,0 0,0 1,1-1,-1 0,0 0,1 0,0 0,-1 0,1 0,0 0,0 0,0 0,0 0,1 0,-1 0,0-1,1 1,-1-1,1 1,-1-1,1 1,0-1,0 0,0 0,-1 0,1 0,0 0,0 0,1-1,-1 1,75 11,-75-12,87 1,0-3,0-5,80-16,-96 6,-52 8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95,'16'-7,"19"-2,17-1,18-3,15 2,11 1,8 1,2 1,-5 1,-10 2,-10 2,-12 1,-16 1,-14 1,-15 3,-15 2,-16 4,-7-1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40,'175'26,"-53"-15,1-5,0-6,50-8,91-1,106-7,76 1,295-18,8 31,170 30,-494-21,5 7,-48-9,-289 8,25 20,27 7,-134-37,0-1,1 0,-1 0,1-1,-1-1,1 0,0 0,7-2,-20 1,1 1,0 0,0 0,0-1,0 1,0 0,0-1,0 1,0 0,-1 0,1-1,0 1,0 0,0-1,0 1,0 0,0 0,1-1,-1 1,0 0,0 0,0-1,0 1,0 0,0-1,0 1,0 0,1 0,-1 0,0-1,0 1,0 0,1 0,-1 0,0-1,0 1,1 0,-1 0,0 0,0 0,1 0,-1-1,0 1,0 0,1 0,-1 0,0 0,-14-5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14,'13'0,"14"0,12 0,10 0,8-2,6-1,4 0,1 1,-1 0,-6 1,-6 1,-10 2,-10 3,-12 3,-9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0,'23'3,"21"0,17 0,11-1,5 0,1-1,-3 0,-9 1,-10 1,-11 2,-10 3,-9 1,-6 0,-10-1,-8-3,-4-2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82,'14'-10,"0"1,1 0,0 1,0 0,1 1,0 1,0 0,0 1,1 1,0 1,-1 0,1 1,0 1,1 1,-1 0,9 2,-17-1,1 1,-1 0,0 1,1-1,-1 2,0-1,-1 1,1 1,-1 0,0 0,0 0,0 1,-1 0,0 1,0 0,0 0,-1 0,0 1,-1 0,1 0,-1 0,-1 1,0-1,0 1,-1 0,0 1,0-1,0 9,2 15,-1 0,-2 0,-2 0,-1 0,-1 0,-2 0,-4 17,-3 30,10-79,1 1,-1-1,1 0,0 0,-1 0,1 1,0-1,-1 0,1 1,0-1,0 0,0 1,0-1,0 0,1 1,-1-1,0 0,1 0,-1 1,1-1,-1 0,1 0,-1 0,1 0,0 1,0-1,-1 0,1 0,0 0,0 0,0-1,0 1,0 0,0 0,0-1,1 1,-1 0,0-1,0 1,0-1,1 0,-1 1,0-1,1 0,-1 0,0 0,1 0,-1 0,0 0,0 0,1 0,-1 0,0-1,1 1,9-6,0 0,0-1,-1 0,0-1,0 0,-1 0,0-1,-1 0,1-1,-2 0,0 0,2-3,13-22,-2-1,-1-1,-2 0,-2-1,-1-1,-2-1,-2 0,-1 0,0-17,-19 121,3 0,3 1,3 35,2-78,0 1,2-1,1 1,0-1,2 0,1 0,0-1,2 0,0 0,1-1,1 0,12 15,-20-30,1 0,0 1,0-1,0 0,1 0,0 0,0 0,0-1,0 0,1 0,0 0,3 1,3-5,-4-5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100 26,'-16'-2,"-9"-1,-4 0,6 1,16 0,21 1,21 1,23-1,18 1,11 0,5 1,-2-4,-9 1,-14-1,-23 1,-19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28,'2'-2,"0"0,0 1,0-1,0 1,1 0,-1 0,1 0,-1 0,1 0,-1 0,1 1,-1-1,1 1,0 0,-1-1,1 1,1 1,5-2,336-10,-180 11,115 15,-231-4,-65 8,15-15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46,'14'-2,"13"-4,16 0,12-1,8 0,4 1,1 2,-5 2,-9 1,-9 0,-9 1,-9 1,-9-3,-8-1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1,'0'18,"3"15,4 11,7 7,2 6,2 6,-3 2,-4 2,-4 1,-3-2,-2-5,-1-7,1-12,0-13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0,'0'13,"2"0,0 0,0 0,1 0,0 0,1-1,1 0,0 0,1 0,0 0,0-1,2 0,-1 0,1-1,1 0,0-1,3 3,4 3,0-1,0-1,2-1,-1-1,2 0,-1-1,2-1,-1-1,1 0,7 0,-9-2,-1-1,1-1,1-1,-1 0,0-1,1-1,-1-1,1-1,-1 0,1-2,-1 0,0 0,0-2,0 0,-1-2,0 0,0 0,0-2,-1 0,0-1,6-5,-5-1,-2 1,0-2,0 0,-2-1,0 0,-1-1,-1 0,6-16,-24 87,-1 12,2 1,3 0,3 0,2-1,4 1,2-1,3 0,3 0,11 28,42 100,-38-117,-4 1,13 66,-36-136,0 0,0 0,-1 0,1 0,-1 1,-1-1,1 0,-1 1,0-1,0 0,-1 1,0-1,0 0,-1 1,1-1,-1 0,-1 0,1 0,-1-1,0 1,0-1,-1 1,0-1,0 0,0 0,0-1,-1 1,0-1,0 0,0 0,0-1,-4 3,1-4,-1 0,1 0,0-1,-1 0,1-1,-1 0,1 0,-1 0,1-1,-1-1,1 1,0-1,0-1,0 0,0 0,0 0,0-1,-1-1,-9-6,1 0,0-1,0-1,1 0,1-1,-13-16,8 9,2-2,0 0,2-2,1 1,0-2,2 0,1-1,1 0,2 0,0-1,-4-27,12 49,0 0,0 1,0-1,0 0,1 0,0 1,0-1,1 0,0 0,0 1,0-1,0 0,1 1,0-1,0 1,1 0,-1-1,1 1,0 1,1-1,3-4,4 1,0 1,0 0,1 1,1 0,-1 0,1 2,-1-1,1 2,1 0,-1 0,12 0,132-17,57-12,-171 19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6,'15'0,"22"0,25 0,22 0,18 0,9 0,4 0,-4 0,-11 0,-17 0,-19 0,-22-2,-19-1,-13 2,-10 2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71,'20'-2,"17"-1,12 0,10 0,8 2,5 0,0 0,-1 1,-8-2,-9-1,-9-3,-10 1,-11-2,-10-1,-7-5,-4 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1,'0'18,"5"17,5 13,5 6,2 4,3 0,-2 0,-2-1,-5-1,-6-1,-5-3,-1-6,-1-10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41,'20'-8,"1"1,1 0,0 2,-1 0,2 2,-1 0,0 1,0 2,1 0,-1 1,0 2,1 0,15 5,-9-3,0 2,-1 1,0 2,0 0,-1 2,-1 1,0 1,-1 1,0 2,-1 0,-1 1,1 3,-17-14,-1 1,0 0,0 0,-1 0,0 1,0 0,-1 0,0 0,-1 0,0 0,-1 1,1 0,-2-1,1 1,-2 0,1 0,-1 0,-1 0,1 0,-5 24,-2 0,-1 0,-1 0,-12 26,-12 47,18 2,15-105,0-1,1 1,-1 0,1 0,0-1,0 1,0-1,1 1,-1-1,1 1,0-1,0 0,0 0,0 0,1 0,-1 0,1 0,0-1,-1 1,1-1,0 0,1 0,-1 0,0 0,1 0,-1-1,3 1,17 4,0-2,1 0,0-2,-1-1,1 0,0-2,0-1,13-3,-31 5,142-19,122-31,-260 48,-7 2,1-1,-1 1,1-1,-1 1,0-1,1 0,-1-1,0 1,0-1,0 1,0-1,0 0,0 0,0 0,2-3,-5-1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33,'23'-2,"25"-1,24-2,16-1,15 2,6 0,-3 2,-8 1,-13 0,-17 1,-18 0,-19 0,-18-2,-10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00.8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15,'14'-4,"25"-3,30 4,31 3,26 5,19 4,9 2,0 1,-11 0,-19-1,-23-2,-26-2,-24-3,-21 0,-13 2,-11 0,-8-1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17.00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0 239,'1'-3,"0"1,0-1,1 1,-1-1,1 1,-1 0,1 0,0 0,0 0,0 0,0 0,0 1,0-1,0 1,0-1,1 1,-1 0,1 0,-1 0,1 0,-1 0,1 0,0 1,-1-1,1 1,0 0,-1 0,1 0,2 0,132-7,18 1,-98 7,407-1,-187 14,184-15,-204-12,12-10,-146 10,1 6,101 8,-88 1,539-5,23-36,-193 26,299-27,-236 30,231-6,-704 16,67-5,67-14,-139 24,22 9,-48-6,-65-8,0 0,1 0,-1 1,0-1,1 0,-1 0,1 0,-1 0,1 0,-1 0,0 0,1 0,-1 0,1 0,-1 0,1 0,-1 0,0 0,1 0,-1 0,1 0,-1-1,0 1,1 0,-1 0,1 0,-1-1,0 1,1 0,-1-1,0 1,0 0,1-1,-1 1,0 0,0-1,1 1,-1 0,0-1,0 1,0-1,0 1,0 0,1-1,-1 1,0-1,0 1,0-1,0 1,0 0,0-1,-1 1,1-1,0 1,0-1,0 1,0 0,0-1,-1 1,1 0,0-1,0 1,0-1,-1 1,1 0,0-1,-1 1,1 0,0 0,-1-1,-7-8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19.49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1 162,'135'12,"-28"-3,474 24,239-26,142 0,-596-8,546-29,-688 19,606-47,-104-13,-87 26,-53 32,80 14,-268 11,62 2,-246 0,-207-16,-13-2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1.03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415 83,'-9'-7,"0"1,0 1,-1-1,0 1,0 1,-1 0,1 1,-1 0,1 0,-1 1,0 0,0 1,0 0,0 1,0 0,0 1,0 1,0-1,0 1,1 1,-1 0,1 1,-1 0,-2 4,1 0,1 0,0 2,0-1,0 1,1 1,1 0,0 0,0 1,1 0,1 0,0 1,1 0,0 0,1 1,0-1,1 1,1 0,0 1,1-1,0 9,2-18,0 0,1 1,0-1,0 0,0 0,0 0,1 0,0 0,0-1,0 1,1 0,-1-1,1 0,0 1,0-1,1 0,-1-1,1 1,0-1,0 1,0-1,0 0,1-1,-1 1,1-1,0 0,-1 0,1 0,0-1,2 1,2 0,0 0,0-1,0 0,0 0,0-1,0 0,0-1,0 0,0 0,0-1,0-1,-1 1,1-1,0 0,-1-1,0 0,1-1,5-7,-1 0,0-1,-1 0,-1-1,0 0,-1-1,0 0,-2-1,1 0,-2 0,0-1,3-12,10-19,-6 17,56-101,-70 132,0 0,0 0,0 0,0 1,0-1,0 0,0 0,0 0,0 0,1 1,-1-1,0 0,0 0,0 0,0 1,0-1,0 0,0 0,0 0,1 0,-1 0,0 0,0 1,0-1,0 0,1 0,-1 0,0 0,0 0,0 0,0 0,1 0,-1 0,0 0,0 0,0 0,1 0,-1 0,0 0,0 0,0 0,0 0,1 0,-1 0,0 0,0 0,0 0,1 0,-1 0,0 0,0 0,0 0,0 0,0-1,1 1,-4 23,3-21,-4 22,-5 23,3 1,2 0,2 16,2-51,0 1,2-1,-1 0,2 0,-1 0,2-1,0 1,0-1,1 0,1 0,0 0,0-1,1 0,6 7,-1-8,-1-1,2-1,-1 0,1-1,0 0,0-1,1 0,0-1,0-1,0 0,1-1,-1-1,1 0,0-1,0 0,-1-1,1-1,0 0,-1-1,1-1,-1 0,4-3,70-23,-57 13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1.84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0,'-2'0,"1"0,8 2,9 1,9 0,10-1,7 0,8-1,8 0,4-1,1 0,-3 0,-5 2,-10 1,-12 2,-12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2.07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1,'14'0,"16"0,14 0,13 0,15 0,14 0,10 0,5 2,-4 1,-6 0,-13-1,-14 0,-19-1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2.990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103 0,'-6'56,"3"0,2 0,3 0,4 18,2 110,-10-141,-1-1,-3 0,-1 0,-2 0,-2-1,-1-1,-3 0,-1 0,-12 19,37-80,1 1,1 0,1 0,0 1,2 1,0 0,1 1,0 1,2 0,0 1,1 1,0 0,1 2,18-10,-29 20,-1 0,1 0,-1 1,1 1,0-1,-1 1,1 0,0 1,-1 0,1 0,0 0,-1 1,0 0,1 1,-1 0,0 0,0 0,-1 1,1 0,5 5,9 6,-2 1,1 2,-2 0,-1 0,11 15,-21-25,0 0,0 0,-1 0,0 1,0 0,-1 0,0 0,-1 1,0-1,-1 1,0 0,0 0,-1 0,0 1,-1 0,-3-6,-1 1,0-1,0 0,0 0,-1 0,0 0,0-1,0 0,0 1,-1-1,0-1,0 1,0-1,0 0,0 0,-1 0,1-1,-1 0,0 0,1 0,-1-1,0 1,0-2,0 1,-3-1,-37 8,0-2,0-2,0-3,-1-1,-17-4,29-5,30 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3.87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418 118,'-12'-13,"1"1,-2 0,1 0,-2 1,1 1,-2 1,1-1,-3 1,11 6,0 0,0 0,0 1,0 0,0 0,-1 1,1-1,0 2,-1-1,1 0,-1 1,1 0,-1 1,1 0,-1 0,1 0,0 1,-1-1,1 2,0-1,0 1,-4 2,-2 4,0 1,1 1,0 0,1 1,0 0,0 0,2 1,-1 1,2-1,0 1,0 0,1 1,1 0,1-1,0 2,1-1,-1 11,2-21,0 0,1 1,0-1,0 1,0 0,1-1,0 1,0-1,0 1,1 0,0-1,0 1,0-1,1 0,0 1,0-1,0 0,0 0,1 0,0 0,0 0,0-1,1 1,-1-1,1 0,0 0,1 0,-1-1,0 0,1 1,0-1,2-1,0 0,0-1,0 0,0 0,-1-1,1 1,0-1,0-1,0 0,0 0,0 0,0 0,-1-1,1-1,0 1,-1-1,0 0,0 0,0-1,0 1,0-2,-1 1,1-1,5-4,0-1,-1 0,-1-1,0 0,0 0,-1-1,0 0,-1-1,-1 1,5-14,-3 3,-2 1,0-2,-1 1,-2-1,0 1,-1-10,-4 10,2 24,0-1,0 0,0 0,0 1,1-1,-1 0,0 1,-1-1,1 0,0 0,0 1,0-1,0 0,0 1,0-1,0 0,0 0,0 1,0-1,-1 0,1 0,0 1,0-1,0 0,-1 0,1 0,0 1,0-1,0 0,-1 0,1 0,0 0,0 0,-1 1,1-1,0 0,-1 0,1 0,0 0,0 0,-1 0,1 0,0 0,-1 0,1 0,0 0,0 0,-1 0,1 0,0 0,-1-1,1 1,0 0,0 0,-1 0,1 0,0 0,0-1,0 1,-1 0,1 0,0 0,0-1,-4 18,1-1,0 0,2 1,0-1,0 1,2 0,0-1,1 1,0-1,2 0,0 0,0 0,2 0,0-1,1 1,0-2,4 6,-5-8,1-1,0 0,0 0,1 0,0-1,1 0,0-1,1 0,0 0,1-1,-1-1,1 1,1-2,-1 0,1 0,0-1,1 0,-1-1,1 0,0-1,3-1,37-17,-33-1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4.27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0,'323'12,"-54"-10,-298 2,29-4,-1 1,1-1,-1 0,1 0,-1 0,1 0,-1 0,1 0,-1 1,1-1,0 0,-1 0,1 1,-1-1,1 0,0 1,-1-1,1 0,0 1,-1-1,1 0,0 1,0-1,-1 1,1-1,0 0,0 1,0-1,0 1,-1-1,1 1,0-1,0 1,0-1,0 1,0-1,0 1,0-1,0 1,1-1,-1 1,0-1,0 1,0-1,0 0,1 1,-1-1,0 1,0-1,1 0,-1 1,0-1,1 0,-1 1,0-1,1 0,-1 1,1-1,-1 0,14 10,3-2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4.76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65,'9'-9,"14"-5,15-1,15 3,9 3,6 4,-2 6,-10 6,-15 6,-13 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5.04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0,'21'0,"17"0,21 0,19 0,14 2,9 1,4 0,-16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5.45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 0,'-22'200,"17"-129,-41 346,42-364,4-52,1-1,-1 1,1-1,-1 1,1-1,-1 1,1-1,-1 1,1-1,-1 0,1 1,0-1,-1 0,1 1,0-1,-1 0,1 0,0 0,0 0,-1 0,1 1,0-1,-1-1,1 1,0 0,0 0,-1 0,1 0,0 0,-1-1,1 1,0 0,-1 0,1-1,0 1,-1-1,1 1,-1 0,1-1,-1 1,1-1,-1 0,1 1,-1-1,1 1,-1-1,0 0,1 1,-1-1,0 0,0 1,1-1,-1 0,70-81,-60 68,0 0,0 1,2 0,-1 0,2 2,-1-1,2 2,-1-1,1 2,1 0,0 1,2-1,-11 8,-1 0,1 0,0 0,-1 1,1 0,0 0,-1 0,1 1,0-1,-1 1,1 1,-1-1,1 1,-1 0,0 0,0 1,0 0,0 0,0 0,0 0,0 2,87 85,-76-72,0 1,-1 1,-1 0,-1 1,-1 1,-1 0,0 2,-10-22,0 1,0 0,-1 0,1 0,-1-1,1 1,-1 0,0 0,0 0,0 0,0 0,-1 0,1-1,-1 1,0 0,0 0,0-1,0 1,0 0,-1-1,1 1,-1-1,1 1,-1-1,0 0,0 0,0 0,0 0,-1 0,1 0,0-1,-1 1,0 0,-94 28,59-25,-1-1,1-2,-1-1,0-3,-6-1,40 3,1-1,-1 1,1-1,0 1,0-1,-1 0,1-1,0 1,0-1,0 0,0 0,0 0,1 0,-1-1,1 0,-1 0,1 1,0-2,0 1,0 0,0-2,-4-14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5.81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1,'208'2,"-164"1,672 55,-623-45,-134-15,40 2,1 0,0 0,0 0,0 0,-1 0,1 0,0 0,0 0,-1 0,1 0,0 0,0 0,0 0,-1 0,1 0,0 0,0 0,0 0,-1 0,1 1,0-1,0 0,0 0,-1 0,1 0,0 0,0 1,0-1,0 0,0 0,0 0,-1 1,1-1,0 0,0 0,0 0,0 1,0-1,0 0,0 0,0 0,0 1,0-1,0 0,0 0,0 1,0-1,0 0,0 0,0 0,0 1,1-1,-1 0,0 0,0 0,0 1,0-1,0 0,0 0,1 0,-1 0,0 1,0-1,0 0,0 0,1 0,-1 0,0 0,0 0,0 0,9 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27.66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177 1,'-9'218,"-34"181,36-338,-61 546,27 2,32 448,33-705,15-1,15-1,41 106,-39-221,23 95,27 263,-87-335,-10 0,-16 104,7-351,-2 19,1 0,2-1,1 1,1 0,2-1,2 7,-6-34,-1-1,1 0,0 0,0 1,-1-1,1 0,0 0,0 0,0 0,0 0,0 0,1 0,-1-1,0 1,0 0,1-1,-1 1,0 0,1-1,-1 0,0 1,1-1,-1 0,1 0,-1 0,0 0,1 0,-1 0,1 0,-1 0,1 0,-1-1,0 1,1-1,-1 1,0-1,1 1,-1-1,0 0,0 0,0 1,0-1,1 0,-1 0,0-1,10-2,79-24,1 5,1 3,1 5,0 4,1 4,0 3,7 6,376-4,290-10,785-165,-173 13,-1004 142,177 19,-496 2,-56 1,0-1,0 0,0 1,0-1,0 0,-1 1,1-1,0 0,0 1,0-1,0 1,-1-1,1 0,0 1,-1-1,1 1,0-1,-1 1,1-1,-1 1,1-1,-1 1,1-1,-1 1,1 0,-1-1,1 1,-1 0,1 0,-1-1,0 1,1 0,-1 0,1 0,-1 0,0-1,1 1,-1 0,0 0,1 0,-1 0,0 1,-133-40,106 31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31.96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97 34,'-96'0,"1305"13,300-27,-1199 3,1096-10,-1033 33,-1 17,276 60,-450-55,-174-38,-24 4,0 0,0-1,1 1,-1 0,0 0,1 0,-1 0,0 0,1 0,-1 0,0 0,1 0,-1 0,0 0,1 0,-1 0,0 0,1 1,-1-1,0 0,1 0,-1 0,0 0,0 0,1 1,-1-1,0 0,0 0,1 1,-1-1,0 0,0 0,0 1,0-1,1 0,-1 1,0-1,0 0,0 0,0 1,0-1,0 0,0 1,0-1,0 0,0 1,0-1,0 0,0 1,0-1,0 0,0 1,0-1,0 0,0 1,0-1,-1 0,1 0,0 1,0-1,0 0,0 0,-1 1,1-1,0 0,0 0,-1 1,1-1,0 0,37 318,-26-29,-14 0,-12-1,-20 63,-14 59,10-115,13 2,11 113,29 66,-19-405,-3-1,-2 0,-10 24,17-78,-3 8,1 0,2 0,0 0,1 1,2-1,0 1,2-1,0 0,2 1,1-1,1-1,2 6,117 262,-76-57,-39-167,3-1,3-1,5 6,26 50,29 100,-2 186,-67-338,-2 0,-4 0,-3 15,1 17,-4-66,-1-38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37.83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60,'17'-10,"1"2,0 0,0 1,1 0,-1 2,1 0,1 2,-1 0,1 1,-13 1,0 1,0-1,0 2,0-1,0 1,0 0,0 0,0 1,-1 0,1 1,-1-1,1 1,-1 0,0 1,0-1,0 1,-1 0,1 1,-1-1,0 1,0 0,-1 1,1-1,-1 1,0 0,1 3,1 10,0 1,-2 1,0-1,-1 1,-2-1,0 1,-1 0,0-1,-2 1,-1 0,0-1,-2 0,0 1,-8 16,10-24,-14 50,-16 95,33-157,-1 1,1-1,0 1,0-1,0 1,-1 0,1-1,1 1,-1-1,0 1,0-1,1 1,-1 0,0-1,1 1,0-1,-1 0,1 1,0-1,0 1,0-1,-1 0,1 0,1 0,-1 1,0-1,0 0,0 0,1 0,-1-1,0 1,1 0,-1 0,1-1,-1 1,1-1,-1 1,1-1,-1 0,1 0,-1 1,1-1,0 0,0 0,7-3,0 0,0-1,1 1,-2-2,1 1,-1-1,1 0,-1-1,-1 0,1 0,-1-1,2-2,-4 4,20-17,-2-1,0-1,-2 0,-1-2,0-1,-3 0,0-1,-1-1,-2-1,-1 0,-2 0,0-1,-2-1,-2 0,-1 0,0-11,-6 39,1 1,0 1,-1-1,0 0,1 0,-1 1,0-1,-1 0,1 1,0-1,-1 0,1 0,-1 1,0-1,0 1,0-1,0 1,-1-1,0 0,0 3,0 0,1 0,-1 0,0 1,0-1,0 0,1 1,-1 0,0-1,1 1,-1 0,0 0,1 0,-1 0,1 0,0 0,-1 0,1 1,0-1,-1 0,1 1,0-1,0 1,0-1,1 1,-2 1,-11 16,1 2,1 0,1 0,1 1,0 0,2 0,1 1,0 0,2 0,0 1,2-1,1 1,1 4,1-8,1 0,1 0,1-1,0 1,2-1,0 0,1 0,1-1,1 0,1 0,0-1,1-1,1 1,0-2,1 0,1 0,0-1,1-1,1 0,0-1,1-1,0-1,0 0,16 6,1-5,-9-6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38.09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81 66,'-16'-7,"-8"-2,-1-2,9 1,20 5,26 2,30 3,26 1,20 0,10 0,-4-2,-11-2,-24-2,-24-2,-22-1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38.32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6,'13'-2,"19"-1,19 3,22 3,19 3,11 1,5 2,-7 1,-16-1,-23 1,-24-3,-27-1,-16-2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38.5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44,'22'-9,"27"-3,24 1,21 4,17 3,12 5,2 2,-8 1,-14 2,-22-1,-25 2,-25 2,-23 1,-15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39.10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62,'9'-6,"17"-4,19-1,19 1,14 0,7 2,1 2,-6 6,-15 9,-20 6,-29 8,-16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39.40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1,'21'0,"19"0,18 0,17 0,16 0,10 0,5 0,-5 0,-10 0,-21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40.02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1 110,'10'-10,"0"0,1 0,1 1,0 0,0 1,0 0,1 1,0 0,1 2,-1-1,1 1,0 1,1 1,-1 0,1 1,-1 0,1 1,10 1,-15 0,-1 0,1 1,0 0,0 1,-1 0,1 0,-1 1,0 1,0-1,0 1,0 1,-1 0,1 0,-1 1,0 0,-1 0,0 0,0 1,0 1,-1-1,0 1,0 0,-1 0,0 1,0-1,-1 1,0 0,-1 1,2 6,-2-1,0 1,0 0,-2 1,0-1,-1 0,0 0,-1 0,-1 0,-1 0,-1 4,-57 172,46-152,7-18,-24 97,32-116,0-1,0 0,0 1,0-1,0 0,1 1,-1-1,1 0,-1 1,1-1,0 0,0 0,0 1,0-1,0 0,0 0,1 0,-1-1,1 1,-1 0,1 0,0-1,0 1,0-1,0 0,0 1,0-1,0 0,0 0,0 0,0-1,1 1,-1 0,0-1,1 1,-1-1,0 0,1 0,-1 0,0 0,1 0,-1-1,1 1,9-2,0 0,0 0,0-1,-1-1,1 0,-1 0,0-1,0 0,-1-1,0-1,0 0,0 0,-1 0,0-1,0-1,-1 0,5-6,7-11,0 0,-2-2,-1 0,-1-2,11-27,-5 2,-1-1,-4-1,-1-1,-3 0,0-21,-10 50,-13 46,-3 37,3 1,1 1,3-1,3 1,2 12,2-39,1 1,1-1,1 0,2 0,0-1,3 0,0 0,2 0,-6-15,1 1,1-2,0 1,0-1,2 0,-1-1,1 0,1 0,0-1,1 0,0-1,0 0,1-1,0 0,0-1,1-1,3 2,-13-6,0 0,0-1,-1 1,1-1,0 0,0 0,0 0,1 0,-1-1,0 1,0-1,0 0,0 1,1-2,-1 1,0 0,0-1,0 1,0-1,0 0,0 0,0 0,0 0,0-1,0 1,0-1,-1 0,1 0,0 0,-1 0,0 0,0 0,1-1,-1 1,-1-1,2-1,-2-1,0 1,-1 0,1-1,-1 1,0-1,-1 1,1-1,-1 1,0-1,0 1,0 0,-1 0,1-1,-1 1,0 0,0 0,-1 0,1 1,-1-1,0 0,-67-67,18 36,-3 2,0 3,-2 2,-1 3,-1 2,-1 2,-61-11,-73-17,177 43,24 4,31 3,-36 0,926 16,-847-17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40.29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27,'5'0,"1"-5,-3-5,-1-2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49.0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4 105,'0'-1,"-1"0,1 0,-1 0,1 0,-1 0,1-1,0 1,0 0,-1 0,1 0,0-1,0 1,0 0,0 0,1-1,-1 1,0 0,0 0,1 0,-1 0,0-1,1 1,0 0,-1 0,1 0,-1 0,1 0,0 0,0 0,0 0,0 1,-1-1,1 0,0 0,0 1,1-1,-1 1,1-1,48-16,-33 14,-1 1,1 0,0 1,0 1,0 1,0 0,0 1,0 1,5 2,-14-3,0 0,0 1,0 0,-1 1,1-1,-1 1,0 1,0-1,-1 1,1 1,-1-1,0 1,0 0,-1 0,0 1,0-1,0 1,-1 1,0-1,0 1,3 17,-2-1,0 1,-1 1,-2-1,0 0,-2 1,-1-1,-1 1,-1-1,-1 0,-1 0,-8 22,6-10,6-36,-1 22,2-24,0 1,0 0,0 0,0 0,0-1,0 1,1 0,-1 0,0 0,0 0,0-1,0 1,1 0,-1 0,0 0,0 0,0 0,1-1,-1 1,0 0,0 0,1 0,-1 0,0 0,0 0,1 0,-1 0,0 0,0 0,1 0,-1 0,0 0,0 0,1 0,-1 0,0 1,0-1,0 0,1 0,-1 0,0 0,0 0,0 0,1 1,-1-1,0 0,0 0,0 0,0 1,1-1,-1 0,0 0,0 0,0 1,0-1,0 0,0 0,0 1,0-1,0 0,0 0,0 1,0-1,16-20,-1 0,-1-1,-1-1,0 0,7-21,-16 35,18-39,-2-1,-2-1,-2-1,-2 0,-2-1,-3 0,-1-7,-5 48,0 25,-1 214,-4-142,4 1,7 34,-9-111,1 0,1-1,0 1,0-1,1 1,0-1,1 0,0 0,0 0,1 0,1-1,0 0,0 0,0-1,1 1,0-1,1-1,0 0,0 0,1 0,0-1,0 0,0-1,1 0,-1 0,2-1,-1-1,-1-1,1 0,0 0,0-1,-1 0,1-1,0 0,0-1,0 0,4-1,11-5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49.3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0 107,'0'-2,"9"-1,19-2,21-5,20-5,16-3,8 0,1 3,-6 4,-11 3,-14 6,-15 6,-14 4,-13 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0.9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51,'23'42,"3"-1,1 0,2-2,1-2,2 0,36 30,-64-63,-1 1,1-1,1 0,-1 0,1-1,-1 1,1-1,0 0,0 0,0-1,1 0,-1 0,1 0,-1 0,1-1,0 0,-1 0,1 0,0-1,0 0,-1 0,1 0,0-1,0 0,-1 0,1-1,0 1,-1-1,3-2,4-7,0 0,-1-2,-1 1,0-1,-1-1,0 1,-1-2,-1 1,0-1,-1 0,-1-1,0 1,-1-1,-1 0,1-5,0 0,-2 0,0 0,0 0,-2 0,-1 0,-1-1,-5 6,-2 36,6 13,1 0,1 0,2 0,2 0,0 0,3 0,2 6,27 110,6-2,15 19,-22-74,-3 1,-5 2,-4 1,-4 0,-4 2,-1 62,-14-125,-1 0,-2 0,-1-1,-7 26,8-46,0 0,-1 0,0-1,-1 0,0 0,-2 0,1-1,-1 0,-1 0,0-1,-1 0,-7 7,13-15,1 0,-1 0,1 0,-1-1,0 1,0-1,0 0,0 0,-1-1,1 1,0-1,-1 0,1 0,-1 0,1-1,-1 1,1-1,-1 0,1-1,-1 1,1-1,-1 0,1 0,-1 0,1 0,0-1,0 0,-3-1,-4-6,1 1,1-2,-1 1,2-1,-1-1,1 0,1 0,0 0,0-1,1 0,1 0,0-1,-2-9,-27-81,4-1,5-1,-5-64,-4-45,33 212,0-1,1 0,-1 1,1-1,-1 0,1 1,0-1,0 0,0 1,0-1,1 0,-1 1,1-1,0 1,-1-1,1 0,1 1,-1 0,0-1,0 1,1 0,-1-1,1 1,0 0,0 0,0 0,0 1,0-1,0 0,0 1,0-1,1 1,-1 0,3-1,106-19,200-29,-203 31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1.5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26,'26'-7,"0"1,0 1,1 2,-1 1,1 0,7 3,-22-2,0 0,-1 1,1 1,0 0,-1 0,1 1,-1 1,0 0,0 0,0 1,0 0,0 1,-1 1,0 0,0 0,0 0,-1 2,0-1,0 1,-1 0,0 1,-1 0,1 0,1 5,-4-2,0 1,-1 0,0 0,-1 1,0-1,-2 0,1 1,-2 0,1-1,-2 1,0 0,-1-1,0 1,-1-1,-2 5,-9 31,-3 0,-2-1,-11 17,29-62,-30 61,16-36,1 0,2 0,1 2,1-1,1 1,0 10,8-37,1 1,0-1,0 1,0 0,0-1,1 1,-1-1,1 0,0 1,0-1,0 0,0 1,1-1,-1 0,1 0,0 0,0 0,0 0,0 0,1-1,-1 1,1-1,-1 0,1 1,0-1,0 0,0-1,0 1,0 0,0-1,1 0,-1 0,0 0,1 0,-1 0,1-1,0 1,37 5,1-1,0-2,0-1,32-5,-56 3,291-17,-275 14,-10-1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1.7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95,'-4'-2,"7"-3,17-1,23-4,27-2,22-2,19 2,7 0,-1 3,-10 3,-21 2,-25 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2.4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16,'0'-2,"3"-1,0 2,2 2,0-2,-1-3,0-1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3.1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3.84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1,'25'2,"20"1,15 0,12-3,7-1,-1-1,-7 2,-15 6,-18 9,-14 2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4.1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12,'20'0,"19"0,18 0,17-2,16-1,7 0,1 1,-16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4.5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1,'14'20,"13"19,11 13,11 10,9 5,7 3,7-1,2-6,-2-7,-7-6,-9-6,-13-10,-10-7,-14-9,-15-9,-8-7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4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443 1,'-14'2,"-10"8,-10 11,-4 13,-3 15,0 12,1 13,3 6,0 4,3-2,2-5,2-9,6-11,7-16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5.2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 26,'-16'-7,"-5"0,8 4,15 4,20 2,24 1,21 0,20-2,15-2,7-5,-2 0,-10 0,-16 1,-23 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5.8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1,'2'0,"6"0,7 0,9 0,12 0,12 0,13 0,9 0,6 0,5 0,-4 0,-7 0,-11 0,-16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6.1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0,'-9'18,"-3"20,2 20,6 15,6 11,6 5,5 2,5-2,3-7,-1-17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6.7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 1,'-1'0,"1"0,-1 0,0 0,1 0,-1 0,1 0,-1 1,0-1,1 0,-1 0,1 1,-1-1,1 0,-1 1,1-1,-1 0,1 1,-1-1,1 1,0-1,-1 1,1-1,0 1,-1-1,1 1,0-1,-1 1,1-1,0 1,0-1,0 1,0 0,0-1,-1 1,1-1,0 1,0 0,1-1,-1 1,0 0,0-1,0 1,0-1,0 1,1-1,0 17,0 0,2 0,0 0,1-1,1 1,0-1,1 0,1 0,1-1,8 14,-6-12,1 0,1 0,0-1,2-1,-1 0,2 0,0-2,0 0,2-1,10 7,-16-12,0-1,1 0,0-1,0 0,0-1,0 0,1-1,-1 0,1-1,0-1,0 0,-1 0,1-2,0 1,0-2,0 1,3-3,-7 2,-1-1,1-1,-1 0,1 0,-1 0,-1-1,1 0,-1-1,0 0,0 0,0 0,-1-1,0 0,0 0,-1-1,0 1,0-1,-1 0,0-1,0 1,-1-1,1-5,4-12,-2 0,0-1,-2 1,-1-1,-1 0,-2-1,0 0,-3-6,-2 24,-1 27,-2 45,2 1,3 0,3 0,4 20,17 162,30 119,-3-39,-47-311,6 31,-3-1,-1 1,-2-1,-5 34,4-75,1 0,-1 0,0 1,0-1,0 0,-1 0,1 0,-1 1,1-1,-1 0,0 0,-1 0,1 0,0 0,-1 0,0-1,1 1,-1 0,0-1,0 0,-1 1,1-1,0 0,-1 0,0 0,1 0,-1-1,0 1,0-1,0 1,0-1,0 0,0 0,0-1,-1 1,-2-3,1 0,-1-1,1 0,0 0,-1 0,2 0,-1-1,0 0,1 0,-1 0,1-1,0 1,1-1,-2-2,-16-22,2-1,1 0,1-2,1 1,2-2,2 0,1-1,1 0,2 0,-2-21,8 46,0-1,0 1,1-1,1 1,-1-1,1 0,1 1,0-1,0 0,1 1,0 0,1-1,0 1,0 0,1 0,0 1,0-1,1 1,1 0,-1 0,1 0,0 1,1 0,2-1,12-5,0 1,1 2,0 0,1 1,0 1,1 2,0 0,7 0,6-3,21-5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7.1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24,'11'0,"17"0,23 0,20-2,19-1,15-3,4 1,1 0,-19 2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7.7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41,'16'-2,"16"-1,17-2,16-1,15 1,10 2,2 1,1 0,-5 2,-11 0,-11 0,-15 0,-16-2,-14-3,-10-1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8.0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1,'5'16,"3"18,3 18,2 16,1 12,-3 6,1 0,-3-4,-1-4,1-6,2-8,-2-16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8.5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2,'39'-2,"0"3,0 1,-1 2,0 1,1 2,-2 2,1 1,24 11,-55-18,1 1,-1-1,0 1,0 1,0-1,0 1,-1 0,1 1,-2-1,1 1,0 1,-1-1,0 1,-1-1,1 1,-1 1,-1-1,0 1,0-1,0 1,-1 0,0 0,0 0,-1 0,1 6,-5 12,0 0,-1-1,-2 1,0-1,-2 0,-1 0,-1-1,-1 0,-3 4,-19 47,24-55,1 1,1 1,1-1,1 1,1 0,1 1,2-16,1 1,0-1,0 1,1-1,0 1,0-1,1 1,-1-1,2 0,-1 0,1 0,0 0,1 0,-1-1,1 0,0 1,1-1,0-1,4 5,7 2,1-1,1-1,0 0,0-1,1-1,0-1,0-1,0 0,1-2,0 0,0-1,0-1,1-1,-1-1,4 0,5 0,1-1,0-1,0-1,-1-2,0-1,0-1,0-1,-1-2,39-32,-51 21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8.85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53,'14'-2,"18"-1,21 0,21 1,15 0,11 1,5-2,-5-2,-12-1,-17-2,-20-1,-19 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5:59.0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14,'13'-2,"17"-1,18 0,17 1,16 0,13 1,7 1,2 0,-7 0,-14 0,-22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00.7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62,'513'14,"1010"-30,462-43,115 87,-906 7,-599-37,-601 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04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18049 363,'-16'56,"3"0,2 1,2 0,3 1,3-1,2 1,4 17,-3-19,25 918,-8-117,-16-463,32 156,-24-439,6 157,-9-118,7 0,26 120,-30-230,3 12,-3-1,-1 1,-1 39,-6-87,0 0,-1 0,1 1,-1-1,0 0,-1 1,1-1,-1 0,1 0,-1 1,-1-1,1 0,0 0,-1 0,0 0,0 0,0-1,-1 1,1-1,-1 1,0-1,1 0,-2 0,1 0,0 0,-1-1,1 1,-1-1,0 0,1 0,-4 1,-23 0,1-1,-1-2,0-1,0-1,-7-3,-8 1,-498-47,-610-49,-1628-90,1252 149,583 24,-366-35,36 22,655 17,-750-25,96-9,1048 43,-1316-54,775 30,269 15,-493 3,642 12,319-2,0-1,0-2,0 0,0-2,1-2,-1-1,-16-7,41 13,1-1,-1 0,1 0,0 0,0 0,0-1,0 0,1 0,0 0,-1-1,2 1,-1-1,0 0,1 0,0 0,0-1,1 1,-1-1,1 1,0-1,1 0,-1 0,1 0,0-4,-10-253,6 57,-9 1,-32-153,-5 109,10 57,-10-142,37 71,12-70,2 84,-10 79,-8 1,-28-114,36 227,-9-61,4-1,6-1,4-67,7 181,0 1,-1 0,1 0,0 0,1 0,-1 1,1-1,0 0,0 1,0 0,0 0,0 0,1 0,-1 0,1 1,0-1,0 1,0 0,0 0,0 1,0-1,0 1,1 0,-1 0,1 0,-1 1,1-1,1 1,2-2,28-4,2 1,-1 2,0 1,1 2,2 2,-15-1,784 25,362-71,-352 3,96 34,229-7,372-8,271-3,246 26,-931-14,104 6,84-13,-179-4,-229 44,-84-9,-557-11,-25 15,33-5,-35 3,-54 15,-158-25,1-1,-1 1,0-1,0 1,0 0,0 0,0 0,0 0,0 0,-1 1,1-1,-1 0,0 1,0-1,0 1,0-1,0 1,0 0,-1 0,1-1,-1 1,0 0,1 0,-1-1,-1 1,1 0,0 0,-1-1,1 1,-1 0,0 10,34 216,-28-188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16.9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318 216,'-14'-43,"13"43,1 0,-1 0,0 0,1 0,-1 0,1 0,-1 0,1 0,-1 0,0 0,1 0,-1 1,1-1,-1 0,1 0,-1 1,1-1,-1 0,1 0,-1 1,1-1,-1 1,1-1,0 0,-1 1,1-1,0 1,-1-1,1 1,0-1,-1 1,1-1,0 1,0-1,0 1,0-1,-1 1,1 0,0-1,0 1,0 0,-7 23,0 0,2 1,1-1,1 1,1 0,1 5,0-14,-6 276,14 1,18 58,-13-181,-5-72,14 208,-12 1,-16 37,-3-199,-15 356,34-214,20 64,-28-331,0-5,0 1,1-1,1 1,0-1,1 0,1 0,3 5,-6-17,1 0,0-1,0 1,0-1,0 0,0 0,1 0,-1 0,0-1,1 1,0-1,-1 0,1 0,0 0,0 0,-1-1,1 1,0-1,0 0,0 0,-1-1,1 1,0-1,0 0,0 0,-1 0,1 0,-1-1,1 0,-1 1,0-1,1 0,-1-1,1 0,26-8,221-34,-201 38,666-73,-659 73,325-42,51 13,657-31,229-20,-239 21,-861 48,445-24,437 4,-55 7,-209-9,-45 1,860 38,949 1,-1229 28,208 51,-789-35,-365-16,251 8,-419-27,22 12,-253-18,139 3,-157-7,0 0,-1 0,1-1,-1-1,1 1,-1-1,0 0,0-1,0 0,0 0,-1-1,0 0,0 0,0-1,-1 0,1 0,1-3,8-18,-1 1,-1-2,-1 0,-2 0,-1-1,-1 0,-1-1,-2 0,2-23,-7 50,15-82,70-370,7-257,-80 492,-10 0,-21-185,-31-130,47 509,2 13,-1 0,0 0,0 0,-1 0,-1 1,0-1,-1 1,-1-1,1 1,-2 1,0-1,0 1,-3-2,0 5,0 1,-1 1,0 0,-1 0,1 1,-1 0,0 1,0 0,-1 1,1 0,-7-1,7 2,-74-14,0 3,-1 4,-82 3,-5-1,-1466-128,60 57,82 47,-919 33,815 25,987-26,-983 15,1039 5,-421 9,-379-18,307-20,-231 2,26-32,790 25,-169 28,-81 49,273-29,305-30,134-5,0 0,1 1,-1-1,0 1,1 0,-1 0,1 1,-1-1,1 0,0 1,0 0,-1 0,1 0,0 0,1 1,-3 1,-37 27,-8 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38.7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5,'9'-5,"12"9,14 11,17 18,15 16,11 16,5 11,-3 6,-5 0,-7-4,-10-10,-10-10,-10-14,-10-14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38.9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462 1,'-9'23,"-7"21,-11 23,-12 24,-14 22,-18 19,-11 10,-7 1,13-26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0.0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0,'13'91,"4"-1,4 0,4-2,6 4,-20-60,1-1,2 0,2 0,7 10,-17-32,0 0,0 0,1 0,1-1,-1 0,1 0,1-1,-1 0,1 0,0-1,1 0,0-1,0 0,0-1,4 2,-7-5,0 1,0-1,0 0,0-1,1 0,-1 0,0 0,0-1,1 0,-1-1,0 1,0-1,0-1,-1 1,1-1,0 0,-1-1,0 0,0 0,2-1,8-8,-1 0,0-1,-1 0,-1-1,0-1,9-14,-2-1,0 0,-2-2,-1 0,-2-1,-1-1,-2 0,-1 0,-2-1,-2-1,1-11,-8 44,1 1,-1 1,1-1,-1 0,0 0,1 0,-1 1,-1-1,1 0,0 0,-1 0,1 1,-1-1,0 0,0 1,0-1,0 0,-2-1,-11 10,9 3,0 0,0 0,1 1,0-1,0 1,1 0,1 0,-2 8,-10 65,4 0,3 1,3-1,5 1,3 0,7 28,87 579,-95-664,0 0,-1 0,-2 1,-1-1,-1 0,-1 1,-1-1,-2-1,-1 1,-1-1,-1 0,-6 12,12-33,0 0,0 0,0 0,0 0,-1-1,0 1,0-1,0 0,0 0,-1 0,0 0,1-1,-1 0,-1 0,1 0,0-1,-1 0,1 0,-1 0,0-1,1 0,-1 0,0 0,0 0,0-1,0 0,0-1,1 1,-1-1,0 0,0-1,0 1,1-1,-1 0,1 0,-3-2,-14-12,0-1,2-1,0-1,0-1,2 0,1-1,0-1,2-1,0 0,2-1,-5-13,-1 3,1-1,3 0,0-1,2-1,2 0,2-1,1 0,-3-37,10 65,1 1,0-1,0 1,0 0,1-1,1 1,0-1,0 1,1 0,0 0,0 0,1 1,0-1,1 1,0 0,0 0,1 0,0 1,0 0,6-5,11-5,2 1,0 1,0 1,1 1,1 2,0 1,27-7,-41 12,80-25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0.5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9,'14'-3,"1"1,0 0,-1 1,1 1,0 0,0 1,0 1,-1 0,1 1,-1 0,0 1,0 1,0 0,0 1,-1 1,0 0,0 0,-1 1,0 1,0 0,-1 1,0 0,-1 1,0 0,-1 1,0 0,-1 0,0 0,-1 1,3 7,-6-3,0 0,-1 0,0 0,-2 0,0 0,0 0,-2 1,0-1,-1 0,-1 0,-2 5,-62 185,48-157,9-21,1-12,1 2,1-1,0 1,2 0,0 0,1 1,1 0,1-1,0 1,2 0,0 0,2 0,0-1,3 12,2-20,0 1,1-1,1 0,0-1,0 0,1 0,0-1,1 0,-1-1,2-1,-1 1,1-2,1 1,-1-2,1 0,0 0,0-1,0-1,1 0,10 1,16 4,0-2,1-2,-1-1,1-2,0-2,-1-1,1-3,2-1,-34 4,1 0,0-1,-1 0,0-1,1 0,-2 0,1-1,6-4,10-12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0.8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83,'14'-6,"20"-4,22-1,28-1,23 1,24 1,17 1,10 3,5 2,3 1,-27 3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1.1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1,'19'0,"18"0,21 0,17 0,14 0,11 0,-1 0,-10 0,-18 4,-21 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1.4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0,'23'5,"23"1,25-1,22 0,18-2,14-3,-15-2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2.1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1,'13'16,"17"12,13 12,12 12,10 7,7 8,3 4,0 3,-4 3,-6-1,-11-3,-11-10,-14-12,-11-13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2.4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532 0,'-18'9,"-13"15,-10 16,-8 18,-8 17,-7 14,-1 7,2 4,4-6,10-12,13-21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2.6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67,'16'-11,"26"-4,30 0,33 3,26 4,17 3,10 4,-23 3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3.2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16,'0'-2,"9"-1,12-2,3-1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3.9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5,'0'18,"1"0,0 0,1-1,1 1,1 0,1-1,0 0,1 0,1 0,1-1,0 0,1 0,1-1,0 0,1-1,0 0,1 0,1-2,0 1,1-2,0 0,1 0,0-2,7 4,-6-5,1-1,0-1,0 0,0-1,1-1,-1 0,1-1,0-1,0-1,0-1,0 0,10-3,-17 2,0-1,-1 0,1-1,0 0,-1-1,0 0,0-1,0 0,-1 0,0-1,0 0,0-1,0 0,-1 0,0-1,-1 0,0 0,0-1,-1 0,0 0,1-2,-2 0,0 0,0-1,-1 0,0 1,-1-2,-1 1,0 0,0 0,-1-1,-1 1,0 0,-1-1,0 1,-1-1,0 1,-1 0,-1 0,1 0,-5-7,-26-23,33 42,0-1,-1 1,1-1,0 1,0 0,-1-1,1 1,0 0,0 0,-1 0,1 0,0 0,-1 0,1 0,0 0,-1 1,1-1,0 0,0 1,-1-1,1 1,0-1,0 1,0 0,0 0,0-1,0 1,0 0,0 0,0 0,0 0,0 0,1 0,-1 0,0 0,1 1,-1-1,1 0,-1 0,-6 15,1-1,0 1,1 0,0 1,2-1,0 1,0 0,2 0,0 8,0-8,-8 205,9-1,11 11,2 220,-12-408,-2 1,-2-1,-2 1,-2-1,-2-1,-2 0,-3 3,-14 8,27-53,0 1,0-1,0 1,0-1,0 0,0 1,-1-1,1 0,0 0,-1 0,1 0,-1 0,0 0,1 0,-1-1,1 1,-1-1,0 1,0-1,1 1,-1-1,0 0,0 0,1 0,-1 0,0 0,0 0,1-1,-1 1,-1-1,-1-2,0 0,0 0,0-1,1 1,-1-1,1 0,0 0,0 0,0 0,1 0,0-1,0 1,0-1,0 0,0 0,1-2,-19-61,4-1,3-1,2 0,4-1,3-8,2 59,-1 2,1 1,1 0,1 0,0-1,1 1,1 0,0 0,1 0,1 0,1 0,1 0,6-14,-4 24,0 0,0 0,1 1,0 0,0 1,1 0,-1 0,1 1,0 0,0 1,0 0,1 0,-1 1,1 1,-1 0,1 0,0 1,-1 0,1 1,3 1,15-3,26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4.1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0,'16'3,"23"2,31 1,31-1,32 0,23-5,14-4,-22-1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4.8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1,'-4'9,"5"3,9-3,3-3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5.2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14,'11'-3,"0"0,0 1,0 0,0 0,1 1,-1 1,0 0,1 0,-1 1,0 0,0 1,0 1,0 0,4 1,5 2,0 0,0 2,0 0,-1 1,-1 1,1 1,-2 0,11 9,-19-13,0 1,-1 0,0 0,0 1,-1 0,0 0,-1 1,0 0,0 0,-1 0,0 1,-1-1,0 1,-1 0,0 1,0 6,-3 11,-1 0,-1-1,-2 1,-1-1,-1 0,-1 0,-2-1,0 0,-2 0,-1-1,-7 10,-12 33,19-42,1 1,2 0,0 0,2 1,-1 12,7-34,0 0,1 0,0 0,0 0,0 0,1 0,0 0,0 0,1 0,0 0,0-1,1 1,0-1,0 1,0-1,1 0,-1 0,2-1,-1 1,1-1,-1 0,1 0,1 0,-1-1,3 2,15 5,0 0,1-1,0-1,0-1,1-2,0 0,1-2,-1-1,1 0,-1-2,1-1,0-2,0 0,-5 2,-1 0,1-1,-1-2,1 0,-1-1,0-1,-1-1,1 0,-1-2,-1 0,1-1,-1-1,-1-1,15-11,-7-7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5.4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74,'22'-7,"25"-4,23-1,21 2,20 3,14 0,4 1,-9 2,-16 2,-23-2,-25 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5.7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1,'29'2,"31"3,32 3,28 2,21 2,8-1,-20-2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47.39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0,'170'34,"1"-7,1-8,0-7,56-9,1649 66,-1268-52,2474 86,-2329-75,-599-20,-184-11,-14-2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0.8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10,'16'2,"17"1,16 1,15 0,19 1,18-1,19-1,15-1,10-4,5-3,0-1,-5 1,-11-2,-15 2,-21 0,-25 4,-24 4,-21 2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1.7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28 28,'-26'19,"26"-19,0 1,0-1,-1 1,1-1,0 1,0 0,0-1,-1 1,1-1,0 1,0-1,0 1,0 0,0-1,0 1,0-1,0 1,0 0,1-1,-1 1,0-1,0 1,0-1,1 1,-1-1,0 1,1-1,-1 1,0-1,1 1,-1-1,1 0,-1 1,0-1,1 1,-1-1,1 0,-1 0,1 1,-1-1,1 0,0 0,-1 1,1-1,-1 0,1 0,-1 0,1 0,0 0,-1 0,1 0,0 0,87 11,184-9,249-32,-309 14,-149 12,566-26,-530 36,-87 0,-14-1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2.43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23,'-11'0,"22"0,993-23,-731 32,0 12,266 57,-476-66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3.1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0,'9'14,"13"13,10 12,15 7,12 6,10 3,5 1,0-2,0-3,-6-7,-10-5,-15-7,-15-9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3.4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348 0,'-12'16,"-10"21,-12 22,-18 25,-14 22,-18 18,6-11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4.0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53,'239'208,"-224"-196,0 0,1-1,0 0,1-1,1-1,-1-1,1 0,1-2,-1 0,1-1,0 0,0-2,12 1,-24-5,-1 0,0 0,0-1,0 0,0 0,0 0,0-1,0 0,-1 0,1 0,-1-1,0 1,0-2,0 1,-1 0,0-1,1 0,-1 0,-1 0,1 0,-1-1,0 1,0-1,-1 0,0 0,0 0,1-3,2-10,0-1,-1 0,-1 0,-1-1,-1 1,-1 0,-1 0,0-1,-14-52,15 74,0-1,0 0,0 1,-1-1,1 0,0 0,0 1,-1-1,1 0,0 0,-1 1,1-1,0 0,0 0,-1 0,1 0,-1 1,1-1,0 0,-1 0,1 0,0 0,-1 0,1 0,0 0,-1 0,1 0,0 0,-1 0,1 0,-1 0,1 0,0-1,-1 1,1 0,0 0,-1 0,1 0,0-1,0 1,-1 0,1 0,0-1,0 1,-1 0,1 0,0-1,0 1,0 0,-1-1,1 1,0 0,0-1,0 1,0 0,0-1,0 1,0 0,0-1,0 1,0-1,0 1,0 0,0-1,-9 33,1 48,2 0,5 38,0-69,2 162,-10 227,8-423,0 6,-1 0,0-1,-2 1,0 0,-2-1,-7 20,12-38,1 0,-1 1,0-1,1 0,-1 0,-1 0,1 0,0 0,0 0,-1-1,1 1,-1 0,1-1,-1 1,0-1,0 1,1-1,-1 0,0 0,0 0,0 0,-1 0,1 0,0 0,0-1,0 1,-1-1,1 0,0 1,0-1,-1 0,1 0,0-1,0 1,-1 0,0-1,-7-6,-1 0,1-1,0 0,1 0,0-1,0 0,1-1,1 0,-1 0,1 0,1-1,-4-9,1 5,7 12,-19-30,1-1,1-1,2 0,2-1,-3-15,17 49,0-1,1 1,-1-1,1 0,0 1,0-1,0 1,0-1,0 1,1-1,-1 1,1-1,0 1,0-1,-1 1,1-1,1 1,-1 0,0 0,1 0,-1-1,1 1,-1 1,1-1,0 0,0 0,0 1,0-1,0 1,1-1,78-30,-64 26,283-72,-191 53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4.64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10,'9'-2,"-1"0,1 0,-1 1,1 0,0 0,-1 1,1 0,0 1,-1 0,1 0,0 1,5 1,-5-1,0-1,0 2,0-1,0 1,0 1,0 0,-1 0,0 0,0 1,0 1,0-1,-1 1,0 0,0 1,-1 0,0 0,0 0,0 1,-1 0,0 0,-1 0,1 0,-2 1,1 0,0 3,-3 9,1 0,-2 0,-1 1,-1-1,-1 0,0 0,-2 0,0 0,-2-1,0 0,-1 0,-1-1,-1 0,0 0,-2-1,-2 2,-47 71,38-58,0 1,2 2,2 0,-2 7,19-41,1 0,0 1,-1-1,1 1,0 0,0-1,0 1,0 0,1-1,-1 1,1 0,0 0,0 0,0 0,0 0,0-1,0 1,1 0,-1 0,1 0,0-1,0 1,0 0,0-1,1 1,-1-1,1 1,-1-1,1 0,0 0,0 0,0 0,0 0,0 0,1 0,13 4,1-1,0-1,0-1,0 0,0-2,1 0,-1 0,1-2,-1 0,14-3,-18 3,446-59,-415 52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4.90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1 215,'27'-16,"28"-7,26-5,23-1,21-1,13 2,10 4,1 6,-4 6,-26 6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5.9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29,'13'-5,"12"-1,11 0,7 2,7 0,5 2,6 1,2 3,1 3,-2 1,-6 0,-10-2,-11-1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6.4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65,'10'0,"11"0,12-3,11-2,12-5,8-2,5 0,-4 2,-7 2,-14 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7.4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1,'5'337,"18"43,6-83,6 24,-15 0,-18 249,-8-469,-6 71,11 154,7-264,4 1,2-1,5 7,-7-29,-7-30,-1 0,0 0,0 0,-1 0,0 0,0 1,-2-1,1 0,-1 0,0 1,-2 0,3-12,0 1,0 0,0 0,0 0,0-1,0 1,0 0,0 0,0 0,0-1,-1 1,1 0,0 0,0 0,0 0,0-1,-1 1,1 0,0 0,0 0,0 0,-1 0,1 0,0 0,0 0,0 0,-1-1,1 1,0 0,0 0,-1 0,1 0,0 0,0 0,0 0,-1 0,1 1,0-1,0 0,-1 0,1 0,0 0,0 0,0 0,-1 0,-1-25,2 9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6:59.1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44,'0'-1,"1"-1,0 0,-1 0,1 0,0 0,1 0,-1 0,0 1,1-1,-1 0,1 1,-1-1,1 1,-1-1,1 1,0 0,0-1,0 1,0 0,0 1,0-1,0 0,2 0,149-6,25 6,-1 7,0 9,-1 7,72 22,-110-5,-3 7,-1 5,39 26,-91-40,-1 4,-2 4,52 40,-100-62,-2 0,-1 2,-1 0,-2 2,0 1,-2 2,-1 0,-1 1,-2 1,7 16,3 27,-3 1,-3 2,-3 0,-4 1,-4 1,2 65,-6-79,-3 1,-3 0,-3 0,-2 0,-4 0,-3-1,-2 0,-3-1,-3 0,-5 4,-23 34,-4-2,-5-2,-4-3,-18 16,50-72,-2-2,-2-1,-1-1,-2-2,-2-1,0-2,-2-2,-2-1,0-2,-2-2,0-1,-6-1,-58 13,-2-5,0-5,-2-4,0-5,-1-5,-61-4,75-1,49 0,0 2,1 2,0 2,-15 7,39-13,-1-2,0-1,0 0,0-2,-8-1,-61 5,-1 8,77-26,15 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0.2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0,'48'11,"270"7,45-10,362 25,-619-17,-95-12,-8-1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0.9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1,'16'2,"16"1,17 0,14-1,11-2,8-2,0-1,-4 1,-11 1,-14 2,-17 3,-14 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1.1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1,'14'9,"15"3,19 2,18-2,12-3,10-2,6-6,-2-4,-8-2,-18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1.4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242 0,'14'20,"0"-2,0 1,2-2,0 0,1-1,1 0,14 8,-21-15,139 105,-75-61,-3 4,35 39,-96-87,0 0,-1 1,0 1,-1-1,-1 1,1 1,-2 0,1 0,-2 0,0 1,0 0,-1 0,-1 1,0-1,-1 1,0 0,-1 0,-1 0,0 0,-1 0,0 0,-2 6,-3-5,0-1,-2 0,1 0,-2 0,0-1,0 0,-1-1,-1 0,0 0,0-1,-1 0,-2 0,-59 46,-1-4,-3-3,-2-3,-2-3,-2-4,-1-4,-4-3,-92 39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2.0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398 0,'-29'48,"-3"-2,-2-1,-2-1,-2-3,-1 0,-3-3,0-2,-3-1,33-26,9-7,0-1,0 1,0-1,0 1,0 0,0 0,1 1,-1-1,1 0,0 1,0 0,0-1,0 1,0 0,0 0,1 0,-1 0,1 0,0 0,0 1,0-1,1 0,-1 0,1 1,-1-1,1 4,46 58,-26-42,121 159,-68-84,4-3,24 17,-38-54,3-2,2-4,65 38,-1 3,-89-56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6.6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0,'9'23,"12"17,12 10,11 8,10 4,5 2,1 0,-3-3,-6-1,-7-6,-10-4,-7-6,-9-9,-7-9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6.8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450 2,'-16'-2,"-10"6,-5 12,-3 13,-7 19,-4 17,-4 15,-2 15,-5 7,1 2,10-16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8.0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18,'475'-8,"-146"-1,0 13,298 45,-609-46,-10-2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8.7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194 326,'-4'10,"-1"-1,2 0,-1 1,1 0,1 0,0 0,0 0,1 0,0 0,1 0,0 0,1 8,-1-10,2 131,1-22,-6-1,-9 47,6-115,-2-1,-2 0,-3 0,-3 3,7-29,9-21,0 0,1 0,-1-1,0 1,0 0,0 0,0-1,0 1,0 0,0 0,0-1,0 1,0 0,0-1,0 1,0 0,0 0,0-1,0 1,0 0,0 0,0-1,0 1,0 0,-1 0,1-1,0 1,0 0,0 0,0 0,0-1,-1 1,1 0,0 0,0 0,-1-1,1 1,0 0,0 0,0 0,-1 0,1 0,0 0,-1 0,1 0,0-1,0 1,-1 0,1 0,0 0,0 0,-1 0,1 0,0 1,-1-1,1 0,0 0,0 0,-1 0,1 0,0 0,0 0,0 0,-1 1,1-1,-2-28,2-287,5 186,-6-1,-5 1,-5 0,-7 0,-26-95,35 190,9 34,0 1,1-1,-1 0,0 1,1-1,-1 0,0 0,1 0,-1 1,0-1,1 0,-1 0,1 0,-1 0,0 1,1-1,-1 0,1 0,-1 0,0 0,1 0,-1 0,1 0,-1 0,1-1,-1 1,0 0,1 0,-1 0,1 0,-1 0,0-1,1 1,-1 0,0 0,1-1,-1 1,0 0,1 0,-1-1,0 1,0 0,1-1,-1 1,0-1,0 1,0 0,1-1,-1 1,0-1,0 1,0 0,0-1,0 1,0-1,0 1,0 0,0-1,0 1,0-1,0 1,0-1,0 1,204 137,-176-118,117 80,120 106,-239-182,-1 2,-2 0,0 1,-1 2,3 8,-16-24,-1 2,-1-1,-1 1,0 0,0 0,-1 1,-1 0,-1 0,0 0,-1 0,0 0,-1 1,-1 0,-1-7,0 0,0-1,-1 1,0-1,-1 0,0 0,0 0,-1 0,0 0,0-1,0 1,-1-1,-1 0,1-1,-1 1,0-1,0 0,-1-1,0 1,-4 2,-15 8,-1-1,-1 0,1-3,-2 0,-5 0,-262 69,136-42,96-13,67-15,22-4,8-2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9.2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176 54,'-8'1,"-1"0,1 0,0 1,0 1,0-1,0 1,1 1,-1-1,1 1,0 1,0-1,0 1,0 0,1 1,0 0,0 0,1 0,-1 0,1 1,1 0,-1 0,1 0,0 1,1 0,0-1,0 1,1 0,0 0,0 1,1-1,0 0,0 1,1-1,0 0,1 1,0-1,1 6,5 0,1-1,1 0,0 0,0-1,1-1,1 1,0-2,1 1,-1-2,2 0,0 0,0-1,0 0,1-1,0-1,0 0,1-1,9 1,-7 0,0-1,1 0,-1-2,1 0,0-1,0-1,0-1,0 0,5-2,-16 1,-1 0,0 0,0 0,0-1,0 0,0 0,0 0,0-1,-1 0,1 0,-1-1,0 1,0-1,0 0,-1 0,1-1,-1 0,0 1,0-2,-1 1,1 0,-1 0,0-1,-1 0,1 0,-1 0,0 0,-1 0,1-8,-1-1,-1 1,0-1,-1 1,0 0,-1-1,-1 1,-1 0,0 0,0 1,-1-1,-1 1,0 0,-1 0,-1 1,0 0,0 0,-1 1,-1 0,0 1,0 0,-1 0,0 1,-3-1,2 2,0 0,0 1,0 1,-1 0,0 1,0 1,-1-1,1 2,-1 0,0 1,-2 0,9 1,0 1,0-1,0 1,0 1,0 0,1 0,-1 0,0 0,0 1,1 1,-1-1,1 1,0 0,0 0,0 1,0-1,1 1,-1 1,1-1,0 1,0 0,0 0,0 2,2-2,0 1,0-1,1 1,0-1,0 1,0 0,1 0,0 0,0 0,0-1,1 2,0-1,0 0,1 0,-1 0,1-1,1 1,-1 0,1 0,0 0,0-1,1 1,-1-1,1 0,0 0,1 0,-1 0,1 0,0-1,0 1,1-1,-1 0,2 0,50 36,2-8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09.5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0,'1698'0,"-1781"24,59-17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0.7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27,'21'8,"0"2,-1 0,0 2,0 0,-1 1,-1 0,0 2,13 14,221 211,-250-237,0-1,0 1,0-1,0 0,1 0,-1 0,0 0,1 0,0 0,-1 0,1-1,0 0,0 1,0-1,0 0,0 0,0-1,0 1,0-1,0 1,0-1,0 0,0 0,1 0,-1-1,0 1,0-1,0 0,0 1,0-1,0-1,0 1,0 0,-1-1,1 1,0-1,-1 0,2-2,5-12,-1-1,-1 0,-1 0,0 0,-1-1,-1 0,-1 0,0-1,-2 1,0-10,2 4,16-152,-15 206,29 568,2 162,-35-742,1 15,-1-1,-2 0,-1 0,-1 1,-2-2,-3 7,8-35,1 0,-1 0,1 1,-1-1,0 0,0 0,-1 0,1 0,-1 0,1-1,-1 1,0 0,0-1,0 1,0-1,-1 0,1 1,-1-1,1 0,-1-1,0 1,0 0,1-1,-1 0,0 1,-1-1,1 0,0-1,0 1,0 0,0-1,-3 0,0-2,0 0,1-1,0 1,-1-1,1-1,0 1,0-1,1 0,-1 0,1 0,0 0,0-1,-2-3,-29-40,2-2,2-1,2-2,3-1,-18-52,35 85,-6-16,-8-14,3-1,2-1,-5-25,23 76,-1-1,1 1,-1 0,1-1,0 1,0 0,0-1,0 1,0-1,1 1,-1 0,1 0,-1-1,1 1,0 0,0 0,0-1,0 1,0 0,1 0,-1 0,1 1,-1-1,1 0,-1 1,1-1,0 0,0 1,0 0,0 0,0-1,0 1,0 0,1 1,-1-1,0 0,0 1,1-1,-1 1,0-1,1 1,0 0,242-35,-146 22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0,'14'3,"18"0,21 0,21-1,17 0,14-1,8 0,-2-1,-9-2,-22-2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1.9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1 509,'2'7,"0"0,1 0,0 0,1-1,-1 1,1-1,0 1,1-1,0-1,0 1,0-1,0 1,1-2,0 1,0 0,0-1,5 2,-8-3,-1 0,0 0,0 0,-1 0,1 0,0 1,-1-1,0 0,0 1,0-1,0 1,-1-1,1 1,-1 0,0-1,0 1,0 0,0-1,-1 1,0-1,1 1,-1-1,0 1,-1 0,-1 13,-5 51,-9 72,5 2,7 115,5-256,0 14,1-1,0 1,1-1,1 1,0-1,1 0,0 0,2 3,-6-17,0 1,1 0,-1 0,0 0,1-1,-1 1,1 0,-1 0,1-1,-1 1,1-1,-1 1,1 0,0-1,-1 1,1-1,0 1,-1-1,1 0,0 1,0-1,0 0,-1 1,1-1,0 0,0 0,0 0,0 0,-1 0,1 0,0 0,0 0,0 0,0 0,-1 0,1 0,0-1,0 1,0 0,-1-1,1 1,0 0,0-1,-1 1,1-1,0 1,-1-1,1 0,-1 1,1-1,-1 1,1-1,-1 0,1 0,-1 1,0-1,1 0,-1 0,0 0,1 1,-1-1,0 0,0 0,0 0,0 1,0-1,0 0,0 0,0 0,0 0,11-38,-2 0,-1 0,-2-1,0-12,0 0,26-183,4-22,2-230,-38 485,1-13,0 1,-1-1,0 0,-1 0,-1 0,-1 0,0 0,-1 1,0-1,-1 1,-1 0,-2-4,8 18,0-1,-1 0,1 0,0 1,-1-1,1 1,0-1,-1 0,1 1,-1-1,1 1,-1-1,1 1,-1-1,1 1,-1-1,1 1,-1 0,0-1,1 1,-1 0,0-1,1 1,-1 0,0 0,0 0,1 0,-1-1,0 1,1 0,-1 0,0 1,0-1,1 0,-1 0,0 0,1 0,-1 1,0-1,1 0,-1 0,0 1,1-1,-1 1,0-1,1 0,-1 1,1-1,-1 1,1 0,-1-1,1 1,-13 39,14-33,-1 0,1 0,0 0,0 0,1 0,0-1,0 1,1 0,0-1,0 1,1-1,-1 0,1 0,0-1,1 1,0-1,0 0,0 0,1 0,113 80,19-11,3-6,79 23,-45-19,63 40,-232-109,11 5,-1 0,1 1,-1 1,-1 1,0 0,0 1,-1 0,-1 1,0 1,3 5,-14-17,-1 1,1 0,-1 0,1-1,-1 1,0 0,0 0,0 0,-1 0,1 1,-1-1,0 0,1 0,-1 0,-1 0,1 0,0 1,-1-1,0 0,1 0,-1 0,0 0,-1 0,1 0,-1-1,1 1,-1 0,-64 59,1-23,-3-3,0-2,-29 6,0 2,-132 65,-35 32,246-129,10-6,1-1,0 1,1 0,-1 0,1 1,0 0,0 0,0 1,-4 5,11-10,-1-1,0 1,0 0,1 0,-1 0,1 0,-1-1,1 1,-1 0,1 0,-1-1,1 1,0 0,-1-1,1 1,0-1,-1 1,1-1,0 1,0-1,0 0,-1 1,1-1,0 0,0 1,0-1,0 0,0 0,0 0,0 0,0 0,-1 0,1 0,0 0,0 0,0-1,0 1,0 0,0 0,-1-1,1 1,0-1,0 1,0-1,64-20,-32 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2.4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 58,'-7'33,"1"1,1 0,2 0,1 0,3 21,-1-46,1 0,1 0,-1 0,1 0,1 0,0-1,0 1,0-1,1 1,1-1,-1-1,1 1,1-1,-1 1,1-2,1 1,-1-1,1 1,0-2,0 1,1-1,-1 0,4 1,-1-1,-1-1,1 0,0 0,0-1,0 0,1 0,-1-1,1-1,-1 0,1 0,-1-1,1-1,0 1,-1-2,1 0,-1 0,0 0,0-1,0-1,0 0,0 0,-1-1,1 0,-1-1,-1 0,1 0,-1-1,0 0,-1-1,1 1,-1-2,-1 1,0-1,0 1,-1-2,0 1,0-1,1-5,-2 4,-1 0,-1 1,0-1,-1 0,0-1,0 1,-1 0,-1 0,0 0,0 0,-1 0,0 0,-1 1,-1-1,1 0,-2 1,1 0,-1 0,-1 1,0-1,0 1,-1 0,0 1,-1 0,0 0,0 0,0 1,-1 0,0 1,-1 0,1 0,-1 1,0 1,-1-1,1 2,-7-2,5 3,0 0,0 2,0-1,0 2,0-1,0 2,0-1,1 2,-1 0,0 0,1 1,0 0,0 1,-7 4,11-5,0 0,-1 0,1 1,1 0,-1 1,1-1,0 1,0 0,1 1,0 0,0-1,0 1,1 1,0-1,0 1,1 0,0 0,1 0,-1 0,1 0,1 1,1-2,0-1,0 1,1-1,0 0,0 0,1 1,0-1,0 0,0 0,1 0,-1-1,2 1,-1-1,0 1,1-1,0 0,0-1,1 1,0-1,-1 1,1-1,0-1,1 1,2 1,41 24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2.71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69,'21'-6,"18"-6,18 1,20-1,19 1,17 4,11 2,6 2,-4 2,-12 0,-16 2,-21-1,-27 1,-31-1,-31 0,-13 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3.4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11,'58'-6,"0"2,0 3,1 2,11 5,-54-6,1 0,-1 2,0 0,0 1,0 0,0 2,-1 0,1 0,-1 2,-1-1,1 2,-1 0,0 1,-1 0,6 7,-15-12,-1 1,0-1,0 1,0 0,-1 0,1 1,-1-1,0 0,-1 1,0-1,1 1,-2-1,1 1,-1 0,0-1,0 1,0 0,-1-1,0 1,-1 3,-2 7,0-1,-2 0,0-1,0 0,-2 0,-8 13,-100 125,86-117,1 1,2 1,1 2,-3 10,25-43,1 0,0 0,0 0,1 0,0 0,0 0,0 1,1-1,0 1,0-1,0 1,1-1,0 1,0 0,1-1,0 1,0-1,1 1,0-1,0 0,0 1,0-1,4 5,5 0,0 0,1 0,0-2,0 1,1-1,0-1,1-1,0 0,0 0,0-1,1-1,0-1,0 0,0-1,0 0,11 0,1 3,0-1,1-2,-1 0,1-2,0-1,-1-1,1-1,-1-2,1-1,-1 0,26-11,-49 14,1 0,0 0,-1-1,0 0,1 0,-1 0,0 0,0-1,-1 0,1 1,-1-1,0-1,1-1,6-17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3.6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63,'23'-2,"23"-1,19 0,20 1,16 0,10-1,4-3,-8-2,-14-3,-21-1,-23 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4.36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0,'50'11,"0"-2,0-3,1-2,-1-1,12-4,-34 2,562-10,237 9,-712 9,-103-7,-23-3,-76-11,59 8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5.0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53 388,'-9'-112,"9"100,2 23,9 104,-4 0,-6 16,-1-121,-36 671,40-604,8-65,-1-32,-2-14,-1 0,-1-1,-3 0,0 0,-2-25,-2 52,7-219,-9 0,-27-175,22 345,-3 0,-2 0,-2 1,-8-16,36 86,12 9,1-2,1-1,1-1,0-1,2-2,7 2,-27-12,115 56,-30-16,-2 3,-2 5,-3 4,16 17,-86-60,0 2,-2 0,0 0,-1 2,-1 0,0 1,4 10,-15-23,0 0,-1 0,1 0,-2 1,1-1,-1 1,0-1,-1 1,1 0,-2 0,1 0,-1 0,0 0,-1 0,0 0,0 0,0-1,-1 1,-1 0,1-1,-1 1,0-1,-1 0,-1 3,-12 10,1-1,-2 0,-1-1,0-1,-1-1,-1 0,0-2,-1 0,-1-2,-10 5,22-12,-130 72,33-20,2 4,-35 31,135-87,-51 51,58-43,12-9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5.4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3 117,'-2'16,"1"1,1-1,1 1,0-1,1 1,1-1,0 0,1 0,1 0,0-1,1 1,1-1,1-1,0 1,1-1,4 5,-2-8,0 0,0-1,1-1,0 0,1 0,0-2,0 1,1-1,0-1,0-1,0 0,1-1,0 0,0-1,9 0,-15-2,1 0,0 0,-1-1,1-1,-1 0,1 0,-1-1,1 0,-1 0,0-1,0-1,0 1,0-1,-1-1,1 0,-1 0,0-1,-1 1,1-2,-1 1,0-1,-1 0,0-1,5-7,-6 7,0-1,-1 0,0 0,0 0,-1 0,0 0,-1-1,0 1,-1-1,0 1,0-1,-1 0,0 0,-1 1,0-1,0 0,-1 1,-1-1,1 1,-1 0,-1 0,0 0,0 0,-3-3,0 0,-1 0,0 0,-1 1,0 0,-1 0,0 1,-1 1,0 0,0 0,-1 1,0 0,0 1,-1 1,0 0,0 0,-6 0,11 3,-1 0,0 0,0 1,0 1,0-1,0 2,-1-1,1 1,0 1,0-1,0 1,-1 1,1 0,0 0,1 1,-1 0,0 1,1 0,0 0,0 0,0 1,1 1,-1-1,1 1,0 0,1 1,-1 0,1 0,1 0,0 0,0 1,-2 4,5-5,0 1,1-1,0 1,0-1,1 1,0-1,0 1,1-1,0 0,0 1,0-1,1 0,1 1,-1-1,1 0,0-1,0 1,1 0,0-1,0 0,1 0,0 0,0-1,0 1,1-1,-1 0,1-1,0 1,1-1,4 2,43 29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5.7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0,'16'0,"16"3,22 0,19 2,20 0,17 2,15-1,9 2,2-2,-4 0,-11-1,-16 0,-23-1,-22-1,-26-2,-18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19.7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54,'1'-1,"0"-1,0 0,0 1,0-1,0 1,0-1,1 1,-1-1,1 1,-1 0,1 0,-1 0,1 0,-1 0,1 0,0 0,0 0,-1 1,1-1,0 1,0-1,0 1,0 0,-1 0,2-1,2 0,27-5,1 2,-1 1,1 1,0 2,6 1,8 0,279-9,-114 3,-210 5,1 0,0 0,0 0,0 1,0-1,-1 1,1 0,0 0,-1 0,1 0,-1 0,1 1,-1-1,1 1,-1-1,0 1,0 0,0 0,0 0,1 1,-18 11,6-12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22.2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1,'20'2,"17"1,10 0,9-1,6 0,2-1,-4-1,-5 3,-9 0,-11 2,-8 0,-9-3,-6-4,-4-2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24.02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 0,'0'92,"4"-1,3 0,5 0,4-1,8 20,-5-45,-3 1,-3 0,-4 1,-2 0,-2 0,-5 51,-44 344,24-255,-23 87,25-173,5 1,5 32,-32 405,49-214,5 270,4-59,-8-379,-8 47,0-34,25 178,-42 44,24-124,-2 84,-8-227,-5-55,15-131,-2 5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26.1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33,'6'-5,"1"1,0 1,0-1,1 1,-1 1,1-1,-1 1,1 0,0 1,-1 0,1 0,0 1,0 0,0 0,0 1,2 0,12-1,57-3,0 3,0 3,0 4,-1 3,0 4,-1 3,49 18,11 24,-3 6,90 61,-142-75,-1 4,-3 4,-3 3,18 23,23 28,-5 6,-6 4,41 67,-87-103,-3 2,-5 2,-3 3,-5 2,28 91,-3 33,-10 3,13 126,-47-176,-8 1,-8 1,-10 114,-17-92,-8-2,-19 47,45-237,-31 157,-7-1,-7-2,-38 82,-132 273,162-417,-4-1,-4-4,-39 43,17-23,36-43,-3-3,-4-1,-2-3,-2-3,-45 33,-151 84,171-127,-3-2,-2-5,-1-4,-72 20,138-50,-183 88,147-65,-2-2,-48 15,62-35,42-8,0-1,0 1,0 0,0 0,0 1,0 0,1 0,-1 0,1 1,-1 0,1 0,0 0,-3 3,5-3,0 0,-1 0,1 0,-1 0,0-1,1 0,-1 1,0-1,-1-1,1 1,0 0,0-1,-2 0,5-1,0-1,0 0,0 1,1-1,-1 0,0 1,0-1,0 0,1 0,-1 0,0 0,1 0,-1 0,1 0,-1 0,1 0,-1 0,1 0,0 0,0 0,-1 0,1 0,0 0,0 0,0 0,0 0,0-1,0 1,1 0,-1 0,0 0,0 0,1 0,-1 0,1 0,-1 0,4-24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27.5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70,'277'-1,"212"-30,-290 9,101 7,239 30,-307-4,-54-10,-153-17,-21 4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30.9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16 113,'15'34,"-3"1,-1 0,-1 1,-2 0,-2 1,-1 0,-2 0,-2 3,8 194,-15 127,0-111,4-232,-5-35,-9-63,4-1,3-1,3 0,4-35,0-559,2 668,-1-15,0-1,-2 1,0 0,-2 0,-2-8,0 19,10 20,12 15,1-2,2 0,0-1,0 0,15 10,34 24,2-3,1-3,3-3,75 34,138 87,-270-157,-1 1,0 0,-1 1,0 1,-1 0,-1 0,0 2,0 0,-1 0,-1 1,-1 0,0 0,0 1,-2 1,3 8,-9-20,0 0,0 0,-1 0,0 0,0 0,0 0,-1 0,0 0,0-1,0 1,0 0,-1 0,1-1,-1 1,-1-1,1 1,-1-1,1 0,-1 0,0 0,-1 0,1-1,-4 4,-99 60,-56 7,82-40,1 4,2 2,2 5,1 2,-3 8,68-49,0 1,1 0,-1 1,2 0,-1 0,1 0,0 1,1 0,0 0,0 1,1 0,0 1,5 0,4-5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31.4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97 195,'-2'1,"0"0,0 1,0-1,0 1,0-1,0 1,0 0,0-1,1 1,-1 0,1 0,-1 0,1 1,0-1,0 0,0 0,0 1,0-1,0 1,0 1,1-3,-4 8,1 1,0-1,1 1,0 0,0 0,1 0,0 0,1 0,0 0,0 1,1-1,1 0,0 0,0-1,1 1,0 0,1-1,0 0,0 1,1-2,0 1,0 0,1-1,1 0,-1-1,1 1,0-1,1 0,2 1,1-2,0 0,0-1,0 0,1-1,0 0,0-1,0 0,0-1,0 0,1-1,-1-1,0 0,1 0,-1-1,0-1,0 0,1 0,1-2,-5 1,-1 1,1-1,-1-1,1 0,-1 0,0 0,0-1,-1 0,1-1,-1 0,0 0,-1 0,0-1,0 0,0 0,-1-1,0 1,0-1,-1 0,0-1,0 1,-1-1,0 0,1-5,-2 0,-1-1,-1 1,0 0,0-1,-2 1,0 0,0-1,-1 1,-1 0,0 1,-1-1,-1 1,0 0,-1 0,0 0,-1 1,0 1,-1-1,0 1,-10-9,10 11,0 1,0-1,0 1,-1 1,-1 0,1 0,-1 1,0 0,-1 1,1 0,-1 1,0 0,0 1,0 1,-1-1,1 2,0 0,-1 0,1 2,-1-1,1 1,-1 1,1 0,-1 1,5 0,0-1,1 1,-1 0,1 0,0 1,0 0,0 1,0-1,1 1,0 0,0 1,0 0,1 0,0 0,0 0,0 1,1 0,0 0,0 0,1 0,0 1,0-1,0 1,1 0,1 0,-1 0,1 0,1 0,-1 0,1 0,1 0,-1 0,1 0,1 0,0 0,0-1,0 1,1 0,0-1,1 2,36 37,5-8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31.7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69,'18'-2,"25"-1,27 0,26 1,26 0,20-1,14-1,7-1,-1 0,-7-2,-15 1,-19 0,-24 3,-26 1,-25-2,-27-1,-17-1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39.6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29,'167'20,"53"-29,-59-2,9 33,187-17,-208-6,377-28,-115 15,-154 8,452 0,-438 7,776 0,-211 26,-579-19,128 25,621 56,-842-72,1-7,6-7,132 13,-152 0,-137-17,-20-5,-21-8,26 13,-18-7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7:52.8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525 1570,'-20'11,"0"1,2 1,0 1,0 0,1 1,1 1,0 1,1 0,1 1,1 1,1 0,-9 18,-14 34,4 0,2 3,2 6,25-73,-42 137,7 3,6 1,6 1,-3 132,11 609,18-663,3 717,5-773,7 0,8-1,25 82,-39-209,23 98,14 142,5 372,-28-382,-13 261,-14-447,-4 133,22 212,101 493,-105-845,12 69,6-1,7-2,6-1,21 38,-50-147,1-1,2-1,1 0,2-1,1-1,2-1,1 0,1-2,1-1,2-1,1-1,20 14,20 0,1-3,1-3,2-2,2-4,0-4,54 10,-25-7,2-5,0-5,1-4,34-3,504-6,-448-5,-35-2,0-6,-1-7,72-20,84-42,-4-14,71-43,927-394,-1163 467,256-105,365-165,-574 236,-5-9,-5-9,140-113,420-375,-636 513,-4-6,-4-4,-4-4,38-58,-9-25,-9-5,-8-6,29-86,-79 170,-6-3,-4-2,-6-2,-5-2,-5-1,5-60,-25-5,-9-1,-8 0,-8 1,-13-39,17 144,5 39,-15-126,-21-80,28 196,-2 0,-3 1,-1 1,-3 0,-3 2,-18-30,-12 6,-2 3,-4 2,-3 3,-2 2,-3 4,-3 2,-56-33,-646-458,566 423,-5 9,-5 9,-4 10,-22 4,-215-69,-8 21,-57 9,54 48,-281-7,443 58,1-2,-2 13,0 14,-206 24,-314 68,745-78,1 5,0 2,0 5,2 3,-73 28,79-17,29-11,0-2,-1-2,-1-2,-1-2,-24 2,-121-10,64 5,95-8,0 1,0 1,0 2,-11 4,-320 84,346-90</inkml:trace>
  <inkml:trace contextRef="#ctx0" brushRef="#br0" timeOffset="751.028">3104 313,'5'18,"3"20,4 16,1 16,0 12,2 12,-1 8,-2 6,-4-1,-2-4,-3-6,-4-11,-6-13,-2-18</inkml:trace>
  <inkml:trace contextRef="#ctx0" brushRef="#br0" timeOffset="1210.466">3132 527,'52'71,"4"-3,35 32,-78-86,112 115,57 40,-179-166,-2-1,0-1,0 0,0 1,0-1,0 1,0-1,0 0,0 0,1 0,-1 0,0 0,1 0,-1 0,1 0,-1-1,1 1,-1 0,1-1,0 1,-1-1,1 0,0 1,-1-1,1 0,0 0,-1 0,1 0,0-1,-1 1,1 0,0-1,-1 1,1-1,-1 1,1-1,-1 0,1 0,-1 1,1-1,-1 0,1-1,3-8,0-1,-1 0,0 0,0 0,-1 0,-1 0,0-1,0 0,-1-11,1 8,7-88,-4 0,-5 0,-4 0,-5 0,-4 1,-10-26,-5 23,24 91,7 21,-1-3,8 19</inkml:trace>
  <inkml:trace contextRef="#ctx0" brushRef="#br0" timeOffset="1744.168">4375 379,'-30'57,"2"1,3 1,2 1,-9 48,27-94,-132 423,107-363,24-73,7-17,66-257,-1-23,9-170,-70 434,0 27,-1 21,-3-14,2 11,28 130,35 89,16-19,-41-113,-4 2,7 42,-44-142,4 9,0 0,-1 0,-1 0,0 1,-1-1,0 1,0-1,-1 1,-1 0,0-1,-1 1,0-1,0 0,-4 10,4-19,1 0,0 0,-1 0,1 0,-1-1,1 1,-1-1,0 1,0-1,0 0,0 1,0-1,0 0,0 0,0 0,0-1,0 1,0-1,-2 1,-17 1</inkml:trace>
  <inkml:trace contextRef="#ctx0" brushRef="#br0" timeOffset="2445.809">4161 861,'10'-6,"0"-1,0 2,0-1,1 1,-1 1,1 0,0 0,1 1,-5 1,603-178,-398 96,-173 75,-38 9,0 1,0-1,0 0,0 0,0 1,0-1,0 1,-1-1,1 1,0-1,0 1,-1-1,1 1,0-1,0 1,-1 0,1 0,-1-1,1 1,-1 0,1 0,-1 0,1 0,-1-1,0 1,1 0,-1 0,0 0,0 0,0 0,0 0,0 0,0 0,0 0,0 0,0 0,0 0,0-1,-1 1,-31 155,6-38,10-38,-3 0,-4-2,-3 0,-6 5,21-63,11-20,0-1,1 1,-1 0,0 0,0-1,0 1,0 0,-1 0,1-1,0 1,0 0,0 0,0-1,0 1,0 0,0 0,0-1,0 1,-1 0,1 0,0 0,0-1,0 1,0 0,-1 0,1 0,0 0,0-1,0 1,-1 0,1 0,0 0,0 0,-1 0,1 0,0 0,0 0,-1 0,1 0,0-1,0 1,-1 1,1-1,0 0,0 0,-1 0,1 0,0 0,0 0,-1 0,1 0,0 0,0 0,0 0,-1 1,32-135,-24 110,48-172,-7-3,3-78,-41 409,-5-89,1-1,2 1,2-2,1 1,3-1,1-1,2-1,2 0,1-1,2-1,2-1,1-2,8 9,-25-35,0 1,1-1,0-1,0 1,1-2,0 1,0-1,0-1,1 0,-1 0,11 2,-18-6,0-1,0 1,0-1,0 0,1 0,-1 0,0 0,0-1,0 1,0-1,0 0,1 0,-2 0,1 0,0-1,0 1,0-1,0 0,-1 0,1 0,-1 0,0 0,1 0,-1 0,0-1,0 1,-1-1,1 0,0 0,-1 1,1-3,31-97,-16-11,-5 0,-5-1,-5-24,-2 137,1-139,-5 1,-8-14,7 121,2 24,3 20,20 61,-3-29</inkml:trace>
  <inkml:trace contextRef="#ctx0" brushRef="#br0" timeOffset="2733.555">6166 433,'-9'25,"-5"22,-5 19,-2 14,1 11,2 5,1-1,1-8,4-11,1-14,3-16,2-22,5-25,5-25,6-24,4-22,-1 1</inkml:trace>
  <inkml:trace contextRef="#ctx0" brushRef="#br0" timeOffset="2989.917">6113 514,'6'-195,"-1"95,-4-1,-5 0,2 85,3 26,7 24,3-1,0 0,2-1,2 0,0-1,21 28,152 213,-128-193,-4 2,-3 2,31 70,-72-127,-1 1,-1 0,-1 1,-1 0,-2 1,-4-21,-1-1,0 1,0 0,-1 0,0 0,0 0,-1 0,0-1,0 1,-1 0,0 0,-1-1,1 1,-1-1,-1 0,1 0,-1 0,-1-1,1 1,-5 4,-7 2,0-1,-1-1,0 0,-1-1,0-1,0-1,-1 0,0-2,-1 0,1-1,-1-1,-3 0,-105 20,3-5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8:00.1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1925 1898,'-2'5,"19"-2,92 1,1-4,24-7,-17 2,-89 4,611-11,-418 30,-220-17,0-1,0 0,0 0,0 1,0-1,0 0,0 0,0 0,0 0,1 0,-1 0,0-1,0 1,0 0,0 0,0-1,-1 1,1-1,0 1,0-1,0 1,0-1,0 1,0-1,-1 0,1 0,0 1,-1-1,1 0,0 0,-1 0,1 1,-1-1,1 0,-1 0,0 0,1 0,-1 0,0 0,0 0,0 0,1 0,-1 0,0 0,0 0,-1 0,1 0,0 0,0 0,0 0,-1 0,1 0,0 0,-1 0,0-1,-50-203,47 190,-1 1,0-1,-1 1,-1 1,0-1,-1 1,0 0,-1 1,0 0,-1 0,-7-6,16 17,1 0,-1 0,0 1,0-1,0 0,1 0,-1 0,0 0,0 1,0-1,0 1,0-1,-1 0,1 1,0 0,0-1,0 1,0 0,0-1,-1 1,1 0,0 0,0 0,0 0,-1 0,1 0,0 1,0-1,0 0,0 1,-1-1,1 0,0 1,0-1,0 1,0 0,0-1,0 1,0 0,0 0,0 0,1-1,-1 1,0 0,0 0,1 0,-1 0,1 0,-1 0,1 1,-1-1,1 0,0 0,-1 0,1 0,0 1,0-1,0 0,0 0,0 0,0 1,-2 26,1 0,2 1,0-1,2 0,1 0,2-1,6 23,-7-32,8 42,52 272,-59-365,1-409,-7 302,-3-108,-2 225,7 32,2 5,1-1,1 1,0-1,1 0,0-1,1 1,1-2,0 1,0-1,1 0,6 4,129 101,14-15,55 41,-201-131,-1-1,1 2,-2 0,0 0,0 1,6 10,-15-19,1 0,-1 0,0 0,0 0,0 0,0 0,-1 1,0-1,0 1,0-1,0 1,-1 0,0-1,0 1,0 0,-1-1,1 1,-1-1,0 1,0-1,-1 1,1-1,-1 0,0 0,0 1,-1-1,-7 8,-1-1,-1-1,0 0,0-1,-1 0,0-1,0 0,-1-1,0 0,0-1,-1-1,1-1,-1 0,-12 2,-18 5,-1-2,0-3,0-1,-33-1,45-6,35 2,-1 0,0 0,1 0,-1 0,1 0,-1 0,0 0,1 0,-1-1,0 1,1 0,-1 0,0 0,1-1,-1 1,0 0,1 0,-1 0,0-1,0 1,1 0,-1-1,0 1,0 0,1-1,-1 1,0 0,0-1,0 1,0 0,0-1,0 1,0 0,1-1,-1 1,0-1,0 1,0 0,0-1,-1 1,1-1,0 1,0 0,0-1,0 1,0 0,0-1,-1 1,1 0,0-1,0 1,0 0,-1-1,1 1,0 0,0 0,-1-1,1 1,0 0,-1 0,1-1,0 1,0 0,25-12</inkml:trace>
  <inkml:trace contextRef="#ctx0" brushRef="#br0" timeOffset="384.969">4145 1870,'-3'2,"1"1,0-1,-1 0,1 0,1 1,-1 0,0-1,1 1,-1 0,1-1,0 1,0 0,0 0,0 0,0 0,1 1,-1-1,1 0,0 0,0 0,0 0,0 0,1 0,-1 0,1 1,0-1,0 0,0-1,0 1,0 0,1 0,-1 0,1-1,0 1,0-1,0 1,0-1,0 0,0 0,1 0,-1 0,1 0,-1 0,1-1,2 2,4 2,0 1,0-2,0 1,1-1,-1-1,1 0,0 0,0-1,0 0,0 0,0-1,1-1,7 0,-13 0,0-1,0 1,1-1,-1 0,0 0,0-1,0 1,0-1,0 0,0-1,-1 1,1-1,-1 0,0 0,1 0,-1-1,-1 1,1-1,0 0,-1 0,0 0,0-1,0 1,-1-1,1 1,-1-1,0 0,0-8,0 1,-1 0,0 0,0-1,-2 1,0 0,0-1,-1 1,0 0,-1 0,-1 0,0 0,0 1,-1-1,-1 1,0 1,0-1,-1 1,0 0,-1 0,-7-6,9 9,0 1,-1-1,0 1,-1 1,1 0,-1 0,0 0,-1 1,1 0,-1 0,-8-1,14 4,-1 0,0 0,0 0,1 1,-1 0,0 0,0 0,1 0,-1 0,0 1,0 0,1 0,-1 0,0 0,1 0,-1 1,1 0,0-1,0 1,-1 0,1 1,0-1,1 1,-1-1,0 1,1 0,-1 0,1 0,-2 3,2-2,-1 1,1-1,1 1,-1-1,1 1,-1-1,1 1,1 0,-1 0,1 0,-1-1,2 1,-1 1,4 26</inkml:trace>
  <inkml:trace contextRef="#ctx0" brushRef="#br0" timeOffset="831.691">4412 1857,'753'-31,"-616"23,357-30,-475 34,-51 4,4 0</inkml:trace>
  <inkml:trace contextRef="#ctx0" brushRef="#br0" timeOffset="-2859.248">1537 494,'1120'10,"-916"-6,-212-5</inkml:trace>
  <inkml:trace contextRef="#ctx0" brushRef="#br0" timeOffset="-1852.831">2794 132,'6'2,"0"-1,0 1,0 1,-1-1,1 1,-1 0,0 0,0 0,0 1,0 0,-1 0,1 0,-1 0,0 1,0 0,-1 0,1 0,-1 0,0 1,40 110,-33-44,-3 0,-4 1,-3-1,-3 1,-3 0,-3-1,-9 25,17-89,-15 77,11-75,4-16,1-20,0 24,10-619,-11 550,-4 1,-2 0,-3 0,-8-19,18 89,1 0,-1 0,0 0,0 0,1 0,-1 0,0 0,0 1,1-1,-1 0,0 0,0 0,1 0,-1 0,0 0,0 0,1-1,-1 1,0 0,0 0,1 0,-1 0,0 0,0 0,1 0,-1 0,0-1,0 1,0 0,1 0,-1 0,0-1,0 1,0 0,88 86,4-3,52 33,7 6,-30-5,-113-109,-1 1,0 1,-1-1,0 1,0 0,-1 0,-1 1,1 0,-2 0,0 0,0 0,-1 0,1 7,-3-10,-1 0,0 1,0-1,0-1,-1 1,0 0,-1 0,0-1,0 1,-1-1,0 0,0 0,0 0,-1-1,0 1,0-1,-1 0,0-1,0 1,0-1,-3 1,-14 11,0-2,-1-1,-1-1,0 0,-16 3,-10 3,0-2,-1-2,-33 3,56-14,22-8,19-5,19-7,6-1</inkml:trace>
  <inkml:trace contextRef="#ctx0" brushRef="#br0" timeOffset="-1530.696">3664 533,'0'9,"0"-1,1 0,0 0,0 0,1 0,0 0,1-1,0 1,0 0,0-1,1 0,0 0,0 0,1 0,0-1,0 0,1 0,1 1,1 4,0-1,1 0,1-1,-1 0,2-1,-1 0,1 0,0-1,1 0,-1-1,1-1,1 1,-1-2,1 0,-1-1,1 0,0 0,2-2,-10-1,0 0,0-1,0 0,0 0,-1 0,1-1,0 0,0 0,-1 0,0 0,1-1,-1 0,0 0,0 0,0 0,-1 0,1-1,-1 0,1 0,-1 0,-1 0,1 0,-1 0,1-1,-1 1,0-2,3-7,0-1,-1 0,-1 0,0 0,-1 0,0 0,-1 0,-1-11,0 9,-2 0,1 0,-2 0,0 0,-1 0,0 0,-2 1,-5-12,8 21,0-1,0 1,-1 0,0 0,0 1,-1-1,1 1,-1 0,-1 0,1 0,-1 1,1 0,-1 0,0 0,-1 1,1 0,-1 0,1 0,-1 1,0 0,0 1,1-1,1 2,0-1,0 0,-1 1,1 0,0 0,-1 1,1 0,0-1,0 2,0-1,0 1,0-1,0 1,0 1,0-1,1 1,-1 0,1 0,-1 0,1 0,0 1,1 0,-1 0,1 0,0 0,-1 0,2 1,-1-1,1 1,-1 0,1 0,0 0,1 0,-1 0,1 0,0 0,1 1,-1 0,13 32,9-4</inkml:trace>
  <inkml:trace contextRef="#ctx0" brushRef="#br0" timeOffset="-1171.897">4292 548,'23'-10,"20"-2,23 1,16-1,19 2,13 3,12 2,3 3,-1 3,-9 2,-18 5,-23 3,-31 2,-22-1</inkml:trace>
  <inkml:trace contextRef="#ctx0" brushRef="#br0" timeOffset="2183.41">2353 2926,'205'-11,"-151"11,1309-2,-1290-1,-72 2,1 0,-1 0,1 0,-1 0,0 0,1 0,-1-1,0 1,0 0,0-1,0 1,0-1,-1 1,1-1,0 0,-1 1,1-1,-1 0,1 1,-1-1,0 0,0 0,0 1,0-1,0 0,0 1,0-1,0 0,-1 0,1 1,-1-1,1 0,-1 1,0-1,0 1,0-1,0 1,0-1,0 0,-1-4,-54-234,45 214,10 25,1 1,0 0,-1-1,1 1,-1 0,0 0,1 0,-1 0,1-1,-1 1,1 0,-1 0,1 0,-1 0,1 0,-1 0,1 0,-1 1,0-1,1 0,-1 0,1 0,-1 0,1 1,-1-1,1 0,-1 1,1-1,0 0,-1 1,1-1,-1 0,1 1,0-1,-1 1,1-1,0 1,0-1,-1 1,1-1,0 1,0-1,0 1,-1-1,1 1,0-1,0 1,0-1,0 1,-6 15,1 0,1 1,1-1,0 1,1 0,0-1,2 1,0 11,0-16,-1 19,2 0,1 0,1 1,2-2,1 1,2-1,0 0,2 0,2-1,10 19,11-7,-32-41,0 0,0-1,-1 1,1-1,0 0,-1 1,1-1,0 0,-1 1,1-1,-1 0,1 0,-1 1,1-1,-1 0,0 0,1 0,-1 0,0 0,0 0,0 1,1-1,-1 0,0 0,0 0,0 0,0 0,-1 0,1 0,0 0,0 0,-1 0,1 1,-1-2,-43-145,27 72,3 0,3-1,4 0,3-1,3 1,5-9,-4 80,0 6,0-1,1 0,-1 0,1 0,-1 0,0 1,1-1,-1 0,1 0,-1 0,1 0,-1 0,0 0,1 0,-1 0,1 0,-1-1,0 1,1 0,-1 0,1 0,-1 0,0 0,1-1,-1 1,0 0,1 0,-1-1,0 1,1 0,-1-1,0 1,1 0,-1-1,0 1,0 0,0-1,1 1,-1-1,0 1,0 0,0-1,0 1,0-1,0 1,0 0,0-1,0 1,0-1,0 1,0-1,0 1,0 0,0-1,0 1,0-1,-1 1,1 0,0-1,0 1,0-1,-1 1,109 130,-22-56,4-3,3-4,41 19,-20-12,-97-63,-9-6,1 0,-1 0,-1 1,1 0,-1 1,0-1,0 1,-1 1,6 7,-12-14,1 0,-1 0,0 0,1 1,-1-1,0 0,1 0,-1 1,0-1,0 0,0 1,0-1,0 0,-1 1,1-1,0 0,-1 0,1 1,0-1,-1 0,0 0,1 0,-1 0,0 0,1 0,-1 0,0 0,0 0,0 0,0 0,0 0,0 0,0-1,0 1,0 0,0-1,-1 1,1-1,-1 1,-55 19,53-19,-147 30,-1-7,-44-3,172-18,-77 8,154-18,-9 1</inkml:trace>
  <inkml:trace contextRef="#ctx0" brushRef="#br0" timeOffset="2476.066">4760 2873,'-1'5,"1"0,0 0,0 1,0-1,1 0,0 0,-1 0,2 0,-1 0,1 0,0 0,0 0,0-1,0 1,1-1,0 1,0-1,0 0,1 0,-1 0,3 1,4 4,0 0,1-1,0 0,0-1,1 0,0-1,11 4,-9-4,1 0,-1-1,1-1,1 0,-1-1,1-1,-1 0,1-1,-1-1,1 0,0-1,-1-1,10-2,-22 3,1 0,-1 0,0 0,-1-1,1 1,0-1,0 0,-1 0,1 0,-1 0,1 0,-1 0,0-1,0 1,0-1,0 1,0-1,-1 0,1 0,-1 0,0 0,0 0,0 0,0 0,0 0,-1-1,1 1,-1 0,0 0,0 0,0-1,0 1,-1 0,1 0,-2-3,0-4,-1 0,-1 1,1-1,-1 1,-1 0,0 0,0 1,-1-1,0 1,0 0,-1 0,-2 0,0 0,0 0,0 1,-1 0,0 0,0 1,-1 1,-5-2,12 5,-1 0,1 0,-1 0,0 1,0 0,0 0,0 1,0-1,0 1,0 0,0 0,0 1,1-1,-1 1,0 0,0 1,0-1,1 1,-1 0,0 0,-1 1,5-2,-1 0,1 0,0 0,-1 0,1 0,0 0,0 1,0-1,0 0,0 1,0-1,0 1,0-1,1 1,-1-1,0 1,1-1,-1 1,1 0,0-1,0 1,-1 0,1 0,0-1,1 1,-1 0,0-1,0 1,1 0,-1-1,1 1,-1-1,1 1,0 0,-1-1,1 1,0-1,1 1,13 18</inkml:trace>
  <inkml:trace contextRef="#ctx0" brushRef="#br0" timeOffset="2849.794">5147 2954,'6'-7,"0"1,0-1,1 2,0-1,0 1,1 0,-1 0,1 1,0 0,0 1,1-1,-1 2,1-1,-1 1,1 0,0 1,7 0,-14 0,110-16,0 5,57 3,-119 7,1313-19,-1202 29,-151-4,-27-3,-4 0</inkml:trace>
  <inkml:trace contextRef="#ctx0" brushRef="#br0" timeOffset="3509.216">5749 1763,'2143'0,"-2160"0,-5 0</inkml:trace>
  <inkml:trace contextRef="#ctx0" brushRef="#br0" timeOffset="4476.63">5334 533,'51'-10,"-37"10,708 4,-717-3,1453 64,-1216-59,-239-6</inkml:trace>
  <inkml:trace contextRef="#ctx0" brushRef="#br0" timeOffset="5047.451">7888 52,'-11'40,"2"1,1-1,3 1,1 0,2 0,2 1,2-1,1 0,3 8,-3-23,85 714,-84-713,31 202,-7-59,-6 1,-8 1,-8 109,-38 114,31-388,1 0,-1 0,1 0,0 0,1 0,-1 0,2 0,-1 0,1 0,0 0,0-1,0 1,1-1,0 1,1-1,0 0,0 0,0-1,0 1,1-1,0 0,0 0,0 0,1-1,-1 0,1 0,1 0,-6-4,0 1,0-1,0 1,0-1,0 0,0 0,0 0,1 0,-1 0,0 0,0 0,0 0,0 0,0 0,0-1,0 1,0 0,0-1,0 1,0-1,0 1,0-1,0 0,0 1,0-1,0 0,0 0,-1 1,1-1,0 0,-1 0,1 0,0 0,-1 0,1 0,-1 0,0 0,1 0,-1 0,0 0,1 0,-1-1,0 1,0 0,0 0,0 0,0 0,0 0,-1-1,-8-58,-9 13,8 25</inkml:trace>
  <inkml:trace contextRef="#ctx0" brushRef="#br0" timeOffset="6215.973">7954 146,'1'-2,"1"-1,-1 1,1 0,-1-1,1 1,0 0,0 0,0 0,0 0,0 0,0 1,0-1,1 1,-1-1,1 1,-1 0,1 0,-1 0,1 0,0 0,-1 1,1-1,0 1,0-1,-1 1,1 0,0 1,0-1,0 0,0 1,46-1,0 2,0 3,-1 1,7 4,-32-6,131 23,-1 7,-2 7,-2 6,137 65,-201-73,-3 3,-1 5,-2 2,-2 4,-3 4,-3 2,-2 4,-3 2,-1 4,-36-33,-1 1,-2 1,-1 2,-3 0,0 1,-3 1,-2 1,-2 1,-1 0,-2 1,-3 1,-1-1,-3 1,0 20,-4 11,-3-1,-3 1,-4-1,-3 0,-4 0,-2-2,-4 0,-3-1,-27 51,30-81,-3 0,-2-1,-1-2,-2 0,-2-3,-1 0,-2-2,-1-2,-2-1,-2-2,0-2,-25 12,6-2,-2-4,-1-2,-2-3,-1-2,-2-3,8-10,-1-3,0-2,0-3,-2-3,-3 2,-271 1,211-7,83-9,28 1</inkml:trace>
  <inkml:trace contextRef="#ctx0" brushRef="#br0" timeOffset="6547.701">8035 2673,'2'9,"1"7,2 9,3 6,2 7,1 6,0 3,-3 0,-3-4,-1-9</inkml:trace>
  <inkml:trace contextRef="#ctx0" brushRef="#br0" timeOffset="6907.849">7139 2793,'18'-2,"15"-1,16 0,13-2,12 1,11 0,8 1,3 1,0 1,-17 1</inkml:trace>
  <inkml:trace contextRef="#ctx0" brushRef="#br0" timeOffset="7738.398">10267 1523,'-5'6,"-1"0,1 0,0 1,1-1,-1 1,1 0,1 1,-1-1,1 1,0-1,1 1,0 0,0 0,1 0,0 0,0 0,1 0,0 1,1-1,-1 0,2 0,-1 0,1 0,0 0,1 0,0-1,0 1,0-1,1 0,0 0,1 0,0 0,0-1,0 0,0 0,1 0,0-1,5 4,1-1,0 0,0-1,0 0,1-1,0 0,1-1,-1 0,1-1,0-1,0 0,0-1,1-1,-1 0,0-1,1 0,-1-1,0-1,0 0,0-1,0-1,0 0,-1-1,1 0,-1-1,6-4,-12 6,0-1,-1 0,0 0,0 0,0-1,0 0,-1 0,0-1,0 1,-1-1,0 0,0 0,0-1,-1 1,0-1,-1 0,1 0,-2 0,1 0,-1 0,0 0,-1 0,0 0,0-4,-1 1,-1-1,1 1,-2 0,1 0,-2 0,0 1,0-1,0 1,-2 0,1 0,-1 0,0 1,-1 0,0 0,-1 0,0 1,-4-3,2 3,-1 1,0-1,0 2,-1-1,0 2,0-1,0 2,-1 0,0 0,1 1,-1 1,-5-1,9 2,1 1,0-1,0 1,-1 1,1-1,0 2,0-1,0 1,0 0,0 1,0-1,0 2,1-1,0 1,-1 0,1 1,1-1,-1 2,1-1,0 1,2-3,1 1,0 0,1 0,-1 0,1 0,0 1,0-1,0 0,0 1,1 0,0-1,0 1,0 0,1-1,-1 1,1 0,0 0,1 0,-1-1,1 1,0 0,0 0,0-1,1 1,0-1,-1 1,2-1,-1 0,0 0,1 0,0 0,0 0,0 0,0-1,1 0,1 2,31 27</inkml:trace>
  <inkml:trace contextRef="#ctx0" brushRef="#br0" timeOffset="8025.593">10789 1657,'2'-14,"6"-8,12-2,17 2,22 5,29 5,33 4,37 6,37 6,36 2,30 2,24 0,10-2,-8-1,-53-2</inkml:trace>
  <inkml:trace contextRef="#ctx0" brushRef="#br0" timeOffset="9629.67">0 186,'16'-12,"0"1,1 1,0 0,1 2,-1 0,2 0,-1 2,1 0,0 2,9-2,-24 5,1 0,0 0,0 0,0 1,0 0,0 0,-1 0,1 1,0-1,0 1,0 0,0 1,-1-1,1 1,-1 0,1 0,-1 0,0 1,0-1,0 1,0 0,0 0,-1 1,1-1,-1 1,0-1,0 1,0 0,0 1,-1-1,0 0,0 1,1 1,1 16,-1 1,0-1,-2 0,-1 1,0-1,-2 1,-1-1,0 0,-2 0,-6 18,7-19,-18 93,22-113,-1 0,1-1,0 1,0-1,0 1,-1 0,1-1,0 1,0-1,0 1,0 0,0-1,0 1,0 0,0-1,1 1,-1 0,0-1,0 1,0-1,1 1,-1-1,0 1,1 0,-1-1,0 1,1-1,-1 1,1-1,-1 0,1 1,-1-1,1 1,-1-1,1 0,-1 1,1-1,0 0,-1 0,1 0,-1 1,1-1,0 0,-1 0,1 0,0 0,-1 0,1 0,-1 0,1 0,0 0,29-21,-16 3,0 0,-1-2,-1 1,0-2,-2 0,-1 0,0 0,-2-1,0-1,-1 1,-2-1,0 0,-1 0,-2 0,-1-23,-1 29,-1 45,2 1,0-1,2 1,1-1,1 0,2 0,0 0,2-1,1 0,2 0,0-1,2 0,0-1,2-1,15 20,-3-17,-21-24</inkml:trace>
  <inkml:trace contextRef="#ctx0" brushRef="#br0" timeOffset="9908.023">254 426,'7'-4,"18"-4,23-6,24-4,18-4,9 0,-1 1,-16 4</inkml:trace>
  <inkml:trace contextRef="#ctx0" brushRef="#br0" timeOffset="11002.705">161 1242,'7'21,"1"0,1-1,0 0,2 0,0-1,1-1,1 0,1 0,1-1,0-1,1 0,0-2,1 0,1 0,10 4,-15-8,1-1,0-1,0 0,0-1,1-1,0 0,0-1,1 0,0-1,-1-1,1-1,0 0,0-1,1-1,-1 0,8-2,-18 0,-1-1,1 0,-1 0,0-1,0 1,0-1,-1 0,1-1,-1 1,0-1,0 1,0-1,-1 0,0-1,0 1,0-1,-1 1,1-1,-2 0,1 0,0 0,-1 0,0 0,-1 0,1 0,-1 0,0 0,-1 0,1 0,-1-1,0 1,-1 0,1 1,-2-3,-2 2,4 18,35 205,-10-89,-6 2,-6-1,-4 58,-8-170,1-5,-1 0,0 0,-1 0,0 0,-1-1,0 1,-1 0,-1-1,1 0,-2 0,0 1,4-11,0 0,-1 0,1 0,-1 1,1-2,-1 1,1 0,-1 0,0 0,1-1,-1 1,0-1,1 1,-1-1,0 0,0 0,0 0,1 0,-1 0,0 0,0 0,0 0,1-1,-1 1,0-1,0 1,1-1,-1 0,1 0,-1 1,0-1,1-1,0 1,-1 0,1 0,0 0,-1-1,1 1,0 0,0-1,0 1,0-1,0 0,1 1,-1-1,0 0,1 0,-20-28,3-1,0 0,2-2,2 0,0 0,-3-21,9 33,-78-287,83 297,1 8,-1 0,1 0,0 0,0 0,1-1,-1 1,1 0,-1 0,1-1,0 1,0 0,1 0,-1-1,1 1,-1 0,1 0,0-1,0 1,1 0,-1 0,0 0,1 1,0-1,0 0,0 0,0 1,0-1,1 1,4-1,1 0,0 1,0 0,0 1,0 0,0 0,0 1,0 0,7 1,-13-1,253 23,-163-9</inkml:trace>
  <inkml:trace contextRef="#ctx0" brushRef="#br0" timeOffset="11640.58">1003 2566,'12'-12,"1"1,0 1,1 0,1 1,-1 0,1 1,0 1,1 0,0 1,0 1,1 0,-1 2,6-1,-5 0,1 0,0 1,1 2,-1 0,0 0,0 2,1 0,9 3,-22-3,0 0,0 1,0-1,0 1,0 1,-1-1,1 1,-1 0,1 0,-1 1,0 0,-1 0,1 0,0 0,-1 1,0-1,0 1,-1 0,1 0,-1 1,0-1,-1 1,1 0,-1-1,0 1,1 4,-1 8,-1-1,-1 1,0-1,-1 1,-1-1,-1 0,0 1,-1-1,-1-1,-1 1,-7 15,-15 56,27-85,0 0,-1 0,1 1,1-1,-1 0,0 0,1 0,0 1,-1-1,1 0,0 1,1-1,-1 0,1 0,-1 1,1-1,0 0,0 0,1 0,-1 0,0 0,1 0,0 0,0-1,0 1,0-1,0 1,0-1,1 0,-1 1,1-1,0-1,-1 1,1 0,0-1,0 1,2 0,9 1,0 0,1 0,-1-2,1 1,-1-2,1 0,-1-1,1 0,-1-1,0-1,0 0,0-1,0-1,1 0,-13 4,-1 1,1 0,0 0,0-1,0 1,0-1,-1 1,1-1,0 0,-1 0,1 0,-1 0,1 0,-1 0,1 0,-1 0,1-1,-1 1,0 0,0-1,0 1,0-1,0 0,0 1,0-1,-1 0,1 1,0-1,-1 0,0 0,1 0,-1 1,0-1,0 0,0 0,0 0,0 0,0 0,-1 1,1-1,0 0,-1 0,0 0,1 1,-1-1,0 0,0 1,0-1,0 1,-1-1,-7-4,0 0,-1 1,1 0,-1 0,-1 1,1 1,-1 0,1 0,-8 0,-3-2,-121-25,-78-4,106 17,82 11,25-5,26 0,127-30,156-21,106 0,-200 35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0T11:35:01.987"/>
    </inkml:context>
    <inkml:brush xml:id="br0">
      <inkml:brushProperty name="width" value="0.025" units="cm"/>
      <inkml:brushProperty name="height" value="0.025" units="cm"/>
      <inkml:brushProperty name="color" value="#3333FF"/>
      <inkml:brushProperty name="ignorePressure" value="1"/>
    </inkml:brush>
  </inkml:definitions>
  <inkml:trace contextRef="#ctx0" brushRef="#br0">0 0,'37'17,"-8"-2,-1 1,0 1,-1 2,-1 0,0 2,1 3,147 118,63 51,-77-66,5-8,44 18,-131-87,420 267,-403-248,68 68,-52-42,255 212,-195-153,247 259,-146-139,66 62,127 71,-225-192,-102-99,-2 28,2 9,145 122,-7-20,25 5,139 103,-103-90,-114-97,94 73,-151-124,18 19,541 398,-58-116,-273-187,204 141,-442-275,42 44,40 32,166 127,-29-19,-3-24,-100-79,173 101,423 232,-507-307,-205-114,57 52,-44-35,-141-94,0 1,-2 1,-1 1,1 3,-11-11,-3-3,-2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0T11:35:03.641"/>
    </inkml:context>
    <inkml:brush xml:id="br0">
      <inkml:brushProperty name="width" value="0.025" units="cm"/>
      <inkml:brushProperty name="height" value="0.025" units="cm"/>
      <inkml:brushProperty name="color" value="#3333FF"/>
      <inkml:brushProperty name="ignorePressure" value="1"/>
    </inkml:brush>
  </inkml:definitions>
  <inkml:trace contextRef="#ctx0" brushRef="#br0">0 11178,'46'-33,"170"-165,12-4,49-45,139-92,127-99,137-132,-351 293,80-104,83-131,-229 194,-195 231,97-133,64-141,-30 83,-152 217,208-250,-4 8,-127 158,314-331,-120 142,-41 31,-165 169,3-1,23-45,73-76,65-82,-96 140,6 12,45-44,-89 81,234-209,-232 203,177-167,-84 96,58-41,-61 60,-20 20,47 4,-121 72,174-91,-67 41,-40 38,-14-10,103-50,-56 50,-192 110,-41 20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8:55.7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241 576,'0'-2,"0"1,0-1,0 0,-1 0,1 0,-1 1,1-1,-1 0,1 0,-1 1,0-1,0 0,0 1,0-1,0 1,0 0,-1-1,1 1,0 0,-1-1,1 1,-1 0,1 0,-1 0,0 1,1-1,-1 0,0 1,0-1,1 0,-1 1,0 0,0 0,0-1,0 1,1 0,-1 0,0 1,0-1,0 0,0 1,1-1,-1 1,0-1,0 1,1 0,-1 0,-68 106,58-90,2 1,0 0,1 1,1 0,1 0,0 1,2 0,0 0,1 0,2 0,-1 6,-10 191,0-17,14-168,1 0,1 0,2-1,1 1,1-1,2 0,1-1,1 0,2-1,1 0,14 21,-10-21,2 1,1-2,0-1,2-1,1-1,2 0,0-2,1-1,7 2,33 23,2-4,2-3,2-3,1-3,43 12,-72-35,0-2,1-3,0-1,0-3,3-1,9 1,875 40,-311-26,321-17,-654-12,-123 3,152 12,-244 3,77 5,149-8,21-25,-162 9,79-19,-75 8,-93 15,0-3,-1-4,13-7,195-91,-255 106,-1 0,-1-2,0 0,0-1,-1-1,-1-1,0 0,-1-2,-1 0,0-1,-1 0,-1-1,6-11,7-23,-3-2,-2 0,-2-1,-3-1,8-51,-12 26,-3-1,-4-1,-4 1,-3-1,-4 1,-9-40,12 92,-2 1,0 0,-3 0,0 1,-1 0,-2 0,-1 1,-1 0,-2 1,0 0,-2 1,-11-13,7 13,-2 2,0 0,-1 2,-2 0,0 2,-1 0,-1 2,-21-10,-25-4,-1 3,-2 4,-1 3,0 3,-1 3,-1 4,0 3,-16 4,-176-16,-998-45,-193 95,331 17,636-13,83 12,383-41,-13 2,0 2,0 1,1 2,-16 9,46-16,1 1,0 0,0 1,0 0,1 1,0 0,0 0,1 1,0 0,0 1,1-1,1 2,0-1,0 0,1 1,-2 5,2-3,-1 0,-1-1,0 1,0-1,-1-1,-1 1,0-1,-5 4,-31 29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39:12.3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100 111,'0'18,"0"13,-2 10,-3 5,-5 2,-4-3,-3-5,-1-7,-1-6,4-8</inkml:trace>
  <inkml:trace contextRef="#ctx0" brushRef="#br0" timeOffset="375.518">48 191,'4'15,"1"-1,1 1,1-2,0 1,0 0,1-1,1-1,1 1,-1-2,2 1,-1-1,2-1,-1 0,2 0,-1-2,1 1,5 1,-16-8,0-1,0 1,0-1,0 0,1 0,-1 0,0 0,0 0,1-1,-1 1,0-1,1 1,-1-1,0 0,1 0,-1 0,1 0,-1 0,0-1,1 1,-1-1,0 0,1 1,-1-1,0 0,0 0,0 0,0-1,0 1,0-1,0 1,0-1,-1 1,1-1,0 0,-1 0,1 0,-1 0,1-1,5-15,0 0,-1-1,-1 0,-1 0,-1 0,0-1,-2 1,0-19,-1 34,5-155,-5 158,0 0,0 0,0 0,-1 0,1 0,1 0,-1 0,0 0,0 0,0 0,0 0,1-1,-1 1,0 0,1 1,-1-1,1 0,0 0,-1 0,1 0,-1 0,1 0,0 1,0-1,0 0,-1 1,1-1,0 0,0 1,0-1,0 1,0-1,0 1,0 0,0-1,0 1,0 0,0 0,0 0,0 0,0 0,0 0,1 0,-1 0,0 0,0 0,0 1,0-1,0 0,0 1,0-1,0 1,0-1,0 1,-1-1,1 1,0 0,1 0,14 10</inkml:trace>
  <inkml:trace contextRef="#ctx0" brushRef="#br0" timeOffset="831.34">516 178,'-88'195,"162"-356,5-10,-79 171,0 0,0-1,1 1,-1 0,0-1,0 1,0 0,0-1,0 1,1 0,-1-1,0 1,0 0,1 0,-1-1,0 1,0 0,1 0,-1-1,0 1,1 0,-1 0,0 0,1 0,-1-1,0 1,1 0,-1 0,0 0,1 0,-1 0,1 0,-1 0,0 0,1 0,-1 0,0 0,1 0,-1 0,0 0,1 1,-1-1,0 0,1 0,-1 0,0 0,1 1,-1-1,0 0,1 0,-1 1,0-1,0 0,1 1,-1-1,0 0,0 0,0 1,0-1,1 0,-1 1,0-1,0 1,0-1,0 0,0 1,9 26,-9-26,8 46,-3 0,-1 0,-3 46,2 34,2-17,-7-99</inkml:trace>
  <inkml:trace contextRef="#ctx0" brushRef="#br0" timeOffset="1505.096">516 339,'-1'0,"1"-1,-1 1,1 0,-1 0,1 0,0 0,-1-1,1 1,-1 0,1 0,0-1,-1 1,1 0,0-1,-1 1,1 0,0-1,-1 1,1 0,0-1,0 1,0-1,-1 1,1 0,0-1,0 1,0-1,0 1,0-1,0 1,0-1,0 1,0-1,0 1,0-1,0 1,0 0,0-1,0 1,0-1,1 1,-1-1,0 1,0 0,1-1,-1 1,0-1,0 1,1 0,-1-1,0 1,1 0,25-12,-20 10,79-29,1 4,56-9,-140 35,-1 0,1 1,0-1,0 0,0 1,-1-1,1 1,0-1,0 1,0 0,0 0,0 0,0 0,0 0,0 1,-1-1,1 0,0 1,0-1,0 1,0 0,-1 0,1-1,0 1,-1 0,1 1,-1-1,1 0,-1 0,1 1,-1-1,0 1,0-1,0 1,0-1,0 1,0 0,0-1,0 1,-1 0,1 1,-1 10,-1 1,0 0,-1-1,-1 0,0 1,-1-1,0 0,-1-1,-3 5,1 2,-33 68,39-88,1 1,-1 0,0-1,1 1,-1 0,1-1,-1 1,1 0,-1-1,1 1,-1-1,1 1,-1-1,1 1,0-1,-1 1,1-1,0 0,-1 1,1-1,0 0,0 1,-1-1,1 0,0 1,0-1,0 0,0 1,0-1,0 0,0 1,0-1,0 0,1 1,-1-1,0 0,0 1,1-1,-1 0,0 1,4-187,-4 186,6-29,-6 30,1-1,-1 1,0 0,0-1,0 1,1-1,-1 1,0 0,0-1,1 1,-1 0,0-1,0 1,1 0,-1-1,1 1,-1 0,0 0,1-1,-1 1,1 0,-1 0,0 0,1 0,-1-1,1 1,-1 0,1 0,-1 0,0 0,1 0,-1 0,1 0,-1 0,1 0,-1 1,1-1,-1 0,0 0,1 0,-1 0,1 1,-1-1,0 0,1 0,-1 1,0-1,1 0,-1 1,0-1,1 0,-1 1,0-1,0 0,1 1,-1-1,0 1,0-1,0 1,81 111,-62-85,-15-19,0-1,1 0,0 0,1 0,-1-1,1 0,0 0,1 0,-1-1,1 0,7 4,-13-9,1 1,-1-1,1 1,0-1,-1 0,1 0,-1 0,1 0,0 0,-1 0,1 0,0-1,-1 1,1-1,-1 1,1-1,-1 1,1-1,-1 0,1 0,-1 0,0 0,1 0,-1 0,0 0,0 0,0 0,0 0,0-1,0 1,0-1,0 1,-1 0,1-1,0 1,-1-2,20-57,-10 6,-4-1,-1 0,-3-16,0 27,-2 43,-1-1,1 1,0-1,0 1,0-1,0 1,0-1,1 1,-1 0,0-1,1 1,-1-1,1 1,-1 0,1-1,-1 1,1 0,0 0,0-1,0 1,0 0,0 0,0 0,0 0,0 0,0 0,0 0,1 1,-1-1,0 0,0 1,1-1,-1 1,1-1,-1 1,0 0,1-1,-1 1,1 0,-1 0,1 0,-1 0,16 3,-1 1</inkml:trace>
  <inkml:trace contextRef="#ctx0" brushRef="#br0" timeOffset="1950.692">1291 151,'-10'30,"1"1,2 0,1 0,1 0,2 1,1 0,2 5,12-363,-12 321,10-46,-10 50,1-1,-1 1,0 0,1 0,-1 0,1 0,-1 0,1 0,-1 0,1 0,0 0,0 0,0 0,-1 0,1 0,0 1,0-1,0 0,0 1,0-1,0 1,0-1,0 1,1-1,-1 1,0 0,0-1,0 1,0 0,1 0,-1 0,0 0,0 0,0 0,1 0,-1 0,0 1,1-1,8 5,-1 1,0 0,1 0,-2 1,1 0,-1 1,0-1,-1 2,0-1,4 7,2 1,-2 1,0 0,-1 1,-1 0,0 0,-2 1,0 1,-1-1,-1 1,3 18,-8-30,0 0,-1 1,1-1,-2 0,1 0,-1 0,0 0,-1-1,0 1,0 0,-1-1,0 0,0 0,0 0,-1 0,0-1,-1 0,1 0,-1 0,0-1,-1 0,1 0,-1 0,0-1,-2 1,-52 35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0:08.6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70 235,'-14'356,"6"-283,8-73,0-1,0 1,-1 0,1-1,0 1,0 0,0-1,0 1,0 0,-1-1,1 1,0 0,0 0,0-1,-1 1,1 0,0 0,-1-1,1 1,0 0,0 0,-1 0,1 0,0-1,-1 1,1 0,-1 0,1 0,0 0,-1 0,1 0,0 0,-1 0,1 0,0 0,-1 0,1 0,0 0,-1 0,1 0,0 0,-1 1,1-1,0 0,-1 0,1 0,0 0,-1 1,1-1,0 0,0 0,-1 1,1-1,0 0,0 0,-1 1,1-1,0 0,0 1,0-1,-7-24,1 0,1 0,2-1,0 0,2 1,0-12,0 8,1 25,-4-67,4-1,2 1,5-5,-7 68,0 0,0 0,1 0,0 0,1 0,0 1,0-1,0 0,1 1,0 0,0 0,0 0,1 0,0 0,0 0,1 1,-1 0,1 0,0 0,1 1,-1-1,1 1,0 1,0-1,0 1,0 0,1 0,-1 1,1 0,3-1,4 2,0 0,1 0,0 2,-1 0,0 0,1 2,-1 0,0 0,0 1,0 1,-1 0,1 1,-1 0,-1 1,8 6,-17-11,0 0,0 0,0 0,0 0,0 0,-1 1,1-1,-1 1,0 0,0 0,0 0,0 0,0 0,-1 0,1 0,-1 1,0-1,0 1,0-1,-1 1,1-1,-1 1,0-1,0 1,0-1,0 1,0-1,-1 1,0-1,0 1,0-1,0 1,0-1,-1 0,1 0,-1 0,0 0,0 0,-2 2,-11 11,-2-1,0 0,0-2,-2 0,1-1,-2 0,0-2,0-1,-12 5,27-12,-158 58,161-59,1-1,0 0,0 0,0 0,0 1,0-1,0 1,0-1,0 1,1-1,-1 1,0-1,0 1,0 0,0 0,1-1,-1 1,0 0,1 0,-1 0,1 0,-1 0,1 0,-1 0,1 0,0 0,-1 0,1 0,0 0,0 0,0 0,-1 0,1 0,0 0,1 0,-1 0,0 0,0 0,0 0,1 0,-1 0,0 0,1 0,-1 0,1 0,-1 0,1 0,0 0,-1 0,1-1,0 1,-1 0,1-1,0 1,0 0,0-1,0 1,0-1,26 25,0-1,2-2,1 0,0-3,2 0,0-2,1-1,1-2,0-1,14 2,-36-11,-3 0,1 0,0 0,-1-1,1-1,1 0,-1 0,0-1,0 0,8-1,-15-2,1 1,-1-1,0 0,0-1,0 1,-1-1,1 1,-1-1,1 0,-1 0,0 0,0 0,0 0,0-1,-1 1,1 0,-1-1,0 1,0-1,0 0,0 1,0-4,-1 6,61-251,-53 231,-9 22,1-1,0 0,0 0,0 1,0-1,-1 0,1 1,0-1,0 0,0 1,0-1,0 0,0 1,0-1,0 0,0 1,0-1,0 0,0 1,0-1,0 0,0 1,0-1,0 0,1 1,-1-1,0 0,0 1,0-1,1 0,-1 0,0 1,0-1,0 0,1 0,-1 1,0-1,1 0,-1 0,0 0,0 0,1 1,-1-1,0 0,1 0,-1 0,0 0,1 0,-1 0,0 0,1 0,-1 0,0 0,1 0,-1 0,0 0,1 0,-1 0,0 0,1 0,-1-1,0 1,1 0,-1 0,0 0,1 0,-1-1,0 1,0 0,1 0,12 168,-11-93,10 117,-7-103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0:09.8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191 1,'-40'253,"-13"4,21-101,26-130,1-38,0-310,3 149,3 167,1-1,0 1,0 0,0 0,1 0,0 1,0-1,0 1,1-1,0 1,0 0,0 1,1-1,0 1,0-1,0 2,0-1,4-2,107-46,-93 44,1 1,-1 2,1 0,0 1,0 2,0 0,-22 2,1 0,0 0,-1 0,1 0,-1 0,1 1,0-1,-1 1,1 0,-1-1,1 1,-1 0,0 1,1-1,-1 0,0 1,0-1,0 1,0-1,0 1,0 0,0 0,0 0,-1 0,1 0,-1 1,0-1,0 0,1 1,-2-1,1 1,0-1,0 1,-1-1,1 1,-1-1,0 1,0 0,0-1,0 1,0 0,-1-1,1 1,-1 0,-5 17,-1 0,-1-1,-1 0,0 0,-2-1,0 0,-1-1,0 0,-2-1,0 0,-11 9,3 0,-1 0,-1-2,-1-1,-1 0,-1-2,-1-1,-1-2,-28 14,56-30,-1 0,1 0,-1 0,1 0,-1-1,0 1,1 0,-1-1,0 1,1-1,-1 1,0-1,0 0,0 0,1 0,-1 0,0 0,0 0,0-1,1 1,-1 0,0-1,1 1,-1-1,0 0,1 0,-1 0,1 1,-1-1,1-1,-1 1,1 0,0 0,-1 0,1-1,0 1,0-1,0 1,0-1,0 1,1-1,-1 1,0-1,1 0,-1 0,1 1,-1-1,1 0,0 0,0 1,0-3,0 0,0 1,0-1,0 0,1 0,0 0,-1 1,2-1,-1 0,0 1,1-1,-1 1,1 0,0-1,0 1,0 0,1 0,-1 0,1 0,-1 1,1-1,0 1,0-1,0 1,1 0,-1 0,0 1,1-1,-1 1,1-1,0 1,-1 0,1 1,0-1,0 0,-1 1,1 0,0 0,0 0,0 1,-1-1,1 1,0 0,-1 0,1 0,0 0,2 2,11 7,0 1,-1 0,-1 1,0 1,0 0,-1 1,-1 0,0 1,3 8,28 28,-35-41,0 1,0-1,1-1,0 0,1 0,0-1,0 0,1-1,0 0,1-1,-1 0,1-1,0-1,0 0,1 0,-1-2,1 1,-1-2,1 0,0 0,13-3,-24 2,1-1,-1 0,0-1,0 1,0-1,0 1,0-1,0 0,-1 0,1 0,-1 0,1-1,-1 1,0 0,0-1,0 0,0 0,0 0,-1 0,1 0,-1 0,0 0,1 0,-1-2,12-85,-12 79,0-35,12-64,-11 106,1 0,0 0,1 0,-1 0,1 1,0 0,0-1,0 1,0 1,0-1,0 1,1-1,-1 1,1 0,0 1,0-1,0 1,-1 0,1 0,0 1,0-1,0 1,0 0,0 1,0-1,0 1,4 1,6-2,-9 0,-2-1,1 0,-1 0,1 0,-1 1,1 0,-1 0,1 0,-1 1,0-1,1 1,-1 0,1 0,-1 1,0-1,0 1,0 0,0 0,0 1,0-1,-1 1,1 0,-1-1,1 2,-1-1,0 0,-1 1,1-1,0 1,1 3,-4 4,0 1,0 0,-1-1,-1 1,0-1,-1 1,0-1,0 0,-1 0,-1 0,0 0,0-1,-1 0,-6 8,-40 66,-29 59,80-142,0 0,0 1,0 0,1-1,-1 1,0-1,1 1,-1 0,1-1,0 1,-1 0,1 0,0-1,0 1,0 0,0 0,0-1,1 1,-1 0,0-1,1 1,0 0,-1-1,1 1,0 0,0-1,-1 1,1-1,0 0,1 1,-1-1,0 0,0 1,1-1,-1 0,0 0,1 0,-1 0,1-1,-1 1,1 0,0 0,0-1,105 6,281-42,-304 29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0:11.1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141 88,'3'72,"-4"0,-2-1,-4 0,-3 0,-3 0,-3-1,-13 32,-1-50,29-52,1 0,-1 1,1-1,-1 0,1 1,0-1,-1 0,1 0,-1 0,0 1,1-1,-1 0,1 0,-1 0,1 0,-1 0,1 0,-1 0,1 0,-1 0,0 0,1 0,-1-1,1 1,-1 0,1 0,-1 0,1-1,-1 1,1 0,0-1,-1 1,1 0,-1-1,1 1,0-1,-1 1,1 0,0-1,-1 1,1-1,0 1,0-1,-1 1,1-1,0 1,0-1,0 1,0-1,0 0,0 1,0-1,0 1,0-1,0 1,0-1,-10-113,10 84,-1-9,-1-9,1 0,3 0,2 0,1 0,3 1,2 0,7-17,-14 55,1 0,0 1,0 0,0 0,1 0,0 0,1 1,-1 0,2 0,-1 1,1-1,0 1,0 1,0-1,1 1,0 1,0-1,0 1,1 1,-1-1,1 2,0-1,0 1,0 0,0 1,0 0,7 0,-6 1,1 0,-1 0,0 1,1 0,-1 0,0 2,0-1,0 1,0 0,0 1,-1 0,1 1,-1 0,0 1,-1-1,1 2,-1-1,7 8,-13-9,0-1,-1 1,1 0,-1 0,0 0,0 0,-1 0,1 0,-1 0,0 0,-1-1,1 1,-1 0,0 0,0 0,0 0,-1 0,0-1,0 1,0-1,0 1,-1-1,0 0,0 0,0 0,0 0,0 0,-1-1,0 0,0 0,-3 3,-26 25,-2-1,-1-2,-2-1,-35 19,26-16,45-30,1 1,0-1,-1 0,1 1,0-1,0 1,-1 0,1-1,0 1,0 0,0 0,0-1,0 1,0 0,0 0,0 0,0 0,0 0,1 1,-1-1,0 0,1 0,-1 0,1 1,-1-1,1 0,0 1,-1-1,1 0,0 1,0-1,0 0,0 1,0-1,0 0,1 1,-1-1,0 0,1 1,-1-1,1 0,-1 0,1 1,-1-1,1 0,0 0,0 0,0 0,0 0,-1 0,2 1,17 14,0 0,1-1,0-1,2-1,7 2,-9-3,-1-1,2 2,1 0,0-2,1 0,0-2,10 2,-31-11,0 0,1-1,-1 1,0-1,0 1,0-1,0 0,1 0,-1 0,0 0,-1 0,1-1,0 1,0 0,0-1,-1 1,1-1,-1 0,1 0,-1 0,0 1,0-1,1 0,-1-1,-1 1,1 0,0 0,-1 0,1 0,-1-1,1 1,-1 0,0 0,0-1,0 1,0 0,0-1,-1-1,3-10,-2 13,0-6,0 0,1 0,0 0,0 0,0 0,1 1,0-1,0 1,1-1,0 1,0 0,0 0,1 0,0 0,0 0,0 1,1 0,-1 0,2 0,-1 1,0-1,1 1,0 0,0 1,0 0,0-1,0 2,1-1,6 1,0 0,0 1,0 0,1 1,-1 0,0 1,0 1,0 0,0 1,0 0,0 1,-1 1,1 0,-1 0,0 1,-1 1,2 1,-10-6,-1 0,1 1,-1-1,0 1,0-1,-1 1,1 0,0 0,-1 0,1 0,-1 0,0 0,0 0,-1 0,1 1,0-1,-1 0,0 0,0 1,0-1,0 0,0 0,-1 1,1-1,-1 0,0 0,0 0,0 0,-1 0,1 0,-1 0,-1 2,-68 85,-45 10,93-82,23-18,-1 0,1 0,0 0,-1 0,1 0,0 1,0-1,-1 0,1 0,0 0,-1 0,1 1,0-1,0 0,0 0,-1 1,1-1,0 0,0 0,0 1,-1-1,1 0,0 1,0-1,0 0,0 0,0 1,0-1,0 0,0 1,0-1,0 0,0 1,0-1,0 0,0 1,0-1,0 0,0 1,0-1,0 0,1 0,-1 1,0-1,0 0,0 1,0-1,1 0,-1 0,0 1,0-1,1 0,-1 0,0 0,0 1,1-1,-1 0,0 0,1 0,-1 0,0 0,0 0,1 0,-1 0,0 1,1-1,-1 0,0 0,1 0,24 0,-25 0,45-5,-32 2,1 0,0 1,-1 0,1 2,0-1,0 1,0 1,0 1,0 0,-1 1,1 0,-1 1,0 0,0 1,0 1,-1 0,1 1,-1 0,4 4,-13-9,-1 0,1 1,-1-1,0 0,0 1,0 0,0-1,-1 1,1 0,-1 0,0 0,1 0,-1 0,-1 0,1 0,0 0,-1 1,1-1,-1 0,0 0,0 1,-1-1,1 0,-1 0,1 0,-1 0,0 1,0-1,0 0,-1 0,1-1,-1 1,1 0,-1 0,0-1,-1 2,-10 8,-1-1,-1 0,0-1,0 0,0-1,-1-1,-1-1,1 0,-1-1,-1-1,-4 1,-232 47,205-44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0:40.6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53 136,'-18'93,"5"2,3 0,4 18,3-61,1-27,1-1,1 1,1 0,2 0,0-1,1 1,2-1,0 0,2-1,0 1,2-1,0-1,2 0,0-1,2 0,0 0,1-2,5 5,-5-13,1-1,0 0,0-1,1-1,0 0,0-2,1 0,0 0,0-2,1 0,-1-1,11 0,19 5,67 25,-88-24,0 0,0-2,0-1,1-2,1 0,178 4,-108-2,1-4,19-5,123-11,-102 1,-108 8,-1 1,0 2,1 1,-1 1,8 3,168 20,98-15,129-3,-120 22,608-28,-903-1,-1 0,0-2,0 0,0-1,-1-1,0-1,0 0,9-6,19-7,-35 16,-1 1,0 0,-1-1,1 0,-1 0,0-1,0 0,0 0,-1-1,0 0,0 0,0-1,-1 0,0 0,100-168,-101 166,0 1,-1-1,0 0,0 0,-1-1,0 1,0-1,-1 1,-1-1,0 0,0 0,-1 0,0-3,0 12,2-35,-2-1,-1 1,-2-1,-2 1,-1 0,-8-25,-70-204,81 258,-1 1,-1-1,1 1,-1 0,-1 0,1 0,-1 1,0 0,0 0,0 0,-1 1,1 0,-1 0,0 1,-1 0,1 0,0 0,-1 1,1 0,-1 1,0 0,0 0,0 0,-2 1,-381-50,-446-24,600 63,-49 12,100 0,-426 0,43 38,266 7,269-41,-49 8,0-3,-61-3,120-5,0 0,0 1,0 2,1 0,0 2,0 0,-13 7,27-9,0 0,1 0,-1 1,1 0,1 0,-1 1,1 0,0 0,-2 4,-11 10,-8 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0:08.6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70 235,'-14'356,"6"-283,8-73,0-1,0 1,-1 0,1-1,0 1,0 0,0-1,0 1,0 0,-1-1,1 1,0 0,0 0,0-1,-1 1,1 0,0 0,-1-1,1 1,0 0,0 0,-1 0,1 0,0-1,-1 1,1 0,-1 0,1 0,0 0,-1 0,1 0,0 0,-1 0,1 0,0 0,-1 0,1 0,0 0,-1 0,1 0,0 0,-1 1,1-1,0 0,-1 0,1 0,0 0,-1 1,1-1,0 0,0 0,-1 1,1-1,0 0,0 0,-1 1,1-1,0 0,0 1,0-1,-7-24,1 0,1 0,2-1,0 0,2 1,0-12,0 8,1 25,-4-67,4-1,2 1,5-5,-7 68,0 0,0 0,1 0,0 0,1 0,0 1,0-1,0 0,1 1,0 0,0 0,0 0,1 0,0 0,0 0,1 1,-1 0,1 0,0 0,1 1,-1-1,1 1,0 1,0-1,0 1,0 0,1 0,-1 1,1 0,3-1,4 2,0 0,1 0,0 2,-1 0,0 0,1 2,-1 0,0 0,0 1,0 1,-1 0,1 1,-1 0,-1 1,8 6,-17-11,0 0,0 0,0 0,0 0,0 0,-1 1,1-1,-1 1,0 0,0 0,0 0,0 0,0 0,-1 0,1 0,-1 1,0-1,0 1,0-1,-1 1,1-1,-1 1,0-1,0 1,0-1,0 1,0-1,-1 1,0-1,0 1,0-1,0 1,0-1,-1 0,1 0,-1 0,0 0,0 0,-2 2,-11 11,-2-1,0 0,0-2,-2 0,1-1,-2 0,0-2,0-1,-12 5,27-12,-158 58,161-59,1-1,0 0,0 0,0 0,0 1,0-1,0 1,0-1,0 1,1-1,-1 1,0-1,0 1,0 0,0 0,1-1,-1 1,0 0,1 0,-1 0,1 0,-1 0,1 0,-1 0,1 0,0 0,-1 0,1 0,0 0,0 0,0 0,-1 0,1 0,0 0,1 0,-1 0,0 0,0 0,0 0,1 0,-1 0,0 0,1 0,-1 0,1 0,-1 0,1 0,0 0,-1 0,1-1,0 1,-1 0,1-1,0 1,0 0,0-1,0 1,0-1,26 25,0-1,2-2,1 0,0-3,2 0,0-2,1-1,1-2,0-1,14 2,-36-11,-3 0,1 0,0 0,-1-1,1-1,1 0,-1 0,0-1,0 0,8-1,-15-2,1 1,-1-1,0 0,0-1,0 1,-1-1,1 1,-1-1,1 0,-1 0,0 0,0 0,0 0,0-1,-1 1,1 0,-1-1,0 1,0-1,0 0,0 1,0-4,-1 6,61-251,-53 231,-9 22,1-1,0 0,0 0,0 1,0-1,-1 0,1 1,0-1,0 0,0 1,0-1,0 0,0 1,0-1,0 0,0 1,0-1,0 0,0 1,0-1,0 0,0 1,0-1,0 0,1 1,-1-1,0 0,0 1,0-1,1 0,-1 0,0 1,0-1,0 0,1 0,-1 1,0-1,1 0,-1 0,0 0,0 0,1 1,-1-1,0 0,1 0,-1 0,0 0,1 0,-1 0,0 0,1 0,-1 0,0 0,1 0,-1 0,0 0,1 0,-1 0,0 0,1 0,-1-1,0 1,1 0,-1 0,0 0,1 0,-1-1,0 1,0 0,1 0,12 168,-11-93,10 117,-7-103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0:09.8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191 1,'-40'253,"-13"4,21-101,26-130,1-38,0-310,3 149,3 167,1-1,0 1,0 0,0 0,1 0,0 1,0-1,0 1,1-1,0 1,0 0,0 1,1-1,0 1,0-1,0 2,0-1,4-2,107-46,-93 44,1 1,-1 2,1 0,0 1,0 2,0 0,-22 2,1 0,0 0,-1 0,1 0,-1 0,1 1,0-1,-1 1,1 0,-1-1,1 1,-1 0,0 1,1-1,-1 0,0 1,0-1,0 1,0-1,0 1,0 0,0 0,0 0,-1 0,1 0,-1 1,0-1,0 0,1 1,-2-1,1 1,0-1,0 1,-1-1,1 1,-1-1,0 1,0 0,0-1,0 1,0 0,-1-1,1 1,-1 0,-5 17,-1 0,-1-1,-1 0,0 0,-2-1,0 0,-1-1,0 0,-2-1,0 0,-11 9,3 0,-1 0,-1-2,-1-1,-1 0,-1-2,-1-1,-1-2,-28 14,56-30,-1 0,1 0,-1 0,1 0,-1-1,0 1,1 0,-1-1,0 1,1-1,-1 1,0-1,0 0,0 0,1 0,-1 0,0 0,0 0,0-1,1 1,-1 0,0-1,1 1,-1-1,0 0,1 0,-1 0,1 1,-1-1,1-1,-1 1,1 0,0 0,-1 0,1-1,0 1,0-1,0 1,0-1,0 1,1-1,-1 1,0-1,1 0,-1 0,1 1,-1-1,1 0,0 0,0 1,0-3,0 0,0 1,0-1,0 0,1 0,0 0,-1 1,2-1,-1 0,0 1,1-1,-1 1,1 0,0-1,0 1,0 0,1 0,-1 0,1 0,-1 1,1-1,0 1,0-1,0 1,1 0,-1 0,0 1,1-1,-1 1,1-1,0 1,-1 0,1 1,0-1,0 0,-1 1,1 0,0 0,0 0,0 1,-1-1,1 1,0 0,-1 0,1 0,0 0,2 2,11 7,0 1,-1 0,-1 1,0 1,0 0,-1 1,-1 0,0 1,3 8,28 28,-35-41,0 1,0-1,1-1,0 0,1 0,0-1,0 0,1-1,0 0,1-1,-1 0,1-1,0-1,0 0,1 0,-1-2,1 1,-1-2,1 0,0 0,13-3,-24 2,1-1,-1 0,0-1,0 1,0-1,0 1,0-1,0 0,-1 0,1 0,-1 0,1-1,-1 1,0 0,0-1,0 0,0 0,0 0,-1 0,1 0,-1 0,0 0,1 0,-1-2,12-85,-12 79,0-35,12-64,-11 106,1 0,0 0,1 0,-1 0,1 1,0 0,0-1,0 1,0 1,0-1,0 1,1-1,-1 1,1 0,0 1,0-1,0 1,-1 0,1 0,0 1,0-1,0 1,0 0,0 1,0-1,0 1,4 1,6-2,-9 0,-2-1,1 0,-1 0,1 0,-1 1,1 0,-1 0,1 0,-1 1,0-1,1 1,-1 0,1 0,-1 1,0-1,0 1,0 0,0 0,0 1,0-1,-1 1,1 0,-1-1,1 2,-1-1,0 0,-1 1,1-1,0 1,1 3,-4 4,0 1,0 0,-1-1,-1 1,0-1,-1 1,0-1,0 0,-1 0,-1 0,0 0,0-1,-1 0,-6 8,-40 66,-29 59,80-142,0 0,0 1,0 0,1-1,-1 1,0-1,1 1,-1 0,1-1,0 1,-1 0,1 0,0-1,0 1,0 0,0 0,0-1,1 1,-1 0,0-1,1 1,0 0,-1-1,1 1,0 0,0-1,-1 1,1-1,0 0,1 1,-1-1,0 0,0 1,1-1,-1 0,0 0,1 0,-1 0,1-1,-1 1,1 0,0 0,0-1,105 6,281-42,-304 29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0:11.1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141 88,'3'72,"-4"0,-2-1,-4 0,-3 0,-3 0,-3-1,-13 32,-1-50,29-52,1 0,-1 1,1-1,-1 0,1 1,0-1,-1 0,1 0,-1 0,0 1,1-1,-1 0,1 0,-1 0,1 0,-1 0,1 0,-1 0,1 0,-1 0,0 0,1 0,-1-1,1 1,-1 0,1 0,-1 0,1-1,-1 1,1 0,0-1,-1 1,1 0,-1-1,1 1,0-1,-1 1,1 0,0-1,-1 1,1-1,0 1,0-1,-1 1,1-1,0 1,0-1,0 1,0-1,0 0,0 1,0-1,0 1,0-1,0 1,0-1,-10-113,10 84,-1-9,-1-9,1 0,3 0,2 0,1 0,3 1,2 0,7-17,-14 55,1 0,0 1,0 0,0 0,1 0,0 0,1 1,-1 0,2 0,-1 1,1-1,0 1,0 1,0-1,1 1,0 1,0-1,0 1,1 1,-1-1,1 2,0-1,0 1,0 0,0 1,0 0,7 0,-6 1,1 0,-1 0,0 1,1 0,-1 0,0 2,0-1,0 1,0 0,0 1,-1 0,1 1,-1 0,0 1,-1-1,1 2,-1-1,7 8,-13-9,0-1,-1 1,1 0,-1 0,0 0,0 0,-1 0,1 0,-1 0,0 0,-1-1,1 1,-1 0,0 0,0 0,0 0,-1 0,0-1,0 1,0-1,0 1,-1-1,0 0,0 0,0 0,0 0,0 0,-1-1,0 0,0 0,-3 3,-26 25,-2-1,-1-2,-2-1,-35 19,26-16,45-30,1 1,0-1,-1 0,1 1,0-1,0 1,-1 0,1-1,0 1,0 0,0 0,0-1,0 1,0 0,0 0,0 0,0 0,0 0,1 1,-1-1,0 0,1 0,-1 0,1 1,-1-1,1 0,0 1,-1-1,1 0,0 1,0-1,0 0,0 1,0-1,0 0,1 1,-1-1,0 0,1 1,-1-1,1 0,-1 0,1 1,-1-1,1 0,0 0,0 0,0 0,0 0,-1 0,2 1,17 14,0 0,1-1,0-1,2-1,7 2,-9-3,-1-1,2 2,1 0,0-2,1 0,0-2,10 2,-31-11,0 0,1-1,-1 1,0-1,0 1,0-1,0 0,1 0,-1 0,0 0,-1 0,1-1,0 1,0 0,0-1,-1 1,1-1,-1 0,1 0,-1 0,0 1,0-1,1 0,-1-1,-1 1,1 0,0 0,-1 0,1 0,-1-1,1 1,-1 0,0 0,0-1,0 1,0 0,0-1,-1-1,3-10,-2 13,0-6,0 0,1 0,0 0,0 0,0 0,1 1,0-1,0 1,1-1,0 1,0 0,0 0,1 0,0 0,0 0,0 1,1 0,-1 0,2 0,-1 1,0-1,1 1,0 0,0 1,0 0,0-1,0 2,1-1,6 1,0 0,0 1,0 0,1 1,-1 0,0 1,0 1,0 0,0 1,0 0,0 1,-1 1,1 0,-1 0,0 1,-1 1,2 1,-10-6,-1 0,1 1,-1-1,0 1,0-1,-1 1,1 0,0 0,-1 0,1 0,-1 0,0 0,0 0,-1 0,1 1,0-1,-1 0,0 0,0 1,0-1,0 0,0 0,-1 1,1-1,-1 0,0 0,0 0,0 0,-1 0,1 0,-1 0,-1 2,-68 85,-45 10,93-82,23-18,-1 0,1 0,0 0,-1 0,1 0,0 1,0-1,-1 0,1 0,0 0,-1 0,1 1,0-1,0 0,0 0,-1 1,1-1,0 0,0 0,0 1,-1-1,1 0,0 1,0-1,0 0,0 0,0 1,0-1,0 0,0 1,0-1,0 0,0 1,0-1,0 0,0 1,0-1,0 0,0 1,0-1,0 0,1 0,-1 1,0-1,0 0,0 1,0-1,1 0,-1 0,0 1,0-1,1 0,-1 0,0 0,0 1,1-1,-1 0,0 0,1 0,-1 0,0 0,0 0,1 0,-1 0,0 1,1-1,-1 0,0 0,1 0,24 0,-25 0,45-5,-32 2,1 0,0 1,-1 0,1 2,0-1,0 1,0 1,0 1,0 0,-1 1,1 0,-1 1,0 0,0 1,0 1,-1 0,1 1,-1 0,4 4,-13-9,-1 0,1 1,-1-1,0 0,0 1,0 0,0-1,-1 1,1 0,-1 0,0 0,1 0,-1 0,-1 0,1 0,0 0,-1 1,1-1,-1 0,0 0,0 1,-1-1,1 0,-1 0,1 0,-1 0,0 1,0-1,0 0,-1 0,1-1,-1 1,1 0,-1 0,0-1,-1 2,-10 8,-1-1,-1 0,0-1,0 0,0-1,-1-1,-1-1,1 0,-1-1,-1-1,-4 1,-232 47,205-44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3:44.48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21110 1677,'0'17,"1"87,-3-1,-5 1,-5-1,-12 40,6-87,17-55,1 0,0-1,-1 1,1-1,0 1,-1-1,1 1,-1-1,1 1,0-1,-1 1,1-1,-1 0,1 1,-1-1,0 0,1 1,-1-1,1 0,-1 0,0 0,1 1,-1-1,1 0,-1 0,0 0,1 0,-1 0,0 0,1 0,-1 0,1 0,-1-1,0 1,1 0,-1 0,1 0,-1-1,0 1,1 0,-1-1,1 1,-1-1,1 1,-1 0,1-1,0 1,-1-1,1 1,-1-1,1 1,0-1,0 0,-1 1,1-1,0 1,0-1,0 0,-1 1,1-1,-17-40,6-3,1 0,3-1,2 1,1-1,3-1,1 1,2 0,3 0,1 0,4-5,-5 22,1 1,1-1,2 1,1 1,1 0,8-13,-16 32,2-1,-1 1,1 0,0 1,0-1,1 1,0 0,0 0,0 1,1 0,0 0,0 0,0 1,1 0,-1 1,1-1,0 1,0 1,0 0,0 0,0 0,1 1,6 0,-4 1,0 1,-1 1,1 0,0 0,-1 1,1 0,-1 1,0 0,0 1,-1 0,1 0,-1 1,-1 0,1 1,6 6,-10-9,-1 0,0 0,0 0,-1 1,1-1,-1 1,0 0,0 0,-1 0,1 0,-1 0,0 0,-1 1,1-1,-1 1,0 0,0-1,-1 1,0 0,0-1,0 1,-1 0,1-1,-1 1,-1 0,1-1,-1 0,0 1,0-1,-2 3,-9 9,-1-1,-1 0,-1-1,0 0,-1-2,0 0,-1 0,0-2,-1 0,-1-2,1 0,-1-1,-1 0,-4-1,19-5,-23 9,20-9,0 1,1 0,-1 0,1 1,0 0,0 0,1 1,-1 0,1 1,0-1,0 1,-4 6,9-10,1 1,-1 0,1 0,0 0,0 0,0 0,1 0,-1 0,1 0,-1 0,1 0,0 1,0-1,0 0,1 0,-1 0,1 0,0 0,0 0,0 0,0 0,0 0,1 0,-1 0,1-1,1 3,57 62,-38-48,0-1,1-1,0 0,1-2,1-1,1-1,0-1,1-1,0-2,0 0,1-2,0-1,0-1,0-2,23 0,-13-12,-29 2</inkml:trace>
  <inkml:trace contextRef="#ctx0" brushRef="#br0" timeOffset="471.87">21577 2104,'17'-8,"0"1,0 0,1 2,-1 0,1 1,0 0,0 2,1 0,-1 1,0 1,1 0,-1 2,17 3,-33-5,0 0,0 0,-1 0,1 1,0-1,0 0,0 1,-1 0,1-1,0 1,-1 0,1 0,-1 0,1 0,-1 0,1 0,-1 0,0 1,1-1,-1 0,0 1,0-1,0 1,0-1,0 1,0 0,-1-1,1 1,0 0,-1 0,0-1,1 1,-1 0,0 0,0 0,0-1,0 1,0 0,0 0,0 0,-1-1,1 1,-1 0,1 0,-1-1,0 1,0 0,0 1,-10 9,0-1,-1 1,0-2,-1 0,0 0,0-1,-1-1,-5 2,-19 13,36-22,2-1,-1 0,1 0,-1 0,1 0,-1 0,1 0,-1 0,1 0,-1 1,1-1,-1 0,1 0,-1 0,1 1,0-1,-1 0,1 0,-1 1,1-1,0 0,-1 1,1-1,0 1,-1-1,1 0,0 1,-1-1,1 1,0-1,0 1,0-1,0 1,-1-1,1 0,0 1,0-1,0 1,0-1,0 1,0-1,0 1,0-1,0 1,1-1,-1 1,0-1,0 1,0-1,0 1,1-1,-1 1,0-1,0 0,1 1,148 24,-138-22,-1 0,0 0,0 1,-1 0,1 1,-1 0,0 0,0 1,3 3,-9-7,0 1,0 0,-1 0,1 0,-1 0,0 0,1 1,-1-1,-1 0,1 1,0 0,-1-1,0 1,0 0,0 0,0 0,-1 0,1 0,-1-1,0 1,0 0,-1 0,1 0,-1 0,0 0,0 2,-4 3,1-1,-1 0,0 0,-1-1,1 0,-2 0,1 0,-1 0,0-1,0 0,0-1,-1 0,0 0,0 0,-1-1,1 0,-1-1,0 0,0 0,0-1,0 0,0-1,0 0,-1 0,-2-1,-64-14,51 5</inkml:trace>
  <inkml:trace contextRef="#ctx0" brushRef="#br1" timeOffset="-58321.719">15882 1730,'-53'245,"41"-180,-39 233,50-289,4-20,7-67,-3-1,-4 1,-3-1,-9-58,-3-69,11 201,0 0,1 0,0 0,0 0,0 0,1 0,-1 0,1 0,0 0,1 0,0 0,-1 0,1 0,1 1,-1-1,1 1,-1 0,1 0,1 0,-1 0,0 0,4-2,4 1,1 1,1 0,-1 1,0 0,1 1,0 0,-1 1,1 1,0 0,-1 0,1 1,0 1,-1 0,1 1,1 1,-1-1,0 0,0 1,-1 1,1 0,-1 1,0 0,-1 1,1 0,-1 1,-1 0,2 2,-8-6,0 0,0 0,0 1,0-1,-1 1,0 0,0 0,0 0,0 1,-1-1,0 1,0-1,0 1,-1 0,0 0,0-1,-1 1,1 0,-1 0,0 0,-1 0,0 0,0 0,0-1,0 1,-1 1,-3 4,0 0,0 0,-1 0,-1-1,0 0,0 0,-1-1,0 0,0 0,-1-1,0 0,-1-1,0 0,-8 4,-12 7,-2-1,0-2,0-2,-16 4,-66 21,114-38,-1 0,0 1,0-1,0 0,1 1,-1-1,0 0,1 1,-1-1,0 1,1 0,-1-1,0 1,1-1,-1 1,1 0,-1-1,1 1,0 0,-1 0,1-1,0 1,-1 0,1 0,0 0,0-1,0 1,0 0,0 0,0 0,0 0,0-1,0 1,0 0,0 0,0 0,1-1,-1 1,0 0,1 0,-1 0,0-1,1 1,-1 0,29 28,-27-27,63 51,2-4,60 33,-122-79,4 4,0-1,1-1,-1 0,1 0,0-1,1 0,-1-1,1 0,-1-1,1 0,4 0,-11-4,-1 0,1 0,-1 0,0 0,0-1,0 1,0-1,0 0,0 0,-1 0,1 0,-1 0,0-1,0 1,0-1,0 1,-1-1,0 0,1 0,-1 1,-1-1,1 0,0 0,-1 0,0 0,0 0,0 0,-1-2,7-116,-6 120,0 0,1 0,-1 1,1-1,0 0,0 0,-1 0,1 0,0 0,0 1,1-1,-1 1,0-1,0 0,1 1,-1 0,1-1,0 1,-1 0,1 0,0 0,-1 0,1 0,0 0,0 1,0-1,0 1,0-1,0 1,0 0,0-1,0 1,67 7,-65-7,35 8,0 2,-1 1,0 1,21 12,-56-23,0-1,0 1,0 0,0 0,0 1,0-1,-1 1,1-1,0 1,-1 0,1 0,-1 0,1 1,-1-1,0 0,0 1,0-1,0 1,-1 0,1 0,-1 0,0 0,0 0,1 0,-2 0,1 0,0 0,-1 0,1 0,-1 0,0 1,-5 4,0 0,-1 0,0-1,0 0,0 0,-1-1,0 1,0-2,-1 1,0-1,0 0,0 0,-1-1,-10 8,-6 4,6-5,1 0,0 2,0 1,2 0,-7 7,22-20,0-1,0 1,1 0,-1 0,0 0,1-1,-1 1,0 0,1 0,-1 0,1 0,0 0,-1 0,1 0,0 0,-1 0,1 0,0 1,0-1,0 0,0 0,0 0,0 0,0 0,1 0,-1 0,0 0,0 0,1 0,-1 0,1 0,-1 0,1 0,-1 0,1 0,0 0,-1-1,1 1,0 0,0 0,0-1,-1 1,1 0,0-1,0 1,0-1,0 1,0-1,1 1,55 16,0-11,0-3,0-3,0-2,1-2,-2-3,1-2,15-7,-44 10,-15 1</inkml:trace>
  <inkml:trace contextRef="#ctx0" brushRef="#br2" timeOffset="-147958.176">1818 700,'3'9,"2"4,3-4,3-5,1-8,-1-5,-3-4,-2-2,-3 0,-3-1,-5 4,-5 2,-4 9,-2 8,0 10,0 9,3 5,4-3</inkml:trace>
  <inkml:trace contextRef="#ctx0" brushRef="#br2" timeOffset="-147742.75">1939 1061,'2'0,"1"-4,0-7,-3-3,-4-2,-3 0,-3 3,-2 3,-1 8,-1 9,3 7,4 7,9 1,13 0,3-4</inkml:trace>
  <inkml:trace contextRef="#ctx0" brushRef="#br2" timeOffset="-146136.922">4679 606,'-4'16,"0"-1,1 0,1 1,0-1,1 1,1 15,0-26,1 0,-1 0,1 0,0 0,1-1,-1 1,1 0,0 0,0-1,0 1,1-1,0 0,-1 0,2 0,-1 0,0 0,1-1,-1 1,1-1,0 0,0 0,1 0,1 0,2 1,-1-1,1 1,0-2,0 1,0-1,0 0,1-1,-1 0,0 0,1-1,-1 0,0-1,1 1,-1-2,0 1,1-1,-1 0,0-1,-1 0,1 0,0-1,-1 0,0 0,0-1,0 0,0 0,-1 0,0-1,0 0,0 0,0-2,0-1,0 0,-1-1,0 0,-1 0,0 0,0 0,-1-1,0 1,-1-1,-1 0,1 0,-2-1,0 12,0 0,0 0,0 0,-1 1,1-1,0 0,0 0,0 0,-1 0,1 0,0 0,0 0,-1 0,1 0,0 1,0-1,-1 0,1 0,0 0,0 0,-1-1,1 1,0 0,0 0,-1 0,1 0,0 0,0 0,-1 0,1 0,0 0,0-1,0 1,-1 0,1 0,0 0,0 0,0-1,-8 28,2 0,1 1,1-1,2 1,0 17,1-27,4 480,-3-496,1 17,-1 1,0-1,-2 1,0-1,-1 0,-1 1,-1-2,0 1,-2-1,0 1,-9 15,14-31,1-1,-1 1,0 0,0-1,-1 0,1 1,0-1,-1 0,0 0,1 0,-1-1,0 1,0-1,0 0,0 1,0-1,0 0,0-1,0 1,0-1,-1 1,1-1,0 0,0 0,0 0,-1 0,1-1,0 0,0 1,0-1,0 0,0 0,0-1,0 1,0-1,0 1,0-1,1 0,-1 0,1 0,0-1,-1 1,0-1,-10-14,1 0,0-1,1-1,1 0,1 0,0-1,2 0,0 0,1-1,1 1,2-1,-1-1,2 0,0 15,0 0,1-1,0 1,0-1,1 1,0-1,0 0,0 1,1-1,0 1,1-1,0 1,0 0,0 0,1 0,0 0,1 0,-1 0,1 1,1 0,-1-1,1 2,0-1,0 0,1 1,-1 0,1 1,5-4,147-38,-103 33</inkml:trace>
  <inkml:trace contextRef="#ctx0" brushRef="#br2" timeOffset="-144260.136">3182 32,'53'14,"78"-1,120-4,-212-8,2036 15,-1467-16,-594 0,-11 0,0 1,0-1,0 1,0-1,1 0,-1 0,0-1,0 1,0 0,0-1,0 0,0 0,0 0,0 0,0 0,0-1,0 1,0-1,-1 0,1 0,-1 0,1 0,-1 0,0-1,0 1,0 0,0-1,0 0,0-1,5-18,0-3</inkml:trace>
  <inkml:trace contextRef="#ctx0" brushRef="#br2" timeOffset="-145856.669">5375 794,'18'-2,"17"-1,17 0,11 0,5 1,-1 1,-6 1,-10-3,-15 0</inkml:trace>
  <inkml:trace contextRef="#ctx0" brushRef="#br2" timeOffset="-145576.38">5696 580,'-14'18,"-4"16,0 12,4 11,4 4,4 3,5 0,5-4,4-8,1-12</inkml:trace>
  <inkml:trace contextRef="#ctx0" brushRef="#br2" timeOffset="-145305.581">6043 687,'13'-4,"0"0,1 1,0 0,0 1,0 0,0 2,0-1,0 2,0 0,0 0,0 1,-1 1,1 1,-1 0,1 0,-1 1,0 1,-1 0,0 1,0 0,0 1,-1 1,1 0,-8-4,1 1,-1 0,0 0,-1 1,1-1,-1 1,0 0,-1 0,0 0,0 0,0 0,-1 0,0 1,0-1,-1 0,0 1,-1-1,1 2,-34 132,18-90,-3 69,19-115,0-1,1 1,-1-1,1 1,0-1,1 0,-1 1,1-1,0 0,0 0,0 0,0 0,1 0,0-1,0 1,0-1,0 1,0-1,0 0,1-1,0 1,0 0,-1-1,1 0,2 1,3 1,2 0,-1 0,0-1,1 0,0-1,-1 0,1-1,0 0,0 0,0-1,0-1,0 0,0-1,0 0,-1 0,1-1,-1 0,0-1,1 0,-2-1,1 0,-1-1,1 0,0-1,13-19</inkml:trace>
  <inkml:trace contextRef="#ctx0" brushRef="#br2" timeOffset="-145010.371">6083 861,'18'0,"20"0,19 2,21 1,14 0,11-1,6 0,-5-1,-15 0,-23-1</inkml:trace>
  <inkml:trace contextRef="#ctx0" brushRef="#br2" timeOffset="-147337.817">3342 606,'7'14,"7"11,10 8,7 6,11 5,4 1,4-1,-2-5,-5-6,-9-8</inkml:trace>
  <inkml:trace contextRef="#ctx0" brushRef="#br2" timeOffset="-147117.846">3636 580,'-13'9,"-10"12,-5 12,-2 12,-1 6,-2 5,1 1,2-2,5-6,7-6,6-11</inkml:trace>
  <inkml:trace contextRef="#ctx0" brushRef="#br2" timeOffset="-146934.337">3823 834,'23'0,"19"-2,16-1,13-3,7-1,2 0,-7-2,-16 1</inkml:trace>
  <inkml:trace contextRef="#ctx0" brushRef="#br2" timeOffset="-146671.041">4211 580,'-2'16,"1"14,4 12,3 6,0 6,3 2,0-2,3-3,2-5,0-12</inkml:trace>
  <inkml:trace contextRef="#ctx0" brushRef="#br2" timeOffset="-149173.662">147 166,'-22'122,"12"-86,-8 33,-8 27,4 0,-3 58,23-137,1 0,1 1,0-1,2 1,0-1,2 10,-3-21,1 0,0 0,0 0,0 0,1-1,0 1,0-1,0 1,1-1,-1 0,1 0,0 0,1-1,-1 0,1 1,0-2,0 1,1-1,3 3,-2-3,1 0,0 0,0 0,0-1,0-1,1 1,-1-1,0 0,1-1,-1 0,1-1,-1 1,0-2,1 1,-1-1,0 0,0-1,0 0,0 0,-1-1,1 0,-1 0,0 0,0-1,-1 0,1-1,-1 0,0 0,0 0,-1 0,0-2,14-20</inkml:trace>
  <inkml:trace contextRef="#ctx0" brushRef="#br2" timeOffset="-148981.643">1 741,'20'-7,"16"-4,14-8,9-4,3-6,1-2,-6-1,-12 1,-15 6</inkml:trace>
  <inkml:trace contextRef="#ctx0" brushRef="#br2" timeOffset="-148779.18">147 125,'23'-13,"19"-7,13-3,9 3,1 5,-7 9,-13 6</inkml:trace>
  <inkml:trace contextRef="#ctx0" brushRef="#br2" timeOffset="-148501.925">589 606,'9'19,"7"9,9 8,6 2,4 0,2-1,-2-2,-3 0,-6-1,-8 1,-8-5,-8-4,-5-6</inkml:trace>
  <inkml:trace contextRef="#ctx0" brushRef="#br2" timeOffset="-148260.157">936 500,'-20'21,"-21"19,-17 20,-14 18,-9 11,0 4,15-14</inkml:trace>
  <inkml:trace contextRef="#ctx0" brushRef="#br2" timeOffset="-142861.203">7968 606,'18'0,"17"0,17-2,15-1,10 0,4 1,-4 0,-10 1,-16 1</inkml:trace>
  <inkml:trace contextRef="#ctx0" brushRef="#br2" timeOffset="-142660.692">8048 780,'21'9,"22"3,22 0,19-3,10-4,3-6,-15-3</inkml:trace>
  <inkml:trace contextRef="#ctx0" brushRef="#br2" timeOffset="-140349.545">9666 593,'3'-10,"1"0,0 1,0-1,0 1,2 0,-1 0,1 0,0 1,1 0,0 0,0 0,0 1,1 0,1 1,-1 0,1 0,0 0,0 2,0-1,1 1,0 0,0 1,0 0,9-1,-16 3,1 1,0-1,-1 1,1 0,0 1,-1-1,1 0,-1 1,1 0,-1 0,1 0,-1 0,0 1,1-1,-1 1,0 0,0 0,0 0,0 0,0 1,-1-1,1 1,-1 0,1-1,-1 1,0 0,0 1,-1-1,1 0,-1 0,1 1,-1-1,0 1,0-1,3 17,-2-1,0 1,-1-1,-1 1,0 0,-2-1,0 1,-2-1,0 1,-1-1,-6 14,-3 24,14-22,0-34,1-1,-1 1,1-1,-1 1,1 0,-1-1,1 0,-1 1,1-1,0 1,-1-1,1 0,0 1,-1-1,1 0,0 0,0 1,-1-1,1 0,0 0,0 0,-1 0,1 0,0 0,-1 0,1 0,0-1,0 1,-1 0,1 0,0 0,-1-1,1 1,0-1,-1 1,1 0,0-1,-1 1,1-1,-1 1,1-1,-1 1,1-1,10-8,-1 0,0 0,-1-1,0 0,-1-1,0 0,0 0,-1-1,0 0,-1 0,-1 0,0-1,-1 0,0 0,-1 0,0 0,-1-1,-1 1,0-1,0 10,0 0,-1-1,1 1,-1 0,0 0,0 0,-1 0,1 0,-1 0,0 0,0 0,0 0,-1 0,1 0,-1 1,0-1,0 1,0-1,-1 1,1-1,-1 1,-1-1,1 5,1-1,-1 1,0 0,1 0,-1 0,1 0,-1 0,1 0,0 1,-1-1,1 1,0-1,0 1,0 0,0 0,0 0,0 0,1 1,-1-1,1 0,0 1,-1-1,1 1,0-1,0 1,1-1,-1 1,0 0,1 0,0-1,-1 3,-1 12,0-1,1 1,0 0,1 0,1 0,1 0,1-1,0 1,1-1,0 1,2-1,0 0,0-1,2 0,0 0,0 0,2-1,0-1,0 1,1-2,1 1,0-2,11 9,-7-6</inkml:trace>
  <inkml:trace contextRef="#ctx0" brushRef="#br2" timeOffset="-140092.231">9787 780,'-12'3,"4"0,13 0,23-3,25-4,23-5,18-4,8 0,-2 3,-18 2</inkml:trace>
  <inkml:trace contextRef="#ctx0" brushRef="#br2" timeOffset="-137917.597">9800 206,'0'-2,"2"-4,3 0,6-1,2 0,4-1,4 1,5 2,7 1,5 5,3 3,3 4,4 2,-1 0,2-1,-7-3</inkml:trace>
  <inkml:trace contextRef="#ctx0" brushRef="#br2" timeOffset="-137139.892">10882 741,'2'0,"4"2,2 1,0 0</inkml:trace>
  <inkml:trace contextRef="#ctx0" brushRef="#br2" timeOffset="-136527.981">11257 567,'1'-2,"1"1,-1-1,1 0,-1 1,1-1,0 1,0 0,0 0,0-1,0 1,0 0,0 1,0-1,0 0,0 1,0-1,1 1,-1-1,0 1,0 0,0 0,1 0,-1 1,0-1,0 0,1 1,-1-1,0 1,0 0,0 0,0 0,0 0,0 0,0 0,1 1,135 146,-130-141,1 0,0-1,1 1,-1-2,1 1,0-1,0-1,1 0,-1 0,1-1,6 1,-12-3,0-1,0 1,0-1,0 0,0 0,0 0,0-1,0 0,0 0,-1 0,1 0,0-1,0 0,-1 0,1 0,-1 0,0-1,0 0,0 0,0 0,0 0,0-1,-1 1,0-1,1 0,0-2,1-3,-1-1,1 0,-1 0,-1-1,0 1,0-1,-1 1,-1-1,0 0,0 0,-1 0,0 1,-1-1,-1-2,0-2,-9 48,11 28,3 1,3-1,2-1,3 1,16 51,-9-38,-3 0,-3 1,0 43,-11-107,0 0,0-1,-1 1,-1 0,0 0,0-1,-1 1,0-1,-1 1,0-1,0 0,-1 0,-1 0,0-1,0 0,-1 1,-5 5,9-13,0 0,-1 0,1-1,-1 1,1-1,-1 1,0-1,1 0,-1 0,0 0,0 0,0-1,0 1,0-1,0 0,0 0,0 0,0 0,0 0,1-1,-1 1,0-1,0 0,0 0,0 0,0 0,1 0,-1-1,1 1,-2-1,-63-66,52 44,2-1,0 0,2-1,0 0,2-1,1 0,1-1,-2-25,8 50,0-1,0 1,0-1,1 0,-1 1,1-1,0 1,0-1,1 0,-1 1,1-1,-1 1,1-1,0 1,0-1,1 1,-1 0,1 0,0-1,0 1,0 0,0 0,0 1,2-2,4 0,0 0,0 0,0 1,1 1,0-1,-1 1,1 1,0 0,0 0,9 0,2 0,99-11,-66 6</inkml:trace>
  <inkml:trace contextRef="#ctx0" brushRef="#br2" timeOffset="-136266.683">11203 312,'14'-2,"18"-1,21 0,26-1,20-1,16-1,2 0,-6 2,-22 0</inkml:trace>
  <inkml:trace contextRef="#ctx0" brushRef="#br2" timeOffset="-134835.898">12339 767,'-7'0,"-1"2,1 1,8 0,5-1,5 0,-1-3,-1-2</inkml:trace>
  <inkml:trace contextRef="#ctx0" brushRef="#br2" timeOffset="-130326.744">13101 273,'3'0,"6"0,12 0,14 0,12 0,13 0,12 0,3 0,-1 0,-6 0,-13 2,-16 3,-14 1</inkml:trace>
  <inkml:trace contextRef="#ctx0" brushRef="#br2" timeOffset="-131257.47">13115 513,'56'-11,"-44"11,6-1,14-1,1 1,-1 2,1 1,22 5,-51-6,0-1,0 1,0 0,-1 0,1 1,0-1,-1 1,1 0,-1 0,0 0,1 0,-1 1,0-1,0 1,-1 0,1 0,-1 0,1 0,-1 0,0 0,0 1,0-1,-1 1,1-1,-1 1,0 0,0 0,0-1,0 1,-1 0,1 0,-1 0,0 0,0 0,-1 0,0 3,-4 13,-2 1,0-1,-1 0,-1-1,-10 18,-12 26,0 33,31-93,-1 1,1-1,0 1,0-1,0 1,0-1,0 0,1 1,0-1,-1 1,1-1,1 0,-1 0,0 1,1-1,-1 0,1 0,0 0,0-1,1 1,-1 0,0-1,1 1,-1-1,1 0,0 0,1 0,10 4,0-1,0 0,1-1,-1-1,1 0,0-1,0-1,0 0,0-1,1-1,-1 0,0-1,6-2,57-15,-52 8</inkml:trace>
  <inkml:trace contextRef="#ctx0" brushRef="#br2" timeOffset="-130977.494">13101 741,'27'-3,"26"0,21 0,14 1,6 0,-4 1,-13 0,-17 1,-19 0</inkml:trace>
  <inkml:trace contextRef="#ctx0" brushRef="#br3" timeOffset="-92242.382">10588 1943,'1'81,"-10"173,8-244,0 1,-1-1,0 0,-1 1,0-1,-1 0,1-1,-2 1,-1 2,5-12,1 1,-1-1,0 1,1-1,-1 1,0-1,1 0,-1 1,0-1,0 0,0 0,1 1,-1-1,0 0,0 0,0 0,0 0,1 0,-1 0,0 0,0 0,0-1,1 1,-1 0,0 0,0-1,1 1,-1 0,0-1,0 1,1-1,-1 1,0-1,1 1,-1-1,1 1,-1-1,1 0,-1 1,1-1,-1 0,1 0,0 1,-1-1,1 0,0 0,0 1,-1-1,1 0,0 0,0 0,0 1,0-1,0 0,0 0,0 0,0 0,0 1,1-1,-1 0,0 0,1 0,-8-39,2 0,2 0,2 0,2-23,0 11,4-196,-6 244,1 1,0-1,0 0,0 1,0-1,1 0,-1 1,1-1,0 1,0-1,1 1,-1-1,1 1,-1 0,1 0,0 0,0 0,0 0,1 0,-1 0,1 1,0-1,-1 1,1 0,0 0,0 0,0 0,1 0,-1 1,0-1,1 1,-1 0,1 0,-1 0,1 1,0-1,-1 1,1 0,3 0,0 2,0 0,0 1,0 0,0 0,0 1,-1-1,1 1,-1 1,0-1,0 1,-1 0,1 1,-1-1,0 1,-1 0,1 1,-1-1,0 0,-1 1,1 1,-2-2,1-1,-1 0,0 1,0-1,-1 1,1 0,-1 0,-1-1,1 1,-1 0,0 0,0 0,-1 0,1 0,-1-1,-1 1,1 0,-1-1,0 1,0-1,-1 1,0-1,1 0,-2 0,1 0,-1 0,-8 7,-1-1,1-1,-2 0,0-1,0-1,-11 6,-30 18,51-29,1 0,0 0,-1 0,1 1,1-1,-1 1,1-1,-1 1,1 0,0 0,0 0,1 0,-1 0,1 1,0-1,0 0,0 1,1-1,-1 0,1 1,0-1,1 1,-1-1,1 0,0 1,0-1,0 0,0 1,1-1,0 0,-1 0,2 0,-1 0,0-1,1 1,0-1,0 1,0-1,0 0,0 0,1 0,-1-1,1 1,0-1,0 1,18 6,0 0,1-1,-1-2,2 0,-1-1,1-2,-1 0,1-1,13-2,105 4,-110-1</inkml:trace>
  <inkml:trace contextRef="#ctx0" brushRef="#br3" timeOffset="-92008.009">11123 2291,'0'-16,"3"-12,0-5,0-5,1 2,1 6,-2 13,0 18,-1 17,-1 17,2 11,0 8,2 3,5-1,2-6,0-10</inkml:trace>
  <inkml:trace contextRef="#ctx0" brushRef="#br3" timeOffset="-94565.167">7594 2091,'-1'48,"-2"0,-2 0,-1 0,-3-1,-11 30,11-50,9-27,-1 0,1 0,0 0,0 0,0-1,-1 1,1 0,0 0,0 0,-1 0,1 0,0 0,0 0,0 0,-1 0,1 0,0 0,0 0,-1 0,1 0,0 0,0 0,-1 0,1 1,0-1,0 0,0 0,-1 0,1 0,0 0,0 0,0 1,-1-1,1 0,0 0,0 0,0 1,0-1,0 0,1-26,97-496,-88 477,-2 60,25 123,-8-47,-5 1,-3 0,-5 2,1 76,-15-143,-1-10</inkml:trace>
  <inkml:trace contextRef="#ctx0" brushRef="#br3" timeOffset="-93492.172">7607 2278,'-106'-21,"95"26,28 2,19-5,1-1,-1-1,1-2,-1-2,1-1,23-8,-37 9,198-36,-220 40,1 0,-1 0,1-1,-1 1,1 0,-1 0,1 0,-1 0,0 1,1-1,-1 0,1 1,-1-1,0 0,1 1,-1 0,0-1,1 1,-1 0,0 0,0-1,0 1,0 0,0 0,0 0,0 1,0-1,0 0,0 0,-1 0,1 1,0-1,-1 0,1 1,-1-1,0 0,1 1,-1-1,0 1,0-1,0 1,0 0,-15 185,10-123,3 1,3 0,3 0,3-1,4 9,-3-24,-16-59,-14-53,4 0,2-2,3 0,3 0,2-1,2-64,6 124,-1 2,1 1,-1 0,0-1,1 1,0-1,0 1,0-1,0 1,1 0,-1-1,1 1,0 0,0-1,0 1,0 0,1 0,-1 0,1 0,0 0,0 0,0 0,0 0,0 1,1-1,-1 1,1 0,-1 0,1 0,0 0,0 0,7 2,-1 1,0 0,0 1,1-1,-1 2,0-1,0 1,-1 1,1 0,-1 0,0 1,7 4,-9-6,-4-1,8 2,0 1,-1 0,0 1,0 0,0 0,-1 1,0 0,0 1,-1 0,0 0,4 6,-10-12,0 0,-1 0,1 1,0-1,-1 0,0 0,1 0,-1 1,0-1,0 0,0 0,-1 0,1 1,0-1,-1 0,1 0,-1 0,0 0,0 0,0 0,0 0,0 0,0 0,0 0,-1 0,1-1,-1 1,1 0,-1-1,0 0,1 1,-2 0,-64 33,49-30,0 0,-1-1,1-1,-1-1,0 0,-14-1,-2-10,35 8,1 0,-1 0,0 0,1 0,-1-1,0 1,1 0,-1 0,1 0,0 0,-1 0,1 0,0 0,0 0,-1 0,1 1,0-1,0 0,0 0,0 1,0-1,0 0,0 1,0-1,1 1,-1 0,0-1,0 1,0 0,0 0,1 0,-1 0,1 0,-1-1,51-18,-8 4,-2-1,0-3,-1-1,1-3,-30 16,-1-1,0 0,0-1,-1 0,0-1,0 1,-1-2,-1 0,0 0,0 0,-1-1,-1 0,0 0,0-1,2-10,0-13,-2-1,-1 1,-2-2,-2 1,-1 0,-2 0,-1 0,-2 0,-3-3,-11-35,19 75,0-1,0 0,0 1,0-1,0 0,-1 1,1-1,0 1,0-1,-1 0,1 1,0-1,-1 1,1-1,-1 1,1-1,0 1,-1-1,1 1,-1-1,0 1,1-1,-1 1,1 0,-1-1,1 1,-1 0,0 0,1 0,-1-1,0 1,1 0,-1 0,0 0,1 0,-1 0,0 0,1 0,-1 0,0 0,1 1,-1-1,0 0,1 0,-1 1,1-1,-1 0,0 1,1-1,-1 0,1 1,-1-1,1 1,-1-1,1 1,-1-1,1 1,0-1,-1 1,1-1,0 1,-1 0,1-1,0 1,0 0,-18 45,11-5,1 1,2-1,3 1,0 0,3 0,2 0,1-1,6 18,-9-42,1 1,0-1,1 1,1-1,1 0,1-1,0 0,1 0,0 0,2-1,-1 0,2-1,0 0,1-1,0 0,1-1,0 0,-8-9,0 0,0-1,0 0,0 0,0-1,0 1,1-1,-1 0,0 0,1-1,-1 0,1 0,-1 0,1 0,-1-1,0 0,1 0,-1 0,0-1,0 0,0 0,0 0,0-1,0 1,-1-1,1 0,-1-1,0 1,0-1,0 0,0 0,-1 0,1 0,-1-1,0 1,2-6,2-3,1 0,-2-1,0-1,0 1,-2-1,0 0,0 0,-1 0,-1 0,-1 0,0-8,5 151,-4-120,0-1,1 1,0 0,0-1,0 0,1 0,0 0,0 0,1 0,0-1,0 0,0 0,1 0,0-1,0 0,0 0,1 0,0-1,0 0,0-1,0 1,1-1,-1 0,1-1,0 0,0 0,18 0</inkml:trace>
  <inkml:trace contextRef="#ctx0" brushRef="#br3" timeOffset="-93222.89">8837 1957,'-14'0,"-4"5,1 3,5 5,12 5,13 2,13 2,2-3</inkml:trace>
  <inkml:trace contextRef="#ctx0" brushRef="#br3" timeOffset="-92945.632">9319 2265,'0'-5,"0"-1,-1 1,1 0,-1 0,0 0,-1 0,1 0,-1 0,0 1,0-1,0 0,-1 1,0 0,1-1,-2 1,1 0,0 0,-1 1,0-1,1 1,-1 0,-1 0,1 0,0 0,-1 1,0 0,1 0,-1 0,0 0,0 1,0 0,0 0,0 0,0 1,0-1,0 1,-1 1,-2 0,0 1,0 0,0 0,1 1,0 0,-1 1,1 0,0 0,0 0,1 1,0 0,-1 0,2 0,-1 1,0 0,1 0,0 0,1 1,0 0,0 0,0 0,1 0,0 1,0-1,1 1,-1 0,2 0,-1 0,1 0,1 0,-1 0,2 2,0-5,1 0,0 0,0-1,0 1,1 0,-1-1,1 0,0 1,1-1,-1 0,1-1,-1 1,1-1,0 1,1-1,-1 0,0-1,1 1,0-1,3 2,105 26,-70-26,1-1,-1-3,1-1,-1-2,3-3,32-6</inkml:trace>
  <inkml:trace contextRef="#ctx0" brushRef="#br1" timeOffset="-61002.911">13049 1784,'-1'13,"-1"0,0 0,-1-1,0 1,-1-1,0 1,-3 3,0 3,-152 337,139-306,24-51,7-15,0 0,-2-1,1 0,-2-1,-1 0,2-5,1-3,117-352,-75 210,-45 152,-4 34,3 76,5 0,3 0,8 13,17 108,-28-86,-13-105</inkml:trace>
  <inkml:trace contextRef="#ctx0" brushRef="#br1" timeOffset="-59960.678">12727 2091,'627'-27,"-624"26,-1 0,1 1,0-1,-1 1,1 0,0 0,-1 0,1 0,0 0,0 1,-1-1,1 1,-1 0,1-1,-1 1,1 0,-1 1,1-1,-1 0,0 1,0-1,0 1,0 0,0 0,0 0,0 0,0 0,-1 0,1 0,-1 0,1 1,-1-1,0 0,0 1,0 0,0-1,-1 1,1-1,-7 191,12 297,-6-477,1-3,-1 1,0-1,-1 0,0 0,-1 0,0 0,0 0,-1 0,-1 0,4-9,0 0,0-1,0 1,0 0,0-1,-1 1,1-1,0 1,0 0,-1-1,1 1,0-1,-1 1,1-1,-1 1,1-1,-1 1,1-1,-1 1,1-1,-1 0,1 1,-1-1,1 0,-1 1,1-1,-1 0,0 0,1 1,-1-1,0 0,1 0,-1 0,0 0,1 0,-1 0,0 0,1 0,-1 0,1 0,-1-1,0 1,1 0,-1 0,1-1,-1 1,0 0,1-1,-1 1,1 0,-1-1,1 1,-1-1,1 1,-1-1,1 1,0-1,-1 0,-18-38,13-1,0 0,3 0,2-1,1 0,2 1,1-1,4-7,3-26,3 0,3 1,21-58,-36 128,0-4,1 1,0-1,1 1,0-1,0 1,0 0,0 0,1 1,0-1,0 1,1 0,0 0,2-3,-5 7,0 0,0 1,0-1,0 1,-1-1,1 1,0-1,0 1,0 0,0 0,0 0,0 0,0 0,0 1,0-1,0 0,0 1,-1-1,1 1,0 0,0 0,0 0,-1 0,1 0,-1 0,1 0,-1 0,1 1,-1-1,42 45,-40-43,2 1,-1 1,1-1,-1 1,0 0,0 1,0-1,-1 1,1-1,-2 1,1 0,0 0,-1 1,0-1,-1 0,0 1,1-1,-2 1,1-1,-1 1,0-1,-1 1,1-1,-1 1,0-1,-1 0,0 1,-1 2,-1-4,0 1,0-1,-1 0,0-1,0 1,0-1,-1 0,1 0,-1-1,0 0,0 0,0 0,0 0,-1-1,1 0,-1-1,1 1,-1-1,0-1,1 1,-1-1,0 0,0-1,1 1,-1-1,0-1,-1 0,6 1,0 0,0 0,0 0,0 0,0-1,0 1,0-1,0 0,0 1,1-1,-1 0,1 0,-1 0,1 0,0 0,0 0,0 0,0-1,0 1,0 0,1-1,-1 1,1 0,0-1,0 1,-1-1,2 1,-1-1,0 1,0 0,1-1,-1 1,1 0,0-1,0 1,-1 0,2 0,-1-1,0 1,54-82,47-26,-64 72,-1-3,-3 0,31-47,-50 63,-1 0,-1-1,-1 0,-2-1,0 0,-2-1,-1 0,-1 0,-1 0,-2-1,-1 0,-1-20,-12-1,11 49,-1 0,1 1,-1-1,1 0,0 0,-1 0,1 1,-1-1,0 0,1 1,-1-1,1 0,-1 1,0-1,0 1,1-1,-1 1,0-1,0 1,0 0,0-1,1 1,-1 0,0 0,0 0,0-1,0 1,0 0,0 0,0 0,1 0,-1 1,0-1,0 0,0 0,0 0,0 1,0-1,1 0,-1 1,0-1,0 1,1-1,-1 1,0 0,0-1,1 1,-1-1,1 1,-1 0,0 0,-9 12,1 0,0 0,1 1,0 0,1 0,1 1,0 0,1 0,1 1,0 0,1-1,0 9,-6 21,3 0,2 1,1-1,3 1,1-1,3 1,2-1,1 0,3 0,1-1,8 16,-16-50,0 1,1-2,1 1,-1 0,1-1,1 0,0 0,0 0,1-1,0 0,0 0,1-1,0 0,0 0,2 0,-8-6,0 0,1 0,-1-1,1 1,0-1,-1 1,1-1,-1 0,1 0,-1 0,1-1,0 1,-1 0,1-1,-1 0,1 1,-1-1,1 0,-1 0,0-1,0 1,1 0,-1-1,0 0,0 1,0-1,1-2,42-57,-35 38,0 0,-2 0,0-1,-2 0,-1 0,0 0,-2-1,-1-2,-13 172,11-138,0-1,0 0,1 0,0 0,0 0,0 0,1 0,0 0,0 0,0-1,1 1,0-1,0 0,1 1,-1-1,1-1,0 1,0-1,1 1,-1-1,1 0,0-1,0 1,0-1,1 0,-1 0,1-1,0 1,-1-1,1-1,0 1,3 0,18-4</inkml:trace>
  <inkml:trace contextRef="#ctx0" brushRef="#br1" timeOffset="-59671.44">14184 1743,'-4'14,"5"11,13 6,17 4,2-3</inkml:trace>
  <inkml:trace contextRef="#ctx0" brushRef="#br1" timeOffset="-59384.219">14719 2171,'-2'-7,"-1"0,1 1,-1 0,0-1,-1 1,0 0,0 0,0 1,-1-1,1 1,-1 0,0 1,-1-1,1 1,-1 0,0 0,0 0,0 1,-1 0,1 0,-1 1,0 0,1 0,-1 1,0-1,0 1,0 1,0-1,0 1,0 1,0-1,0 1,0 1,0-1,0 1,-2 1,3-1,0 0,-1 0,1 1,0 0,0 1,0-1,1 1,-1 0,1 0,0 1,0 0,0 0,1 0,0 0,0 1,0 0,0-1,1 1,0 1,0-1,1 0,0 1,0-1,1 1,-1 0,1-1,1 1,-1 0,1 0,0 0,1-1,0 1,0 0,0 0,1-1,0 1,0-1,1 0,-1 1,1-1,1 0,-1-1,1 1,0 0,4 2,8 3,0-1,0-1,1-1,1 0,-1-1,1-1,0-1,1 0,-1-1,1-1,0-1,0-1,0-1,12-1,154-16,-106-1</inkml:trace>
  <inkml:trace contextRef="#ctx0" brushRef="#br2" timeOffset="-123284.223">1578 3415,'48'12,"33"-3,-1-4,60-4,-73-1,496-15,-546 15</inkml:trace>
  <inkml:trace contextRef="#ctx0" brushRef="#br2" timeOffset="-122715.598">1604 4070,'183'-8,"86"-18,-76 6,51 7,-150 21,-85-2,-7-1</inkml:trace>
  <inkml:trace contextRef="#ctx0" brushRef="#br2" timeOffset="-122188.176">1725 4671,'6'2,"13"1,13 0,15-3,16-4,13-3,9-3,6 1,0-2,-8 3,-10 1,-14 5,-14 3,-12 3,-10 3,-7 1,-3-3,-4-3</inkml:trace>
  <inkml:trace contextRef="#ctx0" brushRef="#br2" timeOffset="-120808.398">2366 3080,'18'3,"-1"1,0 0,0 1,0 1,-1 1,0 0,0 1,0 1,-1 0,-1 1,0 1,0 0,-1 1,0 1,10 12,4 4,-1 1,-1 1,-2 1,-1 1,-2 1,-1 1,-2 0,-1 2,-2 0,5 23,-1 11,-2 1,-4 0,-2 1,-4 0,-3 21,-5-32,-2 1,-3 0,-3-1,-2 0,-3-1,-3 0,-2-2,-3 0,-2-2,-3 0,-2-2,-3-1,-2-2,-3-1,-27 28,61-75,-4 7,0-1,-1 0,-1-1,0 0,0 0,-1-1,0 0,0-1,-4 2,15-9,1 0,-1 0,0 0,1 0,-1-1,0 1,1 0,-1 0,1 0,-1 0,0-1,1 1,-1 0,0 0,0-1,1 1,-1 0,0 0,1-1,-1 1,0 0,0-1,0 1,1 0,-1-1,0 1,0-1,0 1,0 0,0-1,0 1,0-1,0 1,0 0,0-1,0 1,0 0,0-1,0 1,0-1,0 1,0 0,0-1,0 1,-1-1,1 1,0 0,0-1,0 1,-1 0,1 0,0-1,-1 1,1 0,0-1,0 1,-1 0,1 0,0 0,-1-1,1 1,-1 0,1 0,0 0,-1 0,1 0,0 0,-1 0,0 0,2-1,11-17</inkml:trace>
  <inkml:trace contextRef="#ctx0" brushRef="#br2" timeOffset="-119790.028">2567 3067,'142'17,"8"12,-2 7,-1 5,-2 7,-3 7,-1 5,9 13,-92-48,0 3,-2 2,-1 2,-2 3,-1 2,-2 2,-1 2,-3 3,31 36,-19 2,-3 2,-3 3,-5 2,19 51,-33-75,-26-62,-9-9</inkml:trace>
  <inkml:trace contextRef="#ctx0" brushRef="#br2" timeOffset="-118003.318">2501 5085,'15'0,"127"2,1-7,-1-6,67-16,-18-20,-3-8,155-69,-273 99,-1-3,-1-3,-2-3,-1-3,49-38,94-123,-168 162,-39 36,0 0,1 0,-1 0,1 1,-1-1,1 0,-1 1,0-1,1 1,-1 0,0-1,0 1,1 0,-1 0,0 0,0 0,0 0,0 0,0 0,0 0,0 0,-1 0,1 0,0 1,0-1,-1 0,1 1,-1-1,1 0,-1 1,0-1,0 1,1-1,-1 1,0-1,0 1,3 8,0-6,0 0,0 1,0-1,0 0,0-1,1 1,0-1,0 1,0-1,0 0,0 0,0-1,1 1,-1-1,1 0,0-1,0 1,0-1,0 1,0-2,0 1,4 0,3 0,0-1,0-1,0 0,0 0,-1-1,1 0,0-1,-1 0,6-3,-9 3,0 0,0-1,0 0,0 0,-1 0,1-1,-1 0,0-1,-1 0,0 0,1 0,-2-1,1 1,-1-2,0 1,0 0,-1-1,0 0,-1 0,0 0,0 0,0-1,-1 1,0-1,-1 1,0-1,0 0,-1 0,0 1,-1-1,0-1,-1-5,-1 1,0-1,-2 1,1 0,-2 0,1 0,-2 1,0 0,-1 0,0 1,-1 0,0 0,-1 1,0 0,-1 1,0 0,0 1,-1 0,-1 0,1 2,-1-1,-1 2,1 0,-1 0,-8-1,16 6,1 0,-1 1,1-1,-1 1,0 1,1-1,-1 1,1 0,-1 0,1 0,-1 1,1 0,0 0,0 0,0 1,0 0,0 0,0 0,1 0,0 1,-1 0,1 0,1 0,-1 0,0 1,1-1,-1 3,-4 7,0 0,0 1,2-1,0 2,0-1,2 1,0 0,-2 15,4-25,0 1,1-1,0 1,0 0,0 0,1-1,0 1,1 0,-1 0,1-1,1 1,-1 0,1-1,0 1,1-1,-1 0,1 1,0-1,1-1,0 1,0 0,0-1,0 0,1 0,0 0,0-1,0 1,3 1,19 6,-1-3</inkml:trace>
  <inkml:trace contextRef="#ctx0" brushRef="#br2" timeOffset="-117198.756">5001 4243,'493'-8,"244"2,-695 4,-31-1</inkml:trace>
  <inkml:trace contextRef="#ctx0" brushRef="#br2" timeOffset="-107057.947">468 2986,'9'-2,"0"0,-1 1,1 0,0 0,0 1,-1 0,1 0,0 1,0 0,-1 1,1 0,-1 0,1 1,-1 0,0 1,0-1,0 2,-1-1,1 1,-1 0,0 0,-1 1,1 0,-1 0,0 1,0 0,-1 0,0 0,3 7,-1 1,-1 0,-1 1,0 0,-1 0,0 0,-2 0,0 1,-1-1,0 1,-1-1,-1 1,-1-1,0 0,-4 13,3-7,3-22,0-1,0 1,0 0,0 0,0-1,0 1,0 0,0 0,1 0,-1-1,0 1,0 0,0 0,0 0,1-1,-1 1,0 0,0 0,0 0,1 0,-1 0,0-1,0 1,0 0,1 0,-1 0,0 0,0 0,1 0,-1 0,0 0,0 0,1 0,-1 0,0 0,0 0,1 0,-1 0,0 0,0 0,1 0,-1 0,0 0,0 1,1-1,-1 0,0 0,0 0,0 0,1 0,-1 1,0-1,0 0,0 0,0 0,1 1,-1-1,0 0,0 0,0 1,0-1,0 0,0 0,0 1,0-1,15-20,-2-4,0-1,-2-1,-1 0,-1 0,-2-1,0-1,-2 1,-1-1,0-19,-6 80,0 1,2-1,2 1,1-1,1 1,2-1,1-1,2 1,1-1,2-1,7 13,-18-42,0 1,0-1,1 1,-1-1,0 0,1 1,0-1,-1 0,1 0,0 0,0 0,0 0,1-1,-1 1,0-1,0 1,1-1,-1 0,1 0,0 1,-2-4,0 0,0 1,-1-1,1 0,-1 1,1-1,-1 0,0 0,1 1,-1-1,0 0,0 0,0 0,0 1,-1-1,1 0,-1 0,1 1,-1-1,1 0,-1 1,0-1,0 0,1 1,-1-1,-1 1,1-1,-7-11,-1 0,0 0,-1 1,0 0,-1 1,0 0,-1 1,-1 0,1 0,-1 2,-1 0,0 0,0 1,0 1,-1 0,0 1,0 1,0 0,-1 1,1 0,-1 2,0 0,1 0,-13 2,90-3,265-59,-248 45</inkml:trace>
  <inkml:trace contextRef="#ctx0" brushRef="#br2" timeOffset="-106340.841">441 3761,'13'14,"9"9,1-1,0-1,2-1,0-1,2-1,0-1,-25-15,0 0,0-1,1 1,-1-1,0 1,1-1,0 0,-1 0,1 0,-1 0,1-1,0 1,0-1,-1 0,1 1,0-1,0 0,-1-1,1 1,0 0,0-1,-1 0,1 1,0-1,-1 0,1 0,-1-1,1 1,-1 0,0-1,0 0,1 1,-1-1,0 0,0 0,-1 0,1 0,0-1,0-1,4-10,-1 1,-1-1,0-1,-1 1,0-1,-1 1,-1-1,-1-10,1 86,3 0,2-1,15 60,10 112,-31-221,0-1,0 1,-1-1,-1 1,0-1,0 1,-1-1,0 0,-1 0,3-6,-1-1,1 0,-1 0,0 0,1 0,-2 0,1 0,0 0,0 0,-1-1,0 1,1-1,-1 0,0 0,0 0,0 0,-1 0,1-1,0 0,-1 1,1-1,0 0,-1-1,0 1,1-1,-1 1,1-1,-1 0,0-1,1 1,-1-1,1 0,-1 0,1 0,0 0,-1-1,1 0,0 1,0-1,0 0,0-1,1 1,-1 0,0-1,1 1,0-1,-1 0,1 0,0 0,0 0,1 0,-1-1,-27-79,27 77,1 1,-1-1,1 0,1 1,-1-1,1 0,0 0,0 1,1-1,0 0,0 1,0-1,0 0,1 1,0-1,0 1,1 0,0 0,-1 0,2 0,-1 0,0 1,5-5,16-8,1 0,0 2,2 1,-1 1,2 1,20-6,-12 4,21-9</inkml:trace>
  <inkml:trace contextRef="#ctx0" brushRef="#br2" timeOffset="-105563.436">576 4804,'25'-8,"0"1,1 1,0 1,0 1,0 2,1 0,-1 2,0 1,5 1,-25-1,-1 1,0-1,0 1,0 0,0 0,0 1,-1 0,1-1,-1 1,1 1,-1-1,0 1,-1 0,1 0,0 0,-1 0,0 0,0 1,0-1,-1 1,0 0,0 0,0 0,0 0,-1 0,1 1,-2-1,1 0,0 1,-1-1,0 0,0 1,-1 0,-1 14,-2 0,0-1,-1 0,-1 0,0 0,-2-1,0 0,-1 0,-3 1,-43 115,54-131,0-1,0 1,0-1,0 0,1 1,-1 0,1-1,0 1,0-1,0 1,0-1,0 1,1-1,-1 1,1-1,-1 1,1-1,0 1,0-1,0 0,0 1,1-1,-1 0,1 0,-1 0,1 0,0 0,-1 0,1 0,0-1,0 1,2 0,9 1,0 0,0-1,0-1,0 0,1-1,-1 0,0-1,0 0,0-1,0-1,6-2,-4 3,93-29,-85 21</inkml:trace>
  <inkml:trace contextRef="#ctx0" brushRef="#br2" timeOffset="-105270.211">749 5045,'-13'-3,"-8"1,-2-1,6 0,7 2,12 0,16-2,17-2,18-6,14-2,15-4,9-4,3 0,-3 1,-18 4</inkml:trace>
  <inkml:trace contextRef="#ctx0" brushRef="#br2" timeOffset="-104169.714">5535 3428,'0'407,"1"-477,1 16,-2 0,-2 0,-3 0,-2 1,-3-1,-7-21,-5 1,23 72,0 1,0-1,0 1,0-1,0 1,0 0,1-1,-1 1,1 0,-1 0,1 0,-1 0,1 0,-1 0,1 0,0 1,-1-1,1 1,0-1,0 1,0 0,-1-1,1 1,0 0,0 0,0 0,0 1,-1-1,1 0,0 1,0-1,-1 1,2 0,5-1,288 7,-251 0,-37-1</inkml:trace>
  <inkml:trace contextRef="#ctx0" brushRef="#br2" timeOffset="-103889.438">5548 3574,'12'5,"12"1,14-2,11-3,7-3,1-1,-7-1,-13 4,-11 1</inkml:trace>
  <inkml:trace contextRef="#ctx0" brushRef="#br3" timeOffset="-95587.426">6618 2104,'35'232,"-27"172,-9-148,64 700,-56 46,1 514,19-881,-3-179,-24-396,-2-1,-2 1,-8 27,10-67,8-25,12-55,-12 36</inkml:trace>
  <inkml:trace contextRef="#ctx0" brushRef="#br3" timeOffset="-67659.56">2647 2599,'-7'-7,"-4"-2,-3 0,-1 2,0 2,2 5,3 1</inkml:trace>
  <inkml:trace contextRef="#ctx0" brushRef="#br1" timeOffset="-56565.729">4078 2826,'-20'20,"0"-2,1 1,2 0,0 2,0 0,2 1,-8 16,-90 232,37-81,25-79,-5-2,-64 92,88-160,14-45,17 4,-5-6</inkml:trace>
  <inkml:trace contextRef="#ctx0" brushRef="#br1" timeOffset="-55963.933">3423 3695,'-5'8,"-1"1,1 0,1 0,0 1,0-1,1 1,0 0,1 0,0 0,0 1,1-1,0 0,1 0,0 1,2 5,-2-13,13 328,-23-459,6-132,5 255,-1 0,0-1,0 1,0 0,-1-1,0 1,0 0,0 0,0-1,-1 1,0 0,0 0,0 1,-1-1,0 0,0 1,0-1,0 1,0 0,-5-3,8 7,0-1,-1 1,1 0,-1-1,1 1,-1 0,0 0,1-1,-1 1,1 0,-1 0,1 0,-1 0,1 0,-1 0,0 0,1 0,-1 0,1 0,-1 0,1 0,-1 1,0-1,1 0,-1 0,1 0,-1 1,1-1,-1 0,1 1,-1-1,1 0,0 1,-1-1,1 1,-1-1,1 1,0-1,0 1,-1-1,1 1,0-1,0 1,-1-1,1 1,0-1,0 1,0-1,0 1,0 0,0-1,0 1,0-1,0 1,0 0,0-1,0 1,0-1,1 1,-1-1,0 1,0-1,1 1,-1-1,0 1,1-1,-1 1,0-1,1 1,-1-1,7 6,0-1,0 0,0 0,0-1,1 0,0 0,0-1,0 0,0 0,0-1,1 0,-1-1,1 0,1 0,-1 1,264 29,-271-32,0 1,0 0,0 0,0 0,0 0,0 0,0 1,0-1,0 0,0 1,-1 0,1-1,0 1,0 0,0 0,0 0,-1 0,1 0,0 0,-1 1,1-1,-1 1,0-1,1 1,-1-1,0 1,0 0,0-1,0 1,0 0,0 0,-1 0,1 0,-1 0,1 0,-1 0,0 0,1 0,-1 0,0 0,-1 0,1 0,0 0,0 0,-1 0,1 0,-1 0,-7 10,0-1,0 0,-1-1,0 0,-1 0,0-1,-1 0,-9 5,6-2,-45 32,28-21,1 1,1 1,-23 25,32-24</inkml:trace>
  <inkml:trace contextRef="#ctx0" brushRef="#br1" timeOffset="-54812.017">3529 2117,'-26'215,"11"-109,7-94,0-30,-10-197,13 11,16 233,23 68,-32-93,0 0,1 0,-1 0,1 0,-1-1,1 1,0-1,1 0,-1 1,1-2,-1 1,1 0,0-1,0 1,0-1,0 0,0-1,0 1,1-1,-1 0,3 1,-1-3,0-1,0 0,0 0,0 0,-1 0,1-1,0 0,-1 0,0-1,0 0,0 0,0 0,-1 0,1-1,-1 1,0-1,0 0,-1 0,0-1,0 1,0-1,0 0,1-5,8-14,-1-1,-1-1,-1 0,-1 0,-2 0,0-6,-10 141,-30 297,31-380</inkml:trace>
  <inkml:trace contextRef="#ctx0" brushRef="#br1" timeOffset="-54344.282">3917 2091,'-2'45,"-3"1,-2-2,-2 1,-5 14,7-32,-6 21,75-343,-56 265,29-94,-35 123,1 0,-1-1,0 1,1 0,-1 0,1 0,0 0,-1 0,1 0,0 0,0 0,0 0,-1 0,1 0,0 0,0 0,0 1,1-1,-1 0,0 1,0-1,0 1,0-1,1 1,-1 0,0-1,0 1,1 0,-1 0,0 0,0 0,1 0,-1 0,0 0,0 1,1-1,-1 0,0 1,0-1,0 1,1-1,-1 1,0-1,0 1,0 0,0 0,0-1,0 1,0 0,-1 0,1 0,0 0,0 1,9 11,-1 1,-1 0,-1 0,0 0,0 1,-2 0,0 0,0 1,-2 0,1 6,5 25,-3 0,-1 0,-3 1,-2 0,-2 4,-1-26,0-5</inkml:trace>
  <inkml:trace contextRef="#ctx0" brushRef="#br1" timeOffset="-54075.26">3864 2304,'16'-2,"14"-3,14-3,8-3,7-3,0-2,-4-1,-5 1,-13 2</inkml:trace>
  <inkml:trace contextRef="#ctx0" brushRef="#br1" timeOffset="-53903.753">4345 2037,'4'7,"7"7,10 5,11 7,8 3,8 3,-1 4,-1-1,-4-1,-7-4,-7-3,-6-5,-6-7</inkml:trace>
  <inkml:trace contextRef="#ctx0" brushRef="#br1" timeOffset="-53694.315">4773 2050,'-16'-13,"-7"-5,-5 7,0 18,-1 20,-4 27,-4 27,-10 24,-17 24,2-10</inkml:trace>
  <inkml:trace contextRef="#ctx0" brushRef="#br1" timeOffset="-48340.174">5642 1877,'-30'21,"-101"61,-14 46,78-73,17-8,-41 51,-171 278,90-166,158-187,0 0,1 2,2-1,0 2,2-1,-1 5,-16 44,12-35,3 0,1 1,-4 38,-15 62,-18 96,37-179,4 0,1 0,3 17,3 858,4-815,16 89,4 60,-23 477,-15 31,27-363,-19-422,-1-6</inkml:trace>
  <inkml:trace contextRef="#ctx0" brushRef="#br1" timeOffset="-46541.469">1912 1957,'0'0,"-1"-1,0 1,0-1,1 1,-1-1,0 1,0-1,0 1,0 0,0-1,1 1,-1 0,0 0,0 0,0-1,0 1,0 0,0 0,0 1,0-1,0 0,0 0,0 0,0 1,0-1,0 0,1 1,-1-1,0 1,0-1,0 1,1-1,-1 1,0 0,0-1,1 1,-1 0,1-1,-1 1,1 0,-1 0,1 0,-1 0,1-1,0 1,-1 0,1 0,0 0,0 0,0 0,-1 0,1 0,0 0,0 0,1 0,-1 0,0 0,0 18,0 1,1-1,2 0,0-1,0 1,2 0,0-1,1 0,1 0,1-1,1 0,0 0,1-1,0 0,2-1,2 2,32 59,174 364,-71-182,-30 14,-71-175,-31-68,-2 2,-1-1,-2 2,0 0,-3 0,3 14,-6 15,-2 0,-3 1,-3 17,0 4,1 557,-7-534,-4-1,-5 0,-18 57,7-29,3 39,8 1,8 1,13 165,-4-334,22 386,37 155,-41-396,3 48,-6 131,-23-360,0 17</inkml:trace>
  <inkml:trace contextRef="#ctx0" brushRef="#br3" timeOffset="-80018.632">7273 6409,'907'-16,"-852"14,598-8,-666 3,1 1</inkml:trace>
  <inkml:trace contextRef="#ctx0" brushRef="#br3" timeOffset="-79403.227">8851 6115,'0'-49,"26"692,-23-592,0-56,2-168,-6 163,-11-117,-6 1,-32-116,34 168,5 24,15 48,73 62,-20-27,1-2,1-3,2-2,14 2,73 31,-139-56,0 0,-1 0,0 0,0 1,0 1,0-1,-1 1,0 1,0-1,0 1,-1 0,0 1,0 0,0 0,-1 0,0 0,0 1,-1 0,0 0,0 0,-1 0,0 1,-1-1,0 1,1 6,-4-3,0 0,-1-1,0 1,-1 0,-1-1,1 0,-2 0,0 0,0 0,-1-1,0 0,-1 0,0 0,0-1,-11 12,-1 0,0-2,-1 0,-1-2,-14 9,13-10,-1-1,0-1,-1-1,0-1,-1-1,0-2,-1 0,-1-1,1-12,28-4</inkml:trace>
  <inkml:trace contextRef="#ctx0" brushRef="#br3" timeOffset="-79036.209">9599 6289,'-7'3,"1"0,0 0,0 1,1 0,-1 0,1 0,0 1,0 0,0 0,1 0,0 1,0-1,0 1,1 0,-1 0,1 1,1-1,-1 0,1 1,1 0,-1-1,1 1,0 0,0 0,1 0,0 0,0 0,1-1,0 1,0 0,0 0,1 0,0-1,1 1,-1-1,1 0,0 0,1 0,2 4,-1-4,1-1,0 0,-1 0,1-1,1 0,-1 0,1 0,-1-1,1 0,0 0,0 0,0-1,1 0,-1-1,0 0,1 0,-1 0,1-1,-1 0,1-1,0 0,-3 1,0-1,0 0,1 0,-1-1,0 1,-1-1,1 0,0 0,0-1,-1 0,1 0,-1 0,0 0,0 0,0-1,-1 0,1 0,-1 0,0 0,0 0,0-1,0 1,-1-1,0 0,0 0,0 0,-1 0,1 0,0-5,-2 2,0 1,0 0,0-1,-1 1,0 0,0 0,-1 0,0 0,0 0,-1 0,0 0,0 0,0 1,-1 0,0-1,0 2,-1-1,0 0,0 1,0 0,-1 0,1 0,-1 1,0 0,0 0,-1 0,1 1,-1 0,0 0,0 1,0 0,0 0,-3 0,7 1,1 1,-1 0,0-1,1 1,-1 0,1 0,-1 1,0-1,1 0,-1 1,1 0,-1-1,1 1,-1 0,1 0,0 1,-1-1,1 0,0 1,0 0,0-1,0 1,0 0,0 0,-7 12</inkml:trace>
  <inkml:trace contextRef="#ctx0" brushRef="#br3" timeOffset="-78639.527">9840 6435,'14'-2,"13"-1,16 0,14-1,11-1,8-1,6 0,4 2,0 0,-3 2,-4 1,-8 1,-15 0,-14 0,-17 0,-19 0,-11 1</inkml:trace>
  <inkml:trace contextRef="#ctx0" brushRef="#br3" timeOffset="-72554.383">7553 5527,'55'-1,"-21"0,-1 1,0 1,0 2,9 3,-37-5,-1 0,1 0,-1 1,1-1,-1 1,0 0,1 0,-1 1,0-1,-1 1,1 0,0 0,-1 0,0 0,1 0,-1 1,-1 0,1 0,0-1,-1 1,0 1,0-1,0 0,0 1,-1-1,0 0,0 1,0 0,0-1,-1 1,0 1,0 14,-2 0,-1 0,0 0,-1 0,-1 0,-1-1,-1 0,-8 15,-27 102,42-134,-1 1,1 0,0 0,0-1,0 1,0 0,0 0,1-1,-1 1,1 0,-1 0,1-1,0 1,0-1,1 1,-1-1,0 1,1-1,-1 0,1 0,0 1,0-1,0-1,0 1,0 0,0 0,1-1,-1 1,0-1,1 0,-1 1,1-1,0-1,-1 1,1 0,0 0,-1-1,1 0,8 2,-1-1,1 0,0-1,-1 0,1 0,0-1,-1-1,1 0,3-1,17-7</inkml:trace>
  <inkml:trace contextRef="#ctx0" brushRef="#br3" timeOffset="-72285.102">7581 5834,'27'-7,"27"-4,25-5,20-3,8 1,1 0,-19 4</inkml:trace>
  <inkml:trace contextRef="#ctx0" brushRef="#br3" timeOffset="-84144.486">7286 3976,'628'-3,"-540"-1,0-4,49-13,30 15,-102 7,316-1,-379 0,0 0,-1 1,1-1,0-1,-1 1,1 0,0 0,-1-1,1 1,-1-1,1 1,0-1,-1 0,1 1,-1-1,0 0,1 0,-1 0,0 0,1 0,-1-1,0 1,0 0,0-1,0 1,0 0,0-1,-1 1,1-1,0 1,-1-1,1 0,-1 1,1-1,-1-1,4-23,0 0,-2 0,-1-1,-2 1,-1-7,1-18,1 49,0-42,-1 37,1 29,0 392,-2-396,-6-44,5-485,3 461,0 51,0-1,1 0,-1 0,0 1,0-1,0 0,0 0,0 1,0-1,0 0,0 0,0 0,1 1,-1-1,0 0,0 0,0 0,0 1,1-1,-1 0,0 0,0 0,0 0,1 0,-1 0,0 1,0-1,1 0,-1 0,0 0,0 0,1 0,-1 0,0 0,0 0,0 0,1 0,-1 0,0 0,0 0,1 0,-1 0,0-1,0 1,1 0,-1 0,0 0,0 0,0 0,1 0,-1-1,0 1,0 0,0 0,1 0,-1 0,0-1,0 1,0 0,0 0,0-1,0 1,0 0,1 0,14 25,-12-21,16 22,1-1,1-1,1-1,1-1,1-1,1 0,1-2,1-2,0 0,5 0,66 46,-93-60,0-1,-1 1,1 0,-1 1,1-1,-1 1,0 0,0 0,0 0,-1 0,0 1,0-1,0 1,0 0,-1 0,1 0,-1 0,-1 1,1-1,-1 0,0 1,0-1,0 1,-1-1,0 1,0 0,0-1,-1 1,0-1,0 1,0-1,-1 0,0 2,-8 5,0 0,-1-1,0 0,0-1,-2 0,1-1,-1 0,0-1,-1 0,0-1,0-1,-1 0,1-1,-1-1,-1 0,-14 2,26-5,-63 17,28-9,1 2,0 1,-36 18,70-20,24-11,-1-6,1-2</inkml:trace>
  <inkml:trace contextRef="#ctx0" brushRef="#br3" timeOffset="-83696.641">9398 3922,'-4'43,"3"-39,-1 0,1-1,1 1,-1 0,0 0,1 0,0 0,0 0,0 0,0 0,1 0,0 0,-1 0,1-1,1 1,-1 0,0 0,1-1,0 1,0-1,0 0,0 1,1-1,-1 0,1 0,0 0,3 2,0-1,1-1,0 0,0 0,0 0,0-1,1 0,-1 0,1-1,-1 0,1-1,0 1,-1-1,1-1,0 1,-1-1,1-1,-1 1,0-1,1-1,-1 1,0-1,0-1,0 1,-1-1,1 0,-1-1,0 1,0-1,-1 0,1-1,-1 1,0-1,-1 0,1-1,2-5,-3 4,-2 0,1-1,-1 1,-1 0,1-1,-1 1,-1-1,0 1,0-1,0 1,-1-1,-1 1,1 0,-1-1,-1 1,1 0,-2 0,1 0,-1 1,0-1,0 1,-1 0,0 0,0 0,-1 1,0 0,0 0,0 0,-1 1,0 0,0 0,0 1,-1-1,0 2,1-1,-1 1,-5-1,7 3,1 0,0 1,-1 0,1 0,0 0,-1 1,1 0,0 0,0 0,-1 0,1 1,0 0,0 0,1 1,-1-1,0 1,1 0,0 0,-1 0,1 1,1-1,-1 1,0 0,1 0,0 1,0-1,0 1,0-1,1 1,0 0,0 0,0 0,1 0,-1 0,1 1,0-1,1 0,-1 1,1-1,0 0,1 4,1-4,1 0,-1-1,1 1,0-1,0 0,0 0,1 0,-1 0,1 0,0-1,0 0,0 0,1 0,-1 0,1 0,0-1,-1 0,1 0,0-1,1 1,32 11</inkml:trace>
  <inkml:trace contextRef="#ctx0" brushRef="#br3" timeOffset="-83284.702">9813 3909,'337'2,"119"25,-320-13,-129-7,-11-5</inkml:trace>
  <inkml:trace contextRef="#ctx0" brushRef="#br3" timeOffset="-81676.707">7447 5085,'478'-12,"163"3,-384 26,-256-17,0 1,1-1,-1 1,1-1,-1 0,1 1,-1-1,1 0,0 0,-1 0,1 0,-1 0,1 0,0 0,-1-1,1 1,-1 0,1-1,-1 1,1-1,-1 0,1 0,-1 1,0-1,0 0,1 0,-1 0,0 0,0-1,0 1,0 0,0 0,0-1,0 1,0 0,-1-1,1 1,0-1,0-1,-12-119,8 63,-5 69,-6 40,3 1,2 1,2 0,3 0,2 0,2 0,3 10,-3-49,1 8,-1-21,0 0,0 0,0 0,0 0,0 0,1 0,-1 0,0 0,0 0,0 0,0 0,0 0,1 0,-1 0,0 0,0 0,0 0,0 0,1 0,-1 0,0 0,0 0,0 0,0 0,0 0,1 0,-1 0,0 0,0 0,0 0,0 0,0 1,4-22,12-234,-13-138,13 466,-7-60,0-1,1 0,1 0,0-1,0 0,1-1,0 0,1-1,0 0,0-1,1-1,0 0,0-1,1 0,0-1,32 16,-25-11,-1 2,0 0,0 1,-1 1,-1 1,11 11,-24-20,0 0,-1 0,0 0,0 0,-1 1,0 0,0 0,0 0,-1 0,0 1,-1-1,1 1,-1 0,-1-1,0 1,0 0,0 0,-1 0,0 0,-1 0,1 0,-2 1,0-1,0 0,0-1,-1 1,-1 0,1-1,-1 0,0 1,-1-2,1 1,-2 0,1-1,-1 0,1 0,-2-1,1 1,-1-2,1 1,-1-1,-1 1,1-2,0 1,-1-1,0 0,-6 1,-14 3,1-1,-1-1,0-2,0 0,-1-2,-16-2,37-2,21-1</inkml:trace>
  <inkml:trace contextRef="#ctx0" brushRef="#br3" timeOffset="-81288.646">9439 5045,'-4'4,"1"1,-1 0,1 0,0 0,1 0,-1 0,1 0,0 1,1-1,-1 1,1 0,0 0,0-1,1 1,0 0,0 0,0 0,0-1,1 1,0 0,1-1,-1 1,1 0,0-1,0 0,1 1,-1-1,1 0,1 0,-1-1,0 1,1-1,0 1,0-1,1 0,-1-1,1 1,0-1,3 2,-3-1,1-1,0 0,-1 0,1 0,0-1,1 0,-1 0,0 0,0-1,1 0,-1 0,1-1,-1 1,1-1,-1-1,1 0,-1 1,1-2,-1 1,0-1,0 0,0 0,0-1,0 0,0 0,0 0,-1-1,0 0,0 0,0 0,0 0,0-1,-1 0,0 0,0 0,0-1,-1 1,0-1,0 0,2-5,-4 4,0 1,-1-1,0 1,0 0,-1-1,1 1,-1-1,-1 1,1 0,-1 0,0 0,0 0,-1 0,0 0,0 0,0 1,-1-1,0 1,0 0,0 0,-1 1,1-1,-1 1,0 0,0 0,-1 1,1 0,-1-1,0 2,0-1,0 1,0 0,0 0,0 0,-1 1,1 0,0 1,-1-1,1 1,-1 0,1 1,0-1,-1 1,1 1,0-1,-1 1,1 0,0 1,0-1,1 1,-1 0,-2 3,5-5,1 1,0 0,0 0,0 1,0-1,0 0,0 1,1-1,-1 1,1-1,0 1,-1 0,1 0,0 0,1-1,-1 1,1 0,-1 0,1 0,0 0,0 0,0 0,0 0,1 0,-1 0,1 0,0 0,-1-1,1 1,1 0,-1 0,0-1,1 1,-1-1,1 1,0-1,0 1,25 18,4-6</inkml:trace>
  <inkml:trace contextRef="#ctx0" brushRef="#br3" timeOffset="-81017.372">9853 5139,'16'0,"14"-3,14 0,12-2,13-2,9-1,6 0,1 0,-3 2,-8 2,-13 2,-14 1,-17 0,-19 2,-13-1,-9 0,-6 1,-2-1</inkml:trace>
  <inkml:trace contextRef="#ctx0" brushRef="#br3" timeOffset="-74268.552">7313 3428,'16'13,"12"12,10 6,6 2,2 1,-2-2,-5-2,-5-3,-8-6,-7-7</inkml:trace>
  <inkml:trace contextRef="#ctx0" brushRef="#br3" timeOffset="-73990.295">7621 3387,'-14'5,"-11"8,-10 13,-12 16,-8 15,-6 13,-4 10,8-7</inkml:trace>
  <inkml:trace contextRef="#ctx0" brushRef="#br3" timeOffset="-73211.544">7407 4190,'190'268,"-189"-265,0-1,0 0,0 0,0-1,1 1,-1 0,1 0,0-1,-1 1,1-1,0 1,0-1,0 0,0 0,0 0,0 0,0 0,0 0,0 0,0-1,1 1,-1-1,0 1,1-1,-1 0,0 0,0 0,1 0,-1-1,0 1,1-1,-1 1,0-1,0 0,0 0,0 0,0 0,0 0,0 0,0 0,0-1,0 1,-1-1,1 1,0-1,-1 0,3-7,0-1,-2 1,1-1,-1 1,0-1,-1 0,0 1,-1-1,0 0,-1-8,-6 52,-17 202,24-231,0-1,0 1,-1-1,1 1,-1-1,0 1,0-1,-1 0,1 1,-1-1,0 0,0 0,-1 0,1-1,-1 1,1 0,-1-1,0 0,-1 1,1-1,0-1,-1 1,0 0,0 0,-6 1,1-1,-1 0,0 0,0-1,0 0,0-1,0 0,0-1,0 0,0 0,-1-1,-5-1,15 1,0 1,-1-1,1 1,0-1,-1 1,1-1,0 1,0-1,0 0,-1 0,1 0,0 0,0 0,0 0,0 0,1 0,-1 0,0 0,0 0,1-1,-1 1,0 0,1 0,0-1,-1 1,1 0,0-1,-1 1,1-1,0 1,0 0,0-1,0 1,1-1,-1 1,0 0,0-1,1 1,-1 0,1-1,-1 1,1 0,0 0,0-1,-1 1,1 0,0 0,0 0,0 0,0 0,0 0,0 0,0 1,0-1,1 0,11-10,1 0,0 1,0 1,1 0,0 1,1 1,0 0,0 1,1 1,8-5,174-62,100-43,-236 84</inkml:trace>
  <inkml:trace contextRef="#ctx0" brushRef="#br1" timeOffset="-42354.422">10843 3401,'-11'94,"12"-46,2 0,1 0,3 0,2 0,3 2,20 131,-25-52,-5 0,-6-1,-6 2,-4 193,14-290,-12 338,4-289,3 1,4 0,3 0,7 28,2 14,-5 1,-6 51,-1-68,15 100,-6 61,-2-59,7-93,-14-54,-1-61,-1-4</inkml:trace>
  <inkml:trace contextRef="#ctx0" brushRef="#br1" timeOffset="-38372.315">10976 3374,'52'-20,"-34"16,0 1,0 1,0 1,0 0,1 1,9 2,18 0,77-9,-89 4,0 0,0 3,0 0,0 3,24 4,5 2,1-2,0-3,0-2,23-5,21 1,98 3,-91 23,-44-21,-48-3,1 1,-1 1,0 0,0 2,0 1,-1 1,11 4,163 63,-186-70,0 0,0 1,0 0,0 1,-1 0,0 0,0 1,0 0,-1 0,0 1,0 1,-1-1,5 6,28 41,-2 2,25 50,27 14,-83-112,-1 0,-1 1,1 0,-1 1,-1-1,0 1,0 0,-1 0,0 0,23 58,-16-49,0 0,-2 2,0-1,-1 1,-1 0,0 4,57 198,-25 21,-4-144,-24-76,-1 0,-1 0,-2 1,0-1,-1 10,18 222,-12-148,-5 0,-4 13,-3 201,-26 62,14-206,6-130,-1-1,-3 0,-2 0,-2-1,-2-1,-2-1,-14 24,24-54,0 1,-1-2,-1 1,0-1,-1-1,0 0,-1-1,0 0,-1-1,-7 4,-33 29,-12 12,-1-3,-49 28,29-33,-1-3,-3-4,-1-4,-1-4,-13-1,-197 58,-45-21,42-38,95 1,104-22,27 4,78-12,0-1,0 0,0 0,1 0,-1 0,0 0,0 0,0 0,1-1,-1 1,0-1,1 1,-1-1,0 0,1 0,-1 1,1-1,-1 0,1 0,-1-1,1 1,0 0,-1 0,1-1,0 1,0 0,0-1,0 0,0 1,0-1,1 1,-1-1,0 0,1 1,0-1,-1 0,1 0,0 0,0 1,0-1,0-2,-9-251,-14 121,14 94,2 0,2-1,0-34,-16-53,15 116,2 12</inkml:trace>
  <inkml:trace contextRef="#ctx0" brushRef="#br1" timeOffset="-35828.841">13476 5112,'0'1,"0"-1,0 0,0 0,0 0,0 0,0 1,0-1,0 0,0 0,0 0,0 0,0 0,0 1,0-1,-1 0,1 0,0 0,0 0,0 0,0 1,0-1,0 0,0 0,-1 0,1 0,21 4,228 12,159-13,-41-26,-354 24,-18 3,-20 5,4-5</inkml:trace>
  <inkml:trace contextRef="#ctx0" brushRef="#br1" timeOffset="-29798.057">11644 5139,'-5'449,"4"-434,-12 51,12-66,0 0,0 0,0-1,0 1,1 0,-1 0,0-1,0 1,1 0,-1-1,0 1,1-1,-1 1,0-1,1 1,-1-1,0 1,1-1,-1 0,1 1,-1-1,1 0,0 1,-1-1,1 0,0 0,-1 1,1-1,0 0,0 0,0 0,-1 1,1-1,0 0,0 0,0 0,1 1,-1-1,0 0,0 0,0 0,1 1,-1-1,0 0,-6-222,8 147,-1-173,-2 283,-1-15,2 0,-1-1,2 1,1-1,0 1,1-1,1 0,1 0,0 0,1 0,1-1,5 7,-11-22,0 0,0 0,0 0,0 0,0 0,0 0,0-1,1 1,-1-1,1 1,0-1,-1 1,1-1,0 0,0 0,-1 0,1 0,0 0,0 0,0 0,0-1,1 1,-1-1,0 1,0-1,0 0,0 0,0 0,0 0,1 0,-1-1,0 1,0-1,2 0,1-5,1-1,-1 0,0-1,0 1,-1-1,0 0,-1 0,0 0,0 0,0-1,-1 1,-1-1,1 0,-1 1,-1-1,1-3,2-162,6 156,6 41,-3 20,-1 0,-3 0,-1 1,-3 0,-1 1,-2-1,-4 29,3-39,1 60,1-78</inkml:trace>
  <inkml:trace contextRef="#ctx0" brushRef="#br1" timeOffset="-29447.995">12032 5085,'0'14,"0"13,0 14,2 11,1 8,0 5,-1 4,0-2,-1-5,-1-9,1-13</inkml:trace>
  <inkml:trace contextRef="#ctx0" brushRef="#br1" timeOffset="-29186.689">12246 5166,'2'9,"1"12,0 14,0 12,-2 10,-2 4,-2 1,1-4,0-6,0-11,1-11</inkml:trace>
  <inkml:trace contextRef="#ctx0" brushRef="#br1" timeOffset="-28840.615">12233 5246,'91'100,"82"104,-115-121,-58-83,0-1,0 1,1 0,-1-1,0 1,0 0,0-1,1 1,-1-1,0 1,1 0,-1-1,0 1,1 0,-1 0,0-1,1 1,-1 0,0 0,1-1,-1 1,1 0,-1 0,0 0,1 0,-1 0,1 0,-1 0,1 0,-1 0,0 0,1 0,-1 0,1 0,-1 0,1 0,-1 0,0 0,1 0,-1 1,1-1,-1 0,0 0,1 0,-1 1,0-1,1 0,-1 1,0-1,1 0,-1 1,0-1,1 1,12-209,-4 108,5 1,12-35,-10 24,-20 77</inkml:trace>
  <inkml:trace contextRef="#ctx0" brushRef="#br2" timeOffset="-18978.058">14906 4952,'-4'-5,"0"0,0 0,0 1,0 0,-1 0,0 0,0 0,0 1,0 0,-1 0,1 0,-1 0,0 1,0 0,0 1,0-1,0 1,0 0,0 0,0 1,0 0,0 0,-1 0,1 1,0 0,0 0,0 1,0 0,0 0,1 0,-1 0,0 2,-2-1,1 1,0 0,0 1,0 0,0 0,1 0,0 1,0 0,1 0,0 1,0-1,0 1,1 0,0 1,0-1,0 1,1-1,0 3,-5 16,1-1,1 1,1 0,2 1,0 1,1-18,0 0,0 0,1 0,1 1,0-1,0 0,1 0,0 0,0 0,2 0,-1 0,1 0,0 0,1-1,0 0,1 0,0 0,0 0,1-1,0 1,0-1,1-1,0 0,1 0,0 0,18 9,1-1,0-1,1-2,1-1,8 2,-24-10,1 0,-1 0,1-2,0 0,-1 0,1-1,0-1,-1 0,1-1,-1-1,1 0,3-2,-10 3,0 0,0-1,0 0,0-1,0 1,-1-1,0 0,0-1,0 1,0-1,-1-1,0 1,0-1,0 0,0 0,-1 0,0 0,-1-1,0 0,1 0,-2 0,3-6,-1-16,0 0,-2-1,-1 1,-1 0,-3-10,2-11,-2-101,3 148,-1-1,0 1,1-1,-1 1,0 0,-1-1,1 1,0 0,-1 0,0 0,0 0,0 0,0 0,0 1,0-1,-1 1,0-1,1 1,-1 0,0 0,0 0,0 1,0-1,0 1,0-1,-1 1,1 0,-3 0,-101-11,79 14,-1 2,2 0,-1 2,0 1,1 1,0 1,-9 5,17-6</inkml:trace>
  <inkml:trace contextRef="#ctx0" brushRef="#br2" timeOffset="-15627.2">4813 4724,'16'17,"51"131,-35-69,254 510,-219-435,6-2,7-4,89 123,56 52,-134-182,5-3,7-6,53 51,245 238,-320-325,-12-11,4-3,4-3,61 47,-24-45,3-4,54 23,24-1,4-9,123 36,-210-84,-22-9,3-3,0-5,2-3,0-5,89 4,450-9,-447-7,0-9,175-25,377-106,-642 119,181-30,157-53,-106 1,106-56,-334 111,-2-5,-3-4,-1-4,-4-4,70-60,10-24,119-135,-253 242,-3-1,-1-2,-1-1,-3-2,-1-1,-3-1,14-35,57-137,87-228,-37 168,-55 122,-49 69,12 29,-54 57,-1 0,1 0,0 0,0 0,0-1,0 1,0 0,-1 0,1 0,0-1,0 1,0 0,0 0,0 0,0 0,0-1,0 1,0 0,0 0,0-1,0 1,0 0,0 0,0 0,0-1,0 1,0 0,0 0,0 0,0-1,0 1,-20 13,-298 223,238-178,81-57,-1-1,0 0,0 0,0 0,0 0,1 0,-1 0,0 0,0 0,0 0,0 0,0 0,1 0,-1 1,0-1,0 0,0 0,0 0,0 0,0 0,0 0,1 1,-1-1,0 0,0 0,0 0,0 0,0 1,0-1,0 0,0 0,0 0,0 0,0 1,0-1,0 0,0 0,20-9,58-32,-2-3,-2-4,-3-3,-1-3,14-18,-84 71,0 1,0-1,0 1,0 0,1-1,-1 1,0-1,0 1,0 0,1-1,-1 1,0 0,1-1,-1 1,0 0,1-1,-1 1,0 0,1 0,-1-1,0 1,1 0,-1 0,1 0,-1 0,1-1,-1 1,0 0,1 0,-1 0,1 0,-1 0,1 0,-1 0,1 0,-1 1,0-1,1 0,-1 0,1 0,-1 0,1 0,-1 1,0-1,1 0,-1 0,0 1,1-1,-1 0,0 1,1-1,-1 0,0 1,0-1,1 0,-1 1,0-1,0 1,0-1,1 0,-1 1,0-1,0 1,0-1,0 1,0-1,0 0,0 1,0-1,0 1,-4 37,3-32,-16 104,5 1,4 0,7 95,2-177,-1-10</inkml:trace>
  <inkml:trace contextRef="#ctx0" brushRef="#br2" timeOffset="-12497.218">4786 4845,'20'165,"-13"10,-15-378,-24-126,39 322,10 21,-8-7,13 6,1-2,0-1,1-1,0 0,1-2,0-1,0-1,0-1,1-2,-1 0,1-2,-1 0,24-4,22 3,-27 9,-43-8,0 1,0-1,-1 1,1 0,0-1,0 1,-1 0,1 0,0 0,-1-1,1 1,-1 0,1 0,-1 0,1 0,-1 0,0 0,1 0,-1 0,0 0,0 0,0 0,0 0,0 0,0 0,0 0,0 0,0 1,0-1,-1 0,1 0,0 0,-1 0,1-1,-1 1,1 0,-1 0,1 0,-1 0,-9 15,0 0,-1 0,0-1,-1-1,-1 0,-11 9,-13 14,-178 186,425-383,-183 128,-27 31,-1 1,0-1,0 0,0 0,0 0,0 1,0-1,0 1,0-1,0 0,0 1,0 0,0-1,-1 1,1 0,0 0,0-1,0 1,-1 0,1 0,0 0,0 0,0 1,0-1,-1 0,1 0,0 1,0-1,0 1,0-1,0 1,0-1,0 1,0 0,0-1,0 1,0 0,0 0,-29 17,1 0,1 2,0 2,2 0,1 2,-6 7,-2 10,33-41,0-1,1 1,-1 0,0-1,0 1,1 0,-1 0,1-1,-1 1,0 0,1 0,-1 0,0-1,1 1,-1 0,1 0,-1 0,1 0,-1 0,0 0,1 0,-1 0,1 0,-1 0,0 0,1 0,-1 0,1 1,-1-1,0 0,1 0,-1 0,1 0,-1 1,0-1,1 0,-1 1,0-1,1 0,-1 0,0 1,0-1,1 0,-1 1,0-1,0 1,0-1,1 0,-1 1,0-1,0 1,0-1,0 0,0 1,0-1,0 1,0-1,0 1,0-1,0 0,0 1,0-1,0 1,0-1,-1 0,1 1,0-1,0 1,-1-1,34-15,-22 8,0 0,0-1,-1 0,0-1,-1 0,0-1,0 1,-1-2,-1 1,6-11,-12 21,-1 0,0-1,1 1,-1 0,0-1,1 1,-1-1,0 1,1 0,-1-1,0 1,0-1,0 1,1-1,-1 1,0-1,0 1,0-1,0 1,0-1,0 1,0-1,0 1,0-1,0 1,0-1,0 1,-1-1,1 1,0-1,0 1,0-1,-1 1,1-1,0 1,-1 0,1-1,0 1,-1-1,1 1,0 0,-1-1,1 1,-1 0,1 0,-1-1,1 1,-1 0,1 0,-1 0,-25 8,-44 45,78-80,7-9,-32 57,-58 64,115-116,117-89,-119 105,-40 23,-82 70,54-54,-120 85,129-100,21-9,0 0,0 0,0-1,0 1,0 0,0 0,0 0,0 0,0-1,0 1,0 0,0 0,0 0,0-1,0 1,0 0,0 0,0 0,0 0,0-1,0 1,0 0,0 0,0 0,0 0,0-1,-1 1,1 0,0 0,0 0,0 0,0 0,0-1,-1 1,1 0,0 0,0 0,0 0,0 0,-1 0,1 0,0 0,0 0,0 0,0 0,-1 0,1 0,0 0,0 0,0 0,14-13,-3 4,0 2,0-1,1 2,0 0,0 0,1 1,-1 0,1 1,0 1,3-1,-16 5,-1-1,1 0,0 1,0-1,0 1,0-1,-1 1,1-1,0 0,0 1,0-1,0 1,0-1,0 1,0-1,0 0,0 1,0-1,1 1,-1-1,0 1,0-1,0 0,0 1,1-1,-1 1,0-1,0 0,1 1,-1-1,0 0,1 1,-1-1,0 0,1 0,-1 1,0-1,1 0,-1 0,1 0,-1 1,1-1,-1 0,0 0,1 0,-1 0,1 0,-1 0,1 0,-1 0,0 0,1 0,-1 0,1 0,-1 0,-1-1,0 1,0 0,-1 0,1-1,0 1,0 0,0-1,-1 0,1 1,0-1,0 0,0 1,0-1,0 0,0 0,1 0,-1 0,0 0,0 0,1 0,-1 0,0 0,1 0,-1 0,1 0,-1 0,1-1,0 1,0 0,-1 0,1-1,0 1,0 0,0 0,0-1,0 1,1 0,-1 0,0-1,0 1,1 0,0-1,-2 0,0-64,2 51,0 0,-1 1,0-1,-1 0,-1 1,-1-1,0 1,0 0,-1 0,-1 0,-1 0,0 1,0 0,-1 0,-1 1,-2-3,10 16,0-1,-1 0,1 0,0 0,0 1,0-1,-1 0,1 0,0 1,0-1,-1 0,1 0,0 0,0 0,-1 0,1 1,0-1,0 0,-1 0,1 0,0 0,-1 0,1 0,0 0,0 0,-1 0,1 0,0 0,-1 0,19 20,0-1,1 0,0-2,2 0,0-1,1-1,1-1,0-1,12 4,-3 1,13 5,-46-23,1 0,0-1,0 1,-1 0,1 0,0-1,0 1,0 0,-1-1,1 1,0 0,0 0,0-1,0 1,-1 0,1-1,0 1,0 0,0-1,0 1,0 0,0-1,0 1,0 0,0-1,0 1,0 0,0-1,1 1,-1 0,0-1,0 1,0 0,0-1,1 1,-1 0,0-1,0 1,0 0,1 0,-1-1,0 1,0 0,1 0,-1 0,0-1,1 1,-1 0,0 0,1 0,-1 0,0 0,1 0,-1 0,0 0,1 0,-1 0,0 0,1 0,-1 0,0 0,1 0,-1 0,0 0,1 0,-1 0,0 0,1 0,-18-26,17 26,-2-2,-4-9,-1 1,0 0,-1 0,-1 0,1 1,-1 0,-1 1,0 0,0 1,0 0,-1 0,0 1,-6-2,14 8,0-1,0 1,0 0,1 0,-1 0,0 0,0 1,0-1,0 1,0-1,1 1,-1 0,0 0,0 1,1-1,-1 1,1-1,-1 1,1 0,0-1,0 1,0 0,0 1,0-1,0 0,0 1,1-1,-1 1,1-1,0 1,0 0,0-1,0 1,0 2,0-4,1 0,0 0,0 0,0 0,0 0,0 0,0 0,1 0,-1 0,0 0,0 0,1 0,-1 0,1 0,-1 0,1-1,-1 1,1 0,-1 0,1 0,0-1,-1 1,1 0,0 0,0-1,0 1,-1-1,1 1,0-1,0 1,0-1,0 0,0 1,0-1,0 0,0 0,0 0,0 1,1-1,42 1,-42-1,113-18,-110 14,-16 1,-19 1,-16 3,35 1,0-1,0-1,0 1,0-2,0 0,0 0,0-1,1 0,-1-1,0 0,1 0,0-1,0-1,0 0,-2-2,9 0,17 12,63 44,-62-42</inkml:trace>
  <inkml:trace contextRef="#ctx0" brushRef="#br2" timeOffset="-10916.605">15120 5192,'16'5,"12"1,13-1,10-2,13-5,9-4,8-1,4 0,-1 2,-6 2,-7 1,-11 1,-14 1,-11 0,-16 0,-14 0,-10 1,-5-1</inkml:trace>
  <inkml:trace contextRef="#ctx0" brushRef="#br0" timeOffset="-2426.942">18476 1396,'-55'190,"39"-118,-118 384,84-309,71-252,97-510,-94 532,-23 83,-1-1,0 1,0 0,1-1,-1 1,0 0,1-1,-1 1,1 0,-1-1,0 1,1 0,-1-1,1 1,-1 0,1 0,-1 0,0 0,1-1,-1 1,1 0,-1 0,1 0,-1 0,1 0,-1 0,1 0,-1 0,1 0,-1 0,1 1,-1-1,1 0,-1 0,1 0,-1 1,0-1,1 0,-1 0,1 1,-1-1,0 0,1 1,-1-1,0 0,1 1,-1-1,0 1,0-1,1 1,-1-1,0 0,0 1,0-1,1 1,-1-1,0 1,0-1,0 1,0-1,0 1,0-1,0 1,0-1,0 1,-1-1,1 1,0-1,0 1,35 166,85 529,-115-658,-1-10</inkml:trace>
  <inkml:trace contextRef="#ctx0" brushRef="#br0" timeOffset="-1374.461">18168 2078,'0'-3,"1"1,-1 0,1 0,0 0,0 0,0-1,0 1,0 0,0 1,1-1,-1 0,1 0,-1 0,1 1,0-1,-1 1,1-1,0 1,0 0,0 0,0 0,0 0,0 0,1 0,-1 0,1 1,43-19,0 3,1 1,0 3,1 2,10 1,-15 0,1 3,-1 1,39 2,-78 3,-1 0,1-1,-1 1,1 1,-1-1,1 0,-1 1,1 0,-1 0,1 0,-1 0,0 1,0-1,0 1,0 0,0-1,0 1,0 1,0-1,-1 0,1 1,-1-1,0 1,0 0,0 0,0 0,0 0,0 0,0 3,2 12,-2-1,0 0,-1 1,-1-1,-1 1,0-1,-1 1,-1-1,-4 12,2 1,-7 44,4 0,2 0,4 0,7 72,5-43,-10-103,-1-1,1 1,0 0,0-1,-1 1,1 0,0-1,-1 1,1 0,-1-1,1 1,0 0,-1 0,1 0,-1-1,1 1,-1 0,1 0,0 0,-1 0,1 0,-1 0,1 0,-1 0,1 0,-1 0,1 0,-1 0,1 0,0 0,-1 0,1 1,-1-1,1 0,-1 0,1 0,0 1,-1-1,1 0,0 1,-1-1,1 0,0 1,-1-1,1 0,0 1,0-1,-1 1,1-1,0 0,0 1,0-1,-1 1,-9-29,0-1,2 0,1 0,1-1,2 0,1 0,1-30,1 51,-2-49,2 1,3-1,4-19,-3 54,1 1,1-1,0 1,2 1,0-1,2 1,0 0,2 1,11-18,-20 34,0 0,0 0,1 0,-1 1,1-1,0 1,0 0,0 0,1 0,-1 0,0 0,1 1,0-1,0 1,0 0,0 0,0 1,0-1,0 1,1 0,-1 0,0 0,1 0,-1 1,1 0,-1 0,0 0,1 1,-1-1,1 1,-1 0,0 0,0 1,3 0,6 6,1 0,-1 2,-1-1,1 1,-2 1,1 0,-2 1,1 0,-2 1,0 0,0 0,-1 1,-1 0,0 0,3 11,-9-21,1 0,-1 0,0-1,-1 1,1 0,-1 0,0 0,0 0,0 0,0 0,0 0,-1 0,0-1,0 1,0 0,0 0,-1-1,1 1,-1-1,0 1,0-1,0 0,-1 1,1-1,-1 0,0-1,0 1,1 0,-2-1,1 0,0 0,0 0,-1 0,0 0,-5 3,-1-1,1 0,0-1,-1 0,0-1,0 0,1 0,-1-1,0-1,-1 1,1-1,0-1,0 0,1-1,-1 0,0 0,0-1,1 0,-8-4,13 5,1 0,1 0,-1 0,0 0,0 0,1-1,-1 1,1-1,0 0,0 0,0 0,0 0,0 0,1 0,0 0,-1-1,1 1,0 0,0-1,1 1,-1-1,1 1,0-1,0 1,0-1,0 0,0 1,1-1,0 1,0 0,0-1,0 1,0 0,1-1,-1 1,1 0,0 0,0 0,0 0,0 1,1-1,-1 0,1 1,1-2,190-163,-169 145,-1-1,-1-1,-1-1,-1-2,-2 0,0-1,-2 0,-1-2,-1 0,-2 0,1-7,-4 5,-1-1,-2 1,-1-2,-1 1,-2-1,-2 1,-1-1,-10-19,10 52,0 0,0 0,-1 0,1 0,0 0,-1 0,1 1,-1-1,1 0,-1 0,1 0,-1 0,0 1,1-1,-1 0,0 1,0-1,0 1,1-1,-1 0,0 1,0 0,0-1,0 1,0 0,0-1,0 1,0 0,0 0,0 0,0 0,0 0,0 0,0 0,0 0,0 0,0 0,0 1,0-1,1 0,-1 1,0-1,0 0,0 1,0 0,0-1,1 1,-2 0,-4 5,-1 2,1-1,0 1,0 0,1 0,0 0,1 1,0-1,0 1,1 0,0 1,0-1,0 8,-10 39,3 1,2 0,2 0,4 1,1 8,0-36,0-1,2 0,1 0,2 0,0 0,2 0,2-1,0 0,2 0,0-1,2-1,2 1,0-2,8 10,-20-31,1 0,-1 0,1-1,0 1,1 0,-1-1,1 0,-1 0,1 0,0 0,0-1,0 1,0-1,1 0,-1 0,1-1,-1 1,1-1,-1 0,1 0,0-1,0 1,-1-1,1 0,0 0,0-1,-1 1,1-1,0 0,-1-1,1 1,-1-1,3-1,3-7,0-2,-1 1,0-1,-1 0,-1-1,0 0,-1 0,0-1,-1 1,0-1,-1-1,-1 1,0 0,-1-1,-1 1,0-1,-1-5,2-3,-12 77,9-40,1 0,0 0,0 0,2 0,0 0,0-1,1 1,1 0,1-1,1 4,-3-11,-1 0,2 0,-1 0,1 0,0-1,0 1,0-1,1 0,-1 0,1-1,1 1,-1-1,1 0,-1-1,1 1,0-1,0 0,1-1,-1 1,0-1,1-1,1 1,21 0,-4-6</inkml:trace>
  <inkml:trace contextRef="#ctx0" brushRef="#br0" timeOffset="-1081.238">19639 1662,'-11'5,"2"6,13 7,14 7,4-3</inkml:trace>
  <inkml:trace contextRef="#ctx0" brushRef="#br0" timeOffset="-810.429">20174 2024,'-2'-6,"0"0,0 1,0-1,-1 0,0 1,0-1,0 1,-1 0,0 0,0 0,0 1,0 0,-1-1,0 1,1 1,-2-1,1 1,0 0,-1 0,1 0,-1 1,0 0,0 0,0 1,0-1,0 1,0 0,0 1,0 0,-1 0,1 0,0 1,0-1,0 2,0-1,0 1,0-1,0 2,0-1,1 1,-2 0,3-1,-1 1,0 0,1 0,-1 0,1 0,0 1,0-1,0 1,0 0,1 1,0-1,0 0,0 1,0 0,1 0,0-1,0 2,0-1,0 0,1 0,0 0,0 1,0-1,1 1,0-1,0 0,0 1,1-1,-1 1,1-1,1 0,-1 0,1 1,0-1,0 0,3 4,5 1,2 0,-1-1,1 0,1-1,-1-1,1 0,1 0,-1-2,1 1,0-2,0 0,1 0,-1-2,1 1,0-2,-1 0,3-1,21 3,1-2,-1-1,1-2,-1-2,13-3,8-5</inkml:trace>
  <inkml:trace contextRef="#ctx0" brushRef="#br0" timeOffset="1608.471">16056 4645,'-5'6,"-1"3</inkml:trace>
  <inkml:trace contextRef="#ctx0" brushRef="#br0" timeOffset="2398.346">16030 4510,'3'229,"10"0,41 212,-39-367,3 0,3-1,24 52,-31-79,-20-46,-21-48,11 14</inkml:trace>
  <inkml:trace contextRef="#ctx0" brushRef="#br0" timeOffset="2969.46">15976 4564,'1'0,"-1"0,0 1,1-1,-1 0,1 1,0-1,-1 0,1 0,-1 1,1-1,-1 0,1 0,0 0,-1 0,1 0,-1 0,1 0,0 0,-1 0,1 0,-1 0,1 0,0 0,-1-1,1 1,-1 0,1 0,-1-1,1 1,-1 0,1-1,-1 1,1 0,-1-1,0 1,1-1,-1 1,1-1,-1 1,0-1,1 1,-1-1,0 1,0-1,0 1,1-1,-1 0,0 1,0-1,0 1,0-1,0 0,0 1,0-1,0 1,0-1,0 0,0 1,-1-1,1 1,0-1,0 1,-1-1,1 1,0-1,-1 1,1-1,160 110,-1-10,90 37,111 67,-331-187,0 2,-2 1,0 1,-1 1,-1 1,-1 2,-1 0,-1 2,-1 0,-2 1,8 15,-24-38,-1 0,0 0,0 1,0-1,-1 0,1 1,-1-1,0 1,0-1,-1 1,1 0,-1-1,0 1,0 0,-1-1,0 1,1-1,-1 1,-1-1,1 1,-1-1,1 0,-1 1,-1-1,1 0,0 0,-1-1,0 1,0 0,-2 0,-8 5,-1-2,0 1,0-2,-1 0,1-1,-1 0,-1-2,1 1,-11 0,1 1,-135 29,3 8,2 6,-141 66,277-106,6-3,1 0,0 1,1 0,-1 0,1 1,1 1,-1 0,1 1,-3 3,13-11,-1 0,1 0,0 0,-1 0,1 0,0 0,-1 0,1 0,0 0,0 0,0 0,0 0,0 0,0 0,0 0,1 0,-1 0,0 0,1 0,-1 0,0 0,1 0,-1 0,1 0,0 0,-1 0,1 0,0 0,-1-1,1 1,0 0,0-1,0 1,-1 0,1-1,0 1,0-1,0 1,0-1,0 0,0 1,0-1,0 0,0 0,1 0,-1 0,0 0,0 0,0 0,0 0,0 0,0 0,0 0,0-1,0 1,0 0,0-1,0 1,0-1,0 0,32 0</inkml:trace>
  <inkml:trace contextRef="#ctx0" brushRef="#br0" timeOffset="3423.803">17165 5286,'-4'7,"0"1,1-1,-1 0,1 1,1 0,-1 0,1 0,1 0,-1 0,1 0,1 1,0-1,0 0,0 0,1 0,1 1,-1-1,1 0,0 0,1-1,0 1,0 0,1-1,0 0,0 0,1 0,0 0,2 1,5 3,1 0,0-1,1-1,0-1,1 0,-1 0,2-1,-1-1,1-1,0 0,0-1,0-1,0-1,1 0,-1-1,1 0,-1-2,1 0,-1 0,1-2,-1 0,0-1,5-2,-12 3,0 0,-1 0,1-1,-1 0,0 0,0-1,0 0,-1 0,1-1,-1 0,-1 0,1 0,-1-1,0 0,-1-1,0 1,0-1,0 0,-1 0,0-1,-1 1,0-1,0 0,-1 0,0 0,-1 0,1 0,-2 0,1 0,-2-1,1-2,-3 0,0 0,0 0,-1 0,-1 0,0 1,0 0,-1 0,-1 0,0 1,0-1,-1 2,0-1,-1 1,0 0,0 1,-1 0,0 1,0 0,-1 0,0 1,0 1,-10-4,11 5,1 0,-1 0,0 1,0 0,0 1,-1 0,1 1,-1 0,1 0,-1 1,1 1,-1 0,1 0,0 1,0 0,-1 1,1 0,1 1,-1 0,0 0,1 1,0 1,0-1,1 1,-1 1,1-1,-2 4,6-6,0 1,0-1,0 1,0 0,1 1,0-1,0 1,0-1,0 1,1 0,0 0,1 0,-1 0,1 0,0 0,1 1,-1-1,1 0,1 0,-1 0,1 1,0-1,0 0,1 0,0 0,0 0,0 0,1-1,1 3,28 28,4-6</inkml:trace>
  <inkml:trace contextRef="#ctx0" brushRef="#br0" timeOffset="3807.86">17700 5353,'63'-19,"275"-9,-282 25,949-30,-881 23,-94 0,-30 10,0 0,-1 0,1 0,0 1,-1-1,1 0,0 0,-1-1,1 1,0 0,-1 0,1 0,0 0,-1 0,1 0,0 0,-1 0,1-1,0 1,-1 0,1 0,0 0,0-1,-1 1,1 0,0 0,0-1,-1 1,1 0,0-1,0 1,0 0,0-1,-1 1,1 0,0-1,0 1,0 0,0-1,0 1,0 0,0-1,0 1,0 0,0-1,0 1,0 0,0-1,0 1,1 0,-1-1,0 1,0 0,0-1,0 1,1 0,-1 0,0-1,0 1,0 0,1 0,-1-1,-17-1,-1 0</inkml:trace>
  <inkml:trace contextRef="#ctx0" brushRef="#br0" timeOffset="7538.606">19398 5981,'23'177,"-20"-126,10 185,-11 46,-19-462,-42-443,59 617,-1 4,0 0,0-1,0 1,1-1,-1 1,1 0,0-1,-1 1,1-1,0 1,1-1,-1 1,0-1,1 1,-1 0,1-1,0 1,0 0,0-1,0 1,0 0,0 0,1 0,-1 0,1 0,-1 0,1 0,0 1,0-1,0 0,0 1,0 0,0-1,0 1,0 0,0 0,1 0,0 0,128 0,-82 4,302 3,-322 1,-26-1</inkml:trace>
  <inkml:trace contextRef="#ctx0" brushRef="#br0" timeOffset="7852.272">19479 6248,'18'5,"15"1,16 0,10-1,8-4,2-2,-3-4,-8 0,-11 1,-17 3,-16 1,-11 4,-12 0,-6 1,-1-2</inkml:trace>
  <inkml:trace contextRef="#ctx0" brushRef="#br2" timeOffset="24440.345">15214 3761,'-1'-2,"0"0,-1 1,1-1,0 0,-1 0,0 1,1-1,-1 1,0 0,0-1,0 1,1 0,-2 0,1 0,0 0,0 0,0 1,0-1,0 1,-1-1,1 1,0 0,0 0,-1 0,1 0,-1 0,-221 0,197 2,0 2,1 0,0 2,0 0,-16 8,-5 0,13-5,1 2,0 1,1 2,0 1,1 1,0 2,-12 11,-73 60,57 12,32-61,18-28,0 1,1 0,0 1,2-1,-1 1,2 1,-1 1,-63 209,60-199,0 1,2 1,1-1,1 1,2 0,-1 22,1-5,-2 0,-2-1,-11 35,7-34,3-1,1 1,0 34,8 225,4-248,3 0,2 0,3-1,2 0,3-1,1-1,24 42,-4-15,4-2,2-2,4-3,4-1,44 46,103 135,-163-205,2-2,2-2,2-2,1-1,261 214,-281-232,0-2,2 0,0-2,2-1,0-1,1-1,0-1,1-2,28 8,21-6,1-4,1-4,-1-3,31-4,-63 0,70 0,0-5,5-6,-20-2,-36 7,-1-3,0-3,0-2,-1-4,-1-2,12-9,190-105,-30 1,-150 79,-50 34,-2-2,0-1,-2-1,0-2,-2-1,8-11,-22 15,-1-1,-1 0,-2-2,0 1,-1-1,-2-1,0 0,-2 0,1-14,18-55,26-58,-27 90,-4-1,-2-1,-4-1,2-24,-8-42,-6-2,-6-6,0-10,3 113,1-58,-5 0,-14-83,8 130,-2 0,-3 0,-1 2,-2 0,-5-4,7 13,-2 1,-1 1,-2 1,-1 1,-1 1,-22-23,-207-184,215 203,-2 2,0 1,-3 2,-1 2,-1 1,-22-9,-155-65,-16 6,164 72,-2 3,0 3,0 4,-53-3,-82-4,-2 10,-77 10,178 11,1 5,1 4,-47 18,145-34,10-2,-21 3,0 2,0 0,0 1,0 1,1 1,0 1,1 1,0 0,1 2,0 0,0 1,-8 10,-61 71,52-59</inkml:trace>
  <inkml:trace contextRef="#ctx0" brushRef="#br2" timeOffset="28085.698">16711 7626,'-27'1,"0"1,0 2,1 1,0 1,0 1,0 1,-1 2,23-9,0 0,0 0,0 0,0 1,0-1,0 1,0 0,1 0,-1 1,1-1,-1 1,1 0,0 0,0 0,0 0,1 0,-1 1,1-1,0 1,0-1,0 1,0 0,1 0,-1 0,1 0,0 0,0 0,0 0,1 1,0-1,0 0,0 0,0 0,0 1,1 0,6 6,0 0,0 0,1-1,0 0,1 0,0-1,1 0,-1-1,2 0,-1-1,1 0,0 0,1-1,0-1,3 2,25 12,-24-12,0 0,-1 1,0 1,0 0,-1 0,0 2,-1 0,0 1,4 4,-16-14,1 1,-1-1,1 0,-1 0,0 0,0 1,0-1,0 1,0-1,0 1,-1-1,1 1,-1-1,0 1,0 0,1-1,-2 1,1 0,0-1,-1 1,1-1,-1 1,0-1,0 1,0-1,0 1,0-1,0 0,-1 0,1 1,-1-1,1 0,-1 0,0 0,-5 4,0 1,-1-1,0 0,0-1,0 0,-1 0,1 0,-8 1,3 0,0-1,-1-1,0 0,0 0,0-2,-1 0,1 0,-1-1,1-1,-1-1,1 0,-8-2,-8-13,30 16,-1-1,1 0,0 1,-1-1,1 1,0-1,0 1,0-1,-1 1,1-1,0 0,0 1,0-1,0 1,0-1,0 0,0 1,0-1,1 1,-1-1,0 0,0 1,0-1,1 1,-1-1,0 1,1-1,-1 1,0-1,1 1,-1-1,0 1,1-1,-1 1,1 0,-1-1,1 1,-1 0,1-1,-1 1,1 0,0 0,-1 0,1-1,-1 1,1 0,-1 0,1 0,0 0,-1 0,1 0,0 0,14-4,0 1,1 0,-1 1,1 1,-1 1,11 0,9 0,-16 1,1-2,0 1,0-2,-1-1,1 0,-1-2,0 0,0-1,-1 0,1-2,-1 0,-1-1,0-1,1-2,-13 6,1 0,-1 0,-1 0,1-1,-1 0,-1 0,1 0,-1 0,0-1,0 1,-1-1,0 0,-1 0,0 0,0 1,0-1,-1 0,-1 0,1 0,-1 0,0 0,-1 0,0 0,-2-5,3 10,0 0,1 1,-1-1,-1 1,1-1,0 1,-1-1,1 1,-1-1,0 1,0 0,0 0,0 0,0 0,0 0,0 1,-1-1,1 1,0-1,-1 1,0 0,1 0,-1 0,0 0,1 0,-1 1,0-1,0 1,0 0,0 0,1 0,-1 0,0 0,0 1,0-1,1 1,-1 0,0 0,1 0,-1 0,0 0,1 1,-2 0,0 0,0 1,0 0,0 0,0 0,0 0,0 1,1 0,0 0,0 0,0 0,0 0,1 0,-1 1,1-1,0 1,0 0,1 0,0-1,-1 1,2 0,-1 0,0 0,1 0,0 0,0 1,1-1,0 0,-1 0,1-1,1 1,-1 0,1 0,0 0,0-1,0 1,1-1,0 0,-1 0,2 0,-1 0,1 1,11 5,1-1,0 0,0-1,1-1,0-1,0 0,1-1,-1-1,1 0,0-1,1-2,-1 1,13-2,50 2,-9-4</inkml:trace>
  <inkml:trace contextRef="#ctx0" brushRef="#br2" timeOffset="28884.193">18249 7892,'-14'-8,"0"0,-1 1,1 0,-1 1,-1 1,1 1,-1 0,-4 0,16 3,-1 0,1 0,-1 1,0 0,1 0,-1 0,1 1,-1-1,0 1,1 0,0 0,-1 1,1-1,0 1,-1 0,1 0,0 1,1-1,-1 1,0-1,1 1,-1 1,1-1,0 0,0 1,0-1,1 1,-1 0,1 0,-2 3,3-3,-1 0,1 0,-1 0,1 0,0 0,1 0,-1 0,1 0,0 0,0 0,0 0,0 1,1-1,-1 0,1 0,0 0,1 0,-1 0,1-1,-1 1,1 0,0-1,0 1,1-1,-1 0,1 1,0-1,0 0,0-1,0 1,0 0,0-1,1 0,0 0,-1 0,1 0,0-1,0 1,0-1,0 0,0 0,1 0,1 1,1 0,0-1,-1 1,1-2,0 1,0-1,-1 0,1 0,0-1,0 1,-1-2,1 1,-1-1,1 0,-1 0,1-1,-1 0,0 0,0 0,-1-1,1 0,-1 0,0 0,0-1,0 1,0-1,-1-1,0 1,0-1,0 1,-1-1,0 0,0 0,1-4,-1 1,-1 1,0-1,-1 0,0 0,0 0,-1 0,0 0,0 0,-1 1,0-1,-1 0,-1-5,-9 6,5 27,7-8,0-1,1 1,0 0,0-1,1 1,1-1,0 0,0 0,1 0,0 0,1 0,0-1,1 0,0 0,0 0,0-1,1 0,1 0,0-1,-1 0,2 0,-1-1,1 0,0 0,5 1,8 1</inkml:trace>
  <inkml:trace contextRef="#ctx0" brushRef="#br2" timeOffset="30171.446">18462 7772,'2'11,"0"-1,1 0,0 0,1 0,0 0,0 0,1-1,1 1,0-2,0 1,6 7,-9-12,116 139,-119-142,1 0,0 1,-1-1,1 0,0 0,0 0,0 0,0 0,0 0,0 0,0 0,0 0,0 0,0 0,1-1,-1 1,0-1,0 1,1-1,-1 1,0-1,1 0,-1 1,1-1,-1 0,0 0,1 0,-1 0,1 0,-1 0,0-1,1 1,-1 0,1-1,-1 1,0-1,0 0,1 1,-1-1,0 0,0 0,0 1,0-1,0 0,0 0,0 0,0 0,0-1,0 1,0 0,6-18,-1 0,-1-1,-1 1,0-1,-1 0,-2 0,0 0,-1-3,0 17,1-21,-1 35,0 4,0 0,1 0,1 1,0-1,0 0,1 0,1-1,0 1,1-1,2 5,-5-11,1-1,-1 0,1 0,0 0,0 0,1 0,-1 0,1-1,0 0,0 1,0-1,0-1,0 1,1-1,-1 0,1 0,-1 0,1 0,0-1,0 0,0 0,0 0,0 0,0-1,0 0,4 0,-4-1,1 0,-1-1,1 1,-1-1,0 0,0 0,1 0,-1-1,-1 0,1 0,0 0,-1-1,0 1,1-1,-2 0,1 0,0-1,-1 1,0-1,0 0,0 0,0 0,-1 0,1-2,4-10,-1 0,-1 0,-1 0,0-1,-1 0,-1 1,0-2,-2-1,-1 48,-1-8,0 1,2-1,1 1,0-1,4 13,-5-30,1-1,0 0,-1 0,1 1,0-1,0 0,1 0,-1 0,0 0,1 0,-1 0,1-1,0 1,-1 0,1-1,0 1,0-1,0 0,0 1,0-1,0 0,1 0,-1-1,0 1,0 0,1-1,-1 1,1-1,-1 0,0 0,1 0,-1 0,0 0,1 0,-1-1,3 0,1 0,1-1,-1 0,0 0,0-1,0 0,0 0,0 0,-1-1,1 0,-1 0,0 0,5-5,-4 1,1 1,-1-1,-1 0,1-1,-1 1,-1-1,0 0,0 0,-1-1,0 1,0-1,-1 1,1-10,-3 20,-1-1,1 0,-1 1,1-1,-1 1,1-1,0 0,-1 1,1-1,-1 0,0 0,1 0,-1 1,1-1,-1 0,1 0,-1 0,1 0,-1 0,0 0,1 0,-1 0,1 0,-1 0,1 0,-1 0,0-1,1 1,-1 0,1 0,-1-1,1 1,-1 0,1-1,-1 1,1 0,0-1,-1 1,1-1,-1 1,1 0,0-1,-1 1,1-1,0 1,0-1,-1 1,1-1,0 0,0 1,0-1,0 1,0-1,0 1,0-1,0 0,0 1,0-1,0 1,0-1,0 1,-1 4,0 0,1 1,0-1,0 1,0-1,0 1,0-1,1 1,0-1,0 0,0 1,1-1,-1 0,1 0,0 0,0 0,0 0,1 0,0-1,-1 1,1-1,2 2,78 61,-68-57,1-2,-1 0,1 0,0-1,1-2,-1 1,8-1,-19-2,1-2,0 1,0-1,-1 1,1-2,0 1,-1-1,1 1,0-2,-1 1,1 0,-1-1,0 0,1-1,-1 1,0-1,0 0,0 0,-1 0,1-1,-1 0,0 0,3-3,3-11,-1 0,0-1,-1 0,-2 0,1-1,-2 0,-1 0,-1 0,0 0,-2-1,0-12,0 25,8-164,-9-66,0 225,0-6,0 0,-2 0,0 0,-1 0,-1 0,-2-4,6 22,0 0,0 0,0 0,0 0,0 0,0 0,0 0,0 0,-1 0,1 1,0-1,0 0,-1 0,1 0,-1 0,1 0,-1 1,1-1,-1 0,1 0,-1 1,0-1,1 1,-1-1,0 0,0 1,1-1,-1 1,0-1,0 1,0 0,0-1,0 1,0 0,1 0,-1 0,0 0,0-1,0 1,0 0,0 1,0-1,0 0,0 0,0 0,0 0,0 1,1-1,-1 0,0 1,0-1,0 1,1-1,-1 1,0-1,0 1,1 0,-1-1,0 1,1 0,-1 0,-7 13,0 1,1 0,0 1,1 0,1 0,0 0,2 0,0 1,0-1,1 8,0-6,-6 32,3 1,2-1,3 1,1 0,4 12,-3-42,2 0,0 0,1-1,1 1,1-1,0 0,2-1,0 0,2 0,0-1,0 0,2-1,12 12,-17-20,1-1,1 0,-1-1,1 0,1 0,-1-1,1-1,0 0,0 0,1-1,-1 0,2-1,-7-2,0 0,0 0,0 0,1 0,-1-1,0 0,0-1,0 0,1 1,-1-2,0 1,0-1,0 0,-1 0,1-1,0 1,-1-1,0-1,1 1,-1-1,0 0,-1 0,1 0,0-1,3-7,-1-1,0 1,0-1,-2 0,1-1,-2 1,0-1,0 0,-1 0,-1 0,-1-1,0 1,0 0,-2-1,0 1,0 0,-1-1,-1 0,3 11,-1 0,1 1,-1-1,0 0,0 0,0 0,0 1,0-1,-1 1,0-1,0 1,0 0,0-1,0 1,-1 0,1 0,-1 1,0-1,-1-1,2 5,0 0,0-1,0 1,0 0,0 0,0 0,0 0,0 1,0-1,0 0,1 1,-1 0,0-1,1 1,0 0,-1-1,1 1,0 0,0 0,0 0,0 0,0 0,0 1,1-1,-1 0,1 0,-1 0,1 2,-3 5,0 0,0-1,1 1,0 0,0 0,1 1,0-1,1 0,0 0,1 0,-1 0,2 1,-1-1,2 0,-1-1,1 1,0 0,1-1,0 1,0-1,1 0,0-1,0 1,1-1,0 0,0 0,0-1,1 0,0 0,1 0,3 1,5 0,1 0,0-1,0-2,0 1,1-2,-1 0,1-1,0-1,-1-1,11-1,17-1</inkml:trace>
  <inkml:trace contextRef="#ctx0" brushRef="#br2" timeOffset="31342.575">20441 7866,'1'-3,"0"1,0-1,0 0,0 0,-1 0,1 1,-1-1,0 0,1 0,-1 0,-1 0,1 0,0 0,-1 0,1 0,-1 0,0 0,0 1,0-1,0 0,-1 1,1-1,-1 1,0-1,1 1,-1 0,0-1,0 1,-1 0,1 0,0 1,-1-1,1 0,-1 1,0-1,-2 1,0 1,0-1,0 1,0 0,0 0,0 1,0-1,0 1,1 0,-1 1,0-1,0 1,1 0,-1 0,1 0,0 1,-1 0,1 0,0 0,1 0,-1 0,0 1,1 0,0-1,0 1,0 0,0 1,1-1,0 0,0 1,0 0,0-1,0 1,1 0,0 0,0 0,1 0,-1 0,1 0,0 0,0 0,1 0,0-1,-1 1,2 0,-1 0,0 0,1 0,0-1,0 1,1-1,1 4,1-3,1-1,0 1,-1-1,2 0,-1-1,0 1,1-1,-1-1,1 1,0-1,0 0,0 0,0-1,0 0,0 0,0-1,0 0,1 0,-1-1,0 0,0 0,0 0,0-1,0 0,0-1,-1 0,1 0,-1 0,0 0,0-1,0 0,0-1,0 1,-1-1,3-4,-1 0,0-1,-2 0,1 0,-1 0,0-1,-1 0,-1 0,1 0,-2 0,1-4,-4 28,0 0,1 0,0 0,1 0,1 0,0 0,1 0,0 0,1 0,1-1,0 0,0 0,4 6,-7-16,-1 0,1 1,-1-1,1 0,0 0,0 0,0 0,0 0,0-1,0 1,0-1,1 1,-1-1,0 0,1 0,0 0,-1 0,1 0,-1-1,1 1,0-1,-1 1,1-1,0 0,0 0,-1-1,1 1,0 0,-1-1,1 0,-1 1,1-1,0 0,-1 0,0-1,1 1,-1 0,0-1,1 0,-1 1,0-1,0 0,-1 0,2 0,10-18,-1 1,0-1,-2-1,0 0,-1 0,-1-1,0-5,-2 7,1 0,0 0,2 1,0 0,1 0,1 1,1 0,10-10,-21 26,1 0,-1 0,1 1,-1-1,1 1,0-1,-1 1,1 0,0-1,0 1,0 0,0 0,0 0,0 1,1-1,-1 1,0-1,0 1,0-1,1 1,-1 0,0 0,0 0,1 1,-1-1,0 0,0 1,0 0,0-1,1 1,-1 0,0 0,0 0,0 0,-1 0,1 1,0-1,0 1,-1-1,1 1,-1-1,1 1,-1 0,0 0,2 1,5 15,0-1,-1 1,-1 0,-1 1,0-1,-1 1,-1 0,-1 0,-1 0,0 0,-2 11,0 97,-2-74,4 0,1 0,7 33,-7-72,1-1,0 1,1-1,0 0,1 0,0 0,1-1,0 1,1-1,1-1,0 0,0 0,1 0,1-1,-1 0,2-1,-1 0,1-1,1 0,-1-1,1 0,1-1,0 1,-11-7,0 1,1-1,-1 1,0-1,0 0,0 1,0-1,1 0,-1-1,0 1,0 0,0-1,0 1,1-1,-1 0,0 1,0-1,0 0,0 0,0 0,-1-1,1 1,0 0,-1-1,1 1,0-1,-1 0,0 1,1-1,-1 0,0 0,0 0,0 0,0 0,0 0,-1 0,1 0,-1 0,1 0,-1-1,0 1,1 0,-1 0,0 0,-1-1,0-14,0 1,-2-1,0 1,0-1,-2 1,0 0,-1 1,-1-1,0 1,-1 0,0 1,-1 0,-1 0,0 1,-3-1,-4-7,-2 1,0 1,-1 1,0 1,-2 0,0 2,-1 1,0 0,-1 2,-1 0,1 2,-2 1,-5-1,25 6,25 4,-9 1,59-5,0-3,-1-2,0-4,48-15,-65 19,-50 9,-1 1,1 0,-1-1,0 1,1 0,-1-1,0 1,1 0,-1 0,0-1,0 1,0 0,0 0,0 0,0-1,0 1,0 0,0 0,0 0,0-1,0 1,0 0,-1 0,1-1,0 1,0 0,-1-1,1 1,-1 0,1-1,-1 1,1 0,-1-1,1 1,-1-1,1 1,-1-1,0 1,0 1,-1 0,1-1,-1 1,0 0,1-1,0 1,-1 0,1 0,0 0,0 0,0 0,0 1,0-1,0 0,1 0,-1 1,1-1,-1 0,1 0,0 1,0-1,0 1,0-1,1 0,-1 0,1 1,-1-1,1 0,0 0,0 1,0-1,0 0,0 0,1 1,5 3,0-1,1 0,-1 0,1 0,1-1,-1 0,0-1,1 0,0 0,-1-1,1 0,0-1,0 1,0-2,0 1,1-2,-6 1,0-1,0 0,0-1,0 1,0-1,-1 0,1 1,-1-2,1 1,-1 0,0-1,0 1,0-1,0 0,0 0,0 0,-1-1,0 1,0-1,0 1,0-1,0 0,-1 1,1-1,-1 0,0 0,0 0,-1 0,1 0,-1 0,0 0,0 0,0 0,-1-1,1 1,-1 0,0 0,0 0,0 1,-1-1,1 0,-1 0,0 1,0-1,0 1,-1 0,-1-2,0-2,-1 0,-1 0,1 0,-1 1,0-1,-1 2,1-1,-1 1,0 0,-1 0,1 1,-1 0,0 0,0 1,0 0,-6-1,9 2,0 1,0 0,0 1,0-1,0 1,1 0,-1 0,0 1,0-1,0 1,0 0,0 0,1 1,-1-1,0 1,1 0,0 1,-1-1,1 1,0 0,0 0,0 0,1 0,-1 0,1 1,0 0,0 0,0 0,-2 4,2-3,0-1,1 1,0 0,0 0,0 0,0 0,1 0,0 0,0 1,0-1,1 0,0 1,0-1,0 0,1 0,0 1,0-1,0 0,0 0,1 0,0 0,0 0,0 0,1 0,-1-1,1 1,0-1,1 0,-1 0,1 0,0 0,0 0,0-1,0 0,0 0,1 0,0 0,0-1,26 11</inkml:trace>
  <inkml:trace contextRef="#ctx0" brushRef="#br2" timeOffset="31588.073">21524 7452,'-14'0,"-6"4,-1 9,4 6,5 1</inkml:trace>
  <inkml:trace contextRef="#ctx0" brushRef="#br2" timeOffset="31810.477">21604 7973,'13'16,"12"7,9 3,4-2,6-4,4-6,3-7,2-10,-4-9,-5-6,-10-1</inkml:trace>
  <inkml:trace contextRef="#ctx0" brushRef="#br2" timeOffset="32782.408">22232 4711,'0'2,"5"1,5 3,14-1,12-1,18 0,14-2,15-1,8-1,3 1,-3-2,-11 1,-14 0,-20 0,-23 0,-22 2,-18 3,-7 1</inkml:trace>
  <inkml:trace contextRef="#ctx0" brushRef="#br2" timeOffset="33068.642">22393 5005,'23'3,"20"0,20-1,15-2,7-3,4-2,-5-2,-12 0,-16 1,-15 2,-17 2,-15-2,-9 1</inkml:trace>
  <inkml:trace contextRef="#ctx0" brushRef="#br2" timeOffset="33558.049">22941 4336,'-1'0,"1"0,0 0,-1 0,1 0,-1 0,1-1,-1 1,1 0,0 0,-1 0,1 0,-1 0,1 0,0 1,-1-1,1 0,-1 0,1 0,0 0,-1 0,1 1,-1-1,1 0,0 0,-1 1,1-1,0 0,-1 0,1 1,0-1,0 0,-1 1,1-1,0 0,0 1,0-1,0 1,-1-1,1 0,0 1,0-1,0 1,0-1,0 0,0 1,0-1,0 1,0-1,0 1,0-1,0 0,0 1,0-1,1 1,-1-1,0 0,0 1,0-1,1 0,-1 1,0-1,0 0,1 1,-1-1,0 0,1 1,-1-1,0 0,1 0,5 7,0 0,1 0,-1-1,2 0,-1 0,1-1,-1 0,1 0,9 3,-5-1,176 87,-118-62,-1 3,-2 3,15 14,-69-42,0 0,-1 1,0 0,0 0,-2 1,1 1,6 11,-13-18,-1-1,0 0,-1 1,1-1,-1 1,0 0,-1 0,1 0,-1 0,0 0,-1 0,1 0,-1 0,0 0,-1 0,0 0,0 0,0 0,-1 0,1 0,-1 0,-1 1,-7 10,0-1,-2 0,0 0,0-1,-1-1,-1 0,-1 0,-11 7,20-15,-468 377,438-347,10-8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4:23.9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522 3516,'736'-36,"-674"34,1 2,-1 3,0 3,0 2,6 4,-68-12,0 0,-1 0,1 0,0 0,0-1,0 1,0 0,0 0,0-1,0 1,0 0,0 0,0 0,-1-1,1 1,0 0,0 0,0-1,1 1,-1 0,0 0,0-1,0 1,0 0,0 0,0 0,0-1,0 1,0 0,0 0,1 0,-1-1,0 1,0 0,0 0,0 0,1 0,-1-1,0 1,0 0,0 0,-8-10,3 1</inkml:trace>
  <inkml:trace contextRef="#ctx0" brushRef="#br0" timeOffset="671.075">1658 3209,'-3'-142,"-3"121,6 21,0 0,0 0,0 1,0-1,0 0,0 0,0 1,0-1,0 0,0 0,0 0,0 1,-1-1,1 0,0 0,0 0,0 1,0-1,0 0,-1 0,1 0,0 0,0 1,0-1,-1 0,1 0,0 0,0 0,0 0,-1 0,1 0,0 0,0 0,-1 0,1 0,0 0,0 0,0 0,-1 0,1 0,0 0,0 0,-1 0,1 0,0 0,0 0,-1 0,1 0,0 0,0 0,0-1,0 1,-1 0,1 0,0 0,0 0,0-1,-5 28,2 0,1 0,2 0,0 0,4 18,5 36,4-1,19 63,-12-63,-5 1,4 51,-29-203,-12-522,21 573,-3-70,-4 1,-6-20,9 88,2 16,4 15,7 10,1-1,1 0,0 0,2-1,0 0,1-1,0 0,2-1,0-1,1 0,9 6,292 242,-241-169,-73-90,-1 1,1 0,-1 0,0 0,0 0,-1 0,1 0,-1 0,0 1,-1-1,1 0,-1 1,0-1,0 1,-1-1,0 0,0 1,0-1,0 0,-1 0,0 1,-6 6,-1 0,0 0,-1-1,0 0,-1 0,0-1,-1-1,0 0,0-1,-1 0,0 0,0-2,-3 1,-28 14,-1-2,-1-2,0-2,-1-2,-39 5,19-14,67-5,-1 1,1 0,-1 0,1-1,0 1,-1 0,1-1,-1 1,1 0,0-1,-1 1,1-1,0 1,-1-1,1 1,0-1,0 1,-1-1,1 1,0-1,0 1,0-1,0 1,0-1,0 1,0-1,0 1,0-1,0 1,0-1,0 1,0-1,0 0,0 1,1-1,-1 1,0-1,0 1,1 0,-1-1,0 1,1-1,-1 1,0-1,1 1,-1 0,1-1,-1 1,0 0,1-1,-1 1,1 0,-1 0,1 0,0-1,17-15</inkml:trace>
  <inkml:trace contextRef="#ctx0" brushRef="#br0" timeOffset="1068.099">2353 3355,'-1'0,"0"-1,0 1,0-1,0 1,0 0,0 0,0-1,0 1,0 0,0 0,0 0,0 0,0 0,0 1,0-1,0 0,0 0,0 1,0-1,0 0,0 1,0-1,0 1,0-1,0 1,1 0,-1-1,0 1,0 0,1 0,-1-1,0 1,1 0,-1 0,1 0,-1 0,1 0,-1 0,1 0,0 0,-1 0,1 0,0 0,0 0,0 0,0 0,0 0,0 0,0 0,0 0,0 0,1 0,-1 0,0 1,0 7,0 0,0-1,1 1,0 0,1 0,-1-1,2 1,-1 0,1-1,1 0,-1 0,1 0,1 0,-1-1,1 1,1-1,-1 0,1-1,1 1,-1-1,1-1,3 3,-5-3,1-1,-1 0,1-1,0 1,0-1,0 0,0 0,1-1,-1 0,1 0,0 0,-1-1,1 0,0-1,0 1,0-1,-1 0,1-1,0 0,0 0,-1 0,1-1,0 0,-1 0,0-1,1 0,-1 0,0 0,1-2,-1 0,-1-1,1 1,-1-1,-1-1,1 1,-1-1,0 1,0-1,-1 0,0-1,0 1,-1 0,0-1,0 0,0 1,-1-1,-1 0,1 0,-1 0,0 1,-1-1,0 0,0 0,-1 1,0-1,0 0,-1 1,0 0,0 0,-1 0,0 0,0 0,0 1,-1 0,0-1,0 2,-1-1,0 1,0 0,0 0,0 0,-2 0,3 1,0 1,0-1,0 1,0 0,-1 0,1 0,-1 1,0 0,0 0,1 0,-1 1,-1 0,1 0,0 0,0 1,0 0,0 0,0 1,-1 0,1 0,0 0,0 1,1-1,-1 1,0 1,0-1,1 1,0 0,-1 1,1-1,0 1,1 0,-1 0,1 0,0 1,0 0,0-1,0 2,-1 1,4-2,-1 0,1 0,0 0,0 1,1-1,0 0,-1 0,2 0,-1 1,1-1,-1 0,1 0,1 0,-1 0,1 0,0 0,0 0,0 0,1-1,0 1,0 0,20 26</inkml:trace>
  <inkml:trace contextRef="#ctx0" brushRef="#br0" timeOffset="1400.225">2595 3489,'0'-2,"4"-1,9 0,13 0,16 2,17-1,11 2,9 0,3 0,0-2,-5-1,-9 0,-12 1,-12 0,-17 1,-15 1,-14 0,-6 0</inkml:trace>
  <inkml:trace contextRef="#ctx0" brushRef="#br0" timeOffset="-1353.633">187 2059,'301'10,"470"-7,-682-6,-89 3,0 0,-1 0,1 0,0-1,0 1,0 0,0 0,0-1,-1 1,1 0,0-1,0 1,0 0,0 0,0-1,0 1,0 0,0-1,0 1,0 0,0 0,0-1,0 1,1 0,-1 0,0-1,0 1,0 0,0 0,0-1,1 1,-1 0,0 0,0-1,0 1,0 0,1 0,-1 0,0 0,0-1,1 1,-1 0,0 0,0 0,1 0,-1 0,0 0,1 0,-1 0,0 0,0 0,1 0,-1 0,0 0,1 0,-30-13,25 11,-3 0,4 1,-1 0,0 0,0 0,0 0,1-1,-1 0,1 0,-1 0,1 0,0 0,0 0,0-1,0 0,0 0,1 1,-1-2,1 1,-1 0,1 0,0-1,1 1,-1-1,0 1,1-1,0 0,0 0,0-2,4-222,0 225,1 22,0 6,22 138,-7 2,-5 38,-12-146,5-88,-6-161,-15-107,5 146,-7-85,21 252,1-1,1 0,-1 0,2-1,0 1,0-2,1 1,1-1,0-1,0 0,1 0,4 2,23 13,0-1,2-2,0-2,2-2,0-1,0-2,15 1,92 36,-143-51,0 0,-1 1,1 0,-1 0,1 0,-1 0,0 1,0 0,0 0,0 1,0-1,-1 1,0 0,1 0,-2 0,1 1,0 0,-1-1,0 1,0 0,0 1,-1-1,0 0,0 1,0-1,0 4,-5 4,-2-1,1 1,-2-1,0 0,0-1,-1 0,0 0,-1 0,0-1,-1 0,0 0,0-1,-1 0,-1-1,-4 3,-47 41,-3-2,-2-3,-2-4,-13 4,77-45,12-6,-4 2,15-9</inkml:trace>
  <inkml:trace contextRef="#ctx0" brushRef="#br0" timeOffset="-915.21">2113 1912,'-6'3,"0"1,1 0,0 0,0 1,1-1,-1 1,1 0,0 0,0 1,0-1,1 1,0 0,0 0,0 0,1 0,0 0,0 1,1-1,0 1,0-1,0 1,1-1,0 1,0-1,1 1,-1 0,1-1,1 1,0-1,-1 0,2 0,-1 1,1-1,0-1,0 1,1 0,-1-1,1 0,1 1,-1-2,1 1,1 1,2 0,0-1,0 0,1 0,0-1,0 0,0 0,0-1,0 0,1-1,-1 0,1 0,0-1,0 0,0-1,-1 0,1-1,1 0,-4 0,-1 0,1 0,0-1,-1 1,1-2,-1 1,1-1,-1 0,0 0,0-1,-1 1,1-1,-1-1,0 1,0-1,0 0,0 0,-1 0,0-1,0 0,-1 1,1-1,-1-1,2-4,-2 0,-1 0,0 0,0 0,-1 0,-1 0,1 0,-2-1,0 1,0 0,-1 0,0 0,-1 0,0 0,-1 1,0-1,-1 1,0 0,-1 0,1 1,-2-1,0 1,0 1,0-1,-1 1,0 1,-1-1,0 1,0 1,0 0,-1 0,0 1,0 0,-3-1,8 5,1 0,-1 0,0 0,1 1,-1 0,0 0,1 0,-1 0,0 1,0-1,1 1,-1 1,1-1,-1 0,1 1,0 0,-1 0,1 1,0-1,0 1,0 0,1 0,-1 0,1 0,0 0,0 1,0 0,0 0,0 0,1 0,0 0,0 0,0 0,0 1,1-1,-1 1,1-1,0 1,1 0,-1 0,1-1,0 1,0 0,0-1,1 1,0 0,0-1,1 5,1-2,0 0,0 0,1-1,-1 1,2-1,-1 1,1-1,0-1,0 1,1-1,2 3,30 22</inkml:trace>
  <inkml:trace contextRef="#ctx0" brushRef="#br0" timeOffset="-629.961">2514 2072,'18'-12,"20"-3,17 1,15 0,9 3,7 3,1 3,-6 2,-10 2,-15 1,-23 3,-17 0</inkml:trace>
  <inkml:trace contextRef="#ctx0" brushRef="#br0" timeOffset="-3438.367">0 708,'914'3,"-708"4,-199-10,-24-3,-8-3,24 7,-1-1,1 0,0 1,0-1,0 0,0 0,0 1,0-1,1 0,-1 0,1 0,0 0,0 0,0 0,0 0,1 0,-1 0,1 0,0 0,0 1,0-1,0 0,1-1,-1-3,11-39,-2-1,-2-1,-2 1,-2-1,-2-24,11 298,0 202,-15-379,2-50,-1 1,1 0,0 0,0 0,0 0,0 0,0 0,-1 0,1 0,0 0,0 0,0 0,0 0,0 0,-1 0,1 0,0 0,0 0,0 0,0 0,-1 0,1 0,0 0,0 0,0 0,0 0,0 0,0 0,-1 1,1-1,0 0,0 0,0 0,0 0,0 0,0 0,0 0,0 1,-1-1,1 0,0 0,-3-17,-7-108,-10-112,-44-195,54 384,38 76,19 21,3-2,1-3,3-1,26 13,83 69,-156-121,0 0,-1 0,0 1,0 0,0 0,-1 0,0 1,0-1,0 1,0 1,-1-1,0 1,-1-1,1 1,-1 0,-1 0,1 1,-1-1,0 0,-1 1,0-1,0 1,-1 0,0-1,0 1,0 0,-1-1,-1 3,-8 8,-2 0,0-1,-1 0,0-1,-1-1,-1 0,-1-1,0 0,0-1,-1-1,-1-1,-6 3,-12 8,-1-2,-1-1,-1-2,0-1,-1-3,-34 8,14-15,57-14,53-24,-13 13</inkml:trace>
  <inkml:trace contextRef="#ctx0" brushRef="#br0" timeOffset="-3049.398">1658 682,'-4'2,"0"0,0 0,1 0,-1 1,1 0,-1-1,1 1,0 0,0 0,1 1,-1-1,1 1,-1-1,1 1,0 0,0 0,1 0,-1 0,1 0,0 0,0 0,0 0,1 1,-1-1,1 0,0 1,0-1,1 0,-1 0,1 1,0-1,0 0,0 0,1 0,-1 0,1 0,0 0,0 0,1-1,-1 1,1-1,-1 0,1 1,0-1,1 0,-1-1,0 1,2 0,5 2,-1-1,1-1,-1 1,1-2,0 1,0-1,0-1,0 0,1 0,-1-1,0 0,0-1,0 0,1-1,-1 0,-1-1,1 1,0-2,-1 0,1 0,-1 0,0-1,0-1,-1 0,0 0,0 0,0-1,-1 0,0-1,0 1,-1-1,1-2,-3 5,0 0,-1-1,1 0,-1 1,0-1,-1 0,0-1,1 1,-2 0,1-1,-1 1,0-1,-1 1,1-1,-1 1,0-1,-1 1,0-1,0 1,0-1,-1 1,0 0,0-1,0 1,-1 0,0 0,0 1,-1-1,0 1,0-1,0 1,0 0,-1 1,0-1,0 1,0 0,-4-3,0 3,0-1,0 1,-1 0,1 1,-1 0,1 1,-1 0,0 0,0 1,0 1,0-1,0 2,0-1,-8 3,13-3,0 1,0 0,0 0,0 1,0 0,0 0,0 0,1 0,-1 1,1-1,0 1,0 0,0 1,0-1,0 1,1 0,-1 0,1 0,0 0,0 0,1 1,-1-1,1 1,0 0,0-1,1 1,0 0,-1 0,1 1,1 0,0 0,0 0,1-1,-1 1,1 0,1-1,-1 1,1 0,0-1,0 0,0 1,1-1,0 0,0 0,0-1,1 1,-1-1,1 1,0-1,1 0,0 0,29 25</inkml:trace>
  <inkml:trace contextRef="#ctx0" brushRef="#br0" timeOffset="-2780.424">2020 775,'20'-7,"23"-4,20-1,17 0,14 2,4 2,-1 3,-8 3,-12 0,-17 2,-19 3,-18 0,-20 3,-18 0,-5-1</inkml:trace>
  <inkml:trace contextRef="#ctx0" brushRef="#br0" timeOffset="5287.288">2768 695,'18'0,"18"0,15 0,12 0,8 0,3 0,-4 0,-11 0,-16 3,-20-1,-19 4,-9-1</inkml:trace>
  <inkml:trace contextRef="#ctx0" brushRef="#br0" timeOffset="6455.432">3356 54,'-14'324,"6"-55,-8-105,4-73,4 0,5 0,3 1,4-1,6 14,7-10,-8-59,-2 1,-1 1,-2-1,-1 1,-2-1,-2 1,-1 0,-6 26,0-17,2 1,2-1,3 1,3 40,-1-3,0 15,4 0,5 0,4-1,6 9,-3-28,-5 1,-2 1,-3 29,-7-79,-1 14,2-1,2 1,3 0,1-1,72 331,-66-290,-7-40,2 0,2-1,1 0,15 32,-8 15,-18-91,0 0,-1 0,1 0,0 0,0 0,1 0,-1 0,0 0,0 0,0 0,1 0,-1 0,0 0,1 0,-1 0,1 0,-1 0,1-1,0 1,-1 0,1 0,0 0,0-1,-1 1,1 0,0-1,0 1,0-1,0 1,0-1,0 0,0 1,0-1,0 0,0 1,0-1,0 0,0 0,0 0,0 0,0 0,0 0,0 0,0 0,0-1,0 1,0 0,0-1,0 1,0 0,0-1,-1 1,1-1,0 0,0 1,0-1,15-16,-2-3</inkml:trace>
  <inkml:trace contextRef="#ctx0" brushRef="#br0" timeOffset="8564.063">3342 26,'190'-19,"-49"12,0 7,-1 6,0 6,94 23,-129-20,0 4,-2 5,-1 5,-1 4,-1 4,-2 5,29 20,-94-41,-1 1,-1 2,-1 1,-1 2,-1 0,-1 2,-2 1,-1 1,-1 1,16 32,31 62,-5 2,-7 3,42 137,-77-163,-4 1,-5 0,-4 2,-5-1,-5 1,-8 42,6-62,-3 17,-3 0,-6-1,-4-1,-4 0,-5-1,-40 97,22-87,-5-2,-45 72,73-149,-1 0,-2-1,-1-1,-1-1,-2-2,-1-1,0-1,-15 7,-181 153,190-154,-1-1,-1-2,-2-2,-1-1,-1-3,-1-1,-1-2,0-2,-2-2,-31 7,-191 35,84 0,57-33,12-8,-37-12,128-10,15-1</inkml:trace>
  <inkml:trace contextRef="#ctx0" brushRef="#br0" timeOffset="17508.645">5909 1792,'109'8,"1487"5,-1457-17,106-19,-220 19,-20 1,-9 1</inkml:trace>
  <inkml:trace contextRef="#ctx0" brushRef="#br0" timeOffset="18171.416">7099 521,'19'44,"-3"-1,-1 2,5 34,-12-49,22 144,-33-139,3-34,0-1,0 1,0-1,0 1,0-1,0 1,-1-1,1 1,0-1,0 1,0-1,-1 1,1-1,0 1,0-1,-1 0,1 1,0-1,-1 1,1-1,-1 0,1 1,0-1,-1 0,1 0,-1 1,1-1,-1 0,1 0,-1 0,1 0,-1 1,1-1,-1 0,1 0,-1 0,1 0,-1 0,1 0,-1 0,1 0,-1-1,1 1,-1 0,1 0,-1 0,1 0,-1-1,1 1,-1 0,1-1,0 1,-1 0,1-1,-1 1,1 0,0-1,-1 1,1-1,0 1,-6-8,1 0,0-1,1 1,0-1,0 0,1 0,0 0,1-1,0 1,0-1,0-8,-1 3,-11-98,5 0,5 0,5-36,0 127,-2 2,1 11,-1 1,1-1,1 1,0-1,0 1,0 0,1-1,0 1,4-8,-3 14,0-1,0 0,0 1,1 0,-1 0,1 0,0 0,-1 0,1 1,0 0,0 0,0 0,0 0,0 0,0 1,0 0,0 0,0 0,0 0,2 1,-2-1,47 2,-1 1,1 3,-1 3,32 9,-73-16,1 0,0 0,0 0,-1 1,1 1,-1-1,1 1,-1 1,-1 0,1 0,-1 1,5 3,-2 12,-10-1</inkml:trace>
  <inkml:trace contextRef="#ctx0" brushRef="#br0" timeOffset="18458.948">7153 521,'23'10,"20"4,22 0,21 1,12-1,3 0,-17-3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5:22.6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41 442,'0'0,"0"1,-1-1,1 0,0 1,0-1,0 0,0 0,0 1,0-1,0 0,-1 1,1-1,0 0,0 0,0 0,-1 1,1-1,0 0,0 0,0 0,-1 1,1-1,0 0,-1 0,1 0,0 0,0 0,-1 0,1 0,0 0,-1 1,1-1,0 0,0 0,-1 0,1 0,0-1,-1 1,1 0,0 0,-1 0,1 0,0 0,0 0,-3 35,-1 133,8 0,8 0,11 37,-13-114,-4 1,-5 62,0 0,13 119,-7-109,-1 29,5-124,-9-66,-1-1,1 0,-1 0,1 0,0 0,0 0,0 0,0-1,0 1,0-1,0 1,1-1,-1 0,0 0,1 0,-1 0,1 0,-1 0,1-1,0 1,-1-1,1 0,0 0,-1 0,1 0,-1 0,1 0,0-1,-1 0,1 1,-1-1,1 0,-1 0,1 0,-1 0,1-1,12-1,53-7,0 4,68 2,682 5,-472 12,193-2,-454-14,428-1,-218 11,3-13,378 0,-433 7,-240-1,-1 0,0 0,1 0,-1 0,0-1,1 1,-1 0,0-1,1 0,-1 1,0-1,0 0,0 0,0 0,0-1,0 1,0 0,0-1,0 1,-1-1,1 0,-1 1,1-1,-1 0,0 0,1 0,-1 0,0 0,0 0,0-1,-1 1,1 0,-1 0,1-1,-1 1,1-2,12-68,-2-1,-4 0,-2 0,-4 0,-3-1,1 12,1 40,3-177,-10-1,-8 1,-33-150,9 136,4-37,2-54,33 272,-7-39,6 71,-1-1,1 0,0 1,-1-1,1 1,0-1,-1 1,1 0,-1-1,1 1,-1 0,1 0,-1 0,1 0,-1 0,1 1,-1-1,1 0,-1 1,1-1,-1 1,1-1,0 1,-1 0,1-1,0 1,0 0,0 0,-1 0,1 0,0 0,0 0,0 0,0 1,1-1,-1 0,0 1,0-1,1 0,-1 1,1-1,-9 8,-3-2,-1 0,1 0,-1-2,0 0,0 0,-1-1,1 0,-1-2,0 1,0-2,0 0,0 0,0-2,-3 0,-26 3,-152 10,-396 14,-186-45,93-12,24 18,-108 8,611-23,154 28,0-1,0 1,1-1,-1 1,0 0,0 0,0 1,0-1,1 0,-1 1,0 0,0 0,1 0,-1 0,0 0,1 0,-1 1,1-1,0 1,-1-1,1 1,0 0,0 0,0 0,0 1,1-1,-1 0,0 0,1 1,0-1,-1 1,1 0,0 0,0 16,0 0,1 0,1 0,1 0,1 0,1 0,0 0,1-1,1 1,1-2,0 1,8 11,-5-6,14 38,-1 1,-4 1,11 65,-14-19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5:32.4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33 188,'20'170,"-17"-77,-5 0,-4 0,-16 86,7-69,10-58,1 0,3 0,2 0,2 0,2 0,10 37,52 147,-45-172,-3 1,-2 0,-4 2,-2-1,-3 13,-7-63,-2-13,0 0,0 0,1 0,-1 0,1 0,0 0,0 0,0 0,1 0,-1 0,0 0,1 0,0 0,0-1,0 1,0 0,0 0,1-1,-1 1,1-1,0 1,-1-1,1 0,0 1,0-1,1 0,-1 0,0-1,1 1,-1 0,1-1,0 1,-1-1,1 0,0 0,0 0,1 0,15 0,57 15,-38-1,2-2,-1-2,1-1,1-2,0-2,0-2,0-1,10-3,-34 1,485 5,-309-7,416 1,-158 13,788-13,-1197 5,-41-6,1-1,-1 1,0-1,0 0,0 1,0-1,0 0,0 1,-1-1,1 0,0 0,-1 0,0 0,1 0,-1 1,0-1,0 0,0 0,0 0,0 0,0 0,-1 0,1 0,0-5,-2-671,-8 401,-42-261,20 182,33 340,-1 14,1 0,-1 0,1 0,-1 0,0 0,0 0,0-1,0 1,0 0,-1 0,1 0,0 0,-1 0,0 0,1 0,-1 0,0 0,0 0,0 0,-1 0,1 0,0 1,-1-1,1 0,-1 1,1-1,-1 1,0-1,-15-2,1 0,-1 1,0 0,0 1,0 1,-10 1,-30-2,-701-32,469 26,-627-52,257-17,418 63,-82 12,156 3,166-1,-1 0,1 0,0 0,-1 0,1 0,-1 0,1 0,-1 0,1 1,0-1,-1 0,1 1,0 0,-1-1,1 1,0 0,0-1,0 1,-1 0,1 0,0 0,0 0,0 0,0 0,1 0,-1 1,0-1,0 0,1 0,-1 1,1-1,-1 0,1 1,-1-1,1 1,0-1,0 0,0 2,-17 58,5-27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4.5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0,'0'18,"2"18,4 16,-1 10,3 9,-1 3,-1 1,-2-1,-2-13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6.6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1,'26'0,"34"-1,0 3,0 3,40 8,-51 4,-48-17,0 1,0-1,0 1,0 0,0-1,0 1,0 0,0-1,-1 1,1 0,0 0,-1 0,1 0,0 0,-1 0,1 0,-1 0,1 0,-1 0,0 0,0 0,1 0,-1 0,0 0,0 0,0 1,0-1,0 0,0 0,0 0,-1 0,1 0,0 0,0 0,-1 0,1 0,-1 0,1 0,-1 0,1 0,-1 0,0 1,-9 8,1-1,-1 1,-1-1,0-1,0 0,-1-1,0 0,-10 4,-3 3,-60 44,85-58,-1 1,0-1,1 1,-1 0,0-1,1 1,-1-1,1 1,-1 0,1-1,-1 1,1 0,0 0,-1-1,1 1,0 0,0 0,0 0,-1-1,1 1,0 0,0 0,0 0,0-1,0 1,0 0,1 0,-1 0,0-1,0 1,1 0,-1 0,0 0,1-1,-1 1,0 0,1-1,-1 1,1 0,0-1,-1 1,1-1,0 1,36 15,36 5,-35-11,0 1,-1 2,-1 2,31 16,-62-29,0 1,0-1,0 1,0 0,-1 0,0 0,1 1,-1-1,0 1,-1 0,1 0,-1 1,1-1,-1 1,-1-1,1 1,-1 0,0 0,0 0,0 1,0-1,-1 0,0 1,0-1,-1 1,0-1,0 1,0-1,0 1,-1-1,0 0,-1 4,-6 4,0-1,-1 0,0-1,-1 0,0-1,-1 0,0 0,-1-1,0-1,0 0,-1 0,0-2,0 1,0-2,-15 5,-97 24,124-33,1-1,-1 1,0-1,1 1,-1-1,0 0,0 1,1-1,-1 0,0 1,0-1,0 0,1 0,-1 0,0 0,0 0,0 0,1 0,-1 0,0 0,0 0,0 0,1 0,-1-1,0 1,0 0,1 0,-1-1,0 1,0-1,1 1,-1-1,1 1,-1-1,0 1,1-1,-1 1,1-1,-1 0,1 1,-1-1,1 0,0 0,-1 1,1-1,0 0,0 0,-1 0,1 1,0-1,0 0,0 0,0 0,0 1,0-1,0 0,0 0,1 0,-1 1,0-1,1-1,15-16,6-2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6.9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1,'25'2,"22"2,19 1,12 0,4 2,-6 2,-12-1,-18 0,-17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7.2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0,'16'0,"14"0,19 0,16 0,15 0,13 0,6 0,0 0,-17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7.5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127 1,'-5'0,"0"0,0 0,1 1,-1 0,1 0,-1 0,1 1,-1-1,1 1,0 0,-1 1,1-1,0 1,1-1,-1 1,0 0,1 1,-1-1,1 0,0 1,1 0,-1 0,0 0,1 0,-2 4,-1 4,1-1,0 1,1 0,0 0,1 0,0 0,1 1,0-1,1 6,1-1,0 0,1 0,1 0,0 0,2-1,-1 1,2-1,1 0,0-1,0 0,2 0,0 0,0-1,2 0,-1-1,2-1,0 1,0-2,1 0,1 0,0-1,0-1,14 7,-22-13,0-1,1 1,-1-1,0-1,1 1,0-1,-1 0,1-1,0 1,-1-1,1-1,0 1,-1-1,1 0,-1-1,1 0,-1 0,1 0,-1 0,0-1,0 0,0-1,-1 1,1-1,-1 0,0-1,0 1,0-1,-1 0,1 0,-1 0,-1-1,1 1,-1-1,0 0,0 0,1-4,2-7,-1 0,-1 0,0-1,-2 1,0-1,-1 1,0-1,-2 0,0 1,-1-1,0 0,-2 1,0 0,-1 0,-1 0,0 1,-1-1,-1 2,0-1,-9-10,13 20,0 1,0 0,0 0,-1 0,0 0,0 1,0 0,0 0,-1 0,1 1,-1-1,0 1,0 1,0-1,-1 1,1 0,-1 1,1-1,-1 1,1 1,-1-1,0 1,1 0,-1 1,0-1,1 2,-1-1,1 0,0 1,-1 0,1 1,0-1,0 1,0 1,0-1,1 1,0 0,-5 3,4 2,0 0,0 1,1 0,0-1,1 2,0-1,0 0,1 1,1-1,0 1,0 0,1 0,0 0,1 0,0 0,1 0,0 0,1 0,0 0,1-1,0 1,1-1,0 0,0 0,1 0,1 0,-1-1,1 0,2 2,34 45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7.8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1 483,'61'-424,"-48"366,-14 84,-7 24,3 0,2 0,2 1,2-1,3 1,1-1,3 0,2-1,3 0,17 47,-11-55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8.1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0 392,'23'-367,"-22"343,-3 29,-5 43,2 2,2 1,3-1,1 1,3-1,3 0,1 0,5 11,12 22,1-12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5.0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 0,'9'16,"13"19,10 17,15 18,12 13,10 8,7 4,2 1,-3-6,-6-8,-9-12,-13-13,-15-14,-12-14</inkml:trace>
  <inkml:trace contextRef="#ctx0" brushRef="#br0" timeOffset="284.245">664 174,'-19'-2,"-14"5,-13 15,-15 17,-11 19,-9 18,-4 13,3 8,11 2,16-5,16-7,22-14,15-19</inkml:trace>
  <inkml:trace contextRef="#ctx0" brushRef="#br0" timeOffset="644.277">891 882,'5'13,"2"-1,-1 0,1 0,1-1,0 0,1 0,0-1,0 0,1-1,1 0,-1 0,1-1,1-1,-1 0,1 0,1-1,-1-1,1 0,0 0,0-2,6 2,-14-5,-1 0,1 0,-1 0,1 0,-1-1,1 0,-1 0,1 0,-1 0,0-1,0 0,1 0,-1 0,-1 0,1-1,0 1,0-1,-1 0,0 0,1 0,-1-1,-1 1,1-1,0 0,-1 0,0 0,0 0,0 0,0 0,0 0,-1-1,0 1,0 0,0-1,0-4,1-2,-1-1,0 0,-1 0,0 0,0 1,-1-1,-1 0,0 1,-1-1,0 1,-1-1,0 1,0 0,-2 1,1-1,-1 1,0 0,-1 1,-1-1,1 1,-1 1,-1-1,0 1,0 1,-4-3,8 8,-1-1,1 1,0 1,-1-1,1 1,-1 0,0 1,1-1,-1 1,1 0,-1 0,0 1,1 0,-1 0,1 0,-1 0,1 1,-1 0,1 0,0 1,0-1,0 1,0 0,-7 6,-1 0,1 0,1 1,0 0,0 1,1 0,1 1,-1 1,-20 32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3.9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0,'0'14,"0"10,3 14,4 9,11 8,13 5,13 3,11 1,7-1,2-2,-3-2,-8-5,-12-6,-13-8,-12-7,-8-10</inkml:trace>
  <inkml:trace contextRef="#ctx0" brushRef="#br0" timeOffset="293.214">468 26,'-4'14,"-9"16,-9 18,-12 15,-11 13,-10 9,-7 4,0 0,5-3,11-10,14-13,12-17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2.8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0,'10'14,"9"15,8 17,9 14,8 11,2 6,1 5,-1-1,-3-3,-6-8,-5-8,-7-14,-8-12,-8-14,-6-11</inkml:trace>
  <inkml:trace contextRef="#ctx0" brushRef="#br0" timeOffset="291.445">468 41,'-15'9,"-13"12,-11 14,-4 14,-5 16,-1 9,-2 11,0 4,1 4,2-4,10-16</inkml:trace>
  <inkml:trace contextRef="#ctx0" brushRef="#br0" timeOffset="592.671">429 562,'21'-8,"1"2,-1 0,2 1,-1 2,0 0,1 1,-1 1,1 1,-1 1,17 4,-33-5,-1 0,0 1,0 0,0 0,0 0,0 0,0 1,-1 0,1 0,0 0,-1 1,1 0,-1 0,0 0,0 0,0 0,-1 1,1 0,-1 0,0 0,0 0,0 0,0 1,-1-1,1 1,-1-1,-1 1,1 0,-1 0,1 0,-1 0,-1 0,1 0,-1 0,0 1,0-1,-1 3,-6 8,0 0,-1 0,-1 0,-1-1,0-1,-1 0,0 0,-1-1,-1 0,0-1,0 0,-2-2,-2 3,-24 21,27-22,9-9,1 1,-1-1,1 1,0 0,0 0,0 1,1-1,-1 1,1-1,0 1,1 0,-2 3,4-7,0 1,0-1,0 0,0 0,1 0,-1 0,0 0,1 0,-1 1,1-1,-1 0,1 0,-1 0,1 0,0 0,-1-1,1 1,0 0,0 0,0 0,0-1,0 1,0 0,0-1,0 1,0-1,0 1,0-1,0 1,0-1,0 0,0 0,1 0,-1 1,23 3,0-1,0-1,0-1,1-2,-1 0,0-1,0-1,0-2,9-3,-31 8,84-18,-8-1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21.5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38,'13'93,"24"235,-38-328,1 1,0 0,0-1,-1 1,1 0,0-1,0 1,0 0,0-1,0 1,0 0,0-1,0 1,0 0,0-1,1 1,-1 0,0-1,0 1,1 0,-1-1,0 1,1-1,-1 1,0 0,1-1,-1 1,1-1,-1 1,1-1,-1 0,1 1,-1-1,1 1,0-1,-1 0,1 0,0 1,-1-1,1 0,0 0,-1 0,1 0,0 1,-1-1,1 0,22-97,-20 71,1-5,51-263,-48 275,-7 19,0 0,0 0,0 1,0-1,0 0,0 0,-1 1,1-1,0 0,0 0,1 1,-1-1,0 0,0 1,0-1,0 0,0 0,0 0,0 1,0-1,0 0,0 0,1 1,-1-1,0 0,0 0,0 0,0 1,1-1,-1 0,0 0,0 0,1 0,-1 0,0 0,0 1,0-1,1 0,-1 0,0 0,0 0,1 0,-1 0,0 0,0 0,1 0,-1 0,0 0,0 0,1 0,-1 0,0 0,0 0,1-1,-1 1,0 0,0 0,1 0,-1 0,0 0,0 0,0-1,1 1,-1 0,0 0,0 0,0-1,0 1,1 0,23 160,15 78,-39-235,1 1,-1 0,1 0,0 1,0-1,0 0,1 0,-1 0,1-1,0 1,0 0,1-1,-1 1,1-1,-1 0,1 0,0 0,0 0,2 2,-3-6,0 1,0 0,0 0,0-1,0 1,0-1,-1 0,1 0,0 1,0-1,-1 0,1 0,-1-1,1 1,-1 0,1 0,-1-1,0 1,1-1,-1 1,0-1,0 0,0 1,0-1,-1 0,1 0,0 0,15-30,-2 0,-2-1,-1-1,-1 0,-2 0,-1-1,-2 0,-2 0,0-34,-3 64,4-76,-7 206,5-1,13 82,-6-156,-3-33</inkml:trace>
  <inkml:trace contextRef="#ctx0" brushRef="#br0" timeOffset="495.744">615 413,'33'-9,"-16"3,-1 2,1 0,0 0,0 2,0 0,1 1,-1 1,11 1,-24 0,0 0,-1 0,1 0,-1 0,1 0,-1 1,0-1,1 1,-1 0,0 0,0 0,0 0,-1 1,1-1,0 1,-1 0,0 0,0-1,0 1,0 1,0-1,0 0,-1 0,1 1,-1-1,0 1,0-1,-1 1,1 0,-1-1,1 1,-1 0,0-1,-1 1,1 0,0-1,-2 3,-1 7,-2 1,0-1,0 0,-1 0,-1-1,0 0,-1 0,0 0,0-1,-2 0,1-1,-1 0,-1 0,0-1,11-8,1 0,0-1,-1 1,1 0,-1-1,1 1,0 0,0-1,-1 1,1-1,0 0,0 1,0-1,0 1,-1-1,1 0,0 0,0 0,0 1,0-1,0 0,0 0,0 0,0 0,0-1,0 1,-1 0,1 0,0 0,0-1,0 1,0 0,0-1,-1 1,1-1,0 1,0-1,-1 1,2-2,6 1,1 0,1 0,0 1,0 0,0 0,-1 1,1 0,0 1,-1 0,1 1,-1-1,0 2,0 0,0 0,0 0,0 1,-1 0,0 1,0 0,-1 0,0 1,0 0,0 0,-1 1,0 0,0 0,-1 0,0 0,0 1,-1 0,0 0,-1 0,0 1,-1-1,1 1,-2-1,1 2,-3-5,0 1,0 0,0-1,-1 1,0-1,0 1,-1-1,1 0,-1 0,-1 0,1-1,-1 1,0-1,0 1,-1-1,0-1,1 1,-2-1,1 1,0-2,-1 1,0 0,0-1,-1 0,-12 6,1-1,-1-1,0-1,0 0,0-1,-1-2,-12 2,30-5,-6 1,0 0,0 0,0-1,0 0,0 0,0-1,0 0,1 0,-1-1,-6-2,13 4,0-1,0 1,0-1,0 1,0-1,0 1,0-1,0 0,0 1,0-1,1 0,-1 0,0 0,0 1,1-1,-1 0,1 0,-1 0,1 0,-1 0,1 0,0 0,0 0,-1-1,1 1,0 0,0 0,0 0,0 0,0 0,0-1,4-14</inkml:trace>
  <inkml:trace contextRef="#ctx0" brushRef="#br0" timeOffset="758.646">1270 185,'20'-2,"19"-1,16 0,12 1,8 0,1 1,-3 3,-13 3,-15 5,-16 2</inkml:trace>
  <inkml:trace contextRef="#ctx0" brushRef="#br0" timeOffset="1049.379">1390 426,'25'0,"22"0,21 0,17 0,13-3,5 1,1-1,-17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31.4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 13,'-7'-7,"29"4,124 1,1 6,6 7,-96-6,131 12,-224-13,0-4,-157 1,0-8,-38-13,211 15,15 2,14 2,205 14,331-5,-1224-9,1304 1,-1190 3,488 5,77-8,0 0,1 0,-1 0,0 0,1 1,-1-1,0 0,0 0,0 0,1 1,-1-1,0 0,0 0,0 0,1 1,-1-1,0 0,0 1,0-1,0 0,0 0,0 1,0-1,0 0,0 1,0-1,0 0,0 0,0 1,0-1,0 0,0 1,0-1,0 0,0 1,0-1,0 0,0 0,0 1,-1-1,1 0,0 0,0 1,0-1,-1 0,1 0,0 1,28 4,1 0,-1-2,1-1,0-1,-1-1,10 0,244 1,-272-3,-23-1,-229-7,107 9,-49-8,238 23,99 11,101 1,-234-25,-29-4,-35-4,-309-35,552 64,111-5,-855-20,513 0,29 1,20 1,531 36,-679-35,98 9,33-9,-1 0,1 0,-1 1,1-1,-1 0,1 1,-1-1,1 0,0 1,-1-1,1 1,0-1,-1 0,1 1,0-1,0 1,-1-1,1 1,0-1,0 1,0-1,0 1,0-1,-1 1,1 0,0-1,0 1,0-1,0 1,1-1,-1 1,0-1,0 1,0-1,0 1,1-1,-1 1,0-1,0 1,1-1,-1 1,0-1,1 1,-1-1,0 0,1 1,-1-1,1 0,-1 1,1-1,-1 0,0 0,1 1,-1-1,1 0,0 0,-1 0,1 0,-1 1,6 2,-1-1,1 1,0-1,0 0,-1 0,2 0,-1-1,0 0,0 0,0-1,0 1,1-2,-1 1,0 0,0-1,0 0,0-1,0 0,0 1,0-2,0 1,-1-1,1 0,0-1,8-3,0 0,0 1,1 1,-1 0,1 1,0 0,0 1,13-1,-25 4,0 0,0-1,0 0,0 0,0 1,0-2,0 1,-1 0,1-1,-1 1,1-1,-1 0,1 1,-1-1,0-1,0 1,0 0,0 0,0-1,0 1,-1-1,1 1,-1-1,0 0,1-1,-7 9,8-6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43.1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 0,'-4'0,"2"0,12 0,16 3,26 0,28 2,25 0,21 0,11 1,-2-1,-23-1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44.3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1,'-3'16,"-2"16,-1 13,1 9,1 7,1 3,1-4,4-4,0-8,4-9,-1-12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44.6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1,'18'9,"13"7,8 9,6 8,5 8,3 6,-1 7,-2 2,-5 2,-6-3,-5-5,-6-8,-8-8,-4-10,-6-9</inkml:trace>
  <inkml:trace contextRef="#ctx0" brushRef="#br0" timeOffset="277.294">574 28,'-18'0,"-13"4,-8 9,-6 11,-5 13,-3 11,-1 11,-1 8,4 0,7-1,10-6,12-12</inkml:trace>
  <inkml:trace contextRef="#ctx0" brushRef="#br0" timeOffset="529.997">601 455,'3'7,"1"0,-1 0,1 0,0-1,1 1,0-1,0 0,0-1,0 1,1-1,0 0,0-1,1 1,-1-1,1 0,0-1,0 0,0 0,0 0,1-1,-1 0,1 0,-1-1,1 0,0 0,6 1,0 1,-1-2,1 0,0-1,-1 0,1-1,10-2,-20 3,0-1,0 0,0 0,-1 0,1 0,0-1,-1 1,1-1,-1 0,1 0,-1-1,0 1,0 0,0-1,0 0,0 0,-1 0,1 0,-1 0,0 0,0-1,0 1,0-1,-1 0,1 1,-1-1,0 0,0-3,0 2,-1-1,0 0,0 1,0-1,-1 0,1 1,-1-1,-1 1,1-1,-1 1,0 0,0-1,-1 1,0 0,0 0,0 1,0-1,-1 1,1-1,-1 1,0 0,0 1,-1-1,1 1,-1-1,-1 1,-1-1,0-1,0 2,-1-1,1 1,-1 0,0 0,0 1,0 0,0 1,-1 0,1 0,0 1,-1 0,1 0,0 1,0 0,-6 1,4 2,-1 0,2 0,-1 1,0 0,1 0,0 1,0 0,1 1,-1 0,2 1,-1-1,1 1,0 1,1-1,-1 1,2 0,-1 1,0 3,-10 25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43.7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0,'9'14,"10"13,13 11,12 11,13 6,10 5,7-1,3-3,-3-5,-7-6,-13-11,-13-12,-14-8</inkml:trace>
  <inkml:trace contextRef="#ctx0" brushRef="#br0" timeOffset="256.317">495 54,'-14'16,"-9"18,-7 18,-8 11,-4 9,-4 5,1 1,4-3,9-6,9-14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42.0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1,'14'20,"13"19,11 16,13 10,12 5,6 2,0-2,-4-3,-11-8,-15-5,-14-11,-14-10,-12-10,-12-14,-3-9</inkml:trace>
  <inkml:trace contextRef="#ctx0" brushRef="#br0" timeOffset="267.305">494 54,'-18'9,"-15"13,-11 13,-8 10,-3 8,1 8,4 4,12 0,11-4,14-6,14-7,8-13</inkml:trace>
  <inkml:trace contextRef="#ctx0" brushRef="#br0" timeOffset="535.59">615 455,'25'-10,"1"0,0 1,1 2,-1 1,2 1,-1 1,0 1,1 2,8 1,-35-1,1 1,0 0,0-1,-1 1,1 0,0 0,0 0,-1 1,1-1,0 0,0 1,-1-1,1 1,0-1,-1 1,1 0,-1 0,1 0,-1 0,1 0,-1 0,0 0,1 0,-1 1,0-1,0 0,0 1,0-1,0 1,0-1,-1 1,1 0,0-1,-1 1,1 0,-1-1,1 1,-1 0,0-1,0 1,0 0,0 0,-4 6,0-1,-1 0,0 1,0-2,0 1,-1-1,0 1,0-1,-1-1,-3 3,-9 8,12-9,-2 0,0 0,1 1,0 0,0 0,1 0,0 1,0 1,1-1,1 1,-1 0,1 0,1 1,-1 2,5-11,0 1,0-1,0 0,0 1,1-1,-1 1,0-1,1 0,0 1,0-1,0 0,0 0,0 0,0 0,0 0,1 0,-1 0,1 0,-1 0,1-1,0 1,-1 0,1-1,0 0,0 1,0-1,1 0,-1 0,2 0,70 20,-48-17,0-2,1-1,-1-1,1-1,-1-1,0-1,24-7,-7-2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40.7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1,'15'19,"0"1,-1 1,-1 0,-1 1,0 1,-2 0,-1 0,-1 0,-1 2,-1-1,-1 0,-1 1,-1 0,-1 0,-2 19,-5 20,6-60,4-16,6-25,3-30,-3 0,-2-2,-4 1,-3-31,-2 89,0 28,3 16,2 0,2 0,1 0,1-1,2 0,1-1,9 16,-19-43,0 0,0 0,-1 0,1-1,1 1,-1-1,1 1,0-1,0 0,0 0,1 0,-1 0,1 0,0-1,0 0,0 0,4 3,-5-7,0 0,0 1,0-1,-1-1,1 1,0 0,-1-1,1 1,-1-1,1 0,-1 0,0 1,0-2,0 1,0 0,0 0,-1-1,1 1,0-1,-1 1,0-1,0 0,0 1,0-1,0 0,0 0,1-2,67-179,-38 90,-36 110,2 0,0 0,1 0,1 1,0-1,1 1,1-1,0 0,1 1,1-1,1 0,2 4,-2-8,2 0,0 0,0-1,1 1,0-2,1 1,0-1,1 0,0 0,1-1,-1-1,2 0,-1 0,1-1,5 3,12 5</inkml:trace>
  <inkml:trace contextRef="#ctx0" brushRef="#br0" timeOffset="428.368">749 309,'32'-4,"33"-6,0 3,1 4,32 2,-53 13,-44-12,0 1,0 0,-1-1,1 1,0 0,0-1,-1 1,1 0,-1 0,1 0,-1 0,1-1,-1 1,1 0,-1 0,0 0,0 0,1 0,-1 0,0 0,0 0,0 0,0 0,0 0,0 0,0 0,-1 0,1 0,0 0,0 0,-1 0,1 0,-1 0,1 0,-1-1,1 1,-1 0,1 0,-1 0,0-1,1 1,-2 0,-81 70,16-20,67-50,-1-1,1 1,-1 0,1-1,0 1,-1 0,1-1,0 1,-1 0,1 0,0-1,0 1,0 0,0 0,0-1,-1 1,2 0,-1 0,0 0,0-1,0 1,0 0,0 0,1-1,-1 1,0 0,0 0,1-1,-1 1,1 0,-1-1,1 1,-1-1,1 1,-1 0,1-1,-1 1,1-1,0 0,-1 1,1-1,0 1,-1-1,1 0,0 0,0 1,-1-1,1 0,0 0,0 0,0 0,-1 0,1 0,0 0,0 0,-1 0,1 0,0 0,0-1,-1 1,1 0,0 0,0-1,0 1,78 9,-58-8,1 1,0 1,-1 1,0 0,0 2,0 1,-1 0,17 9,-34-14,0-1,0 1,1 0,-1 0,-1 0,1 0,0 0,0 1,-1-1,1 1,-1 0,0 0,0 0,0 0,0 0,-1 0,1 0,-1 1,0-1,0 0,0 1,0-1,0 1,-1-1,0 1,0 0,0-1,0 1,0-1,-1 1,1-1,-1 1,0-1,0 1,0-1,-1 0,0 2,-10 11,-1-2,-1 1,0-2,-1 0,0 0,-1-1,0-1,-1-1,0 0,-1-2,-15 6,12-3,-64 31,58-27</inkml:trace>
  <inkml:trace contextRef="#ctx0" brushRef="#br0" timeOffset="722.579">1578 228,'23'0,"21"0,16 0,13 0,1 2,-1 2,-9 1,-16 0</inkml:trace>
  <inkml:trace contextRef="#ctx0" brushRef="#br0" timeOffset="918.059">1645 496,'25'2,"24"1,22-5,17-4,12-3,5-5,-16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6:55.88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41,'550'8,"-443"-5,1-4,57-11,109 0,-184 3,-126 5,-229-9,-385 13,630 1,0 0,0 0,0 2,0 1,1 0,-14 6,9-5,1 0,-1-1,0-1,-1-2,1 0,-22-3,39 2,2-1,11 1,3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11.5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58 0,'-57'18,"57"-17,0 0,0 0,0 0,0 0,1 0,-1 0,0 0,1 0,-1 0,1 0,-1 0,1 0,-1 0,1 0,0-1,-1 1,1 0,0 0,0-1,-1 1,1 0,0-1,0 1,0-1,0 1,0-1,0 0,0 1,0-1,0 0,0 0,0 1,0-1,0 0,0 0,0 0,0 0,1-1,-1 1,91 19,1-4,1-5,0-3,58-5,434-10,-467 7,1 6,107 18,-26-2,0-9,52-9,294-5,-380 12,96 19,75 7,172-31,-397 22,-105-31,-10-5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24.7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1,'14'0,"16"0,16 0,18 0,18 0,14 0,12 0,5 0,0 0,-9 0,-12 0,-17 0,-27 0,-23 2,-18 3,-13 3,-5 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25.3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14,'16'0,"17"-2,13-1,12 0,6 1,4 0,-1 1,-7 1,-13 4,-18 4,-13 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25.5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1,'16'4,"16"2,17 0,16-2,15 0,10-2,3-1,-7-1,-19-2,-20-1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23.6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0,'13'48,"7"28,-2 0,-4 1,-3 1,-4 2,-5-100,0 1,1-1,1 0,1 1,1-1,3-4,-3 3,65-166,-58 163,-13 24,0 0,0 0,0 0,0 1,0-1,0 0,1 0,-1 1,0-1,0 0,0 0,1 0,-1 0,0 1,0-1,0 0,1 0,-1 0,0 0,0 0,1 0,-1 0,0 0,0 0,1 1,-1-1,0 0,0 0,1 0,-1 0,0-1,0 1,1 0,-1 0,0 0,0 0,1 0,-1 0,0 0,0 0,1 0,-1-1,0 1,0 0,0 0,1 0,-1-1,0 1,0 0,0 0,0 0,1-1,-1 1,0 0,0 0,0-1,0 1,0 0,0 0,0-1,-8 142,6-115,0-11,1 1,0 0,2 0,0 0,0 0,4 14,-3-27,-1 0,1 1,0-1,0 0,0 0,1-1,-1 1,1 0,-1-1,1 0,0 1,0-1,0 0,0 0,0-1,0 1,1-1,-1 0,1 1,-1-1,1-1,-1 1,1 0,-1-1,1 0,0 0,-1 0,1 0,-1-1,1 1,0-1,-1 0,0 0,1 0,-1-1,1 1,-1-1,0 0,0 1,0-2,0 1,0 0,-1 0,1-1,-1 0,1 1,-1-1,0 0,1-1,8-13,0 0,-1-1,-1 0,-1 0,-1-1,0 0,-1 0,-1-1,-1 0,-1 0,-1 0,0 0,-2-12,1 26,9 47,20 239,-30-248</inkml:trace>
  <inkml:trace contextRef="#ctx0" brushRef="#br0" timeOffset="485.707">749 361,'14'-5,"0"1,1 1,-1 0,1 1,0 1,-1 0,1 1,0 1,0 0,-1 1,1 0,-1 2,1-1,2 3,-15-6,0 1,-1 0,1 0,0 0,0 0,0 1,-1-1,1 0,-1 1,1-1,-1 1,1-1,-1 1,0 0,0 0,0 0,0-1,0 1,0 0,0 0,-1 0,1 0,-1 0,1 1,-1-1,0 0,0 0,0 0,0 0,0 0,-1 0,1 0,-1 0,1 0,-1 0,0 1,-46 62,-25-9,72-56,-1 0,1 0,0 0,-1 0,1 0,-1 0,1 0,0 0,-1 0,1 1,-1-1,1 0,0 0,-1 0,1 0,-1 1,1-1,0 0,-1 0,1 1,0-1,0 0,-1 1,1-1,0 0,0 1,-1-1,1 0,0 1,0-1,0 0,0 1,-1-1,1 1,0-1,0 1,0-1,0 0,0 1,0-1,0 1,0-1,0 0,0 1,1-1,-1 1,0-1,0 0,0 1,0-1,1 1,-1-1,0 0,0 1,0-1,1 0,-1 1,0-1,1 0,27 3,1-3,-20-2,-1 1,1 0,0 1,0 0,0 0,-1 1,1 0,0 0,-1 1,1 0,-1 1,0 0,1 0,-1 1,-1 0,1 0,-1 1,1 0,-1 0,0 1,-1 0,4 4,-8-7,-1 0,1 0,-1 0,0 1,0-1,0 0,0 1,-1-1,1 0,-1 1,0-1,0 0,0 1,-1-1,1 1,-1-1,0 0,0 0,0 1,0-1,0 0,-1 0,0 0,1 0,-1 0,0 0,0-1,-1 1,1-1,0 1,-2 0,-89 61,82-58,0-1,0 0,-1 0,0-2,0 1,0-1,0-1,0 0,0-1,-1 0,1-1,0 0,-1-1,-9-2,-1-6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38.0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0,'0'19,"2"12,8 8,11 4,13 1,13 4,9-2,5 0,0-2,-3-1,-6-4,-11-3,-11-7,-12-4,-8-8</inkml:trace>
  <inkml:trace contextRef="#ctx0" brushRef="#br0" timeOffset="289.334">496 134,'-16'2,"-10"8,-7 9,-7 10,-6 10,-4 6,-3 6,0 3,6 0,8 0,11-4,12-6,13-5,17-10,5-9</inkml:trace>
  <inkml:trace contextRef="#ctx0" brushRef="#br0" timeOffset="609.478">670 642,'12'9,"0"0,1-1,0-1,1 0,0-1,0 0,0-1,1 0,-1-2,1 0,0 0,0-1,0-1,1 0,-1-2,0 1,0-2,0 0,2-1,-14 2,0 0,0 0,0 0,0 0,0-1,0 1,-1-1,1 0,0 1,-1-1,1-1,-1 1,0 0,0 0,1-1,-2 0,1 1,0-1,0 0,-1 0,0 0,1 0,-1 0,0 0,-1 0,1 0,0 0,-1-1,0 1,0 0,0 0,0 0,0-1,-1 1,1 0,-1 0,0 0,0 0,0 0,0 0,-1 0,-1-2,-4-4,-1 2,0-1,0 1,-1 0,0 1,0 0,0 0,-1 1,0 0,0 1,0 0,-1 1,1 0,-1 0,0 1,0 1,0 0,0 0,0 1,-6 1,-16 0,1 1,-1 2,1 1,0 2,-26 9,15-4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37.42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0 175,'23'2,"19"3,13 1,11-1,9-1,2-2,-3 0,-9 1,-11 0,-16 0</inkml:trace>
  <inkml:trace contextRef="#ctx0" brushRef="#br0" timeOffset="260.302">321 1,'0'13,"0"14,0 12,0 10,0 6,0 5,4 3,5 1,4-4,8-6,4-7,-2-11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36.3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 0,'-7'7,"0"9,8 8,11 7,14 6,15 2,11 3,9-1,0 1,-3-2,-7-5,-13-2,-11-5,-12-5,-10-7,-10-5,-5-5</inkml:trace>
  <inkml:trace contextRef="#ctx0" brushRef="#br0" timeOffset="233.375">393 39,'-18'12,"-10"12,-10 12,-6 10,-3 10,-3 4,-1 3,5 0,9-4,12-8,17-9,9-13</inkml:trace>
  <inkml:trace contextRef="#ctx0" brushRef="#br0" timeOffset="586.944">702 494,'13'-24,"-1"-1,0 0,-2-1,-1-1,-1 1,3-23,-11 14,1 34,-1 1,0-1,0 1,0 0,0-1,0 1,0-1,0 1,0-1,0 1,0-1,-1 1,1-1,0 1,0-1,0 1,0 0,-1-1,1 1,0-1,0 1,-1 0,1-1,0 1,-1 0,1-1,0 1,-1 0,1 0,-1-1,1 1,-1 0,1 0,0 0,-1-1,1 1,-1 0,1 0,-1 0,1 0,-1 0,1 0,-1 0,1 0,0 0,-1 0,1 0,-1 0,1 0,-1 1,1-1,-1 0,1 0,0 0,-1 1,1-1,-1 0,1 1,0-1,-1 0,1 1,0-1,-1 0,1 1,-6 6,1 0,0 1,1-1,-1 1,2 0,-1 0,1 1,0-1,1 1,-1-1,2 1,-1 0,1 1,0 0,0 0,0 0,0 0,1 0,1 0,0 0,0 0,1 0,0 0,1 0,0-1,1 1,0-1,0 0,1 0,0 0,0-1,1 0,0 0,1 0,0-1,0 0,0 0,1-1,2 2,21 11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33.7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13,'0'3,"0"2,4 7,5 10,4 6,8 9,8 4,7 4,6 2,3-1,0-3,0-2,-3-4,-7-4,-7-5,-11-6,-7-9</inkml:trace>
  <inkml:trace contextRef="#ctx0" brushRef="#br0" timeOffset="285.244">296 0,'-12'14,"-7"13,-8 11,-4 9,-4 5,1 3,0 1,2-2,4-2,7-1,7-9,6-11</inkml:trace>
  <inkml:trace contextRef="#ctx0" brushRef="#br0" timeOffset="817.819">523 428,'37'-8,"-17"3,-1 1,1 1,0 0,0 2,0 0,9 2,-28-1,0 0,0 0,0 0,0 0,0 0,0 0,0 0,0 1,0-1,-1 0,1 1,0-1,0 0,0 1,0-1,0 1,-1 0,1-1,0 1,0-1,-1 1,1 0,0 0,-1-1,1 1,-1 0,1 0,-1 0,1 0,-1 0,0 0,0-1,1 1,-1 0,0 0,0 0,0 0,0 0,0 0,0 0,0 0,0 0,0 0,-1 0,1 0,0 0,0 0,-1 0,1 0,-1-1,0 2,-29 43,-17 4,33-36,0 1,2 0,0 0,0 1,2 1,-9 15,18-30,0 0,1 1,-1-1,1 0,-1 1,1-1,0 1,0-1,-1 0,1 1,0-1,0 1,0-1,1 0,-1 1,0-1,0 0,1 1,-1-1,1 0,-1 1,1-1,0 0,-1 0,1 1,0-1,0 0,0 0,0 0,0 0,0 0,0 0,0 0,0-1,0 1,1 0,-1-1,0 1,1-1,-1 1,0-1,2 1,62 10,-27-12,0-1,0-2,-1-1,36-11,39-5,-90 19,-7 3</inkml:trace>
  <inkml:trace contextRef="#ctx0" brushRef="#br0" timeOffset="1820.504">1446 120,'2'10,"1"6,0 9,-1 6,0 7,-1 4,-1 1,0-1,0-4,0-4,0-5,-2-10,-1-9</inkml:trace>
  <inkml:trace contextRef="#ctx0" brushRef="#br0" timeOffset="2077.816">1246 307,'2'0,"8"0,13-2,14-1,15-2,14-3,10 1,2 0,1 3,-5 1,-8 1,-15 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39.6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131 108,'0'-1,"0"1,0-1,1 0,-1 1,0-1,0 0,1 1,-1-1,0 0,1 1,-1-1,1 1,-1-1,1 1,-1-1,1 1,-1-1,1 1,0 0,-1-1,1 1,0 0,-1-1,1 1,0 0,-1 0,1 0,0-1,-1 1,1 0,0 0,-1 0,1 0,0 0,0 0,-1 1,1-1,0 0,-1 0,1 0,0 1,0-1,0 0,390-1,-380 1,-21 2,-106 7,-110-6,149-3,42-1,30 1,22 0,94 8,-74-6</inkml:trace>
  <inkml:trace contextRef="#ctx0" brushRef="#br0" timeOffset="2250.62">184 28,'-54'0,"48"0,36 0,423-28,-703 51,-101 8,489-30,203-2,-825 1,989 0,-454 3,-77 5,12-7,-139-1,139-3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48.2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41,'1'-2,"0"1,1 0,-1 0,0 0,0 0,1 0,-1 0,0 0,1 0,-1 1,1-1,-1 0,1 1,0-1,-1 1,1 0,-1 0,1-1,0 1,-1 0,1 0,0 0,-1 1,1-1,0 0,313-1,269-12,-556 6,-29 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49.6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5,'154'-2,"-9"0,0 5,120 20,-194-8,-79-11,-2-4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7:51.0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1,'2'0,"6"0,8 0,8 0,11 0,14 0,14 2,14 1,11 2,6 1,-2-2,-8 0,-10-2,-14-1,-15 0,-17-1,-22 0,-13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04.0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6,'18'0,"20"0,16 0,21 0,14 0,16 0,10 0,4 0,0 0,-9 0,-15 0,-18 0,-20 0,-22 0,-17-3,-11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02.9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10 109,'-4'-18,"3"11,-1 0,1 0,0 0,0 0,1 0,0 0,1 0,-1 0,1 0,0 0,1 0,-1 6,-1 1,1-1,-1 1,1-1,-1 1,1 0,-1-1,1 1,-1 0,1-1,0 1,-1 0,1 0,0-1,-1 1,1 0,0 0,0 0,-1 0,1 0,0 0,-1 0,1 0,0 0,-1 0,1 0,0 1,-1-1,1 0,0 0,-1 1,1-1,-1 0,1 1,0-1,-1 1,1-1,-1 1,1-1,-1 1,1-1,-1 1,0-1,1 1,-1 0,0-1,1 1,-1-1,0 1,0 0,0 0,1-1,-1 1,0 0,0-1,0 1,0 0,0-1,11 28,-1 0,-1 0,-1 1,-2-1,-1 2,-1-1,0 26,1-5,-3-27,-1-6,0 0,1-1,1 1,0-1,2 0,-1 0,2 0,0 0,8 12,-14-27,1 0,-1-1,1 1,-1 0,1 0,-1 0,1 0,0-1,-1 1,1 0,0 0,0-1,-1 1,1-1,0 1,0-1,0 1,0-1,0 1,0-1,0 0,0 1,0-1,0 0,0 0,0 0,0 0,0 0,0 0,0 0,0 0,0 0,0-1,0 1,0 0,0-1,0 1,-1 0,1-1,0 1,0-1,0 0,0 1,-1-1,1 0,0 1,0-1,0 0,24-46,-15 11,-3 0,-1 0,-2 0,-1-1,-2 1,-2-25,1 37,-1-41,10 233,-8-159,1 14,2 1,0-1,1 0,1 0,2 0,4 10,-12-32,1 0,-1 0,0 0,0 0,1 0,-1 0,0-1,1 1,-1 0,1 0,-1 0,1 0,0 0,-1-1,1 1,0 0,0-1,-1 1,1 0,0-1,0 1,0-1,0 1,0-1,0 1,0-1,0 0,0 0,0 1,0-1,0 0,0 0,0 0,0 0,0 0,0 0,0 0,0-1,0 1,0 0,0-1,0 1,-1 0,1-1,0 1,0-1,0 1,0-1,0 0,-1 1,1-1,0 0,-1 0,1 1,7-13,0 1,-1-1,-1-1,0 1,-1-1,0 0,1-9,1 2,11-38,-3-2,-2 0,-2-6,-10 44,-1 23,0 1,0-1,0 0,0 0,0 1,0-1,0 0,0 1,0-1,0 0,0 0,0 1,0-1,-1 0,1 0,0 1,0-1,0 0,-1 0,1 1,0-1,0 0,0 0,-1 0,1 0,0 1,0-1,-1 0,1 0,0 0,-1 0,1 0,0 0,0 0,-1 0,1 0,0 0,-1 0,1 0,0 0,-1 0,1 0,0 0,0 0,-1 0,1 0,0 0,-1 0,1 0,0-1,0 1,-1 0,1 0,0 0,0-1,0 1,-1 0,1 0,0 0,0-1,0 1,-1 0,1-1,-8 20,0 0,1 0,0 1,2-1,1 1,0 0,1 1,1-1,1 21,0-29,0 0,1 1,0-1,1 0,1 1,0-1,0 0,1 0,1 0,0-1,0 1,1-1,1 0,0 0,0-1,1 1,1-2,5 8,2-5</inkml:trace>
  <inkml:trace contextRef="#ctx0" brushRef="#br0" timeOffset="586.358">651 377,'193'28,"-132"-5,-59-23,-1 1,0-1,0 1,0 0,0 0,0 0,0 0,0 0,0 0,0 0,0 0,0 0,-1 0,1 0,0 0,-1 1,1-1,-1 0,0 0,1 1,-1-1,0 0,0 1,1-1,-1 0,0 1,-1-1,1 0,0 1,0-1,0 0,-1 1,1-1,-1 0,1 1,-1-1,1 0,-1 0,0 0,0 0,0 0,1 0,-1 0,0 0,-1 1,-13 12,0-1,-1 0,0-1,-1-1,0-1,-1 0,-5 1,-16 11,-14 13,52-35,1 1,-1-1,1 0,-1 1,1-1,-1 1,1-1,-1 1,1-1,0 1,-1-1,1 1,0-1,-1 1,1-1,0 1,0 0,-1-1,1 1,0-1,0 1,0 0,0-1,0 1,0 0,0-1,0 1,0-1,0 1,0 0,1-1,-1 1,0-1,0 1,1 0,-1-1,0 1,1-1,-1 1,0-1,1 1,-1-1,1 1,-1-1,1 0,-1 1,1-1,-1 0,1 1,-1-1,1 0,-1 0,1 1,0-1,-1 0,1 0,42 12,-36-11,27 6,-22-7,1 1,-1 1,0 0,1 1,-1 0,0 1,-1 0,1 1,-1 0,1 1,-2 0,1 1,-1 0,0 0,0 1,-1 1,0 0,0 0,6 9,-14-13,1-1,0 0,-1 0,0 0,0 1,-1-1,1 0,-1 1,0-1,0 0,0 1,0-1,-1 1,0-1,0 0,0 0,0 1,-1-1,0 0,0 0,0 0,0-1,0 1,-1 0,0-1,1 0,-1 1,-1-1,0 0,-8 8,0 0,-1-1,-1-1,0 0,0-1,0 0,-6 1,0-1,0 0,-1-1,0-2,0 0,0-1,-16 0,-4-2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05.9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3,'7'-2,"7"1,9 1,11 3,9 1,10-1,7 0,5-3,-1-2,-5 0,-13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06.2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0,'16'5,"14"3,14 1,10-1,8-3,2-1,-5-2,-12-1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11.79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111 0,'-16'0,"-7"0,-2 0,0 0,8 0,12 0,18 0,16 0,21 0,17 0,15 0,12 0,8 3,5 2,-2 4,-7-1,-21-1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14.0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0,'14'3,"18"2,21 1,26 1,18 3,14-2,9-1,-3-2,-10 0,-16-1,-28 2,-25-1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13.1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1,'4'22,"7"20,5 11,10 8,8 3,9-1,8-1,6-8,1-7,-3-8,-6-10,-9-10,-11-9</inkml:trace>
  <inkml:trace contextRef="#ctx0" brushRef="#br0" timeOffset="300.715">389 174,'-16'0,"-10"5,-7 5,-5 9,-3 10,1 9,1 6,2 9,3 6,5 1,7-1,12-5,15-7,15-7,5-10</inkml:trace>
  <inkml:trace contextRef="#ctx0" brushRef="#br0" timeOffset="612.444">655 709,'8'9,"-1"-1,1 0,1 0,-1-1,1 0,1-1,-1 0,1 0,0-1,0 0,1-1,0 0,-1 0,1-2,0 1,1-1,-1-1,0 0,1 0,-1-1,0-1,0 0,1 0,-1-1,7-3,-14 4,0 0,0 0,0-1,-1 1,1-1,0 0,-1 0,0 0,1-1,-1 1,0-1,0 0,-1 0,1 0,0 0,-1 0,0 0,0-1,0 1,0-1,0 0,-1 1,0-1,0 0,0 0,0 0,0 0,-1 0,0 0,0 0,0 0,0 0,0 0,-1 0,-1-4,-1-1,-1-1,-1 1,0-1,0 1,-1 0,0 1,0 0,-1 0,0 0,0 1,-1 0,0 0,-1 1,1 0,-1 0,0 1,0 0,-1 1,0 0,1 1,-1-1,-1 2,1 0,0 0,0 1,-1 0,1 0,-1 1,1 1,-1 0,1 0,0 1,0 1,0-1,0 2,0-1,-7 5,-22 25,28-18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12.5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0 227,'18'3,"16"0,10 0,10-1,6 0,3-1,-1 0,-3-1,-8 0,-8 2,-9 1,-8 0,-8-1</inkml:trace>
  <inkml:trace contextRef="#ctx0" brushRef="#br0" timeOffset="269.795">268 1,'0'20,"2"14,3 8,4 6,1 3,2 5,1 2,-1 0,-1 0,0-4,0-4,6-6,8-8,1-10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10.7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1,'13'16,"13"14,7 11,5 8,4 5,3 1,1 0,-1-4,-1-3,-1-6,-1-7,-3-10,-9-9</inkml:trace>
  <inkml:trace contextRef="#ctx0" brushRef="#br0" timeOffset="268.335">509 68,'-11'13,"-9"12,-5 13,-3 11,-3 11,-4 11,-2 7,-2 2,1-1,5-5,7-16</inkml:trace>
  <inkml:trace contextRef="#ctx0" brushRef="#br0" timeOffset="629.93">764 629,'12'-9,"-1"-2,0 1,0-2,-1 1,0-1,-1-1,0 0,-1 0,-1-1,0 0,-1 0,0 0,-1-1,-1 0,0 0,-1 0,0-8,-19 44,8 0,1 1,1-1,1 1,1 0,0 1,2-1,1 0,1 1,0-1,2 1,1-1,0 0,5 14,-5-28,0 0,0 0,1 0,0 0,0 0,1-1,0 0,0 0,1 0,3 3,6 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10.2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1 241,'13'5,"12"1,13 0,11-2,12 0,5-4,6-2,0-1,-3 1,-9 0,-11 1,-12 0</inkml:trace>
  <inkml:trace contextRef="#ctx0" brushRef="#br0" timeOffset="264.294">362 0,'-4'21,"-5"15,1 11,0 7,2 5,3 4,3 3,4-1,8-4,10-9,0-12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08.7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1,'0'15,"2"11,6 5,8 1,8 3,9 0,6 3,5 1,2 2,-2 0,-4 0,-5 0,-5 0,-6-5,-5-4,-3-8,-4-7</inkml:trace>
  <inkml:trace contextRef="#ctx0" brushRef="#br0" timeOffset="261.302">376 14,'-14'4,"-4"11,-2 15,1 12,-1 12,-2 7,-2 7,-3 4,-4 3,-4-3,0-3,3-8,8-9,7-14</inkml:trace>
  <inkml:trace contextRef="#ctx0" brushRef="#br0" timeOffset="713.135">589 522,'9'-6,"0"0,1 1,-1 0,1 1,0 0,0 0,1 1,-1 0,1 1,-1 0,1 1,0 0,0 1,-1 0,1 0,0 1,4 2,-12-3,1 1,0 0,-1 0,1 0,-1 1,1-1,-1 1,0 0,0 0,1 0,-1 1,-1-1,1 0,0 1,-1 0,1 0,-1 0,0 0,0 0,0 0,0 1,0-1,-1 0,0 1,0 0,0-1,0 1,0 0,-1-1,1 1,-1 0,0 0,0-1,-1 1,1 0,-1 0,1-1,-1 1,-1-1,1 1,-1 0,-7 15,-2-1,0-1,-1 0,-1 0,0-1,-1-1,-1 0,0-1,-1-1,-1 0,-4 2,-70 63,89-77,1-1,0 1,0-1,0 1,0 0,0-1,1 1,-1 0,0 0,0 0,0 0,1 0,-1 0,0 0,1 0,-1 0,1 0,-1 0,1 0,0 0,-1 0,1 1,0-1,0 0,0 0,0 0,0 1,0-1,0 0,0 0,0 0,0 0,1 1,-1-1,1 0,-1 0,1 0,-1 0,1 0,-1 0,1 0,0 0,0 0,0 0,-1 0,2 0,6 3,1-1,-1 0,1 0,0-1,0 0,0 0,0-1,0 0,0 0,5-2,2 2,82 2,0-5,41-8,-121 8,-11 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18.6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2802 2795,'9'95,"-5"0,-4 44,-14 121,15-250,5-21,13-53,-2-2,-4 0,-2-1,-3 0,-3-1,-3-26,-1-111,-1 203,-1 1,1 1,-1-1,1 1,0-1,-1 0,1 1,0-1,0 0,-1 0,1 1,0-1,0 0,0 0,0 1,0-1,0 0,0 0,0 1,0-1,1 0,-1 1,0-1,0 0,0 0,1 1,-1-1,1 0,-1 1,0-1,1 1,-1-1,1 1,-1-1,1 1,0-1,-1 1,1-1,-1 1,1-1,0 1,-1 0,1-1,0 1,-1 0,1 0,0 0,0 0,-1-1,1 1,0 0,0 0,-1 0,1 0,1 1,57 92,-44-65,89 205,-103-231,-1-1,0 0,0 0,0-1,0 1,-1 0,2 0,-1 0,0 0,0-1,0 1,0 0,0 0,1 0,-1-1,0 1,1 0,-1 0,1-1,-1 1,0 0,1-1,0 1,-1 0,1-1,-1 1,1-1,0 1,-1-1,1 1,0-1,0 1,-1-1,1 0,0 0,0 1,0-1,-1 0,1 0,0 0,0 0,0 0,0 0,-1 0,1 0,0 0,0 0,0 0,0-1,-1 1,1 0,0-1,0 1,-1 0,1-1,0 1,-1-1,1 1,0-1,-1 1,1-1,-1 0,1 0,13-22,-1 0,-1-1,-1 0,-1-1,5-24,-8 29,49-157,-47 156,-10 21,1 1,0-1,0 0,0 1,0-1,0 0,0 0,0 1,0-1,0 0,0 1,0-1,0 0,0 0,0 1,1-1,-1 0,0 0,0 1,0-1,0 0,0 0,0 1,1-1,-1 0,0 0,0 0,0 1,1-1,-1 0,0 0,0 0,1 0,-1 0,0 1,0-1,1 0,-1 0,0 0,0 0,1 0,-1 0,0 0,1 0,-1 0,0 0,0 0,1 0,-1 0,0 0,1 0,-1 0,0-1,0 1,1 0,0 204,-1-144,-2 96,7 0,11 30,-16-185,0 8,0 0,1 0,1 0,-1 0,1 0,1 0,0-1,0 1,1-1,0 0,0 1,1-2,0 1,0-1,1 0,1 2,10 1</inkml:trace>
  <inkml:trace contextRef="#ctx0" brushRef="#br0" timeOffset="583.443">3577 3263,'96'-12,"-79"9,-1 0,1 1,0 1,0 0,-1 1,17 2,-30-1,-1-1,0 0,0 1,0-1,1 1,-1-1,0 1,0 0,0 0,0 0,0 0,0 1,0-1,-1 0,1 1,0-1,-1 1,1 0,-1-1,1 1,-1 0,0 0,0 0,0 0,0 0,0 0,0 0,-1 0,1 1,-1-1,1 0,-1 0,0 0,0 1,0-1,0 0,0 0,-1 1,1-1,-1 1,-1 6,-1 0,0 0,0 0,-1 0,0-1,-1 1,0-1,-5 7,-3 2,1-1,-2-1,0 0,-1 0,0-2,-1 0,-1-1,-1 0,41-27,-10 9,1 1,0 0,0 0,1 1,0 1,-1 1,1 0,0 1,0 0,7 2,-14-1,-1 1,0 0,0 0,0 1,0 0,0 0,0 1,-1 0,1 0,-1 0,0 1,0 0,0 0,0 0,0 1,-1 0,0 0,0 1,-1-1,1 1,-1 0,2 5,-2-3,0 1,-1-1,-1 1,1 0,-1 0,0 0,-1 0,0 0,-1 0,0 0,0 0,-1 0,0 0,-1 0,0 0,0 0,-1 0,-3 8,4-12,-1 1,1-1,-1 0,-1 1,1-1,0-1,-1 1,0 0,0-1,-1 0,1 0,-1 0,0-1,0 1,0-1,0 0,-1 0,1-1,-1 0,0 0,0 0,1-1,-1 0,0 0,0 0,0-1,0 0,0 0,-1 0,-10-3,1-1,-1 0,1-1,0-1,0 0,1-1,-2-2,32 7,0 2</inkml:trace>
  <inkml:trace contextRef="#ctx0" brushRef="#br0" timeOffset="965.42">4299 3196,'16'5,"14"1,14 0,10-2,8 0,2-2,-1-1,-4 4,-10 3,-11 3,-11-1</inkml:trace>
  <inkml:trace contextRef="#ctx0" brushRef="#br0" timeOffset="1273.622">4513 3503,'20'0,"19"0,13 0,10 0,6 0,2 0,-11 0</inkml:trace>
  <inkml:trace contextRef="#ctx0" brushRef="#br0" timeOffset="5355.261">9058 3397,'14'0,"13"0,14 2,11 1,10 2,6 1,3-2,-1-1,-7 0,-13-2</inkml:trace>
  <inkml:trace contextRef="#ctx0" brushRef="#br0" timeOffset="5635.05">9352 3116,'-4'23,"-2"16,2 11,5 8,4 6,3 5,3 3,2-2,1-4,0-6,-2-14</inkml:trace>
  <inkml:trace contextRef="#ctx0" brushRef="#br0" timeOffset="5896.351">9820 3129,'16'9,"12"15,6 14,4 14,2 11,1 4,1 4,2-5,2-5,4-8,-2-10,0-12,-10-11</inkml:trace>
  <inkml:trace contextRef="#ctx0" brushRef="#br0" timeOffset="6186.282">10181 3116,'-16'21,"-12"19,-6 18,-1 12,2 6,6-2,3-3,8-8,5-7,5-14</inkml:trace>
  <inkml:trace contextRef="#ctx0" brushRef="#br0" timeOffset="6462.33">10595 3651,'17'10,"0"0,0 0,1-2,0 0,1-1,0-1,0-1,0-1,5 0,-15-2,1-1,-1-1,1 0,-1 0,1 0,-1-2,0 1,1-1,-1 0,0-1,0 0,0 0,-1-1,1 0,-1-1,0 0,0 0,0-1,-1 0,1-1,-5 4,1-1,-1 0,1 0,-1 0,0 0,0 0,-1-1,1 1,-1-1,0 0,0 0,-1 0,0 0,1 0,-1 0,-1 0,1 0,-1 0,0-1,0 1,-1 0,0 0,1 0,-2 0,1 0,0 0,-1 0,0 0,0 1,-1-1,1 0,-1 1,0 0,0 0,-1 0,1 0,-1 0,0 1,0-1,0 1,0 0,-3-1,-3-1,1 1,-1 1,0 0,1 0,-1 0,-1 2,1-1,0 1,0 1,0 0,-1 0,1 1,0 0,0 1,0 0,0 0,0 1,0 1,1 0,-1 0,1 0,0 1,0 1,1 0,0 0,0 0,0 1,1 0,0 1,-3 4,-33 34,6-1</inkml:trace>
  <inkml:trace contextRef="#ctx0" brushRef="#br0" timeOffset="4596.878">7681 3049,'7'18,"9"16,8 10,8 7,7 4,5 2,6-2,0-6,-1-7,-5-5,-7-10,-10-9</inkml:trace>
  <inkml:trace contextRef="#ctx0" brushRef="#br0" timeOffset="4892.946">7935 3076,'-16'20,"-9"19,-6 13,-2 10,1 5,2 4,3-3,3-5,6-4,6-8,5-11,3-11</inkml:trace>
  <inkml:trace contextRef="#ctx0" brushRef="#br0" timeOffset="5064.039">8376 3464,'-5'20,"0"17,-1 7,1 5,4 1,4-2,7-4,5-7,1-8</inkml:trace>
  <inkml:trace contextRef="#ctx0" brushRef="#br0" timeOffset="2623.899">5542 3063,'9'18,"10"15,9 9,8 6,9 4,9 3,4-2,2-3,-1-5,-6-6,-9-7,-10-9,-11-9</inkml:trace>
  <inkml:trace contextRef="#ctx0" brushRef="#br0" timeOffset="2919.837">5809 2996,'-16'23,"-9"18,-6 14,-2 9,3 5,2 0,5-5,5-7,5-8,5-13</inkml:trace>
  <inkml:trace contextRef="#ctx0" brushRef="#br0" timeOffset="3703.258">6103 3464,'1'-3,"0"1,0-1,1 1,-1 0,1-1,-1 1,1 0,0 0,-1 0,1 0,0 0,1 1,-1-1,0 0,0 1,1 0,-1-1,1 1,-1 0,2 0,-2 0,6-4,-1 2,1-1,0 1,0 0,0 1,1-1,-1 2,1-1,-1 1,1 1,-1-1,1 1,-1 1,1 0,-1 0,1 0,1 2,-6 0,-1 0,0 0,0 1,0-1,-1 1,1 0,-1-1,0 1,0 0,0 0,-1 1,1-1,-1 0,0 1,0-1,-1 0,1 1,-1-1,0 1,0-1,0 1,-1-1,0 0,0 1,0-1,0 0,0 1,-1-1,0 0,0 0,0 0,-2 2,-137 190,140-195,0 0,-1 0,1 0,0 0,0 1,1-1,-1 0,0 1,0-1,1 0,-1 1,0-1,1 1,0-1,-1 1,1-1,0 1,0-1,0 1,0-1,0 1,0-1,0 1,0-1,1 1,-1-1,1 1,-1-1,1 1,-1-1,1 1,0-1,0 0,0 1,-1-1,1 0,1 0,-1 0,0 0,0 0,0 0,2 1,6 0,1-1,-1 1,1-2,0 1,0-1,-1-1,1 0,0 0,-1-1,1 0,0-1,11-1,174-21,-158 22</inkml:trace>
  <inkml:trace contextRef="#ctx0" brushRef="#br0" timeOffset="4035.371">6759 3329,'18'5,"15"1,14 0,10-1,8-2,8-1,2-1,0 0,-8-1,-16 0</inkml:trace>
  <inkml:trace contextRef="#ctx0" brushRef="#br0" timeOffset="4305.657">7093 3170,'-5'16,"-1"11,0 12,4 9,4 6,2 6,2 3,1 0,1-3,-1-13</inkml:trace>
  <inkml:trace contextRef="#ctx0" brushRef="#br0" timeOffset="10701.941">2267 4640,'-10'6,"1"0,0 1,0 0,0 0,1 1,0 0,1 1,0-1,0 2,0-1,1 2,3-6,0 0,1 0,-1 0,1 0,1 1,-1-1,1 1,0-1,0 1,0-1,1 1,0 0,0-1,1 1,-1-1,1 1,0-1,1 1,0-1,-1 1,1-1,1 0,0 1,6 6,1 0,0-1,1-1,0 1,1-2,0 0,0 0,1-1,0-1,0 0,1 0,0-2,0 1,0-2,1 0,1-1,-10 0,0-1,1 1,-1-2,0 1,1-1,-1 0,1 0,-1-1,1 0,-1 0,1 0,-1-1,1 0,-1 0,1-1,-1 0,0 0,0 0,0-1,0 0,0 0,-1 0,1-1,-1 0,0 0,0 0,0-1,-1 1,1-1,2-4,-2-4,0 0,-1 0,-1-1,0 1,0-1,-1 0,-1 0,0 1,-1-1,-1 0,0 0,-1 0,0 1,-1-1,-1 1,0 0,-5-10,7 15,0 1,-1 0,0 0,0 0,-1 0,0 1,0-1,0 1,-1 0,0 0,0 1,-1-1,0 1,1 0,-2 1,1-1,0 1,-1 0,0 1,0 0,0 0,0 0,-1 1,1 0,0 1,-1-1,0 2,1-1,-1 1,0 0,1 0,-1 1,1 0,-4 1,4 1,0-1,-1 2,1-1,0 1,1 0,-1 0,1 1,-1 0,1 0,1 1,-1-1,1 1,0 1,0-1,1 1,0-1,0 1,0 0,1 1,0-1,1 0,0 1,0 0,0 0,1-1,0 1,1 0,-1 0,2 0,0 6,9 14</inkml:trace>
  <inkml:trace contextRef="#ctx0" brushRef="#br0" timeOffset="11128.866">3029 4854,'6'-58,"-2"-1,-3-1,-3 1,-3-15,5 64,5 38,-4-18,53 311,-53-310,1 2,-1-1,2 1,0-1,0 1,1-1,1 0,0 0,0-1,1 1,4 4,4-2</inkml:trace>
  <inkml:trace contextRef="#ctx0" brushRef="#br0" timeOffset="9762.892">622 4533,'1'-3,"1"-1,0 1,-1 0,1 0,0 0,0 0,1 0,-1 1,0-1,1 1,0-1,0 1,0 0,-1 0,2 0,-1 1,0-1,0 1,1 0,-1-1,0 1,1 1,2-1,88-3,-69 5,-22-1,78 10,-79-10,0 0,0 1,0 0,0 0,0-1,0 1,-1 0,1 0,0 1,-1-1,1 0,-1 1,1-1,-1 0,1 1,-1 0,0-1,0 1,0 0,0 0,0-1,0 1,-1 0,1 0,0 0,-1 0,0 0,1 0,-1 0,0 0,0 0,0 0,0 0,-1 0,1 0,0 0,-1 2,-5 10,0-1,-1 0,0 0,-1 0,0-1,-1 0,0-1,-1 0,0-1,-9 7,8-6,-78 60,81-71,23-10,-3 4,0 1,0 0,0 1,1 0,-1 1,1 0,0 1,0 0,0 1,0 1,0 0,0 1,1 0,-2 1,1 1,0 0,0 0,-1 1,0 1,4 2,-11-4,1 1,-1 0,0 0,-1 0,1 0,-1 1,0 0,0 0,0 0,-1 0,1 1,-1-1,-1 1,1 0,-1 0,0 0,0 0,-1 0,1 0,-2 1,1-1,-1 0,1 1,-2-1,1 0,-1 1,0-1,0 0,-1 0,0 0,0 0,0 0,-1 0,0 0,0-1,0 1,-1-1,1 0,-1 0,-1 0,1-1,-3 3,-5 0,-1-1,-1 0,1-1,-1 0,1-1,-1 0,0-1,-1-1,1 0,0-1,-1-1,1 0,-1-1,1 0,0-1,-14-4,-25 0,32 7,21-1,1 0,-1 0,0 1,0-1,1 0,-1 0,0 0,0 0,0 0,1 0,-1 0,0 0,0 0,0 0,0 1,1-1,-1 0,0 0,0 0,0 0,0 0,1 1,-1-1,0 0,0 0,0 0,0 1,0-1,0 0,0 0,0 0,0 1,0-1,0 0,0 0,0 1,0-1,0 0,0 0,0 0,0 1,0-1,0 0,0 0,0 0,0 1,0-1,0 0,0 0,-1 0,1 1,0-1,0 0,0 0,0 0,0 0,-1 1,1-1,0 0,0 0,-1 0,12 5</inkml:trace>
  <inkml:trace contextRef="#ctx0" brushRef="#br0" timeOffset="10041.648">1278 4694,'23'-7,"18"-5,12-2,8 2,3 2,-1 2,-3 4,-11 6,-11 6,-11 1</inkml:trace>
  <inkml:trace contextRef="#ctx0" brushRef="#br0" timeOffset="10324.891">1385 4921,'23'0,"18"0,17-2,11-4,6 0,1-1,-1 0,-13 1</inkml:trace>
  <inkml:trace contextRef="#ctx0" brushRef="#br0" timeOffset="11752.206">3644 4921,'10'-59,"-1"23,-3 0,0 0,-3-1,-1 0,-2 1,-1-1,-3-15,-11 8,14 45,1-1,-1 0,0 0,1 0,-1 1,1-1,-1 0,0 1,1-1,-1 0,1 1,-1-1,1 1,-1-1,1 0,0 1,-1 0,1-1,0 1,-1-1,1 1,0-1,-1 1,1 0,0-1,0 1,0-1,0 1,0 0,0-1,0 1,0 0,0-1,0 1,0 0,0-1,0 1,0-1,-2 32,2 0,1 0,1 0,2-1,1 1,1-1,10 27,-10-33,2 0,0 0,2 0,1-1,0-1,2 0,1 0,5 5,7 3</inkml:trace>
  <inkml:trace contextRef="#ctx0" brushRef="#br0" timeOffset="17405.136">7748 2782,'36'-11,"39"-5,1 3,49-1,-81 7,-55 0,-28 1,-1 2,1 1,-1 2,-5 2,-1-1,4-1,0 2,0 2,1 2,-13 3,23 5,46-4,37-6,-1-1,1-3,-1-2,27-6,-57 7,226-25,-239 25,-28 2,16 0,-187 6,-145 24,318-25,194-12,167-29,-269 30</inkml:trace>
  <inkml:trace contextRef="#ctx0" brushRef="#br0" timeOffset="18764.107">9727 2675,'-30'-1,"256"-11,20 11,-749 1,582 8,310-2,-353-9,-52-2,-156-14,0 8,-16 7,230 10,362 3,-250-19,-182 6,-110 3,1 6,-8 7,97-1,57-6,20-1,1-1,0-1,-1-1,25-4,-40 3,144-10,-154 9,-9 0,-5 1</inkml:trace>
  <inkml:trace contextRef="#ctx0" brushRef="#br0" timeOffset="20262.958">3644 1605,'-225'101,"-449"240,314-149,285-155,-142 71,6 8,4 10,-87 75,115-50,6 8,7 7,-11 28,72-71,4 5,6 4,7 4,-59 122,126-218,3 1,1 0,2 2,2 0,2 0,2 1,1 0,1 30,3 98,3-80,-3-1,-6 16,4-69,1-8</inkml:trace>
  <inkml:trace contextRef="#ctx0" brushRef="#br0" timeOffset="21553.72">3778 1712,'6'-3,"-1"-1,1 1,1 0,-1 1,0-1,0 1,1 0,0 1,-1-1,1 1,0 1,-1-1,1 1,0 1,1-1,13-1,339-35,181-49,-255 37,720-97,5 44,474 33,266 70,-1635-2,-1 4,0 5,0 6,18 8,-131-23,3 1,1-1,0 1,-1 0,1 0,-1 1,1-1,-1 1,0 0,1 1,-1-1,0 1,-1 0,1 1,0-1,-1 1,0 0,0 0,0 0,0 0,-1 1,0-1,1 1,-2 0,2 2,-1 113,-6-55,9 7,4 0,2-1,4 0,2-2,17 36,-17-45,10 32,171 614,-187-654,68 283,21 19,-28-113,-10 4,11 123,-15 29,-58-387,0-1,0 0,1 0,1 0,0-1,0 1,0 0,1-1,1 0,-1 0,1 0,1-1,-1 0,1 0,0 0,2 1,12-3,-2-8</inkml:trace>
  <inkml:trace contextRef="#ctx0" brushRef="#br0" timeOffset="22797.994">4513 830,'-12'-4,"0"-1,-1 2,1 0,-1 0,0 1,1 1,-1 0,0 1,0 0,0 1,1 0,-1 1,-12 4,17-4,0 0,0 1,0 0,1 0,-1 1,1 0,0 0,0 1,0 0,1 0,0 0,0 1,0 0,0 0,1 1,0-1,1 1,-1 0,1 1,1-1,-3 7,5-11,0 0,1 1,0-1,0 0,0 0,0 0,0 0,0 0,1 0,0 0,-1 0,1 0,0 0,0 0,1 0,-1-1,1 1,-1 0,1-1,0 1,0-1,0 0,0 1,0-1,1 0,-1 0,1-1,-1 1,1 0,0-1,0 0,-1 1,1-1,0 0,0 0,0-1,0 1,0-1,0 1,1-1,-1 0,0 0,0-1,0 1,0-1,0 1,0-1,0 0,2-1,8 0,-1-2,1 0,0 0,-1-1,0-1,0 0,0 0,-1-1,0-1,0 0,-1 0,0-1,-1-1,0 1,0-2,-1 1,5-9,2-3,-2-1,0-1,-1 0,-2-1,0 0,-2-1,-1 0,1-10,-1 2,-3-1,0 0,-3 0,0 0,-3 0,-1 0,-1 1,-2-1,-6-16,11 44,-1 0,-1 0,1 0,-1 0,0 0,-1 1,0 0,0-1,0 1,-2 0,5 5,-1 0,1 1,-1-1,0 1,1-1,-1 1,0 0,1 0,-1 0,0-1,1 2,-1-1,0 0,0 0,1 0,-1 1,0-1,1 1,-1 0,1-1,-1 1,1 0,-1 0,1 0,-1 0,1 0,0 0,0 0,-1 0,1 1,0-1,0 0,0 1,0-1,1 1,-1-1,0 1,1 0,-1-1,1 1,-1 0,1-1,0 1,0 0,-1-1,1 1,0 0,1 0,-10 33,1 0,2 0,2 0,1 1,2 0,1-1,3 14,-3-16,2 0,1 0,1-1,2 1,2-1,1-1,1 1,1-2,2 1,1-2,4 4,-15-27,1 0,0-1,0 1,0-1,1 0,0 0,0 0,0-1,0 1,1-1,0-1,0 1,0-1,0 0,1 0,-1-1,1 0,-1 0,1 0,0-1,0 0,-1 0,1-1,0 0,0 0,0-1,0 0,0 0,-1 0,1-1,0 0,-1 0,1-1,-1 0,0 0,0 0,0-1,0 0,4-7,0 1,-1-1,0-1,-1 0,-1 0,1-1,-2 1,0-1,-1-1,0 1,-1-1,0 0,-1 0,-1 0,0-1,-1 1,0 0,-2-3,1 31,0 0,0-1,1 1,1 0,0-1,1 1,1-1,0 0,0 0,7 12,36 22,-22-32</inkml:trace>
  <inkml:trace contextRef="#ctx0" brushRef="#br0" timeOffset="23215.406">4888 455,'26'-4,"1"1,0 2,0 0,0 2,0 0,0 2,-1 1,1 2,-1 0,-19-4,-1 1,1 0,-1 0,0 0,0 1,0 0,-1 0,1 0,-1 1,0 0,0 0,-1 0,1 0,-1 1,0 0,-1 0,1 0,-1 0,-1 1,1-1,-1 1,0-1,0 1,-1 0,0 3,3 231,-4-239,0 0,0 1,0-1,0 0,0 1,0-1,1 1,-1-1,1 0,-1 0,1 1,0-1,0 0,0 0,0 0,1 0,-1 0,0 0,1 0,0 0,-1-1,1 1,0 0,0-1,0 0,0 1,0-1,0 0,0 0,0 0,0 0,1 0,-1-1,0 1,1-1,-1 0,0 1,1-1,-1 0,0 0,1 0,-1-1,2 1,9-5,-1-1,1 0,-1-1,0 0,0 0,-1-2,0 1,-1-1,0-1,0 0,-1 0,0-1,-1 0,0-1,-1 0,0 0,4-10,24-66,-30 127,-2-30,0 0,0 0,1 0,0 0,0-1,1 0,0 0,1 0,-1 0,1-1,1 0,0 0,0-1,0 0,1 0,-1-1,2 0,-1 0,0 0,1-1,0-1,0 0,0 0,0 0,0-1,2-1,60 20</inkml:trace>
  <inkml:trace contextRef="#ctx0" brushRef="#br0" timeOffset="23720.511">6785 1,'-2'1,"1"1,-1-1,0 1,1 0,-1 0,1 0,-1 0,1 0,0 0,0 0,0 0,0 0,0 1,1-1,-1 0,0 1,1-1,0 0,0 1,0-1,0 1,0 1,0-3,-1 55,2-1,3 0,2-1,3 1,3 3,-3-9,-1 2,-3-13,1 0,2-1,2 0,1 0,2-1,2 0,1-1,-14-31,0 0,0 0,1 0,-1 0,1 0,0-1,0 1,0-1,1 0,-1 0,1 0,0 0,0-1,0 1,0-1,0 0,0 0,1-1,-1 1,1-1,-1 0,1 0,-1 0,1-1,0 0,-1 0,1 0,0 0,-1-1,1 0,-1 0,1 0,-1 0,1-1,-1 1,0-1,3-2,2-2,0-1,-1-1,1 1,-2-1,1-1,-1 0,0 0,-1 0,0 0,0-1,-1 0,0-1,-1 1,-1-1,1 0,-1 1,-1-2,0 1,-1 0,0 0,-1 0,0-1,0 1,-2 0,1 0,-3-8,4 17,0-1,0 1,-1-1,1 1,-1-1,1 1,-1 0,0-1,0 1,0 0,0-1,0 1,-1 0,1 0,-1 0,1 0,-1 0,0 1,0-1,1 0,-1 1,-1-1,1 1,0 0,0 0,0-1,-1 2,1-1,0 0,-1 0,1 1,-1-1,1 1,-1 0,1 0,-1 0,1 0,-1 0,1 0,-1 1,1-1,-1 1,1 0,-3 1,0 3,0 1,-1 0,2 1,-1-1,1 1,0 0,1 0,-1 0,1 1,1-1,-1 1,1 0,1 0,-1-1,2 1,-1 0,1 0,0 0,0 0,2 5,-1-4,0 1,1-1,1 0,0 0,0 0,0 0,1-1,1 1,-1-1,1 0,1 0,-1-1,1 1,1-1,-1 0,1-1,0 0,1 0,0-1,0 1,4 1,6 2,0 0,0-2,1 0,-1-1,2 0,-1-2,0 0,1-2,16 1,13-2</inkml:trace>
  <inkml:trace contextRef="#ctx0" brushRef="#br0" timeOffset="23989.792">6558 348,'23'-6,"30"-10,33-9,30-4,22-4,10-2,-4 4,-26 6</inkml:trace>
  <inkml:trace contextRef="#ctx0" brushRef="#br0" timeOffset="24215.193">7601 562,'-1'38,"0"-14,1 0,1 1,2-1,0 0,5 21,-7-41,0 0,1-1,-1 1,1 0,-1 0,1 0,0-1,0 1,1-1,-1 0,1 0,0 0,0 0,0 0,0 0,0-1,0 1,1-1,-1 0,1 0,0 0,0-1,-1 1,1-1,0 0,0 0,0 0,0-1,1 1,-1-1,0 0,0 0,0-1,0 1,0-1,3 0,1-3,0 1,0-2,0 1,0-1,-1 0,1 0,-1-1,-1 0,1 0,-1-1,0 0,0 0,-1 0,0-1,0 0,-1 0,0 0,-1 0,1-1,-2 1,1-1,-1 0,0 0,-1 0,0 0,-1 0,0 0,0 0,-1 0,0 0,0 0,-1 0,0 1,-1-1,0 0,0 1,-1 0,0 0,0 0,-5-6,6 10,0 0,0 0,0 1,0 0,-1-1,0 1,1 0,-1 1,0-1,0 1,0-1,-1 1,1 0,-1 1,1-1,-1 1,1 0,-1 0,0 1,1-1,-1 1,0 0,0 0,1 0,-1 1,0 0,1 0,-1 0,1 0,-1 1,1 0,-1 0,1 0,0 0,0 1,0-1,0 1,1 0,-1 1,1-1,0 0,-1 1,2 0,-1 0,0 0,1 0,0 0,-2 3,2 0,0 0,1 0,0 0,0 1,0-1,1 0,0 0,0 1,1-1,0 0,1 3,8 32</inkml:trace>
  <inkml:trace contextRef="#ctx0" brushRef="#br0" timeOffset="24808.952">8056 777,'-49'-339,"48"335,0 3,1 0,-1 0,1 0,-1 0,1 0,-1 0,1 0,0 0,0 0,-1 0,1 0,0 0,0 0,0 0,0 0,0 0,0 0,0 0,1 0,-1 0,0-1,0 1,1 1,-1-1,1 0,-1 0,1 0,-1 0,1 0,0 0,-1 0,1 1,0-1,0 0,-1 1,1-1,0 0,0 1,0-1,0 1,0-1,0 1,0 0,0-1,0 1,0 0,0 0,0 0,0 0,0 0,0 0,1 0,236 20,-73-16,-162-3,-1 1,1-1,-1 1,0-1,1 1,-1 0,0 0,0 0,0 0,0 0,-1 0,1 1,-1-1,1 1,-1-1,0 1,0 0,0-1,0 1,0 0,0 0,-1-1,0 1,1 0,-1 0,0 0,0 0,-1-1,1 1,-1 0,1 0,-1 0,0 0,0 12,0-6,1-1,0 1,0-1,1 1,0-1,0 1,1-1,0 1,1-1,0 0,0 0,1 0,0-1,0 1,0-1,1 0,0 0,1-1,0 1,0-1,0 0,0-1,1 1,1-1,-2-1,1 1,0-1,0-1,0 1,1-1,-1 0,1-1,-1 0,1 0,0-1,0 0,0 0,0-1,0 0,0 0,0-1,0 0,0 0,-1-1,1 0,0 0,-1-1,1 0,-1 0,0-1,0 0,0 0,-1-1,0 0,1 0,-2 0,1-1,-1 0,1 0,-1 0,-1-1,0 1,1-6,-1-1,0 1,-1-1,0 1,-1-1,-1 0,0 0,-1 0,0 0,-1 0,0 0,-1 0,1 13,1 0,0 0,0 0,0 0,0 1,-1-1,1 0,0 0,0 0,0 0,0 0,-1 1,1-1,0 0,0 0,-1 0,1 0,0 0,0 0,0 0,-1 0,1 0,0 0,0 0,-1 0,1 0,0 0,0 0,-1 0,1 0,0 0,0 0,0-1,-1 1,1 0,0 0,0 0,0 0,-1 0,1 0,0-1,0 1,0 0,0 0,0 0,-1-1,1 1,0 0,0 0,0 0,0-1,0 1,0 0,0 0,-7 23,5-16,0 2,0-1,1 0,1 0,-1 0,1 0,1 1,0-1,0 0,0 0,1 0,0 0,1 0,-1 0,2-1,-1 1,1-1,0 0,0 0,1 0,0-1,1 1,-1-1,1 0,0-1,0 0,3 2,0-1,1-1,-1 0,1-1,0 0,0 0,0-1,1-1,-1 0,1 0,6 0,14-1</inkml:trace>
  <inkml:trace contextRef="#ctx0" brushRef="#br0" timeOffset="25086.773">8858 161,'-7'12,"2"7,9 6,13 3,4-3</inkml:trace>
  <inkml:trace contextRef="#ctx0" brushRef="#br0" timeOffset="25386.963">9178 616,'22'-5,"0"0,-1-2,1 0,-2-1,1-2,-1 0,-1-1,0-1,0 0,7-8,-22 17,-1 0,0 0,0 0,0 0,-1-1,1 1,-1-1,0 0,0 0,0 1,0-1,-1-1,1 1,-1 0,0 0,0 0,-1-1,1 1,-1 0,0-1,0 1,-1 0,1 0,-1-1,0 1,0 0,0 0,-1 0,1 0,-1 0,0 0,0 0,-1 1,1-1,-1 1,1-1,-1 1,0 0,-1 0,-2-2,3 3,1 0,-1 0,0 1,0 0,0-1,0 1,-1 0,1 0,0 1,0-1,0 1,-1-1,1 1,0 0,-1 0,1 1,0-1,-1 1,1-1,0 1,0 0,0 0,0 1,0-1,0 1,0-1,0 1,0 0,1 0,-1 0,1 0,0 1,-1-1,1 1,0-1,0 1,1 0,-1 0,0 0,1 0,0 0,-1 3,-2 2,2 1,-1 0,1 0,0 0,1 0,0 1,1-1,0 0,0 1,1-1,0 0,0 0,1 0,1 0,-1 0,1 0,1-1,0 1,0-1,0 0,1 0,1 0,-1-1,1 0,0 0,1 0,0-1,0 0,0 0,1-1,1 1,14 7,2-1,0-2,0 0,1-1,0-2,0-1,0-1,1-1,0-1,3-1,38 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48:54.3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1484 819,'-37'-37,"37"37,0-1,0 0,0 0,1 0,-1 0,0 1,1-1,-1 0,0 0,1 1,-1-1,1 0,-1 1,1-1,-1 0,1 1,0-1,-1 1,1-1,0 1,-1-1,1 1,0-1,0 1,-1 0,1-1,0 1,0 0,0 0,0 0,-1-1,1 1,0 0,0 0,0 0,0 0,-1 1,1-1,0 0,0 0,0 0,0 1,0-1,1 0,330-2,106 11,-403-12,-58-10,15 13,-1 0,0 0,1 1,-1-1,1 2,-1-1,1 2,0-1,-5 2,5 0</inkml:trace>
  <inkml:trace contextRef="#ctx0" brushRef="#br0" timeOffset="608.197">3542 1327,'-7'-2,"3"-1,8 0,16-1,14-1,17-1,10 0,8 1,2 1,-2 7,-6 6,-12 5,-14-1</inkml:trace>
  <inkml:trace contextRef="#ctx0" brushRef="#br0" timeOffset="811.649">3649 1594,'18'5,"20"1,22-2,18-5,14-2,8 0,-13 0</inkml:trace>
  <inkml:trace contextRef="#ctx0" brushRef="#br0" timeOffset="-2597.674">1550 1247,'-6'-9,"0"0,1 0,0-1,0 1,1-1,0 0,1 0,0-1,0 1,1-1,0-2,2 8,0 0,0 0,0 0,0 0,1 0,0 0,0 0,0 1,1-1,0 0,0 1,0-1,0 1,1-1,-1 1,1 0,0 0,0 0,1 1,-1-1,1 1,0 0,0 0,3-2,-4 3,-1 0,1 0,-1 0,1 1,-1-1,1 1,0 0,0 0,0 0,-1 0,1 0,0 1,0-1,0 1,0 0,0 0,0 0,0 0,0 1,0-1,0 1,0 0,0-1,0 2,0-1,0 0,-1 0,1 1,0-1,-1 1,0 0,1 0,-1 0,0 0,0 0,0 0,0 1,0-1,0 1,5 15,0-1,-1 1,0 0,-2 0,0 0,-1 1,-1-1,-1 1,-1 0,-1 11,2 2,-1-22,0 8,0 0,1 1,1-1,1 0,0 0,2-1,0 1,1-1,4 11,-9-26,0 0,0 0,0 0,0 0,1 0,-1 0,0 0,1-1,-1 1,1 0,0-1,0 1,-1-1,1 0,0 1,0-1,0 0,1 0,-1 0,0 0,0-1,0 1,1-1,-1 1,0-1,0 0,1 0,-1 0,0 0,1 0,-1 0,0-1,1 1,-1-1,0 0,0 0,0 1,0-1,0 0,0-1,0 1,0 0,0-1,1-1,5-7,-1 0,-1-1,0 0,0 0,-1-1,0 0,-1 0,-1 0,0 0,0 0,-2-1,1 0,-1 1,-1-4,2 1,-1-1,-1 0,0 1,-1-1,0 0,-2 1,0-1,-2-6,-4 17,7 25,4 2,2 1,1-1,0 1,2-2,0 1,2-1,0 0,2 0,0-1,1-1,1 0,14 16,15 6,-41-41,1 1,-1 0,0 0,0 0,0-1,0 1,1-1,-1 1,0-1,1 1,-1-1,0 0,1 0,-1 1,1-1,-1 0,0 0,1 0,-1-1,1 1,-1 0,0 0,1-1,-1 1,0-1,0 1,1-1,-1 0,0 1,0-1,0 0,0 0,0 0,0 0,0 0,0 0,0 0,0 0,0-1,4-9,-1 1,0-1,-1 0,-1 0,1-1,-2 1,1-1,-2 1,0 0,0-1,-1 1,0-3,0-14,0 0,-2 1,-1-1,-1 1,-2 0,0 0,-5-7,12 33,0 0,0 0,0 0,0 0,0 0,0 1,-1-1,1 0,0 0,-1 0,1 0,-1 1,1-1,-1 0,1 0,-1 1,1-1,-1 0,0 1,1-1,-1 1,0-1,1 1,-1-1,0 1,0-1,0 1,1 0,-1-1,0 1,0 0,0 0,0 0,0 0,0 0,1 0,-1 0,0 0,0 0,0 0,0 0,0 0,0 1,1-1,-1 0,0 1,0-1,0 0,1 1,-1-1,0 1,0-1,1 1,-1 0,1-1,-1 1,0 0,1-1,-1 1,1 0,-1 0,-3 9,0 1,0-1,1 1,0 0,1 0,0 1,1-1,0 0,1 0,0 2,0 7,0-1,1 1,2 0,0-1,0 0,2 0,1 0,0 0,1-1,1 0,1-1,0 1,1-2,1 1,1-1,0-1,1 0,9 7,20 15</inkml:trace>
  <inkml:trace contextRef="#ctx0" brushRef="#br0" timeOffset="-1238.187">2393 1488,'-32'-11,"32"10,1 0,0-1,0 1,-1 0,1 0,0 0,0 0,0 0,0 0,0 0,1 0,-1 1,0-1,0 0,1 1,-1-1,0 1,0-1,1 1,-1-1,1 1,-1 0,0 0,1 0,-1 0,2 0,19-5,0 2,0 0,0 2,1 0,-1 1,0 2,1 0,-1 1,21 7,-41-10,1 1,0 0,-1-1,1 1,-1 0,1 1,-1-1,1 0,-1 1,0-1,0 1,0 0,0-1,0 1,0 0,0 0,-1 1,1-1,-1 0,1 0,-1 1,0-1,0 1,0-1,0 1,0 0,-1-1,1 1,-1 0,0-1,0 1,0 0,0 0,0-1,0 1,-1 0,1-1,-1 1,0-1,0 1,0 0,0-1,0 0,-1 2,-8 7,-1 1,0-2,0 1,-1-1,-1-1,1 0,-2-1,1-1,-1 0,0 0,0-2,-15 5,40-13,0 1,0 0,0 1,0 1,1-1,-1 2,0-1,0 2,0-1,0 2,0-1,-1 2,1-1,-1 1,0 1,0 0,0 0,-1 1,1 0,-1 1,-1 0,1 0,-1 1,-1 0,1 0,-2 1,1 0,-1 0,0 1,-1 0,0 0,0 1,-3-5,0 0,-1 1,0-1,0 1,0-1,-1 1,0-1,0 1,-1 0,0-1,0 1,0-1,-1 0,0 1,0-1,0 0,-1 0,0 0,0-1,-1 1,0-1,0 1,0-1,0 0,-1-1,0 1,0-1,0 0,0 0,-1-1,-4 3,-9 2,-1-2,1 0,-1-1,0-2,-1 0,1 0,0-2,-1-1,1 0,-1-2,-12-2,34 3,7 1</inkml:trace>
  <inkml:trace contextRef="#ctx0" brushRef="#br0" timeOffset="2392.388">4759 1046,'-9'24,"2"0,0 0,2 0,1 0,0 1,2 0,1 0,1-1,2 9,23 499,-40-918,13 363,-16-215,10-20,26 335,-12-44,2-1,2 0,1 0,1-1,2-1,0 0,3-1,0 0,8 7,-22-31,1 1,0-1,0 0,1 0,-1-1,1 1,0-1,0 0,0 0,1-1,-1 1,1-1,0 0,0-1,0 0,0 0,1 0,-1 0,0-1,1 0,-1-1,1 1,-1-1,1-1,-1 1,1-1,-1 0,1 0,-1-1,0 0,4-2,2-6,-2 0,1-1,-1 0,-1-1,0 0,-1 0,0-1,-1 0,0-1,-1 0,-1 0,0 0,-1 0,0-1,-1 0,0-9,-2 20,49-261,-61 308,2 28,4 1,2 0,4 0,3 0,8 37,-5-56,3-1,1 0,3 0,2-2,3 0,1 0,21 33,-24-56</inkml:trace>
  <inkml:trace contextRef="#ctx0" brushRef="#br0" timeOffset="2941.455">5587 1514,'24'-8,"-1"0,1 1,1 2,-1 0,1 2,-1 0,1 2,0 1,19 2,-39-2,0 0,0 0,0 0,-1 0,1 1,0 0,0 0,-1 0,1 0,0 1,-1 0,0 0,1 0,-1 0,0 1,0 0,0 0,0 0,-1 0,1 0,-1 1,0 0,0 0,0 0,-1 0,1 0,-1 0,0 0,0 1,0-1,-1 1,0 0,0-1,1 4,-4 0,1 0,-1 0,0 0,-1-1,0 1,0-1,-1 1,0-1,0 0,-1-1,1 1,-1-1,-1 0,1 0,-5 3,-99 72,95-71,14-10,1 1,-1 0,1 0,0-1,-1 1,1 0,0-1,-1 1,1 0,0-1,0 1,0-1,0 1,-1-1,1 0,0 1,0-1,0 0,0 0,0 0,0 0,0 1,0-1,0 0,0-1,0 1,0 0,-1 0,1 0,0 0,0-1,0 1,0-1,2 1,16 1,1 1,-1 1,0 0,0 2,0 0,-1 1,18 8,-28-10,0-1,0 2,0-1,-1 1,0 0,0 1,0-1,0 1,-1 1,0-1,-1 1,1 0,-1 1,-1-1,1 1,-1 0,-1 0,3 6,-5-10,0 0,-1 0,1 0,-1 1,1-1,-1 0,0 0,-1 1,1-1,-1 0,0 0,0 0,0 1,-1-1,1 0,-1-1,0 1,0 0,0 0,-1-1,1 1,-1-1,0 0,0 0,0 0,0 0,-1-1,1 1,-1-1,-2 2,-9 4,0 0,0-1,-1 0,0-2,0 1,0-2,-4 0,-2 1,-1-1,0-1,0-1,0-1,0 0,-12-3,-1-11,32 5</inkml:trace>
  <inkml:trace contextRef="#ctx0" brushRef="#br0" timeOffset="4793.147">7059 726,'8'46,"-1"1,-2 0,-3 0,-2 6,1-11,3 96,22 407,37-114,-59-417,-1-1,0 1,-1 0,-1 0,0 0,-1 0,-1 0,0 1,-1-1,0-1,-1 1,-1 0,0-1,0 1,-2-1,0-1,0 1,-3 2,-2-2,-2-1,1 0,-2-1,1 0,-1-1,-1-1,0 0,0-1,-1-1,0 0,0-1,-1-1,1 0,-12 1,-25 3,-1-3,0-1,0-3,-3-3,-845-4,-788-35,807 1,265 21,333 13,-536 0,206-9,496 15,-220-10,328 8,8 2,0-1,0 1,0-1,0 0,0 0,0 0,0-1,0 1,0-1,0 0,0 1,0-1,0-1,0 1,1 0,-1-1,0 1,1-1,-1 0,1 0,0 0,-1 0,1 0,0-1,0 1,1-1,-1 1,0-1,1 1,-1-1,1 0,0-1,2-112,-15-32,-29-121,22 152,-148-892,157 931,3 0,4-1,3 0,7-47,-3 106,1 0,0 1,2 0,0 0,2 0,3-8,-7 21,0 0,0 0,1 0,0 0,0 0,0 1,1 0,-1 0,1 0,1 1,-1-1,1 1,-1 0,1 1,0-1,0 1,1 1,-1-1,7-1,34-4,0 2,1 2,0 2,-1 3,17 2,-64-3,644 59,904-21,-689-33,896 96,-704-29,-383-43,-645-27,-33 27,5-11,2-1,0 1,2 0,-1 0,2-1,1 1,0 0,1 0,1-1,0 1,3 5,20 73,5-2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19.5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48 0,'0'5,"0"-1,1 1,-1 0,1-1,0 1,0-1,1 1,-1-1,1 1,0-1,0 0,0 0,1 0,0 0,-1 0,1-1,1 1,-1-1,0 0,1 0,0 0,-1 0,1 0,0-1,1 0,-1 0,0 0,2 0,-6-2,1 0,0 0,-1 0,1 0,0 0,0 0,-1 0,1-1,0 1,0 0,-1 0,1-1,0 1,-1 0,1-1,0 1,-1-1,1 1,-1-1,1 1,-1-1,1 1,-1-1,1 1,-1-1,0 0,1 1,-1-1,0 0,1 1,-1-1,0 0,0 0,0 1,1-1,-1 0,0 0,0 1,0-1,0 0,-1 1,1-1,0 0,0 0,0 1,0-1,-1 0,-15-33,-44-7,58 40,0 0,1 1,-1-1,0 1,0-1,0 1,0 0,0 0,0 0,1 0,-1 0,0 0,0 0,0 0,0 1,0-1,0 1,1 0,-1-1,0 1,0 0,1 0,-1 0,1 0,-1 0,1 1,-1-1,1 0,0 1,-1-1,1 1,0-1,0 1,0 0,0-1,0 2,1-1,-1 0,1 0,-1 1,1-1,0 0,0 1,0-1,0 1,0-1,0 0,1 1,-1-1,1 0,0 0,-1 1,1-1,0 0,0 0,1 0,-1 0,0 0,1 0,-1 0,1-1,-1 1,1 0,0-1,1 1,20 17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20.5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70,'14'0,"18"0,24 0,25-2,22-4,16-4,5-1,-3-1,-13 1,-18 3,-24 3,-20 2,-18 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21.5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0,'0'3,"3"0,7 0,11 1,13 1,13-2,11 0,10-3,5-2,-1 0,-7-1,-11 2,-15-1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21.85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0,'18'9,"18"6,16-1,17-2,13-3,11-3,6-5,-1-7,-17-3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22.2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211 269,'-1'9,"0"-1,0 1,0-1,1 1,0-1,1 1,0-1,0 1,1-1,0 1,1-1,-1 0,2 0,-1 0,1-1,0 1,1-1,-1 0,1 0,1 0,0-1,2 3,1-1,1-1,0 0,0 0,1-1,0 0,0-1,0 0,1 0,-1-2,1 1,0-1,0-1,0 0,1-1,-1-1,1 1,-4-1,-1-1,1 1,-1-1,1 0,-1-1,0 0,0-1,0 1,0-1,0-1,0 0,-1 0,0 0,0-1,0 0,0 0,-1-1,0 0,0 0,0 0,-1-1,0 0,2-3,-3 0,1 0,-2 1,1-1,-1 0,-1-1,0 1,0 0,-1-1,0 1,-1-1,0 1,-1-1,0 1,-1-1,0 1,0 0,-1 0,-1 0,1 0,-2 0,1 1,-1-1,-1 1,-1-1,-2-5,-2 1,0 0,0 1,-1 0,-1 0,0 2,-1-1,0 2,0 0,-1 1,-1 0,0 1,0 1,-2-1,11 6,-1-1,0 1,1 0,-1 1,0 0,0 0,0 1,0 0,0 0,0 1,0 0,0 0,1 1,-1 0,0 0,1 1,-1 0,1 0,0 1,0 0,0 0,1 1,-2 1,-11 13,1 1,0 1,2 1,1 0,0 1,2 0,0 1,2 1,-2 7,-30 71,5-7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19.83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41,'2'4,"6"11,8 15,12 12,11 12,11 7,7 5,8 0,2-4,1-6,-5-5,-5-8,-11-8,-11-8,-12-8</inkml:trace>
  <inkml:trace contextRef="#ctx0" brushRef="#br0" timeOffset="275.78">562 1,'-13'9,"-12"12,-8 12,-8 13,-4 13,-2 11,-4 5,-1 6,-1-2,1-3,5-9,9-11,10-13,11-13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18.5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121 54,'9'16,"10"14,11 10,7 6,6 7,3 3,2 2,1 0,-5-2,-4-2,-7-4,-7-4,-5-7,-7-8,-3-10,-4-10,-2-7</inkml:trace>
  <inkml:trace contextRef="#ctx0" brushRef="#br0" timeOffset="240.87">603 1,'-14'22,"-13"20,-12 18,-10 15,-8 10,-8 10,-7 1,0-3,3-9,11-15,15-16,18-17,13-14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6.8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48,'31'-5,"32"-1,30-2,26 1,20-1,10 0,-21 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7.1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0,'23'3,"20"0,20-1,17 1,11-4,1-1,-6 0,-18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7.3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8,'25'5,"24"1,24-1,23-5,17-5,13-4,-16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8.0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7.5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28 399,'6'-342,"6"287,-12 55,1 0,-1 0,0-1,1 1,-1 0,1 0,-1 0,1 0,-1 0,0 0,1 0,-1 0,1 0,-1 0,1 0,-1 0,1 0,-1 0,0 0,1 0,-1 0,1 0,-1 1,1-1,-1 0,0 0,1 1,-1-1,0 0,1 0,-1 1,0-1,1 0,-1 1,0-1,0 1,1-1,-1 0,0 1,0-1,0 1,1-1,-1 1,0-1,0 0,0 1,0-1,0 1,0-1,0 1,0-1,0 1,0-1,0 0,0 1,5 22,0-1,-1 2,-1-1,-2 0,0 0,-1 2,0 2,2 17,-2 25,3 0,3 0,3-1,3 0,4 4,20 41,-29-90</inkml:trace>
  <inkml:trace contextRef="#ctx0" brushRef="#br0" timeOffset="206.442">1 814,'11'0,"16"0,16 0,17-4,12-5,7-2,5-2,-13 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6.2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53,'24'-10,"0"1,0 1,1 1,0 1,0 1,0 2,1 0,0 2,-1 0,1 2,0 1,13 3,-27-2,-1-1,0 2,0-1,0 1,-1 1,1 0,-1 1,0 0,-1 0,1 1,-1 0,-1 1,1 0,-1 0,0 1,-1 0,0 0,-1 1,0 0,0 0,-1 0,-1 1,3 8,2 15,-3 0,0 1,-3 0,-1 0,-1 0,-2 0,-1 0,-4 13,0 32,5-78,0 0,1 0,-1 1,0-1,1 0,0 1,-1-1,1 1,0-1,0 0,0 1,1-1,-1 0,1 1,-1-1,1 0,0 1,0-1,0 0,0 0,0 0,0 0,0 0,1 0,-1 0,1 0,0 0,-1-1,1 1,0-1,0 1,0-1,0 0,0 0,0 0,1 0,-1 0,0 0,1 0,-1-1,0 1,1-1,1 0,5-4,0-1,-1 0,1-1,-1 0,0 0,-1-1,0 0,0 0,0-1,-1 0,0 0,0 0,-1-1,0 0,-1 0,0 0,1-5,10-27,-2 0,-1-1,-3 0,-1-1,-2 0,-2 0,-2 0,-3-28,0 37,-3 23,-2 25,-4 33,2 1,2 0,2 0,3 6,-1-29,2 1,2 0,0-1,1 1,1-1,2 0,5 15,-8-30,1 0,0-1,1 1,0-1,1 0,0 0,0 0,1-1,0 0,0 0,1-1,0 0,0 0,0-1,1 0,0 0,1-1,-1 0,6 1,-9-3,0-1,1 0,-1 0,0 0,1-1,-1 0,1 0,-1-1,1 1,-1-2,1 1,-1-1,1 0,-1 0,2-1,12-7</inkml:trace>
  <inkml:trace contextRef="#ctx0" brushRef="#br0" timeOffset="270.289">468 414,'16'0,"23"0,23-2,20-1,11-2,4-1,-5 0,-17-1,-21 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5.5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0 361,'21'0,"20"0,21-2,16-3,8-3,4-2,-5 0,-12 2,-18 3</inkml:trace>
  <inkml:trace contextRef="#ctx0" brushRef="#br0" timeOffset="268.794">361 1,'-18'7,"-9"9,1 13,5 17,8 16,10 11,13 11,10 6,5 2,-1-15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2:35.0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11,'51'-6,"0"2,0 3,25 3,-66-2,1 1,0 0,0 1,0 0,-1 0,1 1,-1 1,0 0,0 0,0 1,0 0,-1 1,0 0,0 0,0 1,-1 0,0 0,-1 1,1 0,-1 1,-1-1,0 1,0 1,4 17,-2 1,-1 0,-1 1,-1-1,-1 1,-2 0,-1 0,-1 0,-2 0,-1 0,-1 0,-1 0,-7 17,1 22,11-22,0-45,0-1,0 1,0 0,1 0,-1-1,0 1,1 0,-1 0,1-1,-1 1,1 0,-1-1,1 1,-1-1,1 1,0-1,-1 1,1-1,0 1,0-1,-1 1,1-1,0 0,0 1,-1-1,1 0,0 0,0 0,0 0,-1 0,1 0,0 0,0 0,0 0,0 0,-1 0,1 0,0-1,0 1,0 0,-1 0,1-1,0 1,-1-1,1 1,0-1,-1 1,1-1,0 0,12-8,-1 0,0-2,-1 1,0-2,-1 1,0-1,-1-1,0 0,-1 0,-1-1,1-2,13-25,-3 0,-1-2,-3 0,-1-1,-2 0,-2-1,-2 0,-2-6,-4 43,0 5,0 0,-1 0,1 0,-1 0,0 0,0 0,0 0,-1 0,1 0,0 0,-1 0,0 0,0 0,0 0,0 0,-1-1,-11 8,6 5,1 0,0 0,1 1,0 0,0 0,1 0,0 0,1 1,1 0,-1-1,0 10,-1-1,0 0,1 0,1 1,0-1,2 1,0-1,1 1,1 0,1-1,1 0,1 0,0 0,1 0,1-1,1 0,1-1,0 1,1-2,1 1,1-2,0 1,1-1,10 8,-8-11,1 0,0-1,0-1,1-1,1 0,0-1,0-1,0-1,8 1,2-1</inkml:trace>
  <inkml:trace contextRef="#ctx0" brushRef="#br0" timeOffset="256.659">362 332,'11'0,"20"0,23 0,25-2,21-4,15-2,6 0,-18 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3:03.4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1,'18'4,"18"2,18 0,20-1,16-2,14 0,4-5,0 0,-9-1,-13 1,-18 0,-21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3:03.77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14,'20'0,"28"2,28 1,28 0,26-3,17-2,7-2,-6-1,-15 1,-25 0,-31 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3:04.4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1 335,'15'0,"18"0,18 0,17 0,12-2,9-1,5 0,-4 1,-9 3,-16 3,-18 1</inkml:trace>
  <inkml:trace contextRef="#ctx0" brushRef="#br0" timeOffset="292.219">121 616,'16'9,"21"4,22-2,25-2,19-2,16-3,6-4,-3-4,-22-2</inkml:trace>
  <inkml:trace contextRef="#ctx0" brushRef="#br0" timeOffset="571.815">1297 1,'0'18,"9"20,17 17,20 13,22 10,18 4,12-1,6-3,-1-5,-10-9,-13-8,-16-9,-16-8,-17-8,-15-10,-11-8</inkml:trace>
  <inkml:trace contextRef="#ctx0" brushRef="#br0" timeOffset="851.564">1885 69,'-22'11,"-22"22,-22 29,-23 30,-25 31,-27 32,-28 26,15-19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6:53:02.7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54,'13'21,"14"15,12 13,12 10,11 6,14 3,7 2,6 0,-1-2,-5-4,-9-7,-10-5,-12-7,-12-10,-13-10</inkml:trace>
  <inkml:trace contextRef="#ctx0" brushRef="#br0" timeOffset="194.478">709 1,'-20'4,"-17"16,-12 20,-12 23,-10 24,-3 21,-1 13,3 8,3 1,13-20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4:15.0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295 687,'88'-100,"108"-137,-184 222,-12 15,0 0,1 0,-1 0,0 0,0 0,1 0,-1 0,0 0,1 0,-1 0,0 0,0 0,1 0,-1 0,0 0,1 0,-1 0,0 1,0-1,0 0,1 0,-1 0,0 1,0-1,1 0,-1 0,0 0,0 1,0-1,0 0,0 0,1 1,-1-1,0 0,0 0,0 1,0-1,0 0,0 1,0-1,0 0,0 1,0-1,0 0,0 0,0 1,0-1,0 0,0 0,0 1,-1-1,1 0,0 1,0-1,0 0,0 0,0 0,-1 1,1-1,0 0,0 0,0 0,-1 1,1-1,0 0,0 0,-1 0,1 0,0 0,-39 244,15-26,15-154</inkml:trace>
  <inkml:trace contextRef="#ctx0" brushRef="#br0" timeOffset="266.433">441 1088,'16'-9,"15"-5,10-3,13 0,8 0,5 2,0 3,-5 3,-10 0,-14 2</inkml:trace>
  <inkml:trace contextRef="#ctx0" brushRef="#br0" timeOffset="513.804">1 58,'4'0,"11"7,15 9,14 11,13 10,9 6,-6-5</inkml:trace>
  <inkml:trace contextRef="#ctx0" brushRef="#br0" timeOffset="782.118">990 139,'-7'-16,"-2"-12,0-5,2-1,2 11,5 19,6 23,6 26,7 25,6 20,4 15,-1 8,-5-15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4:13.67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189 513,'-3'-3,"-1"0,1 1,-1-1,1 1,-1 0,0 0,0 0,0 1,0-1,0 1,0 0,-1 0,1 1,0-1,0 1,-1 0,1 0,0 0,-1 1,1-1,0 1,0 0,0 1,-1-1,1 1,0-1,1 1,-1 0,0 0,1 1,-2 0,-1 3,0 1,1-1,-1 1,2 0,-1 0,1 0,0 1,0 0,1 0,0-1,1 2,-1-1,2 0,-1 0,1 1,0-1,1 1,0-1,0 1,2 5,-2-12,1 1,-1-1,1 1,0-1,0 1,0-1,1 1,-1-1,0 0,1 0,0 0,-1 0,1 0,0 0,0 0,0-1,0 1,0 0,1-1,-1 0,0 0,1 1,-1-2,1 1,-1 0,1 0,-1-1,1 1,-1-1,1 0,0 0,-1 0,1 0,0 0,-1 0,1-1,-1 0,3 0,6-2,0 0,0 0,0-1,0-1,-1 0,0 0,0-1,4-3,1-3,-1 0,0-1,-1-1,0 0,-1-1,-1 0,0-1,-1 0,-1-1,0 0,-2 0,0-1,0 0,-2-1,3-9,-1-1,-2 0,-1 0,-1-1,-2 1,-1-1,-1 1,-4-22,4 40,0 1,-1-1,0 1,0-1,-2 1,1 0,-1 0,0 0,-1 0,0 1,-1 0,0 0,0 0,-1 1,5 6,1 1,-1 0,1-1,-1 1,0 0,0 0,0 0,0 0,0 0,0 0,0 1,0-1,0 1,0-1,0 1,0 0,-1 0,1 0,0 0,0 0,0 0,0 1,0-1,0 1,0 0,0-1,0 1,0 0,0 0,0 0,0 0,0 1,1-1,-1 0,-1 2,-45 64,38-45,2 1,0 0,1 0,1 1,1 0,2 0,0 1,2-1,0 0,2 1,0-1,5 21,-3-26,1-1,1 0,1 1,0-2,1 1,1-1,1 0,0-1,1 1,1-2,0 0,1 0,1-1,0-1,1 0,13 9,-21-17,-1 0,1 0,1-1,-1 0,1 0,-1-1,1 0,0 0,0 0,0-1,1 0,-1 0,0-1,1 0,-1-1,1 1,-1-1,1-1,0 1,-1-1,0-1,1 1,-1-1,0-1,0 1,0-1,0 0,0-1,-1 0,1 0,-1 0,2-3,-2-1,0-1,-1 0,0 0,-1 0,0 0,0-1,-1 0,0 0,-1 0,0 0,-1 0,0 0,0 0,-1-1,-1-7,-7-6,7 24,1 0,0 0,-1-1,1 1,-1 0,1 0,0 0,-1 0,1 0,-1 0,1 0,-1 0,1 0,-1 0,1 0,0 0,-1 1,1-1,-1 0,1 0,0 0,-1 0,1 1,-1-1,1 0,0 0,-1 1,1-1,0 0,0 1,-1-1,1 0,0 1,0-1,-1 1,1-1,0 0,0 1,0-1,0 1,-1-1,1 0,0 1,0-1,0 1,0-1,0 1,0-1,0 1,0-1,1 0,-1 1,-2 4,0 1,0-1,1 1,0-1,0 1,0 0,1 0,0-1,0 1,0 0,1 0,0-1,0 1,0-1,1 1,0-1,0 1,0-1,1 0,-1 0,1 0,1 0,-1 0,1-1,-1 0,1 0,1 0,-1 0,0 0,1-1,0 0,0 0,3 2,-3-3,0 0,1 0,-1 0,1-1,-1 0,1 0,-1 0,1-1,0 0,-1 0,1 0,0-1,-1 0,1 0,-1 0,1-1,-1 1,1-2,-1 1,0 0,0-1,0 0,0 0,-1 0,1-1,-1 0,0 0,0 0,0 0,-1 0,1-1,-1 0,0 1,-1-1,1 0,-1-1,2-3,-1 3,-1 0,1 0,-1 0,0 0,-1 0,0 0,0-1,0 1,0 0,-1-1,0 1,-1 0,0-3,1 9,0 0,0 0,-1 0,1-1,0 1,-1 0,1 0,0 0,-1 0,1 0,-1-1,1 1,0 0,-1 0,1 0,0 0,-1 0,1 0,-1 0,1 0,0 0,-1 1,1-1,0 0,-1 0,1 0,0 0,-1 0,1 1,0-1,-1 0,1 0,0 1,0-1,-1 0,1 0,0 1,0-1,-1 0,1 1,0-1,0 0,0 1,0-1,-1 0,1 1,0-1,0 0,0 1,0-1,0 1,0-1,-5 11,1-1,0 1,1 1,0-1,0 0,1 1,1-1,0 1,1 0,0 0,0-1,1 1,2 2,-2-8,0 0,1 0,0 0,0-1,0 1,1-1,0 0,0 1,0-1,1 0,-1-1,1 1,0-1,1 0,-1 0,1 0,0 0,0-1,0 0,0 0,0 0,1-1,0 1,-1-1,1-1,0 1,0-1,0 0,0 0,0-1,0 0,0 0,0 0,0-1,0 0,0 0,-1 0,1-1,0 0,0 0,-1 0,1-1,6-8,-2 0,0-1,0 0,-1-1,0 0,-1 0,-1 0,0-1,-1-1,0 1,-1-1,-1 0,0 0,-1 0,-1 0,0-1,-1 1,0 9,13-96,-23 147,2 36,2 0,5 0,2 0,5 0,12 56,-6-63,14 133,-26-202,-1 0,1 0,-1 1,0-1,-1 0,1 0,-1 0,0 0,0 0,0 0,-1-1,0 1,0 0,0-1,0 1,-1-1,0 0,-1 2,3-5,0-1,1 1,-1-1,0 1,0-1,0 1,-1-1,1 0,0 0,0 1,0-1,0 0,0 0,0 0,0 0,0 0,0 0,-1-1,1 1,0 0,0 0,0-1,0 1,0-1,0 1,0-1,0 1,0-1,1 1,-1-1,0 0,0 0,0 0,1 1,-1-1,0 0,1 0,-1 0,1 0,-1 0,0-1,-20-44,14 6,1 1,1-1,3 0,1 0,2-1,1 1,5-18,-2 12,1 0,2 1,2-1,2 2,2 0,2 0,9-14,-23 52,0 1,1-1,0 1,0 0,0 0,1 0,-1 1,1-1,0 1,1 0,-1 0,1 0,0 1,0-1,0 1,0 1,0-1,1 1,1-1,-3 4,-1 0,0 0,0 0,1 0,-1 1,0 0,0-1,0 1,-1 0,1 1,0-1,-1 0,1 1,-1 0,0-1,0 1,0 0,0 0,0 0,-1 0,0 0,1 1,-1-1,0 0,0 1,-1-1,1 1,-1-1,0 1,0-1,0 2,1 5,0-1,-1 1,0 0,-1 0,0 0,0 0,-1 0,0-1,-1 1,0-1,-1 0,0 0,0 0,-1 0,0-1,0 1,-1-1,0-1,-1 1,0-1,0 0,0-1,-1 1,0-2,0 1,-2 0,10-6,0 1,0-1,-1 1,1 0,0-1,-1 1,1-1,-1 1,1-1,0 0,-1 1,1-1,-1 1,1-1,-1 0,0 1,1-1,-1 0,1 0,-1 1,1-1,-1 0,0 0,1 0,-1 0,0 0,1 0,-1 0,1 0,-1 0,0 0,1 0,-1 0,0 0,1-1,-1 1,1 0,-1 0,1-1,-1 1,1 0,-1-1,1 1,-1-1,1 1,-1 0,1-1,-1 1,1-1,0 1,-1-1,1 1,0-1,-1 0,1 1,0-1,0 1,0-1,0 0,-1 1,1-1,0 0,0 1,0-1,36-44,-10 18</inkml:trace>
  <inkml:trace contextRef="#ctx0" brushRef="#br0" timeOffset="329.81">1459 687,'0'15,"7"53,-7-66,1 0,0 0,0 0,0 0,1 0,-1 0,0 0,1-1,-1 1,1 0,0-1,-1 1,1-1,0 0,0 1,0-1,0 0,0 0,0-1,0 1,1 0,-1-1,0 1,0-1,0 1,1-1,-1 0,2 0,5-1,-1 0,0 0,1-1,-1 0,0-1,0 1,0-1,-1-1,1 0,-1 0,0 0,0-1,0 0,0 0,-1-1,0 0,0 0,-1-1,0 1,0-1,0 0,-1 0,0-1,0 1,-1-1,0 0,0 0,-1 0,0 0,0-1,-1 1,0-4,0 8,0-1,0 1,0 0,0 0,-1 0,0-1,0 1,0 0,0 0,-1-1,0 1,0 0,0 0,0 0,0 0,-1 0,0 0,0 0,0 0,0 1,-1-1,1 1,-1 0,0 0,0 0,0 0,0 0,-4-2,-1 3,0 1,-1-1,1 2,0-1,-1 1,1 0,-1 1,1 0,0 0,-1 1,1 0,0 1,0-1,0 1,1 1,-1 0,1 0,0 0,0 1,0 0,1 0,-1 1,-4 6,6-9,1 1,-1 1,1-1,0 1,0 0,1 0,-1 0,1 0,0 0,0 1,1-1,0 1,0 0,0 0,1 0,0 0,0 0,0 0,1 0,0 0,0 0,0 1,1-1,0 0,0 0,1 0,-1 0,1-1,1 1,-1 0,1-1,3 6,0-5,1 0,-1 0,1-1,1 0,-1 0,1 0,0-1,0 0,0-1,0 0,1 0,-1-1,1 0,2 0,33 7</inkml:trace>
  <inkml:trace contextRef="#ctx0" brushRef="#br0" timeOffset="608.3">1847 219,'-6'1,"-1"0,1 0,0 1,0 0,0 0,0 1,0 0,0 0,0 0,1 1,0-1,-1 1,1 1,1-1,-1 1,1-1,0 1,0 1,0-1,1 1,-1-1,1 1,1 0,-1 0,1 0,0 0,0 1,1-1,0 0,0 1,1-1,-1 1,2-1,-1 2,4 27,1 1,2-1,1-1,2 1,2-2,0 1,3-2,0 0,10 12,-14-21,1-1,1-1,1 0,1-1,0 0,2-1,3 2,-13-15,-1 0,1 0,1-1,-1 0,1 0,0-1,0 0,0 0,1-1,0 0,-1 0,1-1,0 0,0-1,0 0,0 0,0-1,0 0,0-1,0 0,1-1,16-4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4:10.1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1022,'16'-31,"-1"-1,-2-1,-2 0,0-1,2-23,-1 13,3-14,-2 2,3 1,3 0,4-5,-21 54,0 1,0-1,0 0,1 1,-1 0,1 0,1-1,-1 2,1-1,0 0,0 1,0-1,0 1,1 1,0-1,0 0,0 1,0 0,0 0,1 1,-1 0,1 0,0 0,0 0,-1 1,1 0,1 0,3 5,0-1,0 2,-1 0,1 0,-1 0,0 1,-1 1,1-1,-1 2,-1-1,1 1,-1 0,-1 0,1 1,3 8,2-2,-1 0,-1 1,-1 0,0 0,-1 1,0 0,-2 1,0-1,-1 3,-4-17,-1-1,1 1,-1-1,0 1,0-1,0 0,-1 1,1-1,-1 1,1-1,-1 1,0-1,1 0,-1 1,-1-1,1 0,0 0,0 0,-1 0,1 0,-1 0,0 0,1-1,-1 1,0 0,0-1,0 1,0-1,-1 0,1 0,0 0,0 0,-1 0,1 0,0-1,-1 1,1-1,-1 0,1 1,-1-1,1 0,-1-1,-6 2,1-1,-1 0,0-1,1 0,-1 0,1-1,-1 0,1 0,-4-2,10 3,0 0,-1 1,1-1,0 0,0-1,-1 1,1 0,0-1,0 1,0-1,0 1,1-1,-1 0,0 0,1 0,-1 0,1 0,0 0,0 0,-1-1,2 1,-1 0,0-1,0 1,1-1,-1 1,1-1,0 1,0-1,0 1,0-1,0 1,0-1,1 1,3-6,0 1,1 0,0 0,1 0,0 0,0 1,0 0,1 0,-1 1,1 0,1 0,-1 0,1 1,-1 0,1 1,1 0,-1 0,1 0,-6 2,59-22,0 2,2 3,57-9,-38 17,-82 10,0-1,0 1,-1 0,1 0,0 0,0 0,0 0,0 1,0-1,0 0,0 0,0 0,0 1,-1-1,1 1,0-1,0 0,0 1,0 0,-1-1,1 1,0-1,-1 1,1 0,0-1,-1 1,1 0,-1 0,1 0,-1-1,0 1,1 0,-1 0,0 0,1 0,-1 0,0 0,0 0,0 0,0-1,0 1,0 0,0 0,0 0,0 0,-1 0,-19 45,13-33,2-5,1 0,0 0,1 1,0 0,0 0,1 0,0 0,0 0,1 1,0-1,1 2,0-11,0-1,0 1,0 0,0-1,1 1,-1 0,0 0,0-1,0 1,0 0,0 0,1 0,-1-1,0 1,0 0,0 0,1 0,-1-1,0 1,0 0,1 0,-1 0,0 0,0 0,1 0,-1 0,0 0,1-1,-1 1,0 0,0 0,1 0,-1 0,0 0,1 1,-1-1,0 0,0 0,1 0,-1 0,0 0,1 0,-1 0,0 0,2-10</inkml:trace>
  <inkml:trace contextRef="#ctx0" brushRef="#br0" timeOffset="1022.844">1110 447,'-63'-5,"62"6,-1-1,1 0,-1 0,1 0,-1 0,1 0,-1 0,1-1,-1 1,1 0,0-1,-1 1,1-1,-1 0,1 1,0-1,0 0,-1 0,1 0,0 0,0 0,0 0,0 0,0 0,0 0,0 0,0-1,0 1,1-1,-26-20,21 20,0 0,0 1,0 0,0 0,-1 0,1 0,0 1,-1 0,1 0,0 0,0 1,-1 0,1 0,0 0,0 0,0 1,0 0,0 0,0 0,1 1,-1 0,1 0,-1 0,1 0,0 1,0-1,1 1,-1 0,1 0,0 1,0-1,0 1,1-1,-1 1,1 0,0 0,0 0,1 0,0 0,0 0,0 1,0 4,1-3,0-1,1 1,-1 0,1 0,1 0,0 0,-1-1,2 1,-1-1,1 0,0 1,1-1,-1 0,1-1,0 1,1-1,-1 0,1 0,0 0,0 0,1-1,-1 0,1 0,0-1,4 3,5 2,1-1,-1-1,1 0,0-1,0 0,1-1,0-1,-1-1,1-1,2 0,-10 0,0-2,-1 1,1-1,-1-1,1 1,-1-1,1-1,-1 0,0 0,0 0,-1-1,1 0,-1-1,1 0,-2 0,1 0,0-1,-1 0,0 0,0-1,-1 0,0 0,0 0,-1 0,1-1,8-17,-1-1,-1 0,-1-1,-2 0,0 0,-2-1,-1 0,-1 0,-1-9,-7-17,-3 71,9-13,-1 0,1 0,1 0,-1 0,0 0,1 0,0-1,0 0,0 1,0-1,1 0,-1-1,1 1,0-1,0 1,0-1,0 0,0 0,0-1,0 1,1-1,-1 0,0 0,1-1,-1 1,1-1,-1 0,2 0,211 13,-214-13,1 0,-1 0,0 1,0-1,0 1,-1 0,1 0,0 0,0 0,0 0,-1 1,1-1,0 1,-1 0,0 0,1 0,-1 0,0 0,0 0,0 1,0-1,-1 1,1-1,0 1,-1 0,0-1,0 1,0 0,0 0,0 0,0 0,-1 0,-1 76,0-70,0 0,0 1,1-1,0 0,0 1,1-1,1 0,-1 1,1-1,1 0,0 0,3 6,-4-11,1 0,0-1,0 1,0-1,1 0,-1 0,1 0,0-1,-1 1,1-1,0 0,0 0,1 0,-1 0,0-1,1 0,-1 1,1-2,-1 1,1-1,-1 1,1-1,-1 0,1-1,3 0,4 0,0-1,0-1,1 0,-2 0,1-2,0 1,-1-1,11-7,-13 6,1 0,-1 0,-1-1,1-1,-1 0,-1 0,1 0,-1-1,-1 0,0 0,0-1,-1 1,0-1,0-1,-1 1,-1-1,1 1,-1-3,-4 13,1 0,0 0,-1 0,1 0,0 0,-1 0,1 0,0 0,-1 0,1 0,0 0,0 0,-1 0,1 0,0 0,-1 0,1-1,0 1,0 0,-1 0,1 0,0-1,0 1,0 0,-1 0,1 0,0-1,0 1,0 0,-1-1,1 1,0 0,0 0,0-1,0 1,0 0,0-1,0 1,0 0,0-1,0 1,0 0,0 0,0-1,0 1,0 0,0-1,0 1,0 0,0-1,0 1,1 0,-17 26,12-13,0 1,1-1,0 1,1 0,1 0,0 0,1 1,0-1,1 0,3 11,-3-19,0 0,0-1,1 1,0 0,0-1,0 1,1-1,0 0,0 0,0 0,1 0,-1-1,1 1,0-1,1 0,-1 0,1 0,0-1,0 0,0 1,0-2,0 1,1-1,-1 0,1 0,3 1,21 2</inkml:trace>
  <inkml:trace contextRef="#ctx0" brushRef="#br0" timeOffset="1301.792">2273 179,'-16'-2,"-8"-1,1 2,6 4,11 6,15 6,18 5,13 1,0-3</inkml:trace>
  <inkml:trace contextRef="#ctx0" brushRef="#br0" timeOffset="1858.777">2647 286,'-113'0,"109"0,0 1,0 0,0 0,0 0,0 1,0-1,0 1,1 0,-1 0,1 0,-1 1,1-1,0 1,0 0,0 0,0 0,1 0,-1 0,1 1,0-1,-1 1,2-1,-1 1,0 0,0 3,2 3,0 0,1 0,1-1,0 1,0-1,1 1,0-1,0 0,1 0,0 0,1-1,0 1,0-1,1 0,0-1,1 1,-1-1,1 0,1-1,5 5,149 123,-162-134,1 0,-1 0,1 0,-1 0,1 0,-1 0,0 1,1-1,-1 0,1 0,-1 0,0 1,1-1,-1 0,0 0,1 1,-1-1,0 0,1 1,-1-1,0 0,0 1,1-1,-1 0,0 1,0-1,0 1,0-1,1 0,-1 1,0-1,0 1,0-1,0 1,0-1,0 0,0 1,0-1,0 1,0-1,-1 1,1-1,0 0,0 1,0-1,0 1,-1-1,1 0,0 1,0-1,-1 0,1 1,0-1,0 0,-1 1,1-1,-1 0,1 0,0 1,-1-1,1 0,0 0,-1 0,1 0,-1 1,1-1,-1 0,1 0,-37 2,30-2,-207-6,215 5,0 1,-1 0,1-1,0 1,-1 0,1-1,-1 1,1-1,0 1,-1-1,1 1,-1-1,0 0,1 1,-1-1,1 1,-1-1,0 0,1 1,-1-1,0 0,0 1,0-1,0 0,1 0,-1 1,0-1,0 0,0 0,-1 1,1-1,0 0,0 1,0-1,0 0,-1 0,1 1,0-1,-1 0,1 1,0-1,-1 1,1-1,-1 0,1 1,-1-1,1 1,-1-1,1 1,-1 0,0-1,1 1,-1 0,0-1,1 1,-1 0,0-1,1 1,-1 0,0 0,0 0,1 0,-1 0,0 0,0 0,34-19,0 1,0 2,2 2,-1 0,2 3,19-4,-52 14,137-29,-139 29,1 1,0-1,-1 1,1 0,0 0,-1 0,1 0,0 0,-1 0,1 0,0 0,0 1,-1-1,1 1,-1-1,1 1,0 0,-1 0,0 0,1-1,-1 1,1 1,-1-1,0 0,0 0,1 0,-1 1,0-1,0 0,0 1,-1-1,1 1,0 0,-1-1,1 1,0-1,-1 1,0 0,1-1,-1 3,0 10,0-12,-1 1,1-1,0 1,0 0,0-1,0 1,1-1,-1 1,1-1,-1 1,1-1,0 1,0-1,0 1,0-1,1 0,-1 0,0 0,1 0,0 0,-1 0,1 0,0 0,0 0,0-1,2 2,4 0,-1-1,1 0,0 0,0-1,0 0,0 0,1-1,-1 0,0-1,0 1,0-2,0 1,0-1,0 0,-1-1,1 1,0-2,6-3,-10 4,0 0,1 0,-2-1,1 1,0-1,-1 0,1-1,-1 1,0 0,-1-1,1 1,-1-1,0 0,1-2,-2 5,-1 0,1 0,0 0,-1 0,1 0,-1-1,0 1,1 0,-1 0,0 0,-1-1,1 1,0 0,0 0,-1 0,0 0,1-1,-1 1,0 0,0 0,0 0,0 1,0-1,0 0,-1 0,1 0,-1 1,1-1,-1 1,0-1,1 1,-1 0,0 0,-2-1,-5-1,0 0,0 1,0 1,0-1,0 2,0-1,0 1,-1 0,1 1,0 0,0 1,0 0,0 0,0 1,1 0,-1 1,1-1,-1 2,1-1,1 1,-1 0,1 1,0 0,-6 6,11-11,1 0,-1 1,1-1,-1 0,1 1,-1-1,1 1,0 0,0-1,0 1,0 0,0 0,0-1,1 1,-1 0,0 0,1 0,0 0,-1 0,1 0,0 0,0 0,0 0,0 0,0 0,1 0,-1 0,1 0,-1 0,1 0,0 0,-1-1,1 1,0 0,0 0,0-1,1 1,-1 0,0-1,1 0,-1 1,1-1,-1 0,1 1,-1-1,2 0,8 3,0 0,0-1,0 0,1-1,-1 0,1-1,-1 0,1-1,3-1,27 0</inkml:trace>
  <inkml:trace contextRef="#ctx0" brushRef="#br0" timeOffset="2125.773">3275 19,'-16'-4,"-12"-2,-8 0,-5 3,3 8,5 6,8 9,9 7,11 7,13 3,13 1,9 0,4 1,-4-6</inkml:trace>
  <inkml:trace contextRef="#ctx0" brushRef="#br0" timeOffset="2406.093">3249 567,'0'14,"4"4,11 1,15-1,19-6,2-3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3:53.5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405 1118,'71'14,"0"-3,0-3,1-3,-1-3,28-4,-64 1,1402-33,148 31,-1672 0,32 0</inkml:trace>
  <inkml:trace contextRef="#ctx0" brushRef="#br0" timeOffset="824.803">486 876,'-403'161,"394"-157,4-3,0 0,1 0,-1 1,1 0,0 0,-1 0,1 1,0 0,0-1,1 1,-1 0,1 1,-1-1,1 1,0-1,0 1,1 0,-3 3,5-4,1 0,-1 0,1 0,0-1,0 1,0 0,0-1,0 1,0-1,1 1,-1-1,1 0,-1 1,1-1,0 0,0 0,0 0,0 0,1-1,-1 1,0-1,1 1,-1-1,0 0,225 143,8 14,-231-154,-4-3,1 0,-1-1,0 1,1 0,-1 0,1 0,-1-1,1 1,0 0,-1 0,1-1,0 1,-1-1,1 1,0-1,0 1,-1-1,1 1,0-1,0 1,0-1,0 0,0 0,-1 1,1-1,0 0,0 0,0 0,0 0,0 0,0 0,0 0,0-1,0 1,0 0,0 0,-1-1,1 1,0 0,0-1,0 1,-1-1,1 1,0-1,0 0,-1 1,1-1,0 0,-1 1,1-1,0-1,-10-103,3 71,-4-37,-3-18,-4 0,-7-15,16 83,8 22,0-1,0 0,0 0,0 0,0 1,0-1,0 0,0 0,0 0,0 1,0-1,0 0,0 0,-1 0,1 0,0 1,0-1,0 0,0 0,0 0,0 0,-1 0,1 0,0 1,0-1,0 0,0 0,-1 0,1 0,0 0,0 0,0 0,-1 0,1 0,0 0,0 0,0 0,0 0,-1 0,1 0,0 0,0 0,0 0,-1 0,1 0,0 0,0 0,0 0,0 14</inkml:trace>
  <inkml:trace contextRef="#ctx0" brushRef="#br0" timeOffset="1534.533">4630 275,'-2'16,"-3"14,-4 14,-1 8,0 7,0 2,1 0,1-1,-2-4,0-5,1-9,-1-9,3-10</inkml:trace>
  <inkml:trace contextRef="#ctx0" brushRef="#br0" timeOffset="1853.956">4403 75,'-1'-2,"0"1,1-1,-1 0,1 0,-1 0,1 0,-1 0,1 0,0 1,0-1,0 0,0 0,1 0,-1 0,0 0,1 0,-1 0,1 1,0-1,-1 0,1 0,0 1,0-1,0 0,0 1,0-1,1 1,-1 0,0-1,1 1,-1 0,1 0,0 0,-1 0,1 0,0 0,-1 0,1 0,0 1,0-1,15-3,0 1,1 1,-1 0,1 1,-1 1,1 1,-1 0,0 1,1 1,-1 1,4 2,-15-5,22 3,-1 2,0 0,0 2,0 1,-1 1,-1 2,0 0,3 3,-26-14,0 0,1 0,-1 0,0 1,0-1,0 0,0 1,0 0,-1-1,1 1,0 0,-1 0,1 0,-1 0,0 0,1 0,-1 0,0 0,0 1,-1-1,1 0,0 1,-1-1,1 1,-1-1,0 0,0 1,0-1,0 1,0-1,-1 1,1-1,-1 0,1 1,-1-1,0 0,0 1,0-1,0 0,-8 8,-1-1,0-1,0 1,0-2,-1 1,0-2,-1 1,1-1,-1-1,-9 3,4-1,-59 25,-95 49,137-55,11-3</inkml:trace>
  <inkml:trace contextRef="#ctx0" brushRef="#br0" timeOffset="2325.881">4790 850,'77'-115,"-5"-3,-5-5,-51 90,-1-1,-1 0,-2-1,-2 0,-1-1,-1 0,-3 0,0-1,-3 0,-1-9,1 79,2 17,-3 1,-2-1,-1 0,-7 24,-3-21,-11 89,23-135,0 0,1 0,-1 0,2 0,-1 0,1 0,0 0,0-1,0 1,1 0,0-1,1 0,-1 0,1 0,1 0,-1-1,1 1,3 2,4 1,1 0,0-1,0 0,1-1,0-1,0 0,1-1,-1 0,1-1,0-1,0-1,1 0,-1 0,0-2,1 0,4-1,10-3,-7-2</inkml:trace>
  <inkml:trace contextRef="#ctx0" brushRef="#br0" timeOffset="2608.243">4858 449,'22'-11,"22"-5,19 2,14 3,11 2,1 9,-14 3</inkml:trace>
  <inkml:trace contextRef="#ctx0" brushRef="#br0" timeOffset="3002.638">5379 863,'23'-20,"0"-1,-2-2,-1 0,-1-1,-1-1,-1 0,-1-2,-1 0,-1 0,6-21,-18-29,-2 75,0 0,0 0,-1 0,1-1,-1 1,0 0,0 0,0 0,0 0,0 0,0 0,0 0,-1 1,1-1,-1 0,1 1,-1-1,0 1,1-1,-1 1,0 0,0 0,0 0,0 0,0 0,0 0,0 0,-1 1,1-1,0 1,0 0,-1 0,3 0,1 0,-1 0,1 0,-1 0,1 0,-1 0,1 1,-1-1,0 0,1 0,-1 1,1-1,-1 0,0 1,1-1,-1 0,0 1,1-1,-1 1,0-1,0 0,0 1,1-1,-1 1,0-1,0 1,0-1,0 1,0-1,0 1,0-1,0 1,0-1,0 0,0 1,0-1,0 1,0-1,0 1,0-1,0 1,-1-1,1 1,0-1,0 0,-1 1,1-1,0 1,-1-1,1 0,0 1,-1-1,1 0,0 1,-1-1,1 0,-1 0,1 0,0 1,-1-1,1 0,-1 0,1 0,-1 0,1 0,-1 0,15 9,0-2,1 0,-1 0,2-2,-1 0,0 0,12 1,83 31,-108-36,0 0,0 0,0 1,0-1,0 1,0-1,0 1,-1 0,1-1,-1 1,1 0,-1 0,0 0,0 0,0 0,0 1,0-1,0 0,0 0,-1 1,1-1,-1 0,0 1,0-1,0 1,0-1,0 0,0 2,-24 66,13-46,4-7,4-13,1-1,0 1,0-1,0 1,0 0,1-1,-1 1,1 0,0 0,0 0,0 1,1-1,-1 0,1 0,0 0,0 0,1 0,-1 0,1 1,0-1,0 0,0 0,1 0,-1-1,1 1,0 0,0-1,0 1,8 1,0 0,-1-1,2 0,-1 0,0-1,1 0,0-1,-1-1,1 1,0-2,4 0,-13 1,171-6,-119-4</inkml:trace>
  <inkml:trace contextRef="#ctx0" brushRef="#br0" timeOffset="3605.473">6796 730,'49'-21,"0"-3,-2-1,-1-3,42-32,-81 55,0 0,-1-1,0 0,0 0,-1 0,1-1,-1 1,-1-1,1 0,1-5,-5 11,-1 1,0-1,0 1,1-1,-1 0,0 1,0-1,0 1,0-1,1 0,-1 1,0-1,0 0,0 1,-1-1,1 0,0 1,0-1,0 0,0 1,-1-1,1 1,0-1,0 0,-1 1,1-1,0 1,-1-1,1 1,-1-1,1 1,-1-1,1 1,-1 0,1-1,-1 1,1 0,-1-1,0 1,1 0,-1 0,0-1,1 1,-1 0,1 0,-1 0,0 0,1 0,-1 0,0 0,0 0,-35 6,29-3,-1 0,1 1,0 0,0 1,0-1,1 1,0 1,0-1,0 1,0 0,1 0,0 1,1-1,-1 1,1 1,2-4,0 0,0 0,0 0,1 0,0 1,-1-1,2 0,-1 0,0 1,1-1,0 0,0 1,0-1,1 0,-1 1,1-1,0 0,0 1,1-1,-1 0,1 0,0 0,0 0,0-1,1 1,-1-1,1 1,2 2,6 3,-1-1,1 0,0-1,0 0,1-1,0 0,1-1,-1 0,1-1,0 0,0-1,13 2,17 2</inkml:trace>
  <inkml:trace contextRef="#ctx0" brushRef="#br0" timeOffset="3854.814">7277 476,'16'7,"14"9,9 8,7 8,3 6,-1 7,-4 4,-6 4,-9-2,-6-3,-7-9,-6-11</inkml:trace>
  <inkml:trace contextRef="#ctx0" brushRef="#br0" timeOffset="4033.866">7665 516,'-20'6,"-14"10,-6 11,-2 13,3 7,6 9,6 2,8 2,7-10</inkml:trace>
  <inkml:trace contextRef="#ctx0" brushRef="#br0" timeOffset="4252.897">7906 516,'-12'18,"-5"17,-1 20,3 15,5 12,3 5,3 3,2-2,2-3,1-8,-1-17</inkml:trace>
  <inkml:trace contextRef="#ctx0" brushRef="#br0" timeOffset="4545.788">7906 623,'-37'-150,"36"149,1 1,0-1,0 0,0 1,-1-1,1 1,0-1,0 1,0-1,0 0,0 1,0-1,0 1,0-1,0 0,1 1,-1-1,0 1,0-1,0 1,1-1,-1 1,0-1,0 1,1-1,-1 1,1-1,-1 1,0-1,1 1,-1 0,1-1,-1 1,1 0,-1-1,1 1,-1 0,1 0,-1-1,1 1,0 0,-1 0,1 0,-1 0,1 0,-1 0,1 0,29 11,9 15,-1 1,-1 1,17 19,-43-39,-1 2,0-1,0 1,-1 1,0-1,-1 1,0 1,0 2,-7-13,0 1,0-1,-1 1,1 0,-1-1,1 1,-1-1,0 1,1 0,-1-1,0 1,0 0,0-1,-1 1,1 0,0-1,0 1,-1 0,1-1,-1 1,0-1,1 1,-1-1,0 1,0-1,0 1,0-1,0 0,0 0,0 0,-1 1,1-1,0 0,-1 0,1-1,0 1,-1 0,1 0,-1 0,-67 19,62-19,-32 6,4-1</inkml:trace>
  <inkml:trace contextRef="#ctx0" brushRef="#br0" timeOffset="5141.958">8133 904,'21'-43,"-2"-1,-2 0,-1-2,-3 1,-2-2,-1 0,-3 0,-2 0,-1-48,-4 91,0 4,0-1,-1 1,1-1,0 0,0 0,-1 1,1-1,0 0,0 1,0-1,0 0,0 0,0 1,0-1,0 0,0 1,0-1,1 0,-1 0,0 1,0-1,1 0,-1 1,0-1,1 0,-1 1,1-1,-1 1,1-1,-1 1,1-1,-1 1,1-1,-1 1,1-1,0 1,-1 0,1-1,0 1,-1 0,1 0,0-1,-1 1,1 0,0 0,0 0,-1 0,1 0,0 0,-1 0,2 0,107 81,17-1,-124-79,0 1,-1-1,1 1,0 0,-1-1,1 1,-1 0,1 0,-1 0,0 0,0 0,0 0,0 1,0-1,0 0,-1 0,1 1,-1-1,0 1,1-1,-1 0,0 1,0-1,-1 0,1 1,0-1,-1 0,0 1,1-1,-1 0,0 0,0 1,0-1,0 0,-1 0,1 0,-1 0,1-1,-1 1,1 0,-2 0,-49 86,51-85,0-1,1 1,-1 0,0 0,1 0,0 0,0-1,0 1,0 0,0 0,0 0,1 0,-1 0,1 0,0-1,0 1,0 0,0 0,0-1,1 1,-1-1,1 1,0-1,0 0,0 0,0 0,0 0,0 0,0 0,1 0,-1-1,1 1,2 0,5 2,1 0,0-1,1-1,-1 0,0-1,1 0,-1 0,1-1,-1-1,0 0,1 0,-1-1,0-1,0 0,0 0,0-1,0-1,-1 0,0 0,0-1,0 0,-1-1,0 0,0 0,-1-1,0 0,3-3,-6 4,1 1,-1-1,0 0,0-1,-1 1,0-1,0 0,-1 0,0 0,0 0,-1 0,0-1,0 1,-1-6,-1 12,0 0,0 1,0-1,0 1,-1-1,1 1,0-1,-1 1,0-1,1 1,-1-1,0 1,1 0,-1 0,0-1,0 1,0 0,0 0,0 0,-1 0,1 0,0 0,0 0,-1 0,1 0,0 1,-1-1,1 0,-1 1,1 0,-1-1,1 1,-1 0,1-1,-1 1,0 0,1 0,-1 1,1-1,-1 0,-62 17,58-14,0 0,1 0,0 1,-1 0,1 0,1 0,-1 0,0 1,1 0,0 0,0 0,1 1,-1-1,1 1,1 0,-1 0,1 0,0 0,0 0,0 0,1 0,0 1,0-1,1 1,0-1,0 1,0-1,1 1,0-1,0 0,1 1,0-1,0 0,0 0,1 0,0 0,0-1,0 1,3 2,26 31,1-6</inkml:trace>
  <inkml:trace contextRef="#ctx0" brushRef="#br0" timeOffset="5656.138">9202 476,'-13'-6,"0"1,0 1,-1 0,1 0,-1 1,0 1,0 0,0 1,0 1,-3 0,15 0,1 0,-1 0,0 0,0 1,0-1,0 0,0 1,0-1,0 1,1 0,-1-1,0 1,0 0,1 0,-1 0,1 0,-1 1,1-1,-1 0,1 1,0-1,0 1,-1-1,1 1,0-1,1 1,-1 0,0 0,0-1,1 1,-1 0,1 0,-1 0,1 0,0 0,0 0,0 0,0-1,0 1,0 0,0 0,1 0,-1 0,1 0,-1 0,1-1,0 1,0 0,0 0,0-1,0 1,0-1,1 2,14 17,0 0,1-1,0-1,2-1,0 0,1-2,6 4,39 32,-61-48,7 5,-1 0,0 1,0 0,-1 0,0 1,0 1,-1-1,-1 1,0 1,0-1,-1 1,4 13,-9-23,-1 1,0 0,0 0,0 0,0 0,-1 0,1 0,-1 0,0-1,1 1,-1 0,-1 0,1-1,0 1,-1-1,1 1,-1-1,0 0,1 1,-1-1,0 0,-1 0,1 0,0-1,-1 1,1 0,-1-1,1 1,-1-1,-81 23,83-23,0-1,0 0,0 1,0-1,0 0,0 0,0 0,0 0,0 0,0 0,0 0,0 0,0 0,0 0,0 0,0-1,0 1,0 0,0-1,0 1,1-1,-1 1,0-1,0 1,0-1,1 0,-1 1,0-1,0 0,1 0,-1 1,1-1,-1 0,1 0,-1 0,1 0,-1 0,1 0,0 0,0 0,-1 1,1-1,0 0,0 0,0 0,0 0,0 0,0 0,0 0,1 0,-1-1,5-7,0-1,1 1,0 1,0-1,1 1,0 0,0 0,1 1,1 0,5-6,22-23,2 2,1 2,2 1,1 3,38-20,-79 47,0 0,-1 1,1-1,-1 0,1 0,0 1,-1-1,1 0,0 1,-1-1,1 1,0-1,0 1,0-1,-1 1,1 0,0-1,0 1,0 0,0 0,0 0,0-1,0 1,0 0,0 0,0 0,0 0,-1 1,1-1,0 0,0 0,0 1,0-1,0 0,0 1,0-1,-1 1,1-1,0 1,0-1,-1 1,1 0,0-1,-1 1,1 0,0-1,-1 1,1 0,-1 0,0 0,1-1,-1 1,1 1,-28 127,26-122,-1 0,2 0,-1 0,1 0,0 0,1 0,-1 0,1 0,1 0,-1 0,1-1,1 1,-1 0,1-1,0 0,1 1,-1-1,1-1,0 1,1 0,-1-1,1 0,5 4,11 3</inkml:trace>
  <inkml:trace contextRef="#ctx0" brushRef="#br0" timeOffset="5903.187">9710 302,'-7'12,"3"7,6 8,3 0</inkml:trace>
  <inkml:trace contextRef="#ctx0" brushRef="#br0" timeOffset="6171.204">9857 663,'-7'14,"-2"11,1 5,1 4,2-1,2-1,1-6</inkml:trace>
  <inkml:trace contextRef="#ctx0" brushRef="#br0" timeOffset="6340.758">9951 302,'-2'0,"1"5,6 8,3 6,2 0</inkml:trace>
  <inkml:trace contextRef="#ctx0" brushRef="#br0" timeOffset="6712.292">9977 797,'44'-38,"-2"-2,-2-1,-2-2,-2-2,-2-1,-1-2,-3-1,-2-1,-2-2,-3 0,12-40,-29 76,-1 3,1-2,-2 1,0-1,0 1,-2-1,0 0,0 0,-1-7,-1 21,0 0,0 0,-1 0,1 0,0-1,0 1,-1 0,1 0,0 0,-1 0,1 0,-1 0,1 0,-1 0,0 0,1 0,-1 0,0 0,0 0,0 1,0-1,0 0,0 0,0 1,0-1,0 1,0-1,0 1,0-1,0 1,0 0,0 0,0-1,-1 1,1 0,0 0,0 0,0 0,0 0,-1 0,1 1,0-1,0 0,0 1,0-1,0 0,0 1,0-1,0 1,0 0,-1 0,-55 34,33-12,2 1,0 1,2 1,0 0,2 2,1 0,2 1,0 1,2 0,2 1,0 1,2-1,2 1,0 1,3 0,0-1,2 6,0-13,1 0,2 0,0 0,1-1,1 1,2 0,-4-18,1 0,0 0,1 0,-1 0,1 0,1-1,-1 1,1-1,0 0,1 0,-1 0,1 0,0-1,1 0,-1 0,1 0,0-1,0 0,1 0,-1 0,1-1,0 0,0-1,0 0,0 0,0-1,0 0,0 0,0-1,0 0,0 0,0 0,0-1,0 0,0-1,0 1,-1-2,1 1,-1 0,1-1,-1-1,0 1,0-1,0 0,1-1,3-2,-1-1,0-1,0 0,0 0,-1 0,-1-1,0 0,0-1,-1 1,0-2,-1 1,1-2,-3 5,0-1,0 1,0 0,-1-1,0 0,0 1,-1-1,-1 0,1 0,-1 0,-1 1,0-1,0 0,-1 0,0-1,2 9,-1 0,0 1,1-1,-1 0,0 0,1 0,-1 0,0 1,0-1,0 0,0 1,1-1,-1 1,0-1,0 1,0-1,0 1,0 0,0-1,-1 1,1 0,0 0,0 0,0 0,0 0,0 0,0 0,0 0,0 0,0 1,0-1,0 0,0 1,0-1,0 1,0-1,0 1,0-1,0 1,0 0,0-1,0 1,1 0,-2 0,-34 38,30-27,0-1,1 1,0 0,1 0,0 1,1 0,0-1,1 1,1 0,0 0,0 0,2 0,-1 0,2 0,0 0,0 0,1-1,1 1,0-1,0 0,2 0,-1 0,2-1,-1 0,1 0,1 0,0-1,1 0,0-1,7 6,25 23</inkml:trace>
  <inkml:trace contextRef="#ctx0" brushRef="#br0" timeOffset="7682.758">4296 1639,'-8'-2,"1"0,-1 1,0 0,0 0,0 0,0 1,0 0,1 1,-1 0,0 0,0 1,0 0,1 0,-1 0,1 1,0 0,0 1,0 0,0 0,0 0,1 1,0 0,0 0,0 1,1 0,0 0,0 0,0 0,1 1,-1 1,4-5,0 0,0 0,0 0,0 0,1 0,0 0,-1 0,1 0,0 0,1 0,-1 0,0 0,1 0,0 0,0 0,-1 0,2 0,-1 0,0 0,1 0,-1-1,1 1,0-1,0 1,0-1,0 0,0 0,0 0,1 0,-1 0,1 0,5 3,0 0,0-1,0 0,1 0,0-1,-1 0,1 0,0-1,10 1,1-1,0-1,1-1,-1-1,0-1,1-1,-1 0,-1-2,1 0,0-1,-1-1,0-1,-1-1,0 0,0-1,-1-1,0-1,10-9,11-28,-37 48,0 0,-1 0,1 0,0 0,-1-1,1 1,-1 0,0 0,1-1,-1 1,0 0,0 0,0-1,0 1,0 0,0-1,0 1,0 0,0 0,-1-1,1 1,0 0,-1 0,1-1,-1 1,1 0,-1 0,0 0,0 0,1 0,-1 0,0 0,0 0,0 0,0 0,0 1,0-1,0 0,0 0,0 1,-1-1,1 1,-1-1,-2 0,0-1,-1 1,1 1,0-1,0 0,-1 1,1 0,0 0,-1 0,1 1,0-1,0 1,0 0,-1 0,1 1,0-1,0 1,0 0,1 0,-1 0,0 0,1 1,0-1,-1 1,1 0,0 0,0 0,1 1,-1-1,1 1,-1-1,1 1,0 0,1 0,-1 0,1 0,-1 0,1 0,0 0,1 1,-1-1,1 0,0 1,0-1,0 0,0 0,1 1,0-1,0 2,7 4,0 0,0 0,1 0,0-1,0-1,1 1,0-2,1 1,0-1,0-1,0 0,1-1,0 0,0 0,0-2,1 1,-1-2,11 2,102 14,-71-14</inkml:trace>
  <inkml:trace contextRef="#ctx0" brushRef="#br0" timeOffset="8490.138">5620 1986,'12'-17,"-1"0,0-1,-1-1,-1 1,-1-2,0 1,-2-1,0 0,-1 0,-1-1,-1 1,-1-1,-1 0,-1 0,0 0,-3-10,3 29,0-1,0 1,-1-1,1 1,-1-1,1 1,-1-1,0 1,0 0,0-1,0 1,0 0,0 0,-1 0,1 0,-1 0,1 0,-1 0,0 0,0 1,0-1,0 1,0-1,0 1,0 0,0 0,-1 0,1 0,0 0,-1 0,1 1,-1-1,1 1,-1 0,1-1,-1 1,-1 1,3-1,1 0,0 0,-1 1,1-1,0 0,-1 1,1-1,0 0,0 1,-1-1,1 0,0 1,0-1,0 1,0-1,-1 0,1 1,0-1,0 1,0-1,0 1,0-1,0 0,0 1,0-1,0 1,0-1,0 1,1-1,-1 0,0 1,0-1,0 1,0-1,1 0,-1 1,0-1,0 0,1 1,-1-1,0 0,1 1,-1-1,0 0,1 1,-1-1,0 0,1 0,-1 0,1 0,-1 1,0-1,1 0,-1 0,1 0,-1 0,1 0,-1 0,0 0,1 0,-1 0,16 6,-1 0,1-1,0-1,0-1,1 0,12 0,-2 1,15 2,-23-5,0 1,-1 1,0 1,0 1,0 1,8 3,-24-8,1 0,-1 0,0 0,0 0,-1 0,1 0,0 0,0 1,-1-1,1 0,0 1,-1 0,0-1,1 1,-1 0,0 0,0 0,0 0,0 0,0 0,0 0,-1 0,1 0,-1 0,1 0,-1 1,0-1,0 0,0 0,0 0,0 1,0-1,-1 0,1 0,-1 0,0 0,1 0,-1 0,0 0,0 0,-66 94,67-94,0 0,1 1,-1-1,1 0,0 0,-1 0,1 0,0 0,0 0,0 0,1 0,-1 0,0 0,1-1,-1 1,1 0,-1-1,1 0,0 1,0-1,0 0,0 0,0 0,0 0,0 0,0 0,0 0,0-1,0 1,0-1,1 0,-1 0,0 1,0-1,1-1,-1 1,0 0,14 4,0-2,1 1,-1-2,1 0,-1-1,1-1,-1 0,1-1,-1-1,0 0,0-2,0 0,0 0,-1-1,0-1,0-1,-1 0,8-7,-20 14,0 0,0-1,0 1,0-1,0 1,0-1,0 0,-1 1,1-1,0 0,-1 0,0-1,0 1,1 0,-1 0,0-1,-1 1,1 0,0-1,-1 1,1-1,-1 1,0 0,0-1,0 1,0-1,0 1,-1-1,1 1,-1-1,1 1,-1 0,0-1,0 1,0 0,0 0,-1-1,1 1,0 0,-1 0,0 0,1 1,-1-1,0 0,0 1,0-1,0 1,-1-1,-2 0,1 1,-1 0,1 0,-1 1,1-1,-1 1,0 0,1 0,-1 1,1-1,-1 1,0 0,1 0,0 1,-1-1,1 1,0 0,0 0,0 0,0 1,0-1,0 1,1 0,-1 0,1 1,0-1,0 1,0-1,0 1,1 0,0 0,-1 0,1 0,1 0,-1 1,1-1,-1 1,1-1,1 1,-1-1,1 1,-1 0,1-1,1 1,-1 0,1 1,1 2,0-1,1 1,0-1,1 1,-1-1,1 0,1-1,-1 1,1-1,0 0,1 0,-1 0,1-1,0 0,1 0,5 4,30 18</inkml:trace>
  <inkml:trace contextRef="#ctx0" brushRef="#br0" timeOffset="9704.305">6595 1692,'12'0,"1"1,0 0,-1 1,0 1,0 0,1 0,-2 1,1 1,0 0,-1 0,0 1,0 1,-1 0,0 0,0 1,0 0,-1 1,0 0,-1 0,0 1,-1 0,0 1,0 0,-1 0,-1 0,0 0,0 1,2 12,2 21,-2 0,-2 1,-3 0,-1 0,-2 0,-3 0,-7 38,-4 86,14-162,0 0,1 0,-1 0,1 0,1 0,0 0,0 0,1 0,-1 0,2 0,-1-1,1 1,0-1,1 0,0 1,0-2,0 1,-3-6,0 0,0 0,0-1,0 1,0-1,0 1,0 0,0-1,1 0,-1 1,0-1,0 0,0 0,0 1,1-1,-1 0,0 0,0 0,0 0,1-1,-1 1,0 0,0 0,0-1,0 1,0-1,0 1,1-1,-1 1,0-1,0 0,-1 1,1-1,0 0,0 0,0 0,0 0,-1 0,1 0,24-44,-19 14,-1 1,-2-1,-1 1,-1-1,-2 0,-1 0,-1 1,-2-1,-1 1,-1 0,-2 0,-7-16,3 6,-2 1,-1 0,-2 2,-2 0,-1 1,-16-20,37 56,1 0,0 0,-1 0,1 0,0 0,-1 0,1 0,0 0,-1 0,1-1,0 1,-1 0,1 0,0-1,-1 1,1 0,-1-1,1 1,0 0,-1-1,1 1,-1-1,0 1,1-1,-1 0,1 1,-1-1,0 1,1-1,-1 0,0 1,0-1,1 0,-1 1,0-1,0 0,0 1,0-1,0 0,0 1,0-1,0 0,0 1,0-1,0 0,-1 1,1-1,0 0,0 1,-1-1,1 0,0 1,-1-1,1 1,-1-1,1 1,-1-1,1 1,-1-1,1 1,-1-1,1 1,-1 0,1-1,-1 1,0 0,1-1,-1 1,275 10,-105-4,-168-6,1 0,-1-1,0 1,1 0,-1 0,1 0,-1 1,0-1,1 0,-1 0,0 1,1-1,-1 1,0-1,0 1,1-1,-1 1,0 0,0 0,0 0,0 0,0-1,0 1,0 1,0-1,0 0,0 0,-1 0,1 0,0 0,-1 1,1-1,-1 0,1 1,-1-1,0 0,0 1,1-1,-1 0,0 1,0-1,0 1,-1-1,1 0,0 1,-1 0,-18 39,16-36,0 0,0 1,0-1,0 1,1 0,0 0,0 0,1 0,0 0,0 1,0-1,1 4,0-8,1 1,-1-1,1 0,0 0,0 0,0 0,0 0,0 0,0 0,0 0,1 0,-1 0,1-1,-1 1,1-1,0 1,0-1,0 1,0-1,0 0,0 0,0 0,0 0,0-1,0 1,0 0,1-1,1 1,65 0,-61-3,1-1,0 0,-1 0,0-1,0 0,0 0,0-1,-1 0,1 0,-1-1,-1 0,1 0,-1-1,0 0,0 0,-1 0,0-1,0 1,-1-1,0 0,-1-1,1 1,-1-1,-1 1,0-1,1-6,-4 20,-3 9,1 0,1 0,1 0,0 1,1-1,0 0,1 5,1-12,0 0,0 0,1 0,-1 0,1 0,1-1,0 1,0-1,0 0,0 0,1-1,0 1,0-1,1 0,-1 0,1-1,0 0,0 0,1 0,-1-1,1 0,0 0,-1 0,1-1,1 0,-1-1,0 1,0-1,1-1,-1 1,0-1,1-1,-1 1,0-1,7-2,1 1,-2-2,1 0,0 0,-1-1,0-1,0 0,-1-1,1-1,-1 0,-1 0,0-1,0 0,-1-1,0-1,0 1,-1-2,2-3,1-2,-2 0,0-1,-1 0,0 0,-2-1,0 0,-1 0,-1-1,-1 1,-1-1,0 0,-1-15,-2 32,1 1,-1-1,1 0,-1 0,0 1,0-1,-1 0,1 0,0 1,-1-1,0 0,1 1,-1-1,0 1,-1-1,1 1,0-1,-1 1,1 0,-1 0,0 0,1-1,-1 2,0-1,0 0,-1 0,1 1,0-1,0 1,-1-1,1 1,-1 0,1 0,-1 0,0 1,1-1,-1 1,0-1,0 1,1 0,-1 0,0 0,1 0,-1 0,0 1,0 0,-8 3,0 0,1 1,0 1,0 0,1 0,-1 1,2 0,-1 1,1 0,0 0,0 1,1 0,0 0,1 0,0 1,0 0,1 1,0-1,1 1,1 0,-1 0,0 7,2-10,1 1,0-1,0 1,1 0,0-1,1 1,0 0,0-1,1 1,0-1,0 0,1 1,0-1,0 0,1-1,0 1,1-1,-1 1,2-1,-1-1,1 1,0-1,0 0,0 0,1-1,0 1,0-2,1 1,-1-1,1 0,5 2,-2-2,1 0,-1-1,1 0,-1 0,1-2,0 1,0-1,0-1,0 0,0-1,0 0,-1-1,1-1,0 1,-1-2,0 0,1 0,-2-1,1 0,0-1,-1 0,0 0,-1-1,1-1,-1 0,-1 0,1-1,-2 0,1 0,1-3,15-27,-1-2,-1 0,-3-2,-2 0,-1-1,-2 0,-3-1,3-22,-6 35,8-34,46-225,-65 244,3 47,-1-1,1 0,-1 0,1 1,-1-1,1 0,-1 1,1-1,-1 1,0-1,1 1,-1-1,0 1,1-1,-1 1,0 0,0-1,0 1,1 0,-1 0,0 0,0 0,0-1,1 1,-1 0,0 0,0 0,0 1,0-1,1 0,-1 0,0 0,0 1,0-1,1 0,-1 1,0-1,1 0,-1 1,0-1,1 1,-1-1,0 1,1 0,-1-1,1 1,-1 0,1-1,-1 1,1 0,-15 14,0 0,1 1,1 1,1 0,0 1,2 0,0 1,-8 18,18-35,-18 34,3 0,0 1,3 1,1 0,2 1,2 0,1 1,1 18,4-32,1 0,1 1,1-1,2 0,1 0,1 0,0-1,2 0,2 0,0-1,1 0,1-1,6 7,-12-19,1 0,1 0,-1 0,2-1,-1 0,1-1,1 0,0 0,0-1,1 0,0-1,0 0,1-1,3 1,8-4</inkml:trace>
  <inkml:trace contextRef="#ctx0" brushRef="#br0" timeOffset="10142.094">8279 1692,'-34'-12,"28"10,30 7,36 8,0 2,-1 3,-1 2,-1 3,34 20,-86-41,0 0,0 1,0 0,0 0,0 0,-1 0,0 1,1-1,-1 1,0 0,-1 1,1-1,-1 1,0-1,0 1,0 0,-1 0,1 0,-1 1,-1-1,1 0,-1 1,0-1,0 1,0-1,-1 1,0 5,-68 121,68-131,-1 0,1 0,0 0,-1 0,1 0,0 0,0 0,0 0,0 0,0 0,0 0,0 0,0 0,0 0,0 0,1 0,-1 0,0 0,1 0,-1 0,0 0,1 0,-1 0,1-1,0 1,-1 0,1 0,0 0,-1-1,1 1,0-1,0 1,0 0,0-1,-1 1,1-1,0 0,0 1,0-1,0 0,0 1,0-1,0 0,0 0,0 0,0 0,0 0,0 0,1 0,51-7,-46 5,1-1,-1 1,0-1,0 0,0-1,0 0,-1 0,1-1,-1 1,0-1,-1 0,1-1,-1 0,0 0,0 0,-1 0,0-1,0 1,0-1,-1 0,0 0,-1-1,1 1,-1-1,-1 1,1-1,-1 1,-1-1,1 0,-1 0,-1 1,0-6,0 9,-1-1,0 1,0 0,0 0,0 0,-1 0,1 0,-1 1,0-1,0 1,0 0,-1 0,1 0,-1 0,0 0,0 1,0 0,0 0,0 0,0 0,-1 0,1 1,0 0,-1 0,1 0,-1 1,1-1,-1 1,0 0,-5 0,0 0,0 1,0 0,1 0,-1 1,1 0,-1 1,1 0,0 1,0 0,0 0,0 1,-1 1,5-4,1 1,0 0,0 0,0 0,0 1,0-1,1 1,0 0,0 0,0 0,0 0,0 1,1-1,0 1,0-1,0 1,0 0,1 0,0 0,0 0,0 0,1 0,-1 0,1 0,0 0,1 0,-1 0,1 0,0 0,1 0,-1 0,1 0,0 0,0-1,0 1,1-1,-1 1,1-1,0 0,0 0,1 0,3 2,26 17,2-6</inkml:trace>
  <inkml:trace contextRef="#ctx0" brushRef="#br0" timeOffset="10409.526">9028 1666,'-13'-12,"-12"-3,-8 1,-4 4,1 12,2 12,6 10,8 10,8 11,10 9,12 4,5-7</inkml:trace>
  <inkml:trace contextRef="#ctx0" brushRef="#br0" timeOffset="10568.757">8962 2227,'16'10,"14"2,11-1,10-1,6-6,1-6,-3-8,-10-11,-12 0</inkml:trace>
  <inkml:trace contextRef="#ctx0" brushRef="#br0" timeOffset="12223.652">3266 3096,'-14'-4,"-1"0,1 2,-1 0,0 1,0 0,0 1,1 1,-10 1,18-1,-1 0,1 0,0 1,-1 0,1 0,0 0,0 1,1 0,-1 0,1 0,-1 1,1 0,0 0,0 0,1 1,-1 0,1-1,0 2,0-1,-1 4,4-8,1 1,-1-1,1 1,0-1,0 1,0-1,0 1,0-1,0 1,0-1,1 1,-1-1,1 1,-1-1,1 1,-1-1,1 0,0 1,-1-1,1 0,0 0,0 1,0-1,0 0,0 0,0 0,0 0,1 0,-1 0,0-1,1 1,-1 0,0-1,1 1,-1-1,1 1,-1-1,1 0,-1 1,1-1,-1 0,1 0,-1 0,1 0,-1 0,1-1,-1 1,1 0,-1-1,0 1,1-1,-1 1,1-1,0 0,10-3,0 0,0-1,0-1,0 0,-1 0,0-1,0-1,-1 1,0-2,0 1,-1-2,0 1,-1-1,0 0,-1-1,0 0,0 0,0-3,1-5,0 0,-1-1,-1 0,-1 0,-1 0,0-1,-2 1,0-1,-2 0,0 0,-1 1,-1-1,-1 0,-1 1,-1-1,0 1,-2 1,0-1,-19-23,26 43,-1-1,0 0,0 1,0-1,0 0,0 1,1-1,-1 1,0 0,0-1,0 1,0 0,0-1,0 1,-1 0,1 0,0 0,0 0,0 0,0 0,0 0,0 0,0 1,0-1,0 0,0 1,0-1,0 0,0 1,0-1,0 1,1 0,-1-1,0 1,0 0,0-1,1 1,-1 0,0 0,1 0,-1 0,1-1,-1 2,-6 10,0 2,1-1,1 0,0 1,0 0,2 1,0-1,0 0,1 1,1 0,1 9,-4 1,2 0,1 0,0 0,2-1,1 1,1 0,1 0,1-1,2 0,0 0,1-1,2 0,5 10,-11-27,0-1,1 1,-1-1,1 0,0 0,1-1,-1 0,1 0,0 0,0 0,0-1,1 0,-1-1,1 1,-1-1,1 0,0-1,0 0,0 0,0 0,0-1,0 0,-1 0,1-1,0 0,0 0,0 0,0-1,-1 0,1-1,0 1,-1-1,0-1,7-3,-1-1,-1-1,1 0,-1 0,-1-1,0-1,0 0,-1 0,0-1,-1 0,-1 0,0-1,0 0,-1-1,-1 1,0-1,1-10,-7 39,0 1,1-1,1 0,0 0,1 0,1 0,4 14,-5-22,1 0,0 1,1-2,-1 1,1 0,1-1,-1 1,1-1,0-1,1 1,-1-1,1 1,3 0,15 9</inkml:trace>
  <inkml:trace contextRef="#ctx0" brushRef="#br0" timeOffset="12666.523">3641 2762,'30'5,"0"2,0 0,-1 2,0 2,-1 0,0 2,-1 1,18 12,-34-20,-1 0,0 1,-1 0,0 1,0 0,0 0,-1 0,0 1,-1 1,0-1,0 1,-1 1,0-1,-1 1,0 0,-1 0,0 0,-1 1,0-1,-1 1,0 3,-21 128,18-142,1 0,0 0,-1 0,1 0,0 0,-1 0,1 1,0-1,0 0,0 0,0 0,0 0,0 1,0-1,1 0,-1 0,0 0,1 0,-1 0,1 0,-1 1,1-1,-1 0,1 0,0-1,0 1,-1 0,1 0,0 0,0 0,0-1,0 1,0 0,0-1,0 1,0-1,0 1,0-1,0 1,0-1,0 0,1 0,-1 1,0-1,0 0,0 0,1 0,-1 0,0-1,0 1,0 0,0 0,0-1,1 1,-1 0,0-1,0 1,1-2,13-4,0-2,0 0,-1 0,0-1,0-1,-1-1,0 0,-1 0,-1-1,1-1,-2 0,0 0,0-1,-2 0,0-1,0 0,0-4,2-21,-22 54,11-8,-1 1,2-1,-1 1,1 0,0-1,0 1,1 0,-1-1,2 1,-1-1,1 1,0-1,0 0,0 0,1 0,0 0,1 0,-1-1,1 1,0-1,0 0,1 0,-1 0,1-1,0 1,1-1,-1-1,1 1,-1-1,1 0,0 0,0 0,1-1,-1 0,0 0,3-1,54 17,-3-7</inkml:trace>
  <inkml:trace contextRef="#ctx0" brushRef="#br0" timeOffset="13236.727">5446 2829,'17'6,"0"-1,0-1,1 0,0-1,-1-1,1-1,0-1,0 0,0-1,0-1,0 0,-1-2,1 0,-1-1,0 0,0-2,-1 0,0-1,0 0,-1-1,10-8,-17 10,0 0,-1 0,0-1,0 0,-1 0,0 0,0-1,-1 0,0 0,-1 0,0-1,-2 6,0-1,-1 1,1 0,-1-1,0 1,-1-1,1 0,-1 1,0-1,0 1,0-1,-1 1,0-1,1 1,-2-1,1 1,0-1,-1 1,0 0,0 0,0 0,0 0,-1 0,0 0,-2-2,3 4,0 0,-1 0,1 1,-1-1,1 0,-1 1,1 0,-1-1,0 1,0 0,0 1,0-1,0 0,0 1,0-1,0 1,0 0,0 0,0 0,0 1,1-1,-1 1,0 0,0-1,0 1,0 0,0 1,1-1,-1 0,0 1,1 0,0-1,-1 1,1 0,0 0,0 1,0-1,0 0,0 1,0-1,1 1,-1-1,1 1,-12 23,2 0,1 0,1 0,1 2,2-1,0 1,2-1,1 1,1 1,2 2,-3 111,6-1,13 64,-6-91,-7 11,-7-85</inkml:trace>
  <inkml:trace contextRef="#ctx0" brushRef="#br0" timeOffset="13674.239">5446 3123,'51'-19,"0"3,1 2,1 3,1 1,41 0,101-5,-146 20,-49-5,0 1,0-1,0 1,0-1,0 1,0-1,-1 1,1 0,0 0,0-1,-1 1,1 0,0 0,-1 0,1 0,0 0,-1 0,1 0,-1 0,0 0,1 0,-1 0,0 0,0 0,1 0,-1 0,0 0,0 0,0 0,0 0,-1 0,1 0,0 0,0 1,-1-1,1 0,0 0,-1 0,1 0,-1 0,-23 41,20-38,1 1,0 0,-1 1,2-1,-1 0,0 1,1 0,0-1,1 1,-1 0,1 0,0 3,2-7,1 1,-1 0,1 0,-1-1,1 1,0-1,0 1,0-1,1 0,-1 0,0 0,1 0,0 0,-1 0,1-1,0 1,0-1,0 0,0 0,0 0,0 0,0 0,0-1,0 0,0 1,0-1,0 0,1 0,1-1,1 2,1 0,-1-1,0 1,0-1,1 0,-1-1,0 0,0 0,1 0,-1-1,0 1,0-2,-1 1,1-1,0 1,-1-2,1 1,-1 0,0-1,0 0,-1 0,1-1,-1 1,0-1,0 0,0 0,-1-1,0 1,0-1,0 1,-1-1,1 0,-1 0,-1 0,1 0,-1 0,0-1,-1 0,-1 0,-1 1,0-1,0 1,-1 0,0 0,0 0,0 0,-1 0,0 1,0 0,0-1,-1 2,0-1,1 0,-2 1,1 0,0 0,-1 1,0-1,0 1,0 0,0 1,-1 0,1 0,0 0,-1 1,0 0,1 0,-1 0,0 1,1 0,-1 0,-5 2,8-2,1 1,-1 0,0 0,1 1,-1-1,1 1,-1 0,1 0,0 0,0 0,0 0,0 1,0-1,1 1,-1 0,1 0,-1 0,1 0,0 0,0 0,1 1,-1-1,1 1,-1-1,1 1,0 0,1-1,-1 1,1 0,-1 0,1 0,0-1,0 1,1 0,-1 0,1-1,0 1,0 0,0-1,0 1,1-1,0 1,0 0,15 26</inkml:trace>
  <inkml:trace contextRef="#ctx0" brushRef="#br0" timeOffset="14243.867">6395 3256,'0'-73,"-3"0,-12-64,15 136,-1 0,0 0,1-1,-1 1,0 0,1-1,0 1,-1 0,1-1,0 1,0-1,0 1,-1-1,2 1,-1 0,0-1,0 1,0-1,1 1,-1 0,1-1,-1 1,1 0,-1-1,1 1,0 0,0 0,-1-1,1 1,0 0,0 0,0 0,0 0,0 0,1 0,-1 1,0-1,0 0,1 1,-1-1,0 1,1-1,-1 1,0-1,1 1,-1 0,1 0,-1 0,2 0,160 28,-136-21,-6-2,-3-1,-1 0,1 1,-1 0,0 2,-1 0,1 1,-1 0,2 3,-15-9,0 1,-1 0,1-1,-1 1,0 0,0 0,0 0,0 1,0-1,-1 0,1 1,-1-1,0 1,0-1,0 1,0 0,-1-1,0 1,0 0,0-1,0 1,0 0,-1-1,1 1,-1 0,0-1,0 1,-1 0,-3 41,6-42,1 0,0 0,-1 0,1-1,0 1,0-1,1 1,-1-1,0 0,1 0,-1 0,1 0,0 0,0-1,0 1,-1-1,1 0,1 0,-1 0,0 0,0 0,0-1,0 1,1-1,-1 0,0 0,0 0,1 0,-1-1,0 1,0-1,1 0,-1 1,12 0,0-1,0 0,0-1,0 0,-1-2,1 0,-1 0,0-1,0-1,12-6,-20 8,1 0,-1-1,0 1,0-1,0 0,-1 0,0-1,0 0,0 0,-1 0,0-1,0 1,0-1,-1 0,0 0,0 0,-1 0,0 0,0-1,-1 1,0-1,0-2,-4-22,-7 55,9-11,1 0,0 0,1 0,0 0,1 0,1 0,0 0,0-1,1 1,1-1,0 0,0 0,1-1,0 0,1 0,0 0,1-1,0 0,0 0,1-1,0 0,1 0,0-1,0 0,0-1,1-1,0 1,0-1,5 1,2-2</inkml:trace>
  <inkml:trace contextRef="#ctx0" brushRef="#br0" timeOffset="15349.503">7425 3029,'-1'24,"0"-7,0 0,1 0,1 0,0 0,1-1,1 1,1 0,0-1,1 0,1 0,1 0,3 6,-8-19,0-1,1 1,-1 0,1-1,-1 0,1 1,0-1,0 0,0 0,0-1,0 1,0-1,1 1,-1-1,0 0,1 0,-1-1,1 1,-1-1,1 0,-1 1,1-2,-1 1,1 0,-1-1,1 1,-1-1,0 0,1 0,-1 0,0-1,0 1,1-1,-1 0,-1 0,1 0,0 0,0 0,-1-1,1 1,0-3,7-5,-2-1,1 0,-2 0,1-1,-2 0,1 0,-2 0,0-1,0 0,-1 0,-1-1,0 1,1-12,-4 24,1 0,-1 1,1-1,-1 0,0 0,1 1,-1-1,0 0,0 0,1 0,-1 0,0 0,0 1,0-1,0 0,0 0,-1 0,1 0,0 1,0-1,0 0,-1 0,1 0,0 1,-1-1,1 0,-1 0,1 1,-1-1,1 0,-1 1,1-1,-1 0,0 1,1-1,-1 1,0-1,1 1,-1 0,0-1,0 1,0 0,1-1,-1 1,0 0,0 0,0 0,0 0,0 0,1 0,-1 0,0 0,0 0,0 0,0 0,1 0,-1 1,0-1,0 0,0 1,1-1,-1 0,0 1,0-1,1 1,-1 0,-2 2,0 1,1 1,0-1,-1 0,1 0,1 1,-1-1,1 1,0 0,0-1,0 1,0 0,1 0,0 0,0-1,0 1,1 0,-1 0,1-1,0 1,1 0,-1-1,1 1,0-1,0 0,0 1,1-1,1 2,4 1,0-1,1-1,-1 0,1 0,0 0,0-1,0-1,1 0,0 0,-1 0,1-1,0-1,0 0,0 0,0-1,0 0,4-1,-8 1,0 0,0 0,0 0,0-1,0 0,-1 0,1-1,0 1,-1-1,1-1,-1 1,1-1,-1 0,0 0,0 0,-1-1,1 1,0-1,-1 0,0-1,0 1,-1-1,1 0,-1 0,0 0,0 0,0 0,-1-1,0 1,0-1,-1 0,1 1,-1-1,0-2,-1 7,0 0,1 0,-1 0,0 0,0 0,0 0,0 0,0 0,0 0,0 0,-1 0,1 0,0 0,0 0,-1 0,1 0,-1 0,1 1,-1-1,1 0,-1 0,1 0,-1 1,0-1,1 0,-1 1,0-1,0 0,0 1,1-1,-1 1,0 0,0-1,0 1,0-1,0 2,1 0,-1 0,0 0,1 0,-1 0,1 0,-1 0,1 0,-1 0,1 1,0-1,0 0,-1 0,1 0,0 0,0 0,0 1,0-1,1 0,-1 0,0 0,0 0,1 0,-1 0,0 0,1 0,-1 1,1-1,0 0,-1-1,1 1,0 0,-1 0,1 0,0 0,1 0,11 11,1-1,0 0,0-1,2 0,-1-1,1-1,0 0,1-2,-1 0,2 0,-1-2,0 0,2-1,21 7,1-2,1-2,0-2,-1-1,27-3,24-21,-89 20,0 0,-1-1,1 1,0-1,-1 0,1 0,-1 0,0 0,1 0,-1 0,0-1,0 1,-1-1,1 0,-1 1,1-1,-1 0,0 0,0 0,0 0,0 0,0 0,-1 0,1 0,-1 0,0 0,0 0,0-2,-2-2,0 1,0 0,-1-1,0 1,0 0,0 1,-1-1,1 0,-2 1,1 0,0 0,-1 0,0 0,0 1,0 0,-1 0,0 0,1 1,-1 0,0 0,-1 0,1 1,0 0,-1 0,1 0,-1 1,0 0,1 1,-1-1,0 1,1 1,-1-1,0 1,1 0,-1 0,0 1,1 0,0 0,-1 1,1 0,0 0,1 0,-1 1,0-1,1 1,0 1,0-1,-1 2,4-3,0 0,0 0,1 0,0 0,-1 1,1-1,0 0,1 1,-1-1,1 0,-1 1,1-1,0 1,0-1,0 1,1-1,-1 1,1-1,0 0,0 1,0-1,0 0,1 0,-1 0,1 0,0 0,0 0,0 0,0-1,1 1,-1-1,0 1,1-1,0 0,0 0,0 0,-1 0,2-1,-1 1,1 0,6 2,1 0,-1 0,1-1,-1-1,1 0,0 0,0-1,0 0,0-1,6-1,-12 1,-1 0,1 0,-1-1,1 0,-1 0,0 0,1 0,-1-1,0 0,0 0,0 0,0 0,0-1,0 1,-1-1,1 0,-1 0,0 0,0-1,0 1,0-1,-1 1,1-1,-1 0,0 0,1-3,-2 6,0-1,-1 0,1 1,0-1,-1 0,0 0,1 0,-1 1,0-1,0 0,0 0,0 0,0 1,0-1,-1 0,1 0,0 0,-1 1,0-1,1 0,-1 1,0-1,0 0,0 1,0-1,0 1,0 0,0-1,-1 1,1 0,0 0,-1-1,1 1,-1 0,1 0,-1 1,0-1,1 0,-1 1,0-1,0 0,1 1,-2 0,1 1,0 1,0-1,0 1,1 0,-1-1,0 1,1 0,0 0,-1 0,1 1,0-1,0 0,0 0,1 1,-1-1,0 0,1 1,0-1,-1 1,1-1,0 0,0 1,0-1,1 1,-1-1,1 0,-1 1,1-1,0 0,0 1,0-1,0 0,0 0,0 0,1 1,9 11,0 0,1-1,1-1,0 0,0 0,1-1,1-1,0 0,0-1,1-1,0-1,1 0,-1-1,16 4,29 9,-8-5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4:16.6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6924 494,'-893'-15,"-1562"-71,2409 84,-2313-56,2281 58,3 2,0-2,0-4,1-3,0-4,-71-19,139 28,-1 0,0 0,0 0,0 0,0-1,1 0,0-1,-1 1,1-1,0 0,1-1,-4-3,1-3</inkml:trace>
  <inkml:trace contextRef="#ctx0" brushRef="#br0" timeOffset="440.433">908 0,'-275'87,"95"-37,-159 52,249-59,89-43,-1 0,1 1,0-1,0 1,-1 0,1-1,0 1,0 0,0-1,0 1,0 0,0 0,0 0,0 0,1 0,-1 0,0 0,0 1,1-1,-1 0,1 0,-1 1,1-1,0 0,-1 0,1 1,0-1,0 0,0 1,0-1,0 0,0 1,0-1,0 0,1 1,-1-1,0 0,1 0,-1 1,1-1,0 0,-1 0,1 0,0 0,0 0,-1 0,1 0,0 0,0 0,0 0,0 0,0 0,0-1,1 1,-1 0,0-1,1 1,131 56,-96-44,158 58,169 87,-294-129,-68-30,0 0,0 0,0 0,0-1,0 1,0 0,-1-1,1 1,0-1,-1 0,1 1,-1-1,1 0,-1 0,0 0,0 0,0 0,0 0,0 0,-1 0,1-1,-1 1,1 0,-1 0,0-1,0 1,0 0,0-1,0 1,0 0,0 0,-1-1,0 0,1 0,-20-194,11 134,-36-202,24 210,10 52,1 10</inkml:trace>
  <inkml:trace contextRef="#ctx0" brushRef="#br0" timeOffset="5709.532">3983 882,'-2'19,"-1"16,-2 15,0 7,0 5,2 0,1-5,1-9,2-11,2-16,0-12</inkml:trace>
  <inkml:trace contextRef="#ctx0" brushRef="#br0" timeOffset="5968.87">3810 775,'-10'-13,"3"-8,11 1,18 1,22 1,21 2,18 1,10 4,4 3,-6 3,-14 3,-20 3,-19 2</inkml:trace>
  <inkml:trace contextRef="#ctx0" brushRef="#br0" timeOffset="6344.876">3837 1003,'65'10,"1"-3,0-2,0-4,40-4,34 1,-46 13,-91-10,-1 0,1 0,0 0,-1 0,1 1,-1-1,1 1,-1-1,0 1,0 0,0 0,0 0,0 0,0 0,0 1,-1-1,1 1,-1-1,1 1,-1-1,0 1,0 0,-1-1,1 1,0 0,-1 0,0 0,1 0,-1-1,0 4,-35 112,35-117,-1-1,1 1,-1 0,1 0,-1 0,1 0,0 0,0 0,-1 0,1 0,0 0,0 0,0 0,0 0,0 0,0 0,0 0,1 0,-1 0,0 0,0 0,1 0,-1 0,1 0,-1-1,1 1,-1 0,1 0,-1 0,1-1,0 1,-1 0,1 0,0-1,0 1,0-1,-1 1,1-1,0 1,0-1,0 1,0-1,0 0,0 0,0 1,0-1,0 0,0 0,0 0,0 0,0 0,0 0,0 0,0-1,1 1,55-19,-48 15,0-1,0-1,0 1,0-1,-1-1,0 0,-1 0,1 0,-1-1,-1 0,1 0,-2-1,1 0,-1 0,0 0,-1-1,0 1,-1-1,1 0,-2 0,0-1,0 1,-1-1,-1 8,0 0,-1 0,1 0,-1 0,0 0,0 1,0-1,0 0,0 1,0-1,-1 1,0-1,1 1,-1-1,0 1,0 0,0 0,0 0,-1 0,1 1,0-1,-1 0,1 1,-1 0,0-1,1 1,-1 0,0 1,0-1,0 0,0 1,0-1,-1 1,0 0,-1 0,0 0,1 0,-1 0,0 1,1 0,-1 0,0 0,1 0,-1 1,1 0,0 0,0 0,-1 1,1-1,1 1,-1 0,0 0,1 0,-2 2,2-1,1 0,0-1,-1 1,2 0,-1 1,0-1,1 0,0 0,0 1,0-1,0 0,1 1,0-1,0 1,0-1,0 1,1-1,0 1,0-1,0 0,0 1,1-1,-1 0,1 0,0 0,0 0,1 0,0 0,16 22</inkml:trace>
  <inkml:trace contextRef="#ctx0" brushRef="#br0" timeOffset="7235.538">4773 1256,'4'-34,"-1"-1,-2 0,-1 0,-2 1,-1-4,2 31,-7-78,10 83,-1 0,1 0,0 0,-1 0,1 1,0-1,0 0,0 1,0-1,0 1,0-1,1 1,-1 0,0 0,1 0,-1 1,1-1,-1 0,1 1,-1 0,1-1,-1 1,1 0,0 0,-1 1,1-1,-1 0,1 1,-1 0,1 0,8-1,37 0,0 3,-1 1,1 2,12 6,-56-12,0 1,0-1,0 1,0 1,-1-1,1 0,0 1,-1 0,1 0,0 0,-1 0,0 0,0 1,0 0,0-1,0 1,0 0,-1 0,1 1,-1-1,0 0,0 1,0 0,-1-1,1 1,0 2,-2 4,0 0,0 0,-1 0,0 0,-1 0,0 0,-1-1,-2 6,-4 21,8-35,1 1,-1 0,1-1,0 1,0-1,-1 1,1-1,0 1,1-1,-1 1,0 0,0-1,1 1,-1-1,0 1,1-1,0 1,-1-1,1 0,0 1,0-1,0 0,0 1,0-1,0 0,0 0,0 0,0 0,1 0,-1 0,0 0,1-1,-1 1,0 0,1-1,-1 1,1-1,-1 1,1-1,0 0,-1 0,1 1,-1-1,1 0,-1 0,2-1,13-1,1-1,-1 0,0-1,0-1,0-1,-1 0,0-1,0 0,-1-1,0-1,0-1,8-7,-7 8,-1-1,-1-1,0 0,0-1,-1 0,-1-1,0 0,0-1,-1 0,-1-1,2-4,-10-5,-20 29,17-2,-1 0,0 0,1 0,0 0,0 1,0-1,0 1,0-1,0 1,1 0,0-1,0 1,0 0,0 0,1 0,-1 0,1 0,0 0,0 0,1 0,-1 0,1 0,0-1,0 1,0 0,0 0,1-1,-1 1,1 0,0-1,0 0,0 1,1-1,-1 0,1 0,0 0,0-1,0 1,0-1,0 1,1-1,-1 0,2 0,7 3,1-1,0-1,0 0,0-1,0 0,0-1,0 0,1-1,-1-1,0 0,0-1,0 0,0-1,0 0,0-1,-1-1,0 0,0-1,0 0,0 0,-1-1,0-1,-1 0,0-1,0 0,-1 0,0-1,0-1,-5 7,-1 0,-1 0,1 0,-1 0,1-1,-1 1,-1-1,1 0,-1 1,1-1,-1 0,0-4,-10 26,7-3,0 0,1 1,1-1,0 0,1 0,0 0,2 6,-2-15,0 0,0-1,0 1,1-1,0 1,0-1,0 0,0 1,0-1,1 0,0 0,0-1,0 1,0-1,1 1,-1-1,1 0,0 0,0-1,0 1,0-1,0 0,4 2,-4-3,1-1,-1 1,1-1,-1 0,0 0,1 0,-1 0,1-1,-1 0,0 0,1 0,-1-1,0 1,0-1,0 0,0 0,0 0,-1-1,1 1,-1-1,3-2,62-70,-58 61,-1 0,0-1,-1 0,-1 0,0 0,-2-1,1 0,-2 0,0-2,-4 18,0 0,-1 0,1 0,0 0,-1 0,1 0,0 0,-1 0,1 0,0 0,-1 0,1 0,0 0,-1 0,1-1,0 1,0 0,-1 0,1 0,0 0,0-1,-1 1,1 0,0 0,0-1,0 1,-1 0,1 0,0-1,0 1,0 0,0 0,0-1,-1 1,1 0,0-1,0 1,0 0,0-1,0 1,0 0,0-1,0 1,0 0,0 0,0-1,0 1,0 0,1-1,-1 1,0 0,0-1,0 1,0 0,0 0,1-1,-1 1,0 0,0 0,1-1,-16 25,13-20,1 1,-1-1,1 1,0 0,0-1,1 1,-1 0,1-1,0 1,0 0,0 0,1-1,0 1,0 0,0-1,0 1,1-1,0 1,0-1,0 0,0 0,1 0,0 0,-1 0,1-1,4 4,3 1,1 0,1-1,-1 0,1-1,0 0,0-1,1-1,0 0,-1 0,1-1,1-1,1 0,49 8</inkml:trace>
  <inkml:trace contextRef="#ctx0" brushRef="#br0" timeOffset="7626.726">6844 1043,'-6'-9,"0"0,-1 0,0 1,-1-1,1 2,-2-1,1 1,-1 0,0 1,0 0,-1 1,-1-1,6 4,1-1,-1 1,0 0,0 0,0 1,-1-1,1 1,0 0,0 1,-1-1,1 1,-1 0,1 0,0 1,-1 0,1 0,0 0,0 0,0 1,0 0,0 0,0 0,0 1,1 0,-3 1,4-1,-1-1,1 1,1 0,-1 0,0 0,1 0,-1 0,1 1,0-1,0 1,0 0,1-1,-1 1,1 0,0 0,0 0,1 0,-1 0,1 0,-1 0,1 0,1 0,-1 0,0 0,1 0,0 0,0 0,0 0,1 0,-1 0,1-1,0 1,0 0,0-1,0 0,1 1,-1-1,1 0,2 1,2-1,0-1,0 0,1-1,-1 0,0 0,1-1,-1 1,1-2,-1 1,1-1,-1 0,0-1,1 1,-1-2,0 1,0-1,0 0,-1 0,1-1,-1 0,0 0,0 0,0-1,0 0,-1 0,0-1,0 1,0-1,-1 0,1 0,-2-1,1 1,-1-1,2-4,-2-22,-3 33,0-1,0 0,0 1,0-1,0 1,0-1,0 1,0-1,-1 1,1-1,0 1,0-1,-1 1,1-1,0 1,-1 0,1-1,0 1,-1-1,1 1,-1 0,1-1,-1 1,1 0,-1 0,1-1,-1 1,1 0,-1 0,1 0,-1 0,1-1,-1 1,1 0,-1 0,1 0,-1 0,1 0,-1 0,1 1,-1-1,0 0,1 0,-1 0,1 0,-1 1,1-1,-1 0,1 0,0 1,-1-1,1 0,-1 1,1-1,0 0,-1 1,1-1,-1 1,-2 3,-1-1,1 1,0 0,0 0,0 0,1 0,-1 0,1 0,0 1,0 0,1-1,0 1,-1 0,1-1,1 1,-1 0,1 0,0 0,0 0,0 0,1 0,-1-1,1 1,0 0,1 0,-1-1,1 1,0-1,0 1,0-1,1 0,0 0,0 0,0 0,0 0,0-1,4 4,4 0,0 0,0-1,1 0,0-1,0 0,0-1,0 0,1-1,0 0,7 0,36 6</inkml:trace>
  <inkml:trace contextRef="#ctx0" brushRef="#br0" timeOffset="9023.193">7780 1003,'-8'-5,"1"1,-1 0,0 1,-1 0,1 0,-1 1,1 0,-1 1,0-1,1 2,-1-1,0 1,0 0,1 1,-1 0,0 1,1 0,-1 0,1 1,0 0,-1 0,1 1,1 0,-1 0,1 1,-1 0,1 0,1 1,-1 0,1 0,0 0,0 1,1 0,0 0,0 1,1-1,0 1,-1 3,4-8,0 0,0 0,0 0,1 0,-1 0,1 0,0 1,0-1,0 0,1 0,-1 0,1 0,-1 0,1 0,0 1,0-2,1 1,-1 0,0 0,1 0,0-1,0 1,0-1,0 1,0-1,0 0,0 0,1 1,-1-2,1 1,0 0,1 0,2 1,1 0,0 0,0 0,0-1,0-1,0 1,0-1,1 0,-1 0,1-1,-1 0,0-1,5 0,3-3,1-1,-1 0,0-1,-1 0,0-1,0-1,0-1,-1 0,0 0,-1-1,0-1,0 0,-1-1,-1 0,0 0,0-1,-2-1,1 1,-2-1,0-1,-1 1,0-1,-1 0,-1-1,0 1,-1-1,-1 0,1-10,0-13,-1 1,-2-1,-2 0,-1 1,-2-1,-2 1,-8-28,14 63,0 1,1 0,0 0,-1-1,1 1,-1 0,0 0,0 0,1 0,-1 0,-1 1,1-1,0 0,0 0,-1 1,1-1,-1 0,1 1,-1 0,0-1,0 1,1 0,-1 2,0 0,0 0,1 0,-1 0,0 1,1-1,-1 0,1 1,0 0,-1-1,1 1,0 0,0-1,0 1,0 0,1 0,-1 0,0 0,1 0,-1 0,1 0,-1 1,1-2,-9 39,2 1,1 0,2 0,3 0,1 15,-1-21,3 0,0 1,2-1,6 17,-8-39,2 0,0 0,0-1,1 1,1-1,0 0,1 0,0-1,1 0,0 0,0-1,1 0,4 3,-6-8,-1 0,1 0,0-1,1 0,-1 0,1-1,0 0,0 0,0-1,0 0,0 0,0-1,1 0,-1 0,0-1,1 0,-1-1,1 1,-1-2,0 1,0-1,0-1,0 1,0-1,0-1,-1 1,1-1,-1-1,0 1,0-1,-1 0,0-1,1 0,-2 0,4-3,-3 3,0-1,-1 0,1 0,-1 0,0 0,-1-1,0 0,0 0,-1 0,0 0,0 0,-1-1,0 0,0 1,-1-1,0-6,-1 15,0-1,0 1,0 0,0-1,0 1,0-1,0 1,0 0,0-1,0 1,0-1,-1 1,1 0,0-1,0 1,0-1,-1 1,1 0,0-1,0 1,-1 0,1 0,0-1,0 1,-1 0,1-1,0 1,-1 0,1 0,-1 0,1-1,0 1,-1 0,1 0,-1 0,1 0,0 0,-1 0,1 0,-1 0,1 0,0 0,-1 0,1 0,-1 0,1 0,0 0,-1 0,1 1,-1-1,1 0,0 0,-1 0,1 1,0-1,-1 0,1 0,0 1,-1-1,1 0,0 1,0-1,-1 0,1 1,0-1,-18 24,16-20,0 0,0 0,0 0,1 0,0 0,0 0,0 0,0 0,0 0,1 1,0-1,0 0,0 0,1 1,-1-1,1 0,0 0,0 0,0 0,1 0,0 0,-1 0,1 0,1 0,-1-1,0 1,1-1,0 0,0 0,0 0,0 0,0 0,1-1,-1 1,1-1,-1 0,3 1,1-1,0 1,0-2,0 1,1-1,-1 0,1 0,-1-1,1 0,-1 0,0-1,1 0,-1 0,0-1,1 0,-1 0,0-1,-1 0,1 0,0-1,-1 1,0-1,0-1,0 1,0-1,-1 0,1-1,-1 1,-1-1,1 0,-1 0,0 0,0-1,-1 1,0-1,0 0,0 0,-1 0,0-1,6-53,-17 70,5-1,1 0,0 0,1 0,0 0,0 1,1-1,0 1,0 0,1-1,0 1,1 0,0-1,0 1,1-1,0 0,0 1,1-1,0 0,1 0,0 0,-2-4,1-1,0 0,0 0,1 0,-1-1,1 1,-1-1,1 1,0-1,0 0,0-1,0 1,0-1,0 0,1 0,-1 0,0 0,1-1,-1 0,0 1,1-2,-1 1,0 0,1-1,-1 0,0 0,0 0,4-2,4-2,1 0,-1-1,0 0,-1-1,0 0,0-1,0 0,7-9,-5 4,-1 0,0-1,-1-1,0 0,-2 0,0-1,0 0,-2 0,0-1,4-14,-6 7,-5 24,0 0,0 0,-1 0,1 1,0-1,0 0,0 0,-1 0,1 0,0 0,0 0,-1 0,1 0,0 0,0 0,-1 0,1 0,0 0,0 0,0 0,-1 0,1 0,0 0,0 0,-1 0,1 0,0 0,0-1,0 1,-1 0,1 0,0 0,0 0,0 0,-1-1,1 1,0 0,0 0,0 0,0-1,0 1,0 0,-1 0,1 0,0-1,0 1,0 0,0 0,0-1,0 1,0 0,0 0,0-1,0 1,-14 20,3 6,2 0,1 1,1 0,1 0,1 0,2 1,1-1,1 1,1 7,22 193,0-38,-21-185,-1-1,1 1,-1 0,0-1,0 1,-1 0,1-1,-1 1,0 0,0-1,-1 1,1-1,-1 0,0 1,0-1,-1 0,1 0,-3 3,4-7,0 1,0-1,0 1,0-1,0 1,0-1,-1 0,1 0,0 1,0-1,0 0,0 0,0 0,0 0,-1 0,1 0,0-1,0 1,0 0,0-1,0 1,0 0,0-1,0 1,0-1,0 0,0 1,0-1,0 0,0 1,1-1,-1 0,0 0,0 0,1 0,-1 0,1 0,-1 0,0 0,-22-44,13 15,1-1,2 0,1 0,1-1,2 0,1 0,2 1,1-1,1 0,2 0,1 0,2 1,3-8,-8 25,1 0,1 0,0 1,1 0,0 0,1 0,0 1,1-1,0 1,1 1,1 0,0 0,0 0,1 1,0 1,1 0,3-2,-12 10,1 0,-1 0,1 0,0 0,-1 1,1-1,0 1,0 0,-1-1,1 1,0 0,0 1,0-1,-1 0,1 1,0 0,-1-1,1 1,0 0,-1 0,1 1,-1-1,1 0,-1 1,0 0,0-1,0 1,0 0,0 0,0 0,0 1,0-1,-1 0,1 1,-1-1,5 8,-1 0,-1 0,1 0,-2 0,1 1,-2-1,1 1,-1 4,-2 56,0-69,-1 0,1 0,-1 0,0 0,0 0,1 0,-1 0,0 0,-1 0,1 0,0-1,0 1,-1 0,1-1,-1 1,0-1,1 0,-1 1,0-1,0 0,1 0,-1 0,0 0,0-1,0 1,0 0,-1-1,1 1,0-1,0 0,-1 0,-1 0,1-1,0 0,-1 0,1-1,0 1,-1-1,1 1,0-1,0 0,1 0,-1-1,0 1,1 0,-1-1,1 0,-1 1,1-1,0 0,1 0,-1 0,0-1,1 1,0 0,-1-1,1 1,1-1,-1 1,0-1,1 1,0-1,0 1,0-1,0 1,0-1,1 1,0-1,0 1,0-1,0 1,0 0,0-1,1 1,1-2,8-16</inkml:trace>
  <inkml:trace contextRef="#ctx0" brushRef="#br0" timeOffset="9345.549">9023 1029,'20'32,"-11"-18,-1 0,1 0,1-1,1 0,-1-1,2-1,11 10,-20-19,-1 0,1-1,0 1,0-1,0 0,0 0,0 0,0 0,0-1,0 1,0-1,0 0,0 1,1-1,-1-1,0 1,0 0,0-1,0 0,0 0,0 0,0 0,0 0,0 0,0-1,-1 0,1 1,0-1,-1 0,2-1,3-4,0 0,1 0,-2 0,1-1,-1 0,-1-1,0 1,0-1,1-1,-2 1,0 1,-1-1,0 0,0 0,-1 0,0 0,0 0,-1 0,0-1,-1 1,0 0,0-1,-1 1,-1 0,1-1,-2 1,1 0,-1 0,0 1,-1-1,0 1,-4-7,6 12,0 1,-1-1,1 1,-1-1,1 1,-1 0,0 0,0 0,0 0,0 0,0 1,0-1,0 1,-1 0,1 0,0 0,-1 1,1-1,-1 1,1 0,-1 0,1 0,0 0,-1 0,1 1,-1 0,1 0,0 0,-1 0,1 0,0 0,0 1,-2 1,-2 1,1 0,-1 1,1 0,0 0,0 0,0 1,1 0,0 0,0 0,1 1,-1 0,1 0,1 0,-1 1,2-4,0 1,0-1,0 1,1-1,0 1,-1 0,2 0,-1-1,1 1,-1 0,1 0,1 0,-1-1,1 1,0 0,0 0,0-1,0 1,1-1,0 1,0-1,0 1,0-1,1 0,0 0,0 0,0-1,0 1,1-1,-1 1,1-1,0 0,0-1,0 1,2 0,27 10,1-5</inkml:trace>
  <inkml:trace contextRef="#ctx0" brushRef="#br0" timeOffset="9595.899">9491 655,'-14'-9,"-8"-3,-6 2,0 7,2 9,6 8,7 10,4 8,5 9,3-3</inkml:trace>
  <inkml:trace contextRef="#ctx0" brushRef="#br0" timeOffset="9778.42">9451 1243,'12'16,"7"8,8 1,4-3,4-5,0-6,-4-4,-7-7,-7-2</inkml:trace>
  <inkml:trace contextRef="#ctx0" brushRef="#br0" timeOffset="10333.061">6750 1859,'-7'11,"0"1,0 0,1 0,1 0,0 1,1 0,0 0,1 0,1 1,0-1,0 1,2-1,-1 1,2 0,0-1,0 1,2-1,-1 0,2 1,0-1,2 5,-2-11,0 0,0 0,1 0,0 0,0-1,1 0,-1 0,1 0,1-1,-1 0,1 0,0 0,0-1,0 0,1-1,-1 0,1 0,0 0,0-1,0 0,0 0,0-1,0 0,0-1,1 0,-1 0,0-1,0 0,0 0,0-1,0 0,0 0,0-1,0 0,-1 0,1-1,-1 0,0-1,0 1,0-1,0-2,1 0,-1-1,-1 0,1 0,-1 0,-1-1,0 1,0-1,0-1,-1 1,-1-1,0 1,0-1,0 0,-2 0,1 0,-1-1,0 1,-1 0,-1 0,1 0,-2-1,-1-8,1 11,1-1,-1 0,-1 1,0 0,0 0,0 0,-1 0,0 0,-1 0,0 1,0 0,0 0,-1 1,0-1,-1 1,1 0,-1 1,0 0,0 0,-1 0,0 1,1 0,-1 0,-1 1,1 0,0 1,-8-2,5 4,0 0,0 1,0 0,0 1,0 0,0 0,0 1,1 1,0 0,0 0,0 1,0 0,1 1,-1 0,1 1,1-1,-1 2,-4 5,-25 23</inkml:trace>
  <inkml:trace contextRef="#ctx0" brushRef="#br0" timeOffset="10595.666">6363 1417,'-9'-14,"-5"-6,-3-1,1 7,5 9,2 16,7 16,9 13,16 11,12 6,12 0,-2-9</inkml:trace>
  <inkml:trace contextRef="#ctx0" brushRef="#br0" timeOffset="10833.058">7219 1391,'0'-5,"2"6,4 13,2 17,7 15,7 13,6 9,-1 2,-5-11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5:18.3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1,'16'0,"15"0,10 0,8 0,3 0,-7 2,-9 1</inkml:trace>
  <inkml:trace contextRef="#ctx0" brushRef="#br0" timeOffset="222.37">28 309,'13'5,"17"1,18-3,20-6,16-7,12-7,-11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5:17.9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188 305,'0'592,"0"-562,-3-22,0-20,-72-569,33 310,40 263,1 6,1 0,-1 1,0-1,1 0,-1 0,1 0,-1 0,1 0,0 1,0-1,0 0,0 0,0 0,0 0,1 0,-1 0,1 1,-1-1,1 0,0 0,-1 0,1 1,0-1,0 1,0-1,0 0,1 1,-1 0,0-1,1 1,-1 0,1 0,-1-1,85-3,-62 7,212-2,-188-1</inkml:trace>
  <inkml:trace contextRef="#ctx0" brushRef="#br0" timeOffset="257.774">0 586,'18'-2,"18"-6,11-3,12-2,7-2,4 3,-1 3,-4 2,-12 4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5:19.0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0 134,'4'128,"5"1,13 55,154 1290,-85-9,-25-780,-42-515</inkml:trace>
  <inkml:trace contextRef="#ctx0" brushRef="#br0" timeOffset="1698.723">950 775,'-42'-8,"10"0,0 1,-1 2,0 2,1 1,-1 1,-31 4,58-3,0 1,1 0,-1 1,0-1,1 1,0 0,-1 0,1 1,0 0,0-1,0 2,1-1,-1 1,1-1,-1 1,1 0,1 1,-1-1,1 1,-1 0,1-1,0 1,1 1,0-1,-1 0,2 1,-1-1,0 1,1-1,0 1,1 0,-1 0,1-1,0 2,1 2,0 1,1 0,0-1,1 1,0-1,0 0,1 0,0 0,0 0,1-1,0 0,1 0,0 0,0-1,1 1,0-1,1 0,6 5,0 0,1-1,1 0,0-2,0 0,1 0,0-2,10 4,-4-4,0-1,0 0,0-2,1-1,-1 0,9-2,-21-1,-1 0,1-1,-1 0,1 0,-1-1,0-1,0 0,0 0,0-1,-1 0,1 0,-1-1,0-1,0 0,3-2,-8 3,1 1,-1-1,0 1,0-1,0-1,-1 1,0 0,0-1,0 0,0 0,-1 0,0 0,0 0,-1 0,0 0,0 0,0-1,-1 1,0 0,0-1,-1 1,0 0,0-1,0 1,0 0,-1 0,-3-5,0-4,-2 1,0 0,-1 0,0 0,-1 1,0 1,-1-1,-1 2,0-1,-9-6,7 8,1 0,-2 1,1 1,-1 0,0 1,-1 0,0 1,0 1,0 0,-1 1,1 1,-17-2,23 5,-1-1,1 1,-1 1,1-1,0 2,-1-1,1 1,0 1,0-1,0 2,0-1,0 1,1 1,0-1,0 1,0 1,0 0,1 0,0 0,0 1,1 0,-2 2,0 3,0 1,1-1,0 2,1-1,1 1,0 0,1 0,0 0,1 0,1 1,0-1,1 1,0 0,1-1,1 1,3 14,6 28</inkml:trace>
  <inkml:trace contextRef="#ctx0" brushRef="#br0" timeOffset="15290.028">776 388,'-2'-11,"-1"2,2 13,4 18,4 25,0 26,1 27,0 20,-2 15,-2 10,-1 3,0-6,1-26</inkml:trace>
  <inkml:trace contextRef="#ctx0" brushRef="#br0" timeOffset="14458.362">816 2273,'-7'-11,"-4"-7,-3 1,-1 2,-1 5,3 1,2 2,4 0,6 1,5 2,2 4,-2 4,-2 1</inkml:trace>
  <inkml:trace contextRef="#ctx0" brushRef="#br0" timeOffset="16153.925">1057 2260,'-50'-105,"47"101,0 0,0 0,0 1,-1-1,0 1,1 0,-1 0,-1 0,1 0,0 1,-1 0,1-1,-1 2,1-1,-1 1,0-1,0 1,0 0,0 1,0-1,0 1,0 0,-8 3,1 0,0 0,0 1,0 1,0 0,1 0,-1 2,1-1,1 1,-1 1,1 0,1 0,0 1,0 0,0 0,1 1,1 0,-1 1,2 0,-5 9,-16 63,27-80,-1 0,1 0,0 0,0 0,0 0,1 0,-1 0,1 0,0 0,0-1,0 1,0 0,0 0,0 0,1-1,-1 1,1-1,0 1,0-1,0 0,0 1,0-1,0 0,1-1,-1 1,1 0,0 0,3 0,0 1,0-1,1 0,0 0,-1 0,1-1,0 0,0-1,0 0,-1 0,1 0,0-1,0 1,0-2,-1 1,1-1,-1 0,1 0,-1-1,1 0,4-2,0-1,0 0,-1-1,1 0,-1 0,-1-1,1-1,-1 1,-1-1,5-7,-9 11,1-1,-1 0,-1 0,1 0,-1 0,0-1,-1 1,1-1,-1 0,0 0,-1 0,0 0,0 0,-1 0,1 0,-1 0,-1 0,0 0,0 0,-2-7,3 13,-1 0,0 0,1 0,-1 0,0 0,0 0,0 0,0 0,0 0,0 1,0-1,0 0,-1 1,1-1,0 1,0-1,0 1,-1 0,1-1,0 1,-1 0,1 0,0 0,-1 0,1 0,0 0,0 0,-1 0,1 1,0-1,-1 0,1 1,0-1,0 1,0-1,0 1,-1 0,1 0,0-1,0 1,0 0,0 0,1 0,-1 0,0 0,0 0,0 0,1 0,-1 0,1 1,-1-1,1 0,-1 0,1 1,0-1,-1 0,1 0,0 1,-3 4,0 0,1 0,0 0,0 1,0-1,1 1,-1-1,2 1,-1 0,1-1,0 1,0-1,1 1,0 0,0-1,0 1,1-1,0 0,1 1,-1-1,1 0,0 0,0-1,1 1,0-1,0 1,0-1,5 4,5-1,1-1,0 0,0-1,0 0,1-2,0 1,0-2,0 0,1-1,-1-1,0 0,1-2,-1 1,1-2,9-2,58-9,-9-5</inkml:trace>
  <inkml:trace contextRef="#ctx0" brushRef="#br0" timeOffset="16933.648">843 3129,'-7'12,"1"1,1 1,0-1,1 0,0 1,1 0,0 0,1 0,1 11,-1-12,-6 68,4 0,3 1,6 28,8-34,-13-76,0 1,0-1,0 1,-1-1,1 0,0 1,0-1,0 0,0 1,1-1,-1 0,0 1,0-1,0 0,0 1,0-1,0 0,0 1,1-1,-1 0,0 1,0-1,1 0,-1 0,0 1,0-1,1 0,-1 0,0 1,0-1,1 0,-1 0,0 0,1 0,-1 1,0-1,1 0,-1 0,1 0,-1 0,0 0,1 0,-1 0,0 0,1 0,-1 0,0 0,1 0,-1 0,0 0,1-1,-1 1,0 0,1 0,-1 0,0 0,1-1,-1 1,0 0,0 0,1-1,-1 1,0 0,0 0,1-1,-1 1,0-1,10-24,7-65,-15 68,1 0,2 0,0 1,1 0,9-20,-14 39,0 0,1 0,-1 0,0 0,1 0,-1 0,1 0,-1 1,1-1,0 1,-1-1,1 1,0 0,0 0,0 0,0 0,0 0,1 0,-1 0,0 1,0-1,0 1,1-1,-1 1,0 0,1 0,-1 0,0 0,0 1,1-1,-1 0,0 1,0 0,1-1,-1 1,0 0,0 0,0 0,0 1,0-1,-1 0,1 1,0-1,0 1,23 16,-1 0,-1 1,0 2,-2 0,0 1,14 22,-33-43,1 2,0-1,0 1,0 0,-1 0,1 0,-1 0,1 1,-1-1,0 1,0-1,-1 1,1 0,-1 0,0-1,0 1,0 0,0 0,-1 0,0 0,1 0,-1 0,-1 0,1 0,-1 0,1 0,-1 0,0 0,-1 0,0 3,-7 0,1 1,-1-2,-1 1,1-1,-1 0,0-1,0-1,-1 1,1-1,-7 1,0 1,-210 61,209-65,18-11,16-4</inkml:trace>
  <inkml:trace contextRef="#ctx0" brushRef="#br0" timeOffset="17998.137">1592 107,'-7'46,"3"0,1 0,2 0,3 1,2 9,75 607,-11 108,-30 353,-39-953,7-1,8 1,21 87,-8-136,-12-62,-2 1,-3 1,-3 0,0 55,-9-48,10-80,13-39,-11 21</inkml:trace>
  <inkml:trace contextRef="#ctx0" brushRef="#br0" timeOffset="18702.318">401 4292,'0'-2,"0"1,0 5,0 10,0 13,0 15,0 20,0 16,0 14,0 12,0 6,0 2,0-3,5-10,3-17,1-22</inkml:trace>
  <inkml:trace contextRef="#ctx0" brushRef="#br0" timeOffset="19215.098">1030 4425,'-3'19,"-4"88,7-107,0 0,0-1,1 1,-1 0,0-1,1 1,-1 0,0 0,1-1,-1 1,0 0,1 0,-1-1,1 1,-1 0,0 0,1 0,-1 0,1 0,-1 0,1 0,-1 0,1 0,-1 0,0 0,1 0,-1 0,1 0,-1 0,1 0,-1 0,0 0,1 1,-1-1,0 0,1 0,-1 1,1-1,-1 0,0 0,1 1,-1-1,0 0,0 1,1-1,-1 0,0 1,0-1,0 1,1-1,-1 0,0 1,0-1,0 1,0-1,0 1,0-1,0 0,0 1,0 0,1-6,0 0,0 1,-1-1,0 0,0 0,0 1,0-1,-1 0,0 1,0-1,0 0,-1 1,1 0,-1-1,0 1,0 0,-1 0,1 0,-1 0,0 0,0 0,0 1,-1 0,1-1,-1 1,0 0,1 1,-1-1,-1 1,1 0,0 0,0 0,-1 0,1 1,-1 0,0 0,1 0,-1 0,0 1,1 0,-1 0,-2 0,-4 3,1 1,0 0,0 0,0 1,0 1,1-1,0 2,0-1,1 1,0 0,0 1,0 0,1 0,1 1,-1 0,1 0,1 0,-1 1,2 0,-1 0,2 0,-1 0,-1 10,4-15,0-1,0 1,0 1,1-1,0 0,0 0,0 0,1 0,-1 0,1 0,0 0,1 0,-1-1,1 1,0 0,0-1,1 1,-1-1,1 1,0-1,0 0,0 0,1-1,-1 1,1-1,0 0,0 0,0 0,1 0,-1-1,1 1,-1-1,1 0,0-1,0 1,21 3,-1-1,1-1,0-2,0 0,0-2,0-1,0 0,-1-2,1-2,-1 0,0-1,-1-2,1 0,6-5,112-53,-91 37</inkml:trace>
  <inkml:trace contextRef="#ctx0" brushRef="#br0" timeOffset="19917.878">1845 3971,'18'30,"3"154,-19-133,6 103,-6-30,6 0,6-1,5 0,5-1,27 77,-23-116,-23-64</inkml:trace>
  <inkml:trace contextRef="#ctx0" brushRef="#br0" timeOffset="21157.63">2260 709,'-15'-8,"1"1,-1 0,0 1,-1 1,1 1,-1 0,0 1,-10-1,21 4,0-1,0 1,0 1,0-1,0 1,0 0,0 0,0 0,1 0,-1 1,0 0,1 0,-1 1,1-1,0 1,0 0,0 0,0 0,0 0,0 1,1 0,0 0,0 0,0 0,0 0,1 0,-2 3,-1 4,1 0,0 0,0 0,1 0,0 1,1-1,1 1,0 0,0 0,1-1,1 5,1-3,0 0,1 0,1 0,0-1,0 1,1-1,1 0,0-1,1 1,0-1,1 0,0-1,0 0,1 0,0-1,1 0,0-1,1 0,0 0,0-1,0-1,1 0,0 0,0-1,1-1,-1 0,9 1,2 1,-1-1,1-1,0 0,0-2,0-1,0-1,0-1,19-4,-30 4,-1-2,1 1,-1-1,0-1,0 0,0 0,-1-1,1-1,-1 0,0 0,-1-1,0 0,0 0,0-1,-1-1,0 1,0-1,0-3,-4 6,0 0,-1-1,0 1,0-1,-1 0,0 0,0 0,0 0,-1 0,0 0,0 0,-1 0,0-1,-1 1,1 0,-1 0,-1 0,1 0,-1 0,0 0,-1 0,0 0,0 1,0-1,-1 1,-1-1,-5-8,0 1,-1 0,-1 0,-1 2,1-1,-2 2,0-1,0 2,-1 0,-4-1,9 4,0 1,-1-1,0 2,-1 0,1 0,-1 1,0 0,0 1,0 1,0 0,0 0,-1 1,1 1,-1 0,1 1,0 0,-1 1,1 0,0 1,0 0,0 1,1 1,-1-1,1 2,0 0,1 0,-1 1,1 0,0 1,-8 8,10-7,1 0,0 0,1 1,-1 0,2 0,0 1,0 0,0-1,2 2,-1-1,2 0,-1 1,1-1,1 1,0 0,1-1,0 1,1 0,0-1,1 1,0-1,1 1,0-1,1 0,0 0,1 0,0-1,0 1,1-1,1-1,0 1,6 6,26 17</inkml:trace>
  <inkml:trace contextRef="#ctx0" brushRef="#br0" timeOffset="21424.728">2461 629,'-4'-68,"-3"0,-2 1,-18-62,-4 17,12 79,18 33,0 0,1-1,-1 1,0 0,1 0,-1 0,0 0,0 0,1-1,-1 1,0 0,1 1,-1-1,0 0,0 0,1 0,-1 0,0 0,1 1,-1-1,0 0,1 1,-1-1,0 0,1 1,-1-1,1 1,-1-1,1 1,-1-1,1 1,-1-1,1 1,0 0,-1-1,1 1,0 0,-1-1,1 1,0 0,0-1,0 1,-1 0,1 0,0-1,0 1,0 0,0-1,0 2,-24 134,10 65,10 0,8 0,15 64,-4-130,1-24</inkml:trace>
  <inkml:trace contextRef="#ctx0" brushRef="#br0" timeOffset="23279.874">2193 2179,'0'-8,"1"-1,0 1,1 0,0 0,0 0,1 0,0 1,0-1,1 1,-1-1,2 1,4-6,-7 9,1 1,-1 0,1-1,0 2,0-1,0 0,0 0,0 1,1 0,-1-1,1 1,-1 1,1-1,0 0,0 1,0 0,0 0,0 0,0 0,0 1,0 0,0 0,0 0,0 0,0 0,3 1,-2 2,0 0,0 1,0 0,0-1,-1 1,1 1,-1-1,0 1,-1-1,1 1,-1 0,0 1,0-1,0 0,-1 1,0 0,0-1,0 1,-1 0,0 0,0 0,-1 0,1 6,13 213,-14-223,-1-1,1 1,0 0,0-1,0 1,0 0,0 0,0-1,0 1,1 0,-1-1,0 1,1 0,0-1,-1 1,1-1,0 1,0-1,0 1,0-1,0 1,0-1,0 0,0 0,1 0,-1 0,0 1,1-2,-1 1,1 0,-1 0,1 0,-1-1,1 1,0-1,-1 1,1-1,0 0,-1 1,1-1,0 0,-1 0,1 0,1-1,6-4,0-1,0 0,0 0,-1-1,-1 0,1-1,-1 0,0 0,-1 0,1-1,-2 0,1 0,-2-1,1 0,-1 1,2-9,0 4,-1 0,0-1,0 1,-2-1,0 0,-1-1,0 1,-1 0,-1-2,-1 18,1-1,-1 1,1 0,-1 0,1-1,-1 1,0-1,1 1,-1 0,0-1,1 1,-1-1,0 0,0 1,0-1,0 0,1 1,-1-1,0 0,0 0,0 0,0 0,0 0,0 0,1 0,-1 0,0 0,0 0,0 0,0 0,0-1,0 1,1 0,-1-1,0 1,0-1,0 1,1-1,-1 1,0-1,1 1,-1-1,0 0,1 1,-1-1,1 0,-1 0,1 1,0-1,-1 0,1 0,0 0,-1 1,1-1,0 0,0 0,0 0,0 0,-1 0,1 0,1 0,-1 1,0-1,0 0,0 0,0 0,1 0,-1 0,-6 13,1 0,0 0,1 0,0 1,1-1,1 1,0 0,0 0,1 0,1 0,0 0,1 0,0 0,1 0,1 0,2 5,-2-3,2 0,0 0,1 0,0-1,1 0,1-1,0 1,1-1,0-1,1 0,1 0,0-1,0 0,1-1,0 0,1-1,0 0,0-1,1-1,0 0,1-1,-1 0,1-2,2 1,16-1</inkml:trace>
  <inkml:trace contextRef="#ctx0" brushRef="#br0" timeOffset="23542.957">2434 2299,'-16'-2,"-8"-1,3 0,10 3,17 1,22 1,24 0,22-1,16 0,6 0,-12-1</inkml:trace>
  <inkml:trace contextRef="#ctx0" brushRef="#br0" timeOffset="24113.021">2354 3101,'-2'4,"0"1,0-1,0 0,1 0,0 1,0-1,0 1,0-1,1 1,-1-1,1 1,0-1,1 1,-1-1,1 1,0-1,0 0,0 1,1-1,0 0,0 0,0 0,0 0,0 0,1 0,0 0,-1-1,1 0,2 2,1 1,1 0,1 0,-1-1,1 0,0 0,0-1,0 0,1-1,0 1,-1-2,1 1,0-1,0-1,1 1,1-1,0 0,0 0,0-2,1 1,-1-1,-1-1,1 0,0 0,0-1,-1 0,1-1,-1-1,0 1,0-1,-1-1,1 0,-1 0,-1-1,1 0,-1-1,0 0,-1 0,0 0,0-1,-1 0,0-1,-1 1,3-7,-6 14,-1-1,0 1,-1 0,1 0,0-1,0 1,-1-1,0 1,1 0,-1-1,0 1,0-1,0 1,-1-1,1 1,0 0,-1-1,0 1,1 0,-1-1,0 1,0 0,-1 0,1 0,0 0,-1 0,1 0,-1 0,1 0,-1 1,0-1,0 0,0 1,0 0,-1-1,1 2,0 0,-1 1,1-1,0 1,0 0,0-1,0 1,0 0,0 0,0 1,0-1,0 0,0 1,0-1,1 1,-1-1,1 1,-1 0,1 0,-1-1,1 1,0 0,0 0,0 0,0 1,1-1,-1 0,0 0,1 0,-1 3,-6 27,2 0,1 1,1 0,2 0,1 0,2 0,1 0,1-1,7 21,18 113,26 189,-55-276,0-79,0 1,0-1,0 1,-1-1,1 1,0-1,0 0,-1 1,1-1,0 1,0-1,-1 0,1 1,-1-1,1 0,0 1,-1-1,1 0,-1 0,1 1,0-1,-1 0,1 0,-1 0,1 0,-1 0,1 1,-1-1,1 0,-1 0,1 0,-1 0,1 0,-1 0,1-1,-1 1,1 0,0 0,-1 0,1 0,-1-1,1 1,-1 0,1 0,0-1,-1 1,1 0,-1-1,1 1,0 0,0-1,-1 1,1 0,0-1,-1 1,1-1,0 1,0-1,0 1,0-1,-1 1,1 0,0-1,0 1,0-1,0 1,0-1,-68-136,-41-142,108 278,0-1,0 1,1 0,-1 0,0 0,1 0,-1 0,1-1,0 1,-1 0,1 0,0-1,0 1,-1 0,1-1,0 1,1 0,-1 0,0-1,0 1,0 0,1-1,-1 1,1 0,-1 0,1 0,-1 0,1-1,0 1,-1 0,1 0,0 0,0 0,0 0,0 0,0 1,0-1,0 0,0 0,0 1,0-1,0 1,1-1,-1 1,0-1,0 1,1 0,0-1,24-1,1 1,1 1,-1 1,25 5,-6-2,17 1</inkml:trace>
  <inkml:trace contextRef="#ctx0" brushRef="#br0" timeOffset="24522.371">2514 4278,'2'-3,"0"1,-1 0,1 0,0 0,0 0,0 0,0 1,1-1,-1 0,0 1,1 0,-1-1,1 1,-1 0,1 0,0 1,-1-1,1 1,0-1,-1 0,13-3,0 1,0 0,0 0,0 2,0 0,1 1,-1 0,11 2,-19-1,1 0,-1 1,0 0,0 0,-1 0,1 1,0 0,-1 0,1 1,-1 0,0 0,0 0,-1 1,1 0,-1 0,0 0,-1 1,1-1,1 4,-1 1,0 0,0 1,-2-1,1 1,-1 0,-1 0,0 0,0 0,-1 0,-1 0,0 0,0 0,-1 1,0-1,-2 5,-5 19,-1-1,-1 0,-2 0,-4 6,6-16,-31 100,41-121,-1 0,1 0,0 0,0 1,0-1,0 0,0 0,1 0,-1 0,1 0,0 0,0 0,0 0,0 0,1 0,-1-1,1 1,0 0,-1-1,1 1,0-1,1 0,-1 1,0-1,1 0,-1-1,1 1,-1 0,1-1,0 1,2 0,15 5,1-2,-1 0,1 0,0-2,0-1,0-1,1 0,-1-2,16-2,75-16,-72 7</inkml:trace>
  <inkml:trace contextRef="#ctx0" brushRef="#br0" timeOffset="24720.598">2648 4692,'-16'-4,"-8"-2,1-2,8-2,19-4,24-1,25-4,25-2,19-3,14-1,3-1,-17 3</inkml:trace>
  <inkml:trace contextRef="#ctx0" brushRef="#br0" timeOffset="27665.439">3343 94,'4'79,"3"0,4-1,4 2,9 66,129 921,-73-493,-63-400,-8 0,-8 25,40 403,-41-566,0 35,2-1,11 54,-2-47,-3 2,-2 67,-6-75,7 184,0-73,-8-132,2 0,3 0,8 46,28 82,-31-142,14 31,-22-67,-1 1,1-1,-1 0,1 0,0 0,-1 0,1 0,0 0,-1 0,1 0,0 0,-1 0,1 0,0 0,-1 0,1-1,0 1,-1 0,1 0,-1-1,1 1,-1 0,1-1,0 1,-1-1,1 1,-1-1,0 1,1-1,-1 1,1-1,-1 1,0-1,1 1,-1-1,0 0,0 1,0-1,1 0,-1 1,0-1,0 0,0 1,0-1,0 0,0 1,0-1,0 0,0 1,-1-1,1 1,0-1,0 0,0 1,-1-1,1 0,0 1,-1-1,1 1,-1-1,1 0,-1-27,-2-3</inkml:trace>
  <inkml:trace contextRef="#ctx0" brushRef="#br0" timeOffset="32296.273">3878 816,'7'98,"18"97,9-123,-32-70,-1 0,1-1,-1 1,1-1,0 1,-1-1,1 1,0-1,0 0,0 0,0 0,0 0,0 0,1-1,-1 1,0-1,0 1,0-1,1 0,-1 0,0 0,0 0,1 0,-1 0,0-1,0 1,1-1,-1 0,0 1,0-1,0 0,0 0,0-1,10-6,-2-2,0 1,0-1,0-1,-1 0,-1 0,0 0,-1-1,0-1,0 1,-1-1,-1 0,-1 0,1-1,-2 1,0-1,0-6,8-92,-11 112,0 1,0-1,0 1,0-1,0 1,0-1,0 1,0-1,0 0,0 1,0-1,0 1,0-1,1 1,-1-1,0 1,0-1,0 0,1 1,-1-1,0 0,0 1,1-1,-1 0,0 1,1-1,-1 0,0 1,1-1,-1 0,0 0,1 1,-1-1,1 0,-1 0,1 0,-1 0,0 0,1 0,-1 1,1-1,-1 0,1 0,-1 0,1-1,-1 1,0 0,1 0,-1 0,1 0,-1 0,1 0,-1-1,0 1,1 0,-1 0,1-1,-1 1,0 0,1 0,-1-1,0 1,0 0,1-1,-1 1,0-1,32 138,5 12,-17-110,1-8</inkml:trace>
  <inkml:trace contextRef="#ctx0" brushRef="#br0" timeOffset="34912.908">3878 2139,'26'-3,"0"1,1 1,0 1,-1 1,1 2,24 5,-41-6,0 1,-1 0,1 0,-1 1,1 1,-1-1,-1 1,1 1,-1 0,0 0,0 0,0 1,-1 1,0-1,-1 1,1 0,-2 0,1 1,1 4,14 34,-21-46,0-1,0 0,0 1,0-1,0 0,0 1,0-1,0 0,0 1,0-1,0 0,0 1,1-1,-1 0,0 1,0-1,0 0,0 1,1-1,-1 0,0 0,0 1,1-1,-1 0,0 0,0 0,1 1,-1-1,0 0,1 0,-1 0,0 0,1 0,-1 1,0-1,1 0,-1 0,0 0,1 0,-1 0,0 0,1 0,-1 0,0 0,1-1,-1 1,0 0,1 0,-1 0,0 0,1 0,-1 0,0-1,1 1,-1 0,0 0,0-1,1 1,-1 0,0 0,0-1,0 1,1 0,-1 0,0-1,0 1,0 0,0-1,0 1,0 0,11-30,-10 25,11-36,-1 0,-2 0,-3-1,0 0,-2-20,-4 57,1-1,-1 1,0-1,0 0,0 1,-1-1,0 1,0-1,0 1,-1 0,1-1,-1 1,-1 0,1 0,-1 0,0 0,0 1,0-1,-1 1,1 0,-1 0,0 0,-1 0,1 1,0-1,-1 1,0 0,0 1,0-1,0 1,0 0,0 0,-1 1,0 0,1 0,-1 1,0-1,0 2,0-1,1 1,-1-1,0 2,0-1,1 0,-1 1,1 0,0 1,-1-1,1 1,0 0,0 0,1 1,-2 0,6-3,-1 1,1-1,-1 0,1 1,0-1,-1 0,1 1,0-1,0 1,0-1,0 0,0 1,0-1,1 0,-1 1,0-1,1 0,-1 1,1-1,-1 0,1 0,0 1,0-1,-1 0,1 0,0 0,0 0,0 0,0 0,0 0,0 0,0-1,1 1,-1 0,0-1,0 1,1 0,-1-1,0 0,1 1,0-1,16 8,1-2,0 0,1-1,0-1,-1 0,1-2,15 0,-30-1,64 5,0-4,0-2,0-3,0-4,51-11,-85 10</inkml:trace>
  <inkml:trace contextRef="#ctx0" brushRef="#br0" timeOffset="35722.742">4251 3035,'15'36,"-3"2,-1-1,-2 1,-2 1,-1 0,-2 0,-1 0,-3 0,-1 0,-4 23,4-2,0-54,0 0,0 0,1-1,0 1,0 0,0 0,1 0,0 0,0 0,1 0,-1 0,1-1,1 1,-1-1,1 0,0 1,0-1,0 0,1-1,0 1,0-1,0 1,0-1,1 0,-1-1,1 1,3 0,9 1,0-1,1 0,0-2,0 0,0-1,-1-1,1 0,0-2,0 0,0-1,-1-1,1 0,-1-1,0-1,-1-1,1 0,13-10,9-3</inkml:trace>
  <inkml:trace contextRef="#ctx0" brushRef="#br0" timeOffset="36011.474">4078 3396,'22'-5,"27"-3,25-3,22-4,18-5,10-2,0 0,-13-2,-24 5</inkml:trace>
  <inkml:trace contextRef="#ctx0" brushRef="#br0" timeOffset="37314.645">5067 0,'3'51,"2"-1,3 0,2 0,5 12,-6-25,35 148,71 362,-64-140,-18 3,-16 167,-8-288,23 91,-18-234,-6 2,-6-1,-8 13,-4-37,-3 25,7 0,10 100,8-113,8 195,-20-275,-2-5,3 1,2-1,9 48,0-44,-12-54,0 0,0-1,0 1,0 0,0 0,0-1,0 1,0 0,0-1,0 1,0 0,0 0,0-1,0 1,0 0,0-1,0 1,1 0,-1 0,0-1,0 1,0 0,0 0,0-1,1 1,-1 0,0 0,0 0,0-1,1 1,-1 0,0 0,0 0,1 0,-1 0,0-1,0 1,1 0,-1 0,0 0,1 0,-1 0,0 0,0 0,1 0,-1 0,0 0,1 0,-1 0,0 0,0 0,1 0,-1 0,0 1,1-1,-1 0,0 0,0 0,2-16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04.64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2184 47,'-4'-4,"-1"-1,1 1,-1 1,0-1,0 0,0 1,0 0,-1 0,1 1,-1 0,0 0,0 0,0 0,0 1,0 0,0 0,0 1,0 0,0 0,0 0,0 1,0 0,0 0,-1 0,-17 0,-170 8,31 5,5-1,-21 16,-252 77,406-98,0-1,0-1,-1-2,0 0,0-2,0-1,-2-1,-126 7,129-4,-1 0,1 0,0 2,1 0,-1 2,1 1,-3 2,-81 43,19 42,-4-6,89-82,1 0,0 0,0 0,1 0,-1 1,2-1,-1 1,1-1,0 1,1 0,0 0,-5 28,-2 27,2 1,3 0,4 30,-1-2,-1-76,1 0,1-1,0 1,1-1,0 1,2-1,-1 0,2 0,0-1,2 3,39 96,-35-79,2 0,1-1,2-1,1 0,52 74,-60-96,1 0,0-1,0 0,1 0,0-2,1 1,0-2,0 0,0 0,1-1,-1-1,1 0,8 1,13 5,115 34,-113-40,-1 1,0 2,0 2,23 8,-47-12,1 0,0-1,1-1,-1 0,1-1,-1 0,4-1,312-2,-113-13,30 7,104-6,-115-6,-56-6,-149 23,-1-2,1-1,-1-1,20-8,-20 4,-13 6,1-1,-1-1,-1-1,1 0,-1-1,0-1,-1 0,0-1,6-6,-11 5,-1 0,-1-1,0 0,-1 0,0-1,0 1,-2-1,0 0,2-9,3-7,6-15,-2 0,-2 0,-2-1,-3 0,2-31,-6 34,-1-1,-3 1,-1-1,-2 1,-2 0,-12-39,-84-222,98 290,0-1,-1 1,-1 1,0-1,-1 1,0 1,-1-1,0 1,-1 1,-3-3,-173-167,169 166,0 0,-1 1,-1 1,0 1,0 1,-1 0,-10-2,5 5,-1 2,1 0,-1 2,0 1,0 0,0 2,0 2,-1 0,-42 0,36-1,0 1,1 2,-1 2,1 0,-31 12,-7 4,2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09.5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21,'18'-2,"16"-4,8 0,4 1,-1 3,-4 5,-7 6,-8 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09.8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0,'18'5,"17"1,20-1,12 0,12-2,-7-1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10.8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0,'-12'196,"11"-74,6 0,18 108,10 8,-2 152,-27-276,22 401,-22-475,19 218,-10 8,-7 210,-2-300,-10 61,2-134,5 1,11 77,5 332,-8-215,-1-249,-5-46,-2-17,-5-10,-2-4</inkml:trace>
  <inkml:trace contextRef="#ctx0" brushRef="#br0" timeOffset="6026.793">160 4586,'0'18,"0"15,0 16,2 13,4 12,2 9,2 5,2 2,2 3,-3-2,0 0,-2-4,-1-7,-1-19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29.1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0,'3'50,"3"0,3-1,1 0,2-1,3 0,17 37,36 139,-44-84,-7 0,-1 119,-10-139,1 66,-3-52,6 0,9 25,-5-37,-5 0,-5 1,-7 24,7 170,17 112,-22-166,-22 116,-7 22,17 158,5-144,2 45,7-282,-1-178,0 0,0 1,0-1,0 0,0 1,0-1,0 0,0 1,0-1,0 1,0-1,0 0,0 1,0-1,0 0,0 1,0-1,-1 0,1 1,0-1,0 0,0 0,-1 1,1-1,0 0,0 1,-1-1,1 0,0 0,0 0,-1 1,1-1,0 0,-1 0,1 0,0 0,-1 0,1 0,0 1,-1-1,1 0,0 0,-1 0,1 0,0 0,-1 0,1 0,-1-1,1 1,0 0,-1 0,1 0,0 0,-1 0,1 0,0-1,0 1,-1 0,1 0,0 0,-1-1,1 1,0 0,0-1,0 1,-1 0,1 0,0-1,-15-7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12.2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1119 1230,'-9'-3,"1"-1,-1 1,0 1,0 0,0 0,-1 1,1 0,0 1,0 0,-1 0,1 1,0 0,0 0,-1 1,1 1,1-1,-1 1,0 1,-5 3,4 0,0 0,0 1,1 1,0-1,1 2,0-1,1 1,-1 0,2 0,0 1,0 0,1 0,0 1,1-1,0 1,1 0,0 0,1 0,0 1,1-1,0 0,1 1,1-1,0 0,1 1,0-1,0 0,2 0,-1 0,1-1,1 1,0-1,1 0,0 0,2 1,5 2,1 0,1-1,0 0,1-1,0-1,1 0,0-2,1 1,0-2,0-1,1 0,0-1,0-1,0-1,1-1,-1 0,1-2,12 0,-18-3,0 0,1-1,-1-1,0 0,-1-1,1-1,-1 0,0 0,0-1,-1-1,0 0,0-1,-1 0,0-1,0 0,-1-1,-1 0,6-9,-10 13,0-1,0 0,-1-1,0 1,0-1,-1 1,0-1,0 0,-1-1,0 1,-1 0,0 0,-1-1,0 1,0-1,-1 1,0 0,0-1,-1 1,-3-7,0 2,0 0,-1 0,-1 0,-1 1,0 0,0 0,-1 1,-1 0,0 1,0 0,-2 1,-4-5,-1 3,1 0,-2 1,0 0,0 2,-1 0,0 1,0 1,0 1,-1 1,0 0,-1 2,1 0,-1 1,1 1,-1 1,-9 2,13-1,1 1,0 1,-1 1,1 0,0 1,1 1,0 0,-1 1,2 1,-1 0,1 1,1 0,0 1,0 1,1 0,0 1,1 0,0 1,1 0,-5 8,4-2,1 0,1 1,0 0,2 0,0 1,1 0,1 0,2 0,0 1,1-1,0 14,5 17</inkml:trace>
  <inkml:trace contextRef="#ctx0" brushRef="#br0" timeOffset="393.029">999 829,'-9'-117,"9"117,0 1,0-1,0 0,0 0,0 0,0 0,1 0,-1 1,0-1,0 0,0 0,0 0,1 0,-1 0,0 0,0 0,0 0,1 0,-1 0,0 0,0 0,0 0,1 0,-1 0,0 0,0 0,0 0,1 0,-1 0,0 0,0 0,0 0,1 0,-1 0,0 0,0-1,0 1,0 0,1 0,-1 0,0 0,0 0,0-1,0 1,0 0,0 0,0 0,1 0,-1-1,0 1,0 0,0 0,0 0,0-1,0 1,0 0,0 0,0 0,0-1,7 20,5 40,-4 1,-2 0,-1 60,-4-90,3 234,-1-15,16 48,-8-206,7 135,-19-203,-2-6</inkml:trace>
  <inkml:trace contextRef="#ctx0" brushRef="#br0" timeOffset="795.373">958 2327,'2'0,"6"0,3 0,7 0,7 0,6 0,8-3,2 0,1-2,-4 0,-5 0,-11 2,-11 0,-13 2,-5 0</inkml:trace>
  <inkml:trace contextRef="#ctx0" brushRef="#br0" timeOffset="1262.156">838 736,'-7'-2,"0"-2,6 1,12 1,16 0,14 1,14 1,7-1,2 1,-5 0,-11 1,-11 1,-15 4,-14 4,-19 4,-7-1</inkml:trace>
  <inkml:trace contextRef="#ctx0" brushRef="#br0" timeOffset="3075.462">290 3449,'-7'-3,"-1"0,0 0,0 1,0 0,0 0,0 1,-1 0,1 1,0-1,-1 1,1 1,0 0,0 0,-1 1,1 0,0 0,0 1,1 0,-1 0,0 1,1 0,0 0,-3 3,3 1,1 0,0 0,0 0,1 1,0-1,0 1,1 1,1-1,-1 1,2-1,-1 1,1 0,1 0,0 0,0 0,1 0,0 0,1 0,0 0,0 0,1 0,1 0,0 1,-2-7,1-1,0 1,0 0,0-1,0 1,1-1,-1 1,1-1,0 0,0 0,0-1,1 1,-1 0,0-1,1 0,0 0,-1 0,1 0,0-1,0 0,0 1,0-1,0-1,1 1,-1 0,0-1,0 0,2 0,2-1,0 0,0 0,-1 0,1-1,0-1,-1 1,1-1,-1 0,0-1,0 0,0 0,0 0,-1-1,4-3,3-6,0-1,-1 0,0-1,-2 0,0-1,0 0,-2-1,0 1,-1-2,-1 1,0-1,-2 0,0 0,-1-1,-1 1,-1-10,0 29,-1-1,0 1,1-1,-1 1,0-1,1 1,-1-1,0 1,0-1,0 0,0 1,1-1,-1 1,0-1,0 0,0 1,0-1,0 0,0 1,-1-1,1 1,0-1,0 0,0 1,-1-1,1 1,0-1,0 1,-1-1,1 1,-1-1,1 1,0-1,-1 1,1-1,-1 1,1-1,-1 1,1 0,-1-1,1 1,-1 0,0 0,1 0,-1-1,1 1,-1 0,0 0,1 0,-1 0,1 0,-1 0,0 0,1 0,-1 0,1 0,-1 0,0 0,-4 8,1 0,0 0,0 0,0 0,1 1,0-1,1 1,0 0,0 0,1 6,1-15,-3 17,1-1,1 1,0-1,1 1,1 0,1-1,0 1,1-1,1 0,1 0,0 0,1 0,0-1,1 0,1 0,1-1,0 0,1 0,0-1,1 0,1-1,32 28,-4-9</inkml:trace>
  <inkml:trace contextRef="#ctx0" brushRef="#br0" timeOffset="3679.556">89 4346,'-3'15,"0"0,1 0,0 0,1 0,1 1,1 12,0-16,0 40,3 0,1-1,7 17,-13-67,1 0,0 1,0-1,-1 0,1 0,0 1,0-1,1 0,-1 0,0 1,0-1,1 0,-1 0,0 1,1-1,-1 0,1 0,0 0,-1 0,1 0,0 0,0 0,0 0,0 0,-1 0,1 0,0 0,1-1,-1 1,0 0,0-1,0 1,0-1,0 1,1-1,-1 0,0 1,0-1,1 0,-1 0,0 0,0 0,1 0,-1 0,0 0,1 0,-1-1,0 1,0 0,0-1,1 0,60-91,-60 87,0 1,1 0,-1 1,1-1,0 0,0 1,0-1,0 1,1 0,0 0,-1 1,1-1,0 1,0-1,0 1,0 0,1 1,-1-1,1 1,-1 0,1 0,-1 0,1 1,-1-1,1 1,0 0,-1 1,1-1,-1 1,1 0,-1 0,1 0,-1 1,1-1,-1 1,0 0,1 1,0 2,0 0,0 0,-1 0,1 1,-1 0,0 0,-1 0,0 0,0 0,0 1,0-1,-1 1,0 0,-1 0,0 0,0 0,0 0,-1 0,0 0,0 0,-1 0,1 0,-2 0,1 0,-1-1,0 1,0 0,-1-1,0 1,0-1,-1 0,-1 3,-3-2,0 0,-1 0,1 0,-1-1,0 0,-1-1,0 0,0-1,0 0,0 0,0-1,-1 0,0-1,1 0,-1-1,-9 0,1-2,6-2</inkml:trace>
  <inkml:trace contextRef="#ctx0" brushRef="#br0" timeOffset="4040.841">317 5374,'-4'-5,"0"-1,0 1,-1 0,1 0,-1 0,0 0,0 1,0 0,-1 0,0 1,0-1,0 1,0 0,0 1,0-1,-1 1,1 1,-1-1,1 1,-1 0,0 1,0-1,1 1,-1 1,0-1,0 1,1 0,-1 1,1 0,-1 0,1 0,-3 2,0 1,0 1,1 0,0 1,0 0,1 0,0 0,0 1,0 0,1 0,0 1,1 0,0 0,1 0,-1 1,-1 9,3-13,1 1,0 0,1-1,-1 1,1 0,1 0,-1 0,1 0,1 0,-1-1,1 1,0 0,1 0,-1-1,1 1,1 0,-1-1,1 0,0 0,1 0,0 0,-1 0,2-1,1 3,6 1,2 1,-1-2,1 1,0-2,1 0,0-1,0 0,0-1,1-1,0 0,0-2,0 1,0-2,0 0,0-1,10-1,-4 0,1 0,0-2,-1 0,0-2,0 0,0-1,0-2,12-6,12-10</inkml:trace>
  <inkml:trace contextRef="#ctx0" brushRef="#br0" timeOffset="6132.431">1025 3249,'0'0,"1"-1,-1 1,1-1,-1 0,1 1,-1-1,1 1,0 0,-1-1,1 1,0 0,-1-1,1 1,0 0,-1-1,1 1,0 0,0 0,-1 0,1 0,0 0,0 0,-1 0,1 0,0 0,-1 0,1 0,0 1,0-1,-1 0,1 0,0 1,-1-1,1 0,0 1,-1-1,1 1,-1-1,1 1,-1-1,1 1,-1-1,1 1,-1 0,1-1,-1 1,0-1,1 1,-1 0,0 0,1 0,12 40,1 159,-12-117,5 550,28-204,-28-88,-9-206,16 181,-14-302,-1 8,1 0,1 0,2 0,0 0,1 0,1 1,2-2,-2-1,0 1,-2 0,0 0,0 15,9 92,-12-66,0-62,0-1,0 1,-1 0,1 0,0-1,0 1,0 0,0 0,0-1,0 1,-1 0,1-1,0 1,0 0,0-1,0 1,0 0,0-1,0 1,0 0,0-1,0 1,1 0,-1 0,0-1,0 1,0 0,0-1,0 1,1 0,-1 0,0-1,0 1,0 0,1 0,-1-1,0 1,0 0,1 0,-1 0,0-1,0 1,1 0,-1 0,0 0,1 0,-1 0,0 0,0 0,1 0,-1 0,0 0,1 0,-1 0,0 0,1 0,-1 0,0 0,1 0,-1 0,0 0,1 0,-1 0,0 1,0-1,1 0,-1 0,0 0,0 0,1 1,1-13</inkml:trace>
  <inkml:trace contextRef="#ctx0" brushRef="#br0" timeOffset="7649.446">1507 3396,'14'-6,"1"1,0 0,0 1,0 0,0 2,1 0,-1 0,1 2,2 0,-14 0,-1 1,1-1,-1 1,0 0,0 1,1-1,-1 0,0 1,0 0,0-1,0 1,-1 0,1 1,0-1,-1 0,0 1,1 0,-1-1,0 1,0 0,-1 0,1 0,-1 0,1 0,-1 1,0-1,0 0,0 2,6 99,-21 32,14-137,1 0,-1 1,1-1,-1 0,1 1,-1-1,1 1,-1-1,1 1,0-1,-1 1,1 0,0-1,0 1,-1 0,1-1,0 1,0 0,-1 0,1 0,0 0,0-1,0 1,-1 0,1 0,0 1,0-1,0 0,-1 0,1 0,0 1,0-1,-1 0,1 0,0 1,-1-1,1 1,0-1,-1 1,1-1,0 1,-1-1,1 1,-1 0,1-1,-1 1,0 0,1-1,-1 1,1 0,-1-1,0 1,0 0,1 0,-1-1,0 1,0 0,0 0,0 0,0-1,0 1,0 0,0 0,0 0,-1-1,1 2,14-18,-1-1,-1 0,-1 0,0-2,-1 1,-1-1,-1-1,0 1,-2-1,0-1,-1 1,-1-1,0-13,0 0,-3 26,-1 30,4 30,2-1,2 0,6 11,-12-44,2 0,0 1,1-1,1-1,0 1,2-1,0 0,1-1,0 0,1 0,1-1,3 2,-12-14,0-1,0 0,0 0,0 0,1 0,-1-1,1 1,-1-1,1 1,-1-1,1 0,0 0,0 0,0 0,-1-1,1 1,0-1,0 0,0 0,0 0,0 0,0 0,0 0,2-1,5-5</inkml:trace>
  <inkml:trace contextRef="#ctx0" brushRef="#br0" timeOffset="7930.61">1733 3556,'-13'-2,"-8"-1,8 0,14 1,22 1,21 0,25-5,21-2,15-6,9-1,0 0,-19 4</inkml:trace>
  <inkml:trace contextRef="#ctx0" brushRef="#br0" timeOffset="8908.752">1520 4398,'149'143,"-135"-130,1-1,0 0,0-1,1 0,1-2,-1 0,2 0,-1-2,1 0,5 1,-19-8,-1 1,1-1,-1 0,1 0,0 0,-1 0,1-1,-1 1,1-1,-1 0,0 0,1 0,-1 0,0-1,1 1,-1-1,0 0,0 0,-1 0,1 0,0-1,-1 1,1-1,-1 1,0-1,0 0,0 0,0 0,0 0,-1 0,1-1,-1 1,0 0,0-1,0 0,3-11,0 0,-1 0,-1-1,-1 1,0-1,-1 1,-1-10,-6-10,6 35,0 0,0 1,0-1,0 1,1 0,-1-1,0 1,0 0,0-1,0 1,1 0,-1 0,0 0,1 0,-1 0,1 0,-1 0,1 0,-1 0,1 0,0 0,-1 0,1 0,0 0,0 0,0 0,0 1,0-1,0 0,0 0,0 0,1 1,-2 30,3 1,0 0,2-1,2 0,1 0,1 0,4 7,106 321,-116-351,0-5,-1-1,0 1,0-1,0 1,-1-1,1 1,-1-1,0 1,0 0,0-1,0 1,-1 0,1-1,-1 1,0-1,-1 3,0-5,1-1,-1 1,1-1,-1 1,0-1,1 0,-1 0,0 1,1-1,-1-1,0 1,1 0,-1 0,0-1,1 1,-1 0,1-1,-1 0,1 1,-1-1,1 0,-1 0,1 0,-1 0,1 0,0 0,0 0,0 0,-1-1,-1 0,-18-14,1-1,0 0,2-2,0 0,0-1,2-1,1-1,1 0,-7-13,19 32,0 1,0-1,0 1,1-1,-1 0,1 0,0 0,-1 0,1 0,1 0,-1 0,0 0,1 0,-1-1,1 1,0 0,0 0,1 0,-1 0,0-1,1 1,0 0,0 0,0 0,0 0,0 0,1 0,-1 1,1-1,0 0,0 1,0-1,0 1,0-1,0 1,1 0,-1 0,1 0,0 0,10-4,1 1,-1 0,1 1,0 1,0 0,1 0,2 1,6-1,289-43,-243 36</inkml:trace>
  <inkml:trace contextRef="#ctx0" brushRef="#br0" timeOffset="9381.874">1681 5428,'34'-3,"0"2,1 2,-1 1,0 1,0 2,0 2,14 4,-41-9,1-1,-1 1,0 0,0 1,0-1,0 1,0 1,-1-1,0 1,1 1,-1-1,-1 1,1 0,-1 0,0 0,0 1,0 0,-1 0,0 0,0 1,0-1,-1 1,0 0,1 3,-4 5,0-1,-1 1,0-1,-1 1,-1-1,0 0,-1 0,-1 0,0-1,-1 1,0-1,-1-1,0 1,-8 8,1 4,2-4,7-14,0 1,0 0,0 1,1-1,1 1,-1 0,2 0,-1 0,1 0,0 0,1 0,0 1,0 3,2-10,0-1,-1 0,1 1,0-1,0 0,1 0,-1 1,0-1,1 0,-1 0,1 0,0-1,0 1,-1 0,1-1,0 1,1-1,-1 1,0-1,0 0,0 0,1 0,-1 0,1-1,-1 1,0-1,1 1,1-1,71-3,-37-10,-5-2</inkml:trace>
  <inkml:trace contextRef="#ctx0" brushRef="#br0" timeOffset="9674.093">1801 5709,'-18'-7,"-11"-2,-3-2,3 1,7 0,15 2,22 1,25 4,23-2,24 1,22-1,16-3,4-1,-6-2,-24 1</inkml:trace>
  <inkml:trace contextRef="#ctx0" brushRef="#br0" timeOffset="11843.125">2349 0,'58'506,"-25"-82,8 73,-1-196,-21-196,-6 2,-3 14,1 4,4 1,21 66,-1 4,41 224,-63-338,-4 1,-4 0,-4 69,26 362,-28 204,15-450,-1 71,-13 16,13-198,1-81,-13-75,-1-1,0 1,0-1,0 1,0-1,0 1,1-1,-1 1,0-1,0 1,1-1,-1 0,0 1,0-1,1 0,-1 1,1-1,-1 0,0 1,1-1,-1 0,1 0,-1 1,1-1,-1 0,0 0,1 0,-1 0,1 1,-1-1,1 0,-1 0,1 0,-1 0,1 0,-1 0,1 0,-1-1,1 1,-1 0,1 0,-1 0,1 0,-1-1,1 1,-1 0,0 0,1-1,-1 1,1 0,-1-1,0 1,1 0,-1-1,0 1,0-1,1 1,-1 0,0-1,0 1,1-1,-1 1,0-1,0 1,11-33,-10-12,-6 23</inkml:trace>
  <inkml:trace contextRef="#ctx0" brushRef="#br0" timeOffset="12962.381">3271 923,'0'54,"-2"-13,1 0,2-1,3 1,0 0,3-1,1 0,2 0,6 10,-14-43,0-1,1 0,0 0,0 0,0 0,1-1,0 1,0-1,0 0,1 0,-1 0,1-1,0 1,1-1,-1-1,1 1,0-1,-1 0,2 0,-1 0,0-1,0 0,1 0,-1-1,1 0,0 0,-1 0,1-1,-1 0,1-1,0 1,-1-1,6-1,-4-2,0 1,0-1,0-1,0 1,-1-1,0-1,0 1,0-1,-1 0,0-1,0 1,0-1,-1-1,0 1,-1-1,1 0,-2 0,1 0,-1 0,6-15,-2-1,0 1,-2-1,0 0,-2-1,0-8,-1-77,-6 104,1 18,-2 5,0 1,2-1,0 1,1-1,0 1,2 0,0 0,1 0,1 0,1-1,0 1,1-1,1 0,1 0,0 0,1-1,1 1,0-2,1 1,1-1,1-1,0 0,0 0,11 7,37 21,0-10</inkml:trace>
  <inkml:trace contextRef="#ctx0" brushRef="#br0" timeOffset="13853.422">3151 2928,'20'1,"1"1,-1 1,0 1,0 1,0 0,-1 2,0 0,0 1,-1 1,0 1,0 0,-1 1,0 1,-1 1,-1 0,1 3,-5-4,-1 0,-1 1,0 0,0 1,-1 0,-1 0,-1 1,0 0,-1 0,0 0,-1 1,-1-1,0 1,-1 0,-1 0,-1 0,0 5,0-18,-1-2,1 0,-1 0,1 0,0 0,0 1,-1-1,1 0,0 0,0 0,0 1,0-1,0 0,1 0,-1 1,0-1,0 0,1 0,-1 0,1 0,-1 0,1 1,-1-1,1 0,0 0,0 0,-1-1,1 1,0 0,0 0,0 0,0-1,0 1,0 0,1 0,4-7,-1-1,1 1,-2-1,1 0,-1 0,1-1,-2 1,1-1,1-7,1 1,12-24,-2-1,-1 0,-2-1,-1 0,-3-1,-1 0,-2 0,-2-1,-2 1,-2-29,-31-29,30 96,-1 0,0 0,0-1,0 1,0 0,-1 1,1-1,-1 0,1 1,-1 0,0-1,0 1,0 0,-1 0,1 1,0-1,-1 1,1 0,-1-1,1 2,-1-1,1 0,-1 1,0-1,1 1,-3 0,2 1,-1 1,1-1,0 1,0 0,0 0,0 0,0 1,0-1,1 1,-1 0,1 0,0 0,0 0,0 1,0-1,1 1,-1 0,1 0,0 0,0 0,0 0,0 0,1 0,0 1,0-1,0 0,0 1,1-1,0 1,0-1,0 1,0-1,1 1,0-1,0 1,0-1,0 0,1 1,1 2,1 2,1 1,0-1,1-1,0 1,0-1,1 0,0 0,0-1,1 0,0 0,0 0,0-1,1-1,0 0,1 0,0 0,16 7,0-2,1-1,-1-1,2-1,12 1,36 2,1-3,53-2,-55-5</inkml:trace>
  <inkml:trace contextRef="#ctx0" brushRef="#br0" timeOffset="14730.38">3499 4426,'17'34,"-2"0,-1 2,-2 0,-1 0,-2 1,-1 1,-3-1,0 1,-3 0,-1 0,-3 22,-39 216,41-271,-1-1,1 1,-1-1,1 1,1 0,-1-1,1 1,-1-1,1 1,1-1,-1 1,1-1,-1 0,1 0,0 1,1-1,-1-1,1 1,0 0,0-1,0 1,0-1,0 0,1 0,0 0,-1 0,1-1,0 0,0 0,0 0,1 0,-1 0,2 0,12 2,0-1,0-1,0 0,0-2,0 0,0 0,0-2,0 0,0-1,0-1,-1-1,1 0,-1-2,-1 0,1 0,-1-2,2-1,16-13</inkml:trace>
  <inkml:trace contextRef="#ctx0" brushRef="#br0" timeOffset="15021.376">3418 4786,'-14'-4,"-6"-4,-3-1,3-1,8 1,14 3,23 1,25 2,25 0,22-3,15-2,10-2,-1-4,-21 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47.5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429 0,'-21'9,"-20"13,-14 17,-12 21,-3 26,3 24,11 24,17 21,26 11,37 3,43-8,10-30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44.2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1 360,'6'0,"10"0,9 0,9 0,10 0,6 0,7-2,3-1,-3-2,-4-2,-10-1</inkml:trace>
  <inkml:trace contextRef="#ctx0" brushRef="#br0" timeOffset="263.03">188 107,'-3'20,"0"19,1 13,1 12,5 7,3 2,6-2,2-7,-2-13</inkml:trace>
  <inkml:trace contextRef="#ctx0" brushRef="#br0" timeOffset="666.53">1003 107,'-1'-6,"0"1,-1-1,0 1,0 0,0 0,-1 0,0 0,0 0,0 0,0 1,-1-1,1 1,-1 0,0 0,-1 1,1-1,-1 1,1 0,-1 0,0 0,0 1,0-1,-1 1,1 1,0-1,-1 1,1 0,-1 0,0 0,1 1,-1 0,1 0,-1 0,-4 2,0 2,0 0,0 1,0 0,1 1,0 0,0 0,0 1,1 0,0 0,0 1,1 0,0 1,1 0,-1 0,2 0,-1 1,2-1,-1 1,1 1,0-1,1 0,1 1,-1 0,2 0,-1-1,2 1,-1 0,2 0,-1 1,1-8,0 1,1-1,-1 1,1-1,0 0,0 1,0-1,1 0,-1 0,1-1,0 1,0-1,0 1,1-1,-1 0,1 0,0 0,-1-1,1 1,1-1,-1 0,0 0,0-1,1 1,-1-1,1 0,-1 0,1 0,0-1,-1 1,1-1,0 0,-1-1,1 1,0-1,-1 0,3-1,2 1,1-1,-1-1,0 0,0 0,0-1,0 0,0-1,-1 0,0 0,0-1,0 0,-1 0,0 0,0-1,0-1,-1 1,0-1,-1 0,0 0,0 0,0-1,-1 0,-1 0,1 0,-1 0,-1-1,0 1,0-2,-6-10,4 21,0 0,0 0,0 1,0-1,0 0,0 0,0 1,0-1,0 0,0 0,0 1,0-1,0 0,0 0,0 1,0-1,0 0,-1 0,1 1,0-1,0 0,0 0,0 0,0 1,-1-1,1 0,0 0,0 0,0 0,0 1,-1-1,1 0,0 0,0 0,-1 0,1 0,0 0,0 0,0 0,-1 0,1 0,0 0,0 0,-1 0,1 0,0 0,0 0,-1 0,1 0,0 0,0 0,-1 0,1 0,0 0,0 0,-1 0,1 0,0-1,0 1,-1 5,1 0,0 0,0 0,0 0,0-1,1 1,0 0,0 0,0-1,1 1,0 0,-1-1,2 1,-1-1,0 0,1 0,0 0,0 0,0 0,0-1,1 1,-1-1,1 0,0 0,0 0,0-1,0 1,1-1,-1 0,1 0,-1-1,1 1,0-1,0 0,-1 0,3 0,42 9,-1-5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43.1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368 307,'-26'-3,"-1"1,0 1,-1 1,1 1,0 1,-6 3,24-4,0 1,1 0,0 1,-1 0,1 0,0 1,0 0,1 0,-1 1,1 0,0 0,0 0,1 1,-1 0,1 1,1-1,-1 1,1 0,0 1,1-1,-1 2,0 5,1 0,1 0,0 0,1 1,0-1,1 1,1-1,0 1,1-1,1 1,0-1,1 1,0-1,1 0,1 0,0-1,1 1,0-1,1 0,1-1,0 0,0 0,1-1,1 0,0 0,1-1,0 0,0-1,1-1,0 0,7 4,-4-3,0-1,1 0,0-1,0-1,0-1,1 0,0-1,-1-1,2 0,-1-2,0 0,0 0,0-2,10-1,-22 1,1-1,0 0,-1 0,1 0,-1-1,1 0,-1 0,0 0,-1-1,1 1,0-1,-1 0,0-1,0 1,0-1,-1 1,1-1,-1 0,0-1,0 1,-1 0,0-1,0 0,0 1,0-3,2-8,-1-1,-1-1,0 1,-1 0,-1 0,0-1,-2 1,0-3,-1 0,0-1,-1 1,-1 1,-1-1,-1 1,-1 0,0 0,-2 1,0 0,0 1,-2 0,0 1,-5-4,13 16,0 0,-1 0,0 0,0 1,0-1,0 1,0 0,-1 1,1-1,-1 1,0 0,1 1,-1-1,0 1,0 0,0 1,0-1,0 1,0 0,0 1,0-1,0 1,0 1,0-1,0 1,0 0,1 0,-1 1,-3 1,-8 7,-1 1,1 1,1 0,1 1,0 1,0 0,2 1,0 1,0 0,2 0,0 2,1-1,1 1,1 0,1 1,0 0,2 0,-4 20,1 15</inkml:trace>
  <inkml:trace contextRef="#ctx0" brushRef="#br0" timeOffset="280.25">275 0,'-3'0,"3"12,2 19,4 25,1 28,-1 24,-2 22,-1 14,-1 2,-1-3,1-10,3-16,1-28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1.7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1,'-1'13,"0"1,1 0,1-1,0 1,1-1,0 1,1-1,0 0,1 0,1 0,0-1,0 1,2-1,-1 0,1-1,1 0,7 9,-3-4,1-1,0 0,1-1,0-1,1 0,2 1,-10-10,-1 1,1-1,-1 0,1 0,0-1,1 0,-1 0,0-1,1 0,0 0,-1 0,1-1,0-1,0 1,0-1,5-1,-4-2,0-1,-1 0,0 0,0 0,0-1,-1-1,1 1,-1-1,0-1,-1 1,0-1,0 0,0 0,-1-1,0 0,0 0,-1 0,0 0,-1-1,0 1,0-1,0 0,-1 0,-1 0,1-2,-12 33,-4 45,3 0,3 1,2 0,4 1,3 13,7 65,20 98,0 3,-27-234,0-1,0 1,-1-1,-1 0,0 1,-1-1,-2 7,4-18,-1-1,1 1,0-1,-1 1,0 0,1-1,-1 1,0-1,0 1,1-1,-1 0,0 1,-1-1,1 0,0 0,0 0,0 0,-1 0,1 0,-1 0,1 0,-1 0,1-1,-1 1,1 0,-1-1,1 1,-1-1,0 0,1 0,-1 0,0 1,1-1,-1-1,0 1,1 0,-1 0,0-1,1 1,-2-1,-57-39,37 14,0-1,2-1,0-1,2-1,2-1,1 0,1-1,1-1,-7-29,19 58,1-1,-1 0,1 0,0 1,0-1,0 0,1 0,0 0,0 0,0 0,0 0,1 0,0 0,0 0,0 1,1-1,0 0,-1 1,2-1,-1 1,0 0,1-1,1 0,6-4,0 0,1 1,0 1,1 0,0 0,0 1,0 0,1 1,0 1,6-2,-16 5,53-18</inkml:trace>
  <inkml:trace contextRef="#ctx0" brushRef="#br0" timeOffset="253.844">698 241,'16'3,"14"0,16-1,13 1,11-2,7 0,2 0,-6-1,-11 0,-16 0</inkml:trace>
  <inkml:trace contextRef="#ctx0" brushRef="#br0" timeOffset="518.14">1018 14,'-9'23,"-3"19,3 13,7 11,9 9,8 2,5-1,0-12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1.1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0 241,'21'2,"15"1,13-2,13-4,8-1,6-3,0-1,-7-1,-10 2,-13 0,-15 1</inkml:trace>
  <inkml:trace contextRef="#ctx0" brushRef="#br0" timeOffset="277.292">334 1,'-14'11,"-4"15,3 15,9 12,10 7,6 6,6 0,5 1,-1-11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0.6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40,'21'-8,"1"0,1 2,-1 0,1 2,0 1,0 0,0 2,0 0,0 2,0 0,0 2,0 1,5 1,-20-2,0 1,-1-1,1 2,-1-1,0 0,0 1,-1 1,1-1,-1 1,0 0,-1 0,1 1,-1 0,-1 0,1 0,-1 0,0 1,-1-1,0 1,0 0,-1 0,0 1,0-1,-1 0,0 0,0 1,-1-1,0 1,-1 6,-25 172,27-144,-1-42,0 0,0 0,1 0,-1 0,0 0,1-1,-1 1,1 0,-1 0,1-1,-1 1,1 0,-1-1,1 1,0 0,-1-1,1 1,0-1,0 1,-1-1,1 0,0 1,0-1,0 0,-1 1,1-1,0 0,0 0,0 0,0 0,0 0,0 0,0 0,-1 0,1 0,0 0,0 0,0 0,0-1,0 1,-1 0,1-1,0 1,0-1,10-6,-1 1,1-2,-2 0,1 0,-1 0,0-1,-1-1,0 1,-1-2,0 1,0-1,-1 1,-1-2,0 1,0-1,0-3,2-4,-1-1,0 0,-2 0,0 0,-1-1,-2 1,0-1,-1 0,-2-18,2 38,1 0,-1 0,0 0,0 1,0-1,0 0,0 0,0 0,0 0,0 0,0 1,0-1,0 0,0 0,-1 0,1 0,0 1,-1-1,1 0,0 0,-1 1,1-1,-1 0,1 1,-1-1,0 0,1 1,-1-1,0 1,1-1,-1 1,0-1,0 1,1 0,-1-1,0 1,0 0,0 0,1-1,-1 1,0 0,0 0,0 0,0 0,1 0,-1 0,0 0,0 0,0 1,0-1,1 0,-1 0,0 1,0-1,0 0,1 1,-2 0,-3 5,1 1,-1 0,1 0,1 0,-1 0,1 1,0-1,1 1,0 0,0 0,1 0,-1 7,2-13,-4 18,2 1,0 0,1 0,1 0,1 0,1 0,1 0,1 0,1 3,-2-13,1 1,0-1,1-1,0 1,0-1,1 0,0 0,1 0,0-1,1 0,0 0,0-1,1 0,0-1,0 0,1 0,1 0,16 7</inkml:trace>
  <inkml:trace contextRef="#ctx0" brushRef="#br0" timeOffset="252.04">322 334,'18'-7,"22"-4,23-6,20-3,15-4,9 1,2 1,-18 5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49.9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0 282,'18'0,"18"0,16 0,12-5,10-1,1-2,-3-2,-12-1,-15 0</inkml:trace>
  <inkml:trace contextRef="#ctx0" brushRef="#br0" timeOffset="302.195">281 1,'-14'22,"-4"20,1 14,2 8,12 7,11 1,8-1,6-6,-1-13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49.3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292 214,'-11'-1,"0"-1,0 1,0 1,0 0,0 0,0 1,0 1,0 0,0 0,1 1,-1 0,1 1,-1 0,2 1,-1 0,0 1,1 0,0 0,0 1,1 0,0 1,0-1,0 2,1-1,1 1,-1 0,1 0,1 1,0 0,1-2,2 1,-1 0,1 0,0 0,1 0,0 1,0-1,1 0,1 0,-1 0,1 1,1-1,0 0,0 0,1 0,0-1,0 1,1-1,0 1,1-1,-1 0,2-1,-1 1,1-1,0 0,1-1,-1 1,5 2,4 2,0-1,1 0,0-1,0-1,1 0,0-1,0-1,1-1,-1 0,1-2,0 0,1 0,-1-2,0 0,2-2,-9 1,0 0,1-2,-1 1,0-1,0-1,0 0,0 0,0-1,-1-1,0 0,0 0,0-1,0 0,-1-1,0 0,0 0,-1-1,0 0,-1 0,1-1,-1 0,-1 0,0-1,3-6,-6 7,1 1,-2-1,1 0,-1 0,0 0,-1 0,0 0,-1 0,0-1,0 1,-1 0,0 0,0 0,-1 0,0 0,-1 0,0 0,-1 1,1-1,-2 1,1 0,-1 0,-4-5,-2-2,-1 0,0 1,-2 0,1 1,-2 1,1 0,-2 0,1 2,-2 0,1 1,-4-1,12 6,0 0,1 1,-1 0,-1 0,1 1,0 0,-1 1,1 0,-1 0,1 1,-1 0,1 0,-1 1,1 0,-1 0,1 1,0 0,0 1,0 0,0 0,0 1,0 0,1 0,0 0,0 1,0 0,0 1,1 0,0 0,-5 6,4-1,0 0,0 1,2 0,-1 0,1 0,1 0,0 1,1 0,0 0,1 0,1 0,0 0,0 1,2-1,-1 0,3 6,4 27</inkml:trace>
  <inkml:trace contextRef="#ctx0" brushRef="#br0" timeOffset="248.888">372 0,'-5'5,"1"14,4 23,3 25,5 21,0 19,1 11,1 6,2-2,0-8,1-15,-2-23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45.1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0 618,'18'0,"18"-2,11-1,10 0,5-2,3 0,-2-1,-6 0,-14 2</inkml:trace>
  <inkml:trace contextRef="#ctx0" brushRef="#br0" timeOffset="193.472">214 324,'-2'16,"-1"14,2 16,2 13,0 13,1 11,-1 3,0 2,1-5,2-17</inkml:trace>
  <inkml:trace contextRef="#ctx0" brushRef="#br0" timeOffset="636.914">736 136,'-11'45,"3"1,2 0,2 0,1 0,3 0,2 0,1 1,10 40,-8-47,18 197,-23-252,1 1,1 0,0 0,1 0,0 0,1 0,0 1,2-1,-1 1,2 0,0 1,3-5,-8 13,1 0,-1 0,1 0,0 1,0-1,0 1,0-1,1 1,-1 0,1 1,0-1,0 0,0 1,0 0,0 0,0 0,1 1,-1-1,1 1,-1 0,1 1,-1-1,1 1,0-1,-1 2,1-1,0 0,-1 1,1 0,-1 0,1 0,-1 0,0 1,3 1,0 4,1 0,-1 1,0 0,-1 0,0 1,0 0,-1 0,0 0,0 0,-1 1,-1 0,0 0,0 0,-1 0,0 1,0-1,-1 0,-1 1,0-1,-1 10,0-14,-1 1,0-1,0 0,0 0,-1 0,0 0,0-1,0 1,-1-1,0 0,0 1,0-2,-1 1,1-1,-1 1,0-1,-1 0,1-1,0 0,-7 3,-7 3,0 0,-1-1,0-2,0 0,-17 2,3-2,7-2</inkml:trace>
  <inkml:trace contextRef="#ctx0" brushRef="#br0" timeOffset="893.255">1217 724,'18'-4,"18"-4,15-3,12-2,8-1,3 2,-1 3,-5 3,-9 3,-14 1</inkml:trace>
  <inkml:trace contextRef="#ctx0" brushRef="#br0" timeOffset="1062.803">1605 430,'-14'14,"-9"13,-2 12,2 10,6 8,7 4,11 3,9-1,7-4,8-5,0-12</inkml:trace>
  <inkml:trace contextRef="#ctx0" brushRef="#br0" timeOffset="1363.998">2326 631,'-9'-4,"0"0,-1 0,0 0,0 2,0-1,0 1,0 0,0 1,0 1,-1-1,1 1,0 1,-1 0,1 1,0 0,0 0,0 1,0 0,1 1,-1 0,1 1,0 0,0 0,0 1,1 0,0 0,0 1,1 0,0 0,0 1,-2 3,5-5,-1 0,1 0,1 0,-1 0,1 1,0-1,1 1,-1 0,1 0,1 0,-1 0,1 0,1 1,-1-1,1 0,0 0,1 0,0 1,0-1,0 0,1 0,0 0,1 0,-1-1,1 1,1-1,2 5,1-3,0 0,1-1,-1 0,1-1,1 0,-1 0,1-1,0 0,1 0,-1-1,1-1,0 1,0-1,3 0,147 19,52-26,-118-5</inkml:trace>
  <inkml:trace contextRef="#ctx0" brushRef="#br0" timeOffset="1643.291">2821 3,'16'-2,"17"8,16 14,13 18,10 16,4 17,1 12,-4 10,-10 13,-15 10,-24 11,-33 8,-42 10,-47 8,-50 9,-50 3,9-26</inkml:trace>
  <inkml:trace contextRef="#ctx0" brushRef="#br0" timeOffset="3172.773">3984 16,'-18'11,"-18"16,-11 16,-7 22,-1 20,6 20,12 18,14 13,18 4,24-5,26-8,24-17,19-20,-6-26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3.2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0 482,'160'14,"-151"-12,0 0,0 1,-1 0,1 1,-1 0,0 0,0 1,-1 0,1 0,-1 1,0 0,0 0,-1 0,0 1,0 0,2 4,-1 1,0 1,-1 0,-1 0,0 0,-1 0,0 1,-1 0,-1 0,0 0,0 0,-2 0,0 0,0 0,-2 2,-3 34,-4 0,-1 0,-6 11,13-49,1-2,-6 17,2 0,1 0,1 0,1 1,1 12,2-33,0 0,1 0,0 0,0 0,1 0,-1 0,2-1,-1 1,1-1,0 1,0-1,0 0,1 0,0 0,1-1,-1 1,1-1,0 0,0-1,1 1,-1-1,1 0,5 3,1-1,0 0,1-1,0 0,0-1,0 0,1-1,-1-1,1 0,0-1,-1 0,1-1,0-1,0 0,-1-1,1 0,-1-1,0 0,1-1,-2-1,1 0,0-1,-1 0,0-1,-1-1,6-3,-11 5,-1 1,0-1,0 0,0 0,-1-1,1 1,-2-1,1 0,-1 0,0 0,1-6,6-29</inkml:trace>
  <inkml:trace contextRef="#ctx0" brushRef="#br0" timeOffset="202.458">13 829,'23'0,"23"0,22 0,21 0,12-2,5-5,-1-7,-19 0</inkml:trace>
  <inkml:trace contextRef="#ctx0" brushRef="#br0" timeOffset="456.575">655 27,'11'20,"14"21,15 22,15 17,9 14,3 12,0 5,-8 3,-11-1,-17 0,-21-2,-28-4,-27-4,-26-8,-15-9,6-19</inkml:trace>
  <inkml:trace contextRef="#ctx0" brushRef="#br0" timeOffset="735.834">1631 1,'-23'16,"-18"21,-12 24,-6 26,1 22,9 17,16 11,25 2,32-4,32-10,27-16,0-27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5.1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0,'-6'50,"2"1,2-1,4 44,-1-80,1 1,1-1,0 0,0-1,1 1,1 0,4 7,-7-17,0 0,0 0,0-1,0 1,1 0,0-1,-1 0,1 1,1-1,-1 0,0-1,1 1,-1-1,1 1,0-1,0 0,0 0,0-1,0 1,0-1,0 0,0 0,1 0,-1-1,0 1,3-1,4-2,0-1,-1 0,1-1,-1 0,0-1,0 0,-1 0,1-1,-1 0,0-1,-1 0,0 0,0-1,0 0,-1 0,0-1,-1 0,0 0,0-2,4-5,-2 0,0-1,-1 0,0 0,-1-1,-2 0,1 0,-2 0,-1-1,0 1,-1-1,-1 1,-1-5,-8-18,8 41,0 0,0 0,1 0,-1 0,0 1,1-1,-1 0,0 0,1 0,-1 1,0-1,1 0,-1 1,1-1,-1 1,0-1,1 1,-1-1,1 1,-1-1,1 1,0-1,-1 1,1 0,-1-1,1 1,0-1,0 1,-1 0,1-1,0 1,0 0,0 0,0-1,0 1,0 0,0-1,0 1,-5 19,2 0,0 0,1 0,1 0,1 0,1 1,0-1,2 0,0 0,1 0,7 16,-6-19,1-1,1 0,0-1,1 0,0 0,2 0,-1-1,2-1,0 0,4 3,24 19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7.8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0,'16'0,"16"0,17 0,14 0,9 0,2 0,-7 0,-16 0</inkml:trace>
  <inkml:trace contextRef="#ctx0" brushRef="#br0" timeOffset="254.318">188 227,'16'6,"16"4,17-2,16-3,13-8,2-5,-13-1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6.4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0 842,'16'2,"15"1,10 0,10-1,8-2,3-4,-3-4,-8 0,-14 2</inkml:trace>
  <inkml:trace contextRef="#ctx0" brushRef="#br0" timeOffset="275.436">201 535,'-16'14,"-7"13,0 11,3 11,7 6,8 3,11 0,8-2,7-5,2-8,-3-11</inkml:trace>
  <inkml:trace contextRef="#ctx0" brushRef="#br0" timeOffset="684.3">722 67,'56'567,"-52"-533,0-1,2 1,2-1,1 0,1-1,2 0,1-1,1 0,17 25,-27-50,0 0,1-1,-1 1,1-1,0 0,0 0,1-1,-1 1,1-1,0-1,0 1,1-1,-1 0,1 0,-1-1,1 1,0-2,0 1,0-1,0 0,0 0,0-1,0 0,1 0,-1-1,0 0,0 0,0-1,-1 0,1 0,0 0,0-1,2-2,-1 1,0-1,-1 0,1-1,-1 1,0-2,0 1,-1-1,0 0,0 0,1-2,9-17</inkml:trace>
  <inkml:trace contextRef="#ctx0" brushRef="#br0" timeOffset="871.914">548 561,'25'5,"24"3,23 3,18 0,13-3,4-2,-2-4,-18-3</inkml:trace>
  <inkml:trace contextRef="#ctx0" brushRef="#br0" timeOffset="1094.36">1271 0,'18'23,"15"23,14 25,7 20,4 15,-3 13,-7 6,-12 2,-11 0,-15-3,-16-4,-16-10,-15-12,-12-13,0-16,7-17,11-16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5.5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0 394,'16'5,"15"1,13 0,10-1,8-4,2-5,-3-3,-10-1,-13 1</inkml:trace>
  <inkml:trace contextRef="#ctx0" brushRef="#br0" timeOffset="290.262">215 167,'0'18,"0"18,0 13,2 11,3 8,6 4,4 1,6-3,2-4,-1-13</inkml:trace>
  <inkml:trace contextRef="#ctx0" brushRef="#br0" timeOffset="661.343">696 287,'6'-5,"1"0,0 1,1-1,-1 1,1 1,-1 0,1 0,0 0,0 1,1 0,-1 1,0-1,0 2,1-1,-1 1,1 1,-1-1,0 1,1 1,-1 0,0 0,3 1,5 3,-1 0,0 0,-1 1,0 1,0 1,0 0,-1 1,-1 0,1 1,-2 0,1 2,2 3,-2 1,0 0,-1 1,0 1,-2-1,0 2,-1-1,-2 1,1 0,1 14,-9-33,1 0,0 1,-1-1,1 0,0 0,0 0,0 1,0-1,0 0,0 0,0 0,1 1,-1-1,0 0,1 0,-1 0,1 0,-1 0,1 1,-1-1,1 0,0 0,0-1,-1 1,1 0,0 0,0 0,0 0,0-1,0 1,0 0,0-1,0 1,0-1,0 1,1-1,-1 0,0 1,0-1,0 0,0 0,1 0,-1 0,0 0,0 0,1 0,-1 0,0 0,0-1,0 1,0 0,0-1,1 1,-1-1,0 1,0-1,1 0,9-13,0 1,-1-1,-1-1,0 0,-1 0,0-1,-1 0,-1 0,-1 0,0-1,-1 0,0-6,2 0,-2 0,0 0,-2 0,0 0,-2-1,0 1,-2-1,-1 1,0 0,-2 0,0 0,-9-18,13 36,-1 0,0 1,0-1,0 1,0-1,-1 1,0 0,0 0,0 0,0 0,-1 1,0-1,1 1,-1 0,0 0,-1 0,1 0,0 1,-1 0,1 0,-1 0,0 1,0-1,0 1,0 0,0 0,0 1,0 0,0 0,0 0,0 0,0 1,0 0,1 0,-1 0,0 0,0 1,0 0,1 0,-1 0,1 2,0-1,0 1,1 0,0 0,-1 0,1 0,1 0,-1 1,1-1,-1 1,1 0,1 0,-1 0,1 0,-1 0,2 0,-1 0,0 0,1 0,0 1,0-1,1 0,-1 0,1 0,0 0,1 0,-1 0,1 0,0 0,0 0,1-1,-1 1,1-1,0 1,0-1,0 0,1 0,0-1,-1 1,1-1,0 0,1 0,12 10,1-2,0 0,1-1,0-1,0 0,1-2,0 0,0-2,1 0,11 1,53 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9.6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76,'12'-5,"16"-3,23 0,20-2,19-1,12-1,3 2,-6 2,-10 5,-18 7,-21 8,-26 7,-17-1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6:59.8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7,'16'9,"19"3,21-2,22-7,16-6,8-7,-2-1,-14 2,-21 2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07.1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341 1,'-22'11,"0"1,1 1,0 0,2 2,-1 1,2 0,0 2,1-1,1 2,1 1,0 0,1 0,2 2,0-1,1 2,1-1,-1 8,-1 13,1 1,2 1,3 0,1-1,2 2,3-1,1 0,2 0,2 0,2 0,2-1,2 0,2-1,2 0,6 11,-5-20,2-1,0-1,3 0,0-2,2 0,1-1,2-2,0-1,22 17,6-2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08.7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1,'15'135,"-5"1,-8 116,-2-221,5 32,-5-63,0 1,1-1,-1 0,1 1,-1-1,0 0,1 1,-1-1,1 0,-1 0,1 1,-1-1,1 0,-1 0,1 0,-1 0,1 0,-1 0,1 0,-1 0,1 0,-1 0,1 0,-1 0,1 0,-1 0,1 0,-1 0,1-1,-1 1,1 0,-1 0,1-1,-1 1,0 0,1-1,-1 1,1 0,-1-1,0 1,1 0,-1-1,0 1,0-1,1 1,-1-1,0 1,0-1,0 1,1-1,0 0,32-36,-25 26,-1 2,1-1,1 1,0 0,0 1,1 0,0 0,1 1,-1 1,1 0,0 0,10-3,-18 8,-1 1,0-1,0 1,1 0,-1-1,0 1,1 0,-1 0,0 1,1-1,-1 0,0 1,0 0,0-1,1 1,-1 0,0 0,0 0,0 0,0 0,0 1,0-1,-1 1,1-1,0 1,-1 0,1-1,-1 1,0 0,1 0,-1 0,0 0,0 0,0 0,-1 1,1-1,0 2,1 4,0 0,-1 1,0-1,0 0,-1 1,0-1,0 1,-1-1,-1 8,-2-3,-1 0,0-1,-1 0,0 0,0 0,-1-1,-1 0,0 0,-1-1,0 0,0 0,-1-1,0-1,-1 1,0-2,0 1,-1-2,1 1,-6 0,-40 9,39-18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09.2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0 923,'19'0,"16"0,19 0,14-2,11-1,4-2,-4-3,-8 1,-16 1</inkml:trace>
  <inkml:trace contextRef="#ctx0" brushRef="#br0" timeOffset="262.322">348 590,'-7'18,"-4"19,-3 18,1 13,3 8,7 3,10-1,9-5,10-7,-1-15</inkml:trace>
  <inkml:trace contextRef="#ctx0" brushRef="#br0" timeOffset="456.85">1123 696,'-25'0,"-17"4,-13 9,-6 9,-2 7,7 8,12 7,12 5,22 3,20-2,24-4,20-6,19-11,13-10,7-8,1-9,-16-4</inkml:trace>
  <inkml:trace contextRef="#ctx0" brushRef="#br0" timeOffset="716.189">1445 0,'13'23,"14"21,16 22,12 14,11 16,2 10,-1 9,-4 7,-12 3,-16 1,-23 0,-30-2,-32-3,-28-9,-1-23</inkml:trace>
  <inkml:trace contextRef="#ctx0" brushRef="#br0" timeOffset="1076.305">2514 15,'-19'9,"-14"14,-13 20,-9 22,-1 25,7 23,11 15,17 10,22 2,21-4,20-10,20-14,15-18,10-17,-9-22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07.7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317 228,'-5'-6,"0"0,0 0,0 1,-1 0,1 0,-1 0,-1 1,1 0,-1 0,1 1,-1 0,0 0,0 0,-1 1,1 0,0 0,-1 1,1 0,-1 0,1 1,-1 0,1 1,-1-1,1 1,-1 1,1-1,-1 1,1 1,0-1,0 1,0 0,1 1,-4 2,2 1,1 0,0 1,0 0,1 0,0 1,0 0,1 0,0 0,0 0,1 1,1 0,0 0,0 0,1 0,0 0,1 1,-1 3,2-8,-1 0,1-1,0 1,0 0,1 0,0-1,0 1,0 0,0-1,1 1,0-1,0 1,1-1,-1 0,1 0,0 0,1 0,-1-1,1 1,0-1,0 0,0 0,1 0,-1-1,1 0,0 1,0-2,0 1,1 0,-1-1,3 1,0-2,0 0,0-1,0 0,0 0,0-1,0 1,0-2,0 1,-1-1,1 0,0-1,-1 0,0 0,0-1,0 0,0 0,0 0,-1-1,0 0,0 0,0-1,0 0,-1 0,0 0,-1 0,1-1,-1 0,0 0,-1 0,0 0,0-1,0 1,-1-1,0 0,-1 0,0 0,0 0,0 0,-1 0,0 1,-1-1,0 0,0 0,-1 0,0 0,0-1,2 10,-1-1,1 0,0 0,0 1,-1-1,1 0,0 0,0 0,-1 1,1-1,0 0,-1 0,1 0,0 0,-1 0,1 0,0 0,-1 0,1 0,0 0,-1 0,1 0,0 0,-1 0,1 0,0 0,-1 0,1 0,0 0,-1 0,1 0,0-1,-1 1,1 0,0 0,0 0,-1-1,1 1,0 0,0 0,-1-1,1 1,0 0,0 0,0-1,0 1,-1 0,1-1,0 1,0 0,0-1,0 1,0 0,0-1,0 1,0 0,0-1,0 1,0 0,0-1,0 1,0 0,0-1,-3 31,3-19,1 0,1 0,0 0,0-1,1 1,0-1,1 1,1-1,-1 0,1 0,1-1,0 1,0-1,1-1,0 1,1-1,0 0,0-1,0 0,1 0,0-1,1 0,-1-1,1 0,0 0,0-1,6 2,15-3</inkml:trace>
  <inkml:trace contextRef="#ctx0" brushRef="#br0" timeOffset="249.376">598 281,'20'-2,"17"-3,12-3,8 0,2 1,-1 2,-4 2,-9 1,-9 1,-10 1,-8 0</inkml:trace>
  <inkml:trace contextRef="#ctx0" brushRef="#br0" timeOffset="540.596">798 0,'-2'16,"-1"17,2 13,4 14,4 7,2 6,3 2,1-2,3-8,-1-14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06.3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0 227,'9'0,"12"0,12 0,13 0,11 0,9 0,7 0,5 0,0 0,-1 0,-5 0,-8 0,-8-2,-11-3,-14-1</inkml:trace>
  <inkml:trace contextRef="#ctx0" brushRef="#br0" timeOffset="275.197">361 0,'4'9,"5"15,2 16,-1 15,-1 17,-3 12,0 7,-1 2,1-3,-1-17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12.9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 0,'-3'8,"1"0,0 1,1-1,-1 0,2 1,-1-1,1 0,1 1,-1-1,1 0,1 1,-1-1,2 0,-1 0,1 0,0 0,1-1,-1 1,2-1,-1 0,2 1,3 5,1 0,1-1,0 0,0 0,2-1,-1-1,1 0,1-1,-1 0,7 2,-10-6,0 0,1-1,-1 0,1-1,0 0,0 0,0-1,0-1,1 0,2 0,-9-1,0-1,0 1,0-1,0 0,0 0,0-1,0 1,-1-1,1 0,-1 0,1-1,-1 1,0-1,1 0,-1 0,-1 0,1-1,0 0,-1 1,0-1,0 0,0 0,1-4,2-6,0 0,-1-1,-1 0,0 0,-1 0,-1-1,0 1,-1-1,-1 1,0-1,-2-8,-8-18,9 42,0 1,1-1,-1 0,0 1,0-1,0 0,0 1,0-1,0 1,1 0,-1-1,0 1,1 0,-1-1,0 1,1 0,-1 0,1-1,-1 1,1 0,-1 0,1 0,-1 0,1 0,0 0,0 0,0 0,-1 0,1 0,0 0,0 0,0 0,-7 37,2 0,1 1,2-1,2 35,0-46,12 460,-12-456,-2 0,0 0,-2 0,-1-1,-9 28,11-49,1-1,-1 0,-1 1,0-1,0 0,0-1,-1 1,0-1,-1 0,0 0,0 0,0-1,0 0,-1 0,0-1,-1 0,1 0,-1-1,0 1,0-2,0 1,-5 0,6-3,0 0,1 0,-1-1,0 0,0 0,0 0,0-1,1 0,-1-1,0 1,1-1,-1-1,1 1,0-1,-1 0,1 0,1-1,-1 0,0 0,1 0,0-1,0 0,0 0,1 0,0 0,0-1,0 0,0 0,1 0,0 0,1 0,-1-1,1 1,0-1,1 0,-1 1,1-1,1 0,-1 0,1 0,1 0,-1 1,1-3,1-3,0 0,1 0,0 0,1 0,1 0,0 1,0 0,1 0,0 0,1 1,0-1,1 2,0-1,1 1,6-5,4-4,2 2,0 0,1 1,1 1,0 1,22-8,17-5,-9 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13.7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13,'18'-5,"1"2,1 1,-1 0,0 1,0 1,1 1,-1 1,0 1,0 0,0 1,0 1,-1 1,0 1,0 0,0 1,-1 1,5 4,-15-8,-1-1,1 1,-1 0,0 1,0-1,-1 1,1 1,-1-1,-1 0,1 1,-1 0,0 0,-1 1,0-1,0 1,0-1,-1 1,0 0,-1 0,0 0,0 0,0 0,-1 0,-1 0,0 3,-3 9,-1 0,-1 0,-1-1,-1 0,0-1,-2 1,-33 93,42-108,0 1,0 0,1 0,0 0,0 0,0-1,0 1,1 0,0 0,0 0,0-1,1 1,0 0,-1-1,1 0,1 1,-1-1,1 0,0 0,0 0,0-1,0 1,1-1,-1 1,1-1,0 0,0 0,0-1,0 1,1-1,-1 0,3 1,8 3,1 0,0-1,0-1,1 0,-1-1,1-1,-1 0,1-2,0 0,-1 0,1-2,0 0,-1-1,0 0,9-4,14-12,-11-2</inkml:trace>
  <inkml:trace contextRef="#ctx0" brushRef="#br0" timeOffset="178.538">93 294,'16'-3,"19"0,22 1,19-1,15-1,10-2,2-5,-17-1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13.2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0 255,'20'3,"21"0,15-1,11 1,8-2,0 0,-3 0,-10-6,-15-1</inkml:trace>
  <inkml:trace contextRef="#ctx0" brushRef="#br0" timeOffset="218.938">348 1,'-9'16,"-6"14,1 16,2 14,3 7,3 2,7-1,8-4,5-6,0-12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12.2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1 241,'18'0,"17"0,15-2,12-4,6-2,2 0,-5-1,-11 1,-15 2</inkml:trace>
  <inkml:trace contextRef="#ctx0" brushRef="#br0" timeOffset="273.277">228 1,'-14'13,"-4"15,1 12,5 12,10 6,14 2,11-3,12-3,9-9,-4-13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11.8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0 133,'3'-8,"0"0,1 0,0 0,0 1,1 0,-1 0,2 0,-1 1,1-1,0 1,0 0,1 1,-1 0,1 0,0 0,1 1,-1 0,1 0,0 1,0 0,0 1,0-1,0 2,5-2,-10 3,0 0,0 0,0 0,0 0,0 0,0 0,0 1,0-1,0 1,0 0,0 0,0 0,0 1,-1-1,1 0,0 1,-1 0,1 0,-1 0,0 0,0 0,0 0,0 0,0 1,0-1,0 1,-1 0,1-1,-1 1,0 0,0 0,0 0,0 1,18 103,-18-14,-2-65,1-1,1 1,2-1,0 0,3 3,-6-29,0 1,0-1,0 1,0-1,1 1,-1-1,0 1,1-1,0 0,-1 1,1-1,0 0,-1 1,1-1,0 0,0 0,0 0,0 0,0 0,1 0,-1 0,0 0,0 0,1 0,-1-1,0 1,1-1,-1 1,0-1,1 1,-1-1,1 0,-1 1,1-1,-1 0,1 0,-1 0,1 0,-1-1,1 1,-1 0,1-1,-1 1,0-1,1 1,-1-1,0 0,1 1,-1-1,0 0,1 0,7-9,-1 0,0 0,0-1,-1 0,0 0,-1 0,-1-1,0 0,0 0,-1-1,-1 1,0-1,0 0,-1 0,-1 0,0-6,1 3,-1-1,0 0,-1 0,-1 0,-1 0,0 1,-4-13,7 28,-1 1,0-1,0 1,0 0,1-1,-1 1,0-1,0 1,0-1,0 1,0-1,0 1,0-1,0 1,0-1,0 1,0-1,0 1,0-1,-1 1,1-1,0 1,0-1,-1 1,1-1,0 1,0-1,-1 1,1 0,0-1,-1 1,1 0,-1-1,1 1,0 0,-1-1,1 1,-1 0,1 0,-1 0,1-1,-1 1,1 0,-1 0,1 0,-1 0,1 0,-1 0,1 0,-1 0,1 0,-1 0,1 0,-1 0,1 1,-1-1,1 0,-1 0,1 0,0 1,-1-1,1 0,-1 0,1 1,0-1,-1 0,1 1,-3 13,0-1,1 1,1 0,0 0,1 0,1 0,0-1,1 1,0 1,0 2,0 0,1 0,1 0,0-1,1 1,1-1,0 0,2-1,0 1,0-1,1-1,1 0,1 0,0-1,11 10,4-13,-19-13</inkml:trace>
  <inkml:trace contextRef="#ctx0" brushRef="#br0" timeOffset="205.511">134 253,'13'-3,"19"-2,22-3,20-5,15-5,14-1,4 0,-15 4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20.96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0 243,'22'-10,"0"1,0 1,1 1,0 1,0 1,0 1,0 1,1 1,0 1,-1 1,1 1,-1 2,9 1,-22-2,0 0,-1 0,0 1,1 0,-1 0,0 1,-1 1,1-1,-1 1,0 1,0 0,0 0,-1 0,0 1,0 0,-1 0,0 1,0 0,-1 0,0 0,0 1,-1 0,0-1,0 2,-1-1,-1 0,1 1,-2-1,1 3,-1 6,-1 1,-1-1,-1 1,0-1,-1 0,-1 0,-3 8,-3 15,36-66,-12 5,-2-1,0 0,-1 0,-1-1,-1-1,-1 0,-1 0,-1 0,-2-1,0 0,-1 0,-1 0,-1 0,-2 0,0 0,-2 0,0 0,-4-12,6 30,-1 0,1 1,-1-1,0 1,-1-1,1 1,-1 0,0 0,-1 0,1 0,-1 1,0-1,0 1,0 0,0 0,-1 1,0-1,1 1,-1 0,-1 0,1 0,0 1,-1 0,1 0,-1 0,0 1,1 0,-1 0,0 0,0 1,0 0,1 0,-1 0,0 1,0 0,0 0,1 0,-1 1,0 0,1 0,-3 2,4-2,1 0,-1 0,1 1,0 0,0-1,0 1,1 0,-1 0,0 1,1-1,0 0,0 1,0-1,0 1,1 0,0 0,-1-1,1 1,1 0,-1 0,0 0,1 0,0 0,0 0,0 1,0-1,1 0,0 0,0-1,0 1,0 0,0 0,1 0,0-1,5 7,0-2,1 1,0-1,0 0,1-1,0 0,1 0,-1-1,1 0,0-1,1 0,-1-1,1 0,9 2,141 37,-86-30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22.1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0,'18'0,"13"9,8 19,4 23,2 28,0 25,-4 23,-5 16,-10 12,-21 6,-28 4,-41-4,-52-7,-7-29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21.2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1 709,'20'-2,"19"-3,13-1,10 1,5 1,3 1,-1 2,-6 0,-14 1</inkml:trace>
  <inkml:trace contextRef="#ctx0" brushRef="#br0" timeOffset="253.326">308 415,'-16'18,"-7"13,-1 13,5 7,7 5,11 2,8 0,6-4,7-5,-1-12</inkml:trace>
  <inkml:trace contextRef="#ctx0" brushRef="#br0" timeOffset="471.855">856 1,'-6'172,"1"-106,3 1,4 0,2 0,9 42,-10-92,0-1,2 0,0 0,0 0,2-1,0 0,1 0,0-1,1 0,1 0,0-1,1 0,0-1,1 0,0-1,1 0,0-1,1 0,0-1,1-1,-1 0,2-1,9 3,-9-4,1-1,-1-1,1 0,0-1,-1-1,1 0,0-1,1-1,-1-1,0 0,-1-2,1 1,0-2,-1 0,1-2,5-2,8-11</inkml:trace>
  <inkml:trace contextRef="#ctx0" brushRef="#br0" timeOffset="664.425">735 496,'21'-3,"22"0,22 0,19 1,13 0,-10 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20.3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1 242,'13'0,"15"0,14 0,16 0,12 0,7 0,-2-3,-13 0</inkml:trace>
  <inkml:trace contextRef="#ctx0" brushRef="#br0" timeOffset="247.378">362 0,'-19'16,"-7"14,0 14,4 13,7 8,7 4,10 0,9-3,8-6,4-9,-1-12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19.4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379 1,'-19'6,"1"2,0 1,0 0,1 1,0 1,1 0,0 1,1 1,0 1,1 0,1 0,0 2,1-1,1 2,0 0,1 0,1 1,0 0,2 0,0 3,-13 32,2 1,3 1,2 1,3 0,2 1,2-1,3 1,3 0,2 0,2 0,3 0,3-1,2 0,2-1,3 0,2-2,2 0,18 29,8 5,3-3,5-1,3-3,3-3,36 33,-64-76</inkml:trace>
  <inkml:trace contextRef="#ctx0" brushRef="#br0" timeOffset="645.296">820 709,'-3'26,"-5"40,2 1,3 44,2-103,1 0,0 0,0-1,1 1,0 0,0-1,1 1,-1 0,2-1,-1 0,1 0,1 1,-1-2,1 1,0 0,0-1,1 0,0 0,0 0,1 0,-1-1,1 0,1 0,-1-1,0 0,1 0,0 0,0-1,0 0,0 0,1-1,-1 0,1 0,0 0,0-2,0 0,-1 0,1-1,0 0,0 0,-1-1,1 0,-1 0,0-1,1 0,-1 0,-1-1,1 0,0 0,-1 0,0-1,0 0,0 0,-1-1,1 1,-1-1,3-6,2-2,-1-1,-1 0,0 0,-1-1,0 0,-2 0,0-1,-1 0,2-12,-1 2,-2 0,0-1,-2 1,-1 0,-1 0,-2-8,3 34,0 1,0-1,1 0,-1 0,0 0,0 0,0 0,0 1,0-1,0 0,0 0,0 0,0 0,-1 0,1 0,0 1,0-1,-1 0,1 0,-1 0,1 1,0-1,-1 0,0 0,1 1,-1-1,1 1,-1-1,0 0,1 1,-1-1,0 1,0 0,1-1,-1 1,0-1,0 1,0 0,0 0,1 0,-1-1,0 1,0 0,0 0,0 0,0 0,0 0,0 0,1 1,-1-1,0 0,0 0,0 1,0-1,1 0,-1 1,0-1,0 1,1-1,-1 1,0-1,0 1,-5 10,0 0,0 1,1 0,1-1,0 1,1 1,0-1,1 0,0 1,1 0,0-1,1 1,1 6,-2-7,2-1,0 1,0-1,1 1,0-1,1 0,0 1,1-2,1 1,-1 0,2-1,-1 0,1 0,1 0,0-1,0 0,1 0,0-1,1 0,-1-1,1 1,1-2,0 1,1-1,34 15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14.1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2 537,'12'18,"12"22,11 25,7 21,6 20,0 15,-2 12,-10 4,-13 3,-21 0,-30-4,-40-4,-41-9,-4-25</inkml:trace>
  <inkml:trace contextRef="#ctx0" brushRef="#br0" timeOffset="4477.696">122 2,'327'10,"-8"-19,-316 9,-1-1,0 1,0-1,0 1,0 0,0 0,0-1,0 1,0 0,0 1,0-1,0 0,0 1,-1-1,1 1,0-1,0 1,0 0,0 0,-1 0,1 0,0 0,-1 0,1 0,-1 1,1-1,-1 0,0 1,0-1,1 1,-1 0,0-1,-1 1,1 0,0 0,0 0,-18 90,11-21,4 0,3 0,8 60,-3-61,24 296,-2-45,-12 277,-21-523,3 0,3 0,4 0,3 0,3-1,13 41,-7-65,-3 1,-2 0,-2 0,-2 1,-2 1,-3 22,7 34,-9-107,-1-1,0 1,0-1,0 1,0-1,0 1,0-1,-1 0,1 1,-1-1,1 1,-1-1,1 0,-1 1,1-1,-1 0,0 1,0-1,0 0,0 0,0 0,0 0,0 0,0 0,0 0,0 0,-1 0,1-1,0 1,-1 0,1-1,0 1,-1-1,1 0,-1 1,1-1,-1 0,1 0,-1 0,1 0,-1 0,1 0,-1 0,0-1,-179-6,78 0,-272-7,364 18,33 0,7-1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7:02.6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936 981,'-18'1,"0"1,0 1,0 1,1 0,0 1,0 1,0 0,0 2,1 0,0 0,1 2,0 0,0 1,1 0,1 1,0 0,0 1,1 1,-2 4,5-5,0 1,1 1,1 0,0 0,0 0,2 0,0 1,1 0,0 0,2 1,0-1,0 1,2-1,0 1,1-1,0 1,2-1,0 0,0 0,2 0,0 0,0-1,2 1,0-1,1-1,0 0,1 0,1 0,0-1,1-1,0 1,1-2,5 4,4 0,1-1,0-1,2 0,-1-2,1-1,1-1,0-1,0-2,0 0,1-1,0-2,0-1,0 0,0-2,0-1,0-2,0 0,-1-1,11-5,-23 7,0-1,0-1,-1 0,1-1,-1 0,0-1,-1 0,1-1,-1 0,0-1,-1 0,0-1,0 0,-1-1,0 0,-1 0,0-1,0 0,-1 0,-1-1,0 0,-1 0,0 0,0-1,-1 1,-1-1,-1 0,1 0,-2-2,-2-7,0 1,-2 0,-1-1,0 1,-2 1,0-1,-1 1,-1 0,-1 0,-1 1,-1 0,0 1,-2 0,0 1,0 1,-2 0,0 0,-1 2,-8-7,14 13,-1 1,0 0,0 0,0 1,-1 0,0 1,0 1,-1 0,1 0,-1 1,0 1,0 0,0 1,0 0,0 1,0 1,0 0,1 0,-1 2,0-1,0 2,-7 2,-3 5,1 1,0 0,1 2,0 1,1 0,1 1,0 1,2 1,0 1,0 1,2 0,1 0,0 2,2 0,0 0,2 1,0 1,-1 8,5-12,0 0,2 0,1 1,0-1,2 1,0-1,2 12,7 39</inkml:trace>
  <inkml:trace contextRef="#ctx0" brushRef="#br0" timeOffset="288.899">1056 606,'-7'25,"0"27,4 27,4 25,7 22,4 17,1 11,-1 5,-2-2,-2-5,-3-8,-5-12,-1-29</inkml:trace>
  <inkml:trace contextRef="#ctx0" brushRef="#br0" timeOffset="594.825">1056 2237,'25'-2,"22"-5,17-5,10-1,3-1,-6 1,-14 4</inkml:trace>
  <inkml:trace contextRef="#ctx0" brushRef="#br0" timeOffset="1094.718">910 634,'22'4,"22"2,19 0,14-2,4-1,-12-1</inkml:trace>
  <inkml:trace contextRef="#ctx0" brushRef="#br0" timeOffset="13241.328">0 138,'23'0,"21"-2,21-3,22-6,17-4,12-5,1-2,-5 2,-13 3,-16 5,-20 5,-23 3,-23 2,-21 2,-17 0,-5 1</inkml:trace>
  <inkml:trace contextRef="#ctx0" brushRef="#br0" timeOffset="14319.584">120 138,'-10'17,"-4"115,13-107,1 426,38 240,-19-451,-11 200,-40-170,16-157,11 76,3-169,1-19,1 0,-1 0,1 1,-1-1,1 0,-1 1,1-1,0 0,0 1,0-1,0 0,0 1,0-1,0 0,0 1,0-1,1 0,-1 1,1-1,-1 0,1 0,-1 0,1 1,0-1,-1 0,1 0,0 0,0 0,0 0,0 0,0 0,0 0,0 0,0-1,0 1,0 0,1-1,-1 1,0-1,1 1,140 2,300-13,-122 19,-314-1,-8-3,0 0</inkml:trace>
  <inkml:trace contextRef="#ctx0" brushRef="#br0" timeOffset="48359.282">869 2278,'238'-1,"-224"-5,-41 1,-136 27,85-7,59-15,21-6,28-12,15 3,1 2,0 2,0 2,34-2,-18 2,-62 9,-1 0,1 0,0-1,-1 1,1 0,-1-1,1 1,0 0,-1-1,1 1,0 0,-1-1,1 1,0-1,0 1,-1-1,1 1,0-1,0 1,0 0,0-1,-1 1,1-1,0 1,0-1,0 1,0-1,0 1,0-1,0 1,1-1,-1 1,0-1,0 1,0-1,0 1,1-1,-1 1,0-1,0 1,1 0,-1-1,0 1,1-1,-1 1,0 0,1-1,-24-3,0 1,0 1,0 1,0 1,0 1,0 1,-23 5,42-6,-1-1,0 1,0 0,0 0,1 0,-1 0,1 1,-1 0,1 0,-1 0,1 0,0 1,0 0,0 0,0 0,3 5,7-2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8:45.5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440 55,'-17'10,"1"0,0 2,1 0,0 0,1 1,1 1,0 1,0-1,2 2,0 0,1 0,0 1,2 0,0 1,-4 11,6-2,2 0,0 0,2 0,0 0,2 0,2 1,1 9,-2-28,0 1,1-1,0 1,1-1,0 0,0 0,1 0,0 0,1 0,0-1,0 0,1 0,-1-1,2 1,-1-1,1 0,0-1,1 0,0 0,0 0,0-1,0 0,1-1,0 0,0 0,0-1,3 0,31 8,2-3,-1-1,1-2,37-2,-51-1,450 22,-370-13,427 29,-197-39,-2 1,42 17,-242-7,1-6,0-5,1-7,75-15,-189 16,28-1,0-2,-1-3,0-3,-1-1,-1-3,-1-2,15-10,-12 1,-3-3,0-2,8-11,-52 41,-1-1,0 0,0-1,0 1,-1-1,0 0,0-1,0 1,-1-1,0 0,-1 0,1 0,-1-1,0 1,-1-1,0 0,0 1,-1-1,0 0,0 0,-1 0,0 0,-1 0,1 0,-1 0,-2-7,-11-21,-1 0,-1 1,-3 1,0 0,-5-2,6 5,6 11,9 13,0 0,0 0,-1 1,0-1,0 1,-1 0,1 0,-1 0,-1 0,1 1,-1 0,0 0,0 1,0 0,-1 0,1 0,-1 1,0 0,0 0,0 0,0 1,-6-1,-300 6,214-9,0 4,-10 4,-443 20,-95 5,327-41,-52-13,8 14,-199 14,512-1,1 3,-1 1,1 3,0 2,1 3,0 1,1 3,-1 2,30-8,1 2,0 0,0 1,1 1,1 1,0 0,1 1,1 1,0 0,1 1,1 0,-8 19,-21 33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8:41.1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323 25,'-9'-4,"1"0,-1 1,0 0,0 0,-1 1,1 0,0 1,-1 0,1 0,-1 1,1 0,-1 1,1 0,0 0,-1 1,1 0,0 1,0 0,0 1,0-1,1 2,0-1,0 1,0 1,0-1,1 1,0 0,0 1,0 0,1 0,0 0,0 1,1 0,0 0,0 1,-1 10,0 0,2 0,0 0,0 0,2 1,1-1,0 1,2 8,-1-21,-1 20,8 67,-3-89,0 0,0 0,1 0,-1-1,1 0,0 0,0 0,0-1,1 0,-1 0,1 0,0 0,0-1,0 0,0 0,0-1,0 0,1 0,1 0,-3 0,64 12,1-4,0-3,1-3,-1-2,12-5,188-9,98 13,-247 13,237-26,-93 3,55 7,-98 29,259-26,-317-13,1 23,107-7,-240-5,-1-2,1-2,-1 0,-1-2,1-2,2-1,-15 5,-12 4,1 0,-1-1,1 1,-1-1,0-1,0 1,0-1,0 0,-1 0,0-1,0 1,0-1,0 0,-1-1,1 1,-2-1,1 0,0 0,-1 0,0 0,0-2,-1 2,0 1,-1 0,0-1,0 0,0 1,0-1,-1 0,0 1,0-1,-1 0,0 1,0-1,0 1,0-1,-1 1,0-1,0 1,0 0,-1 0,0 0,0 0,0 1,-1-1,1 1,-1 0,0 0,0 0,-1 0,-3-2,-9-4,-1 1,-1 1,1 0,-1 1,0 1,-1 1,0 1,1 1,-1 1,-1 0,1 1,-49-7,-31-5,20 3,0-3,-39-14,44 10,-2 3,0 4,0 2,-1 4,-50 5,-174-13,-190 26,353-14,-99 14,-33 8,-154-6,281-6,-124-7,36-2,226-1,1-1,-1 1,1 0,0 1,-1-1,1 1,0 0,-1 1,1-1,0 1,0 0,0 0,0 1,0-1,1 1,-1 0,1 1,0-1,0 1,-1 0,-9 23,5 1</inkml:trace>
  <inkml:trace contextRef="#ctx0" brushRef="#br0" timeOffset="1989.687">457 667,'-11'-1,"1"0,-1 1,0 0,0 1,0 0,1 1,-1 0,1 1,-1 0,1 1,0 0,0 0,0 1,1 0,0 1,0 0,0 1,1 0,0 0,0 0,1 1,-1 1,2-1,-5 8,6-7,0 0,1-1,0 2,1-1,0 0,0 1,1-1,1 1,-1 0,2 0,-1-1,1 1,1 0,0 0,0-1,1 1,0 0,0-1,1 1,1-1,-1 0,2 0,-1 0,1-1,0 0,1 0,0 0,0 0,2 0,14 5,1-1,1-1,0-1,0 0,1-2,0-1,0-1,1-2,0 0,0-2,0 0,0-2,7-1,4 2,270 1,277-36,-536 30,413-36,3 13,-54 56,-391-29,27 0,0 2,-1 1,20 6,171 23,-181-21,1-1,0-4,0-1,10-3,223-4,-271 2,-1-2,0 0,1 0,-1-2,0 0,-1-1,1-1,-1-1,0 0,-1-1,1 0,-1-1,-1-1,0-1,-1 0,0-1,10-10,-20 17,0 0,0 0,0-1,0 1,-1-1,0 0,0 1,0-1,-1 0,0 0,0 0,-1 0,1 0,-1-1,-1 1,1 0,-1 0,0 0,0 0,-1 0,0 1,0-1,0 0,-1 1,0-1,0 1,-1-1,-3-6,-2 0,1 1,-1 0,-1 1,0 0,0 0,-1 1,-1 1,1 0,-1 0,-5-1,-19-6,-1 2,0 2,-1 1,-1 2,1 2,-1 1,0 2,-33 2,-18-4,-5-2,-303-30,18-15,255 45,-89 7,84 2,73-3,-173 12,-240 56,196-16,-199 9,400-45,1 4,0 3,-37 17,28-6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09:12.67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1913 135,'-5'-4,"-1"1,1-1,-1 1,0 0,-1 0,1 1,0 0,-1 0,1 0,-1 1,-3-1,-39-12,19 1,8 2,0 1,-1 0,-1 2,1 1,-1 1,-9 0,-147-6,-80 6,158 7,77 0,0 0,1 2,-1 0,1 2,0 1,-17 6,-148 36,58 15,-2 0,105-48,0 2,1 0,1 2,-21 19,42-33,-10 10,1 0,0 1,1 1,1 0,1 1,1 0,0 1,-5 16,-23 39,27-53,1 0,1 1,1 0,0 0,2 1,-3 19,-6 82,15 73,-13-87,13 158,3-235,1 0,1 0,2-1,6 16,-9-32,46 128,9 24,9 112,-61-250,1 0,2 0,1-1,1-1,6 10,-10-21,0-5,0 0,1 0,0-1,1 0,0-1,1 0,0-1,0 0,1 0,0-1,1-1,9 4,39 28,-52-34,0 0,0-1,0 0,1-1,-1 0,1 0,0-1,-1 0,1-1,2 0,71 19,-69-14,1-1,-1 0,1-1,0 0,0-2,0 0,1 0,12-1,95 12,-5-14,-51-12,93-27,-45-5,-57 17,-54 27,26-11,-1 0,0-2,-1-2,25-17,55-52,69-131,-54 55,-1-130,-101 226,-3 0,-2-1,-4-1,-3 0,1-55,8-52,-15 155,13-106,1-122,-17 208,-1 0,-2 1,-2-1,-2 1,-1 0,-2 0,-1 1,-10-20,18 51,1 0,-1 0,0 0,0 0,0 1,-1-1,0 1,0 0,0 0,-1 1,1-1,-1 1,0 0,-1 0,1 1,-1-1,1 1,-1 1,0-1,0 1,0 0,-1 0,1 0,-6 0,-17 0</inkml:trace>
  <inkml:trace contextRef="#ctx0" brushRef="#br0" timeOffset="7188.38">3891 309,'-49'-14,"0"1,-1 3,-1 2,-10 1,47 6,-1 1,0 0,0 1,0 1,1 0,-1 1,1 0,-1 1,1 1,1 0,-1 1,1 1,0 0,0 1,1 0,-8 7,-11 16,1 1,2 1,1 1,2 1,-12 23,31-48,-10 19,1 1,1 1,2 0,1 0,2 2,1-1,-4 30,-16 89,26-130,0 1,2-1,0 1,2-1,0 1,1-1,1 0,1 0,1-1,1 1,1-1,1 0,0-1,2 0,5 7,-1-4,2-1,0-1,1 0,1-1,17 13,-5-7,11 11,1-3,2-1,22 10,-40-31,0-1,0-1,1-2,0-1,1-1,-1-2,1 0,0-2,22-2,-20-1,-1-1,1-2,-1-1,0-1,-1-1,1-2,-2-1,0-1,0-2,-1 0,0-2,-2-1,0-1,21-20,-24 18,0 0,-2-1,-1-1,0-1,-2-1,-1 0,0-1,-2-1,-1-1,7-21,-15 32,-1 0,-1-1,0 1,-1 0,0-1,-2 0,0 1,-1-1,-1 1,0-1,-1 1,-1 0,0 0,-1 0,-1 0,-3-4,-8-14,-1 0,-1 1,-2 1,-2 1,0 1,-17-16,-6-3,-2 1,-2 3,-1 2,-3 2,-1 2,-2 3,-2 3,-27-11,52 31,0 0,-1 2,-1 2,1 2,-17-2,-49 0</inkml:trace>
  <inkml:trace contextRef="#ctx0" brushRef="#br1" timeOffset="19398.712">1525 1500,'-582'0,"373"-15,-4 16,107 13,95-15,0 1,0 0,0 1,0 0,0 1,0 0,0 0,1 1,-1 1,1 0,0 0,0 1,0 0,1 1,-1 1,4 1,0 1,1 0,0 0,0 0,1 1,0 0,1 0,0 0,0 0,1 0,1 2,-8 26,-4 6,3 0,2 0,2 1,1 0,3 18,-2 1,-2 0,-3-1,-14 48,-4 25,20-70,2 0,3 1,4 4,-5 115,2-169,-4 30,2 0,3 0,1-1,3 1,7 37,58 263,-63-310,2 0,1 0,2-1,2 0,1 0,1-2,2 0,2-1,1 0,1-2,-7-9,1-2,1 1,1-2,1 0,1-2,0 0,1 0,1-2,0-1,1 0,1-2,0 0,37 6,2-3,-1-2,2-3,0-3,0-2,0-3,0-3,6-3,33 2,-39 1,0-4,-1-2,0-3,8-4,-31 5,2 1,-2-2,1-1,-2-2,1-2,10-7,0-6,-1-2,-1-2,-2-2,-1-3,7-9,-33 25,-1-1,-1 0,-1-1,-1 0,-1-2,-1 1,-1-2,7-24,-5 15,-2-1,-2 0,-1 0,-1-1,-2 0,-1-36,2-203,-4 238,-2 1,-2-1,-1 1,-2 0,-2 0,-1 1,-3-4,-78-355,-40 1,78 263,-23 24,59 85,-2 1,-1 0,0 1,-2 1,0 0,-1 2,-1 0,0 2,-4-1,-3-1,-2 1,0 2,0 0,-1 3,-20-5,39 13,1 1,-1 0,0 0,0 2,0-1,1 2,-1 0,0 0,0 1,1 1,-1 0,0 1,-27 6</inkml:trace>
  <inkml:trace contextRef="#ctx0" brushRef="#br1" timeOffset="21773.02">5281 2943,'-39'-18,"-1"2,0 2,-1 2,-1 2,0 1,0 2,-1 2,-9 2,37 1,0 2,0 0,0 0,-1 2,1 0,0 0,1 2,-1-1,0 2,1 0,0 1,0 0,1 1,0 1,-4 3,5-2,0 1,0 1,2 0,-1 0,1 1,1 1,0-1,1 2,0-1,1 1,-5 14,-4 12,1 1,2 1,2 0,2 1,1 0,0 42,1 11,3-74,2 0,1 1,0 0,2-1,1 1,3 16,2-18,1-1,0 0,2-1,0 1,1-2,13 17,-5-7,-5-10,1 0,1-2,1 0,0-1,1-1,1 0,0-1,1-2,0 0,0-1,16 6,-11-9,0 0,0-1,1-2,-1 0,1-2,0 0,0-2,-1-1,1-1,0-2,-1 0,15-5,-1-1,-1-2,0-1,-1-2,-1-2,0-1,-1-2,26-19,-50 31,0 0,-1-1,0 0,0-1,-1 0,0-1,-1 1,0-1,-1-1,0 0,-1 0,0 0,3-12,6-23,-2-1,-3-1,4-39,-6 43,-2-9,-2 1,-2 0,-4-36,-2 70,0 0,-2 0,1 1,-2 0,-1 0,0 1,-1 0,-1 0,-1 1,0 0,-1 1,0 0,-1 1,-1 0,-1 1,1 1,-2 1,-8-5,11 6,-2 1,1 0,-1 1,0 1,-1 1,0 0,0 1,0 0,0 2,-1 0,0 1,0 0,1 1,-1 1,-11 2,-72 10,-3 6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1:00.67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2899 837,'0'-10,"0"0,-1 0,0-1,-1 1,0 0,0 0,-1 0,0 1,-1-1,0 1,-1-1,0 1,0 1,-1-1,0 1,-1 0,0 0,0 1,0 0,-1 0,0 0,0 1,-1 1,0-1,-5-1,-29-9,0 2,-1 2,0 2,-1 2,0 2,0 2,-23 1,36 1,-311-12,-10 16,287 0,0 2,1 3,-1 4,2 2,0 3,1 2,0 4,2 2,-9 7,-8 6,2 3,2 4,2 3,2 3,2 3,2 3,-9 14,31-21,2 1,2 2,3 2,1 1,4 2,-16 37,32-57,-8 9,3 0,2 2,3 0,1 1,2 0,3 1,0 7,7 257,6-180,-11 246,6-347,1 0,2 0,1 0,2-1,1 1,2-1,0 0,13 29,13 5,3-2,3-1,3-3,2-1,3-2,2-2,39 32,-31-23,4-2,2-4,2-2,3-3,3-3,31 15,-25-32,1-3,1-3,2-4,0-4,2-3,0-3,0-4,58-3,-66-1,0-4,-1-3,1-3,0-3,-2-3,1-4,-1-3,-2-3,0-3,-1-4,59-32,-41 8,-3-4,-2-4,-3-3,-2-4,-4-3,-3-3,-3-3,-3-3,-4-3,-3-2,-4-3,-4-2,-4-3,-4-1,-5-2,-3-1,-4-2,-5-1,7-68,-16 26,-6 0,-6-1,-6 0,-6 1,-7 0,-6 1,-5 0,-12-14,25 94,-4 0,-1 1,-4 2,-2 0,-2 1,-3 1,-2 2,-2 1,-3 2,-2 1,-2 2,-1 2,-14-9,16 24,-2 1,-1 2,-1 2,-1 2,-2 2,0 2,0 1,-2 3,0 2,-1 2,-44-4,-21 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1:19.82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608 833,'-25'21,"24"-22,0 1,0 0,0-1,0 1,0-1,1 1,-1-1,0 1,0-1,1 0,-1 1,0-1,1 0,-1 1,1-1,-1 0,1 0,-1 0,1 1,0-1,-1 0,1 0,0 0,-1 0,1 0,0 0,0 0,0 0,0 0,0 0,0 1,0-1,0 0,1 0,-1 0,0 0,1 0,-1 0,0 0,1 1,-1-1,1 0,-1 0,1 0,-1 1,1-1,0 0,-1 0,47-203,-20 1,-26 267,-16 367,15-181,0-232,-5-24,2-10</inkml:trace>
  <inkml:trace contextRef="#ctx0" brushRef="#br0" timeOffset="1102.54">956 164,'-16'-16,"0"1,0 0,-2 2,0-1,0 2,-1 1,-1 0,0 1,0 2,-1 0,0 1,0 0,-1 2,1 1,-1 1,0 0,-1 2,1 1,0 0,0 2,0 0,0 2,0 0,1 2,0 0,0 1,0 1,-6 4,5 0,1 0,0 1,1 1,1 1,0 1,1 0,1 1,0 2,2-1,0 2,1 0,0 0,2 2,-8 18,3 0,1 1,2 0,2 0,2 1,2 1,1 0,0 43,4-54,2 1,1 0,2 0,1-1,2 1,1-1,1 0,2 0,1-1,1 0,2-1,1 0,2-1,0-1,2 0,12 12,-12-19,0-1,2 0,0-2,2 0,0-2,0 0,2-1,0-2,0 0,1-2,1 0,0-2,0-1,1-1,0-1,0-1,0-2,1-1,-1-1,1-1,-1-1,1-2,-1-1,0 0,0-3,0 0,-1-1,0-2,-1-1,0 0,-1-2,15-11,-13 4,-1-1,-2-2,0 0,-1-1,-1-2,-2 0,-1-1,0-1,-2 0,-2-1,0-1,-2 0,-2-1,0 0,-2-1,-1 0,-2 0,-1-1,-2 1,-1-1,-3-26,1 27,-1 1,-1 0,-2 0,-2 1,0-1,-2 1,-1 1,-2-1,0 2,-2 0,-2 0,0 2,-2 0,0 1,-2 0,-1 2,0 0,-2 2,-1 0,0 2,-2 0,0 2,-16-7,27 16,-1 2,0 0,0 1,0 0,-1 2,1 0,-1 0,0 2,0 0,0 1,0 1,0 0,0 1,1 1,-1 1,1 0,-1 1,2 1,-7 3,-19 13,2 1,0 2,2 2,-33 29,-40 41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1:28.772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791 634,'1'-4,"-1"1,1-1,-1 1,1-1,0 1,0-1,0 1,1-1,-1 1,1 0,0 0,0 0,0 0,0 0,0 0,1 0,0 1,-1-1,1 1,0 0,0 0,0 0,0 0,0 0,2 0,88-24,-86 23,0 2,0-1,0 1,0 0,0 0,0 1,0 0,1 1,-1-1,0 1,0 0,0 1,0 0,0 0,0 1,-1-1,1 2,-1-1,0 1,0-1,0 2,0-1,-1 1,1 0,-1 0,0 0,-1 1,1-1,-1 1,-1 0,1 1,-2 1,0 0,0 1,-1-1,0 1,-1-1,0 1,0-1,-1 1,0-1,0 1,-1-1,0 0,0 1,-1-1,0-1,-1 1,0 1,-82 122,51-87,19-25,0 1,2 0,0 1,1 1,-3 8,15-28,0 0,0 0,0 0,0 1,1-1,-1 0,1 0,-1 1,1-1,0 0,0 1,0-1,0 0,1 1,-1-1,1 0,-1 0,1 1,0-1,0 0,0 0,0 0,0 0,0 0,0 0,1 0,-1 0,1 0,-1-1,1 1,0-1,0 1,0-1,0 0,0 1,0-1,0 0,0-1,0 1,0 0,1 0,-1-1,26 8,0-1,1-2,-1-1,1-1,0-2,0 0,0-2,12-3,61-3,-1-4,16-7,-77 9,-11 0</inkml:trace>
  <inkml:trace contextRef="#ctx0" brushRef="#br0" timeOffset="596.814">1661 193,'-47'-28,"-1"2,-1 3,-1 1,0 2,-2 3,0 2,-1 2,0 3,-1 2,0 2,-1 3,1 2,0 2,-1 3,1 2,1 3,-21 6,38-8,0 1,1 2,0 1,0 2,1 1,1 2,0 1,2 1,0 2,1 2,1 0,1 2,1 1,1 1,1 1,2 2,-19 27,23-22,0 1,3 1,1 0,1 1,3 0,0 1,3 1,1-1,2 1,0 22,4-34,1 1,2-1,0 0,2 1,1-1,1-1,1 1,1-1,2 0,0-1,2 0,1-1,1 0,1-1,8 10,15 7,1-3,2 0,2-3,1-2,2-1,0-3,2-2,1-1,1-3,1-2,1-3,38 8,-22-5,1-3,0-3,1-3,1-3,0-3,0-3,-1-4,1-2,0-4,54-13,-97 14,-1-1,0-1,0-1,-1-1,-1-2,0 0,-1-2,0-1,-1-1,-1 0,0-2,-2-1,0 0,-1-1,-1-1,-2-1,0-1,6-12,-5-3,-1-1,-3-1,-1 0,-2 0,-1-1,-3 0,-1-1,-2 1,-3-1,-1 0,-1 1,-3-1,-2 1,-1 0,-3-5,3 16,-1-1,-1 1,-2 0,-1 1,-1 1,-2 0,0 1,-2 1,-2 0,0 1,-1 2,-2 0,0 1,-2 1,0 1,-1 2,-1 1,-1 0,-22-8,0 8,0 2,-1 2,-1 3,-1 2,1 2,-1 2,0 3,0 2,0 3,0 1,-40 10,-147 25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5:40.51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139 43,'2'-3,"10"2,17 1,21 1,23-3,17-5,9-3,-12-1</inkml:trace>
  <inkml:trace contextRef="#ctx0" brushRef="#br0" timeOffset="-482.783">72 216,'-70'533,"69"-521,1 119,1-126,0 1,0-1,0 1,1-1,-1 0,2 0,-1 0,0 0,1 0,0 0,0-1,0 1,1-1,-1 0,1 0,0 0,0 0,1-1,-1 0,1 0,4 3,0-3,0 0,0 0,1-1,-1 0,0-1,1 0,-1-1,1 1,-1-2,1 1,-1-2,1 1,-1-1,7-2,123-54,-84 25,-10 2</inkml:trace>
  <inkml:trace contextRef="#ctx0" brushRef="#br0" timeOffset="-247.359">152 657,'-9'-2,"-1"-1,9-2,12-3,15-2,11-3,9-3,3-3,-2-2,-9 2</inkml:trace>
  <inkml:trace contextRef="#ctx0" brushRef="#br1" timeOffset="5851.332">366 256,'-13'-31,"-1"0,-1 1,-2 1,-1 1,-2 0,-12-13,32 41,0-1,0 1,-1-1,1 1,0-1,-1 1,1-1,-1 1,1 0,0-1,-1 1,1-1,-1 1,1 0,-1 0,1-1,-1 1,1 0,-1 0,0-1,1 1,-1 0,1 0,-1 0,1 0,-1 0,0 0,1 0,-1 0,1 0,-1 0,1 0,-1 1,0-1,1 0,-1 0,1 0,-1 1,1-1,-1 0,1 1,-1-1,1 1,-14 26,13-24,-35 101,5 1,4 2,5 1,4 0,5 1,3 91,22-66,-10-128,-1 0,1 1,1-1,-1 0,1 0,0 0,0 0,1 0,0-1,0 0,0 0,1 0,-1 0,1-1,1 1,-1-1,0 0,7 2,-2-1,1-1,0 0,1-1,-1 0,1-1,-1-1,1 1,0-2,-1 0,1 0,0-1,-1 0,5-2,148-44,-92 19,-1-3,-1-3,-2-3,3-6,-51 27,-15 7</inkml:trace>
  <inkml:trace contextRef="#ctx0" brushRef="#br1" timeOffset="6096.717">179 791,'-13'-2,"-10"-1,-3 0,1 0,7 1,13 1,19-1,21-6,22-8,18-8,12-9,4-5,-1-4,-10 1,-17 3,-21 8</inkml:trace>
  <inkml:trace contextRef="#ctx0" brushRef="#br1" timeOffset="6346.076">85 202,'-6'-16,"-3"-7,5-5,10 1,17 2,21 1,22 3,17 4,12 5,5 5,-2 6,-10 10,-16 7,-21 2</inkml:trace>
  <inkml:trace contextRef="#ctx0" brushRef="#br1" timeOffset="6499.71">740 603,'9'16,"10"15,11 8,12 5,9-1,11-1,5-3,1-1,-4-2,-9-4,-9-2,-13-4,-11-6</inkml:trace>
  <inkml:trace contextRef="#ctx0" brushRef="#br1" timeOffset="6696.217">1262 390,'-12'23,"-12"25,-12 23,-8 23,-6 12,-1 10,-2 2,3-4,4-11,10-23</inkml:trace>
  <inkml:trace contextRef="#ctx0" brushRef="#br1" timeOffset="7146.045">353 1459,'1'2,"0"-1,0 0,0 0,0 0,0 0,1 0,-1 0,0 0,1 0,-1 0,0-1,1 1,-1 0,1-1,-1 1,1-1,-1 0,1 1,0-1,-1 0,1 0,-1 0,1 0,0 0,2 0,67 6,1-4,0-3,0-3,3-4,348-38,202-14,-571 58,-87-5,25-2</inkml:trace>
  <inkml:trace contextRef="#ctx0" brushRef="#br1" timeOffset="7350.543">2211 457,'-13'-7,"-6"0,2 4,3 8,9 12,9 8,5 1</inkml:trace>
  <inkml:trace contextRef="#ctx0" brushRef="#br1" timeOffset="7600.912">2332 991,'-5'10,"8"2,12-3,4-3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5:51.4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0 615,'2'0,"-1"0,1 0,-1 0,0 1,1-1,-1 0,1 1,-1-1,0 1,1-1,-1 1,0-1,1 1,-1 0,0 0,0 0,0 0,0 0,1 0,-2 0,1 0,0 0,0 0,0 1,0-1,0 0,14 19,-1 0,-1 2,-1-1,-1 1,-1 1,5 15,49 92,-27-88,-36-41,0 0,0-1,0 1,0 0,0-1,0 1,0 0,1-1,-1 1,0-1,0 0,1 0,-1 1,0-1,1 0,-1 0,0 0,1 0,-1 0,0 0,1-1,-1 1,0 0,0-1,1 1,-1-1,0 1,0-1,0 0,0 1,0-1,0 0,0 0,0 0,0 0,0 0,0 0,0 0,0 0,7-14,0 0,-1-1,0 0,-1 0,-1 0,-1-1,0 1,-1-1,-1-1,-1 12,12-77,-13 83,0 0,0 0,0 1,0-1,0 0,0 0,0 1,0-1,0 0,1 0,-1 1,0-1,0 0,0 0,0 0,0 1,0-1,1 0,-1 0,0 0,0 1,0-1,0 0,1 0,-1 0,0 0,0 0,1 1,-1-1,0 0,0 0,0 0,1 0,-1 0,0 0,0 0,1 0,-1 0,0 0,0 0,1 0,-1 0,0 0,0 0,1 0,-1 0,0 0,0-1,1 1,-1 0,6 31,-5-29,1 11,-2-2,1 0,0 0,1-1,0 1,1 0,0-1,1 0,0 0,0 0,1 0,1 0,-1-1,2 0,-1 0,1-1,0 0,1 0,7 5,-11-11,-1-1,1 1,0-1,0 0,0-1,0 1,0-1,0 1,0-1,0 0,0-1,0 1,0-1,0 0,0 0,0 0,0 0,-1-1,1 1,0-1,-1 0,1 0,1-2,67-65,-61 55,-1 0,0-1,-2 0,0 0,0-1,-1 0,-1-1,1-6,-10 10,-8 38,10-20,0 1,1-1,-1 0,1 0,0 1,0-1,1 0,0 0,0 0,0 1,0-1,1 0,0 0,0-1,0 1,0 0,1-1,0 1,0-1,0 0,1 0,-1 0,1 0,0-1,0 1,0-1,1 0,-1-1,1 1,-1-1,4 2,17 5,0-1,0 0,0-2,1-2,0 0,0-1,0-2,1 0,-1-2,4-1,-16 2,0 0,-1-1,1-1,-1 0,1-1,-1 0,0-1,0 0,0-1,-1-1,0 0,0-1,0 0,-1 0,0-1,7-7,-16 12,0 1,0-1,-1 1,1-1,0 0,-1 0,0 0,0 0,0 0,0 0,0 0,-1 0,1 0,-1 0,0 0,0-1,0 1,0 0,0 0,-1 0,0 0,1 0,-1 0,0 0,-1 0,1 0,0 0,-1 0,0 0,1 1,-1-1,0 1,0 0,-1-1,1 1,0 0,-1 0,1 0,-1 1,0-1,0 0,0 1,0 0,-6-3,0 0,-1 1,0 0,1 1,-1 0,0 1,0 0,0 0,0 1,0 1,0-1,0 2,0-1,0 1,-8 4,12-5,0 1,0 1,0-1,0 1,1 0,0 0,-1 1,1-1,1 1,-1 0,0 1,1-1,0 1,0 0,0 0,1 0,0 0,0 1,0-1,0 1,1 0,0 0,0 0,1 0,-1 5,1-6,1-1,0 0,0 1,0-1,0 0,1 1,0-1,-1 0,2 0,-1 0,0 1,1-1,0 0,0-1,0 1,0 0,1-1,0 1,-1-1,1 0,0 0,1 0,-1 0,0 0,1-1,0 1,-1-1,1 0,0 0,0-1,0 1,4 0,3 1,-1 0,1-1,0 0,0-1,-1 0,1-1,0 0,0-1,0 0,0-1,-1 0,10-3,-14 3,1 0,-1-1,0 0,0 0,0 0,0-1,0 0,-1 0,1-1,-1 1,-1-1,1 0,0 0,-1-1,0 0,-1 1,1-1,-1 0,0-1,-1 1,1 0,0-4,29 55,-27-41,0 0,-1-1,1 0,1 0,-1 0,0-1,1 0,-1 0,1 0,0-1,-1 1,1-1,0-1,0 1,0-1,0 0,0 0,0-1,-1 0,1 0,1-1,7-1,0-1,0 0,-1-2,0 1,0-2,0 0,-1 0,3-3,5-6,-1-1,-1 0,-1-1,0-1,-2-1,0 0,-1-1,-1-1,-1 0,4-12,-3 22,-10 38,-9 159,1-59,9 91,5-134,2 0,5-2,23 75,-27-119</inkml:trace>
  <inkml:trace contextRef="#ctx0" brushRef="#br0" timeOffset="252.869">1805 241,'-16'-13,"-10"-8,-2-2,7 6,17 11,21 15,18 14,15 13,-1-1</inkml:trace>
  <inkml:trace contextRef="#ctx0" brushRef="#br0" timeOffset="464.294">2193 802,'-9'29,"5"-19,1-1,0 1,0-1,1 1,0 0,0 0,1 0,1 0,0 0,0 0,1 1,0-1,1 0,1 5,-1-12,-1 1,1-1,0-1,0 1,0 0,1 0,-1-1,1 1,-1-1,1 0,0 0,0 0,0 0,0 0,0-1,1 0,-1 1,0-1,1 0,-1 0,0-1,1 1,-1-1,1 0,-1 0,1 0,1 0,4-1,0 0,0 0,1-1,-1 0,0-1,0 0,-1 0,1-1,6-4,-8 3,0 0,0-1,-1-1,1 1,-1-1,-1 0,1 0,-1-1,-1 0,1 0,-1 0,-1 0,1 0,-1-1,-1 0,0 1,0-1,0 0,-1 0,-1 0,0 0,0 0,0 0,-1 0,-1 0,1 0,-2 0,1 0,-1 1,0-1,-1 1,0 0,0 0,-1 0,0 1,-4-6,7 11,-1 0,0-1,1 1,-1 0,0 0,0 0,0 0,0 1,0 0,0-1,0 1,-1 0,1 0,0 0,-1 1,1 0,-1-1,1 1,-1 0,1 0,-1 1,1-1,0 1,-1 0,1 0,0 0,-1 0,1 0,0 1,0-1,0 1,0 0,0 0,1 0,-1 0,1 1,-1-1,1 1,0-1,0 1,0 0,0 0,0 0,1 0,-1 0,1 0,-1 2,-16 81,19-44</inkml:trace>
  <inkml:trace contextRef="#ctx0" brushRef="#br0" timeOffset="1046.745">2674 1029,'16'-50,"-2"-2,-2 0,-2 0,-3-1,-2 0,-2-43,-12 23,9 71,-1 0,0 0,0 0,0 0,0 0,0 0,0 1,-1-1,1 0,-1 1,1-1,-1 1,1-1,-1 1,0 0,0 0,1 0,-1 0,0 0,0 0,0 0,0 1,0-1,-1 1,1-1,0 1,0 0,0 0,0 0,0 0,0 0,-1 0,1 0,-1 0,1 1,0-1,-1 0,1 1,-1-1,1 1,0 0,-1 0,1 0,0 0,0 0,0 0,0 1,0-1,0 1,0-1,0 1,1 0,-1 0,1 0,-1 0,1 0,0 0,-1 0,1 0,0 1,0-1,1 0,-1 0,0 1,1-1,0 1,-1-1,1 1,0-1,0 1,0-1,1 0,-1 1,1-1,-1 1,1-1,0 0,0 1,0-1,0 0,0 0,0 0,1 0,-1 0,1 0,-1 0,1 0,0-1,0 1,0-1,0 2,13 4,-1 1,1-1,0-1,1-1,-1 0,1-1,0-1,0 0,0-1,0-1,15-1,-30 0,225 9,-223-9,0 0,0 1,0-1,-1 1,1 0,0 0,0 0,0 0,-1 0,1 0,-1 1,1-1,-1 1,1 0,-1 0,0 0,0 0,0 0,0 0,0 0,0 1,-1-1,1 1,-1-1,0 1,0 0,0-1,0 1,0 0,0 0,-1 0,1 0,-1 0,0 0,2 15,-2-12,-1 0,1 0,1 0,-1 1,1-1,0 0,0 0,1 0,0 0,0-1,0 1,1 0,-1-1,1 0,1 1,-1-1,1 0,0-1,0 1,0-1,1 0,0 0,-1 0,2 0,-1-1,0 0,4 2,-1-3,0-1,-1 1,1-2,0 1,0-1,-1 0,1 0,0-1,0 0,-1-1,1 1,-1-2,1 1,-1-1,0 0,0 0,0-1,0 0,-1 0,0-1,1 0,-2 0,1 0,2-3,6-7,0-1,-2 0,0 0,0-2,-2 1,0-1,-1-1,4-13,-6 13,-14 114,7-87,-2 1,0 1,1 0,1 0,0 0,0-1,1 1,0 0,0 0,1-1,1 1,0-1,0 0,1 1,0-2,0 1,2 1,10 2,1-7</inkml:trace>
  <inkml:trace contextRef="#ctx0" brushRef="#br0" timeOffset="1297.072">3583 295,'3'4,"9"4,3 1</inkml:trace>
  <inkml:trace contextRef="#ctx0" brushRef="#br0" timeOffset="1530.288">4251 1,'-9'6,"-5"17,-1 20,3 22,3 20,6 15,7 11,6 7,6-1,4-6,1-13,0-16,-2-18,-7-22,-7-25,-4-15</inkml:trace>
  <inkml:trace contextRef="#ctx0" brushRef="#br0" timeOffset="2317.803">3918 428,'148'3,"-113"0,611 60,-616-59,-12-3,0 1,0 1,-1 1,0 0,1 1,-1 1,5 3,-21-9,-1 1,1-1,-1 0,1 0,0 0,-1 1,1-1,-1 0,1 1,-1-1,1 1,-1-1,1 0,-1 1,1-1,-1 1,0-1,1 1,-1 0,0-1,1 1,-1-1,0 1,0 0,1-1,-1 1,0-1,0 1,0 0,0-1,0 1,0 0,0-1,0 1,0 0,0-1,0 1,-1-1,1 1,0 0,0-1,-1 1,1-1,0 1,-1 0,1-1,-1 1,1-1,0 1,-1-1,-29 21,27-20,-35 21,12-10,1 2,1 0,0 2,1 0,1 2,0 1,1 0,-12 16,30-32,1-1,-1 1,1 0,0 0,-1 0,1 0,0 0,1 1,-1-1,1 0,-1 1,1 0,0-1,0 1,1-1,-1 1,1 0,0 0,0-1,0 1,0 0,0 0,1-1,0 1,0 0,0-1,0 1,1-1,-1 1,1-1,0 0,0 0,0 0,2 3,5-1,-1-1,1 0,0 0,1-1,-1 0,1-1,-1 0,1 0,-1-1,1 0,0-1,0 0,0 0,-1-1,1-1,0 1,-1-2,1 1,-1-1,0-1,0 1,6-5,-4 2,0 0,0 0,-1-1,1-1,-2 0,1 0,-1-1,0 0,-1 0,0-1,-1 0,0-1,0 1,-1-2,-1 1,0 0,0-1,0-4,-8 23,1 0,0 1,1-1,0 1,0-1,0 1,1-1,0 1,1-1,0 1,0-1,0 1,1-1,0 0,0 0,1 1,0-2,0 1,1 0,0-1,0 1,0-1,1 0,0-1,4 4,-4-5,1-1,0 0,1-1,-1 1,0-1,1 0,-1-1,1 1,0-1,-1-1,1 1,0-1,0 0,-1-1,1 0,0 0,-1 0,1-1,0 0,-1 0,0 0,0-1,0 0,0 0,0-1,0 0,-1 0,0 0,0-1,0 1,0-1,-1 0,1-1,-2 1,1-1,0 0,-1 1,0-2,0 1,-1-1,6-19,-2 0,-1-1,-1 1,-2-1,0 0,-2 0,0 0,-2 0,-2 0,-12-102,16 128,0 0,1-1,-1 1,0-1,0 1,1 0,-1-1,0 1,1 0,0-1,-1 1,1 0,0 0,-1 0,1-1,0 1,0 0,0 0,0 0,0 0,0 1,0-1,1 0,-1 0,0 1,0-1,1 0,-1 1,0-1,1 1,-1 0,1-1,-1 1,0 0,1 0,0 0,57 6,-53-5,58 13,0 3,51 22,-26 6,-86-43,1 0,-1 1,0 0,-1 0,1 0,0 0,-1 0,0 1,0-1,0 1,0-1,0 1,-1 0,0 0,1 0,-1 0,-1 0,1 0,-1 0,1 0,-1 0,0 0,-1 1,-18 69,16-69,0 1,0-1,1 0,-1 1,1 0,1-1,-1 1,1 0,0 0,0 0,1 0,0 0,0 0,0 0,1-1,-1 1,2 0,-1 0,0 0,1 0,0-1,1 1,-1-1,1 0,0 0,0 0,1 0,0 0,-1-1,2 1,11 4,1-1,1-1,-1-1,1 0,0-1,0-1,1-1,-1-1,1 0,0-1,0-1,-1-1,1-1,-1 0,1-1,1-2,-4 4,0-2,0 0,0-1,-1 0,1-1,-1-1,0 0,0-2,-1 1,0-2,-1 0,1 0,-2-1,3-3,7-17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5:49.3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2 320,'-1'22,"1"1,1-1,0 0,2 0,1 0,5 17,-4-15,4 24,3 0,1-1,3 0,1-1,3-1,1-1,3-1,26 38,-44-72,-1-1,1 0,0-1,1 0,0 1,0-2,0 1,1-1,0-1,0 1,1-1,-1-1,1 1,0-1,0-1,1 0,-1 0,1-1,-1 0,1-1,0 0,0 0,-3-5,-1 1,1-1,-1-1,0 1,0-1,0 0,-1-1,0 1,0-1,0 0,0 0,-1 0,0-1,-1 0,0 0,1 0,-2 0,1 0,-1 0,-1-1,1 1,-1-1,0 1,-1-1,0-3,9-93,-5 0,-4 0,-5 0,-9-37,11 108,-7-65,7 87,3 25,12 74,-3-35</inkml:trace>
  <inkml:trace contextRef="#ctx0" brushRef="#br0" timeOffset="302.724">697 908,'-28'82,"28"-80,-1 1,1-1,-1 1,1 0,0-1,0 1,1 0,-1-1,0 1,1 0,0-1,-1 1,1-1,0 1,0-1,0 0,1 1,-1-1,1 0,-1 0,1 0,0 0,-1 0,1 0,0 0,0-1,1 1,-1-1,0 1,2 0,7 0,0 0,0-1,1 0,-1-1,0 0,1-1,-1 0,0-1,0 0,0 0,0-1,0-1,0 0,-1-1,0 0,0 0,0-1,0 0,0-2,-1 2,0 0,0-1,-1 0,0 0,-1-1,0 0,0 0,0-1,-1 0,0 0,-1-1,2-5,-5 10,0 1,0-1,-1 0,1 0,-1 0,-1 0,1-1,-1 1,0 0,0 0,0 0,-1 0,1 0,-2-1,1 1,0 1,-1-1,0 0,0 0,0 1,-1-1,1 1,-1-1,0 1,-1 0,1 0,-1 0,-2-1,-1-1,0 1,0 0,0 1,-1-1,0 1,1 1,-1 0,-1 0,1 0,0 1,-1 0,1 1,-1 0,0 0,1 1,-1 0,0 1,1 0,-1 0,3-1,-1 1,1 1,-1-1,1 1,0 0,-1 0,1 1,0 0,1 0,-1 0,0 1,1 0,0 0,0 0,0 0,1 1,-1 0,1 0,0 0,0 1,1-1,0 1,0 0,0 0,0 0,0 4,2-3,1 0,-1 0,1 0,1 0,-1 0,1 0,0 0,1 0,0-1,0 1,0 0,1-1,0 1,0-1,1 0,-1 0,1 0,1-1,-1 0,1 1,0-1,0 0,36 34</inkml:trace>
  <inkml:trace contextRef="#ctx0" brushRef="#br0" timeOffset="643.877">1272 1189,'49'-228,"-30"97,-5-1,-5 0,-7 0,-8-47,6 178,-1-38,-3 1,-1 0,-2 1,-7-22,14 56,-1 1,1-1,0 1,-1 0,0 0,1 0,-1 0,0-1,0 1,0 0,0 1,0-1,-1 0,1 0,-1 0,1 1,-1-1,0 1,1-1,-1 1,-1-1,-8 16,4 8,0-1,2 2,1-1,1 1,0 0,2 1,-2 2,-6 80,3 1,6 0,4 0,18 104,-19-189,0 0,2-1,0 0,2 0,0 0,1-1,1 0,1 0,1-1,0-1,13 16,-20-30,0 0,0 0,0-1,0 1,0-1,1 0,-1 0,1 0,0-1,0 0,0 0,0 0,0 0,1-1,-1 0,0 0,1 0,-1-1,0 0,1 0,-1 0,1-1,-1 0,0 0,1 0,-1 0,0-1,0 0,0 0,0 0,0-1,-1 0,1 0,-1 0,1-1,22-21</inkml:trace>
  <inkml:trace contextRef="#ctx0" brushRef="#br0" timeOffset="884.238">1259 575,'-27'-9,"-19"-6,-10-2,3 2,7 1,14 3,19 3,26 3,30 3,34 1,35 1,33 1,28-1,19 3,-24 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6:02.7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696 313,'-12'14,"-9"15,-14 17,-12 16,-11 14,-10 12,-7 10,-4 3,2-2,8-8,12-12,17-17,15-15,14-16,15-16,17-16,13-19,2-4</inkml:trace>
  <inkml:trace contextRef="#ctx0" brushRef="#br0" timeOffset="256.345">856 727,'-15'16,"-16"17,-14 14,-15 14,-10 14,-9 9,-5 7,-2 6,3 4,6 2,7-4,11-9,13-14,14-14,16-18,14-20,8-12</inkml:trace>
  <inkml:trace contextRef="#ctx0" brushRef="#br0" timeOffset="497.698">830 1329,'-14'20,"-15"23,-20 23,-16 20,-14 18,-9 12,-5 6,1 2,8-5,10-12,19-16,18-20,18-20,19-18,10-15</inkml:trace>
  <inkml:trace contextRef="#ctx0" brushRef="#br0" timeOffset="734.612">923 2051,'-7'16,"-11"17,-11 16,-13 15,-13 14,-10 13,-8 12,-5 11,1 7,3 0,9-3,11-9,11-12,12-12,11-18,10-16,10-18,6-14</inkml:trace>
  <inkml:trace contextRef="#ctx0" brushRef="#br0" timeOffset="948.044">884 3120,'-9'14,"-13"18,-13 17,-14 16,-14 16,-6 11,-5 9,0 3,4 2,7-3,13-8,11-9,13-10,11-11,10-12,11-15,3-14</inkml:trace>
  <inkml:trace contextRef="#ctx0" brushRef="#br0" timeOffset="1203.359">843 3989,'-7'19,"-6"16,-11 17,-10 15,-10 12,-13 11,-6 8,-3 6,-1 1,5-1,5-5,8-8,10-10,11-15,12-13,9-14,14-14,5-10</inkml:trace>
  <inkml:trace contextRef="#ctx0" brushRef="#br0" timeOffset="1454.687">816 4805,'-11'18,"-14"18,-12 16,-13 17,-8 15,-6 12,-4 10,1 5,5-1,4-2,7-7,8-11,9-12,10-12,9-11,10-12,8-13,2-12</inkml:trace>
  <inkml:trace contextRef="#ctx0" brushRef="#br0" timeOffset="1688.062">856 5728,'-4'22,"-9"22,-11 19,-15 19,-14 16,-13 17,-10 13,-6 11,-3 5,2 0,8-7,12-15,15-19,15-23,16-25,18-21,8-18</inkml:trace>
  <inkml:trace contextRef="#ctx0" brushRef="#br0" timeOffset="1920.473">710 6677,'-3'16,"-4"14,-9 16,-8 13,-9 16,-11 14,-6 16,-6 13,-6 8,0 4,2-5,8-10,10-17,13-23,12-25,15-25,14-26,5-13</inkml:trace>
  <inkml:trace contextRef="#ctx0" brushRef="#br0" timeOffset="2168.811">683 7452,'0'17,"-1"0,0 1,-1-1,-1 0,0 0,-1 0,-1-1,-1 1,0-1,-3 3,-1 6,-127 300,56-142,-6 44,67-147,20-79,0 0,0 0,1 0,-1 0,0 0,1 1,-1-1,1 0,-1-1,1 1,0 0,-1 0,1 0,0 0,-1 0,1-1,0 1,0 0,0-1,0 1,0 0,0-1,0 1,0-1,0 0,0 1,0-1,0 0,0 1,0-1,0 0,0 0,1 0,-1 0,0 0,0 0,0-1,0 1,0 0,0 0,0-1,0 1,0-1,0 1,0-1,0 1,0-1,0 0,0 1,0-1,-1 0,1 0,0 1,0-1,-1 0,1-1,80-49,-38 23</inkml:trace>
  <inkml:trace contextRef="#ctx0" brushRef="#br0" timeOffset="2334.367">736 8267,'9'14,"-1"13,-7 12,-8 10,-10 8,-6 6,-4 1,0-1,3-4,5-8,9-8,7-7,7-5,3-8</inkml:trace>
  <inkml:trace contextRef="#ctx0" brushRef="#br0" timeOffset="4530.918">575 1142,'2'-4,"-1"0,1 0,0 0,0 1,0-1,1 1,-1-1,1 1,0 0,0 0,0 0,0 0,0 1,1-1,-1 1,1 0,0 0,0 0,0 0,-1 1,1 0,1 0,-1 0,0 0,0 0,0 1,0 0,1 0,-1 0,3 0,201-1,24 23,162-23,-218-4,95 13,242 48,96-54,-496 14,-105-12,-5-1</inkml:trace>
  <inkml:trace contextRef="#ctx0" brushRef="#br0" timeOffset="6398.189">468 8789,'211'-23,"-93"6,231 2,-60 5,-227 5,414-19,-290 25,-168 4,-16-2</inkml:trace>
  <inkml:trace contextRef="#ctx0" brushRef="#br0" timeOffset="22197.356">2006 233,'0'484,"-29"-1029,23 462,4 66,1 13,0-1,1 1,-1-1,1 0,0 1,0-1,0 1,1-1,0 0,0 1,0 0,0-1,2-2,-1 7,0-1,0 0,0 0,0 1,0-1,0 1,0-1,0 1,0 0,0 0,0 0,1 0,-1 0,0 0,0 1,0-1,0 1,0 0,0-1,0 1,0 0,0 0,0 0,0 1,4 0,40 15,1-1,0-3,1-2,38 4,90-9,-161-4</inkml:trace>
  <inkml:trace contextRef="#ctx0" brushRef="#br0" timeOffset="22435.234">2073 460,'16'0,"14"0,16-3,12-2,8-3,8-2,-2 0,-9 2,-15 3</inkml:trace>
  <inkml:trace contextRef="#ctx0" brushRef="#br0" timeOffset="38231.159">1993 1396,'-18'51,"16"-44,0-1,0 1,1 0,-1 0,2 0,-1 0,1 0,0 0,0 0,1 0,0-1,0 1,0 0,1 0,0-1,1 1,-1-1,1 1,1-1,-1 0,1 0,2 2,3 3,1-1,1 0,0-1,0 0,1 0,0-1,0-1,1 0,-1-1,2 0,-1-1,1-1,0 0,0 0,0-2,0 0,0 0,2-1,-10-2,-1 0,1 0,-1 0,1-1,-1 0,0 0,0 0,0-1,0 1,0-1,0-1,-1 1,1 0,-1-1,0 0,0 0,-1 0,1-1,0 0,53-94,-51 87,-1-1,-1 0,0 0,-1-1,0 1,-1-1,0 1,-1-14,-1 21,0 0,-1 1,0-1,0 1,0-1,-1 1,0-1,0 1,0 0,-1 0,1 0,-1 0,0 1,-1-1,1 1,-1-1,0 1,0 0,0 1,-1-1,1 1,-1 0,0 0,-4-1,0 1,0 0,-1 0,1 1,-1 1,1 0,-1 0,0 0,0 1,1 1,-1 0,0 0,1 1,-1 0,1 0,0 1,0 1,0-1,0 2,0-1,1 1,0 0,0 1,0 0,-2 3,2-4,1 2,0-1,0 1,1 0,0 0,0 1,1-1,0 1,0 1,1-1,0 1,0-1,-2 9,1 4</inkml:trace>
  <inkml:trace contextRef="#ctx0" brushRef="#br0" timeOffset="44866.615">2086 2332,'-15'-12,"13"10,0 0,-1 0,1 0,0 1,0-1,-1 0,1 1,-1-1,0 1,1 0,-1 0,0 0,0 0,0 1,1-1,-1 1,0 0,0-1,0 1,0 1,0-1,0 0,0 1,1-1,-5 2,1 0,0 0,0 1,1 0,-1 0,1 0,-1 0,1 1,0 0,0 0,0 1,1-1,0 1,0 0,0 0,0 0,1 1,0-1,0 1,0 0,1 0,0 0,0 0,0 4,1-2,1 1,1-1,0 1,0-1,1 1,0-1,0 1,1-1,0 0,0 0,1 0,0-1,0 1,1-1,0 0,0-1,1 1,0-1,0 0,0 0,1 0,0-1,0 0,0-1,1 0,-1 0,1 0,0-1,0 0,1-1,-1 0,6 1,-4 1,0-1,0-1,1 0,-1 0,1-1,-1 0,1-1,-1 0,1-1,-1 0,1-1,-1 0,0 0,1-1,-1-1,-1 0,1 0,0-1,-1 0,0 0,0-1,-1 0,0-1,0 0,0 0,-1-1,0 0,0 0,-1-1,0 1,0-1,-1-1,-1 1,2-4,-2-3,-1 1,-1-1,0 0,-1 0,0 0,-2 0,0 0,-1 1,0-1,-1 0,-1 1,-1-3,2 11,0 0,-1-1,0 2,0-1,0 0,-1 1,0 0,0 0,-1 0,0 1,0 0,0 0,-1 1,1-1,-1 1,0 1,0-1,0 1,-1 0,1 1,-1 0,0 0,0 1,1-1,-1 2,0-1,0 1,0 1,0-1,0 1,-2 1,-2-1,1 1,0 0,-1 1,1 0,1 1,-1 0,0 0,1 1,0 1,0 0,1 0,-1 1,1 0,1 1,-1-1,1 2,1-1,0 1,0 1,0-1,1 1,1 0,0 0,0 1,1-1,0 1,1 0,-1 8,0 13,3-4</inkml:trace>
  <inkml:trace contextRef="#ctx0" brushRef="#br0" timeOffset="50215.335">2073 3200,'-32'-5,"1"0,-1 2,0 2,-1 0,-8 3,38-1,0-1,0 1,1 0,-1-1,0 1,0 1,1-1,-1 0,0 1,1-1,0 1,-1 0,1 0,0 0,0 0,0 0,0 0,0 0,0 1,1-1,-1 1,1-1,0 1,-1 0,1 0,0-1,1 1,-1 0,0 0,-7 91,8-87,0 1,-1 1,1 0,1 0,-1 0,2-1,-1 1,1-1,0 1,1-1,0 1,1-1,-1 0,1-1,1 1,0-1,0 0,0 0,1 0,2 2,6 0,1 0,1-1,-1-1,1 0,0-1,1-1,0 0,0-1,0-1,0-1,0 0,0-1,1-1,-1-1,0 0,6-2,-15 2,-1-1,1 1,-1-1,0 0,0-1,0 1,0-1,0-1,0 0,-1 1,0-2,0 1,0-1,0 0,-1 0,1-1,-2 0,1 1,0-2,-1 1,0 0,-1-1,0 0,0 0,2-6,2-21,-2 0,-2 0,-1-1,-1 1,-2-4,-1 34,1-1,-1 1,0 0,-1 0,1 0,-1 0,0 0,1 1,-2-1,1 1,0 0,-1 0,1 0,-1 0,0 0,0 1,0 0,-1 0,1 0,0 0,-1 1,1-1,-1 1,1 0,-1 1,0-1,-3 1,1-2,-23-5,0 2,-1 1,0 1,1 2,-1 1,0 1,0 2,1 1,-12 3,34-4,0 0,1 0,-1 1,1-1,0 2,0-1,0 1,1 0,0 0,0 1,0 0,0 0,1 0,0 1,1-1,-1 1,1 0,1 1,-1-1,-2 8,-13 25,1-3</inkml:trace>
  <inkml:trace contextRef="#ctx0" brushRef="#br0" timeOffset="54752.498">1752 4363,'-1'-5,"0"0,0-1,1 1,0 0,0-1,0 1,1 0,0-1,0 1,0 0,1 0,0-1,0 1,0 0,0 1,1-1,0 0,0 0,4-10,111-235,-118 249,16-24,-16 25,1-1,-1 1,0 0,1 0,-1-1,0 1,1 0,-1-1,0 1,1 0,-1 0,1 0,-1 0,0-1,1 1,-1 0,1 0,-1 0,1 0,-1 0,1 0,-1 0,0 0,1 0,-1 0,1 0,-1 0,1 1,-1-1,0 0,1 0,-1 0,1 0,-1 1,0-1,1 0,-1 1,0-1,1 0,-1 0,0 1,1-1,-1 0,0 1,0-1,0 1,1-1,-1 0,0 1,0-1,0 1,0-1,0 1,0-1,0 0,0 1,0-1,0 1,0-1,13 125,10 242,-22-333,0-19,0-1,-1 1,-1-1,0 1,-1-1,-1 0,-2 7,2-17,0 0,0 0,0-1,0 1,-1-1,0 0,0 0,0-1,0 1,0-1,0 1,-1-1,1-1,-1 1,1-1,-1 1,0-1,1-1,-1 1,0-1,0 0,0 0,1 0,-1 0,0-1,0 0,1 0,-1 0,0-1,1 1,-1-1,1 0,0-1,-3-1,6 4,1-1,0 1,0 0,-1-1,1 1,0-1,0 1,0-1,0 1,-1 0,1-1,0 1,0-1,0 1,0-1,0 1,0-1,0 1,0-1,0 1,0-1,0 1,1-1,-1 1,0 0,0-1,0 1,1-1,-1 1,0 0,0-1,1 1,-1-1,0 1,1 0,-1-1,0 1,1 0,-1 0,1-1,-1 1,0 0,1 0,-1 0,1-1,-1 1,1 0,-1 0,1 0,-1 0,1 0,-1 0,1 0,-1 0,0 0,1 0,-1 0,1 0,-1 1,1-1,-1 0,1 0,-1 0,0 1,1-1,-1 0,1 0,-1 1,2-2,29-6,58-15,1 4,0 3,1 5,71 1,-150 9</inkml:trace>
  <inkml:trace contextRef="#ctx0" brushRef="#br0" timeOffset="57169.112">1739 5219,'-2'0,"0"-1,1 1,-1-1,1 1,-1 0,0-1,1 1,-1 0,0 0,1 0,-1 0,1 0,-1 1,0-1,1 1,-1-1,1 1,-1-1,0 1,1 0,0 0,-1-1,1 1,0 0,-1 0,1 1,0-1,0 0,0 0,0 0,0 1,0-1,0 1,0 0,-27 54,22-41,1 0,0 1,1 0,1-1,0 1,1 1,1-1,0 0,2 0,-1 1,1-13,0 0,0 0,1 0,-1 0,1 0,0 0,0 0,0 0,0-1,1 1,0-1,-1 1,1-1,0 0,1 0,-1 0,0-1,1 1,0-1,-1 0,1 0,0 0,0-1,0 1,0-1,1 0,-1 0,1 0,12 2,-1-1,1-1,0 0,0-1,0-1,11-1,-14 1,0 0,0-1,-1 0,1-1,-1-1,0 0,0-1,0 0,-1-1,1 0,-1-1,-1-1,1 1,-1-2,-1 0,0 0,0-1,-1 0,5-7,-7 7,-1-1,0 0,-1 0,-1-1,1 1,-2-1,0 0,0 0,-1 0,-1-1,0 1,0 0,-1-1,-1 1,0 0,-2-6,1 13,0 0,-1 0,0 0,0 0,0 1,0-1,-1 1,0 0,0 0,0 0,0 1,-1-1,1 1,-1 0,0 0,0 1,0 0,0-1,0 2,-1-1,-111-20,99 20,-1 2,1 0,-1 1,1 1,0 1,-1 0,1 2,1 0,-5 2,13-4,1 1,0 0,-1 0,2 1,-1 0,1 0,0 1,0 0,0 0,1 0,0 1,0 0,0 0,1 1,0 0,1 0,0 0,0 0,-2 8,1 7,0 1,2-1,1 1,0 0,3 24,-1-40,0 34</inkml:trace>
  <inkml:trace contextRef="#ctx0" brushRef="#br0" timeOffset="58570.803">1631 6262,'18'-41,"148"-298,-166 338,1 0,-1 0,0-1,0 1,0 0,1 0,-1 0,0 0,1 0,-1 0,1 1,-1-1,1 0,-1 0,1 0,0 0,-1 1,1-1,0 0,0 0,0 1,-1-1,1 1,0-1,0 1,0-1,0 1,0-1,0 1,0 0,0 0,0 0,0-1,0 1,0 0,1 0,-1 0,0 0,0 1,0-1,0 0,0 0,0 1,0-1,0 0,0 1,0-1,0 1,-1 0,1-1,0 1,0 0,0-1,-1 1,1 0,0 0,-1-1,1 1,0 0,-1 0,1 0,-1 0,0 0,1 0,-1 1,12 27,-2 1,0 0,-3 1,0 0,-2 0,-1 1,-1 17,2 42,-4 2,-4-1,-7 37,10-127,0 0,0 0,0 0,-1 0,1-1,0 1,-1 0,1 0,-1-1,1 1,-1 0,0-1,0 1,1-1,-1 1,-1-1,1 1,0-1,0 1,0-1,-1 0,1 0,0 0,-1 0,0 0,1 0,-1 0,1 0,-1-1,0 1,1 0,-1-1,0 0,0 1,0-1,1 0,-1 0,0 0,0 0,0 0,1 0,-1-1,0 1,0-1,-89-19,91 20,0-1,0 1,0-1,0 1,0-1,0 1,0-1,1 0,-1 1,0 0,0-1,1 1,-1-1,0 1,1-1,-1 1,0-1,1 1,-1 0,1-1,-1 1,0 0,1 0,-1-1,1 1,-1 0,1 0,-1-1,1 1,-1 0,1 0,0 0,-1 0,1 0,-1 0,1 0,-1 0,1 0,-1 0,1 0,-1 0,1 1,-1-1,1 0,-1 0,1 0,-1 1,1-1,-1 0,123-9,1 4,13 7,-8 21,-129-23,0 1,1-1,-1 0,1 0,0 1,-1-1,1 0,-1 0,1 0,-1 0,1 0,-1 0,1 0,-1 0,1 0,-1 0,1 0,0 0,-1 0,1-1,-1 1,1 0,-1 0,1 0,-1-1,1 1,-1 0,0-1,1 1,-1 0,1-1,-1 1,0-1,1 1,-1-1,0 1,1-1,-1 1,0-1,0 1,0-1,1 1,-1-1,0 1,0-1,0 1,0-1,0 1,0-9</inkml:trace>
  <inkml:trace contextRef="#ctx0" brushRef="#br0" timeOffset="59401.943">1739 7211,'72'-103,"107"-124,-178 226,-1 0,0 0,1 0,-1 1,0-1,0 0,0 1,1-1,-1 0,0 1,1-1,-1 0,1 1,-1-1,1 1,-1-1,1 1,-1-1,1 1,-1-1,1 1,0-1,-1 1,1 0,-1 0,1-1,0 1,0 0,-1 0,1-1,0 1,-1 0,1 0,0 0,0 0,-1 0,1 0,0 0,0 1,-1-1,1 0,0 0,-1 0,1 1,0-1,-1 0,1 1,0-1,-1 1,1-1,-1 1,1-1,-1 1,1-1,-1 1,1 0,3 17,-1 0,0 1,-1-1,-1 1,-1 0,-1 2,1 10,1 31,1-22,-2-1,-1 0,-2 0,-1 0,-2-1,-11 35,14-62,-1-1,0-1,-1 1,0-1,-1 1,0-1,0-1,-1 1,0-1,0-1,-1 1,-2 1,8-8,1 0,0 0,-1 0,1 0,-1 0,1 0,-1-1,1 1,-1 0,0-1,1 0,-1 1,1-1,-1 0,0 0,1 0,-1 0,0 0,0 0,1 0,-1-1,1 1,-1-1,0 1,1-1,-1 1,1-1,-1 0,1 0,-1 0,1 0,0 0,0 0,-1 0,1 0,0-1,16-6,138 1,191-25,-308 29</inkml:trace>
  <inkml:trace contextRef="#ctx0" brushRef="#br0" timeOffset="60304.076">1646 8080,'203'-203,"-199"199,-3 2,0 0,0 1,1-1,-1 0,0 1,1-1,-1 1,1-1,-1 1,1 0,0 0,-1-1,1 1,0 0,0 1,0-1,0 0,0 0,0 1,0-1,0 1,0 0,0 0,0-1,0 1,0 1,0-1,0 0,0 0,0 1,0-1,0 1,0 0,2 0,-1 4,0 0,0 0,0 1,0-1,-1 1,0-1,0 1,-1 0,0 0,0-1,0 1,0 2,1 4,3 20,-1 1,-1-1,-2 1,-1 0,-2 0,-1-1,1-18,0 0,-1 0,-1 0,0-1,-1 1,0-1,-1 0,0-1,-1 0,-1 0,0 0,0-1,-1 0,-1 0,-2 1,11-10,-1 0,0 0,0-1,0 1,0 0,-1-1,1 1,0-1,-1 0,1 0,-1 0,1 0,-1 0,0 0,1-1,-1 1,0-1,1 0,-1 0,0 0,1 0,-1 0,0-1,14-5,186-18,153-9,-346 33,6-1,1 0,0 1,-1 0,1 0,-1 1,1 1,-1 0,1 0,-1 1,0 0,0 1,0 0,-1 0,5 4,4 11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19.8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161 250,'-23'123,"-5"110,16-118,-5 72,14-396,-42-386,43 580,1 12,0 0,0-1,0 1,1 0,-1-1,1 1,0-1,0 1,0-1,0 1,1-1,0 1,-1-1,1 1,0 0,0-1,1 1,-1 0,1 0,0 0,0 0,0 0,0 0,2-1,73-1,-61 6,40 3,-1 3,0 2,0 2,-1 3,-1 2,12 7,-42-12,-7-2</inkml:trace>
  <inkml:trace contextRef="#ctx0" brushRef="#br0" timeOffset="254.325">0 504,'25'11,"20"4,18-1,11-4,8-7,-2-4,-4-1,-17-1</inkml:trace>
  <inkml:trace contextRef="#ctx0" brushRef="#br0" timeOffset="418.878">910 544,'15'-2,"18"-1,16-2,13-1,8 2,3 3,-4 6,-6 5,-15 0</inkml:trace>
  <inkml:trace contextRef="#ctx0" brushRef="#br0" timeOffset="584.435">1137 812,'16'2,"19"1,21 0,20-1,17-3,-7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21.1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24 1,'-20'537,"17"-126,17-1,23 49,41 133,-11-101,-17 80,-44-376,-11 78,1-234,2-38,2-18,2-18</inkml:trace>
  <inkml:trace contextRef="#ctx0" brushRef="#br0" timeOffset="2475.715">599 175,'15'30,"-1"0,-2 1,-1 1,-2 0,-1 0,-1 1,-2 0,0 8,7 77,-8-101,-4-16,0-1,0 0,1 0,-1 0,0 0,1 1,-1-1,0 0,0 0,1 0,-1 0,0 0,1 0,-1 0,0 1,0-1,1 0,-1 0,0 0,1 0,-1-1,0 1,1 0,-1 0,0 0,0 0,1 0,-1 0,0 0,1 0,-1-1,0 1,0 0,1 0,-1 0,0-1,0 1,0 0,1 0,-1 0,0-1,0 1,0 0,0-1,1 1,-1 0,0 0,0-1,0 1,0 0,0-1,0 1,0 0,0-1,0 1,0 0,0 0,0-1,0 1,0 0,0-1,0 1,14-36,-1-1,-2-1,-2 0,0-4,10-106,-19 159,-2 11,1 1,1-1,1 1,1-1,1 1,1-1,1 0,0 0,2 0,7 13,-13-31,0-1,1 0,0 1,-1-1,1 0,1 0,-1 0,0 0,1 0,-1-1,1 1,0-1,0 1,0-1,0 0,0 0,1-1,-1 1,1-1,-1 1,1-1,-1 0,1 0,0-1,-1 1,1-1,0 0,-1 0,1 0,0 0,0-1,-1 1,1-1,0 0,-1 0,1-1,-1 1,0-1,1 1,-1-1,0 0,0 0,0-1,1 0,5-11,0 0,-1 0,-1-1,0 0,-1 0,-1-1,0 0,-1 0,-1 0,0 0,-1-1,-1 1,-1-1,0 1,-1-1,-1 0,2 6,-1-49,-8 74,2 25,1 0,2 0,2 0,2 0,2 16,-2-47,0 1,1-1,0 1,1-1,0 1,0-1,1 0,0 0,0 0,1 0,-1 0,2-1,-1 0,1 0,1 0,-1 0,1-1,5 4,13 6</inkml:trace>
  <inkml:trace contextRef="#ctx0" brushRef="#br0" timeOffset="2900.455">1320 428,'122'-6,"-81"3,0 1,1 2,26 4,-12 16,-55-19,1 0,-1 0,0 0,0 0,0 1,0-1,0 0,-1 1,1-1,0 1,-1-1,1 1,-1-1,1 1,-1-1,0 1,1-1,-1 1,0 0,0-1,0 1,0-1,-1 1,1-1,0 1,-1 0,1-1,-1 1,1-1,-1 0,0 1,1-1,-1 1,0-1,0 0,-11 14,0 0,-1-1,-1-1,0 0,-1-1,0 0,-1-1,0-1,-8 3,-69 36,133-49,-31-1,22-4,0 0,-1 2,1 2,0 0,0 2,0 2,0 1,-1 1,1 1,23 9,-49-13,0-1,-1 1,1-1,0 1,-1 1,0-1,1 1,-1-1,0 1,-1 0,1 1,0-1,-1 1,0-1,0 1,0 0,0 0,0 1,-1-1,0 0,0 1,0 0,-1-1,1 1,-1 0,0 0,0-1,-1 1,0 0,1 0,-2 0,1 0,-1 1,-5 5,0 0,-1 0,0-1,-1 0,0-1,-1 0,0 0,0-1,-1 0,0-1,-1 1,1-2,-1 0,0 0,-1-1,0-1,-11 4,-21 8,-2-2,0-2,0-2,-6-1,-15 0</inkml:trace>
  <inkml:trace contextRef="#ctx0" brushRef="#br0" timeOffset="5766.677">839 1551,'19'24,"-2"0,-1 2,-1 0,-1 0,-1 1,-1 1,-2 0,6 24,-8-9,-2 2,-2-1,-2 38,11-108,82-294,-89 291,-6 29,0 0,0 1,0-1,1 0,-1 0,0 0,0 0,0 0,0 0,1 1,-1-1,0 0,0 0,0 0,1 0,-1 0,0 0,0 0,0 0,1 0,-1 0,0 0,0 0,0 0,1 0,-1 0,0 0,0 0,0 0,1 0,-1 0,0 0,0 0,0 0,1 0,-1-1,0 1,0 0,0 0,4 26,-2 2,-1 4,2 0,1-1,2 1,1-1,1 0,4 6,-11-35,-1 1,0-1,1 0,0 0,-1 0,1 1,0-1,0 0,0 0,0 0,1 0,-1-1,0 1,1 0,-1 0,1-1,0 1,-1-1,1 0,0 1,0-1,0 0,0 0,0 0,0 0,1 0,-1-1,0 1,0-1,0 1,1-1,-1 0,0 0,1 0,-1 0,0 0,0-1,1 1,-1-1,0 1,1-1,5-7,0 0,0 0,-1-1,0 1,-1-2,0 1,0-1,-1 0,0 0,-1 0,0-1,0 0,1-7,1-7,0 0,-2-1,0 1,-2-1,0-4,-12 96,8-48,-1 4,0-1,2 1,1-1,0 1,1 0,2-1,0 0,1 1,1-1,1-1,4 7,42 29,-23-40</inkml:trace>
  <inkml:trace contextRef="#ctx0" brushRef="#br0" timeOffset="5967.141">1695 1778,'23'-2,"19"-1,13-2,6 0,1 0,-7 2,-12 1</inkml:trace>
  <inkml:trace contextRef="#ctx0" brushRef="#br0" timeOffset="6392.472">1615 1793,'-1'47,"10"116,-8-160,0-1,0 1,1-1,-1 0,1 0,0 0,-1 0,1 0,0 0,0 0,0 0,1-1,-1 1,0-1,0 0,1 0,-1 0,1 0,-1 0,1 0,0 0,-1-1,1 1,0-1,-1 0,1 0,0 0,-1 0,1-1,0 1,-1-1,1 1,-1-1,1 0,-1 0,3-1,10 0,9-1,-9 0,1 0,-1 1,0 1,1 0,-1 1,0 1,1 1,-1 0,0 1,0 0,0 1,11 5,-23-8,0 1,-1 0,1 0,0 0,0 0,-1 0,0 0,1 1,-1-1,0 1,0 0,0-1,0 1,-1 0,1 0,-1 0,0 0,0 1,0-1,0 0,0 0,-1 1,1-1,-1 0,0 1,0-1,0 0,-1 1,0 1,-1 2,0 1,0-1,-1 0,0 0,-1 0,1 0,-1-1,-1 1,1-1,-1 0,0 0,-3 2,-11 10,-1-2,0 0,-1-2,0 0,-1-1,-1-1,0-1,0-1,-1-2,-17 5,-2-11,33-7</inkml:trace>
  <inkml:trace contextRef="#ctx0" brushRef="#br0" timeOffset="8819.871">1000 2915,'10'9,"0"0,0 0,-1 1,-1 0,0 1,0 0,-1 0,0 1,-1 0,0 0,-1 0,-1 1,0-1,0 1,-1 2,32 150,-35-165,1 0,-1-1,0 1,0 0,0-1,1 1,-1 0,0-1,1 1,-1 0,0 0,1-1,-1 1,0 0,1 0,-1 0,1 0,-1-1,0 1,1 0,-1 0,1 0,-1 0,0 0,1 0,-1 0,1 0,-1 0,0 0,1 0,-1 1,1-1,-1 0,0 0,1 0,-1 0,0 1,1-1,-1 0,0 0,1 0,-1 1,0-1,1 0,-1 1,0-1,0 0,1 1,-1-1,0 0,0 1,0-1,0 1,1-1,-1 0,0 1,0-1,0 1,0-1,0 0,0 1,0-1,0 1,0-1,0 0,0 1,-1 0,15-35,-12 28,40-189,-27 150,-13 45,-1 0,0 0,1 0,-1 1,0-1,1 0,-1 1,0-1,0 0,1 1,-1 0,0-1,0 1,0 0,0 0,0-1,0 1,0 0,0 0,0 0,0 0,0 0,0 1,-1-1,1 0,-1 0,1 0,-1 1,1-1,-1 0,1 0,-1 1,0 0,2 1,91 169,-93-170,1-1,0 0,-1 1,1-1,0 0,0 0,-1 0,1 0,0 0,0 0,0 0,0 0,1 0,-1 0,0 0,0-1,0 1,1-1,-1 1,0-1,1 1,-1-1,0 0,1 1,-1-1,0 0,1 0,-1 0,1 0,-1 0,0 0,1-1,-1 1,1 0,-1-1,0 1,1-1,-1 1,0-1,0 0,0 0,1 1,-1-1,0 0,0 0,1-1,6-11,1 0,-2 0,1-1,-2 0,0 0,-1-1,0 0,1-10,-2 13,19-73,-17 83,-6 22,0-18,0 35,0-5,1 1,1-1,1 0,6 18,-8-42,2 0,-1 0,1 0,0 0,0 0,1-1,0 0,1 1,0-2,0 1,0 0,1-1,0 0,0 0,0-1,1 0,0 0,0 0,6 2,19 7</inkml:trace>
  <inkml:trace contextRef="#ctx0" brushRef="#br0" timeOffset="9208.339">2176 2902,'-12'0,"-1"0,0 1,0 0,0 1,1 0,-1 1,1 1,-1 0,1 0,0 1,1 1,-1 0,1 1,1 0,-1 0,1 1,0 1,1-1,0 2,0-1,1 1,0 1,1-1,0 1,1 0,-4 10,4-7,1 0,0 0,1 1,0-1,2 1,-1 0,2-1,0 1,1 0,0 0,1 0,1 0,0 0,1-1,1 1,0-1,1 0,1 0,0 0,0-1,2 0,-1 0,2-1,0 0,0 0,1-1,0-1,1 1,1-1,-1-1,1 0,1-1,-10-6,1 0,-1 1,1-1,0-1,0 1,0-1,0 1,0-1,0 0,0-1,0 1,0-1,0 1,0-1,0-1,1 1,-1 0,0-1,0 0,0 0,0 0,0-1,0 1,-1-1,1 0,0 0,-1 0,1-1,-1 1,0-1,0 0,0 1,0-1,0-1,-1 1,1 0,0-3,1-3,0 0,-1 0,0-1,0 1,-1-1,0 0,-1 0,0 1,0-1,-1 0,-1 0,0 0,0 0,0 0,-2 1,-1-9,3 16,0-1,0 1,-1-1,1 1,0-1,-1 1,1 0,-1 0,0 0,0 0,0 0,0 0,0 0,0 1,-1-1,1 1,0-1,-1 1,1 0,-1 0,1 0,-1 0,0 0,0 1,1-1,-1 1,0 0,1 0,-1 0,0 0,0 0,1 1,-1-1,0 1,0 0,1 0,-1 0,-2 1,-6 3,-1 1,1 0,0 0,0 1,1 1,0 0,-8 8,-26 29,2 0</inkml:trace>
  <inkml:trace contextRef="#ctx0" brushRef="#br0" timeOffset="11119.804">1013 3918,'4'5,"0"0,0 1,-1-1,0 1,0 0,0 0,-1 0,0 0,0 0,-1 1,0-1,4 12,70 327,-64-318,-10-27,-1 0,0 1,1-1,-1 0,1 0,-1 0,1 1,-1-1,1 0,-1 0,0 0,1 0,-1 0,1 0,-1 0,1 0,-1 0,1 0,-1 0,1 0,-1 0,1-1,-1 1,0 0,1 0,-1 0,1-1,-1 1,0 0,1-1,-1 1,1 0,-1-1,0 1,0 0,1-1,-1 1,0-1,0 1,1 0,-1-1,0 1,0-1,0 1,0-1,0 1,0-1,1 1,-1-1,0 1,0 0,0-1,-1 0,64-196,-2 33,-61 164,0-1,0 1,0 0,0-1,0 1,0 0,0-1,0 1,0 0,0-1,0 1,0 0,0-1,0 1,1 0,-1-1,0 1,0 0,0 0,0-1,1 1,-1 0,0 0,0-1,0 1,1 0,-1 0,0 0,1-1,-1 1,0 0,0 0,1 0,-1 0,0 0,1 0,-1-1,0 1,1 0,-1 0,0 0,1 0,-1 0,0 0,1 0,-1 0,0 1,1-1,-1 0,0 0,1 0,-1 0,0 0,0 0,1 1,-1-1,0 0,0 0,1 0,-1 1,0-1,0 0,1 0,-1 1,0-1,0 0,0 1,0-1,5 24,-4 56,-3-60,2 0,0 0,2-1,0 1,1 0,1-1,3 9,-6-25,0 0,0 0,0 0,0 0,0 0,1 0,-1 0,1-1,0 1,0-1,0 1,0-1,0 0,1 1,-1-1,1-1,-1 1,1 0,0 0,-1-1,1 0,0 1,0-1,0 0,0-1,0 1,0 0,1-1,-1 0,0 0,0 0,0 0,0 0,0 0,1-1,-1 0,0 1,0-1,0 0,1-1,5-3,-1 0,0 0,0 0,0-1,-1-1,1 1,-1-1,-1 0,0-1,0 1,0-1,-1 0,0-1,-1 1,1-1,-2 0,1 0,-1-1,0-1,3-12,-2 1,0-1,-1 0,-1 0,-1-1,-2 1,-1-12,-1 144,2-63,0-11,0 1,3-1,1 0,1 0,2-1,3 4,20 17,-13-40</inkml:trace>
  <inkml:trace contextRef="#ctx0" brushRef="#br0" timeOffset="11422.994">1842 4105,'5'-3,"0"0,0 0,1 1,-1 0,1 0,-1 0,1 1,0 0,0 0,0 0,-1 1,1 0,0 0,0 0,0 1,0 0,-1 0,1 0,0 1,-1 0,1 0,-1 0,0 1,1 0,-1 0,0 0,-1 0,3 3,-1 5,1 0,-1 0,-1 1,0 0,-1 0,0 1,-1-1,0 1,-1 0,-1 0,0 0,0 0,-1-1,-1 1,0 1,1-3,-6 257,6-261</inkml:trace>
  <inkml:trace contextRef="#ctx0" brushRef="#br0" timeOffset="11672.331">1909 4386,'18'-5,"17"-3,15-3,9-2,7-1,1 0,-6 2,-12 3,-14 3</inkml:trace>
  <inkml:trace contextRef="#ctx0" brushRef="#br0" timeOffset="12253.312">251 3824,'11'57,"2"442,-11-457,3 86,6-1,21 93,-24-189,-8-31,0 0,0-1,1 1,-1 0,0 0,0 0,0 0,1 0,-1-1,0 1,0 0,1 0,-1 0,0 0,0 0,1 0,-1 0,0 0,0 0,1 0,-1 0,0 0,0 0,1 0,-1 0,0 0,0 0,1 0,-1 0,0 1,0-1,1 0,-1 0,0 0,0 0,0 0,1 1,-1-1,0 0,0 0,0 0,0 1,0-1,1 0,1-17</inkml:trace>
  <inkml:trace contextRef="#ctx0" brushRef="#br0" timeOffset="13452.553">2578 81,'24'82,"-2"2,-5 1,-3 0,-4 1,-4 0,-3 0,-6 40,3-115,-9 654,7 313,70 354,-67-1307,22 1110,-24-1128,1-13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39.8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34,'9'0,"10"-2,13-3,11-1,8-2,5 1,1 2,-6 5,-9 8,-12 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40.0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6,'16'4,"19"2,21 0,22-4,19-6,10-5,-13-1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42.8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1,'7'14,"9"13,11 14,12 9,11 7,8 3,6-2,1-1,-4-5,-7-5,-11-7,-13-8,-12-9</inkml:trace>
  <inkml:trace contextRef="#ctx0" brushRef="#br0" timeOffset="167.64">496 68,'-19'7,"-16"11,-15 14,-12 13,-7 12,2 9,5 3,9 0,13-3,15-8,20-12,10-13</inkml:trace>
  <inkml:trace contextRef="#ctx0" brushRef="#br0" timeOffset="486.82">749 563,'13'9,"1"0,0 0,0-2,0 1,1-2,0 0,0-1,1 0,0-2,-1 1,1-2,1 0,-1-1,0-1,11-1,-10 1,-1-1,1-1,-1 0,0-1,0-1,0 0,8-4,-20 6,1 1,-1-1,0 0,0 0,0 0,0-1,0 0,0 1,-1-1,1-1,-1 1,0 0,0-1,0 1,0-1,-1 0,0 0,1 0,-2 0,1-1,0 1,-1 0,0-1,0 1,0-1,0 0,-1 1,1-4,-4-1,1 0,-1 0,-1 0,0 0,0 1,0-1,-1 1,-1 0,1 1,-1-1,0 1,-1 0,0 1,0 0,0 0,-1 0,0 1,0 0,0 0,-1 1,0 0,1 1,-1 0,-1 0,-7-1,-4 0,0 1,0 1,0 0,0 2,0 1,0 0,1 1,-1 2,0 0,1 1,0 1,0 1,0 1,1 0,0 1,1 2,0 0,-15 12,-15 11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41.4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47 41,'-5'18,"1"18,8 11,11 10,10 1,10 0,6-3,4-3,1-7,-3-9,-6-10,-10-10</inkml:trace>
  <inkml:trace contextRef="#ctx0" brushRef="#br0" timeOffset="252.881">314 54,'-14'10,"-11"11,-10 11,-7 15,-2 10,1 7,4 3,8 1,10-4,8-7,7-13</inkml:trace>
  <inkml:trace contextRef="#ctx0" brushRef="#br0" timeOffset="501.217">475 375,'14'-9,"0"0,2 1,-1 1,1 0,-1 2,2-1,-1 2,1 0,-1 1,1 1,15 0,-29 2,1-1,-1 1,1 1,-1-1,1 0,-1 1,1 0,-1 0,0 0,0 0,1 0,-1 1,0-1,0 1,0 0,0 0,-1 0,1 0,0 1,-1-1,0 1,1-1,-1 1,0 0,0 0,-1 0,1 0,-1 0,1 0,-1 1,0-1,0 2,-1 9,-1 0,-1 0,0-1,-1 1,0-1,-1 1,-1-1,0 0,0-1,-2 1,1-1,-2-1,1 1,-2-1,0 1,-69 101,78-112,-1-1,0 1,1-1,-1 1,1 0,-1 0,1-1,-1 1,1 0,-1 0,1-1,0 1,-1 0,1 0,0 0,0 0,0 0,0-1,0 1,0 0,0 0,0 0,0 0,0 0,0-1,0 1,1 0,-1 0,0 0,1 0,-1-1,0 1,1 0,-1 0,1-1,0 1,-1 0,1-1,-1 1,1-1,0 1,-1-1,1 1,0-1,0 1,0-1,-1 0,1 1,0-1,0 0,0 0,0 1,-1-1,1 0,0 0,0 0,0 0,57-6,-58 6,53-13,-1-2,0-3,13-8,10-5</inkml:trace>
  <inkml:trace contextRef="#ctx0" brushRef="#br0" timeOffset="716.659">1170 1,'11'13,"11"17,11 12,6 7,6 8,4 0,1 0,-2-6,-4-6,-5-7,-7-9,-9-10</inkml:trace>
  <inkml:trace contextRef="#ctx0" brushRef="#br0" timeOffset="896.199">1490 41,'-18'16,"-13"17,-8 11,-4 12,1 8,2 5,9-1,9-5,9-8,6-14</inkml:trace>
  <inkml:trace contextRef="#ctx0" brushRef="#br0" timeOffset="1146.043">1798 269,'-2'20,"-4"16,0 12,-1 7,0 5,1 1,3-3,2-10,3-12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45.9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93 25,'-16'-4,"-8"-2,-1 0,5 1,13 2,14 3,18 4,18 2,20-1,17-1,14-5,4-6,-15-1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48.8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30,'22'16,"20"16,13 15,9 10,3 5,-4 1,-7-4,-9-5,-11-7,-8-11,-10-13</inkml:trace>
  <inkml:trace contextRef="#ctx0" brushRef="#br0" timeOffset="169.608">589 3,'-18'-2,"-16"3,-12 9,-11 12,-6 13,-2 14,1 11,4 8,9 5,12 0,13-5,13-7,14-9,6-14</inkml:trace>
  <inkml:trace contextRef="#ctx0" brushRef="#br0" timeOffset="514.02">896 350,'-2'5,"0"-1,0 1,1 0,0 0,0-1,0 1,0 0,1 0,-1 0,1 0,0 0,1 0,0 0,-1 0,1-1,1 1,-1 0,1 0,0-1,0 1,0-1,1 0,-1 1,1-1,0 0,0-1,0 1,1 0,3 1,-2-1,0-1,1 0,-1-1,1 1,0-1,0 0,0-1,0 0,0 0,0 0,1 0,-1-1,0 0,0 0,0-1,1 0,-1 0,0 0,0-1,0 0,-1 0,1-1,0 1,-1-1,1 0,-1-1,0 1,0-1,-1 0,1 0,-1-1,1 1,-1-1,-1 0,1 0,-1 0,0-1,0 1,0-1,-1 0,0 0,0 0,-1 0,1 0,-1 0,-1 0,1 0,-1 0,0-1,0 1,-1 0,0-3,-1 3,-1-1,0 1,0 0,-1-1,0 2,0-1,0 0,-1 1,0 0,0 0,0 0,0 0,-1 1,0 0,0 0,0 1,0-1,0 2,-1-1,1 0,-1 1,0 1,0-1,0 1,0 0,0 0,0 1,0 0,0 0,0 1,0 0,0 0,0 1,0 0,1 0,-1 0,-5 3,-77 49,49-23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48.1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1471 198,'7'11,"13"13,16 12,11 10,13 10,5 6,-2 1,-7 0,-11-2,-11-7,-11-8,-9-12</inkml:trace>
  <inkml:trace contextRef="#ctx0" brushRef="#br0" timeOffset="239.358">1900 211,'-16'9,"-15"12,-10 14,-8 15,0 12,3 9,8 9,11 4,8-1,9-14</inkml:trace>
  <inkml:trace contextRef="#ctx0" brushRef="#br0" timeOffset="506.645">2260 558,'-9'23,"-8"19,-2 13,-2 7,4 2,4-6,10-8,11-12,5-13</inkml:trace>
  <inkml:trace contextRef="#ctx0" brushRef="#br0" timeOffset="-1194.833">1 251,'0'0</inkml:trace>
  <inkml:trace contextRef="#ctx0" brushRef="#br0" timeOffset="-811.516">1 251,'9'-11,"5"2,3 11,3 13,5 16,4 11,8 8,5 5,3 2,1 0,-1-3,-3-5,-7-10,-9-11</inkml:trace>
  <inkml:trace contextRef="#ctx0" brushRef="#br0" timeOffset="-568.514">402 198,'-20'16,"-17"16,-8 15,-5 12,0 8,5 6,8 5,9-3,11-4,7-15</inkml:trace>
  <inkml:trace contextRef="#ctx0" brushRef="#br0" timeOffset="-249.333">602 505,'17'-5,"-1"2,1 0,0 1,0 1,0 0,1 1,10 2,-20-1,-1 0,1 0,-1 0,1 1,-1 1,0-1,0 1,0 0,0 1,-1-1,1 1,-1 1,0-1,0 1,0 0,-1 1,0-1,1 2,-3-2,0 1,0-1,0 1,-1 0,0 0,0 0,0 1,-1-1,0 0,0 1,0-1,-1 0,0 1,0-1,-1 1,0-1,0 0,0 1,-1-1,0 0,-1 1,-4 12,-1-1,-1 0,0 0,-2 0,0-2,-2 3,-89 100,103-119,0-1,0 1,0 0,-1-1,1 1,0 0,0 0,0 0,0-1,0 1,0 0,0 0,0 0,0 1,0-1,0 0,0 0,0 0,0 1,0-1,0 0,0 1,0-1,-1 1,1-1,0 1,0 0,-1-1,1 1,0 0,0-1,-1 1,1 0,-1 0,1-1,-1 1,1 0,-1 0,0 0,1 0,-1 0,0 0,0 0,1 0,-1 0,0 0,0 0,0 0,0 0,0 0,0 0,-1 0,1 0,0-1,0 1,-1 0,1 0,-1 0,1 0,-1 0,1 0,-1-1,1 1,-1 0,0 0,1-1,-1 1,0 0,47-6,0-2,-1-3,0-1,0-2,18-9,-31 12,61-21</inkml:trace>
  <inkml:trace contextRef="#ctx0" brushRef="#br0" timeOffset="5257.758">1512 37,'-12'-7,"-5"-2,-3-2,2 4,7 4,10 6,11 4,11 4,14-1,16-2,16-6,12-7,4-1,-3-1,-15 6,-25 10,-20 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55.90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0,'-2'21,"-1"15,0 14,1 6,0 4,1-2,1-4,2-4,1-11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57.3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28,'-2'-7,"8"-2,17 3,22 2,29 2,25 4,20 1,10 2,-2 1,-24-1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8:01.3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1,'3'1391,"23"-895,40 144,37 540,-79-418,36 546,-54-1219,5 0,3-1,4 0,14 36,-15-80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8:00.05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1,'11'18,"11"20,11 17,11 12,7 9,4 3,1-3,-1-7,-6-12,-9-12,-9-15,-10-18,-8-12</inkml:trace>
  <inkml:trace contextRef="#ctx0" brushRef="#br0" timeOffset="246.832">402 41,'-18'18,"-13"20,-11 17,-6 13,-3 10,4 6,6 0,11-7,11-11,8-15</inkml:trace>
  <inkml:trace contextRef="#ctx0" brushRef="#br0" timeOffset="495.912">643 522,'-1'5,"0"0,0-1,1 1,0 0,0 0,0-1,0 1,1 0,0-1,0 1,0-1,1 1,-1-1,1 1,0-1,1 0,-1 0,1 0,-1 0,1 0,0-1,1 1,-1-1,0 0,1 0,0 0,0 0,0-1,0 1,2 0,3-2,0 0,-1-1,1 1,-1-2,1 1,0-1,-1 0,1-1,-1 0,0-1,1 1,-1-2,0 1,-1-1,1 0,-1 0,0-1,0 0,0-1,0 0,-1 0,0 0,0 0,-1-1,0 0,0 0,-1-1,1 1,-2-1,1 0,1-5,-4 7,-1 0,1-1,-1 1,-1 0,1 0,-1-1,0 1,0 0,-1 0,1 0,-2 0,1 0,0 1,-1-1,0 1,-1-1,1 1,-1 0,0 0,0 1,0-1,-1 1,0 0,0 0,0 0,0 1,0 0,-1 0,0 0,1 1,-1-1,0 1,0 1,0-1,0 1,-1 0,1 1,0-1,0 1,-2 0,-4 1,0-1,0 1,0 1,0 0,1 1,-1 0,1 1,0 0,0 1,0 0,0 1,1 0,0 0,0 1,1 1,0 0,0 0,1 0,0 1,0 0,1 1,0 0,1 0,0 0,1 1,-3 7,-5 19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59.30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1,'3'16,"4"16,7 13,7 7,9 4,9 1,6-1,6-4,0-9,-4-7,-5-9,-8-10,-7-7,-6-10,-7-6</inkml:trace>
  <inkml:trace contextRef="#ctx0" brushRef="#br0" timeOffset="254.319">455 95,'-21'5,"-15"7,-13 12,-8 11,-3 10,2 9,7 7,9 2,12-3,15-6,11-14</inkml:trace>
  <inkml:trace contextRef="#ctx0" brushRef="#br0" timeOffset="504.649">776 269,'-7'18,"-4"15,-5 14,0 7,0 4,4 2,3-4,8-6,8-7,4-11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58.5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0,'5'23,"5"18,11 14,11 9,11 3,12-1,8-5,4-6,1-10,-5-8,-11-11,-14-9</inkml:trace>
  <inkml:trace contextRef="#ctx0" brushRef="#br0" timeOffset="247.338">468 133,'-16'7,"-10"12,-7 15,-5 19,-2 15,-2 13,2 6,5-1,9-7,9-18</inkml:trace>
  <inkml:trace contextRef="#ctx0" brushRef="#br0" timeOffset="485.224">669 361,'14'-5,"0"1,0 0,0 1,0 1,1 0,-1 1,10 1,-20 0,0 0,1 1,-1-1,0 1,-1 0,1 0,0 0,0 1,0 0,-1-1,1 1,-1 0,1 1,-1-1,0 0,0 1,0 0,0 0,0 0,-1 0,1 0,-1 1,0-1,0 1,0-1,0 1,-1 0,1 0,-1 0,0 9,0 0,-1 0,0 0,-1 0,-1 0,0 0,-1 0,0-1,-1 1,0-1,-1 0,-1 0,0 0,0-1,-1 0,-5 6,-109 166,120-182,0 0,0-1,0 1,0 0,0 0,1 0,-1-1,0 1,0 0,1 0,-1 0,1 0,-1 0,1 0,0 0,-1 1,1-1,0 0,0 0,-1 0,1 0,0 0,0 0,0 1,0-1,1 0,-1 0,0 0,0 0,1 0,-1 0,1 0,-1 0,1 0,-1 0,1 0,0 0,-1 0,1 0,0 0,0 0,-1-1,1 1,0 0,0-1,0 1,0-1,0 1,0-1,0 1,0-1,0 1,0-1,1 0,-1 0,0 0,0 1,0-1,0 0,0-1,0 1,1 0,-1 0,21-2,0-1,-1-1,1-1,-1-1,0 0,16-9,-9 5,50-18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40.8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15 1,'-7'61,"2"0,3 0,3 13,-1-35,30 687,-4 875,0-401,-26-1126,2 109,22 163,-21-323,-3-14,1 1,0-1,1 0,0 1,1-1,-1 0,2 0,-1-1,5 8,-7-15,0 0,-1-1,1 1,-1-1,1 1,0-1,0 1,-1-1,1 0,0 1,0-1,0 0,-1 0,1 0,0 1,0-1,0 0,-1 0,1 0,0 0,0 0,0 0,0-1,-1 1,1 0,0 0,0-1,0 1,-1 0,1-1,0 1,0-1,-1 1,1-1,0 1,-1-1,1 1,-1-1,1 0,-1 1,1-1,-1 0,1 1,-1-1,0 0,1 0,-1 1,0-1,0 0,1 0,-1 0,0 0,0 1,0-1,0 0,0 0,8-22</inkml:trace>
  <inkml:trace contextRef="#ctx0" brushRef="#br0" timeOffset="17419.571">68 4533,'-2'12,"1"16,1 23,3 22,3 20,1 17,-1 12,-2 6,-1-1,-1-3,-2-24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56.5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1,'4'18,"7"18,8 13,9 13,10 6,7 7,5 0,3-2,2-8,-4-9,-4-13,-6-13,-6-12,-11-9</inkml:trace>
  <inkml:trace contextRef="#ctx0" brushRef="#br0" timeOffset="252.327">496 54,'-18'13,"-18"17,-11 16,-10 16,-3 14,1 8,3 2,8-1,11-9,12-10,15-14,9-16</inkml:trace>
  <inkml:trace contextRef="#ctx0" brushRef="#br0" timeOffset="501.222">629 682,'5'8,"0"0,1 0,-1 0,1-1,1 0,0 0,0-1,0 1,1-2,-1 1,1-1,1 0,-1-1,1 0,0 0,0-1,0 0,0-1,0 1,1-2,-1 0,1 0,-1 0,1-1,3-1,-2 0,0 0,0 0,0-1,-1 0,1-1,-1-1,0 1,1-2,-2 1,1-1,0-1,1-1,-7 3,0 1,0 0,0-1,0 1,-1-1,1 0,-1-1,0 1,0 0,-1-1,1 0,-1 1,0-1,0 0,-1 0,0 0,1-1,-2 1,1 0,-1 0,1 0,-1-1,-1 1,1 0,-1 0,0-2,-1 1,1 0,-1-1,-1 1,1 0,-1 0,0 1,0-1,-1 0,0 1,0 0,0 0,0 0,-1 1,0-1,0 1,0 0,0 0,-1 1,0 0,0 0,1 0,-2 0,1 1,-6-1,0 0,1 0,-1 1,-1 0,1 1,0 1,0 0,0 0,0 2,0-1,0 1,0 1,0 0,0 1,-7 4,0 1,1 0,0 2,1 0,0 1,-2 3,-10 8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55.4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0,'9'16,"10"14,11 12,9 7,8 2,2 2,-1-4,-1-6,-4-7,-5-10,-9-10</inkml:trace>
  <inkml:trace contextRef="#ctx0" brushRef="#br0" timeOffset="254.381">348 14,'-16'6,"-9"13,-6 11,-2 12,3 10,4 10,4 6,6 0,5-4,6-14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7:54.7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1,'9'20,"8"16,7 14,5 11,4 7,3 3,0-1,-4-6,-2-12,-3-11,-1-14,-4-11</inkml:trace>
  <inkml:trace contextRef="#ctx0" brushRef="#br0" timeOffset="247.338">361 67,'-16'5,"-12"8,-8 11,-5 12,-2 15,2 11,3 8,6 2,8-2,8-5,10-10,5-14</inkml:trace>
  <inkml:trace contextRef="#ctx0" brushRef="#br0" timeOffset="515.626">468 334,'18'-5,"1"0,0 1,0 1,0 1,0 0,1 2,-1 0,0 1,0 1,5 2,-20-3,0 0,0 0,0 1,0 0,-1-1,1 1,-1 1,1-1,-1 1,0-1,0 1,0 0,0 0,-1 0,1 0,-1 1,0-1,1 1,-2-1,1 1,0 0,-1 0,0-1,0 1,0 0,0 0,0 1,-1-1,0 0,0 0,0 0,0 0,-1 0,0 0,1 0,-1 0,-1 0,1 0,-9 20,0-1,-1-1,-1 0,-1 0,-1-2,-1 1,-1-2,-1 0,0-1,-2-1,-6 5,-17 20,39-40,-19 26,21-27,1-1,0 1,0-1,-1 1,1-1,0 1,0 0,0-1,-1 1,1 0,0-1,0 1,0 0,0-1,0 1,0-1,1 1,-1 0,0-1,0 1,0 0,1-1,-1 1,0-1,0 1,1-1,-1 1,0-1,1 1,-1-1,1 1,-1-1,1 1,-1-1,1 0,-1 1,1-1,-1 0,1 1,0-1,-1 0,1 0,-1 1,1-1,0 0,-1 0,1 0,0 0,0 0,100-4,183-55,-188 34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8:02.9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22,'18'0,"20"0,19-2,18-1,14-2,9-1,-2 2,-7 3,-18 4,-19 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28:03.1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0,'23'9,"20"6,25-1,22-2,24-3,19-8,-12-4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5:48.83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174 2406,'-2'0,"-1"5,-5 8,0 2</inkml:trace>
  <inkml:trace contextRef="#ctx0" brushRef="#br0" timeOffset="2084.552">1 0,'52'193,"-24"-5,-8 2,-5 104,-9-102,16 238,6-133,-11 57,-18-188,0 23,12 41,6 112,-17 76,-1-184,-7 421,-16-201,2-232,8 98,2 19,7-356,2 5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28.0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4548 80,'-112'-13,"-73"5,4-19,130 16,-1 3,0 2,0 2,-19 3,-245 27,-487-26,287 0,67 36,132-6,231-18,1 3,0 3,1 5,-23 11,100-32,-35 11,0 2,0 1,2 2,0 3,1 0,1 3,2 1,-1 2,-182 173,191-170,1 2,2 0,2 2,0 0,3 2,0 0,3 1,1 1,-5 21,-4 23,4 1,3 1,4 0,4 8,-31 426,29-221,19 171,6-307,8 0,6-1,36 109,-39-174,25 102,8-2,8-3,29 44,-39-118,5-3,72 101,-101-171,2-2,2-1,2-1,1-3,3-1,0-2,2-2,20 10,8-2,1-3,3-4,0-3,2-3,1-4,57 10,-16-14,0-6,0-5,1-5,0-5,0-6,87-16,-76 7,173-20,-1-13,96-37,-92 12,-246 59,0-2,-1-3,-1-3,-1-2,-1-3,44-28,194-123,-255 151,-1-1,-2-2,-1-1,-2-3,-1 0,-1-2,24-38,-21 13,-2-2,-2-1,-4-1,-2-2,-4 0,-2-2,3-33,-22 103,51-317,-42 245,1-46,-6-1,-6-41,0 27,2 51,-5 1,-2 0,-5 0,-4-3,10 54,-15-59,4-1,4-1,2-36,10 40,-3 1,-4-1,-4 2,-4-1,-3 2,-4-1,-122-299,116 299,-4 2,-4 0,-42-67,13 15,-37-59,-15 41,112 142,-1 1,0 0,0 0,-1 0,-1 1,1 0,-2 1,1 0,-1 0,0 1,0 0,-8-2,-164-77,142 59,2-2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48.01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24,'5'-11,"1"0,0 10,-2 13,0 16,0 16,0 10,0 8,-2 3,1-1,1-7,2-11,-1-12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48.2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17 119,'-10'-11,"3"-4,8 1,17 2,19 2,23-1,17-2,11-4,-10 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47.4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143 57,'-16'-12,"-5"-5,1 2,9 8,10 12,12 12,12 13,8 7,6 7,3 3,0 0,-1 1,-4-3,-4-5,-4-6,-8-10</inkml:trace>
  <inkml:trace contextRef="#ctx0" brushRef="#br0" timeOffset="255.762">358 17,'-10'-9,"-2"1,-1 12,-2 16,-2 18,-3 21,-7 19,-8 14,-7 10,-4 0,2-7,9-13,9-18,10-21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1.0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62 0,'-4'18,"-2"16,-2 10,-2 12,0 7,1 5,1-2,2-13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1.40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54 119,'0'13,"5"17,5 12,11 9,10 7,12 1,7 1,5-2,1-4,-3-3,-7-7,-9-8,-10-11</inkml:trace>
  <inkml:trace contextRef="#ctx0" brushRef="#br0" timeOffset="251.672">388 146,'-19'20,"-12"21,-5 19,-2 15,-1 11,4 4,6-1,8-10,7-17</inkml:trace>
  <inkml:trace contextRef="#ctx0" brushRef="#br0" timeOffset="496.856">589 707,'5'6,"0"0,1-1,0 1,0-1,0-1,1 1,0-1,-1 0,2 0,-1-1,0 0,1 0,-1-1,1 0,0 0,0-1,-1 0,1 0,0-1,0 0,0 0,0-1,0 0,0-1,0 1,-1-1,1-1,-1 0,1 0,-1 0,0-1,0 0,0 0,-1-1,0 0,0 0,0 0,0-1,-1 0,0 0,0 0,0-1,-1 0,0 0,0 0,-1 0,0 0,0-1,-1 1,1-5,-4 6,0-1,0 0,0 1,-1-1,0 1,0-1,0 1,-1 0,0 0,0 0,-1 0,0 1,0-1,0 1,-1 0,1 0,-1 1,0-1,-1 1,1 0,-1 0,1 1,-1 0,0 0,-1 0,1 1,0 0,-1 0,1 0,-1 1,0 0,1 0,-1 1,0 0,1 0,-3 1,-9 1,0 1,0 0,0 1,1 1,-1 1,2 1,-1 0,1 1,0 1,0 0,-14 11,7-3</inkml:trace>
  <inkml:trace contextRef="#ctx0" brushRef="#br0" timeOffset="736.973">0 52,'19'-2,"20"-4,24-2,20-2,15 0,9 2,-3 2,-12 5,-21 2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0.4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41,'9'16,"8"12,7 10,9 6,6 6,3 5,1-1,-2-3,-4-6,-5-7,-9-11</inkml:trace>
  <inkml:trace contextRef="#ctx0" brushRef="#br0" timeOffset="255.318">387 1,'-13'9,"-10"14,-7 15,-3 15,-1 11,1 12,4 5,5 1,6-2,6-8,5-16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49.0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1,'5'11,"8"13,8 14,8 10,6 5,3 3,5 1,2-2,-1-7,-2-5,-4-10,-9-9</inkml:trace>
  <inkml:trace contextRef="#ctx0" brushRef="#br0" timeOffset="226.963">400 67,'-18'14,"-10"13,-8 12,-2 8,3 7,6 6,4 5,8-1,6-1,7-5,9-8,4-12</inkml:trace>
  <inkml:trace contextRef="#ctx0" brushRef="#br0" timeOffset="542.843">628 522,'3'6,"1"0,0 0,1 0,-1 0,1-1,0 0,0 0,1 0,0-1,-1 0,2 0,-1 0,0-1,1 0,-1 0,1 0,0-1,0 0,0-1,0 0,0 0,0 0,0-1,1 1,-1-2,0 1,0-1,0 0,0-1,0 0,0 0,0 0,0-1,-1 0,1 0,2-3,-4 2,-1 0,0 0,0-1,0 1,0-1,-1 0,0 0,0 0,0 0,0-1,-1 1,0-1,0 1,-1-1,1 0,-1 0,-1 0,1 0,-1 0,0 0,0 0,-1 0,0 1,0-1,0 0,0 0,-1 0,0 1,-1-1,1 1,-1 0,0 0,0 0,-1 0,1 0,-1 0,0 1,0 0,-1 0,1 0,-1 0,0 1,-3-2,-2 1,0 0,0 0,0 1,0 1,-1-1,0 2,1 0,-1 0,0 1,1 0,-1 0,0 1,1 1,-1 0,1 1,0 0,-1 0,1 1,1 0,-1 1,0 0,1 0,0 1,-7 7,-37 22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4.5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0 358,'14'-97,"5"0,17-51,-27 132,-5 39,-4 154,-3-106,4 0,9 56,-1-82,2-12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5.3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13 196,'1'5,"0"-1,0 1,0-1,1 0,-1 1,1-1,0 0,0 0,1 0,-1 0,1-1,0 1,0-1,0 0,1 1,-1-1,1-1,-1 1,1 0,0-1,0 0,0 0,1 0,-1-1,0 1,1-1,-1 0,1 0,-1 0,1-1,1 0,2-2,1-1,-1 0,-1 0,1-1,0 0,-1 0,0-1,0 0,0 0,-1-1,1 0,-1 0,-1 0,1-1,-1 0,0 0,-1 0,0-1,0 1,0-1,-1 0,0 0,-1 0,0-1,0 1,0-9,-2 12,0 0,-1 0,1 1,-1-1,0 0,0 0,-1 0,0 1,1-1,-2 1,1-1,0 1,-1 0,0 0,0 0,0 0,0 1,-1-1,1 1,-1 0,0 0,0 0,0 0,0 1,-1 0,1 0,-1 0,1 0,-1 1,0-1,0 1,0 0,1 1,-1-1,0 1,0 0,0 0,0 1,0-1,0 1,1 0,-1 1,0-1,1 1,-1 0,1 0,-1 0,1 1,0-1,-3 3,0 1,0 2,0-1,1 0,0 1,0 1,1-1,0 1,0-1,1 1,0 1,-2 5,-4 20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6.2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0,'28'84,"-4"1,-3 0,-4 2,-3 6,2 148,-13 151,-4-276,3 246,20 60,-18-386,48 757,-51-528,14 340,-5-357,-6-290,-1 27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7.3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0,'-10'72,"8"154,18 107,-7-188,28 1272,-47-541,21-715,-9-156,-1-16,-1-1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4.8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93,'9'12,"10"10,10 8,10 8,10 8,3 1,1 3,-3-1,-5 1,-7-4,-9-3,-10-9</inkml:trace>
  <inkml:trace contextRef="#ctx0" brushRef="#br0" timeOffset="253.023">388 0,'-16'11,"-12"16,-8 16,-5 17,1 14,1 11,6 4,8-2,9-10,9-15,6-17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3.5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40,'-2'2,"1"8,8 9,12 8,12 8,11 6,9 2,2 0,-2 1,-2 1,-5-2,-7-5,-11-7</inkml:trace>
  <inkml:trace contextRef="#ctx0" brushRef="#br0" timeOffset="262.848">391 0,'-20'11,"-12"14,-7 10,-3 12,-2 13,0 12,2 11,5 6,8-1,9-5,9-18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7:08.3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432 147,'-17'8,"0"0,0 2,1 0,1 1,-1 0,2 1,0 1,0 1,1 0,1 0,0 1,-5 11,-11 14,3 1,1 1,2 1,3 1,1 1,2 0,-1 13,-4 24,5 2,3 0,3 1,5 0,3 35,2-100,-2 47,4-1,2 0,3 1,3-2,9 28,15 7,3-2,5-1,18 24,-21-51,3-3,4-1,47 53,-72-92,2-1,2-1,0-1,1-2,1 0,1-2,15 8,11 5,2-3,1-2,1-3,1-2,2-2,51 9,124 6,11-10,-162-20,0-4,0-4,0-4,35-8,-20 3,-59 8,-1-2,1-2,-1-1,-1-2,30-12,-26 3,0-1,-1-3,-2-1,0-2,-2-2,-1-1,-1-2,-2-2,-1-1,-1-1,-2-3,-8 7,-3-1,0 0,-2-2,-2 0,-1-1,-2 0,-1-1,-1 0,1-22,71-354,-69 355,-3 0,-2-1,-3 0,-3 0,-2 0,-2-1,-4 1,-5-20,-26-198,29 225,-3 0,-2 1,-3 1,-1 0,-3 1,-4-6,-53-138,69 179,-1 1,-1 0,0 0,0 1,-1 0,-1 1,0 0,0 1,-1 0,0 1,0 1,-3-1,-36-24,18 14,-1 2,0 1,-1 2,-1 2,0 1,0 1,-1 3,0 1,-1 1,1 3,0 1,-6 2,-174-9,74 2,-100 9,-90 15,91-16,144-5,0 4,0 5,-85 17,-160 37,319-59,19-1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7:50.30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1391 70,'-11'-8,"0"0,0 1,0 0,-1 1,0 0,0 1,-1 1,1 0,-1 0,0 1,0 1,0 0,-1 1,1 0,-17 0,0 1,0 1,0 2,0 1,0 1,1 2,0 1,-27 11,7 4,0 2,2 2,1 3,-11 10,3-2,-7 4,3 2,1 2,2 3,-21 26,26-16,3 2,3 2,3 2,-29 61,61-109,1 2,1-1,1 1,0 0,1 0,1 0,1 1,1 0,1-1,0 1,1 0,2 0,0-1,1 1,0 0,2-1,1 0,0 0,1-1,1 0,1 0,0-1,7 9,-5-10,1 0,1-1,1 0,0-1,1 0,0-1,1-1,1-1,0 0,0-1,1-1,0 0,4 0,51 13,1-2,0-4,2-3,41 0,8 3,179 3,324-15,-571 2,0 1,0 3,23 9,92 16,200 12,-304-40,0-2,0-4,5-2,-4 0,-18-1,0-1,-1-3,0-2,0-2,18-7,-53 13,-1-1,0 0,-1-1,1-1,-1 0,-1 0,1-2,-1 1,-1-2,1 1,-2-1,1-1,-1 0,-1-1,0 0,-1 0,0 0,-1-1,0-1,0-3,4-26,-1-1,-3 0,-1-1,-3 1,-1-1,-3 0,-1 1,-9-44,8 58,-1-1,-2 1,-1 0,-1 0,-2 1,-1 0,-1 1,-2 0,-1-1,-42-62,-4 3,-65-72,108 141,0 1,-1 0,-1 2,0 0,-1 2,-1 0,0 1,-1 1,-1 1,1 2,-2 0,1 1,-13-1,-377-89,256 69,-125-4,176 21,36 3,0 3,0 3,-71 7,-205 40,301-39,0 2,0 2,1 2,-25 11,-260 102,218-72,81-32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7:53.81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3655 136,'-51'0,"0"-2,0-2,-16-5,-195-31,-84 5,268 28,-346-17,50 17,187 0,0 8,-106 18,139 6,0 6,2 8,2 6,-4 8,91-32,0 2,2 3,-15 11,59-28,0 2,0 0,0 1,2 0,-1 1,2 1,0 0,0 1,2 1,0 0,1 1,-10 17,11-10,0-1,2 1,0 1,2-1,0 1,2 0,1 1,1-1,1 21,1-34,-2 104,5 1,5-1,18 83,-14-160,2-1,1 0,2-1,2-1,1-1,2 0,2-2,0-1,2 0,2-2,1-1,1-2,1 0,22 13,32 18,3-4,2-3,2-5,2-3,1-5,9-1,-87-31,183 63,3-8,3-10,18-6,340 35,-367-62,1-9,52-9,-238 0,40 1,0-3,0-2,0-2,-1-2,48-15,39-25,-2-6,-3-6,-82 36,-1-1,-2-3,31-24,-63 41,0-1,-2-1,1-1,-2 0,0-1,-1 0,0 0,-1-2,-1 1,0-2,-1 1,1-8,58-251,-56 219,-3-1,-2 0,-3-1,-2 0,-3 1,-2-1,-3 1,-2 0,-3 0,-17-51,-51-93,9 44,-16 26,19 36,53 75,-2 1,-1 1,0 0,-1 1,-1 1,-1 1,0 0,-2 1,13 8,-5-4,0 0,-1 1,-1 1,1 0,-1 1,-1 0,0 2,0 0,0 1,0 0,-1 2,0 0,-4 0,-70 3,-80-10,117-2,1-2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16.6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59,'2'0,"8"-2,14-4,13-2,15-3,9-1,6 2,-1 3,-13 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18.5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22 309,'10'-269,"-20"230,5 41,-5 61,6-13,2 1,2-1,2 0,2 0,3-1,2 1,2-1,10 28,4-10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18.02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0,'18'11,"13"7,11 0,6-4,3-3,-1-4,-5-3,-7-3,-10 2,-10-1</inkml:trace>
  <inkml:trace contextRef="#ctx0" brushRef="#br0" timeOffset="241.629">121 255,'18'6,"18"-1,11-5,10-6,-6-3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17.5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27,'11'13,"9"12,9 9,12 4,10 3,7 2,6 0,1-1,-1-2,-8-2,-8-2,-13-8</inkml:trace>
  <inkml:trace contextRef="#ctx0" brushRef="#br0" timeOffset="202.024">455 0,'-16'12,"-12"12,-8 14,-5 11,0 10,3 5,7 3,10-2,7-8,10-12,11-13,5-12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17.1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0 228,'18'0,"16"-5,12-3,11-3,4-2,-1-1,-5 2,-8 3,-13 7,-12 5</inkml:trace>
  <inkml:trace contextRef="#ctx0" brushRef="#br0" timeOffset="255.839">187 0,'0'23,"2"18,6 17,3 11,3 9,-2 3,0 0,0-4,0-12,-2-16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15.9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14,'19'16,"12"10,10 4,7 3,3 0,-1 1,-2 1,-7 4,-8 5,-10 4,-9-7</inkml:trace>
  <inkml:trace contextRef="#ctx0" brushRef="#br0" timeOffset="251.861">374 1,'-13'18,"-10"20,-7 16,-5 19,-4 11,0 9,2-2,8-10,9-20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27.9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36 1,'0'1716,"-28"-696,25-928,1-81,-1-14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30.8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1,'-5'82,"5"1,3 0,12 73,-12-124,38 333,35 417,-62-345,-23 91,-9 98,18-603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29.7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80,'11'7,"13"9,12 11,8 12,9 11,6 8,2 4,1 0,-3-4,-3-7,-9-8,-11-11,-11-11</inkml:trace>
  <inkml:trace contextRef="#ctx0" brushRef="#br0" timeOffset="249.904">376 0,'-14'25,"-11"22,-6 19,-2 14,0 9,0 3,5-2,6-8,7-17</inkml:trace>
  <inkml:trace contextRef="#ctx0" brushRef="#br0" timeOffset="519.186">737 561,'14'-51,"-1"-1,-3-1,-2 1,-2-1,-2-32,-8 165,3 2,4-1,3-1,4 1,5 8,-2-40,-3-10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28.6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54,'7'5,"6"7,9 12,9 13,8 9,10 8,4 4,4 0,-2-5,-6-3,-11-6,-11-11</inkml:trace>
  <inkml:trace contextRef="#ctx0" brushRef="#br0" timeOffset="249.894">295 1,'-14'18,"-11"17,-5 20,-4 12,-1 13,0 4,1 3,5-2,7-9,7-18</inkml:trace>
  <inkml:trace contextRef="#ctx0" brushRef="#br0" timeOffset="541.986">696 576,'0'3,"-1"1,1-1,0 1,0-1,0 1,1-1,-1 1,1-1,0 1,0-1,0 0,0 1,1-1,-1 0,1 0,0 0,0 0,0 0,0-1,1 1,-1 0,1-1,-1 0,1 0,0 1,0-2,0 1,0 0,0-1,0 1,1-1,2 1,1-1,0 0,0-1,0 0,0-1,0 1,0-1,0-1,0 1,0-1,-1 0,1-1,-1 1,1-2,-1 1,0 0,0-1,-1 0,1-1,-1 1,0-1,0 0,0 0,-1-1,0 1,0-1,0 0,0 0,-1 0,0-1,-1 1,1-1,-1 1,-1-1,1 0,-1 0,0 0,-1 0,1 0,-2 0,1 0,-1 0,0 0,0 0,0 1,-2-4,0 3,-1 0,0 0,0 0,-1 0,0 1,0 0,0 0,-1 0,1 1,-2-1,1 1,0 1,-1-1,0 1,0 0,0 1,-1 0,1 0,-1 0,0 1,1 0,-1 1,0 0,0 0,0 0,0 1,0 1,0-1,0 1,0 0,0 1,0 0,0 0,1 1,-1 0,0 1,-4 4,1 1,0 0,1 1,0 0,0 0,1 1,1 1,0-1,0 1,1 1,1-1,-2 4,-16 40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27.3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11,'16'0,"14"-3,13 0,11 0,6 1,-3 3,-8 3,-10 2</inkml:trace>
  <inkml:trace contextRef="#ctx0" brushRef="#br0" timeOffset="249.972">81 252,'16'2,"16"1,17 0,18-1,14 0,8-1,-10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8:52.5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0,'4'3,"3"11,-2 20,0 24,-1 28,-2 26,-1 24,-1 14,0 6,2-1,5-8,7-14,6-13,8-15,6-18,1-17,-6-22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5:56.045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53 3383,'-2'16,"1"12,8 10,12 8,14 5,15 4,13 0,7 1,2-1,-3 0,-9 0,-14-3,-13-4,-13-5,-8-7,-7-11</inkml:trace>
  <inkml:trace contextRef="#ctx0" brushRef="#br0" timeOffset="253.319">561 3356,'-18'7,"-13"15,-5 21,-5 18,0 18,-2 10,3 7,4 0,5-4,8-12,8-18</inkml:trace>
  <inkml:trace contextRef="#ctx0" brushRef="#br0" timeOffset="591.122">763 3877,'14'-9,"1"1,0 1,1 0,0 1,0 1,0 0,1 1,-1 1,11-1,-21 3,-1 1,1-1,0 1,0 0,0 1,0 0,0-1,0 2,0-1,-1 1,1 0,0 0,-1 0,0 1,1 0,-1 0,0 0,-1 1,1 0,-1 0,1 0,-1 0,0 1,-1-1,1 1,-1 0,0 0,1 3,-1-2,-1 1,0-1,-1 1,0 0,0 0,0 0,-1 0,0 0,0 0,0 0,-1-1,0 1,-1 0,0 0,0-1,0 1,-1-1,1 1,-2-1,-2 5,-7 11,-1-1,-2 0,0-1,-18 18,-168 148,155-134,47-51,-1 0,1 0,0 0,0 0,0 0,0 0,0 0,0 0,0 0,0 0,0 0,0 0,1 0,-1 0,0 0,1 0,-1 0,1 0,-1 0,1 0,-1-1,1 1,0 0,-1 0,1-1,0 1,0 0,0-1,-1 1,1-1,0 1,0-1,0 1,0-1,0 1,0-1,0 0,0 0,0 0,0 1,0-1,16 3,0 1,1-2,-1-1,0 0,1-1,-1 0,0-2,1 0,5 0,261-30,-198 20</inkml:trace>
  <inkml:trace contextRef="#ctx0" brushRef="#br0" timeOffset="-4112.633">1 628,'6'14,"8"11,7 10,10 9,8 8,7 4,3 2,1 0,-2-1,-6-3,-7-6,-10-7,-8-10</inkml:trace>
  <inkml:trace contextRef="#ctx0" brushRef="#br0" timeOffset="-3856.727">428 575,'-16'11,"-12"14,-10 10,-6 14,-2 10,2 8,4 6,7 5,6 1,9-3,6-13</inkml:trace>
  <inkml:trace contextRef="#ctx0" brushRef="#br0" timeOffset="-3540.579">561 1029,'26'-9,"0"1,0 1,1 1,0 1,0 1,0 2,20 0,-35 2,1 0,0 1,0 1,0 0,-1 1,1 0,9 4,-20-6,1 0,0 0,0 0,-1 0,1 1,0-1,-1 1,0 0,1 0,-1 0,0 0,0 0,0 0,0 0,0 1,-1-1,1 1,-1-1,1 1,-1 0,0 0,0-1,0 1,-1 0,1 0,-1 0,1 0,-1 0,0 0,0 0,0 0,-1 0,1 0,-1 0,1 0,-1 0,-5 10,0 0,-1-1,0 0,-1 0,0 0,-1-1,-1 0,1-1,-2 0,1 0,-5 2,-27 28,41-39,-42 54,42-53,0 0,0-1,1 1,-1 0,0 0,1-1,-1 1,1 0,-1 0,1 0,0 0,0 0,0-1,0 1,0 0,0 0,1 0,-1 0,0 0,1-1,0 1,-1 0,1 0,0-1,0 1,0 0,0-1,0 1,0-1,1 1,-1-1,0 0,1 0,1 2,9 3,1-1,0 0,0-1,0 0,0-1,1 0,-1-1,1 0,0-2,-1 1,10-2,77-8,-60 0</inkml:trace>
  <inkml:trace contextRef="#ctx0" brushRef="#br0" timeOffset="-3092.727">94 321,'-7'0,"0"0,8 0,13 2,18 1,19 0,17-1,15 0,10-1,6 0,1-1,-17 0</inkml:trace>
  <inkml:trace contextRef="#ctx0" brushRef="#br0" timeOffset="-1809.093">2620 1003,'0'16,"-2"16,-1 15,0 13,1 7,0 3,6 0,3-6,4-6,0-14</inkml:trace>
  <inkml:trace contextRef="#ctx0" brushRef="#br0" timeOffset="1775.053">1725 2085,'23'716,"43"494,-45-901,3 162,-25 234,1-704,0 1,0-1,1 0,-1 1,-1-1,1 1,0-1,0 1,0-1,-1 0,1 1,-1-1,1 1,-1-1,0 0,1 0,-1 1,0-1,0 0,0 0,0 0,0 0,0 0,0 0,0 0,0 0,-1 0,1-1,0 1,0 0,-1-1,1 1,-1-1,1 0,0 1,-1-1,1 0,-1 0,1 0,-1 0,-13 2</inkml:trace>
  <inkml:trace contextRef="#ctx0" brushRef="#br0" timeOffset="-1511.795">3061 656,'16'20,"17"16,14 9,12 8,8 4,4-1,-1-1,-6-2,-9-5,-12-2,-12-5,-13-8,-8-8</inkml:trace>
  <inkml:trace contextRef="#ctx0" brushRef="#br0" timeOffset="-1277.522">3609 575,'-16'2,"-9"10,-11 17,-4 17,-6 16,-4 14,-2 8,1 2,4-3,8-8,11-11,10-16</inkml:trace>
  <inkml:trace contextRef="#ctx0" brushRef="#br0" timeOffset="-910.507">3757 1083,'3'10,"1"0,0 0,1 0,0-1,0 0,1 0,1 0,-1-1,1 0,0 0,1 0,0-1,0-1,1 1,0-1,0-1,0 1,1-2,0 1,0-1,0-1,0 0,5 1,-2 0,-1-1,1 0,0-1,0-1,0 0,0 0,0-2,0 1,0-2,0 0,1 0,-8 0,0 1,0-1,-1 0,1-1,-1 1,1-1,-1 0,0-1,0 1,0-1,0 0,-1 0,0-1,0 1,0-1,0 0,-1 0,1 0,-1 0,-1-1,1 1,-1-1,0 0,1-3,-2 0,0 0,0 1,-1-1,0 0,0 0,-1 0,0 1,-1-1,0 0,0 1,-1 0,0-1,-1 1,1 0,-2 0,1 1,-1 0,0-1,0 1,-1 1,0-1,-1 1,1 0,-1 1,0-1,0 1,-1 1,1-1,-1 1,0 1,-1 0,1 0,0 0,-1 1,1 0,-1 1,0 0,0 0,0 1,1 0,-3 0,-6 5,0 0,1 1,0 0,-1 2,2 0,-1 0,1 2,1 0,0 0,0 2,1-1,1 2,-1 0,1 2,-32 34</inkml:trace>
  <inkml:trace contextRef="#ctx0" brushRef="#br0" timeOffset="-2313.356">1778 669,'0'9,"9"12,12 10,17 7,12 6,12 3,4 1,3 2,-4-2,-9-1,-9-3,-10-3,-11-10</inkml:trace>
  <inkml:trace contextRef="#ctx0" brushRef="#br0" timeOffset="-2072.998">2166 628,'-9'14,"-10"18,-8 17,-10 18,-9 15,-5 12,-7 10,1 0,10-17</inkml:trace>
  <inkml:trace contextRef="#ctx0" brushRef="#br0" timeOffset="2588.885">2206 2594,'-3'4,"5"9,6 9,6 7,7 6,10 6,6 2,4 4,1 0,-1-1,-4-3,-5-8,-6-6,-8-9</inkml:trace>
  <inkml:trace contextRef="#ctx0" brushRef="#br0" timeOffset="2838.818">2473 2553,'-9'19,"-5"16,-5 15,-6 11,-6 8,-4 5,-3 2,-2-3,4-8,8-14</inkml:trace>
  <inkml:trace contextRef="#ctx0" brushRef="#br0" timeOffset="3059.302">2740 2862,'-2'18,"-3"12,-1 12,1 6,1 5,1 0,4 0,1-4,1-7,-1-9</inkml:trace>
  <inkml:trace contextRef="#ctx0" brushRef="#br0" timeOffset="3320.605">2313 2460,'-14'-2,"1"-1,8 0,17 1,18 0,18-1,15-3,12-2,7-1,-2 3,-15 1</inkml:trace>
  <inkml:trace contextRef="#ctx0" brushRef="#br0" timeOffset="7624.358">3690 3650,'-2'-2,"3"-1,12 0,13 0,17 2,17 0,17 0,10-1,5-1,-14 0</inkml:trace>
  <inkml:trace contextRef="#ctx0" brushRef="#br0" timeOffset="6711.327">3609 3944,'3'4,"4"9,7 11,7 11,7 10,8 7,4 4,3 1,-2-2,-3-4,-4-5,-5-7,-7-8,-8-8</inkml:trace>
  <inkml:trace contextRef="#ctx0" brushRef="#br0" timeOffset="6959.665">3903 3971,'-13'16,"-10"14,-5 14,-4 12,-2 9,1 4,1 0,1-3,5-6,5-11,7-11,6-12</inkml:trace>
  <inkml:trace contextRef="#ctx0" brushRef="#br0" timeOffset="7340.12">4117 4345,'-39'106,"38"-102,0 1,0-1,1 1,0-1,0 1,0-1,0 1,1-1,0 1,0-1,0 0,0 1,1-1,0 0,0 0,0 0,0 0,0 0,1 0,0-1,0 1,0-1,2 2,2 0,1-1,0 1,0-1,0 0,1-1,-1 0,1-1,0 0,-1 0,1 0,0-1,0-1,0 1,0-2,1 1,-1-1,-1 0,1-1,0 0,0-1,-1 0,1 0,-1-1,0 0,6-3,-8 2,-1 1,0-1,0 0,0 0,-1-1,0 1,0-1,0 0,0 0,-1-1,0 1,-1-1,1 1,-1-1,-1 0,1 0,-1 0,0 1,-1-1,1-1,-2 1,1 0,-1 0,0 0,0 1,-1-1,1 0,-2 0,1 1,-1-1,0 1,0 0,-1 0,0 0,0 0,0 1,-1-1,1 1,-1 0,-1 1,1-1,-1 1,0 0,-4-2,0 4,0 1,0 1,0-1,0 2,0 0,0 0,0 0,0 1,1 1,-1 0,1 0,-1 1,1 0,0 1,0-1,1 2,0-1,0 1,0 1,0 0,-25 17</inkml:trace>
  <inkml:trace contextRef="#ctx0" brushRef="#br0" timeOffset="5876.057">2446 3944,'-2'-2,"-1"1,2 6,7 10,8 11,9 9,7 8,8 5,7 5,1 1,1-3,-1-6,-4-9,-7-7,-6-10,-9-7</inkml:trace>
  <inkml:trace contextRef="#ctx0" brushRef="#br0" timeOffset="6120.399">2781 3904,'-16'14,"-12"13,-8 14,-3 13,-1 9,2 7,2 4,5-3,9-3,7-9,6-15</inkml:trace>
  <inkml:trace contextRef="#ctx0" brushRef="#br0" timeOffset="6372.02">3088 4212,'2'0,"-1"6,-1 10,-3 13,-1 13,1 11,0 8,3 2,7-2,5-6,2-11</inkml:trace>
  <inkml:trace contextRef="#ctx0" brushRef="#br0" timeOffset="4286.706">3342 2714,'10'-2,"6"-1,6 4,6 12,5 12,4 14,2 11,1 9,-1 5,-3-1,-3-2,-3-7,-4-11,-4-12,-3-11,-6-10</inkml:trace>
  <inkml:trace contextRef="#ctx0" brushRef="#br0" timeOffset="4517.693">3770 2674,'-14'2,"-8"3,-6 8,-3 8,3 8,3 10,3 7,2 8,1 5,0 5,0 2,0-3,2-5,4-13</inkml:trace>
  <inkml:trace contextRef="#ctx0" brushRef="#br0" timeOffset="4909.965">3931 3141,'-1'13,"0"-9,1 1,-1-1,1 1,-1 0,1-1,1 1,-1-1,1 1,0 0,0-1,0 1,0-1,1 0,-1 1,1-1,1 0,-1 0,0 0,1 0,0-1,0 1,0-1,0 1,1-1,-1 0,1-1,1 2,0-2,1 0,0 0,0-1,0 0,0 0,0 0,0-1,0 1,0-2,0 1,0-1,0 0,0 0,0 0,0-1,0 0,-1 0,1 0,-1-1,1 0,-1 0,0 0,0-1,0 0,-1 0,1 0,3-5,0 0,-1 0,1 0,-1-1,-1 0,0-1,0 1,-1-1,-1 0,0 0,0-1,-1 1,0-1,0-11,-2 18,0 0,-1 0,0 0,0 0,0 0,-1 0,1 0,-1 0,0 0,-1 1,1-1,-1 0,0 1,0-1,0 1,-1-1,0 1,0 0,0 0,0 0,0 0,-1 1,0-1,0 1,0 0,0 0,0 1,0-1,-1 1,-4-2,-6 2,0 1,0 0,0 1,1 0,-1 2,0 0,0 0,1 1,-1 1,1 0,0 1,0 1,0 0,1 1,0 1,0 0,1 0,-10 10,-30 20,8-4</inkml:trace>
  <inkml:trace contextRef="#ctx0" brushRef="#br0" timeOffset="9539.011">3609 5053,'12'10,"10"11,8 12,9 11,4 10,1 4,-2 5,-1-1,-3-2,-6-6,-6-7,-5-12,-4-12,-5-9</inkml:trace>
  <inkml:trace contextRef="#ctx0" brushRef="#br0" timeOffset="9755.874">4091 5040,'-20'5,"-17"8,-7 10,-7 14,-1 9,2 8,2 7,7 3,6 1,9-2,9-5,7-5,6-12</inkml:trace>
  <inkml:trace contextRef="#ctx0" brushRef="#br0" timeOffset="10120.029">4278 5401,'-15'117,"15"-112,1 1,-1-1,1 0,0 1,1-1,-1 0,1 0,0 0,0 0,1 0,0 0,-1-1,1 1,1-1,-1 0,1 0,0 0,-1 0,2-1,0 2,1-2,0 1,0-1,0 0,0 0,0-1,1 0,-1 0,1 0,-1-1,1 0,0-1,-1 1,1-1,0 0,-1-1,1 0,0 0,-1 0,1-1,-1 0,1 0,-1 0,0-1,0 0,0 0,0-1,-1 0,1 0,-1 0,0-1,1-1,0 1,0-1,0 1,-1-1,0-1,0 1,0-1,-1 0,0 0,0 0,-1 0,0-1,0 1,-1-1,0 0,0 0,-1 0,0 0,-1 0,1 0,-1 0,-1 0,0 0,0 0,0 0,-1 0,-1 0,0 1,-1 0,0 1,0 0,0 0,-1 0,0 0,0 1,-1 0,1 0,-1 0,0 1,0 0,-1 0,1 1,-1-1,0 1,0 1,0-1,0 1,-1 1,1-1,0 1,-1 0,1 1,-1 0,1 0,-1 1,1-1,-1 2,1-1,0 1,0 0,0 1,0-1,0 1,0 1,-3 2,-77 57,56-28</inkml:trace>
  <inkml:trace contextRef="#ctx0" brushRef="#br0" timeOffset="8742.951">2433 5000,'9'16,"10"14,9 9,8 7,7 5,6 0,1-1,-1-3,-5-2,-4-5,-10-4,-7-6,-8-8</inkml:trace>
  <inkml:trace contextRef="#ctx0" brushRef="#br0" timeOffset="8996.392">2847 5014,'-13'-2,"-12"3,-8 11,-3 13,-3 15,2 15,2 9,2 8,5 2,5-2,6-6,6-8,5-13</inkml:trace>
  <inkml:trace contextRef="#ctx0" brushRef="#br0" timeOffset="9241.223">3102 5375,'-2'18,"-4"15,-2 14,0 7,1 4,2 1,1 0,7-6,7-10,2-11</inkml:trace>
  <inkml:trace contextRef="#ctx0" brushRef="#br0" timeOffset="11674.573">4800 1,'-12'168,"10"735,11-622,33 188,3 51,11 186,-54-693,73 714,-9-114,11-34,-25-77,-31-311,19 57,-28-177,12 127,-23-196,-1 14,2 0,0 0,0-1,2 1,0-1,0 1,4 5,0-17,-5-10</inkml:trace>
  <inkml:trace contextRef="#ctx0" brushRef="#br0" timeOffset="13503.983">4398 2193,'1'0,"-1"0,0 0,0 1,0-1,1 0,-1 1,0-1,1 0,-1 0,0 0,0 1,1-1,-1 0,0 0,1 0,-1 0,0 0,1 1,-1-1,0 0,1 0,-1 0,1 0,-1 0,0 0,1 0,-1 0,0 0,1-1,-1 1,0 0,1 0,-1 0,0 0,1 0,-1-1,0 1,1 0,-1 0,0 0,0-1,1 1,-1 0,0 0,0-1,1 1,-1 0,0-1,0 1,0 0,0-1,0 1,1 0,-1-1,0 1,0 0,0-1,0 1,0-1,0 1,11 93,-11-73,0 225,-1-41,13 43,-6-172,22 226,18 26,-31-203,-4 0,-7 1,-5 22,1-141,28 348,11-23,-25-43,-6-93,34 143,13 3,-45-311,1-44,-7-5</inkml:trace>
  <inkml:trace contextRef="#ctx0" brushRef="#br0" timeOffset="48555.74">5428 2727,'0'-2,"2"-1,4 0,4 1,6 0,6 1,7 1,5-1,1 1,2 1,1-1,-1 0,-2 0,-8 0</inkml:trace>
  <inkml:trace contextRef="#ctx0" brushRef="#br0" timeOffset="48844.52">5534 3008,'21'2,"15"1,14-2,6-2,2 0,-5 0,-10 0,-16 2,-15 1,-10 1</inkml:trace>
  <inkml:trace contextRef="#ctx0" brushRef="#br1" timeOffset="166663.303">1310 2113,'29'-36,"-20"23,0 0,1 1,0 0,1 1,0 0,1 1,0 0,1 1,0 1,0-1,7-1,21-5,1 2,0 1,1 2,0 3,30-2,44-4,210-13,294 27,8 39,-482-34,-1 7,100 23,193 46,-408-77,-1 2,0 1,-1 2,0 0,0 2,-1 2,-1 0,0 1,-1 2,-1 1,0 1,-1 1,-2 1,0 1,-1 1,6 9,9 28,-2 2,-3 1,-2 2,9 37,-14-26,-3 2,-4 1,-3 0,1 49,24 135,122 378,-126-499,22 92,20 185,20 416,-83-567,-15 100,1-316,-4 0,-1-1,-3 0,-1 0,-4 0,-1-2,-2 0,-3 0,-1-2,-20 31,2-14,-4-1,-2-2,-21 20,47-61,-1-1,-1-1,-1 0,0-2,-1-1,0 0,-2-2,1 0,-2-2,0-1,0 0,-4-1,-106 24,-1-6,-102 5,226-30,-112 15,0-5,-1-5,0-6,0-5,1-6,0-5,-118-30,155 18,0-5,2-3,2-3,1-5,-1-5,-198-132,26-3,231 164,1-2,1 0,1-1,1-1,1 0,1-2,1 0,-12-26,15 25,-1 0,-2 1,-1 0,0 2,-2 0,-19-17,5 10,2-1,0-2,3-1,0-1,2-3,-127-147,147 173,2 0,0 0,0-1,1 1,0-1,2 0,-1 0,1-1,1 1,0 0,1 0,1-1,0 1,2-9,-1-56,-35-65,29 118,1 0,1 0,1 0,1 0,2-11,0-21,-2 28,-1-1,1 1,1 0,2 0,1 0,1 0,2 1,5-16,4 4,-7 19,-1 1,-1-1,0-1,-2 1,0-1,-2 0,1-12,-4-5,14-124,-12 156,8-33,-1-1,-3 0,-1 0,-2 0,-1-32,-28-217,23-49,-7 263,-3 1,-15-44,-14-75,17-15,18 124,-4 1,-4 0,-9-21,-83-239,100 318,-2 0,-1 1,-1-1,-11-18,9 7,14 29</inkml:trace>
  <inkml:trace contextRef="#ctx0" brushRef="#br1" timeOffset="167674.622">3837 7045,'2'21,"6"17,8 17,10 10,10 8,8 4,8 4,4-1,1-3,-3-5,-8-6,-6-10,-10-11,-8-12,-8-16,-6-15,-5-15,-2-5</inkml:trace>
  <inkml:trace contextRef="#ctx0" brushRef="#br1" timeOffset="167976.813">4278 7006,'-2'4,"-1"14,2 16,4 17,6 13,4 9,3 6,7 4,4 0,3-2,5-3,2-6,0-7,-5-6,-7-12,-8-14</inkml:trace>
  <inkml:trace contextRef="#ctx0" brushRef="#br1" timeOffset="168228.911">3944 7794,'16'9,"16"8,17 7,14 5,9 4,6 3,4 4,-3 3,-4 1,-7-1,-9 0,-8-6,-10-9,-12-9</inkml:trace>
  <inkml:trace contextRef="#ctx0" brushRef="#br1" timeOffset="168486.908">4879 7807,'-4'-20,"-2"-12,-2-4,-2 3,-2 10,0 16,-1 20,2 19,2 21,4 14,2 10,3 3,8-1,1-5,-1-7,-1-16</inkml:trace>
  <inkml:trace contextRef="#ctx0" brushRef="#br1" timeOffset="169173.091">4024 6551,'-57'38,"2"2,3 2,1 2,-32 38,64-61,20-21,-1 0,0 0,0 0,1 0,-1 0,0 0,0 0,0 0,1 0,-1 0,0 0,0 0,1 0,-1 0,0 0,0 1,0-1,1 0,-1 0,0 0,0 0,0 0,1 1,-1-1,0 0,0 0,0 0,0 0,0 1,0-1,1 0,-1 0,0 1,0-1,25-20,-2 0,0-2,-1 0,-1-2,-1 0,-1-1,-2-1,0-1,-2 0,0-1,-3-1,0 0,1-10,30-73,-43 110,0 1,1 0,-1 0,0-1,1 1,-1 0,1 0,0 0,-1-1,1 1,0 0,0 0,0 0,-1 0,1 0,0 1,0-1,1 0,-1 0,0 1,0-1,0 0,0 1,0-1,1 1,-1 0,0-1,1 1,-1 0,0 0,0 0,1 0,-1 0,0 0,1 0,-1 0,0 0,1 1,-1-1,0 0,1 1,151 74,292 97,-389-140,-56-32,0 0,1 1,-1-1,0 0,0 0,1 0,-1 1,0-1,0 0,1 0,-1 1,0-1,0 0,0 0,1 1,-1-1,0 0,0 1,0-1,0 0,0 1,0-1,0 0,0 1,0-1,0 0,0 1,0-1,0 0,0 1,0-1,0 0,0 1,0-1,0 0,-1 0,1 1,0-1,0 0,0 1,0-1,-1 0,1 0,0 1,0-1,-1 0,1 0,0 0,0 1,-1-1,1 0,0 0,-1 0,1 0,0 0,0 0,-1 0,1 1,0-1,-1 0,1 0,0 0,-1 0,1 0,-1-1,-25 5,24-4,-214 13,184-9</inkml:trace>
  <inkml:trace contextRef="#ctx0" brushRef="#br1" timeOffset="170609.546">1244 8275,'0'0</inkml:trace>
  <inkml:trace contextRef="#ctx0" brushRef="#br1" timeOffset="174473.312">5575 7581,'8'51,"-2"399,-7-294,0-27,-1 13,16 128,-10-232,1 0,3 0,1-1,1 0,2-1,2 0,1-1,2 0,1-1,3 1,25 16,-31-42</inkml:trace>
  <inkml:trace contextRef="#ctx0" brushRef="#br1" timeOffset="174916.142">5935 7768,'12'16,"10"11,8 12,6 7,4 5,-1 3,-1 0,-4-4,-5-5,-7-8,-8-8,-6-9</inkml:trace>
  <inkml:trace contextRef="#ctx0" brushRef="#br1" timeOffset="175170.448">6190 7755,'-11'18,"-9"17,-5 14,-5 11,-5 6,0 3,2-1,6-6,7-5,7-11,5-14</inkml:trace>
  <inkml:trace contextRef="#ctx0" brushRef="#br1" timeOffset="175461.13">6377 8062,'-1'5,"1"0,-1 1,1-1,1 0,-1 1,1-1,0 0,0 1,0-1,0 0,1 0,0 0,0 0,1 0,0-1,-1 1,1-1,1 1,-1-1,1 0,-1-1,1 1,0 0,0-1,1 0,-1 0,1 0,0-1,-1 1,1-1,0 0,0-1,1 1,-1-1,3 0,-3-1,1 0,-1-1,1 1,-1-1,1 0,-1-1,0 0,0 1,1-2,-1 1,-1 0,1-1,0 0,0 0,-1-1,0 1,0-1,0 0,0 0,-1 0,1-1,-1 1,0-1,0 0,-1 0,1 0,-1 0,0 0,-1 0,1-1,-1 1,0-1,0 1,-1-1,0 1,0-1,0 1,0-1,-1 1,0-1,0 1,-1-1,1 1,-1 0,0 0,-2-3,1 3,-1 0,1 0,-1 0,0 1,0 0,0-1,-1 1,1 1,-1-1,0 1,0 0,-1 0,1 0,0 1,-1 0,0 0,1 0,-1 0,0 1,0 0,0 1,0-1,0 1,0 0,0 1,0-1,0 1,0 0,1 1,-1-1,0 1,1 1,-1-1,1 1,-1-1,1 2,0-1,-3 3,-32 29,5 3</inkml:trace>
  <inkml:trace contextRef="#ctx0" brushRef="#br1" timeOffset="175722.928">6029 8596,'12'12,"7"10,9 10,3 7,1 4,2 1,0-2,-4-7,-3-6,0-8,-1-8,-5-6</inkml:trace>
  <inkml:trace contextRef="#ctx0" brushRef="#br1" timeOffset="175983.649">6377 8556,'-16'-4,"-10"2,-7 9,-2 10,-1 14,5 10,2 8,6 4,5 2,6-1,4-10</inkml:trace>
  <inkml:trace contextRef="#ctx0" brushRef="#br1" timeOffset="176223.848">6564 8850,'7'-14,"2"-13,2-9,1-3,-1 3,-3 12,-2 17,-3 21,-4 20,-1 12,-1 11,0 4,3-1,6-4,7-8,1-11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6:58.23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2477,'14'5,"13"1,12-1,9 0,10-2,3-1,-2-1,-7 2,-11 0</inkml:trace>
  <inkml:trace contextRef="#ctx0" brushRef="#br0" timeOffset="160.642">107 2797,'23'0,"21"-2,19-1,12 0,3 1,-12 1</inkml:trace>
  <inkml:trace contextRef="#ctx0" brushRef="#br0" timeOffset="20784.58">3222 2290,'16'323,"31"351,-30 251,-15-639,-2-243,-1-11,2-1,0 1,3 0,5 24,-4-52,-5-22,-4-2</inkml:trace>
  <inkml:trace contextRef="#ctx0" brushRef="#br0" timeOffset="24281.036">4733 2517,'-6'-232,"-3"174,2 70,5 12,2-1,0 1,1-1,2 0,2 11,-1-8,51 463,4 766,-45-1116,-4-44,-4 0,-4 15,0-130,1-3</inkml:trace>
  <inkml:trace contextRef="#ctx0" brushRef="#br0" timeOffset="25548.838">5067 124,'14'874,"13"-14,50-92,-54-437,-15 170,-2-316,13 47,-18-220,5 61,-2 1,-4-1,-3 0,-4 0,-6 24,-21 53,19-90,2 1,3 0,-1 46,-1 277,12-392,0 0</inkml:trace>
  <inkml:trace contextRef="#ctx0" brushRef="#br0" timeOffset="23012.668">3636 3761,'-2'6,"1"8,8 7,8 10,7 8,7 10,6 4,3 4,5-2,1-4,3-3,-3-5,-3-8,-5-10,-8-9</inkml:trace>
  <inkml:trace contextRef="#ctx0" brushRef="#br0" timeOffset="23268.137">4091 3840,'-21'16,"-15"12,-9 13,-5 8,-2 5,4 5,6 1,5 0,9-6,9-8,10-11,14-12,14-12,5-8</inkml:trace>
  <inkml:trace contextRef="#ctx0" brushRef="#br0" timeOffset="23533.028">4278 4215,'-2'10,"-2"89,4-96,1 0,-1 0,1 0,-1 0,1-1,0 1,1 0,-1 0,0-1,1 1,-1 0,1-1,0 0,0 1,0-1,0 0,0 0,0 0,1 0,-1 0,1-1,-1 1,1-1,0 0,-1 1,1-1,0-1,0 1,0 0,2 0,1-1,1 0,-1 0,0-1,1 0,-1 0,0 0,0-1,0 0,0 0,0-1,0 1,-1-1,1-1,-1 1,0-1,0 0,0 0,0 0,-1-1,0 1,0-1,0 0,0 0,-1-1,0 1,0-1,0 0,-1 0,0 0,0 0,0 0,-1 0,0 0,0-1,0 1,-1 0,0-1,0 1,-1 0,0-1,0 1,0 0,-1 0,0 0,0 0,-1 0,-1-1,-1 1,0-1,0 1,0 0,-1 1,1-1,-1 1,-1 0,1 1,-1 0,0 0,0 0,0 0,0 1,-3 0,7 1,-1 1,0 0,0 0,0 0,0 0,-1 0,1 1,0 0,0 0,0 0,0 0,0 1,-1-1,1 1,0 0,0 0,0 1,1-1,-1 1,0 0,0 0,1 0,-1 1,1-1,0 1,0 0,0 0,0 0,0 0,-7 13</inkml:trace>
  <inkml:trace contextRef="#ctx0" brushRef="#br0" timeOffset="21409.393">3556 2784,'12'14,"10"11,6 10,5 7,4 5,2 1,-1-1,-2-1,-5-7,-5-7,-8-9</inkml:trace>
  <inkml:trace contextRef="#ctx0" brushRef="#br0" timeOffset="21665.708">3771 2718,'-16'15,"-8"16,-4 12,1 12,4 6,4 6,6-1,4-4,4-8,6-9,2-12</inkml:trace>
  <inkml:trace contextRef="#ctx0" brushRef="#br0" timeOffset="21950.815">4051 3078,'3'6,"0"-1,-1 0,2 1,-1-1,0-1,1 1,0-1,0 1,0-1,1 0,0 0,-1-1,1 0,1 0,-1 0,0 0,1-1,-1 1,1-2,0 1,-1 0,1-1,0 0,0-1,0 1,0-1,0 0,0-1,0 1,0-1,0-1,-1 1,1-1,0 0,-1 0,1 0,-1-1,5-3,-5 5,-1-1,0-1,0 1,0 0,0-1,-1 0,1 0,-1 0,0 0,1 0,-1-1,-1 1,1-1,0 0,-1 0,0 0,0 0,0-1,-1 1,1 0,-1-1,0 1,0-1,-1 1,1-1,-1 0,0 1,0-1,0 1,-1-1,0 1,0-1,0 1,0-1,-1 1,0 0,0-1,0 1,0 0,-1 0,-4-3,1 1,-2 0,1 1,-1 0,0 0,0 0,0 1,0 1,-1-1,0 1,0 1,1-1,-2 1,1 1,0 0,0 0,0 1,-1 0,1 1,0 0,0 0,0 1,0 0,0 1,0-1,1 2,-1-1,1 2,0-1,0 1,0 0,1 0,-1 1,1 0,-3 5,-3 5</inkml:trace>
  <inkml:trace contextRef="#ctx0" brushRef="#br0" timeOffset="22212.637">3569 2464,'21'-5,"15"-1,14 0,9 2,6 0,1 2,1 1,-4 1,-7 0,-12 0</inkml:trace>
  <inkml:trace contextRef="#ctx0" brushRef="#br0" timeOffset="19577.621">1818 3265,'-4'-4,"0"2,6 5,9 8,10 7,12 9,10 8,7 6,4 5,-1 2,-2 2,-3 2,-8-2,-8-5,-7-7,-8-8,-7-9</inkml:trace>
  <inkml:trace contextRef="#ctx0" brushRef="#br0" timeOffset="19832.801">2179 3145,'-18'16,"-13"19,-8 17,-6 16,-3 9,1 9,3 2,7-2,7-6,10-11,7-12,6-15</inkml:trace>
  <inkml:trace contextRef="#ctx0" brushRef="#br0" timeOffset="20132.238">2420 3881,'49'-197,"23"-13,-65 193,-1 54,-9 13,-2-16,2 0,1 0,2 0,1 0,2 0,1 0,2 0,1-1,2 0,1 0,3 4,6-3</inkml:trace>
  <inkml:trace contextRef="#ctx0" brushRef="#br0" timeOffset="68432.177">1738 31,'-2'0,"1"0,4 2,7 3,12 1,13-1,12-3,12-7,9-5,3-2,-7 0,-14 4,-16 4</inkml:trace>
  <inkml:trace contextRef="#ctx0" brushRef="#br0" timeOffset="67630.05">1765 391,'9'16,"8"10,2 5,4 4,2 0,1 2,-1-1,-1-3,-2-2,-2-4,-3-4,-1-6,-4-6</inkml:trace>
  <inkml:trace contextRef="#ctx0" brushRef="#br0" timeOffset="67884.984">2059 312,'-12'9,"-5"12,-5 9,-1 9,0 7,0 4,0 3,2 2,2-2,4-3,5-8,4-11</inkml:trace>
  <inkml:trace contextRef="#ctx0" brushRef="#br0" timeOffset="68137.915">2193 659,'-2'16,"-1"12,-1 8,2 7,0 5,1 2,1-2,-1-1,1-5,0-4,1-10</inkml:trace>
  <inkml:trace contextRef="#ctx0" brushRef="#br0" timeOffset="71298.939">2594 164,'0'0,"1"0,-1 0,0 1,0-1,0 0,1 0,-1 0,0 0,0 0,1 0,-1 0,0 0,0 0,1 0,-1 0,0 0,0 0,0 0,1 0,-1 0,0 0,0 0,1 0,-1 0,0 0,0 0,0-1,1 1,-1 0,0 0,0 0,0 0,0 0,1-1,-1 1,0 0,0 0,0 0,0 0,0-1,1 1,-1 0,0 0,0-1,0 1,0 0,0 0,0 0,0-1,3 25,30 482,-23 146,-11-421,2-143,1-21,-3 0,-10 63,-8 15,20 37,4-171,-2-17</inkml:trace>
  <inkml:trace contextRef="#ctx0" brushRef="#br0" timeOffset="18445.37">1150 591,'25'350,"-11"-205,70 843,-42-208,-28-429,-13-338,20 836,-27-736,-5 0,-5-2,-5 0,-4-1,-25 61,26-117,16-46</inkml:trace>
  <inkml:trace contextRef="#ctx0" brushRef="#br0" timeOffset="72329.431">1391 138,'21'246,"3"170,0-125,-12 96,-11-225,14 75,-9-168,-4 1,-3 0,-3 2,0-15,4 0,1 1,6 17,-7-61,-2-19</inkml:trace>
  <inkml:trace contextRef="#ctx0" brushRef="#br0" timeOffset="72910.859">1204 191,'-5'-4,"-3"-3,-1 6,1 5,3 8,1 9,2 13,1 16,1 20,2 21,4 20,0 16,0-14</inkml:trace>
  <inkml:trace contextRef="#ctx0" brushRef="#br0" timeOffset="69631.859">1698 1527,'2'0,"4"0,2 3,5 4,4 9,4 8,6 7,4 7,5 4,0 2,-2 0,-1-3,-3-3,-3-5,-5-5,-3-5,-5-4,-5-5</inkml:trace>
  <inkml:trace contextRef="#ctx0" brushRef="#br0" timeOffset="69885.339">1979 1541,'-5'12,"-5"14,-6 15,-8 11,-5 9,-6 3,-3-1,3-4,4-7,8-11,8-14,6-12</inkml:trace>
  <inkml:trace contextRef="#ctx0" brushRef="#br0" timeOffset="70381.478">2140 2102,'18'-81,"40"-127,-50 189,-7 20,0 0,0 0,0 0,0 0,0 0,0 0,0 1,0-1,-1 0,1 0,-1 1,1-1,-1 1,1-1,-1 0,0 1,0-1,0 1,1-1,-1 0,-1 1,1-1,0 1,0-1,0 1,-1-1,1 1,-1 101,0-56,1 1,3-2,1 1,8 25,-3-41,0-10</inkml:trace>
  <inkml:trace contextRef="#ctx0" brushRef="#br0" timeOffset="74468.389">3075 806,'-2'2,"-1"6,3 5,2 8,7 5,6 4,7 2,9 3,6 2,4-2,1 2,-2-2,-5-3,-6-1,-6-4,-7-7</inkml:trace>
  <inkml:trace contextRef="#ctx0" brushRef="#br0" timeOffset="74714.065">3342 645,'-16'16,"-9"17,-6 13,-4 11,0 10,-2 4,2-1,3-2,8-10,8-9,7-10,4-13</inkml:trace>
  <inkml:trace contextRef="#ctx0" brushRef="#br0" timeOffset="75181.361">3610 1247,'8'3,"0"0,0-1,0 0,0-1,0 0,0 0,1-1,-1 0,0 0,1-1,-1 0,0 0,0-1,0 0,0-1,0 0,0 0,-1 0,1-1,-1 0,0-1,0 1,-1-1,0-1,1 1,-1-1,-1 0,0-1,1 1,-2-1,3-3,-5 5,1 0,-1 0,0 0,0 0,0 0,-1 0,1-1,-1 1,-1-1,1 1,-1-1,0 1,0-1,-1 1,1 0,-1-1,0 1,-1 0,0-1,1 1,-1 0,-1 0,1 0,-1 0,0 1,0-1,0 1,-1 0,0 0,1 0,-2 0,-3-3,-1 0,-1 0,1 1,-1 0,0 1,0 0,0 1,-1 0,0 0,0 1,0 1,0 0,0 0,0 1,-10 0,15 1,-1 0,0 1,1 0,-1 0,0 0,1 0,-1 1,1 1,0-1,0 1,0 0,0 0,0 0,0 1,1 0,0 0,0 1,0-1,0 1,1 0,0 0,0 1,0-1,0 1,1 0,0 0,0 0,-2 9,1 1,1-1,0 1,1-1,0 1,1 0,1 0,1 0,0 1,4 33</inkml:trace>
  <inkml:trace contextRef="#ctx0" brushRef="#br0" timeOffset="76330.888">5949 2945,'7'2,"9"1,8 0,12-1,9 0,6-1,1 0,-2 3,-6 5,-12-1</inkml:trace>
  <inkml:trace contextRef="#ctx0" brushRef="#br0" timeOffset="76582.215">5923 3306,'18'4,"18"2,18 0,16-2,7-3,0-4,-13-1</inkml:trace>
  <inkml:trace contextRef="#ctx0" brushRef="#br0" timeOffset="84263.435">8570 1701,'6'18,"10"13,9 8,9 7,7 2,7 2,2-1,-2-2,-1-4,-7-5,-7-6,-10-10</inkml:trace>
  <inkml:trace contextRef="#ctx0" brushRef="#br0" timeOffset="84497.81">8917 1715,'-16'-2,"-9"3,-6 9,-2 14,-2 14,-2 15,-1 11,1 9,2 3,5-2,6-7,6-10,6-15</inkml:trace>
  <inkml:trace contextRef="#ctx0" brushRef="#br0" timeOffset="84870.076">9091 2130,'5'8,"0"1,0-1,1 1,0-1,0-1,1 1,0-1,0-1,1 1,0-1,0 0,0-1,1 0,0 0,0-1,0 0,0-1,1 0,-1 0,1-1,0 0,0-1,0 0,0 0,0-1,0-1,0 0,8-1,-12-2,1-1,-1 0,0 0,0 0,-1 0,0-1,1 0,-2 0,1 0,-1-1,0 0,0 0,-1 0,0 0,0 0,-1-1,0 1,0-1,-1 0,0 1,0-1,0 0,-1 0,-1 0,1 1,-1-1,-1 0,1 1,-1-1,-1 1,1-1,-1 1,-3-6,3 8,0 0,0 1,0-1,-1 1,0 0,1 0,-1 0,-1 0,1 1,-1 0,1 0,-1 0,0 0,0 1,0-1,0 1,0 1,-1-1,1 1,-1 0,1 0,-1 0,1 1,-1 0,1 0,-1 1,1-1,-1 1,1 0,-1 1,1-1,0 1,-1 0,1 1,-10 4,-1 1,2 1,0 0,0 1,0 1,1 0,1 1,-9 10,-15 18</inkml:trace>
  <inkml:trace contextRef="#ctx0" brushRef="#br0" timeOffset="85846.237">9639 1166,'9'31,"11"184,-10 1,-9 0,-20 144,3-18,9 748,9-645,-2 521,-8-892,6-72,0-5</inkml:trace>
  <inkml:trace contextRef="#ctx0" brushRef="#br0" timeOffset="81518.182">7233 1220,'-7'-10,"3"27,2 74,4 0,4-1,8 30,-1 9,55 794,-65-850,50 675,13-195,-26-93,-37-436,24 185,-10 1,-8 46,-8-231,-1-24,0-1,0 0,0 1,0-1,0 0,0 1,0-1,0 0,0 1,0-1,0 0,0 1,0-1,0 0,0 1,0-1,0 0,1 1,-1-1,0 0,0 1,0-1,0 0,1 0,-1 1,0-1,0 0,1 0,-1 1,0-1,0 0,1 0,-1 0,0 0,1 1,-1-1,0 0,1 0,-1 0,0 0,1 0,-1 0,0 0,1 0,-1 0,0 0,1 0,-1 0,0 0,1 0,-1 0,0 0,1 0,-1-1,0 1,0 0,1 0,-1 0,0 0,1-1,-1 1,0 0,0 0,1-1,-1 1,0 0,4-7,0-1</inkml:trace>
  <inkml:trace contextRef="#ctx0" brushRef="#br0" timeOffset="83602.048">7687 1982,'0'-1,"-1"0,1 0,-1-1,1 1,-1 0,1 0,0 0,0-1,-1 1,1 0,0 0,0-1,0 1,0 0,0 0,1-1,-1 1,0 0,1 0,-1 0,1-1,-1 1,1 0,-1 0,1 0,0 0,-1 0,1 0,0-2,78-184,-79 187,0-1,0 1,0-1,0 0,0 1,0-1,0 1,0-1,0 1,0-1,1 1,-1-1,0 1,0-1,0 1,1-1,-1 1,0-1,0 1,1-1,-1 1,0 0,1-1,-1 1,1 0,-1-1,1 1,-1 0,0-1,1 1,-1 0,1 0,-1-1,1 1,0 0,-1 0,1 0,-1 0,1 0,-1 0,1 0,-1 0,1 0,-1 0,1 0,-1 0,1 0,-1 1,1-1,-1 0,1 0,-1 0,1 1,-1-1,1 0,-1 1,1-1,-1 0,0 1,1-1,-1 1,0-1,1 0,-1 1,0-1,11 37,-2 33,-2 0,-4 0,-2 0,-6 29,5-98,-12 69,11-68,1-1,0 1,-1 0,0-1,1 1,-1-1,0 1,0-1,0 1,0-1,0 1,0-1,0 0,0 0,-1 0,1 1,0-1,-1 0,1-1,-1 1,1 0,-1 0,0-1,1 1,-1-1,0 1,1-1,-1 0,0 1,1-1,-1 0,0 0,0 0,1-1,-1 1,0 0,0-1,2 1,0 0,1 1,-1-1,0 0,1 0,-1 0,0 0,1 0,-1 0,0 0,1 0,-1 0,0 0,1 0,-1 0,1 0,-1 0,0 0,1 0,-1 0,0-1,1 1,-1 0,0 0,1 0,-1-1,0 1,0 0,1 0,-1-1,0 1,0 0,1 0,-1-1,0 1,0 0,0-1,0 1,1 0,-1-1,0 1,0 0,0-1,0 1,0 0,0-1,0 1,0 0,0-1,0 1,0-1,0 1,0 0,0-1,0 1,-1 0,1-1,0 1,0 0,0-1,0 1,-1 0,1 0,0-1,0 1,-1 0,1 0,0-1,206-34,-158 27,-5 1</inkml:trace>
  <inkml:trace contextRef="#ctx0" brushRef="#br0" timeOffset="84017.1">8249 1849,'-13'72,"13"-70,0 0,0 0,0 0,0 0,0 0,1 0,-1 0,1 0,0 0,-1 0,1 0,0 0,0-1,0 1,0 0,1-1,-1 1,0-1,1 1,-1-1,1 0,-1 1,1-1,-1 0,1 0,0 0,0 0,0-1,0 1,-1 0,1-1,0 1,0-1,2 0,-2 0,1 0,-1-1,1 0,-1 0,0 0,1 0,-1 0,0 0,1-1,-1 1,0-1,0 1,0-1,0 0,-1 0,1 0,0 0,-1 0,1 0,-1 0,0 0,0-1,0 1,0-1,0 1,0-1,-1 1,1-1,-1 1,0-1,1 1,-1-1,0 0,-1 1,1-1,0 1,-1-1,0 1,1-1,-1 1,0-1,0 1,0 0,-1-1,1 1,0 0,-1 0,0 0,1 0,-2-1,2 2,0-1,-1 0,1 1,-1-1,1 1,-1-1,1 1,-1 0,0 0,1-1,-1 1,0 1,0-1,0 0,0 0,0 1,0-1,0 1,0-1,0 1,0 0,0 0,-1 0,1 0,0 0,0 1,0-1,0 0,0 1,0 0,0-1,0 1,0 0,0 0,1 0,-1 0,0 1,1-1,-1 0,0 1,1-1,0 1,-1 0,1-1,0 1,0 0,0 0,0-1,0 1,0 0,1 0,-1 0,0 0,1 0,-1 2,16 39,0-25</inkml:trace>
  <inkml:trace contextRef="#ctx0" brushRef="#br0" timeOffset="87321.291">7647 3520,'9'18,"8"13,5 10,6 7,5 5,3 3,1 0,-2 0,-2 0,-2-4,-4-5,-7-9,-7-10</inkml:trace>
  <inkml:trace contextRef="#ctx0" brushRef="#br0" timeOffset="87565.644">7995 3613,'-14'14,"-11"13,-8 12,-6 7,-4 6,-3 5,0 2,6 0,9-5,11-12</inkml:trace>
  <inkml:trace contextRef="#ctx0" brushRef="#br0" timeOffset="87879.961">8235 4134,'16'-37,"-2"0,-1-2,-2 1,-2-2,-1 1,-2-1,-2 0,-2-24,-1 117,1 0,3 0,2-1,2 0,3-1,12 33,6-4,-18-56</inkml:trace>
  <inkml:trace contextRef="#ctx0" brushRef="#br0" timeOffset="88233.591">8677 3747,'0'5,"0"-1,0 0,1 0,0 1,0-1,0 0,0 0,1 0,-1 0,1 0,0-1,0 1,1 0,-1-1,1 0,0 1,0-1,0 0,0 0,0-1,1 1,-1-1,4 2,-5-5,0 0,0 0,0 0,0-1,0 1,0-1,-1 1,1-1,0 0,-1 0,1 0,-1 0,0 0,0 0,0 0,0 0,0 0,0 0,0-1,-1 1,1 0,-1-1,0 1,0 0,1-1,-1 1,-1 0,1-1,0 1,-1-3,0 2,0 0,0 0,0 0,0 0,-1 0,1 0,-1 0,0 1,1-1,-1 0,-1 1,1 0,0-1,0 1,-1 0,0 0,1 0,-1 1,0-1,0 1,0-1,0 1,0 0,0 0,-1 0,3 0,-1 1,0-1,0 0,0 1,1 0,-1-1,0 1,0 0,0 0,0 0,0 0,1 0,-1 1,0-1,0 0,0 1,0-1,1 1,-1 0,0 0,1 0,-1 0,1 0,-1 0,1 0,-1 0,1 0,-1 1,1-1,0 1,0-1,0 1,0-1,0 1,0 0,0-1,1 1,-1 0,1 0,-1-1,1 1,-1 1,0 15</inkml:trace>
  <inkml:trace contextRef="#ctx0" brushRef="#br0" timeOffset="88680.509">9065 3800,'0'-21,"1"0,2 0,0 0,1 0,0 1,2-1,1 1,0 1,2-1,0 1,1 1,10-14,12-1,-31 33,0 0,-1 0,1 0,0 1,0-1,0 0,-1 1,1-1,0 1,0-1,-1 1,1-1,0 1,-1-1,1 1,-1 0,1-1,-1 1,1 0,-1-1,1 1,-1 0,0 0,1 0,-1-1,0 1,0 0,1 0,-1 0,0 0,0 0,0-1,0 1,0 0,0 0,-1 0,-4 190,6 157,-6-310,5-37,0 0,-1-1,1 1,0 0,-1-1,1 1,-1 0,1-1,-1 1,1-1,-1 1,1-1,-1 1,1-1,-1 0,0 1,1-1,-1 0,0 1,1-1,-1 0,0 0,1 1,-1-1,0 0,0 0,1 0,-1 0,0 0,0 0,1 0,-1 0,0-1,1 1,-1 0,0 0,0-1,1 1,-1 0,1-1,-1 1,0 0,1-1,-1 1,1-1,-1 1,1-1,-1 1,1-1,-1 1,-1 0,1-1,0 1,0 0,0-1,0 1,0-1,0 1,0-1,0 0,0 1,0-1,0 0,0 0,1 1,-1-1,0 0,0 0,1 0,-1 0,1 0,-1 0,1 0,-1 0,1 0,-1-1,1 1,0 0,0 0,0 0,0 0,0-1,0 1,0 0,0 0,0 0,0 0,0 0,1-1,-1 1,1 0,-1 0,1 0,-1 0,1 0,-1 0,1 0,0 0,0 0,-1 1,1-1,0 0,0 0,0 1,0-1,0 0,0 1,0-1,0 1,0-1,123-7,-77 9,23-3,-2-1</inkml:trace>
  <inkml:trace contextRef="#ctx0" brushRef="#br0" timeOffset="129900.554">2554 7210,'16'2,"14"1,11 0,10-1,8-1,3 0,-2 0,-12-1</inkml:trace>
  <inkml:trace contextRef="#ctx0" brushRef="#br0" timeOffset="130065.624">2621 7463,'20'2,"21"1,17-2,11-6,9-5,-9 1</inkml:trace>
  <inkml:trace contextRef="#ctx0" brushRef="#br0" timeOffset="133033.582">5561 6314,'-2'16,"-3"12,-3 10,0 6,1 4,2 1,6-4,6-4,5-7,2-10</inkml:trace>
  <inkml:trace contextRef="#ctx0" brushRef="#br0" timeOffset="133222.927">5735 6033,'5'14,"5"15,9 15,7 13,7 8,4 5,2-3,2-6,1-9,0-10,-3-14,-8-10</inkml:trace>
  <inkml:trace contextRef="#ctx0" brushRef="#br0" timeOffset="133478.497">6029 6060,'-18'18,"-11"17,-6 17,-3 15,1 10,2 3,5 0,5-8,7-11,6-15</inkml:trace>
  <inkml:trace contextRef="#ctx0" brushRef="#br0" timeOffset="133727.01">6297 6581,'7'4,"1"-1,-1 0,1 0,0-1,-1 0,1 0,0-1,1 0,-1 0,0-1,0 0,0 0,0-1,0 0,0-1,0 1,0-2,0 1,-1-1,1 0,-1-1,1 0,-1 0,-1 0,1-1,-1 0,1 0,-1-1,-1 0,1 0,-1 0,0 0,-1-1,1 0,-1 0,2-5,-5 8,0 0,0 0,-1 0,1-1,-1 1,0 0,0 0,0 0,-1 0,1-1,-1 1,0 0,0 0,-1 0,1 0,-1 1,0-1,0 0,0 1,0-1,-1 1,1-1,-1 1,0 0,0 0,0 1,0-1,-1 0,1 1,-1 0,1 0,-1 0,0 0,0 1,0-1,0 1,0 0,0 0,0 1,0-1,0 1,-1 0,1 0,0 0,0 1,0-1,0 1,-7 2,1 0,-1 1,1 0,0 0,1 1,-1 1,1-1,0 1,0 1,1 0,0 0,0 1,0 0,1 0,1 1,-3 3,-20 27</inkml:trace>
  <inkml:trace contextRef="#ctx0" brushRef="#br0" timeOffset="130434.637">3690 5993,'-9'108,"5"-1,5 1,11 73,70 407,-21-191,20 363,-78-712</inkml:trace>
  <inkml:trace contextRef="#ctx0" brushRef="#br0" timeOffset="130882.709">4091 6126,'0'21,"2"13,6 10,8 5,8 0,9-1,8-4,4-6,1-3,-5-5,-7-4,-7-4,-9-7</inkml:trace>
  <inkml:trace contextRef="#ctx0" brushRef="#br0" timeOffset="131135.563">4331 6207,'-15'18,"-9"15,-1 12,0 6,3 6,5 5,4 4,3-4,3-4,4-13</inkml:trace>
  <inkml:trace contextRef="#ctx0" brushRef="#br0" timeOffset="131432.405">4533 6461,'11'-4,"2"1,-1 1,0 0,1 1,-1 0,0 1,1 0,3 2,-12-2,0 0,-1 1,1 0,0 0,-1 0,1 0,0 1,-1 0,0-1,1 1,-1 0,0 1,0-1,0 0,0 1,-1 0,1-1,-1 1,1 0,-1 1,0-1,0 0,-1 1,1-1,0 1,-1-1,0 1,1 3,-2 7,0 0,-1 1,-1-1,0 1,-1-1,0 0,-1 0,-1 0,0-1,-1 0,0 0,-1 0,0-1,-5 5,10-13,-49 92,50-95,1 0,0 0,-1 0,1 0,0 0,0 0,-1 0,1 0,0 0,0 0,0 0,0 0,1 0,-1 0,0-1,0 1,0 0,1 0,-1 0,0 0,1 0,-1 0,1 0,-1-1,1 1,0 0,-1 0,1-1,0 1,-1 0,1-1,0 1,0-1,-1 1,1-1,0 1,0-1,0 0,0 1,0-1,0 0,0 0,0 1,0-1,0 0,-1 0,2 0,48-5,42-24,-49 12</inkml:trace>
  <inkml:trace contextRef="#ctx0" brushRef="#br0" timeOffset="131836.187">4051 5926,'5'-2,"8"-1,13 0,14 1,11 0,11-1,6-3,0-3,-4 1,-13 1</inkml:trace>
  <inkml:trace contextRef="#ctx0" brushRef="#br0" timeOffset="132518.878">4893 6100,'9'14,"13"13,10 11,10 9,7 5,2 3,-2-2,-4-2,-7-6,-10-10</inkml:trace>
  <inkml:trace contextRef="#ctx0" brushRef="#br0" timeOffset="132768.735">5215 6060,'-16'22,"-10"22,-5 17,-2 9,3 6,4 0,4-4,5-10,7-15</inkml:trace>
  <inkml:trace contextRef="#ctx0" brushRef="#br0" timeOffset="134455.879">4399 7611,'2'13,"6"12,7 11,9 8,10 5,4 4,4 0,1-3,-2-5,-5-5,-10-10</inkml:trace>
  <inkml:trace contextRef="#ctx0" brushRef="#br0" timeOffset="134715.193">4666 7598,'-14'20,"-8"16,-6 13,-3 13,1 6,-1 1,4-3,5-4,8-12,5-14</inkml:trace>
  <inkml:trace contextRef="#ctx0" brushRef="#br0" timeOffset="135046.596">4827 7918,'4'-3,"0"0,1 1,-1-1,1 1,0 0,0 1,0-1,0 1,0 0,0 0,0 0,0 1,1 0,-1 0,0 0,0 1,0-1,0 1,0 0,0 1,0-1,0 1,0 0,0 1,-1-1,1 1,-1-1,0 2,3 1,-4-2,0 0,-1 1,1 0,-1-1,0 1,0 0,0 0,0 0,-1 0,1 1,-1-1,0 0,0 1,-1-1,1 0,-1 1,0-1,0 1,-1-1,1 0,-1 1,0-1,0 0,-1 1,1-1,-1 0,-1 2,-4 9,-1 0,0 0,-2-1,1 0,-2 0,-6 5,-95 97,112-116,-1 0,1 1,-1-1,1 0,-1 0,1 1,-1-1,1 0,-1 1,1-1,0 1,-1-1,1 1,-1-1,1 0,0 1,0-1,-1 1,1-1,0 1,0 0,-1-1,1 1,0-1,0 1,0-1,0 1,0 0,0-1,0 1,0-1,0 1,0-1,0 1,1 0,-1-1,0 1,0-1,0 1,1-1,-1 1,0-1,1 1,-1-1,0 1,1-1,-1 0,1 1,-1-1,0 0,1 1,-1-1,1 0,-1 1,1-1,-1 0,1 0,0 0,-1 1,1-1,-1 0,1 0,-1 0,1 0,0 0,-1 0,1 0,-1 0,1 0,0-1,45-5,-45 6,181-51,-120 32</inkml:trace>
  <inkml:trace contextRef="#ctx0" brushRef="#br0" timeOffset="129467.107">1738 7169,'-11'406,"19"-280,-5-141,-5-73,-3 0,-13-67,9 86,-1-4,-13-204,22 275,1 1,0-1,0 0,0 1,0-1,0 0,1 1,-1-1,0 0,1 1,-1-1,1 1,0-1,-1 1,1-1,0 1,0-1,0 1,0 0,0 0,0-1,0 1,0 0,1 0,-1 0,0 0,1 0,-1 0,1 1,-1-1,1 0,-1 1,1-1,0 1,-1 0,1-1,0 1,-1 0,1 0,0 0,-1 0,1 0,1 1,292-27,-261 26,-8 1</inkml:trace>
  <inkml:trace contextRef="#ctx0" brushRef="#br0" timeOffset="129719.953">1551 7330,'23'0,"21"-5,16-5,13-5,6 0,2-1,-13 2</inkml:trace>
  <inkml:trace contextRef="#ctx0" brushRef="#br0" timeOffset="136649.643">5455 7210,'-3'-9,"0"0,0-1,1 1,0 0,1-1,0 1,1-1,0 1,0-7,0 9,35 333,14 435,-49-728,-1-19,1 0,1 0,0 0,0 0,2 0,0 0,0 0,2 3,2-7,-1-7</inkml:trace>
  <inkml:trace contextRef="#ctx0" brushRef="#br0" timeOffset="137250.966">5696 7317,'-3'-3,"3"5,4 5,10 10,8 7,8 10,5 5,1 6,2 1,-4-2,-2-4,-6-4,-6-9</inkml:trace>
  <inkml:trace contextRef="#ctx0" brushRef="#br0" timeOffset="137498.812">5949 7236,'-16'16,"-11"14,-7 12,-2 7,1 4,2 3,4-1,5-4,6-8,7-9,5-11</inkml:trace>
  <inkml:trace contextRef="#ctx0" brushRef="#br0" timeOffset="137788.462">6123 7544,'0'3,"-1"0,1 0,0 0,0-1,0 1,0 0,0 0,1 0,0 0,-1 0,1-1,0 1,0 0,0-1,1 1,-1 0,1-1,-1 0,1 1,0-1,0 0,0 0,0 0,0 0,0 0,1-1,-1 1,1 0,-1-1,1 0,0 0,-1 0,1 0,0 0,0 0,0-1,-1 1,1-1,0 0,0 0,0 0,2-1,2 0,0-2,0 1,0-1,0 0,-1 0,1-1,-1 0,1 0,-2-1,1 1,0-1,-1-1,0 1,0-1,0 0,-1 0,2-4,-3 7,-1 0,0-1,0 0,0 1,0-1,-1 0,0 0,1 0,-1 0,-1 0,1-1,-1 1,1 0,-1 0,0 0,-1 0,1-1,-1 1,0 0,0 0,0 0,0 0,-1 0,0 1,0-1,0 0,0 1,0-1,-1 1,1 0,-3-3,-1 2,0 0,0 1,0 0,0 0,0 0,-1 1,1-1,-1 2,1-1,-1 1,0 0,0 0,1 1,-1 0,0 0,0 1,0-1,1 1,-1 1,0 0,1 0,-1 0,1 0,0 1,0 0,0 1,0-1,0 1,1 0,-1 1,-26 20</inkml:trace>
  <inkml:trace contextRef="#ctx0" brushRef="#br0" timeOffset="138319.06">5749 7998,'7'2,"6"6,9 5,7 8,5 5,1 5,2 1,-1 2,1 1,-5-5,-5-4,-6-7</inkml:trace>
  <inkml:trace contextRef="#ctx0" brushRef="#br0" timeOffset="138583.474">6043 7944,'-11'16,"-9"15,-3 10,-2 8,1 5,0 2,4-2,3-5,5-11</inkml:trace>
  <inkml:trace contextRef="#ctx0" brushRef="#br0" timeOffset="139163.063">6324 8065,'-2'16,"-1"12,0 10,0 6,1 4,4-1,5-2,4-4,0-9</inkml:trace>
  <inkml:trace contextRef="#ctx0" brushRef="#br0" timeOffset="139899.22">6444 7156,'-2'0,"-1"2,0 8,3 13,3 17,5 19,4 19,3 17,1 15,0 10,0 3,-1-3,-1-8,3-13,-1-13,-2-21</inkml:trace>
  <inkml:trace contextRef="#ctx0" brushRef="#br0" timeOffset="140515.108">6939 6019,'23'312,"69"1098,-73-1216,9-2,40 137,-60-298</inkml:trace>
  <inkml:trace contextRef="#ctx0" brushRef="#br0" timeOffset="142149.349">7848 6100,'-4'-6,"1"-1,-2 1,1 0,-1 0,1 1,-2 0,1 0,-1 0,1 0,-1 1,-7-4,-8-8,-32-23,-3 3,0 2,-3 2,-26-8,3-4,2-2,-62-50,19 13,92 64,0 2,-2 0,0 2,0 2,-1 1,-1 2,0 1,-26-3,-349-48,294 38,-1 5,0 5,-12 5,-404 10,94 40,45-2,-289-31,-104 7,660-8,-262 23,-70 28,334-34,1 5,2 5,2 6,-10 10,93-37,1 1,0 2,1 2,1 1,1 2,1 1,2 1,0 2,1 1,2 1,1 1,-19 30,2 17,2 2,5 2,-14 46,2-6,7-24,6-22,3 2,4 1,3 1,4 1,3 1,-2 43,17-48,4 0,3-1,4 1,2-1,4-1,3 0,4-1,17 41,-26-78,2-1,2 0,0-1,3-1,0 0,2-2,2 0,0-2,3 0,0-2,1 0,2-2,0-2,2 0,0-2,2-1,11 3,49 15,-6-10</inkml:trace>
  <inkml:trace contextRef="#ctx0" brushRef="#br0" timeOffset="143296.786">7754 6033,'214'164,"-62"-37,-6 7,-5 6,109 143,-225-254,-2 2,-1 0,-1 1,-2 1,-1 1,-2 0,-1 1,-2 1,-2 1,-1-1,-1 5,-4-9,-1 0,-2 0,-1 0,-2 0,-1 0,-2 0,0 0,-3 0,0-1,-2 0,-2-1,0 0,-2 0,-1-2,-7 10,-25 34,-3-1,-3-3,-3-3,-3-1,-27 20,54-56,-1-1,-1-1,-1-2,-1-2,-1-1,-1-1,-1-2,0-2,-1-2,-1-1,0-2,-1-1,-36 2,47-10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9:23.05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195 221,'-8'7,"0"0,0 0,1 1,0 0,0 1,1-1,0 1,1 0,0 1,0-1,1 1,1 0,-1 0,1 1,1-1,0 1,1-1,0 1,0 0,1 7,0 2,2 0,0-1,1 1,0 0,2-1,0 0,2 0,0-1,1 1,7 11,-7-17,0-1,1 0,0 0,1-1,0 0,1-1,0 0,1 0,0-2,5 4,-11-8,1 0,0-1,0 1,0-1,0-1,1 1,-1-1,1-1,-1 1,1-1,0-1,0 1,-1-1,1-1,0 1,0-1,-1-1,1 1,-1-1,5-2,-5 1,-1-1,0 1,0-1,0-1,0 1,-1-1,0 0,0 0,0 0,0-1,-1 0,0 0,0 0,-1 0,0 0,0-1,0 0,-1 1,1-4,2-9,0-1,-1 0,-2 0,0 0,-1 0,-1-8,-2-5,-1-1,-1 1,-2 0,-2 1,-1 0,-1 0,-2 1,-1 0,-1 1,-2 0,-12-17,23 38,0 0,0 0,-1 1,0 0,0 0,-1 0,0 1,0 0,-1 1,0-1,0 1,-1 1,1 0,-1 0,0 0,-1 1,1 1,-1-1,1 2,-1-1,0 1,0 1,0 0,0 0,-1 1,0 0,-1 5,0 0,0 1,1 0,0 0,0 1,1 1,0 0,0 0,0 1,1 0,1 1,0 0,0 0,1 1,0 0,1 0,0 0,1 1,0 0,1 0,0 0,1 1,0-1,1 1,0 0,1 0,1 0,0 2,8 64,10-9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09:23.63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259 1342,'-6'14,"-6"17,-2 21,1 18,3 17,5 10,6 9,7 3,7-1,3-5,1-10,-3-22</inkml:trace>
  <inkml:trace contextRef="#ctx0" brushRef="#br0" timeOffset="594.689">19 1610,'-1'-7,"-3"-2,1 0,0 0,1 0,0-1,1 1,0 0,0-1,1 1,0-1,1 1,0-1,0 1,1-1,0 1,1 0,0 0,0 0,1 0,0 1,1 0,0-1,0 2,1-1,3 1,1 1,1 0,-1 1,1 0,0 1,0 0,0 1,0 0,1 1,-1 0,1 0,0 2,-1-1,1 1,0 1,-1 0,1 1,-1 0,1 1,-1 0,0 1,0 0,0 1,-1 0,1 0,-1 1,-1 1,1 0,-1 0,0 0,0 2,2 3,-7-8,0-1,-1 2,0-1,0 0,0 1,0-1,-1 1,1 0,-1-1,-1 1,1 1,-1-1,1 0,-2 0,1 0,0 1,-1-1,0 0,0 0,-1 1,1-1,-1 0,0 0,-1 1,1-1,-1 0,0-1,0 1,-1 0,1 0,-3 2,-1 0,1-1,-1 0,0 0,-1 0,1-1,-1 0,0 0,-1-1,1 0,-1 0,1-1,-1 0,0 0,0-1,-1 0,1 0,0-1,-1 0,1-1,-1 0,1 0,0 0,-4-2,9 1,1 0,-1-1,1 1,0-1,-1 0,1 0,0 0,0 0,0 0,0 0,0-1,1 1,-1 0,1-1,0 0,-1 1,1-1,0 0,0 1,1-1,-1 0,1 0,-1 0,1 0,0 0,0 0,0 0,0 1,1-1,-1 0,1 0,0 0,0 0,0 1,0-1,0 0,1 1,-1-1,1 1,-1 0,1-1,0 1,0 0,0 0,0 0,1 0,-1 0,0 1,1-1,10-8,1 1,0 0,1 1,-1 0,2 1,-1 1,1 0,0 1,0 1,0 1,1 0,-1 1,1 1,0 0,-1 1,1 1,-1 1,1 0,-1 1,11 4,-23-7,1 1,-1 0,0 0,0 0,0 1,0-1,0 1,-1 0,1 0,-1 0,1 1,-1-1,1 1,-1 0,0 0,-1 0,1 0,0 1,-1-1,0 1,1-1,-1 1,-1 0,1 0,-1 0,1 0,-1 0,0 0,-1 0,1 4,-1 14,-1-21,1 1,-1 0,1-1,-1 1,1 0,0-1,0 1,0 0,0-1,0 1,0 0,0-1,1 1,-1 0,0-1,1 1,-1 0,1-1,0 1,0-1,-1 1,1-1,0 1,0-1,1 0,-1 0,0 1,0-1,0 0,1 0,-1 0,1 0,-1 0,1-1,-1 1,1 0,-1-1,1 1,0-1,-1 1,1-1,0 0,-1 0,2 0,8 0,0-2,0 1,0-2,-1 1,1-2,0 1,-1-1,0-1,0 0,0 0,-1-1,1 0,-1-1,0 0,-6 5,0-1,0 1,0-1,-1 0,1 0,-1 0,1 0,-1 0,0 0,0-1,0 1,-1-1,1 1,-1-1,0 0,0 0,0 1,0-1,-1 0,0 0,0 0,0 0,0 0,0 0,-1 1,1-1,-1 0,0 0,-1 0,1 1,-1-1,1 1,-1-1,0 1,0 0,0 0,-1 0,0-1,-2-1,0 0,0 1,0 0,-1 0,1 0,-1 0,0 1,0 0,-1 0,1 1,-1-1,1 1,-1 1,0-1,1 1,-1 1,0-1,0 1,0 0,0 1,0-1,1 1,-1 1,0-1,1 1,-1 1,1-1,0 1,-1 0,1 0,0 1,1 0,-1 0,1 0,0 0,0 1,0 0,0 0,1 1,0-1,0 1,1 0,-1 0,1 0,-1 5,2-7,1 0,0 0,0 1,0-1,0 0,1 0,0 1,0-1,0 0,0 1,1-1,0 0,0 1,0-1,0 0,0 0,1 0,0 0,0 0,0-1,0 1,1 0,-1-1,1 0,0 1,3 1,25 20</inkml:trace>
  <inkml:trace contextRef="#ctx0" brushRef="#br0" timeOffset="1084.293">1342 1181,'-11'-2,"1"1,-1 0,0 0,1 1,-1 0,0 1,1 0,-1 1,0 0,1 0,0 2,0-1,0 1,0 0,0 1,1 0,0 1,0 0,0 0,1 1,0 0,0 1,1-1,0 1,0 1,1-1,0 1,-4 9,9-14,0 1,0-1,0 1,0-1,1 1,-1-1,1 1,1-1,-1 1,0 0,1-1,0 1,0-1,1 0,-1 1,1-1,0 0,0 0,0 0,1 0,-1 0,1 0,0-1,0 0,0 1,1-1,-1 0,1 0,-1-1,3 2,13 9,2-1,-1-1,2 0,-1-2,7 2,-28-11,196 67,-196-66,-1-1,0 0,1 0,-1 1,1-1,-1 1,1-1,0 0,-1 1,1-1,-1 1,1-1,0 1,-1-1,1 1,0 0,0-1,-1 1,1-1,0 1,0-1,0 1,0 0,0-1,0 1,0 0,0-1,0 1,0-1,0 1,0 0,0-1,0 1,1-1,-1 1,0 0,0-1,1 1,-1-1,0 1,1-1,-1 1,1-1,-1 0,0 1,1-1,-1 1,1-1,-1 0,1 1,-1-1,1 0,0 0,-1 1,1-1,-1 0,1 0,0 0,-1 0,1 0,-1 0,1 0,0 0,-1 0,1 0,-20 5,-1-1,0-1,1 0,-1-2,0 0,-13-2,31 1,0 1,0-1,-1 1,1-1,0 0,-1 0,1 0,0 0,0-1,-1 1,1-1,0 1,0-1,-1 0,1 0,0 0,0 0,0 0,0 0,0 0,1-1,-1 1,0-1,1 1,-1-1,1 0,-1 0,1 0,0 1,-1-1,1 0,0-1,1 1,-1 0,2-3,1 1,0-1,0 1,1-1,-1 1,1 0,0 0,0 0,0 1,0-1,1 1,0 0,0-1,1 1,21-17,1 1,1 1,1 2,1 1,0 1,0 1,2 2,-1 1,3 1,-29 7,0 0,0 0,0 0,0 1,0 0,1 0,-1 0,0 0,1 1,-1 0,1 0,-1 0,0 1,1 0,-1 0,0 0,0 1,0 0,0 0,0 0,0 1,0-1,-1 1,1 0,-1 0,4 4,-4 3,0 0,0 0,-1 1,-1-1,0 1,0 0,-1-1,0 1,-1 0,-1 0,1 0,-3 7,2 47,1-64,0 1,0 0,0 0,0-1,0 1,0 0,1 0,-1-1,0 1,1 0,0-1,-1 1,1 0,0-1,0 1,0-1,0 1,0-1,0 0,0 1,1-1,-1 0,1 0,-1 0,0 0,1 0,-1 0,1 0,0-1,-1 1,1 0,0-1,0 1,-1-1,1 0,0 0,0 1,-1-1,1 0,0-1,0 1,-1 0,1 0,0-1,0 1,-1-1,21-6</inkml:trace>
  <inkml:trace contextRef="#ctx0" brushRef="#br0" timeOffset="1330.242">1582 981,'0'0</inkml:trace>
  <inkml:trace contextRef="#ctx0" brushRef="#br0" timeOffset="1846.283">2064 647,'-8'23,"1"1,1 0,1 0,1 0,1 1,1-1,1 18,1-36,-1 82,3 0,4 0,4 0,20 82,-8-95,-22-74,0-1,0 1,0-1,0 0,0 1,0-1,0 1,0-1,1 1,-1-1,0 1,0-1,0 0,0 1,1-1,-1 1,0-1,0 0,1 1,-1-1,0 0,0 1,1-1,-1 0,0 1,1-1,-1 0,1 0,-1 1,0-1,1 0,-1 0,1 0,-1 0,1 0,-1 0,1 1,-1-1,0 0,1 0,-1 0,1 0,-1-1,1 1,-1 0,1 0,-1 0,0 0,1 0,-1 0,1-1,-1 1,0 0,1 0,-1-1,1 1,-1 0,0-1,0 1,1 0,-1-1,0 1,1 0,-1-1,13-32,-11 26,-1 5,1-9,1 0,0 0,1 0,1 0,0 1,0-1,1 1,0 1,1-1,0 1,0 0,1 1,0-1,9-5,-14 12,0 1,0 0,0-1,0 1,1 1,-1-1,0 0,1 1,-1 0,0 0,1 0,-1 0,1 0,-1 1,0-1,1 1,-1 0,0 0,0 0,0 0,0 1,0 0,0-1,0 1,0 0,0 0,0 1,61 69,-54-57,0 0,-1 1,-1 0,-1 1,0 0,-1 0,-1 1,0-1,-1 8,-3-23,0 0,-1 0,0 0,1 0,-1 0,0 0,0 0,0 0,0 0,-1 0,1 0,-1-1,1 1,-1 0,1 0,-1 0,0 0,0-1,0 1,0 0,0-1,0 1,-1 0,1-1,0 0,-1 1,1-1,-1 0,0 0,1 0,-1 0,0 0,1 0,-1 0,0-1,0 1,0 0,0-1,0 0,0 1,0-1,0 0,0 0,0 0,-2-1,-4-1,-1-2,1 1,0-1,0 0,0 0,0-1,1 0,-1-1,1 0,1 0,-1 0,1-1,0 0,1 0,-1 0,2-1,-1 0,1 0,0 0,-1-4,2 8,1-1,0 1,0-1,0 1,0-1,1 0,0 0,0 0,0 0,0 0,1 0,0 0,0 0,0 0,1 0,0 0,-1 0,2 1,-1-1,1 0,-1 0,1 1,1-1,-1 1,1-1,-1 1,1 0,0 0,1 0,9-3,0 0,0 0,0 2,1 0,0 0,0 1,0 1,0 0,0 1,1 1,-1 0,1 1,-1 0,1 2,-1-1,10 4,-7-4,-1 2,0 0,0 1,0 0,-1 2,1-1,5 5,-16-7,0-1,0 1,-1 0,1 1,-1-1,0 1,0 0,0 0,0 0,-1 1,1-1,-1 1,0 0,-1 0,1 0,-1 0,0 0,0 1,-1-1,1 0,-1 1,-1 0,1 0,-1 23,-1-27,0 1,0-1,0 1,1-1,0 1,-1-1,1 1,0-1,0 1,0 0,0-1,1 1,-1-1,1 1,0-1,-1 1,1-1,0 0,0 1,1-1,-1 0,0 0,1 1,0-1,-1 0,1-1,0 1,0 0,0 0,0-1,0 1,0-1,0 0,1 0,-1 0,1 0,1 1,21-3,2-3</inkml:trace>
  <inkml:trace contextRef="#ctx0" brushRef="#br0" timeOffset="2098.469">2638 874,'18'9,"7"3</inkml:trace>
  <inkml:trace contextRef="#ctx0" brushRef="#br0" timeOffset="2432.858">3240 874,'9'-14,"-2"-1,0-1,-1 1,0-1,-2 0,0 0,0-1,-2 1,0-1,0 1,-2-1,0 0,-1 1,-1-1,0 0,-1 1,-1 0,-1 0,0 0,-1 0,-4-7,8 19,0 0,0 0,0 0,0 0,-1 0,1 1,-1-1,0 1,0 0,-1-1,1 1,0 1,-1-1,0 0,0 1,0 0,0 0,0 0,0 1,0-1,-1 1,1 0,0 0,-1 0,1 1,-1-1,1 1,-1 0,1 1,-1-1,1 1,-1 0,1 0,0 0,-1 1,1-1,0 1,-3 2,-8 8,0 0,1 1,1 1,0 0,1 1,0 0,1 1,1 1,1-1,0 2,1-1,1 1,1 0,0 0,1 1,0 8,-3 7,1 0,2 0,2 1,1 0,1-1,2 1,2 0,1-1,6 27,-5-41,1 1,0-1,2 0,0 0,1-1,1 0,1-1,0 0,1 0,1-1,1-1,1-1,0 0,1 0,0-2,9 6,-13-11,0-1,0 0,1-1,0-1,0 0,1 0,-1-2,1 1,0-2,13 2,-21-4,0 0,0 0,1 0,-1 0,0-1,0 0,0-1,0 1,0-1,0 0,-1-1,1 1,-1-1,1 0,-1-1,0 1,0-1,-1 0,1 0,-1-1,0 1,0-1,0 0,0 0,1-4,1-3,-1-1,0 1,0-1,-1 0,-1-1,0 1,0-14,6 98,-8-61,-1-1,2 1,-1 0,1-1,1 0,0 1,0-1,1 0,0-1,0 1,1 0,0-1,1 0,-1-1,2 1,-1-1,1 0,6 4,11 2</inkml:trace>
  <inkml:trace contextRef="#ctx0" brushRef="#br0" timeOffset="2690.243">3575 941,'2'9,"1"3</inkml:trace>
  <inkml:trace contextRef="#ctx0" brushRef="#br0" timeOffset="3745.897">3829 299,'5'108,"73"536,-66-261,-11-363,1-30,2-32,-3 7,-2 0,-1 0,-1 0,-2 0,-2 1,-1 0,-1 0,-2 0,-2 2,-1-1,-1 2,-2 0,-1 1,-16-22,30 32,31 22,-20-1,332 36,238-10,-601-29,0 1,0 1,-1 1,1 1,0 2,0 0,1 1,-1 2,1 0,0 1,1 1,-17 11,34-17,1 0,-1 1,1 0,0 0,0 0,0 1,1-1,-1 1,1 0,1-1,-1 1,0 1,-1 4,4-7,-1-1,0 1,1-1,0 1,0-1,0 1,0 0,0-1,0 1,1-1,-1 1,1 0,0-1,-1 1,1-1,0 0,1 1,-1-1,0 0,1 0,-1 0,1 0,0 0,-1 0,1 0,0 0,0-1,0 1,1-1,-1 1,1-1,4 3,1 0,0 0,0-1,0-1,0 1,0-1,0 0,1-1,-1 0,1-1,-1 1,1-2,-1 1,0-1,1 0,-1-1,0 0,1 0,-1-1,0 0,-1 0,1-1,-1 0,1 0,5-6,24-23,-36 33,0 0,1 0,-1 0,0 1,0-1,1 0,-1 1,0 0,0-1,0 1,0-1,0 1,0 0,0 0,0 0,0 0,0 0,0 0,0 0,-1 0,1 0,0 0,-1 0,1 0,-1 0,1 1,-1-1,1 0,-1 0,0 1,0-1,0 0,0 1,0-1,0 0,3 6,0 4,0-1,1 0,0 0,1 0,0 0,0-1,1 0,0 0,1-1,0 1,0-1,1-1,0 1,1-1,-1-1,1 0,0 0,1-1,0 0,-1 0,1-1,1 0,-1-1,1 0,-1-1,1 0,6 0,-8-3,0 0,0-1,-1 0,1 0,0-1,-1 0,1 0,-1-1,0 0,0-1,0 0,-1 0,0 0,0-1,0 0,-1-1,1 1,-2-1,4-4,5-9,0-1,-2 0,0-1,-2 0,0-1,4-16,23-90,-6 0,-5-2,-3-22,-12 75,-4-1,-3 1,-3-26,-2 90,0 0,0 0,-1 1,-1-1,0 0,-1 1,0 0,-1 0,-1-2,5 13,0 0,-1-1,1 1,0 0,-1 0,1 0,-1 0,1 1,-1-1,0 0,0 1,0-1,0 1,0 0,0 0,0-1,0 1,-1 1,1-1,0 0,-1 0,1 1,0 0,-1-1,1 1,-1 0,1 0,-1 0,1 0,0 1,-1-1,1 1,-1-1,1 1,0 0,0 0,-1 0,1 0,0 0,0 1,0-1,0 1,0-1,1 1,-1 0,0 0,1-1,-1 1,1 1,-10 12,1 0,0 0,1 1,1 1,1 0,0 0,2 0,-1 0,2 1,1 0,0 0,1 3,-3 24,2 1,2 0,2-1,2 1,2 0,3-1,1 0,2-1,2 0,1 0,3-2,2 0,1-1,2-1,2-1,2 0,1-3,26 28,42 23,-90-83,1 0,0 0,0-1,0 1,1-1,-1-1,1 1,-1-1,1-1,0 1,0-1,0 0,0-1,0 1,0-1,5-1,-7 0,-1 0,0-1,0 0,0 1,0-1,0 0,0-1,0 1,-1-1,1 0,-1 0,0 0,0 0,0 0,0-1,0 1,-1-1,0 0,0 0,0 0,0 0,27-92,-24 65,-1 0,-1-1,-2 1,-1-1,-1 1,-5-22,-1 27,1 25,-2 63,8-41,1 0,2 0,0 0,1-1,1 1,1-1,0 0,2-1,10 19,-13-26,1-1,1 0,0-1,1 0,-1 0,2 0,0-1,0 0,0-1,1 0,0-1,1 0,0 0,0-1,0 0,1-1,1 0,17 2</inkml:trace>
  <inkml:trace contextRef="#ctx0" brushRef="#br0" timeOffset="3998.767">5058 447,'30'0,"32"0,31 0,22 0,12 0,-16 0</inkml:trace>
  <inkml:trace contextRef="#ctx0" brushRef="#br0" timeOffset="4502.08">3213 728,'-9'22,"-5"24,-5 20,-8 14,-11 13,-22 5,-1-13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2:38.2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1124 3,'-20'1,"0"1,1 1,-1 1,1 1,0 0,0 2,1 0,0 1,0 1,0 0,-12 10,3-3,0 0,2 2,0 1,0 1,-1 4,-1 4,2 1,1 1,1 1,1 1,2 1,2 1,-7 17,-86 229,22 49,72-278,2 1,2 0,3 1,-1 20,5-39,-1 0,-2 0,-2-1,-1 0,-1-1,-5 7,-44 127,-20 233,58-264,6-7,6 2,6-1,6 38,0 307,14-239,-15-192,1 1,1 0,2 0,7 30,73 357,-67-368,3-1,24 55,7 23,-30-94,1-2,2 0,2-1,2-1,2-1,1-2,3-1,0-2,15 10,-29-25,1 0,2-2,-1-1,2 0,1-2,0-1,1-1,0-1,1 0,1-3,6 2,270 72,-54-39,-31-28,128-12,-110-19,193 3,-123-5,49-6,-15-10,852 33,-963 12,-31 1,135 13,-305-27,33-1,0 4,0 1,0 4,334 15,-227 2,0-7,139-4,136-15,-374-3,0-3,-1-3,0-3,29-11,-36-14,-37 17,92-42,12-19,-112 70,0 1,-1 0,0-1,-1-1,0 0,-1-1,-1 0,0-1,6-12,-4 6,-1-1,0 0,-2-1,-1-1,-1 0,-1 0,-1 0,-2-1,0 0,-1-1,-2 1,-4-231,-1 227,-1 0,-2 0,0 1,-2 0,-4-7,-23-95,-8-213,43 332,0 0,1 0,0 1,1-1,0 1,0-1,1 1,1 0,0 0,0 0,1 0,0 1,1-1,7-20,-2-1,-2-1,0 1,-2-1,-2-1,-1 1,0-13,-2 14,-1 0,-1-1,-2 1,-1 0,-7-28,1 9,1 0,3-1,1-33,33-324,-29 6,5 341,3 1,2 0,10-24,-3 22,3 1,2 1,6-6,-15 33,-2 0,-2-1,-1 0,-2 0,-1-1,-1 0,-3 1,-1-22,0 32,2-14,-2 0,-2-1,-2 1,-1 0,-1 0,-10-27,-72-190,72 177,7 31,-2 1,-2 1,-1 0,-8-10,13 33,-1 0,-1 1,-1 0,-1 1,-1 0,-1 1,0 1,-2 0,0 2,0-1,-2 2,0 1,-1 0,0 1,-1 1,-13-5,-34-6,-1 3,0 3,-2 3,-51-3,44 6,-115-9,0 9,-134 11,158 1,-517 8,-30 32,-211 12,-20-22,-772-31,1689-1,1-2,-1-1,1-2,0 0,1-2,-22-9,-80-4,106 19,-56-10,-15-2,74 16,-2 1</inkml:trace>
  <inkml:trace contextRef="#ctx0" brushRef="#br0" timeOffset="8706.174">3089 924,'-29'-14,"15"6,-2 0,1 1,-1 0,0 1,0 1,-1 1,1 0,-1 1,-6 1,3 1,0 0,0 2,-1 1,1 0,0 2,1 0,-1 1,1 1,0 1,0 0,1 2,0 0,0 1,1 1,0 0,1 2,-3 3,-9 12,1 1,2 2,1 0,1 2,2 1,1 0,-13 32,24-41,1 0,0 0,2 0,1 1,2 0,0 0,1 0,2 0,1 1,0-1,3 1,-1-8,2-1,0 1,1-2,1 1,0 0,2-1,0-1,1 1,0-2,1 1,1-2,1 1,0-2,0 1,2-2,-1 0,2-1,-1 0,9 3,4 3,0-2,1-1,1-2,0 0,1-2,0-1,0-2,1-1,0-1,0-2,0-1,0-2,16-2,-21-2,0-2,0-1,-1-1,0-1,0-1,-1-1,-1-2,0 0,0-2,-2 0,0-2,0 0,0-3,-2 1,-1-2,-1 0,-1-1,0 0,-2-2,-1 0,0 0,-2-1,-1-1,-1 0,-1-1,-2 1,0-2,1-20,-4 27,-2 0,0 0,-2 0,0 1,-1-1,-1 0,-1 0,-1 1,-1-1,0 1,-2 0,0 1,-2 0,-1-2,-9-16,-3 1,-1 2,-1 0,-2 1,-2 2,0 0,-2 2,-1 2,-2 0,20 17,-1 0,0 0,-1 2,0 0,0 0,0 2,-1 0,0 0,0 2,-1 0,1 1,-1 0,0 2,0 0,0 0,-3 2,-24 4,0 2,1 2,0 2,1 2,0 1,1 3,-30 16,21-10</inkml:trace>
  <inkml:trace contextRef="#ctx0" brushRef="#br0" timeOffset="9900.554">4372 911,'-26'-14,"-2"2,0 0,0 2,-1 1,0 2,-1 0,1 2,-1 1,-1 2,1 1,0 1,0 1,0 2,0 1,0 2,1 0,0 2,0 2,1 0,-13 8,24-10,0 1,0 1,1 1,0 1,1 0,0 0,1 2,1 0,0 0,0 2,2-1,0 1,1 1,0 0,2 0,-3 7,2 12,0 2,3-1,1 1,1-1,3 1,1 0,2 15,-1-31,0 0,2 0,1-1,0 1,1-1,2 0,0 0,1 0,1-1,1-1,1 1,0-2,6 7,-4-6,1-1,1-1,0 0,1-1,1 0,0-2,2 0,-1-1,1-1,1 0,0-2,1 0,0-1,0-2,1 0,13 2,11-3,0-3,1-2,-1-2,0-2,8-2,-33 1,1-1,-2 0,1-2,-1 0,0-2,0 0,-1-1,0-1,-1 0,0-2,-1 0,-1-1,0 0,0-2,-2 0,0 0,-1-1,0-1,-2 0,0-1,-1 0,-1-1,-1 0,0 0,-2-1,2-11,-2 1,-2-1,-2 0,0 0,-3 0,0 0,-2 0,-2 1,0-1,-2 1,-2 0,-1 1,-1-1,-1 2,-2 0,-15-23,20 38,-1 1,0 0,-1 1,-1 0,0 1,0 0,-1 0,0 2,-1 0,0 0,-1 1,0 1,0 0,-1 1,1 1,-1 1,0 0,-1 1,1 0,-11 1,-9 1,0 2,0 2,1 1,0 2,-1 2,-8 3,-88 27</inkml:trace>
  <inkml:trace contextRef="#ctx0" brushRef="#br0" timeOffset="14182.864">9987 1018,'-1'-5,"-1"1,1-1,-1 0,0 1,0-1,0 1,-1 0,1 0,-1 0,0 0,-1 0,1 0,-1 1,1 0,-1-1,0 1,0 1,0-1,-1 1,1-1,-1 1,1 1,-1-1,0 0,1 1,-4 0,-84-32,74 25,0 1,0 1,0 0,-1 1,0 1,-7 0,-139 7,141 4,-1 1,1 1,0 1,0 1,2 1,-1 1,2 1,-1 1,-17 17,-35 21,61-43,0 0,1 2,0-1,1 2,0-1,1 1,1 1,0 0,0 0,2 1,-6 13,-1 2,5-14,1-1,1 1,1 1,0-1,1 1,1 0,1 0,-2 17,4-14,0 0,1 0,1 0,1 0,1 0,1 0,0 0,2-1,0 0,1 0,1 0,8 12,-5-12,2-1,1 0,0-1,1-1,0 0,2-1,0 0,0-1,1-2,1 1,11 3,3 2,-2 2,1-2,2-2,-1-1,2-1,0-2,0-1,1-2,20 1,288-6,-322-7,-1-1,1 0,-1-2,0 0,-1-1,1-1,-1-1,-1-1,0-1,0-1,1-2,-10 7,-1 0,0 0,0-2,-1 1,0-1,0 0,-1 0,-1-1,1 0,-1 0,-1-1,0 0,-1 0,3-7,2-15,0 1,-2-1,-2-1,0-17,-1 21,-1 1,-1 0,-2-1,-1 1,-1-1,-2 1,-1 0,-1 0,-1 1,-2-1,-1 2,-1-1,-14-23,12 31,0 0,-2 2,0-1,-2 2,0 0,0 1,-2 1,0 1,0 0,-2 1,1 2,-2 0,1 1,-1 1,-1 1,0 1,0 1,0 1,-10-1,-41 0,6 6</inkml:trace>
  <inkml:trace contextRef="#ctx0" brushRef="#br1" timeOffset="23437.995">3195 2355,'0'-2,"-1"0,1 0,-1 0,1 0,-1 0,0 0,0 1,0-1,0 0,0 0,0 1,0-1,-1 1,1-1,0 1,-1-1,1 1,-1 0,0 0,0 0,1 0,-1 0,0 0,0 0,0 0,0 1,-2-1,-56-11,36 10,2-3,0 2,0 0,-1 2,1 0,0 2,-1 0,1 2,0 0,0 1,0 2,1 0,0 1,0 1,-11 7,5 4,0 2,2 1,0 1,2 1,1 1,0 1,2 1,2 1,0 0,-3 11,14-27,2 1,-1 0,2 1,-1-1,2 1,0 0,1 0,0 0,1 1,0-1,2 0,-1 0,2 0,0 0,0 0,2 0,-1 0,2-1,0 1,1-1,2 5,2 4,2 0,0 0,1-1,1 0,1-1,1-1,0 0,2-1,0-1,1-1,0-1,8 4,-8-5,1-1,0 0,1-1,1-2,0 0,0-1,1-1,0-1,0-2,1 0,13 1,-17-5,0-1,0 0,0-2,0 0,0-1,0-1,-1-1,0-1,0-1,0 0,-1-1,0-1,-1-1,8-6,-14 9,-1 0,0-1,0 0,-1-1,0 0,-1-1,0 1,-1-1,0-1,0 0,-1 0,0 0,-1 0,0-1,-1 0,-1 0,3-12,1-22,-1-1,-2 0,-3 0,-1 0,-6-32,3 60,-2 0,0 1,-1-1,0 1,-2 0,0 0,-1 1,-1 0,-1 1,0 0,-1 0,-1 2,0-1,-1 2,0 0,-1 0,0 1,-1 1,-1 1,0 0,0 1,-1 1,0 1,0 0,-1 1,0 1,-4 1,11 1,0 1,0 1,-1 0,1 0,-1 2,1-1,0 2,-1 0,1 0,0 1,0 0,0 1,1 1,-1-1,1 2,0 0,1 0,-1 1,1 0,0 1,1 0,0 1,0 0,1 0,0 1,1 0,0 0,-4 8,-4 13</inkml:trace>
  <inkml:trace contextRef="#ctx0" brushRef="#br1" timeOffset="24969.2">4345 2329,'-10'-7,"0"0,-1 1,0 0,0 1,0 0,0 0,-1 1,0 1,0 0,0 1,0 0,0 1,-1 0,1 1,-10 1,-15-1,17-1,0 0,0 1,1 2,-1 0,1 1,-1 1,1 0,0 2,-13 5,8 2,0 2,1 1,1 0,0 2,1 0,1 1,1 2,1 0,1 0,0 2,2 0,-12 23,20-27,1 0,1 1,0-1,1 1,2 0,0 0,1 0,0 0,2 0,2 15,-1 22,-2-52,-1 11,1 0,1 0,0-1,1 1,1 0,0-1,1 0,0 1,2-2,2 6,13 16,2-1,1-1,2-1,2-1,0-1,2-2,22 16,-38-35,0-1,1-1,0-1,1 0,-1-1,1 0,1-1,-1-1,1-1,-1 0,1-1,0-1,0 0,0-2,14-1,-7-1,1-1,-1-1,0-1,-1-1,1-1,-1-1,-1-1,0-1,0-1,-1-1,9-8,-13 7,-2-1,0-1,-1-1,-1 0,0 0,-1-2,-1 1,-1-1,0-1,-2 0,0 0,4-19,-6 19,0 0,-1-1,-1 1,-1-1,-1 0,-1 0,-1 0,-1 0,0 0,-2 1,0-1,-3-5,0-1,-2 0,0 1,-2 0,-1 0,-1 1,-14-20,16 33,0 1,-2 1,1 0,-1 0,-1 1,1 1,-1 0,-1 1,0 0,0 1,0 1,-1 0,1 1,-1 1,0 0,-7 0,1-1,-1 2,0 1,0 0,0 2,0 0,0 2,0 0,0 1,1 1,0 2,0 0,0 1,1 1,0 0,-1 3,-8 8</inkml:trace>
  <inkml:trace contextRef="#ctx0" brushRef="#br1" timeOffset="27070.864">9733 2329,'-17'-8,"0"2,0 0,-1 1,0 0,0 1,0 2,-1 0,1 0,-1 2,1 0,-1 1,-14 4,8 0,1 2,1 0,-1 2,1 1,1 0,0 2,0 0,-19 16,25-17,-22 15,2 2,0 2,-14 16,40-35,0 0,1 1,1 0,-1 0,2 0,0 1,0 1,1-1,1 1,0 0,1 0,1 0,0 1,-1 7,2-1,0 1,2-1,0 1,1 0,2-1,0 0,1 1,1-1,1-1,5 13,6 8,-12-23,1 0,1 0,1-1,0 0,1 0,1-1,1 0,0-1,1 0,0-1,1 0,1-1,0 0,15 9,-4-7,0-1,2-1,-1-1,2-1,-1-2,1-1,1-1,-1-1,27 1,-32-6,-1-1,0-2,1 0,-1-1,0-1,-1-1,1-2,-1 0,17-8,-20 8,-1 0,0-2,0 0,-1-1,0-1,0 0,-2-1,1-1,-1 0,-1-1,-1-1,0 0,-1 0,0-1,7-16,-5 0,-3 0,0-1,-2 0,-1 0,-2-1,-1 1,-2-1,-2 0,-2-31,-2 43,0-1,-1 1,-2 0,0 1,-1 0,-1 0,-1 0,-1 1,0 1,-2 0,-7-7,16 18,-1 1,0 0,0 0,-1 0,0 1,0 0,0 0,-1 0,0 1,0 0,0 1,-1-1,0 1,0 1,0 0,0 0,0 0,0 1,-1 0,-24 1,-1 0,1 3,0 1,0 1,1 2,-1 1,-26 10,6-4,-43 10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3:54.1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923 68,'-38'-14,"-62"-10,-36 22,119 5,1 0,0 1,0 1,0 0,1 1,-12 6,-32 12,50-21,-17 5,0 1,0 2,1 0,1 1,0 2,-20 14,-45 87,-4 13,85-119,8-16,10-17,2 4,1 0,1 0,0 2,2 0,0 0,1 1,1 2,0-1,1 2,1 1,0 0,0 1,2 1,16-5,-37 15,38-18,1 3,1 0,0 3,1 2,26-4,105-18,-113 20,0 2,1 2,51 1,351 9,-425 1,-1 2,1 2,35 9,-38-7,-25-5,-1 0,1 0,0 1,-1 0,0 1,0 0,0 0,0 1,-1 1,0-1,-1 1,1 0,-1 1,3 4,51 44,-49-48,-1 1,0 1,-1-1,0 2,-1 0,0 0,0 0,-1 1,-1 0,1 3,51 132,-51-124,-1 1,-1 0,-1 1,-1 0,0 5,-2-15,8 253,-5-214,-2 1,-2-1,-3 1,-5 26,-22 139,-1 57,30 301,14-429,0-8,-7-4,7 51,-1-31,0 21,1-47,-8 71,-7-125,15 70,-7-40,0 57,-9-101,2-62,1 21,-1 0,-2 0,0 0,-1 0,-5 14,3-20,0-1,-1 0,-1 0,0-1,-1 0,-10 12,1 0,-2-1,0-2,-2 0,-1 0,0-2,-2-1,0-1,-6 2,-71 29,-1 12,-16-13,-5-5,-112 28,207-63,0-1,-1-2,1 0,-28 1,-77 5,-28 2,11-23,131 6,-1 0,0-1,1-2,0 0,1-1,-11-5,-50-33,57 30,10 7,0 0,1 0,-1-1,2-1,-1 0,2 0,-1-1,1 0,1-1,0 1,-6-14,-57-162,5-2,1 6,56 156,1 1,2-1,0-1,2 1,2-1,0 1,1-1,2 0,2-10,-1-28,-2-1350,-27 1161,0-6,6 97,17 92,4 0,8-70,-7 133,10-194,-5 147,1-1,4 1,10-34,25-94,42-42,-41 126,-47 100,0-1,0 1,0-1,0 0,0 1,0-1,0 1,0-1,1 0,-1 1,0-1,0 1,1-1,-1 1,0-1,1 1,-1-1,1 1,-1-1,0 1,1 0,-1-1,1 1,-1 0,1-1,-1 1,1 0,-1 0,1-1,0 1,-1 0,1 0,-1 0,1 0,-1 0,1 0,0-1,-1 2,1-1,-1 0,1 0,0 0,-1 0,1 0,0 0,-9 18,-1-10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4:08.9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1605 175,'1'-3,"-1"0,1 0,-1 0,0 0,0 0,0 0,-1 0,1 0,-1 0,0 0,1 0,-1 0,-1 0,1 0,0 0,-1 1,1-1,-1 1,0-1,0 1,0-1,0 1,0 0,-1 0,1 0,-1 0,-5-7,-1 1,0 0,0 1,-1 0,0 0,0 1,0 0,-1 1,0 0,0 1,0 0,0 0,-1 1,1 1,-1 0,-11 0,-161-10,143 12,-1 1,1 2,0 2,1 1,-1 2,2 2,-17 8,-19 8,38-15,2 2,-1 1,2 2,0 2,1 0,-2 5,3 0,15-13,1 1,1 0,0 1,1 1,0 0,1 1,0 1,1 0,1 0,0 1,-4 10,-88 174,87-175,1 0,2 1,0 0,2 1,-8 25,-80 324,89-328,2 0,2 0,2 1,2 25,-24 317,27 553,1-895,3 0,2-1,5 17,14 119,-24-97,11 110,13 19,-26-175,-1-10,2 0,0 0,2 0,2 0,0-1,8 21,32 162,-13-42,33 132,-58-274,1-1,1 0,2-1,0 0,2 0,1-2,1 1,1-2,1 0,1-1,6 4,-13-18,1 0,1-1,-1 0,1-1,1-1,-1 0,1-1,0 0,0-1,1 0,-1-2,1 1,0-2,-1 0,1-1,0 0,0-1,-1-1,10-2,125-12,-114 7,-1-1,-1-1,0-2,-1-2,0-1,-1-1,6-6,70-35,20-6,63-20,-170 75,0-1,-1-1,0-1,-1-1,-1 0,12-12,-14 6,0-2,-1 0,-2 0,0-1,-1 0,-1-1,-2-1,0 1,3-17,14-124,-15 75,-3 36,-3 1,-2-1,-2 0,-2 0,-3 0,-3-6,-4-23,4 0,3-67,-27-211,26 232,6 1,6-23,-4 107,7-406,12 36,-13-57,-2 44,-9 376,-2 0,-3 0,-12-42,2 1,11 54,-1 0,-2 1,-2 0,-15-33,11 30,14 31,-1 1,1-1,-1 1,-1 0,0 0,0 0,0 0,-1 1,1 0,-2 0,1 0,-1 0,0 1,0 0,0 0,-7-3,-5 1,0 1,-1 0,0 1,-1 1,1 1,0 1,-8 0,12 2,1 0,-1 1,1 1,-1 0,1 1,0 0,-7 3,18-5,-87 24,-8 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4:18.69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 1200,'-34'15,"61"-40,503-290,-434 261,423-227,11 23,90-9,-593 256,-21 8,-15 5,-16 6,-38 9,25-9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4:20.13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357 1,'4'-1,"-6"17,-67 125,50-108,-45 77,13-26,4 1,5 2,-13 41,43-69,13-58,-1 0,0 0,1 0,-1-1,0 1,1 0,-1 0,1-1,-1 1,1 0,-1-1,1 1,0-1,-1 1,1-1,0 1,-1-1,1 1,0-1,0 1,0-1,-1 0,1 0,0 1,0-1,0 0,0 0,-1 0,1 0,0 0,0 0,0 0,0 0,0 0,-1 0,1-1,0 1,0 0,0-1,-1 1,1 0,0-1,0 1,0-1,37-20,0-6,-21 13,0 2,1 0,0 1,0 1,2 1,-1 1,1 0,13-2,141-5,-97 13,31-9,-107 10,0-1,-1 1,1 0,0 0,-1 0,1 0,-1-1,1 1,-1 0,0-1,1 1,-1 0,0-1,0 1,0 0,0-1,0 1,0 0,0-1,-1 1,1 0,0-1,-1 1,1 0,-1 0,1 0,-1-1,0 1,0 0,1 0,-1 0,0 0,0 0,0 0,0 0,0 0,0 1,0-1,0 0,-1 0,1 1,0-1,-1 1,-3-7,-35-47,3-2,2-1,3-2,-16-42,9 20,39 80,0 1,0-1,0 0,0 1,0-1,0 1,0-1,0 0,0 1,0-1,0 0,0 1,0-1,-1 1,1-1,0 1,0-1,-1 0,1 1,0-1,-1 1,1-1,-1 1,1 0,-1-1,1 1,0-1,-1 1,0 0,1-1,-1 1,1 0,-1 0,1-1,-1 1,1 0,-1 0,0 0,1 0,-1 0,0-1,1 1,-1 1,1-1,-1 0,0 0,1 0,-1 0,1 0,-1 0,0 1,1-1,-1 0,1 0,-1 1,1-1,-1 1,1-1,-1 0,1 1,-1-1,1 1,0-1,-1 1,1-1,0 1,-1-1,1 1,0 0,-65 160,46-123,-2-1,-1-1,-2-1,-1-1,-11 9,17-23,19-20,0-1,0 1,0 0,-1 0,1 0,0-1,0 1,0 0,0 0,0 0,0-1,-1 1,1 0,0 0,0 0,0 0,0 0,-1-1,1 1,0 0,0 0,0 0,-1 0,1 0,0 0,0 0,0 0,-1 0,1 0,0 0,0 0,-1 0,1 0,0 0,0 0,0 0,-1 0,1 0,0 0,0 0,-1 0,1 0,0 1,0-1,0 0,0 0,-1 0,1 0,0 0,0 1,9-21,1 5,0 1,1 0,1 1,0 0,1 1,0 0,1 1,5-3,-19 13,1 1,-1-1,1 0,-1 0,1 0,0 1,0-1,-1 0,1 1,0-1,0 1,-1-1,1 1,0-1,0 1,0-1,0 1,0 0,0 0,0-1,0 1,0 0,0 0,0 0,0 0,0 0,0 0,0 0,0 0,0 1,0-1,0 0,-1 1,1-1,0 0,0 1,0-1,0 1,0 0,-1-1,1 1,0 0,-1-1,1 1,0 0,-1 0,1-1,-1 1,1 0,-1 0,1 0,-1 0,0 0,1 0,-1 0,0 0,0 0,0-1,1 1,-1 0,0 0,-1 0,1 0,-4 9,0 0,-1-1,0 1,-1-1,0-1,0 1,-1-1,0 0,0 0,-1-1,-4 3,-19 11,32-21,-1 0,0-1,0 1,0 0,0 0,0 0,0 0,0-1,0 1,0 0,0 0,1 0,-1-1,0 1,0 0,0 0,0 0,0-1,0 1,-1 0,1 0,0 0,0 0,0-1,0 1,0 0,0 0,0 0,0-1,0 1,0 0,-1 0,1 0,0 0,0 0,0 0,0-1,0 1,-1 0,1 0,0 0,0 0,0 0,0 0,-1 0,1 0,16-15,30-8,-40 22,-1-1,1-1,-1 1,1-1,-1 0,0 0,0-1,0 1,0-1,-1 0,1 0,-1-1,3-3,-18 11,-72 63,23-18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4:59.2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3612 470,'49'5,"-61"0,-17-4,0-1,0-1,0-1,1-2,-1-1,-12-4,-22-3,-477-64,284 41,1-11,-70-29,114 6,158 49,0 2,0 2,-2 2,1 3,-56-4,-228 9,333 6,-67-4,1 2,-44 7,93-3,1 1,-1 0,1 2,0 1,0 1,0 0,1 2,1 0,-1 1,-12 10,9-6,2 1,0 2,1 0,1 1,0 0,2 2,0 0,-4 8,3-1,2 1,1 0,1 1,1 1,2 0,1 0,1 1,0 6,-6 83,5 0,5 1,5 21,1-89,26-176,-23 107,-1-1,0 0,-1 0,-1 0,-1 0,0-1,-1 1,-1 0,-1 0,0 0,-1 1,-1-1,0 1,-1 0,-1 0,-1 1,0 0,-1 0,-10-12,19 26,0 0,-1 0,1 0,-1 0,1 0,-1 0,1 0,-1 0,1 1,-1-1,0 0,0 0,1 1,-1-1,0 0,0 1,0-1,0 1,0-1,0 1,0-1,0 1,0 0,0-1,0 1,0 0,0 0,0 0,0 0,0 0,0 0,0 0,0 0,0 0,0 1,0-1,0 0,0 1,0-1,0 1,0-1,0 1,0-1,0 1,1-1,-1 1,-3 100,11-31,3 0,3 0,11 25,-30-140,-9 2,-1 1,-2 0,-2 2,-2 0,-2 1,-1 2,-2 0,-8-6,29 22,33 20,-18 2,344-1,-193-5,-156 5,24 2,-28-2,0 0,1 0,-1 1,0-1,0 0,1 0,-1 1,0-1,0 0,0 0,1 1,-1-1,0 0,0 1,0-1,0 0,1 0,-1 1,0-1,0 1,0-1,0 0,0 1,0-1,0 0,0 1,0-1,0 0,0 1,0-1,-1 0,1 1,0-1,0 0,0 0,0 1,0-1,-1 0,1 1,0-1,0 0,-1 0,1 1,0-1,0 0,-1 0,1 0,0 1,-1-1,1 0,0 0,0 0,-1 0,1 0,0 0,-1 0,1 1,-1-1,1 0,0 0,-1 0,1 0,0 0,-1-1,1 1,0 0,-27 22,2 2,0 0,2 2,1 0,0 1,3 2,0 0,-14 30,27-48,-62 115,124-210,106-186,-155 264,-17 28,-202 344,203-347,21-24,13-25,-2-1,-2-1,0-1,13-33,5-22,-66 111,2 11,2 0,1 1,-14 30,29-46,9-18,3-15,-3 8,-1 0,0-1,0 1,0 0,-1 0,0 0,0 0,-1-1,0 1,0 0,0 0,-1 0,0 0,0 0,0 1,-1-1,0 1,0-1,0 1,-1 0,1 0,-1 0,-1 1,1-1,-1 1,1 0,-1 0,0 1,-1-1,1 1,0 1,-1-1,0 1,0-1,0 2,0-1,0 1,0 0,0 0,-1 0,5 2,0-1,0 1,0 0,0 0,0 0,0 0,0 0,1 0,-1 1,0-1,1 0,-1 1,1-1,0 1,-1 0,1-1,0 1,0 0,0 0,0 0,0 0,0 0,1 0,-1 0,1 0,-1 0,1 0,0 0,0 0,0 1,0-1,0 0,0 0,1 0,-1 0,1 0,-1 0,1 0,0 0,0 0,0 0,0 0,0 0,0-1,0 1,2 1,-3-3,0-1,0 1,0-1,0 1,0 0,0-1,0 1,0 0,0-1,0 1,0 0,0-1,0 1,0 0,1-1,-1 1,0 0,0-1,0 1,1 0,-1-1,0 1,0 0,1 0,-1-1,0 1,1 0,-1 0,0 0,1 0,-1-1,0 1,1 0,-1 0,0 0,1 0,-1 0,0 0,1 0,-1 0,0 0,1 0,-1 0,1 0,-1 0,0 0,1 0,-1 0,0 0,1 0,-1 1,0-1,1 0,-1 0,0 0,0 1,1-1,-1 0,0 0,0 1,1-1,-1 0,0 1,0-1,0 0,1 1,2-35,-3 33,1-18,20-216,-16 215,0-1,0 1,2 0,1 0,0 1,1 0,2 0,-1 1,2 1,3-3,148-153,-146 155,0 0,2 1,0 1,0 0,1 2,1 0,1 2,0 0,0 1,1 1,8-1,4 0,1 2,0 1,1 1,0 3,0 0,0 3,0 1,0 2,2 1,507 9,-485-4,1 2,57 19,35 6,340 53,-60-6,-358-64,0-4,1-3,56 0,-91-9,0 2,1 2,-2 1,1 2,3 3,164 42,-157-33,-46-24,-12-5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04.25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724 170,'-37'-128,"32"124,1 0,-1 0,-1 0,1 1,-1-1,1 1,-1 1,0-1,0 1,0 0,0 0,0 1,-1-1,1 1,0 1,-1 0,1-1,-1 2,1-1,0 1,-1 0,1 0,-6 2,7-2,-29 5,-1 1,2 1,-1 2,1 1,1 2,0 2,0 0,2 2,0 1,1 2,1 1,-21 20,39-31,1 0,-1 1,2 0,-1 1,1 0,1 0,1 1,-1-1,2 1,0 1,0-1,2 1,-1 0,2 0,0 0,0 0,2 13,0 7,2 0,1 0,2-1,1 1,1-1,13 31,-9-29,2-1,1 0,2-1,2-1,0 0,2-2,2 0,11 12,-22-30,-1-1,2 0,0 0,0-1,1-1,0 0,0-1,1 0,0-1,0-1,1 0,0-1,0-1,0 0,1-1,-1 0,1-2,0 0,-1 0,14-2,-1-5,-1-1,1-1,-2-1,1-2,-2 0,1-2,-1-1,-1-1,-1-1,0-1,-1 0,-1-2,-1-1,0-1,-2 0,6-10,-5 7,0 0,-2-1,-1-1,-1-1,-2 0,0-1,-2 0,-1-3,-5 15,0 0,-2-1,0 0,-1 0,-1 0,0 0,-2 0,0 0,0 1,-2-1,0 0,-1 0,0 1,-2 0,-1-3,-1 1,-2 1,0 0,-1 0,0 1,-1 1,-1 0,-1 0,0 1,-1 1,0 1,-1 0,0 1,-1 0,0 1,-1 1,0 1,-18-5,7 3,0 2,-1 1,0 1,0 2,-1 1,1 1,-1 1,1 2,-1 2,1 0,-11 4,-75 24,12 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05.1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1031 84,'-20'-12,"0"1,0 1,-1 0,0 2,-1 0,0 2,0 0,-1 2,1 0,-1 1,0 2,0 0,0 2,1 0,-1 1,0 2,1 0,-1 1,1 2,1 0,-1 1,1 1,1 1,0 1,0 1,1 0,0 2,1 0,1 1,-2 3,-2 6,1 0,1 2,1 0,1 1,2 1,0 1,2 0,1 0,2 1,1 1,1 0,1 0,1 12,2-17,2 0,1-1,1 1,1 0,1 0,2 0,0 0,2-1,1 0,1 0,1-1,1 0,1 0,1-1,1-1,8 11,-7-16,1-1,0 0,1-1,1-1,0 0,1-1,1-1,0-1,0-1,1 0,0-2,1 0,0-1,0-1,1-1,-1-1,1-1,0-1,17 0,-21-2,0 0,0-1,0-1,0-1,-1 0,1-1,0-1,-1-1,0 0,-1-1,1-1,-1-1,-1 0,0-1,0 0,-1-2,0 1,-1-2,0 0,-1 0,-1-1,0-1,-1 0,1-2,3-11,-1-2,-1 0,-2 0,0-1,-3 0,0 0,-2-1,-1 0,-2 0,-1 0,-2 0,0 0,-3 0,0 1,-9-31,7 44,0 1,0-1,-2 1,0 0,-1 0,-1 1,0 1,-1-1,-1 2,0-1,-1 2,-1 0,0 0,-1 2,0-1,0 2,-1 0,-1 1,-6-2,-7-1,-1 3,0 0,-1 2,0 1,0 1,0 2,-1 2,1 1,0 1,-1 1,1 2,0 2,0 1,1 1,0 1,0 2,1 2,1 0,0 2,1 1,-7 6,14-7,1 0,0 2,1 0,1 1,0 1,2 0,-3 5,-25 46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06.3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1179 165,'-14'-14,"0"1,-1 0,0 0,0 2,-2 0,1 1,-1 0,-1 2,0 0,0 1,0 0,-1 2,0 0,-5 0,-42-5,0 2,0 4,-35 2,55 2,0 1,0 2,-38 8,69-8,0 0,1 1,-1 1,1 1,-1 0,2 1,-1 0,1 1,0 1,0 0,1 0,1 2,-4 3,-9 17,2 1,1 0,1 2,2 0,1 1,2 1,2 1,-5 22,9-39,2 1,1 0,0 1,2-1,0 1,2 0,0 0,1 0,2 0,0 0,1 0,1 0,2-1,0 1,1-1,0 0,2-1,1 1,1-1,4 6,1-7,1-1,1 0,0-1,1-1,1 0,1-1,0-2,1 0,0-1,1-1,0-1,1 0,19 5,0-2,1-1,0-3,0-1,1-2,11-2,-32-2,0-1,1-1,-1-1,0-1,0-1,0-1,0-1,-1-1,1-1,-2-2,1 0,-1 0,0-2,-1-1,0-1,-1 0,8-9,-3-1,-2 0,-1-2,-2 0,0-2,-1 0,-2-1,-1-1,-1 0,-1-1,-2 0,-1-1,-1 0,-2 0,-1-1,-1 0,-2-2,-2 16,0-1,-1 1,-1-1,0 1,-2 0,0-1,-1 1,-1 1,0-1,-2 0,0 1,-1 1,0-1,-2 1,0 1,0-1,-2 2,1 0,-7-5,-3 0,-1 1,0 0,-1 2,-1 1,-1 1,0 1,0 1,-1 1,-1 2,0 0,0 2,-1 1,-6 0,-16 0,1 2,-1 1,0 4,0 1,1 2,-1 3,-6 3,-93 25,15 4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08.08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676 156,'-7'-9,"-1"0,0 0,-1 1,0 0,0 1,-1-1,0 2,0 0,-1 0,0 1,0 0,0 1,0 0,-1 1,1 0,-1 1,0 0,-11 0,2 5,-1 1,1 1,1 0,-1 2,1 1,0 0,0 1,1 1,1 1,0 1,0 0,1 2,0 0,-6 8,6-4,0 1,1 1,0 0,2 1,1 1,0 0,2 1,0 0,2 0,0 1,2 1,1-1,1 1,1 0,1 1,1-1,1 11,0 7,1 0,3-1,1 1,2-1,2 0,2 0,1-1,3-1,1 0,2-1,1 0,22 32,-25-49,1-1,1-1,0 0,2-1,0-1,1-1,1-1,0 0,1-2,1-1,0 0,1-2,1 0,-1-2,1-1,1-1,-1-1,1-1,0-1,23 0,-32-5,-1 0,1-1,-1 0,0-2,0 0,0 0,0-2,-1 0,0 0,0-2,0 0,-1 0,0-2,-1 1,0-2,-1 0,0 0,-1-1,10-14,-2 2,-1-1,-1-2,-1 1,-2-2,-1 0,-1-1,-1 0,-2 0,-1-1,1-10,-3-9,-2 1,-1-1,-4 0,-1 0,-2 1,-3-1,-1 1,-3 0,-1 1,-3 1,-2 0,-17-32,24 52,-2 0,-1 1,0 0,-2 1,-1 0,-1 2,-1 0,-1 0,-1 2,-1 1,0 0,-20-12,27 25,0 1,0 0,0 1,0 0,-1 1,1 1,-1 1,0 0,0 1,1 0,-1 1,0 1,1 0,-1 1,1 0,0 2,0-1,0 2,0 0,1 0,0 1,1 1,-3 2,-66 40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09.07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620 143,'-29'-5,"0"1,-1 2,1 1,-1 2,1 0,-1 2,1 1,0 2,0 1,1 1,0 1,0 1,-14 9,28-10,1 1,1 0,0 0,0 1,1 1,1 0,0 0,0 1,1 1,1-1,0 1,1 1,1-1,0 1,-3 12,-2 13,2 1,1 0,2 0,2 1,1 19,1-40,1 1,1 0,1-1,1 1,0-1,2 0,1 0,0 0,2 0,0-1,1 0,1 0,1-1,1-1,0 1,1-2,15 16,-4-14,1 0,1-2,0-1,1-1,1-2,0 0,1-2,1-1,-1-1,1-1,1-2,0-1,-1-1,1-2,2-1,-11 1,1-1,0-1,-1 0,1-2,0-1,-1 0,0-2,0 0,0-2,-1 0,0-1,0-1,-1-1,0-1,-1-1,0 0,-1-1,0-1,-1 0,0-2,-2 1,0-2,0 0,-2-1,7-12,-8 6,-2-1,-1 0,-1 0,0-1,-2 0,-2 0,0 0,-1 0,-2 0,-1-1,0 1,-2 0,-2 0,0 0,-6-18,0 10,-1 0,-1 0,-2 2,-1-1,-2 2,0 0,-3 2,0 0,-2 1,-1 1,-8-6,11 15,-1 0,0 1,-1 1,-1 1,-1 2,0 0,-1 1,0 2,0 0,-1 2,-1 1,1 2,-11-1,19 3,1 2,-1 0,0 1,1 1,-1 1,1 1,0 0,-1 1,1 1,1 1,-1 0,1 1,0 1,1 1,0 1,0 0,1 1,0 0,1 1,-6 7,-40 59,19-2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10.2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1274 120,'-43'-21,"-1"3,0 1,-2 2,1 2,-2 2,1 2,-2 2,1 2,0 2,-1 2,0 3,1 1,-28 7,41-6,-1 2,1 1,0 2,1 2,0 0,0 3,2 0,0 2,0 2,2 0,0 2,1 1,1 2,1 0,-19 24,33-30,2 0,0 0,1 1,1 0,1 1,0-1,1 2,1-1,1 0,1 1,1 0,0 0,2 0,0 0,1 0,2 11,2-2,0 1,2-1,2-1,0 1,2-2,1 1,1-1,1-1,1-1,16 20,-9-18,1-1,1 0,2-2,0-1,2-1,0-1,1-2,1 0,1-3,1 0,0-2,1-1,0-2,1-1,0-2,1-1,0-2,0-1,0-2,0-1,0-2,0-1,9-3,-17 0,-1-2,1 0,-1-2,-1-1,1-1,-2-1,0-1,0-1,-1-1,-1-1,0-2,-2 0,0 0,0-2,10-16,-17 20,0-2,-1 0,-1 0,-1-1,0 0,-1 0,-2-1,0-1,-1 1,-1-1,0 0,-2 0,-1-1,0 1,-2 0,0-1,-2 1,0-1,-1 1,-3-7,-3-2,-1 0,-2 1,0 0,-3 1,0 0,-1 2,-2-1,-1 2,0 1,-2 0,-1 1,-1 2,-1 0,0 1,-2 2,0 1,-19-10,25 18,0 1,0 0,0 2,-1 0,0 1,0 1,-1 1,1 1,0 1,-1 1,1 1,-1 1,1 1,0 0,-21 7,-40 16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34.85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352 815,'0'0,"-1"-1,1 1,-1 0,1 0,0-1,-1 1,1 0,-1-1,1 1,0 0,-1-1,1 1,0-1,0 1,-1-1,1 1,0-1,0 1,0 0,0-1,0 1,-1-1,1 1,0-1,0 1,0-1,0 1,0-1,0 1,1-1,-1 1,0-1,0 1,0-1,0 1,1-1,-1 1,0-1,0 1,1 0,-1-1,0 1,1-1,-1 1,0 0,1-1,-1 1,1 0,-1 0,0-1,1 1,-1 0,1 0,-1-1,1 1,-1 0,1 0,-1 0,1 0,-1 0,1 0,-1 0,39-5,-34 5,411-6,51-15,342-7,188 29,-931 0,0 4,0 2,0 3,27 9,284 62,-364-78,9 0,0 1,0 1,-1 1,0 1,0 1,0 0,-1 2,-1 0,1 1,-2 2,1-1,-2 2,0 0,3 5,15 27,-2 1,-2 2,-3 1,19 44,-44-88,19 37,-2 1,-2 0,-3 1,7 30,-7 18,-3 0,-4 33,2 11,-1-18,-6 0,-5 0,-10 61,3-99,-9 95,5 73,29 390,-16-606,2-21,-1 1,0 0,-1 0,-1 0,0 0,0 0,-1-1,-1 1,0 0,-1-1,0 0,-1 0,-1 0,0-1,0 0,-1 0,0 0,-1-1,-1 2,-11 2,-1 0,-1-2,0 0,0-1,-1-1,0-2,-1 0,0-1,0-1,0-2,-10 1,-40 11,24-4,-109 25,-90 8,-166-10,-1-18,-78-20,-49-10,298 7,-1-12,2-9,-112-34,48 4,257 52,33 4,1 0,-1-2,1 0,0-1,-1-1,-10-4,21 4,0-1,0 1,0-1,1 0,-1-1,1 0,1 0,0 0,0 0,0-1,1 0,0 0,0 0,1-1,0 1,1-1,0 1,0-1,0 0,2 0,-1 0,1 0,0 0,1 0,0-1,0-1363,6 1179,18-100,-11 188,8-149,-23-373,1 607,1-1,1 1,1-1,1 1,1 0,1 0,8-19,-9 31,0 0,1 0,1 1,-1 0,1 1,0-1,1 1,0 1,0-1,1 1,0 0,2-2,-5 5,1 0,0 0,0 1,0 0,0 0,0 0,1 1,-1 0,0 1,1 0,-1 0,1 0,-1 1,0 0,0 1,1-1,-1 1,0 1,6 2,5 1</inkml:trace>
  <inkml:trace contextRef="#ctx0" brushRef="#br0" timeOffset="5028.888">2490 2686,'-10'-10,"-1"0,0 0,0 1,-1 0,-1 1,1 0,-1 1,-1 0,1 1,-1 1,0 0,0 1,-1 1,-11-2,-236-20,3 8,-36 18,10 27,245-23,-1 2,1 2,1 1,0 3,-8 4,9-4,13-6,1 0,0 2,1 1,0 1,0 1,1 1,1 1,0 1,-18 16,11-2,10-13,0 1,2 1,0 1,0 0,2 1,1 1,0 0,2 0,0 1,-5 16,-32 188,42-189,1 0,2 1,2 0,2 22,0-5,-1-42,1 0,1-1,0 1,1 0,1-1,-1 0,2 0,0 0,0-1,1 1,1-1,-1 0,2-1,0 0,0 0,1-1,0 1,0-2,1 0,0 0,1-1,-1 0,2 0,-1-1,1-1,186 85,-145-73,1-1,0-3,53 6,-11 0,72 7,21-19,167-2,-194 9,43-46,-176 24,0-1,-1-2,0-1,25-15,-14 8,-33 16,1 0,-1 0,0 0,0-1,0 0,0-1,-1 1,0-1,0 0,0 0,-1-1,1 0,-1 1,-1-1,1-1,-1 1,1-2,26-52,-22 48,-2-1,1 1,-2-1,1 0,-2 0,0-1,0 1,0-10,9-104,15-59,-39 21,8 148,0-1,-1 1,0 0,-2 0,0 0,-1 1,0 0,-1 0,-4-4,-62-108,59 108,-1 1,-1 0,0 1,-2 1,-8-5,-7-7,28 22,0 2,0-1,-1 1,0 0,0 0,0 1,-1 0,1 0,-4-1,-110-35,100 35,15 2,0 2,0-1,-1 1,1 0,0 0,-1 0,1 1,0 0,-1 0,1 1,-1 0,1 0,0 1,-5 1,-2 3,1-1</inkml:trace>
  <inkml:trace contextRef="#ctx0" brushRef="#br0" timeOffset="7207.581">4295 173,'-52'-22,"-1"3,-1 2,0 2,-2 2,-18 0,30 5,-107-19,-2 6,-57 4,158 17,0 3,0 1,1 3,0 3,0 1,1 3,1 2,-45 21,7-5,2 4,1 3,2 4,2 3,3 4,1 4,-15 17,47-30,2 2,2 1,2 3,-9 16,-186 280,222-328,1 0,0 0,1 1,1 0,1 0,0 1,1 0,1 0,0 0,2 1,0 0,0 4,5 53,3 0,3-1,4 0,3-1,9 20,-13-55,3 0,1-1,2-1,1 0,2-1,1-1,2-1,1-1,1-1,2-2,1 0,2-2,0-1,17 10,-11-11,1-1,1-1,1-3,1-1,1-2,0-1,1-2,1-3,0-1,0-2,1-2,34 0,418-7,-386-3,-1-4,59-14,-119 12,-2-1,1-3,-1-1,-1-3,-1-1,-1-3,14-10,-35 17,-1-1,-1 0,-1-2,0 0,-2-2,0 0,-1-1,-1 0,-1-2,-1 0,0 0,-2-1,-1-1,-1 0,-2 0,1-5,2-4,23-65,-4-2,8-67,-20 18,-6 0,-7-93,-5 202,-2-1,-2 1,-1 0,-2 0,-2 0,-1 1,-7-13,-4-4,-2 0,-2 2,-31-49,45 86,-1 1,0 1,-1 0,-1 0,0 2,-1-1,-1 2,0 0,-1 1,0 1,-1 1,0 0,-11-4,-2 5,1 1,-1 2,0 1,-1 1,1 1,-1 2,0 2,1 1,-28 5,-87 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5:46.6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1,'1363'56,"-1203"-46,790 43,-917-51,10 1,-1 1,1 2,34 10,-75-15,1 0,-1 0,1 0,-1 0,1 0,-1 0,1 1,-1-1,0 1,0 0,0-1,0 1,0 0,0 0,-1 1,1-1,-1 0,1 0,-1 1,0-1,0 1,0-1,13 21,-6-12,-1 0,-1 1,0 0,-1 1,0-1,0 1,-2 0,2 6,5 70,-4 1,-5 61,0-12,38 448,100 501,-93-771,-13 2,-11 176,-22-445,0 83,-5-1,-14 65,19-191,-1 0,0 1,-1-1,1 0,-1 0,0 0,-1 0,0 0,0-1,0 1,0-1,-1 0,0 0,0 0,0 0,-1-1,0 1,0-1,0 0,0-1,-2 2,-9 2,0-1,0 0,0-1,-1-1,0-1,0 0,1-1,-2-1,1 0,0-1,0-1,0-1,-4-1,-81-10,2-4,-43-15,48 11,-296-62,-3 18,-3 17,-2 17,-83 17,380 11,102-4,-109 25,-10 4,90-31,17 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6:07.6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4.60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723 80,'-15'-10,"-1"0,0 1,0 1,-1 0,0 2,-1 0,1 0,-1 2,0 0,0 1,0 1,-1 1,1 0,0 1,-5 2,7-2,0 2,0 0,0 1,0 0,1 1,-1 1,1 0,0 1,1 1,-1 0,1 1,1 1,0 0,0 1,0 0,2 1,-1 0,1 1,1 1,0-1,1 1,0 1,1 0,0 0,2 1,-3 5,5-5,0 1,1-1,1 0,0 1,1-1,1 1,1 0,0-1,0 1,2-1,0 0,1 1,0-2,1 1,1 0,0-1,1 0,1 0,0-1,1 0,0-1,1 0,0 0,1-1,5 5,0-2,1 0,0 0,0-2,1 0,1-1,0-1,1 0,0-2,0 0,0-1,1-2,0 0,1-1,-1-1,1-1,-1 0,1-2,4-1,-10-1,0-1,0 0,0-2,-1 1,0-2,0 0,0-1,-1 0,0-1,0-1,-1 0,0-1,0-1,-1 0,-1 0,0-1,0 0,-1-1,-1 0,0-1,-1 0,-1-1,0 1,0-1,-2 0,1-3,-1 3,-1 0,0 0,-1-1,0 1,-1-1,-1 1,-1-1,0 0,-1 0,-1 1,0-1,-1 1,0 0,-2-1,0 1,0 1,-1-1,-1 1,-1 0,0 1,0 0,-2 0,1 1,-2 0,-2-2,-1 2,-2 0,0 1,0 1,-1 0,0 1,-1 1,1 0,-2 2,1 0,-1 1,0 1,0 1,0 0,0 1,-1 2,-8-1,0 1,0 2,1 1,-1 2,1 0,-1 2,2 0,-1 2,1 1,-3 3,14-6,0 0,1 1,-1 0,2 1,-1 0,2 1,-1 1,1 0,1 1,0 0,1 0,0 1,0 1,2 0,0 0,0 1,2-1,-1 2,2-1,0 1,1-1,1 1,0 0,1 1,1-1,0 0,1 1,1-1,1 0,2 13,0-18,-1-1,2 0,-1-1,1 1,1-1,0 0,0 0,1 0,0-1,0 0,30 26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5.0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151 119,'-70'-118,"70"118,0 1,0 0,0-1,0 1,0-1,0 1,0-1,0 1,-1-1,1 1,0 0,0-1,-1 1,1-1,0 1,-1-1,1 0,-1 1,1-1,0 1,-1-1,1 0,-1 1,1-1,-1 0,1 1,-1-1,1 0,-1 0,0 0,1 1,-1-1,1 0,-1 0,1 0,-1 0,0 0,1 0,-1 0,1 0,-1 0,1-1,-1 1,0 0,1 0,-1 0,1-1,-1 1,1 0,-1 0,1-1,-1 1,1-1,0 1,-1 0,0-1,-3 71,4 0,6 65,-3-86,6 89,10 187,-21 294,-17-441,-7-1,-9 0,29-142,5-31,1-6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5.3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24,'14'0,"16"0,14-2,8-1,5-2,0 0,-6 0,-7 2,-11 3,-10 4,-13 1,-9-6,-5-4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5.69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1,'16'0,"17"2,18 1,15 0,9-1,6 0,-2-1,-8-1,-11 3,-15 2,-17 3,-18 5,-19 4,-8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6.5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517 0,'-19'8,"0"0,1 1,0 1,0 1,1 0,1 1,0 1,0 0,2 1,0 1,0 1,1 0,1 0,1 1,0 0,2 1,0 1,-1 4,-31 74,5 1,5 2,3 1,5 1,0 39,-1-14,6 0,6 1,5 1,9 99,-2-206,1-1,1 1,1-1,1 0,1 0,1 0,1 0,0-1,2 0,0-1,1 0,1 0,1-1,1 0,0-1,1-1,1 0,0-1,1-1,5 3,46 19,-4-10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7.1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472 9,'-20'-1,"1"1,-1 1,1 1,-1 0,1 1,0 2,0-1,0 2,1 1,0 0,0 1,1 1,0 1,0 0,1 1,1 1,0 1,0 0,1 1,1 0,0 1,1 0,1 1,-2 4,4-1,0 1,1 0,1 0,1 1,1-1,1 1,1 1,0-1,2 0,0 1,2-1,0 0,1 1,1-1,1 0,2 0,-1-1,2 0,1 0,1 0,0-1,1 0,1-1,1 0,1 0,0-2,1 0,1 0,0-1,9 5,-2-4,1-1,1-1,0-1,0-1,2-1,-1-1,1-2,1 0,-1-2,1-1,0-1,0-1,1-2,23-1,-30-1,0-1,0 0,0-2,0-1,-1 0,0-1,0-1,-1-1,0-1,0-1,-1 0,0-1,0-1,-2-1,1-1,-2 0,0-1,-1 0,7-10,-9 6,-2 0,0 0,-1-2,0 1,-2-1,-1 0,0 0,-2-1,0 1,-1-1,-2 0,0 0,-1 0,-1 0,-1 0,-2 0,0 0,-1 1,0 0,-2 0,-1 0,-1 1,0 0,-2 1,0 0,-1 0,-1 1,0 1,-1 0,-1 1,-1 1,-1 0,0 1,0 1,-1 0,-1 2,0 0,-1 1,0 1,0 1,-19-5,19 9,-1 1,0 1,1 1,-1 1,0 0,0 2,1 0,-1 2,1 0,0 1,0 1,0 1,1 0,0 2,1 0,0 1,0 1,1 1,0 1,1 0,1 1,0 0,1 1,0 1,1 0,-9 17,6-8,2 1,0 0,2 1,1 1,1 0,2 0,0 1,2 0,1 3,-4 51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7.4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299 88,'-88'-80,"87"79,0 0,0 0,0 1,0-1,0 1,0-1,0 0,-1 1,1 0,0-1,0 1,0 0,0-1,-1 1,1 0,0 0,0 0,0 0,-1 0,1 1,0-1,0 0,0 0,-1 1,1-1,0 1,0-1,0 1,0-1,0 1,0 0,0 0,0-1,0 1,0 0,1 0,-1 0,0 0,0 0,1 0,-1 0,1 0,-1 0,1 0,-1 1,-14 60,15-60,-10 103,5 0,5 34,0-64,2 264,-16-1,-14 0,-34 123,36-350,19-92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7.7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51,'20'0,"14"0,10 0,5-2,0-3,-1-1,-6-2,-11-1,-10-2,-9 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8.03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0,'7'0,"11"0,14 0,15 0,15 0,12 0,4 0,0 0,-7 0,-14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9.0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50,'19'0,"16"-2,12-2,12-1,7 0,3-2,0 1,-6 1,-6 1,-8 0,-11 0,-12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9.29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0,'0'21,"0"18,0 13,3 12,0 9,-1 3,1 2,-2 0,3-5,-1-6,3-7,1-9,1-14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09.95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12 401,'-2'5,"0"-1,1 1,-1 0,1-1,0 1,0 0,0 0,1 0,-1 0,1-1,0 1,1 0,-1 0,1 0,0 0,1 0,-1-1,1 1,-1-1,1 1,1-1,-1 1,1-1,0 0,-1 0,2-1,-1 2,9 0,0 1,-1-2,2 1,-1-2,0 1,1-2,0 0,0 0,-1-1,1-1,0 0,0-1,0 0,0-1,5-2,20-2,0-2,0-1,-1-2,-1-2,0-1,-1-2,0-2,-2 0,0-3,-1 0,-1-2,-1-2,8-9,-28 24,1-1,-2 0,1 0,-2-1,1 0,-2-1,1 1,-2-2,0 1,0-1,-2 0,1 0,-2 0,1-5,-4 15,0 0,0-1,0 1,0 0,-1 0,0-1,0 1,0 0,0 0,0 0,-1 0,0 0,0 0,0 0,0 1,-1-1,0 1,1-1,-1 1,0 0,-1 0,1 0,0 1,-1-1,0 1,1 0,-1 0,0 0,0 0,-7-2,0 0,0 1,0 0,0 1,0 0,-1 0,1 1,-1 1,1 0,-7 1,5 1,0 0,-1 1,1 1,1 0,-1 0,1 2,-1-1,1 2,1-1,-1 2,1-1,1 2,-1-1,2 1,-1 1,1 0,0 0,1 1,1 0,-1 0,2 1,-1 0,2 0,0 1,0-1,-1 7,-4 31,1 1,3-1,2 1,2 0,3 0,1 0,3 0,11 47,-8-32,14 91,-8 0,-6 1,-7-1,-7 1,-24 145,12-243,10-54,1-10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0.3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1 421,'18'-18,"2"1,0 1,1 1,0 1,1 1,0 0,1 2,9-3,-18 8,126-58,3 7,3 6,1 6,51-4,-184 47,2-3,1 2,0 0,0 1,1 0,-1 2,0 0,14 2,-15-2,-11-2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1.32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 7,'1'-1,"0"1,0-1,0 0,0 1,0-1,0 1,0-1,0 1,1-1,-1 1,0 0,0-1,0 1,1 0,-1 0,0 0,0 0,1 0,-1 0,0 1,0-1,0 0,1 1,-1-1,0 0,0 1,0 0,0-1,0 1,0 0,0-1,0 1,0 0,0 0,0 0,-1 0,2 0,25 19,-1 1,-1 2,-1 0,-1 1,-1 2,-1 0,-2 1,0 1,-2 1,12 27,-2 4,-2 2,-3 1,-3 1,-3 0,-3 2,5 58,-7 0,-4 1,-6 0,-6 0,-5-1,-5 0,-6 0,-5-2,-13 23,18-60,-4-2,-3-1,-4-1,-3-2,-4-1,-15 18,42-76,-1-1,-1-1,-1 0,0-1,-14 12,28-28,1-1,0 1,-1-1,1 1,0-1,-1 1,1-1,-1 0,1 1,-1-1,1 0,-1 1,1-1,-1 0,1 0,-1 0,1 1,-1-1,1 0,-1 0,0 0,1 0,-1 0,1 0,-1 0,1 0,-1 0,0 0,1-1,-1 1,1 0,-1 0,1 0,-1-1,1 1,-1 0,1-1,-1 1,1 0,-1-1,1 1,0 0,-1-1,1 1,0-1,-1 1,1-1,0 1,-1-1,1 0,-4-8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2.5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25,'21'0,"15"-2,16-3,9-1,7 1,0 1,-1 1,-9 4,-7 3,-9 4,-11 3,-9 1,-9-1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2.8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1,'21'9,"19"3,23-1,17-1,14-6,7-3,0-4,-6-1,-10-3,-19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3.7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945 166,'-39'-7,"1"1,-1 3,1 1,-1 1,0 2,1 2,-1 2,1 1,0 2,-17 7,34-6,0 1,1 0,0 2,1 0,0 1,1 1,0 1,1 1,1 0,1 1,0 1,1 0,1 1,1 0,0 1,2 0,0 1,1 0,1 1,2 0,0 0,1 1,1-1,1 1,1 0,1 0,2 14,1-21,1-1,0 1,1-1,1 1,1-1,0 0,0-1,2 0,0 0,1 0,0-1,1 0,0-1,1 0,0-1,1 0,0-1,1 0,0-1,1 0,-1-1,13 4,13 8,1-2,0-2,2-2,-1-2,1-1,1-2,0-2,0-2,1-2,-1-2,1-2,34-5,-56 4,1-1,-1-1,0 0,-1-2,1-1,-1 0,0-2,-1 0,0-2,-1 0,0-1,0-1,-1 0,-1-2,0 0,-2-1,1 0,-2-1,0-1,-1 0,-1-1,6-13,-5 4,-2-1,-1 0,-1-1,-1 0,-1-1,-2 1,-2-1,0 0,-2-6,-1 18,-1-1,-1 1,-1-1,0 1,-2 0,0 0,-1 1,0-1,-2 1,0 1,-1-1,-1 1,-1 1,0 0,-2-1,-4-1,-2 0,0 1,-1 0,0 2,-1 0,-1 2,0 0,-1 2,0 0,-1 1,-3 1,-22-6,-1 1,-1 4,0 1,0 2,-2 3,6 1,1 2,-1 2,1 2,-1 1,-42 12,65-10,0 0,0 2,1 1,0 1,0 1,2 1,-1 1,1 1,1 0,0 2,-14 15,13-8,1 1,2 0,0 2,2 0,0 1,2 0,1 1,2 1,0 0,2 0,1 1,-1 13,-5 44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4.2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147 107,'13'-95,"-4"83,-1 32,-2 42,-3 0,-2 0,-7 56,5-92,-73 776,23 96,48-851,-2-1,-2-1,-2 1,-2-1,-5 8,12-45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4.57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45,'18'5,"15"1,16-1,13-2,10-5,6-2,1-2,-6-3,-8 0,-11 3,-13-2,-15 2,-16-1,-11 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15.25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0,'170'18,"-132"-16,347-5,-309-5,-71 5,-23 6,15-3,0 0,-1 1,1-1,0 1,0 0,0 0,0 0,0 1,0-1,0 0,0 1,0 0,1 0,-1 0,1 0,0 0,-1 0,1 1,0-1,0 1,0 0,1-1,-1 1,1 0,-1 0,1 0,0 0,0 1,5 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5.2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681 88,'-12'-9,"0"-1,0 1,-1 1,-1 0,1 1,-1 1,0 0,-1 1,1 0,-1 1,0 1,0 0,0 1,0 1,-1 0,1 1,0 1,0 0,-1 1,1 0,0 2,1 0,-1 0,-3 3,-3 2,1 2,0 0,0 1,1 1,1 1,0 1,1 0,1 1,0 1,1 0,1 2,1-1,0 2,2-1,0 2,1-1,1 2,1-1,1 1,1 0,1 0,1 1,0 0,2 0,1 0,1 0,1 0,0-1,2 1,1 0,1-1,1 1,0-1,2-1,7 14,-3-14,0-1,2 0,1-1,0 0,2-1,0-1,0 0,2-2,0 0,1-1,0-1,1-1,0 0,12 3,5 0,1-2,-1-1,2-2,0-1,0-3,0-1,1-2,10-2,-31 0,1-1,-1-2,1 0,-1-1,0-1,0-1,0 0,-1-2,0 0,0-1,0-1,-1-1,-1-1,0 0,0-1,-1-1,-1 0,0-1,-1-1,0-1,-1 0,-1 0,0-1,-2-1,6-10,-9 13,0-1,0 1,-2-1,0-1,-1 1,0-1,-1 1,-1-1,-1 0,0 0,-2 0,1 0,-2 0,0 1,-2-1,1 0,-2 1,0 0,-1 0,-1 1,0-1,-1 1,-1 1,0 0,-1 0,0 0,-1 2,-2-2,-14-5,-1 1,0 1,-1 1,-1 2,0 1,-1 1,0 2,-1 1,0 2,-1 0,1 3,-1 0,-7 2,19-1,1 1,0 0,-1 2,1 0,-1 1,1 1,0 1,0 1,0 1,0 0,1 2,0 0,0 1,0 1,1 0,1 2,-4 3,-2 8,1 2,2 0,0 2,2 0,1 1,1 1,1 0,1 1,2 0,1 1,1 1,2 0,1 0,1 3,-4 23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5.6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1,'10'14,"3"26,-2 1,-2 0,-1 1,-3 0,-1 0,-2 42,-3 85,-9 0,-23 126,6-74,9 43,16-25,2-182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5.8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1,'2'3,"8"0,11 0,11-1,9-2,5-2,1-1,-1 1,-5 0,-6 1,-6 0,-9 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6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68,'9'-2,"14"-3,18-3,17-5,16 0,13 2,5 4,-1 1,-14 4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6.8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0,'16'0,"16"0,15 0,12 0,11 0,6 0,2 0,-3 0,-8 0,-8 0,-12 0,-14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7.1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7 0,'-3'16,"1"17,1 15,4 17,3 15,1 12,0 8,-3 4,-1-3,2-6,1-12,5-12,0-18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7.66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192 103,'-8'1,"0"1,0 0,1 1,-1 0,0 0,1 0,0 1,0 0,0 0,0 1,1 0,-1 0,1 1,0-1,1 1,0 1,0-1,0 1,0 0,-4 8,1 0,0 0,2 0,-1 1,2 0,0 1,1-1,-1 13,3-10,2 0,0 0,1 0,1 0,1-1,0 1,1 0,2-1,-1 0,2 0,1-1,0 1,1-2,1 1,0-1,1-1,1 0,0-1,1 0,1 0,0-2,1 0,0 0,1-1,0-1,1-1,0-1,0 0,1-1,0 0,3-1,6 3,1-1,0-2,0 0,1-2,0-1,0-2,0 0,0-2,-1-2,1 0,0-2,-1-1,0-1,0-1,-1-2,0 0,-1-2,0-1,-1-2,9-6,-22 11,-1 0,-1 0,1-1,-2 0,0-1,0 0,-1 0,-1-1,0 0,0-1,-2 1,1-1,-2 0,0-1,-1 1,0-1,-1 1,0-1,-2 0,0 0,0 0,-1 1,-1-1,-1 0,0 1,-1-1,-4-10,-2 2,-1 1,-1 0,-2 1,0 1,0 0,-2 1,-1 0,0 1,-1 1,-1 1,0 1,-2 0,1 2,-2 0,0 1,0 2,-1 0,0 1,-1 1,1 2,-2 0,1 1,-1 2,1 0,-21 2,29 0,0 2,0 0,0 1,0 0,1 1,-1 1,1 1,-1 0,1 1,1 0,-1 1,1 1,0 0,1 1,0 1,1 0,-1 0,2 1,0 1,0 0,1 1,1 0,0 0,0 1,2 0,-2 3,1 2,2-1,0 1,1 0,0 0,2 1,0 0,1-1,1 1,1 0,1 0,1-1,1 1,0-1,1 1,6 14,15 27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7.9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156 1,'-5'1,"1"0,0 0,-1 1,1 0,0 0,0 0,0 0,0 0,1 1,-1 0,1 0,-1 0,1 0,0 0,0 1,0-1,1 1,-1 0,1 0,0 0,-1 3,-30 95,14 16,6 2,5 0,6 90,2-160,1 729,-4-717,0-14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8.20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46,'16'2,"12"2,8-4,5-3,2-1,1-3,-3 1,-4-1,-3 0,-6 1,-7 0,-8 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8.4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148 162,'-18'-18,"-11"-13,-5-3,1 1,9 7,15 10,20 12,20 12,20 8,21 7,15 1,11-3,-11-5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9.2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1 342,'2'5,"1"0,0-1,0 1,0-1,0 0,1 0,0 0,0 0,0 0,0-1,1 0,-1 0,1 0,0-1,0 1,0-1,0 0,0-1,0 1,1-1,-1 0,1 0,10 1,1-1,-1 0,0-1,1 0,-1-2,13-2,-1-1,-1-1,-1-1,1-2,-1 0,0-2,-1 0,-1-2,0-1,0-1,-2-1,0-1,0-1,-2-1,18-21,-30 31,-2-1,1 0,-1 0,-1-1,0 0,0 0,2-10,-6 18,0 0,0-1,-1 1,1 0,-1-1,0 1,1 0,-1-1,-1 1,1 0,0-1,-1 1,0 0,0 0,0-1,0 1,0 0,-1 0,1 0,-1 0,0 1,0-1,0 0,0 1,0-1,-1 1,1 0,-1 0,-2-2,1 2,-1-1,0 1,1 0,-1 1,0-1,0 1,-1 0,1 0,0 1,0-1,0 1,0 0,-1 1,1-1,0 1,0 0,0 0,0 1,0 0,0-1,-3 3,-2 1,0 0,1 0,0 1,0 1,0-1,1 1,0 1,0-1,1 2,-1-1,-7 17,1 1,1 0,1 0,1 2,2-1,1 1,0 0,3 1,0 0,2 0,0 24,-3 115,6 0,9 0,10 29,0 21,-8 103,-41 93,23-351,3-17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9.5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0 260,'16'-19,"22"-9,23-8,24-2,14 3,9 5,2 6,-7 4,-13 6,-18 5,-19 4,-18 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7:59.9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77,'23'0,"19"-2,13-4,11-2,9-2,4 0,1 0,-5-1,-8 1,-11 3,-10 5,-13 5,-12 6,-15 6,-7 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00.1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9,'25'9,"24"3,22 0,20-6,12-4,9-6,6-3,3-1,2 0,-2-1,-3 2,-22 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00.68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379 220,'-8'-3,"-1"-1,1 2,-1-1,1 1,-1 1,0 0,0 0,0 0,0 1,0 1,0-1,0 2,1-1,-1 1,0 0,1 1,-1 0,1 0,0 1,0 0,0 1,1-1,-1 1,1 1,0 0,-2 3,-2 5,0 1,2 1,0 0,0 0,2 1,0 0,1 0,0 1,2-1,0 1,1 0,1 0,0 1,1-1,2 0,0 1,0-1,2 0,4 17,-2-14,2-1,0 1,1-2,1 1,1-1,0 0,2-1,0 0,1-1,1-1,0 0,1-1,1 0,0-1,1-1,1 0,5 2,8 3,0-1,1-2,0-1,1-1,1-2,0-2,1 0,-1-3,2-1,5-1,-26-1,0-2,0 0,1-1,-1 0,0-1,0-1,1 0,-1-1,-1-1,1 0,0-1,-1-1,0 0,-1-1,1-1,-1 0,0 0,-1-1,0-1,-1 0,0-1,0 0,6-9,-7 2,-1 1,0-1,-2-1,0 1,-1-1,-1 0,0-1,-2 1,0-1,-1 0,-1 0,-2-19,-1 5,-2 0,-1 0,-2 1,-1 0,-2 0,-1 1,-4-6,3 9,-2 1,-1 0,-1 1,-2 0,0 2,-2 0,-1 1,0 2,-14-11,20 20,-1 1,0 0,-1 1,0 1,-1 0,0 1,0 1,-1 1,0 1,0 1,-1 0,0 1,1 1,-1 1,-9 1,8 2,0 1,1 0,0 2,-1 0,2 2,-1 0,0 1,1 1,1 1,-1 0,2 2,-1 0,1 1,1 0,0 2,1-1,0 2,1 0,1 1,-9 14,4-4,1 1,1 1,1 0,1 1,2 1,1 0,2 1,0 0,2 0,2 1,1-1,1 1,1 4,3-11,1-1,0 1,2-1,1 1,1-1,9 22,15 28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01.1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189 1,'-8'13,"1"0,1 1,0 0,1 1,0-1,2 1,-1 0,2 0,0 2,-16 127,7 1,7 80,3-196,1 348,1-5,-19 36,8-301,-4 0,-24 81,20-134,9-37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01.3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11,'14'3,"11"0,10-1,9 1,5-2,2 0,1 0,-4-1,-5 0,-6 0,-9-2,-9-4,-10-2,-7-1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01.6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0,'12'0,"17"2,17 4,17-1,14 1,4 0,-6 0,-16-2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16.6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19,'5'4,"8"2,8 0,9-4,7-4,4-2,3-2,-3-1,-5 2,-6-2,-9 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16.1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372 429,'-9'-5,"-1"1,0 0,0 0,0 0,0 1,-1 1,1 0,-1 0,0 1,1 1,-1 0,0 0,0 1,1 0,-1 1,1 0,-1 1,1 0,0 0,0 1,0 1,1 0,-1 0,1 1,-2 7,0 1,1 0,1 0,0 1,1 1,0 0,2 0,0 0,0 0,2 1,0 0,1 0,1 1,0 4,-1-7,2 1,0-1,0 0,2 1,0-1,0 1,2-1,0 0,0 0,2 0,0-1,0 1,1-1,1 0,1-1,0 1,0-2,1 1,1-1,2 1,1 0,1-1,0-1,1-1,0 0,1-1,0 0,0-1,1-1,-1-1,2 0,-1-1,9 1,-16-4,0-1,0 1,0-2,0 1,0-1,1-1,-1 0,0 0,0-1,-1 0,1-1,0 0,-1-1,1 0,-1 0,0-1,-1 0,1-1,-1 0,0 0,0 0,5-7,-3-1,0 0,-1-1,-1 0,0 0,-1-1,-1 0,0 0,-1-1,-1 1,0-1,-1 0,-1 0,-1 0,-1-1,0 1,-1 0,-1 0,0 0,-1 0,-1 0,-1 0,0 1,-1 0,-1 0,-1 1,0 0,-1 0,0 0,-1 1,-1 1,0 0,-5-4,6 9,0 1,-1 0,1 0,-1 1,0 1,-1 0,1 0,-1 1,0 0,0 1,-1 1,1 0,0 1,-1 0,1 1,-1 0,1 1,-1 0,1 1,0 0,-1 1,1 1,1 0,-1 0,0 1,1 1,0 0,1 0,-1 1,1 0,0 1,1 0,0 1,0 0,1 0,-4 6,2-2,0 1,0 0,1 1,1 0,1 0,0 1,1 0,0 0,1 1,1-1,1 1,1 0,0 0,1 0,0 0,2 0,0 0,1 0,0 0,2 0,0-1,1 1,5 11,13 15</inkml:trace>
  <inkml:trace contextRef="#ctx0" brushRef="#br0" timeOffset="271.133">345 202,'-21'-174,"15"147,-1 27,5 18,13 310,-6 356,-13-432,4-191</inkml:trace>
  <inkml:trace contextRef="#ctx0" brushRef="#br0" timeOffset="766.429">51 41,'18'3,"18"0,13 2,13 0,7-1,-9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17.7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298 1,'-19'18,"-14"22,-9 20,-4 20,1 22,4 18,7 14,9 9,13 6,13-3,14-8,10-11,11-16,8-17,5-19,2-17,-3-16,-11-16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20.6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1,'21'7,"17"2,17-1,12-1,11-2,6 0,-3 0,-8 1,-16-1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20.9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1,'18'5,"20"1,19 0,18-2,15 0,7-2,-3-3,-17-2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19.3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1 668,'14'9,"1"0,0-1,0 0,0-2,1 1,1-2,-1 0,0-1,1-1,0-1,0 0,0-1,0-1,0 0,0-1,0-1,0-1,-1-1,1 0,1 2,-1-1,0-1,0 0,-1-2,1 0,-1 0,0-2,-1 0,0-1,0 0,-1-1,0-1,0 0,-2-1,1 0,-1-1,-1 0,2-5,-10 13,0 0,-1 0,1 0,-1 0,0 0,-1 0,1-1,-1 1,0-1,-1 1,1-1,-1 1,0-1,-1 1,1-1,-1 1,0-1,0 1,-1 0,0-1,1 1,-2 0,1 0,-1 0,0 0,0 1,0-1,0 1,-1 0,0 0,0 0,0 0,0 1,-1-1,1 1,-1 0,-1 0,1 0,-1 1,1 0,-1 0,0 1,0-1,0 1,0 0,0 1,0 0,0 0,0 0,0 0,0 1,0 0,0 1,0-1,0 1,1 0,-1 0,1 1,-1 0,1 0,0 0,0 0,-1 2,-3 3,1 0,-1 0,1 1,1 0,0 0,0 1,1 0,0 0,0 1,1-1,1 1,-3 9,-1 11,1 1,2-1,1 1,1 1,2-1,1 0,2 0,3 18,12 54,28 97,-37-169,18 69,-4 1,-5 1,1 52,-17-95</inkml:trace>
  <inkml:trace contextRef="#ctx0" brushRef="#br0" timeOffset="294.969">215 1350,'18'-13,"22"-10,23-3,18-1,14-3,9-1,0 0,-18 5</inkml:trace>
  <inkml:trace contextRef="#ctx0" brushRef="#br0" timeOffset="478.379">1058 0,'13'23,"19"23,17 24,16 21,9 18,2 13,-4 8,-12 5,-16 0,-21-5,-25-4,-24-7,-21-9,-16-10,-4-17,2-20,12-20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18.1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0 488,'77'-366,"-52"252,-20 107,-4 20,-1 380,7-98,-5-246</inkml:trace>
  <inkml:trace contextRef="#ctx0" brushRef="#br0" timeOffset="294.579">54 823,'18'-3,"15"0,13 1,11-1,6 2,5 0,-1 0,-3-1,-11-1</inkml:trace>
  <inkml:trace contextRef="#ctx0" brushRef="#br0" timeOffset="546.934">629 382,'20'5,"19"1,17-1,14 0,9-4,1-2,-5-1,-9 0,-13-2,-16 0</inkml:trace>
  <inkml:trace contextRef="#ctx0" brushRef="#br0" timeOffset="751.388">989 155,'-13'16,"-10"16,-3 12,4 13,4 7,9 4,9 3,8-1,7-4,5-7,-1-13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22.7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 71,'-2'32,"2"1,2-1,1 1,1-1,1 1,2-1,2-1,4 10,-10-35,0 0,0 0,0 0,1 0,0-1,0 1,0-1,1 0,0-1,0 1,0-1,0 0,1 0,-1-1,1 1,0-1,0 0,1-1,-1 0,0 0,1 0,-1-1,1 0,0 0,-1 0,1-1,0 0,0 0,-1-1,2 0,19-7,0 0,0-2,0-1,-2-1,1-2,-2 0,0-1,-1-2,0 0,7-10,25-14,-34 23,1 1,1 1,1 0,0 2,1 1,0 1,1 1,1 1,-1 2,2 0,-1 2,1 1,24-1,-10 7,1 3,-1 2,0 1,0 2,0 2,-2 2,1 1,20 13,-39-17,-1 2,-1 0,1 1,-2 1,0 1,-1 1,0 0,-2 1,14 17,-28-30,1 1,0-2,0 1,1 0,-1-1,1 1,0-1,0 0,0 0,0-1,0 1,1-1,-1 0,1 0,-1-1,1 1,0-1,0 0,0 0,-1 0,1-1,0 0,0 0,0 0,0 0,0-1,0 0,0 0,1-1,261-107,-218 89,1 3,1 1,1 3,40-5,-68 15,0 1,0 0,0 2,1 1,-1 1,0 1,0 1,0 1,-1 1,0 2,14 5,217 130,-238-137,1 1,0-2,1-1,-1 0,1-1,0-1,0 0,0-1,-1-1,1-1,0-1,0 0,0-2,-1 0,0 0,1-2,-2 0,1-1,-1-1,0 0,0-1,-1-1,-1 0,0-1,0-1,-1 0,0-1,-1 0,-1-1,5-7,-8 9,-1-1,-1 0,0 0,-1 0,-1-1,0 0,0 1,-2-1,0-1,0 1,-1 0,-1 0,0-1,-2-4,2 18,0-1,0 0,0 0,0 1,0-1,-1 0,1 1,0-1,-1 0,0 1,1-1,-1 1,0-1,0 1,0-1,0 1,0 0,0-1,0 1,0 0,-1 0,1 0,0 0,-1 0,1 0,-1 0,1 0,-1 1,0-1,1 1,-1-1,1 1,-1-1,0 1,0 0,1 0,-1 0,0 0,1 0,-1 0,-1 1,-21 8,0 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24.8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55,'16'0,"14"0,14 0,10-2,6-3,-1-3,-7-3,-8-3,-13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24.2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109 444,'-11'11,"1"1,0 0,0 0,2 1,-1 0,2 0,0 1,0 0,1 1,1-1,0 1,1 0,1 0,1 0,0 1,0-1,2 1,0-1,1 1,0-1,1 0,1 1,0-1,2 1,1-2,2 0,0-1,1 0,0 0,0-1,2 0,-1-1,2 0,-1 0,2-1,-1-1,1 0,0-1,1 0,1-1,9 5,1-2,0-1,1 0,0-2,1-1,-1-1,1-2,10 1,-17-3,-1-1,1-1,0-1,0 0,-1-1,1-2,-1 0,0 0,17-9,-27 10,0-1,-1 1,1-1,-1-1,-1 1,1-1,-1-1,0 1,0-1,-1 0,0-1,0 0,-1 0,0 0,0 0,-1-1,0 0,0 0,-1 0,-1 0,1-4,-2-5,0 1,-2-1,0 0,-1 0,-1 1,-1-1,0 1,-2 0,1 0,-2 1,0 0,-1 0,-1 0,-1 1,0 0,0 1,-2 0,1 1,-2 0,-12-10,15 14,1-1,-2 1,1 0,-1 1,0 0,-1 1,1 1,-2 0,1 0,-1 1,1 0,-1 1,0 1,-1 0,1 1,-1 0,1 1,-1 1,1 0,-1 1,1 0,-1 1,1 0,0 2,-1-1,2 1,-1 1,-7 4,5 2,1 0,0 1,1 0,0 1,1 1,1 0,0 0,1 1,0 1,1 0,1 0,1 1,0-1,1 2,1-1,0 1,2-1,0 1,1 0,0 0,2 1,0-1,1 0,1 0,0 0,2 0,0-1,1 1,4 9,15 20</inkml:trace>
  <inkml:trace contextRef="#ctx0" brushRef="#br0" timeOffset="307.736">484 97,'-14'-14,"-9"-4,-2 8,-3 16,3 22,2 23,5 25,6 21,5 17,6 10,5 6,7 2,6-2,2-4,0-5,-2-13,-5-23</inkml:trace>
  <inkml:trace contextRef="#ctx0" brushRef="#br0" timeOffset="788.253">283 84,'-16'-12,"-10"-5,0-3,11 3,19 5,28 6,28 6,29 3,20 1,-8-1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8:23.2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1 274,'81'-168,"-31"63,-50 106,0-1,0 0,0 1,1-1,-1 0,0 0,0 1,0-1,0 0,1 0,-1 1,0-1,0 0,0 0,1 1,-1-1,0 0,1 0,-1 0,0 0,0 0,1 1,-1-1,0 0,1 0,-1 0,0 0,0 0,1 0,-1 0,0 0,1 0,-1 0,0 0,1 0,-1 0,0 0,1 0,-1 0,0-1,0 1,1 0,-1 0,0 0,1 0,-1-1,0 1,0 0,0 0,1 0,-1-1,0 1,0 0,0 0,1-1,-1 1,0 0,0-1,0 1,0 0,0-1,0 1,0 0,0-1,2 29,-10 385,11-362,0-29,-2 1,0 0,-2-1,0 1,-4 17,-1-21</inkml:trace>
  <inkml:trace contextRef="#ctx0" brushRef="#br0" timeOffset="266.287">67 675,'5'5,"8"1,13 0,17-1,15-2,18-3,10-5,8 0,-2 0,-16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37.7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15 766,'265'-94,"-174"58,331-121,45 6,-312 115,-152 38,-24 7,10-4,-32 14,-3 2</inkml:trace>
  <inkml:trace contextRef="#ctx0" brushRef="#br0" timeOffset="352.689">1 1099,'75'-22,"-2"-3,49-25,-50 20,982-408,-1007 422,-69 26,7-6</inkml:trace>
  <inkml:trace contextRef="#ctx0" brushRef="#br0" timeOffset="683.424">1071 3,'-31'-1,"18"0,1 1,0 0,0 0,-1 2,1-1,0 2,-7 1,20-4,-1 0,1 0,-1 0,0 1,1-1,-1 0,0 0,1 0,-1 0,0 1,1-1,-1 0,0 0,1 1,-1-1,0 0,0 1,1-1,-1 0,0 1,0-1,0 0,1 1,-1-1,0 0,0 1,0-1,0 1,0-1,0 0,0 1,0-1,0 1,0-1,0 0,0 1,0-1,0 1,0-1,0 0,0 1,-1-1,1 0,0 1,0-1,0 0,-1 1,1-1,0 0,0 1,-1-1,1 0,0 0,-1 1,1-1,0 0,-1 0,1 0,0 1,-1-1,1 0,-1 0,1 0,0 0,-1 0,1 0,-1 0,1 0,0 0,82 18,53-8,-85-9,0 3,1 2,-2 2,1 2,-1 2,17 8,-56-16,0 0,0 1,0 0,-1 1,0 0,0 0,0 1,0 0,-1 0,-1 1,1 0,-1 0,-1 1,1 0,-1 0,-1 1,0 0,0 0,-1 0,0 0,-1 1,2 9,-4 9,0 0,-2-1,-1 1,-2 0,0-1,-2 0,-2 0,0 0,-1-1,-2 0,-1-1,-7 10,-123 219,61-131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44.04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1 334,'16'0,"19"0,17-3,13-2,12-3,4 0,-1-1,-4 1,-11 2,-12 1,-15 5,-13 2</inkml:trace>
  <inkml:trace contextRef="#ctx0" brushRef="#br0" timeOffset="278.311">122 522,'16'2,"14"1,16 0,13-1,11-3,7-5,4-5,-3-2,-5-2,-16 3</inkml:trace>
  <inkml:trace contextRef="#ctx0" brushRef="#br0" timeOffset="556.121">736 0,'3'7,"11"4,15 5,17 5,13 2,11 3,5 1,-4 3,-9 5,-13 4,-15 4,-17 2,-19 2,-21 4,-21 6,-22 3,-25 4,3-10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47.7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32 445,'354'-217,"-344"211,0 0,-1 0,0-1,0-1,0 1,-1-1,-1-1,1 1,-1-1,-1-1,1 1,-2-1,1 0,-1-1,-1 1,0-1,-1 0,0 0,0-2,-3 10,-1 1,0 0,1-1,-1 1,-1-1,1 1,0 0,0 0,-1 0,1 0,-1 0,0 0,0 0,1 0,-1 1,0-1,0 1,-1-1,1 1,0 0,0 0,-1 0,1 0,-1 0,1 0,-1 1,1-1,-1 1,1 0,-1 0,1 0,-1 0,1 0,-1 0,1 1,-1-1,1 1,-1 0,1-1,-1 1,1 1,0-1,0 0,-1 0,1 1,0-1,0 1,0 0,0 0,-6 5,0 0,0 1,1 0,0 1,1-1,0 1,0 0,0 1,1-1,1 1,0 0,0 1,0 5,-25 141,21-21,6 1,7 24,0 30,-4-152,-1 0,-2 0,-2-1,-1 0,-2 0,-2 0,-2-1,-1 0,-3 3,-4-4</inkml:trace>
  <inkml:trace contextRef="#ctx0" brushRef="#br0" timeOffset="188.585">112 886,'-16'-16,"-7"-7,-3 0,2 4,6 5,14 7,21 5,25 3,27 1,24-4,16-5,7-4,-9-4,-22-1,-25 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46.62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251 334,'-11'0,"0"1,-1 0,1 0,0 1,0 1,0 0,0 0,0 1,1 1,0 0,0 0,0 1,0 0,1 0,0 1,0 1,1-1,0 1,0 1,1-1,0 2,1-1,0 0,0 1,1 0,-1 3,4-3,0 0,1 0,0 0,0 0,1 0,1 0,0 0,0 0,1 0,0 0,0 0,1-1,1 1,-1-1,2 0,-1 0,1 0,1-1,-1 1,1-1,1 0,7 6,2 3,1-2,1 1,1-2,0-1,1 0,0-1,1-1,0-2,12 5,-22-9,1 0,0-1,1 0,-1 0,1-1,0-1,-1 0,1-1,0-1,0 0,0 0,0-1,0-1,-1 0,1-1,0 0,-1-1,0 0,0-1,0-1,-1 0,0 0,0-1,0 0,-1-1,8-8,-10 7,-2 0,1 0,-1 0,-1-1,0 0,0 0,-1 0,0-1,-1 0,0 0,-1 1,0-1,-1-1,0 1,0 0,-2 0,1 0,-1 0,-1 0,0 0,0 0,-1 0,-1 0,0 1,0-1,-1 1,0 0,-1 1,0-1,0 1,-1 1,-1-2,-5-3,1 1,-2 0,0 1,0 1,0 0,-2 1,1 0,-1 1,0 1,-1 1,1 0,-1 1,0 1,-1 1,-15-2,19 4,1 0,-1 0,0 1,1 1,-1 0,1 1,0 1,-1 0,1 1,0 0,1 1,-1 0,1 1,0 0,0 1,1 1,0 0,0 0,1 1,-8 9,12-12,0 1,1 0,-1 0,2 0,-1 1,1 0,0 0,1 0,0 0,0 0,1 1,0-1,0 1,1-1,0 1,1 0,0 0,0-1,1 1,0 0,0-1,1 1,0-1,1 1,0-1,0 0,1 0,-1 0,2 0,-1-1,1 0,1 0,4 6,37 23,0-9</inkml:trace>
  <inkml:trace contextRef="#ctx0" brushRef="#br0" timeOffset="271.123">399 174,'-7'-23,"-2"1,0 0,-1 1,-1 0,-1 1,-3-3,-6 11,10 39,7 25,2-1,3 1,5 33,-2-23,16 934,-20-966</inkml:trace>
  <inkml:trace contextRef="#ctx0" brushRef="#br0" timeOffset="444.657">212 1364,'11'4,"11"2,11 0,8-4,7-4,1-4,-2-3,-7-5,-11 0</inkml:trace>
  <inkml:trace contextRef="#ctx0" brushRef="#br0" timeOffset="670.092">319 1,'14'0,"15"0,19 2,15 1,11 0,-8-1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55.8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3 254,'-2'-2,"3"-1,12 0,14 1,16 0,15 1,13 0,8 1,2 0,-1 0,-7 0,-13 1,-13-4,-17 1,-13-1</inkml:trace>
  <inkml:trace contextRef="#ctx0" brushRef="#br0" timeOffset="259.482">271 0,'-3'9,"1"13,1 10,2 15,0 12,0 10,0 7,0 4,0 0,3-4,2-16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57.3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80,'18'-5,"16"-3,10-1,5-1,3 1,0 0,-5-1,-8 0,-10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56.8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225 363,'-12'3,"0"0,1 0,-1 2,1-1,0 1,0 1,0 0,1 1,0 0,0 0,1 1,0 0,0 1,1 0,0 0,1 1,0 0,0 0,1 1,1 0,-1 0,2 0,0 1,0-1,1 1,0 0,0 7,2-4,0 0,1 0,1 1,0-1,1 0,1 0,1-1,0 1,0-1,1 1,1-1,1-1,0 1,1-1,0 0,0-1,2 0,0 0,0-1,1-1,0 1,1-2,11 8,-9-7,0 0,1-1,0-1,0 0,1-2,0 1,1-2,-1 0,1-1,0-1,0 0,0-1,0-1,0-1,1-1,-1 0,0-1,0 0,0-2,-1 0,2-1,-8 1,0 0,-1-1,0 0,1 0,-2-1,1 0,-1 0,0-1,0 0,-1-1,0 0,0 0,-1 0,0-1,0 0,-1 0,0 0,-1-1,0 0,-1 0,0 0,0 0,-1 0,0-1,-1 1,0 0,-1-1,0-2,-1-9,-2 1,0-1,-2 0,0 1,-1 0,-1 0,-1 1,-1 0,-1 0,-1 1,0 0,-1 1,-2 1,1 0,-2 0,0 1,-1 1,-2-1,8 9,0-1,0 2,-1-1,0 1,0 1,0 0,-1 1,0 0,0 0,0 2,0-1,0 1,0 1,-1 0,1 1,0 1,-1 0,1 0,0 1,0 0,0 1,0 1,0 0,1 1,-1 0,1 0,1 1,-1 1,1 0,-2 2,0 3,1 2,1-1,0 2,0-1,2 1,0 0,0 1,2 0,0 0,1 1,0 0,1 0,1 0,1 0,1 0,0 0,1 1,1-1,0 0,1 0,1 0,1 0,1 0,3 8,-3-13,1 0,0-1,1 1,0-1,1 0,1-1,-1 0,1-1,1 1,0-2,0 1,1-1,3 1,29 15</inkml:trace>
  <inkml:trace contextRef="#ctx0" brushRef="#br0" timeOffset="251.318">465 83,'-5'-6,"-1"0,1 0,-1 1,0-1,0 1,0 0,-1 1,0 0,0 0,0 0,-3 0,8 4,0 0,0 0,0 0,0 0,0 0,-1 1,1-1,0 1,0 0,0 0,0-1,1 1,-1 0,0 1,0-1,0 0,1 0,-1 1,1-1,-1 1,1 0,0-1,-1 1,1 0,0 0,0-1,0 1,0 0,1 0,-1 0,0 0,1 1,-1-1,1 0,0 0,0 2,-7 27,2 1,1 0,2-1,1 1,2 6,-2-15,6 319,1-68,-14 7,3-206</inkml:trace>
  <inkml:trace contextRef="#ctx0" brushRef="#br0" timeOffset="804.507">252 69,'7'-14,"13"-4,18 1,15 5,15 5,11 6,9 6,3 1,-14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0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1,'1293'0,"-1377"7,71-1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58.7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60 728,'-9'0,"-4"3,4 0,7 2,9 0,8-1,3 0,1-2,-2-3,-5-4,-9-3,-9 0,-10-2,-7 2,-3 2,2 4,9 4,7 3</inkml:trace>
  <inkml:trace contextRef="#ctx0" brushRef="#br0" timeOffset="472.813">768 501,'-1'-4,"0"0,0 0,0 0,0 0,-1 1,1-1,-1 0,0 1,0-1,-1 1,1 0,-1 0,1 0,-1 0,0 0,0 0,0 1,-1 0,1-1,-1 1,1 0,-1 1,0-1,1 1,-1-1,0 1,0 0,0 1,0-1,0 1,0 0,0 0,0 0,0 0,0 0,-4 2,-6 3,1 2,0-1,0 1,0 1,1 1,0-1,1 2,0 0,0 0,1 1,0 0,1 1,0 0,1 0,-4 9,1-3,1 0,1 0,0 1,1 1,1-1,1 1,1 0,0 1,1 5,3-18,1 1,-1 0,1 0,1-1,0 1,0 0,0-1,1 1,1-1,0 1,0-1,0 0,1 0,0 0,0-1,1 1,0-1,1 0,-1-1,1 1,1-1,-1 0,1 0,4 2,1 0,0-1,-1-1,2 0,-1 0,1-1,0-1,0 0,0-1,1 0,-1-1,1 0,-1-2,1 1,0-1,-1-1,1-1,-1 0,1-1,4-1,0-1,0-1,-1-1,0 0,0-1,0-1,-1-1,0 0,-1-1,0-1,-1 0,0-1,-1 0,-1-1,7-10,-2 0,-2-1,-1 0,-2-1,0-1,-1 0,-2 0,-1-1,-1 0,-1 0,-2-1,0 0,-2 0,-2 0,-1-15,1 34,0 0,-1 0,0 0,0 1,-1-1,0 0,-1 0,0 1,-1 0,0 0,0 0,-1 0,0 0,-1 1,0 0,0 0,0 1,-1 0,-1 0,1 0,-1 1,0 0,0 0,-1 1,1 0,-2 1,0 1,0 1,0 0,-1 0,1 2,-1-1,1 1,0 1,-1-1,1 2,0 0,0 0,0 1,0 0,0 0,0 1,-5 4,-3 1,1 1,0 0,1 2,0 0,0 0,2 2,0 0,-4 6,4-3,1 0,1 1,1 1,1 0,0 1,2 0,0 0,1 1,1 0,1 0,1 1,1-1,1 1,0-1,3 18,-1-21,1 0,1 0,1-1,1 1,0-1,1 0,1 0,1 0,0-1,1 0,1 0,0-1,1 0,1-1,0 0,1 0,1-2,0 1,5 2,6 2</inkml:trace>
  <inkml:trace contextRef="#ctx0" brushRef="#br0" timeOffset="909.043">835 59,'0'1,"0"-1,0 0,0 0,0 1,0-1,0 0,1 0,-1 1,0-1,0 0,0 0,0 1,0-1,0 0,0 0,0 1,0-1,0 0,-1 0,1 1,0-1,0 0,0 0,0 1,0-1,0 0,0 0,-1 1,1-1,0 0,0 0,0 0,0 0,-1 1,1-1,0 0,0 0,-1 0,1 0,0 0,0 0,-1 1,1-1,0 0,0 0,-1 0,1 0,0 0,0 0,-1 0,1 0,0 0,0 0,-1 0,1 0,0-1,0 1,-1 0,1 0,0 0,0 0,-1 0,1 0,0-1,-3 29,-3 95,-64 919,68-1023,-2 29,-2 0,-3-1,-1 0,-2-1,-4 3,9-33</inkml:trace>
  <inkml:trace contextRef="#ctx0" brushRef="#br0" timeOffset="1178.517">648 1611,'13'4,"15"2,10 0,11-4,8-2,4-3,0-3,-5-2,-10 0,-14-2,-15-1,-12 1</inkml:trace>
  <inkml:trace contextRef="#ctx0" brushRef="#br0" timeOffset="1439.86">714 6,'0'-2,"7"-1,9 2,14 4,12 1,13 0,8 2,3 0,-5-2,-11 0,-14-2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58.3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240 145,'-203'492,"194"-467,-18 80,27-104,0 0,0 0,1 0,-1 0,0 0,1 0,-1 0,1-1,0 1,-1 0,1 0,-1 0,1-1,0 1,0-1,-1 1,1 0,0-1,0 1,0-1,0 0,0 1,0-1,0 0,-1 1,1-1,0 0,0 0,0 0,0 0,0 0,0 0,0 0,0 0,0 0,0 0,0-1,0 1,0 0,0-1,0 1,0-1,-1 1,1-1,0 1,0-1,0 0,-1 1,1-1,0 0,-1 1,1-1,-1 0,1 0,-1 0,1 0,-1 1,1-1,-1-1,17-16,-1 0,-1-1,-1 0,-1-2,0 1,-2-1,0-1,-1 0,4-18,18-47,-4-1,-5-1,-3-2,-4 0,-2-11,-15 133,3 0,0 0,2 0,5 13,24 107,7-1,6-2,25 43,-60-162</inkml:trace>
  <inkml:trace contextRef="#ctx0" brushRef="#br0" timeOffset="227.391">172 600,'-2'-5,"8"0,15-4,17-1,16-1,14 1,12-1,6 3,2 0,-14 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3.7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0,'5'0,"3"0,6 0,-1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5.23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1,'25'7,"24"2,22 0,17-2,11-2,6-5,-16-1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5.5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0,'14'5,"15"1,15 0,13-1,9-2,1-1,-7-1,-15 0</inkml:trace>
  <inkml:trace contextRef="#ctx0" brushRef="#br0" timeOffset="205.461">67 322,'18'9,"20"3,17 0,13-8,8-6,3-7,-12-2</inkml:trace>
  <inkml:trace contextRef="#ctx0" brushRef="#br0" timeOffset="491.177">802 174,'-2'10,"0"0,0 0,1 0,0 0,1 0,0 0,0 0,1 0,1-1,0 1,0 0,0 0,2-1,-1 1,1-1,0 0,1 0,0-1,0 1,1-1,0 0,1 0,0-1,0 0,5 4,-2-6,1 1,-1-1,1-1,0 0,1 0,-1-1,1-1,-1 0,1 0,0-1,0 0,-1-2,1 1,0-1,0-1,-1 0,1 0,-1-1,1-1,-4 1,0 1,0-2,0 1,0-1,0 0,-1-1,0 1,0-2,0 1,0-1,-1 0,0 0,-1-1,1 1,-1-1,0-1,-1 1,0-1,0 0,0 1,-1-2,0 1,-1 0,0-1,0 1,-1-1,-1-3,-1 1,0-1,0 0,-2 1,1 0,-1 0,-1-1,0 2,-1-1,0 0,0 1,-1 0,0 0,-1 1,0 0,-1 0,0 0,0 1,-1 0,1 1,-2 0,1 0,-1 1,0 1,-1-1,1 1,-1 1,0 0,0 1,0 0,-1 1,1 0,-1 0,1 1,-2 1,-4-1,-1 1,1 1,0 1,0 0,0 1,0 1,0 1,1 0,0 1,0 1,0 0,1 1,-1 2,-19 13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4.2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228 284,'-9'4,"0"1,0 0,0 0,1 1,0 0,0 1,0 0,1 0,0 1,1-1,-1 2,1-1,1 1,0-1,0 2,1-1,0 0,0 1,1 0,0 0,1 0,0 0,1 0,0 0,0 0,1 0,1 1,0-1,0 0,1 0,0 0,0 0,1 0,1 0,0-1,0 0,1 0,0 0,0 0,1-1,0 1,4 2,2-2,1-1,0 0,0-1,0 0,1-1,0 0,1-1,-1-1,1-1,0 0,0 0,0-2,0 0,0 0,0-2,0 0,0 0,0-2,0 0,-1 0,1-1,-1-1,0-1,0 0,6-4,-13 6,-1 0,1-1,-1 1,0-2,0 1,-1-1,1 1,-1-1,-1-1,1 1,-1-1,0 0,-1 0,1 0,-1 0,-1 0,1-1,-1 1,-1-1,1 0,-1 0,-1 1,1-1,-1 0,-1 0,0 0,0 0,0 1,-1-1,0 0,0 1,-1 0,0-1,-3-4,-1 1,-1 0,0 0,0 0,-1 1,-1 0,0 1,0 0,-1 1,0 0,0 0,-1 1,0 1,0 0,0 1,-1 0,0 0,0 2,0 0,-1 0,1 1,-1 1,-8 0,7 0,0 0,-1 2,1 0,0 0,0 2,0 0,1 0,-1 1,1 1,-1 1,2 0,-1 1,1 0,0 1,0 0,1 1,0 1,1 0,0 0,-2 4,8-10,1 1,1 0,-1 0,1 1,-1-1,2 1,-1-1,1 1,-1 0,2 0,-1 0,1 0,-1 0,2 1,-1-1,1 0,0 0,0 1,1-1,0 0,0 0,0 0,2 5,23 29,7-9</inkml:trace>
  <inkml:trace contextRef="#ctx0" brushRef="#br0" timeOffset="290.989">429 43,'-30'-42,"29"42,0-1,0 1,0 0,1 0,-1 0,0 0,0 0,0 0,0 0,1 0,-1 1,0-1,0 0,0 0,1 1,-1-1,0 0,0 1,1-1,-1 1,0-1,1 1,-1-1,0 1,1-1,-1 1,1 0,-1-1,1 1,-1 0,1 0,0-1,-1 1,1 0,0 0,0 0,-1-1,1 1,0 0,-8 21,1 0,1 0,2 1,0 0,1 0,1 0,1 0,1 3,-1-1,-2 196,9 0,15 55,-15-214,-2-12</inkml:trace>
  <inkml:trace contextRef="#ctx0" brushRef="#br0" timeOffset="538">362 1140,'7'0,"9"0,8 0,10-3,8-2,3-3,-1-3,-3-1,-9-1,-10-3,-9 1</inkml:trace>
  <inkml:trace contextRef="#ctx0" brushRef="#br0" timeOffset="809.277">269 16,'9'0,"12"0,14 2,12 2,10 1,-5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2.6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323 296,'-12'0,"0"0,1 1,-1 1,0 0,1 1,-1 0,1 1,0 0,0 0,1 1,-1 1,1 0,0 0,0 1,1 0,0 1,0 0,1 0,0 1,0 0,1 1,1 0,-1 0,1 0,1 0,0 1,1 0,0 0,0 0,1 1,1-1,-1 10,2-8,1 0,1 1,0-1,1 0,0 0,1 0,1 0,0 0,1-1,0 0,0 0,2 0,-1 0,2-1,-1 0,2-1,-1 0,1 0,1-1,0 0,0 0,0-1,1-1,1 0,-1 0,4 0,-3 0,2-1,-1 0,1-1,-1 0,2-1,-1-1,0 0,1-1,-1-1,1 0,-1-1,1 0,-1-2,1 1,-1-2,0 0,1 0,-1-2,-1 1,1-2,-1 0,0-1,11-7,-15 7,0-1,-1-1,0 1,-1-1,0-1,0 1,-1-1,0 0,-1-1,0 1,-1-1,0 0,0 0,-1 0,-1-1,0 1,0-1,-1 1,-1-1,0 0,-1 1,0-1,0 1,-1-1,-1 1,0-1,-1 1,0 0,0 1,-1-1,-1 1,0 0,0 0,-1 1,-6-8,3 4,1 1,-2 0,0 1,0 1,-1-1,0 2,-1 0,0 0,-1 1,0 1,0 0,0 1,-1 0,0 1,0 1,0 0,0 1,-1 1,1 1,-1 0,0 1,1 0,-1 1,0 1,1 1,0 0,-1 1,1 0,1 2,-1-1,1 2,0 0,0 1,-11 8,15-7,1 0,0 0,1 1,0 0,1 0,0 1,0 0,2 0,-1 1,1-1,1 1,0 0,0 1,1-1,1 1,0-1,1 1,0 0,1-1,1 1,0 0,0 0,2-1,-1 1,1-1,1 0,0 0,1 0,0 0,1-1,1 0,-1 0,2-1,-1 1,1-2,1 1,9 7,17 6</inkml:trace>
  <inkml:trace contextRef="#ctx0" brushRef="#br0" timeOffset="267.979">403 28,'-11'11,"-4"18,0 17,4 15,2 12,4 11,5 6,4 6,2 1,2-3,0-4,-2-8,-2-6,-1-10,-1-11,-2-15</inkml:trace>
  <inkml:trace contextRef="#ctx0" brushRef="#br0" timeOffset="534.305">349 1231,'9'0,"8"0,8 0,6 0,4 0,5-2,0-3,-3-1,-6-2,-8 1</inkml:trace>
  <inkml:trace contextRef="#ctx0" brushRef="#br0" timeOffset="759.781">243 28,'0'-5,"7"0,9-1,11 1,12 2,13 1,11 1,7 1,-2 2,-13 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6.6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1,'18'0,"22"0,23 0,18 0,11 0,5 0,-7 0,-17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6.88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1,'16'11,"19"6,21 1,18-3,13-5,9-10,-12-5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7.6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14,'20'4,"19"2,11-2,8-5,2-3,-5-7,-12-1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8.6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1 469,'16'0,"16"0,17 2,14 1,9 0,6 0,-1-1,-8-1,-17-1</inkml:trace>
  <inkml:trace contextRef="#ctx0" brushRef="#br0" timeOffset="181.583">389 269,'-7'16,"-5"16,-2 15,-1 12,2 8,3 4,3 1,8 0,8-6,7-7,0-14</inkml:trace>
  <inkml:trace contextRef="#ctx0" brushRef="#br0" timeOffset="535.717">1016 415,'-5'5,"1"0,-1 0,1 1,0-1,1 1,-1 0,1 0,0 0,0 0,1 1,0-1,0 1,1 0,0-1,0 1,0 0,1 0,0 0,0-1,1 1,-1 0,2 0,-1-1,1 1,0-1,0 1,1-1,0 0,0 0,0 0,4 5,4 0,-1 0,2-1,-1-1,1 1,1-2,-1 0,2 0,-1-2,1 1,0-2,0 0,0 0,1-1,0-1,0-1,-1 0,2-1,-1 0,0-1,0-1,13-2,-19 0,0 0,0-1,0 0,-1 0,1 0,-1-1,0-1,-1 1,1-1,-1-1,0 1,-1-1,0 0,0-1,0 1,-1-1,0 0,0-1,-1 1,0-1,-1 0,0 0,0 0,-1 0,0-1,-1 1,0-1,0 1,-1-1,0 1,-1-1,0 1,0-1,-1 1,0 0,-1 0,-3-8,3 12,0-1,0 0,0 1,-1-1,0 1,0 0,0 0,-1 1,0-1,1 1,-2 0,1 0,0 1,-1-1,0 1,1 0,-1 1,0 0,-1 0,1 0,0 0,0 1,-1 0,1 1,-1-1,1 1,-4 0,-6 1,0 1,0 0,1 2,-1-1,1 2,0 0,0 0,0 2,1 0,-11 6,11-3,-1-1,2 2,-1 0,1 0,1 1,0 1,1 0,1 1,-1 0,-6 14,-6 18</inkml:trace>
  <inkml:trace contextRef="#ctx0" brushRef="#br0" timeOffset="790.071">1672 1,'-23'14,"-25"20,-30 29,-29 32,-26 33,-24 32,-17 22,-12 12,-2 1,29-33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8.2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108 474,'22'-5,"0"-1,0-1,-1-1,0 0,0-2,-1-1,-1 0,1-1,-2-1,0-1,0-1,-2 0,0-2,0 1,-2-2,0 0,-1-1,-1 0,-1-1,0 0,-2 0,0-1,-1-1,1-7,-6-41,-3 68,-1 1,1-1,-1 1,1-1,-1 1,0-1,0 1,1 0,-1-1,0 1,0 0,0 0,-1 0,1 0,0 0,0 0,-1 0,1 0,0 0,-1 0,1 1,-1-1,1 1,-1-1,1 1,-1-1,1 1,-1 0,1 0,-1 0,0 0,1 0,-1 0,1 0,-1 0,1 1,-1-1,1 1,-1-1,1 1,-2 0,-8 4,0 1,0 0,1 0,0 1,0 1,0 0,1 0,0 1,1 0,0 0,0 1,1 0,0 1,0 1,-14 23,2 1,2 0,1 1,1 1,3 1,1 0,1 0,3 1,1 0,0 36,3 18,4-1,5 0,3 0,8 17,56 329,-76-316,-7-86</inkml:trace>
  <inkml:trace contextRef="#ctx0" brushRef="#br0" timeOffset="215.463">1 955,'18'-2,"20"-1,24 0,21 1,16-4,-10-1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07.2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245 376,'-14'4,"0"0,0 1,1 1,0 0,0 1,1 0,-1 1,2 0,-1 1,1 1,1 0,-1 0,2 1,-1 0,2 0,-1 1,2 1,0-1,0 1,1 0,1 1,0-1,-3 15,7-16,0 0,1-1,0 1,1 0,1 0,-1-1,2 1,0-1,0 1,1-1,1 0,-1-1,2 1,0-1,0 0,0 0,1-1,1 1,0-2,0 1,1-1,0 0,0-1,0 0,1-1,1 0,3 2,6 2,1-1,1 0,-1-2,1 0,0-2,1 0,0-1,-1-2,1 0,0-1,0-2,0 0,7-2,-17 1,0 0,0-1,-1 0,1-1,-1 0,0-1,0 0,0-1,-1 0,1-1,-2 0,1-1,-1 0,0-1,-1 0,0-1,0 0,-1 0,0 0,-1-1,0-1,-1 1,5-13,-6 10,-1 0,0 0,-1-1,-1 0,0 1,-1-1,0 0,-1 0,-1 0,-1 0,0 1,0-1,-2 0,0-1,1 7,0 1,0 0,-1 0,0 0,0 0,-1 1,0 0,0 0,-1 0,1 0,-2 1,1 0,-1 0,0 1,0-1,0 2,-1-1,0 1,0 0,0 1,0 0,0 0,-1 0,-3 1,-2 0,0 1,1 0,-1 1,0 0,0 2,0-1,1 2,-1 0,1 0,0 1,-1 1,2 0,-1 1,1 1,0-1,0 2,0 1,-5 2,2 1,0 1,0 1,1 0,1 1,0 0,1 1,1 0,1 1,0 1,-5 11,-8 44,12-8</inkml:trace>
  <inkml:trace contextRef="#ctx0" brushRef="#br0" timeOffset="272.811">498 14,'-20'9,"-14"15,-6 16,2 18,5 17,9 16,12 13,13 9,15 4,10 1,7-3,0-6,-5-23</inkml:trace>
  <inkml:trace contextRef="#ctx0" brushRef="#br0" timeOffset="675.781">365 1,'2'0,"15"5,22 3,23 3,21 0,-3-3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11.5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0 405,'21'4,"17"2,17 2,12 2,2 2,-5 0,-10 2,-15-1,-13-1</inkml:trace>
  <inkml:trace contextRef="#ctx0" brushRef="#br0" timeOffset="295.424">40 659,'14'4,"17"2,19 0,17-1,15-2,5-3,-10-2</inkml:trace>
  <inkml:trace contextRef="#ctx0" brushRef="#br0" timeOffset="584.325">709 445,'-5'1,"1"0,-1 0,1 1,0-1,-1 1,1 0,0 0,0 0,0 1,1 0,-1-1,0 1,1 1,0-1,0 0,0 1,0-1,0 1,1 0,-1 0,1 0,0 0,1 1,-1-1,1 0,0 1,0-1,0 1,0-1,1 1,0 0,0-1,0 1,0-1,1 1,0-1,0 1,0-1,0 1,1-1,0 0,2 4,0 5,2-1,0 0,0 0,1-1,1 0,0 0,0-1,1 0,0 0,1-1,0 0,1-1,-1 0,2-1,-1 0,1 0,0-1,0-1,1 0,-1-1,1 0,0-1,0-1,0 0,1 0,-1-1,0-1,1 0,-1-1,0-1,1 0,-1-1,0 0,0-1,8-3,-10 0,0 1,0-1,-1-1,0 0,0-1,-1 0,0 0,-1 0,0-2,0 1,-1-1,0 0,-1 0,-1 0,1-1,-2 0,0 0,0-1,-1 1,-1-1,0 1,0-1,-2 0,1 0,-2 0,0 1,0-1,-1 0,0 1,-2-1,1 1,-1 0,-6-11,7 16,-1 0,0 0,0 1,-1-1,0 1,0 0,0 0,-1 1,1 0,-2 0,1 0,0 1,-1 0,0 0,0 0,0 1,0 0,0 0,-1 1,0 0,1 1,-1-1,0 1,1 1,-1 0,0 0,0 0,0 1,1 0,-1 0,0 1,1 0,-3 2,-2 1,0 1,0 1,1 1,-1-1,2 2,-1-1,1 1,1 1,0 0,0 0,1 1,0 0,1 1,0-1,1 1,0 1,1-1,0 1,1 0,1 0,0 0,0 0,2 1,-1-1,2 5,3 21</inkml:trace>
  <inkml:trace contextRef="#ctx0" brushRef="#br0" timeOffset="877.685">1043 164,'1'-18,"-1"0,-2 0,1 0,-2 0,0 1,-2-1,0-1,5 18,0 1,0-1,0 1,0-1,0 1,0 0,0-1,-1 1,1-1,0 1,0 0,0-1,0 1,-1-1,1 1,0 0,0-1,-1 1,1 0,0-1,0 1,-1 0,1 0,-1-1,1 1,0 0,-1 0,1-1,0 1,-1 0,1 0,-1 0,1 0,-1 0,1 0,0 0,-1 0,1 0,-1 0,1 0,-1 0,1 0,0 0,-1 0,1 0,-1 0,1 0,0 1,-1-1,1 0,-1 0,1 0,0 1,-1-1,1 0,0 1,-1-1,-13 25,3 13,1 1,2 0,2 0,1 1,1 27,2-42,-12 265,-13 135,18-360</inkml:trace>
  <inkml:trace contextRef="#ctx0" brushRef="#br0" timeOffset="1146.037">722 1234,'2'-5,"6"-1,7 0,14 0,10-1,8 3,5-2,-2-2,-7-1,-11 0</inkml:trace>
  <inkml:trace contextRef="#ctx0" brushRef="#br0" timeOffset="1410.328">896 17,'-2'-7,"8"0,14 4,18 4,14 7,-3 2</inkml:trace>
  <inkml:trace contextRef="#ctx0" brushRef="#br0" timeOffset="1671.638">1177 445,'25'-5,"0"-1,-1-1,0-1,0-1,0-1,-2-2,3-1,-14 7,0-1,0-1,0 0,-1 0,-1-1,1 0,-1-1,-1 0,0 0,0-1,-1 0,0-1,-1 1,2-6,-7 15,0 1,0-1,0 0,-1 1,1-1,0 0,-1 1,1-1,-1 0,0 0,0 0,1 1,-1-1,0 0,0 0,-1 0,1 1,0-1,-1 0,1 0,-1 1,1-1,-1 0,0 1,0-1,0 0,0 1,0-1,0 1,0 0,0-1,-1 1,1 0,0 0,-1-1,1 1,-1 0,0 1,1-1,-1 0,1 0,-1 1,0-1,0 1,0-1,1 1,-3 0,-1-1,-1 1,1 0,-1 1,1 0,-1-1,1 2,-1-1,1 0,0 1,0 0,0 1,0-1,0 1,0 0,1 0,-1 0,1 1,0-1,0 1,0 0,0 0,1 1,0-1,0 1,0 0,-2 4,-3 7,1 1,0-1,1 2,1-1,1 1,0-1,0 15,0 25,4 0,1 0,4-1,9 47,-4-31,-4 0,-1 42,-6-94,0 0,-1 0,-1 0,-1 0,-1 0,-1-1,0 0,-5 9,-9 9</inkml:trace>
  <inkml:trace contextRef="#ctx0" brushRef="#br0" timeOffset="1672.638">1364 819,'22'-13,"18"-8,12-1,14 2,11 2,7 1,-12 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0:26.7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0 696,'16'-7,"17"-6,16-9,16-7,17-7,13-7,13-4,8 1,1 0,-3 4,-11 5,-13 6,-18 8,-22 10,-30 13,-18 5</inkml:trace>
  <inkml:trace contextRef="#ctx0" brushRef="#br0" timeOffset="234.497">134 789,'14'0,"17"-4,21-9,21-11,21-11,15-10,12-7,1-1,-5 1,-12 3,-15 5,-24 10</inkml:trace>
  <inkml:trace contextRef="#ctx0" brushRef="#br0" timeOffset="516.195">910 1,'-7'7,"7"4,15 3,20 1,21-2,19-1,12 0,5 2,-3 6,-13 11,-20 14,-25 17,-32 20,-32 21,-31 16,-22 13,-17 8,8-21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19:19.63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1606 1305,'-18'-2,"8"-1,-1 1,1 0,-1 0,0 1,0 1,1 0,-1 0,0 1,1 0,-1 1,0 1,1-1,0 2,0-1,0 1,0 1,0 0,1 0,-7 6,5 0,1 1,0 0,0 1,1 0,1 1,1-1,-1 2,2-1,0 1,1 0,1 0,0 0,1 1,0 0,2-1,-1 1,2 0,0 0,1 0,3 12,-1-17,1-1,0 0,0 1,1-1,0-1,1 1,0-1,1 0,0 0,0-1,1 0,0 0,0-1,1 0,0-1,0 0,1 0,0 0,0-2,0 1,0-1,1-1,-1 1,1-2,0 0,0 0,0-1,0 0,0-1,0 0,0-1,0 0,0-1,0 0,0-1,0 0,-1 0,0-1,1-1,-1 0,-1 0,1-1,-1 0,8-7,-3 0,0 0,-1-1,-1 0,0-1,0-1,-2 0,0 0,-1-1,-1 0,0-1,-1 0,-1 0,-1 0,0-1,0-10,-5 20,0 0,0 0,0 0,-1 1,-1-1,0 0,0 1,0-1,-1 1,-1 0,1 0,-1 0,-1 0,1 1,-1-1,0 1,-1 1,0-1,0 1,0 0,-1 0,0 0,-5-2,0-1,0 2,-1-1,0 2,0 0,0 0,-1 1,0 1,0 0,0 1,-1 1,1 0,-1 1,1 0,-1 1,0 1,1 1,-1 0,1 0,0 2,0 0,0 0,0 1,1 1,0 0,0 1,0 1,6-3,-1 0,1 0,0 1,0 0,1 0,0 1,0 0,0 0,1 0,0 1,1-1,0 1,0 1,0-1,1 0,0 1,1 0,0-1,0 1,1 0,0 4,10 62,1-43</inkml:trace>
  <inkml:trace contextRef="#ctx0" brushRef="#br0" timeOffset="348.447">1565 985,'18'121,"-13"35,-6-1,-9 29,-1 77,10 28,1-266</inkml:trace>
  <inkml:trace contextRef="#ctx0" brushRef="#br0" timeOffset="635.687">1525 2215,'16'-5,"12"-3,6-3,4 0,0 3,-2 1,-5 4,-5 3,-5 2,-6 3,-6 3,-4-2,-3-7,-2-7,-1-8,0 0</inkml:trace>
  <inkml:trace contextRef="#ctx0" brushRef="#br0" timeOffset="1007.464">1499 1011,'-7'-2,"0"-1,3 0,8 3,9 4,10 1,9 2,7 0,3-2,-1-1,-3-1,-3-2,-8 0</inkml:trace>
  <inkml:trace contextRef="#ctx0" brushRef="#br0" timeOffset="2226.863">2701 864,'-15'7,"0"-1,0 2,1 0,0 1,1 0,-1 1,2 0,0 1,0 1,1 0,0 0,1 1,0 0,1 1,1 0,0 1,1-1,1 1,0 3,-10 35,3 2,2-1,2 2,3-1,2 1,3 26,-1-6,4 0,3 0,3-1,7 21,-9-66,1-1,2 1,1-1,1-1,1 0,2 0,1-1,0-1,2-1,2 0,19 21,14 3</inkml:trace>
  <inkml:trace contextRef="#ctx0" brushRef="#br0" timeOffset="3433.645">2915 1412,'8'4,"1"-1,-1 0,1-1,-1 0,1 0,0-1,0 0,0-1,0 0,0 0,-1-1,1 0,0 0,0-1,-1 0,1-1,-1 0,5-2,10-5,0-2,-1 0,0-1,-2-1,20-16,61-64,-96 88,0 0,0 0,-1-1,0 1,0-1,0 0,-1 0,0 0,0 0,-1-1,0 1,0-1,-1 1,0-1,-1 0,1-4,-2 6,0 1,0 0,0-1,-1 1,1 0,-1 0,-1 0,1 0,-1 0,1 1,-1-1,-1 1,-1-2,4 4,-1 0,1 1,-1-1,1 1,-1 0,0-1,0 1,0 0,1 0,-1 0,0 0,0 0,-1 0,1 1,0-1,0 1,0 0,0-1,0 1,-1 0,1 0,0 0,0 1,0-1,0 0,-1 1,1-1,0 1,0 0,0 0,0 0,0 0,-1 1,-5 6,1 0,-1 0,2 0,-1 1,1 0,0 1,1-1,0 1,1 0,0 0,0 1,1-1,1 1,0 0,0 0,0 7,1-11,-10 76,3-1,4 2,5 38,-1-73,16 643,-16-663</inkml:trace>
  <inkml:trace contextRef="#ctx0" brushRef="#br0" timeOffset="3818.923">3009 1787,'0'-1,"0"-1,0 1,1 0,-1 0,0-1,1 1,-1 0,0-1,1 1,0 0,-1 0,1 0,0 0,-1 0,1-1,0 1,0 1,0-1,0 0,0 0,0 0,0 0,0 1,0-1,0 0,1 1,-1-1,0 1,0-1,1 1,-1 0,0 0,1-1,-1 1,0 0,1 0,0 0,4-1,76-22,1 4,37-2,-55 9,140-17,-200 29,-3 0,0 0,-1 0,1 0,0 0,0-1,0 1,0 0,0-1,-1 0,1 1,0-1,0 0,-1 0,1 0,0 0,-1 0,1 0,-1 0,0-1,1 1,-1-1,1-6</inkml:trace>
  <inkml:trace contextRef="#ctx0" brushRef="#br0" timeOffset="6866.53">5589 1332,'-151'408,"116"-292,70-221,60-347,-92 437,-2 8,0 0,0 0,0 0,1 1,0-1,1 1,0-1,0 1,0 0,0 0,1 0,1-1,-2 6,0 1,-1-1,1 1,0 0,-1 0,1 0,0 0,0 0,-1 1,1-1,-1 1,1-1,0 1,-1 0,1 0,-1 0,0 1,1-1,-1 1,0-1,0 1,0 0,0-1,0 1,0 0,0 0,-1 1,1-1,-1 0,1 0,-1 1,0 0,16 25,-1 2,-2 0,-1 0,-1 1,-2 1,-1-1,-2 2,-1-1,-1 1,-2 0,-1 0,-2 21,22 153,-21-201,0 0,0 0,0 0,1 0,0 0,1 0,-1-1,1 1,0-1,0 0,2 1,4 3</inkml:trace>
  <inkml:trace contextRef="#ctx0" brushRef="#br0" timeOffset="7157.714">5415 1734,'19'-3,"14"-2,13-3,11-3,9-1,4-1,4-1,-10 2</inkml:trace>
  <inkml:trace contextRef="#ctx0" brushRef="#br0" timeOffset="5608.918">4306 1599,'18'0,"13"0,10 0,7 0,7 0,4 0,0 0,-3 0,-4 0,-6 0,-9 0,-9 0,-8-2,-8-1</inkml:trace>
  <inkml:trace contextRef="#ctx0" brushRef="#br0" timeOffset="5867.262">4546 1359,'0'18,"0"17,0 15,0 7,0 6,0 3,0 0,-2-5,-1-6,0-7,1-10,0-12</inkml:trace>
  <inkml:trace contextRef="#ctx0" brushRef="#br0" timeOffset="8084.026">6271 1599,'1'18,"-1"-6,-7-25,8 14,-1-1,0 1,1 0,-1 0,0 0,0 0,0 0,0-1,0 1,0 0,0 0,0 0,0 0,0 0,0-1,-1 1,1 0,0 0,-1 0,1-1,0 1,-1 0,1 0,-1-1,1 1,-1 0,0-1,1 1,-1-1,1 1,-1 0,0-1,0 0,1 1,-1-1,0 1,0-1,0 0,1 0,-1 1,0-1,0 0,0 0,0 0,1 0,-1 0,0 0,0 0,0 0,0 0,0-1,1 1,-1 0,0 0,0-1,0 1,0-1,1 2,1-1,-1 0,0 0,0 1,1-1,-1 0,0 0,1 1,-1-1,1 0,-1 0,0 0,1 0,-1 0,1 1,-1-1,0 0,1 0,-1 0,1 0,-1 0,0 0,1 0,-1 0,1 0,-1-1,0 1,1 0,-1 0,1 0,-1 0,0-1,1 1,-1 0,0 0,1-1,-1 1,0 0,0 0,1-1,-1 1,0 0,0-1,1 1,-1 0,0-1,0 1,0-1,0 1,1 0,-1-1,0 1,0-1,0 1,0 0,0-1,0 1,0-1,0 1,0 0,0-1,-1 1,1-1,4-28,-9 10,6 21</inkml:trace>
  <inkml:trace contextRef="#ctx0" brushRef="#br0" timeOffset="10140.216">6832 717,'14'-7,"13"-2,14 1,11 1,10 2,11 2,4 1,1 2,-7 0,-10 0,-14 0,-12 1,-10-1,-9 0</inkml:trace>
  <inkml:trace contextRef="#ctx0" brushRef="#br0" timeOffset="11247.484">8036 637,'15'5,"1"1,-1 1,-1 0,1 1,-1 0,0 1,-1 1,0 0,-1 1,0 0,-1 1,0 1,0-1,-1 2,16 29,-3 0,-1 1,-2 1,-1 1,-3 1,-2 1,-3 0,-1 0,-2 1,-3 0,-1 4,3 40,-4 0,-5 1,-3-1,-4 0,-5 0,-3-1,-5-1,-3-1,-5-1,-3-2,-4-1,-18 27,28-66,-2-2,-2-1,-30 32,71-86</inkml:trace>
  <inkml:trace contextRef="#ctx0" brushRef="#br0" timeOffset="12142.594">8905 1573,'2'2,"3"1,6 0,7-1,5 0,6-1,7-1,4 1,2-1,1-1,-1 4,-2-1,-6 1,-6 2,-6 2,-5 0,-4-1</inkml:trace>
  <inkml:trace contextRef="#ctx0" brushRef="#br0" timeOffset="12410.859">8971 1867,'14'9,"13"3,9 0,8-3,5-2,4-3,1-2,1-1,-2-1,-10-1</inkml:trace>
  <inkml:trace contextRef="#ctx0" brushRef="#br0" timeOffset="14710.891">11004 1439,'32'4,"1"-1,0-3,-1 0,1-2,0-2,-1 0,0-3,0 0,0-2,-1-2,0 0,-1-2,-1-2,8-5,-25 13,-2 0,1 0,-1-1,0 0,-1-1,0 0,0-1,-1 0,6-8,-11 13,0 0,-1 0,0 1,1-1,-1-1,-1 1,1 0,-1 0,0-1,0 1,-1 0,1-1,-1 1,0-1,-1 1,0-1,1 1,-2 0,1-1,0 1,-1 0,0 0,-3-5,2 6,1 0,-1 0,-1 0,1 0,-1 0,1 1,-1-1,0 1,0 0,0 0,-1 1,1-1,-1 1,1 0,-1 0,0 1,0-1,0 1,0 0,0 0,0 1,0-1,0 1,0 0,0 1,0-1,0 1,0 0,0 0,0 1,0-1,0 1,1 0,-1 1,1-1,-1 1,1 0,0 0,0 0,-1 2,-9 10,2 2,0-1,1 2,1 0,0 0,2 0,0 1,1 1,1-1,0 1,2 0,0 0,0 17,-5 67,5 0,4 1,4-1,17 93,0 23,-17-179,-1 0,-3 0,-1 0,-2 0,-2 0,-1 0,-6 13,10-48,-24 44,19-47</inkml:trace>
  <inkml:trace contextRef="#ctx0" brushRef="#br0" timeOffset="15008.166">11083 2107,'14'-11,"16"-8,18-4,18-2,15 1,10 0,3 1,-3 4,-10 3,-15 4,-15 2,-20 4,-17 1,-10-2,-7 1</inkml:trace>
  <inkml:trace contextRef="#ctx0" brushRef="#br0" timeOffset="13018.364">10041 1493,'-14'15,"2"1,0 0,1 1,1 0,0 1,2 0,-7 19,12-29,1 0,-1 0,2 0,-1 0,1 1,0-1,1 0,0 1,0-1,1 0,0 1,0-1,1 0,0 0,1 0,0 0,0 0,1 0,-1-1,2 1,3 3,0-2,0 1,1-1,0 0,1-1,0 0,0-1,1 0,0-1,0 0,0 0,1-1,0-1,0 0,7 1,8 2,0-2,0-1,1-1,0-2,-1 0,19-3,-36 2,1-1,-1 0,0 0,1-1,-1 0,0-1,0 0,0 0,-1-1,1-1,-1 0,0 0,0-1,0 0,-1 0,0-1,0 0,-1 0,0-1,0 0,-1 0,0-1,0 1,-1-2,0-3,-1 0,0 0,-1 0,0 0,-2 0,1-1,-1 1,-1-1,-1 1,0-1,0 1,-2 0,1 0,-2 0,0 0,0 0,-1 0,-1 1,0 0,0 0,-1 1,-1 0,0 0,-1 1,0 0,0 0,-1 1,0 0,-1 1,0 0,0 1,0 0,-1 0,0 1,-11-3,8 4,1 1,-1 0,0 1,0 0,0 2,-1-1,1 2,0 0,0 1,-1 0,-9 3,17-2,-1 0,1 1,-1 0,1 0,0 1,0 0,1 0,-1 0,1 1,0 1,0-1,1 1,-1 0,1 1,0-1,1 1,0 0,0 1,1-1,-4 7,2 2,0 0,1 1,1 0,1-1,0 1,1 0,1 1,0-1,1 0,1 0,1 0,1 0,0 0,1 0,0-1,2 1,0-1,1-1,6 13,9 7</inkml:trace>
  <inkml:trace contextRef="#ctx0" brushRef="#br0" timeOffset="13347.137">10362 1131,'-8'10,"1"-1,0 1,0 0,1 1,1 0,0 0,0 0,1 0,0 1,1-1,1 1,0 0,0 0,1 0,0 4,1-15,-11 125,6 1,6 21,-1-93,0 83,7 0,5 0,7 0,-16-120</inkml:trace>
  <inkml:trace contextRef="#ctx0" brushRef="#br0" timeOffset="13626.403">10242 2442,'15'0,"13"0,6 0,4-2,0-1,-2 0,-3-2,-1 0,-6-1,-5 0</inkml:trace>
  <inkml:trace contextRef="#ctx0" brushRef="#br0" timeOffset="13831.864">10201 1131,'-7'-11,"1"-2,5 4,12 6,13 3,14 2,12 0,11 0,7-2,-9-2</inkml:trace>
  <inkml:trace contextRef="#ctx0" brushRef="#br0" timeOffset="8705.362">7153 1373,'-20'-3,"-1"1,1 1,-1 1,0 1,1 1,-1 1,1 0,0 2,0 0,-8 4,18-5,1-1,0 1,0 1,0 0,1 0,-1 1,1 0,1 0,-1 1,1 0,0 0,0 1,1-1,0 2,1-1,0 1,0-1,0 1,1 1,1-1,0 1,0 1,-1 0,1 0,1 0,0 0,0 0,1 0,1 1,-1-1,2 0,0 1,0-1,1 0,1 0,0 0,0 0,1-1,0 1,1-1,0 0,1 0,0 0,0-1,1 0,0 0,1-1,0 0,0 0,1-1,0 0,0 0,1-1,-1-1,1 1,1-1,2-1,0 0,0-1,0-1,0 0,0-1,1 0,-1-1,0 0,0-1,1-1,-1 0,0 0,0-2,0 0,-1 0,0-1,1 0,-2-1,1-1,-1 0,0 0,0-1,-1-1,0 0,0 0,-1-1,0 0,-1 0,0-1,-1 0,0 0,-1-1,0 0,2-7,-3 3,-1 0,-1-1,0 1,-1-1,-1 1,-1-1,0 0,-1 0,-1 1,0-1,-1 1,-1-1,-1 1,-3-8,4 13,0 1,-1 0,-1 0,1 1,-1 0,-1 0,0 0,0 0,-1 1,1 1,-2-1,1 1,-1 1,0-1,-1 1,0 1,1 0,-2 0,1 1,0 1,-1 0,-3-1,5 3,1-1,0 2,-1-1,1 1,-1 1,1 0,0 0,-1 0,1 1,0 0,0 1,0 0,0 0,1 0,-1 1,1 1,0-1,0 1,0 0,1 0,0 1,0 0,0 0,1 1,-4 5,-5 7,1 1,1 1,1 0,1 1,0 0,2 1,1 0,-2 12,3-15,1-1,1 1,1 0,1 1,1-1,0 0,2 1,0-1,1 0,1 0,-1-14,0-1,0 0,0 0,0 0,1-1,0 1,0-1,0 1,0-1,1 0,0 0,1 0,17 13</inkml:trace>
  <inkml:trace contextRef="#ctx0" brushRef="#br0" timeOffset="9030.647">7113 1079,'0'-1,"-1"1,1-1,0 0,-1 1,1-1,0 1,-1-1,1 1,-1 0,1-1,-1 1,1-1,-1 1,1 0,-1-1,0 1,1 0,-1 0,1-1,-1 1,0 0,1 0,-1 0,0 0,1 0,-1 0,0 0,1 0,-1 0,0 0,1 0,-1 0,1 1,-1-1,0 0,1 0,-1 1,1-1,-1 0,1 1,-1-1,1 1,-1-1,1 1,-1-1,1 0,-1 1,1 0,0-1,-1 1,1-1,0 1,0-1,-1 2,-9 40,9-37,-41 420,21-230,9 1,8 0,11 43,-5-213,-1-8</inkml:trace>
  <inkml:trace contextRef="#ctx0" brushRef="#br0" timeOffset="9295.202">6886 2468,'18'0,"13"0,8 0,2 0,1-2,-3-1,-5-2,-6 0,-8 0</inkml:trace>
  <inkml:trace contextRef="#ctx0" brushRef="#br0" timeOffset="9729.145">6873 1038,'9'0,"12"3,12-1,9 1,6 0,5-2,2 0,-4-2,-6-2,-10 0</inkml:trace>
  <inkml:trace contextRef="#ctx0" brushRef="#br1" timeOffset="77113.931">670 4073,'-8'2,"0"1,0-1,1 2,-1-1,1 1,0 0,0 0,0 1,0 0,1 1,0-1,0 1,0 0,1 0,0 1,0 0,1 0,-1 0,2 0,-1 1,1-1,0 1,1 0,-1 0,1 4,-1-1,0 1,1-1,0 0,1 1,0 0,1-1,0 1,1 0,0-1,1 1,0-1,1 0,1 1,-1-1,2 0,-1-1,2 1,-1-1,1 0,1-1,0 1,0-1,1 0,0-1,0 0,1 0,9 3,1-1,0-1,0 0,1-1,0-1,1-1,-1-1,1-1,0-1,0-1,0 0,1-2,-1 0,0-1,0-2,5-1,-16 3,0-1,-1-1,1 0,-1 0,0 0,0-1,0-1,0 1,-1-2,0 1,0-1,0 0,-1-1,1 0,-2 0,1 0,-1-1,0 0,-1 0,0-1,0 1,-1-1,0 0,3-9,-1-2,-1 0,-1-1,-1 1,-1-1,0 1,-2-1,0 0,-2 0,0 1,-1-1,-1 1,-1 0,-1 0,0 0,-2 1,0 0,1 7,0 1,-1-1,0 2,-1-1,0 1,0 0,-1 1,-1 0,1 1,-1 0,-1 1,1 0,-1 0,-1 2,1-1,-1 2,0-1,0 2,0 0,0 0,-1 1,1 1,-1 0,1 1,-1 1,1 0,-1 0,1 2,0 0,-1 0,1 1,1 0,-11 6,12-3,-1 1,1 1,1-1,0 2,0-1,1 2,0-1,1 1,0 0,0 1,1 0,1 0,0 0,1 1,0 0,0 5,-5 19,2 0,1 0,2 0,1 1,2 11,1 3</inkml:trace>
  <inkml:trace contextRef="#ctx0" brushRef="#br1" timeOffset="77469.252">857 3752,'-8'11,"-17"264,4-24,10 1,16 129,-2-335</inkml:trace>
  <inkml:trace contextRef="#ctx0" brushRef="#br1" timeOffset="77757.6">776 5062,'2'0,"6"0,3-2,7-1,7-2,7-3,1 0,3 0,-1 0,-1 3,-4 1,-6 1,-6 2</inkml:trace>
  <inkml:trace contextRef="#ctx0" brushRef="#br1" timeOffset="78035.711">763 3738,'-7'-2,"0"-1,9 0,14 1,17-2,11 0,10-1,2-1,-1 1,-6 2,-11 1</inkml:trace>
  <inkml:trace contextRef="#ctx0" brushRef="#br1" timeOffset="78912.655">1592 4260,'13'0,"12"0,11 0,8 0,7-2,8-1,4 0,1-2,-1 1,-5 0,-8 1,-10 1,-9 1,-10 1</inkml:trace>
  <inkml:trace contextRef="#ctx0" brushRef="#br1" timeOffset="79174.944">1913 3966,'-9'2,"-1"6,4 10,4 11,6 15,4 13,1 12,-1 12,-3 4,-3 2,-3-4,-1-17</inkml:trace>
  <inkml:trace contextRef="#ctx0" brushRef="#br1" timeOffset="81072.215">4199 3659,'-17'4,"0"1,0 2,1-1,0 2,1 0,-1 1,2 0,-1 1,1 1,1 0,0 1,0 0,2 1,-1 1,2 0,0 0,0 1,0 3,-5 16,2 0,1 0,2 1,2 1,1 0,1 0,2 0,2 0,1 1,2-1,3 12,-2-21,0-2,2 1,2 0,0-1,1 0,2 0,0-1,2 0,0 0,2-2,1 1,0-2,2 0,0 0,1-2,1 0,1-1,1-1,0 0,15 7,10 2</inkml:trace>
  <inkml:trace contextRef="#ctx0" brushRef="#br1" timeOffset="83511.372">6712 5075,'7'3,"6"0,9-1,7 1,7-4,5-5,2-5,-4-2,-9 1</inkml:trace>
  <inkml:trace contextRef="#ctx0" brushRef="#br1" timeOffset="84630.604">6190 3485,'-4'2,"0"1,8 2,13 0,14 0,18-2,19-1,18-1,18 0,8-3,5-1,-1-2,-5-3,-11 0,-16 0,-17 0,-17 2,-19 2</inkml:trace>
  <inkml:trace contextRef="#ctx0" brushRef="#br1" timeOffset="85213.558">7768 3391,'43'44,"-3"1,-1 2,-2 2,-3 2,-2 1,-2 1,-2 1,-3 2,-3 1,10 39,-23-44,-3 1,-2 0,-2 0,-3 0,-1 0,-4 0,-1 0,-3-1,-2 0,-3-1,-1 0,-3-2,-2 0,-2-1,-2-1,-2-1,-2-2,-2-1,-35 37,-40 26,75-85,31-21,0 0,0-1,1 1,-1 0,0-1,0 1,1 0,-1-1,0 1,0-1,0 1,1 0,-1-1,0 1,0-1,0 1,0 0,0-1,0 1,0-1,0 1,0-1,0 1,0-1,0 1,-1 0,1-1,0 1,0-1,0 1,-1 0,1-1,0 1,0 0,-1-1,1 1,0 0,-1-1,1 1,0 0,-1 0,1-1,0 1,-1 0,1 0,-1 0,1-1,0 1,-1 0,1 0,-1 0,1 0,0 0,-1 0,1 0,-1 0,1 0,-1 0,21-32,6-4</inkml:trace>
  <inkml:trace contextRef="#ctx0" brushRef="#br1" timeOffset="83093.761">6686 4019,'-13'0,"0"0,0 1,0 1,0 0,1 0,-1 1,1 1,0 0,0 1,0 0,0 1,1 0,0 0,0 2,1-1,0 1,0 1,1 0,0 0,1 1,0 0,-1 1,2-2,1 0,0 0,0 0,1 1,0 0,0 0,1 1,1-1,0 1,0-1,1 1,0 0,1 0,0 0,1 0,0 1,1-1,0 0,1 0,0-1,1 1,0 0,1-1,0 1,5 9,-1-8,2-1,-1 1,1-2,1 1,0-1,0-1,1 0,0-1,1 0,0-1,0 0,0-1,1 0,8 2,9 1,1-1,-1-1,1-2,0-1,0-2,7 0,-17-2,-1-1,0 0,1-2,-1 0,0-2,-1 0,6-3,-18 5,0 0,0 0,-1-1,1 0,-1 0,0-1,-1 0,1 0,-1-1,0 1,0-2,0 1,-1 0,0-1,-1 0,1 0,-1-1,-1 1,3-7,-3-1,0 0,-2 0,0 0,0 0,-2 0,0 0,0-1,-2 1,0 1,0-1,-1 0,-1 1,-1 0,0 0,-1 1,0-1,-1 1,0 1,-1-1,-1 2,0-1,0 1,-7-4,8 6,0 0,-1 1,0 1,-1-1,1 2,-2 0,1 0,0 1,-1 0,0 1,0 0,-1 1,1 0,0 1,-1 0,0 1,1 1,-1 0,0 1,1 0,-1 1,1 0,-1 1,1 0,0 1,0 1,-1 0,-2 3,1 0,-1 1,2 0,-1 1,1 1,1 0,0 1,0 0,2 1,-1 0,1 1,1 0,1 0,0 1,1 0,0 0,1 1,1 0,1 0,0 0,-1 13,4-23,1 0,0 0,0 1,1-1,0 0,0 1,0-1,1 0,0 0,0 0,0 0,1-1,0 1,0-1,1 1,-1-1,1 0,0 0,0-1,1 1,0-1,-1 0,6 3,28 15</inkml:trace>
  <inkml:trace contextRef="#ctx0" brushRef="#br1" timeOffset="83329.858">6873 3818,'-16'-11,"-8"1,-4 8,1 17,2 19,5 22,7 19,5 16,6 10,8 6,6 1,2-2,0-3,-4-8,-2-9,-4-18</inkml:trace>
  <inkml:trace contextRef="#ctx0" brushRef="#br1" timeOffset="83804.883">6445 3832,'5'3,"10"2,11 1,16-1,12-1,10-2,5 0,-1-1,-13-1</inkml:trace>
  <inkml:trace contextRef="#ctx0" brushRef="#br1" timeOffset="81580.587">4707 3966,'-5'23,"-1"18,0 17,2 11,-2 6,1-3,1-7,1-11,2-11,-2-16,-1-12</inkml:trace>
  <inkml:trace contextRef="#ctx0" brushRef="#br1" timeOffset="82053.911">4626 3966,'0'-17,"-1"13,0 0,0 1,0-1,1 0,0 0,0 0,0 1,0-1,0 0,1 0,-1 0,1 1,0-1,0 0,1 1,-1-1,1 1,0-1,0 1,0 0,0 0,0 0,1 0,0 0,-1 0,1 1,0-1,0 1,0 0,1 0,-1 0,0 0,1 0,1 0,4 2,0-1,0 1,0 1,-1-1,1 2,0-1,0 1,-1 0,1 1,-1 0,0 1,0-1,0 1,0 1,-1 0,1 0,-1 0,-1 1,1 0,-1 0,0 1,0-1,-1 2,3 3,-5-6,-1 1,1-1,-1 1,0 0,-1 0,0 0,0 0,0 0,0 0,-1 0,0 0,0 0,-1 0,0 0,0 0,0 0,-1 0,0 0,0 0,0-1,-1 1,1-1,-1 0,-1 1,1-2,-1 2,-10 12,0-1,-1-1,-1 0,0-1,-1 0,-10 5,24-18,4-1,-1-1,0 0,1 0,-1 0,0 1,1-1,-1 0,0 0,1 1,-1-1,0 0,0 0,1 1,-1-1,0 1,0-1,0 0,1 1,-1-1,0 0,0 1,0-1,0 1,0-1,0 0,0 1,0-1,0 1,0-1,0 0,0 1,0-1,0 1,0-1,0 0,0 1,-1-1,1 0,0 1,0-1,0 1,-1-1,1 0,0 0,0 1,-1-1,1 0,0 1,-1-1,1 0,0 0,-1 0,1 1,0-1,-1 0,1 0,-1 0,1 0,0 0,-1 0,1 0,-1 0,1 0,0 0,-1 0,1 0,-1 0,1 0,156 16,-145-12,1 0,-1 1,0 1,0 0,0 0,-1 1,0 0,0 1,-1 0,0 0,0 1,-1 1,0-1,-1 1,-3-5,0 1,-1-1,0 1,0 0,-1-1,0 1,0 0,0 1,0-1,-1 0,0 0,-1 1,1-1,-1 0,0 1,-1-1,1 0,-1 1,-1-1,1 0,-1 0,0 0,-1 0,1 0,-1 0,0-1,-4 5,1 0,-1-1,0-1,-1 0,0 0,0 0,-1-1,0 0,0 0,0-1,-1-1,0 0,0 0,-1-1,1 0,-1 0,0-1,0-1,0 0,-5 0,14-2,1 0,-1 0,1 0,-1 0,1 0,0 0,-1 0,1-1,-1 1,1 0,0-1,-1 1,1-1,0 0,0 1,-1-1,1 0,0 0,0 0,0 0,0 0,0 0,0 0,0 0,0 0,0 0,1-1,-1 1,1 0,-1-1,0 1,1 0,0-1,-1 1,1-1,0 1,0 0,0-1,0 1,0-2,4-16</inkml:trace>
  <inkml:trace contextRef="#ctx0" brushRef="#br1" timeOffset="82346.506">5188 4327,'14'-3,"13"0,14-2,13-2,11-1,9 0,2-2,1 1,-5 2,-10 3,-12 1,-16 1</inkml:trace>
  <inkml:trace contextRef="#ctx0" brushRef="#br1" timeOffset="82642.709">5669 4019,'-9'16,"-3"17,0 14,3 12,5 8,5 4,5-2,6-2,6-7,-1-13</inkml:trace>
  <inkml:trace contextRef="#ctx0" brushRef="#br1" timeOffset="80361.545">2849 4153,'12'6,"0"-1,0 0,1 0,0-1,0-1,0 0,1-1,-1 0,1-1,-1-1,1 0,-1-1,1 0,-1-1,0-1,3-1,8-2,-1-2,1-1,-2 0,1-2,-2-1,1 0,-2-2,9-7,-18 13,-1-1,1-1,-2 0,1 0,-1-1,-1 0,0-1,-1 1,2-4,-7 10,1 1,-1-1,0 0,-1 0,1 0,-1 0,0-1,0 1,0 0,-1 0,0-1,0 1,0 0,-1-1,1 1,-1 0,-1 0,1 0,-1 0,0 0,0 0,0 0,-1 1,1-1,-2 0,2 2,0 0,-1 1,1-1,-1 1,0-1,1 1,-1 0,0 0,0 1,0-1,-1 1,1-1,0 1,0 0,-1 0,1 0,-1 1,1-1,-1 1,1 0,-1 0,1 0,-1 0,1 1,-1-1,1 1,-1 0,1 0,0 0,0 1,-1-1,1 1,0-1,0 1,0 0,1 0,-1 1,0-1,1 1,-1-1,1 1,0 0,0 0,0 0,0 0,1 0,-1 0,-5 15,0 0,2 1,0 0,1 0,1 0,0 0,2 0,0 1,2 13,-2-10,4 144,22 141,1 34,-24-325,-1-1,-1 1,-1-1,0 1,-1-1,-1 0,-1 0,0 0,-6 14,0-13</inkml:trace>
  <inkml:trace contextRef="#ctx0" brushRef="#br1" timeOffset="80632.348">3076 4541,'-14'-9,"-6"-3,0-2,7 2,14 0,15-2,16-4,17-4,15-5,14-1,8-3,4 2,-13 5</inkml:trace>
  <inkml:trace contextRef="#ctx0" brushRef="#br1" timeOffset="90827.272">8757 4193,'16'-2,"17"-3,13-4,12-1,6 0,1 2,-3 5,-7 5,-9 6,-12 10,-12 1</inkml:trace>
  <inkml:trace contextRef="#ctx0" brushRef="#br1" timeOffset="91080.619">8824 4541,'25'2,"20"1,18 0,16-1,13-2,10-2,2-3,0 0,-17 1</inkml:trace>
  <inkml:trace contextRef="#ctx0" brushRef="#br1" timeOffset="94532.37">13744 4300,'-14'9,"-15"6,-4-1</inkml:trace>
  <inkml:trace contextRef="#ctx0" brushRef="#br1" timeOffset="93992.8">12500 4166,'37'-2,"0"-2,0-2,-1-1,0-2,0-1,-1-2,0-2,-1-1,5-4,-18 10,0 0,-1-1,-1-1,1-1,-2-1,0-1,0 0,-2-1,0-1,0-1,-2 0,0-1,-1 0,0-1,2-8,-13 24,0-1,0 0,-1 0,1 0,-1 0,0 0,0 0,0 0,-1 0,0-1,1 1,-1 0,-1 0,1 0,-1-1,1 1,-1 0,0 0,-1 0,1 0,-1 0,0 0,0 1,0-1,0 0,0 1,-1 0,0-1,0 1,0 0,0 1,0-1,0 0,-1 1,1 0,-1 0,-3-2,2 2,-1 1,0-1,0 1,0 0,0 0,0 1,0 0,0 0,0 0,0 1,0-1,1 2,-1-1,0 1,0-1,1 2,-1-1,1 1,-1-1,1 1,0 1,0-1,0 1,-3 3,-1 1,1 0,1 0,0 0,0 1,0 0,1 0,0 1,1 0,0 0,1 0,-1 2,-4 28,1 0,2 1,2-1,2 1,1 0,3 0,3 26,-4-57,6 104,5 49,-8 1,-14 132,1-222,6-57</inkml:trace>
  <inkml:trace contextRef="#ctx0" brushRef="#br1" timeOffset="94261.087">12714 4567,'5'-4,"10"-5,12-2,13-4,10-4,12-3,5-3,1-1,-2 1,-8 3,-9 5,-12 5</inkml:trace>
  <inkml:trace contextRef="#ctx0" brushRef="#br1" timeOffset="93224.718">11431 4234,'21'0,"15"0,11-3,7 0,3 0,-2 1,-2 0,-7 1,-6 0,-5 1,-9 0</inkml:trace>
  <inkml:trace contextRef="#ctx0" brushRef="#br1" timeOffset="93488.971">11712 3979,'-2'14,"-1"11,2 10,4 11,1 7,3 5,1 2,1-2,0-4,1-9,-1-13</inkml:trace>
  <inkml:trace contextRef="#ctx0" brushRef="#br1" timeOffset="91522.041">10388 4060,'-17'14,"0"0,0 2,1 0,1 0,1 2,1 0,0 0,-8 17,16-25,0 0,1 0,0 0,1 0,0 1,0-1,1 1,1 0,0 0,0 0,1 0,0-1,1 1,0 0,1 0,0-1,1 1,4 10,-1-7,1-1,1 1,0-1,0-1,2 1,0-1,0-1,1 0,0 0,1-1,0-1,0 0,1-1,0 0,1-1,0 0,0-1,4 0,-6-1,0-1,0-1,1 0,-1-1,1 0,0-1,-1 0,1-1,0-1,0 0,-1 0,1-2,-1 1,1-2,-1 1,0-2,-1 1,1-2,-1 0,0 0,0-1,1-1,0-3,-1 0,0-1,-1 0,0 0,-1-1,-1-1,0 0,0 0,-2 0,1-1,-2 0,0 0,-1 0,-1-1,0 1,-1-1,0 0,-1 0,-1 0,-1 0,0 0,-2 1,1-1,-2 0,0 1,-1 0,0 0,-1 0,-1 1,0 0,-1 0,0 0,-2 1,1 1,-1-1,-1 2,0-1,-1 2,0-1,-1 2,0 0,-4-2,2 3,0 1,0 1,0 1,-1 0,0 1,0 0,0 1,0 1,0 1,0 0,-1 1,1 1,0 1,-1 0,1 1,0 1,1 0,-1 1,1 1,0 0,0 1,0 0,1 2,0 0,1 0,0 1,1 1,0 0,0 0,1 1,1 1,0 0,-6 11,8-8,1 1,0-1,2 1,0 0,0 1,2-1,0 1,1-1,1 1,1 0,0 0,2 8,0-15,-1 1,2-1,-1 1,2-1,-1 0,1 0,1-1,0 1,1-1,0 0,0-1,1 1,0-1,1 0,0-1,0 0,1 0,0-1,4 3,28 13</inkml:trace>
  <inkml:trace contextRef="#ctx0" brushRef="#br1" timeOffset="91808.681">10643 3685,'-7'0,"-2"9,0 14,2 18,2 17,2 16,1 18,-1 12,-2 12,-3 6,0 1,2-2,-1-9,1-9,1-13,2-15,1-20</inkml:trace>
  <inkml:trace contextRef="#ctx0" brushRef="#br1" timeOffset="92070.191">10482 5129,'7'4,"7"2,7 0,5-4,6-4,3-4,0-3,-3-3,-5-1,-7-1,-7 2</inkml:trace>
  <inkml:trace contextRef="#ctx0" brushRef="#br1" timeOffset="92332.526">10495 3779,'-9'-11,"-1"-5,6 2,11 0,10 3,12 2,10 4,8 2,2 2,-3 1,-8 1</inkml:trace>
  <inkml:trace contextRef="#ctx0" brushRef="#br1" timeOffset="108941.326">28 3271,'-1'0,"0"1,0-1,0 1,0 0,0 0,1 0,-1-1,0 1,0 0,1 0,-1 0,0 0,1 0,-1 0,1 0,-1 1,1-1,0 0,-1 0,1 0,0 0,0 0,0 1,0-1,0 0,0 0,0 0,0 1,1-1,-1 0,1 1,-2-1,-11 375,22 159,1-255,-19 162,-5-228,10 48,8-209,2 0,3 0,11 38,9 44,-29-129,-1-3,0 0,0 0,0 0,0 0,0 0,1 0,-1 0,1 0,0 0,0 0,0 0,0-1,1 1,-1 0,1-1,-1 1,1-1,0 0,0 1,0-1,0 0,0 0,1 0,-1 0,1-1,-1 1,1-1,0 1,-1-1,1 0,0 0,0 0,0-1,0 1,0-1,4 0,0-1,0 0,0-1,0 0,-1 0,1 0,0-1,-1 0,0-1,3-1,23-10,2 5,-1 2,1 1,0 2,0 1,1 2,-1 1,1 2,4 2,24-2,766 8,-82-19,256-4,-670 16,-234-2,801 13,-44 2,55 11,521 44,-608-45,115 37,-291-9,122-6,-43-35,-471-14,687 2,-349-28,-8 2,-511 23,-1-4,0-3,19-7,-88 16,-1 1,1 0,-1-1,0 1,0-1,0 0,0 0,0-1,0 1,0-1,0 0,0 0,-1 0,1 0,-1-1,1 1,-1-1,0 0,0 0,0 0,-1-1,1 1,-1-1,0 1,0-1,0 0,1-3,16-205,14-192,-33 229,-14-92,-12-314,26-34,1 264,0 326,0 18,0 0,-1 0,0-1,-1 1,1 0,-1 0,-1 0,1 0,-1 0,-2-4,0 7,-1-1,0 1,0 0,0 1,-1-1,1 1,-1 0,0 0,0 1,0-1,0 2,0-1,0 0,-1 1,1 0,-6 1,9-1,-74-8,0 3,-1 4,-25 4,12-1,-704-1,477 15,-67 22,59-9,-204-14,-669-16,615-6,482 12,-112 3,0-9,-23-12,-190-45,257 33,82 11,0 3,-16 4,-57-3,-87-21,157 19,-185-24,124 14,-118 0,114 12,-474-12,165-26,299 35,0 7,-53 8,83 1,-454 11,456-12,-417 11,-29 3,302 0,-112 27,276-28,-267 35,-34 10,274-50,-119-9,111-2,-321 2,450-1,-1-2,0 0,1-1,0-1,0-1,0 0,-3-3,-222-71,244 80,0-1,0 0,0 1,0 0,0-1,0 1,0 0,0-1,0 1,0 0,0 0,0 0,0 0,0 0,0 0,0 0,0 0,0 0,0 0,0 1,0-1,0 0,0 1,0-1,0 1,0-1,0 1,0 0,0-1,1 1,-1 0,0-1,0 1,1 0,-1 0,0 0,1 0,-1 0,1 0,-1-1,1 1,0 0,-1 0,1 1,0-1,0 0,0 0,0 0,0 0,0 0,0 0,0 0,0 0,0 0,0 0,1 1,-20 93,4-34</inkml:trace>
  <inkml:trace contextRef="#ctx0" brushRef="#br1" timeOffset="117612.852">629 824,'39'1047,"11"-502,-31-438,-11-99,-6-25,-4-28,-1 1,-3-1,-2 1,-7-20,9 34,-74-305,25 120,10-2,-2-90,37 206,5 0,4-1,9-69,-6 155,-3 10,1 0,0 0,1-1,-1 1,1 0,0 0,1 0,-1 0,1 0,0 0,1 1,0-1,0 1,0-1,0 1,1 0,0 0,0 0,0 1,0-1,1 1,3-2,7 1,0 2,1-1,0 2,0 0,-1 1,1 0,1 1,3 0,487 4,84-3,253-64,-321 31,857-72,-838 36,-60 6,146 13,387 36,392-100,-253 88,-1076 25,384-7,480 8,-808 7,-1 6,0 7,-1 4,94 34,50 24,-268-80,0 0,0 0,-1 1,0 0,1 0,-1 1,-1 0,1 0,-1 1,0-1,0 1,0 1,-1-1,0 1,-1 0,1 0,-1 0,0 1,-1-1,0 2,60 217,-39-111,-6 1,-4 1,-5 12,-9-127,27 787,-23-560,9 265,-6-286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2:34.7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25456 645,'0'-1,"0"1,0-1,0 1,0-1,0 1,-1-1,1 1,0-1,0 1,0 0,-1-1,1 1,0-1,-1 1,1 0,0-1,-1 1,1 0,0-1,-1 1,1 0,-1-1,1 1,0 0,-1 0,1 0,-1 0,1-1,-1 1,1 0,-1 0,1 0,-1 0,1 0,-1 0,1 0,-1 0,1 0,-1 0,1 0,-1 0,1 1,0-1,-1 0,1 0,-1 0,1 1,-1-1,1 0,0 1,-1-1,1 0,0 1,-1-1,1 0,0 1,-1-1,1 1,0-1,0 0,-1 1,1-1,0 1,0-1,0 1,0-1,0 1,0-1,0 1,0 0,-11 37,11-37,-25 179,13-88,5 1,3 33,13 155,4 164,-7-305,-6-93,3 1,1-1,7 27,37 39,-17-52,-15-26,3-1,0 0,2-2,10 10,1 1,-17-18,2-1,1 0,0-1,2-1,1-1,0-1,2 0,0-2,1-1,1-1,0-1,11 4,37 9,2-3,58 10,-62-24,1-4,-1-2,1-4,42-5,11-5,0-6,58-17,-119 16,0-4,-2-2,52-26,-54 18,-2-3,-1-2,-1-3,-1-3,92-62,-104 74,-2-2,-1-2,-2-2,-1-1,-2-2,-1-2,26-41,128-214,-172 271,-2-1,-1 0,0-1,-2-1,-1 0,-2 0,0-1,-2 0,1-13,9-76,4 2,7-7,-4-75,-20 145,2-298,-8 327,0 0,-1 1,-1-1,-2 1,0 0,-1 0,-11-20,10 21,2 7,-1-1,-1 1,-1 1,0 0,0 0,-1 1,-6-5,-35-43,39 47,1 0,-2 0,0 2,0-1,-1 2,0 0,-1 1,0 0,-15-5,-20-13,9 6,-1 1,-1 2,0 2,-1 1,-5 2,-39-8,-2 3,0 5,0 3,-14 4,-154-7,-5-1,243 13,-43 0,1 2,0 3,-43 9,-184 60,33-12,176-27,0 3,3 4,-69 49,134-79,-1 0,2 1,0 1,0 0,1 0,1 1,-4 7,-31 39,35-48,0 1,1-1,1 1,0 1,1 0,0 0,1 0,-2 11,-40 126,35-141,4-12</inkml:trace>
  <inkml:trace contextRef="#ctx0" brushRef="#br0" timeOffset="-19732.433">1366 2530,'-151'-25,"143"26,0 0,-1 1,1 1,0-1,0 1,0 0,1 1,-1 0,1 0,0 1,0 0,0 0,1 1,-5 4,-5 3,-50 36,3 4,2 1,2 4,3 2,3 3,2 1,3 3,1 7,-177 358,176-330,5 3,5 1,4 2,-6 51,-11 67,11 3,9 2,2 172,46 400,-11-673,7-1,5 0,6-1,5-1,15 27,-24-87,3-1,3-1,3-1,3-2,2-1,3-1,29 33,-15-26,2-2,4-2,2-3,3-3,3-2,10 3,9 0,2-4,3-4,2-4,1-4,3-4,2-3,-40-20,0-2,0-2,1-3,1-3,-1-2,1-2,-1-4,13-3,113-19,-72 8,0 5,20 4,-50 7,-1-4,78-14,12-13,2 8,173-2,-279 23,0-3,-1-3,0-3,20-7,168-30,-244 48,0-1,0 0,0 0,-1-1,1-1,-1 1,0-2,0 1,0-1,0 0,-1-1,0 0,0 0,0-1,-1 0,0 0,0-2,150-228,-138 202,-2-2,-1 0,-2 0,-1-1,-3-1,-1 0,-1 0,-3-4,13-64,1-2,-5-1,-1-66,-14-70,-12 101,13 81,-10-126,-3 118,4 0,3-1,3 0,4 0,2 0,9-38,-3 58,3-11,-3 1,-3-1,-2-36,-11-53,1 36,9-102,19-145,-32-73,-26-72,30 451,-2 0,-3 0,-3 1,-10-25,16 49,-2 1,-1 1,-2-1,-1 2,-1 0,-2 1,-1 0,-1 2,-1 0,-1 1,-2 1,0 1,-10-6,-270-160,253 159,-2 1,0 3,-2 2,-1 3,-18-4,-340-79,325 84,-1 4,0 3,-1 5,-65 2,-342-19,423 24,0 4,1 2,0 4,0 2,0 4,2 3,-36 15,11 11,3 4,2 4,2 4,2 4,19-15,-165 116,162-108</inkml:trace>
  <inkml:trace contextRef="#ctx0" brushRef="#br0" timeOffset="-14783.682">2128 3226,'-71'-6,"58"3,0 2,0-1,0 2,-1 0,1 0,0 1,0 1,0 0,-1 2,-6 4,1 1,1 1,0 1,0 1,1 0,0 1,1 1,1 1,0 0,1 1,-7 10,13-14,-1 0,2 0,0 1,0 0,1 0,0 0,1 1,1 0,0 0,1 0,1 0,0 2,-1 179,5-122,-1 18,-2 19,6-1,4 0,8 22,3-30,-6 1,-4 1,-3 17,9 224,8-20,-23-241,4 1,14 74,-6-71,20 88,-29-166,1 0,-1 0,2-1,-1 1,1-1,1-1,-1 1,1-1,1 0,-1-1,1 0,5 4,38 35,-49-43,0 1,1-1,-1 1,1-1,0 0,0 0,0 0,0 0,0 0,0-1,0 1,1-1,-1 0,0 0,1 0,-1-1,1 1,-1-1,1 0,-1 0,4 0,14 0,-10-1,0 0,0 1,0 1,0 0,-1 0,1 1,0 1,-1 0,7 3,-4-1,0-1,0 0,0 0,1-1,-1-1,1-1,0 1,-1-2,10 0,82 20,-58-6,-25-11,1 0,-1-1,1-2,-1 0,1-1,2-1,-19 0,0 0,1-1,-1 1,0-1,-1 0,1-1,-1 1,1-1,-1 0,0-1,0 1,-1-1,3-2,8-8,-5 7,-1 0,0-1,-1 0,0 0,0-1,-1 0,0-1,-1 1,0-1,-1 0,0-1,-1 1,0-1,-1 0,0 0,-1 0,0-1,0-5,-46-279,21 46,21-28,2-5,26-23,-40 68,1 74,0-104,11 232,-2 0,-1 0,-2 1,-3-3,6 21,-63-196,13 62,48 127,-2 0,-1 0,-1 1,-1 0,-6-8,13 24,0-1,-1 0,1 1,-1-1,-1 1,1-1,-1 2,-1-1,0 1,0 0,0 0,-1 1,0 0,0 0,0 1,-1 0,0 0,0 1,0 0,0 1,-1 0,-5-1,-50-1,40 2,-1 0,0 2,0 1,1 1,-1 1,0 2,1 0,-1 2,-23 12,1 2,1 2,2 2,-22 16,31-19,-86 51</inkml:trace>
  <inkml:trace contextRef="#ctx0" brushRef="#br0" timeOffset="-9694.5">5096 3185,'-67'102,"63"-95,1 0,0 0,1 0,0 0,0 1,1-1,0 1,0-1,0 1,1-1,0 1,1 0,0-1,0 2,1 33,-3-18,0 0,-2 0,-1 0,-1-1,-3 9,4-66,5-177,-6-176,-7 295,11 91,1 0,0 1,0-1,0 0,0 1,0-1,0 0,0 1,0-1,0 0,0 1,0-1,0 0,1 0,-1 1,0-1,0 1,1-1,-1 0,0 1,1-1,-1 1,1-1,-1 0,1 1,-1 0,1-1,-1 1,1-1,-1 1,1-1,-1 1,1 0,0 0,-1-1,1 1,0 0,-1 0,1 0,0-1,-1 1,1 0,0 0,0 0,-1 0,1 1,0-1,-1 0,1 0,0 0,-1 0,1 1,0-1,-1 0,1 1,-1-1,1 0,0 1,-1-1,1 1,-1-1,1 1,-1-1,1 1,-1-1,0 1,1 0,-1 0,7 1,61 19,2-4,0-3,0-2,1-4,0-3,1-3,37-5,-68 3,223 0,685 24,-813-13,600 32,-712-42,103 0,-1 5,-1 6,5 6,18 8,-10-23,-144 26,2-13,1 1,1 0,0-1,2 1,0 0,0 0,2-1,0 1,1 0,1 2,1 14,25 195,-10 1,-8 122,-11-290,6-71,-2-10</inkml:trace>
  <inkml:trace contextRef="#ctx0" brushRef="#br0" timeOffset="3538.042">4066 8881,'47'-28,"156"-81,5 8,153-49,-191 81,272-106,-363 142,-80 33,1 0,0 0,0 0,0 0,0 0,0 0,-1 0,1 0,0 0,0 0,0 0,0 0,0 0,0-1,-1 1,1 0,0 0,0 0,0 0,0 0,0 0,0-1,0 1,0 0,0 0,0 0,0 0,0 0,0-1,0 1,0 0,0 0,-19 3,-6 3</inkml:trace>
  <inkml:trace contextRef="#ctx0" brushRef="#br0" timeOffset="5437.061">4280 8587,'-42'47,"2"2,3 1,1 2,3 2,-2 9,19-36,12-20,2-5,0 0,1 1,-1-1,0 1,1-1,0 1,0-1,0 1,0 0,0 0,0-1,1 1,-1 0,1 0,0 0,0 0,0 0,2-3,-1 1,1-1,0 1,-1-1,1 0,0 0,-1 0,1 0,0 0,0 0,-1 0,1 0,0-1,-1 1,1 0,0-1,-1 0,1 1,-1-1,1 0,-1 0,1 0,-1 0,0 0,1 0,-1 0,26-14,-11 5,1 0,0 2,0 0,1 1,0 0,0 2,1 0,17-2,-7 5,-1 2,1 0,0 3,27 4,-54-6,-1 0,0-1,0 1,1-1,-1 0,0 1,1-1,-1 0,1 0,-1 0,0 0,1 0,-1 0,1 0,-1-1,0 1,1 0,-1-1,0 1,1-1,-1 1,0-1,0 0,1 0,-1 1,0-1,0 0,0 0,0 0,0 0,0 0,0 0,-1 0,1-1,0 1,-1 0,1 0,-1-1,1 1,-1 0,1-1,-1 1,0-1,0 1,0 0,1-1,-1 1,-1-1,1 1,0-1,-2-15,-1 0,0 1,-2-1,0 1,0 0,-2 1,0-1,0 1,-2 0,0 1,0 0,-2 1,1 0,-13-12,-8 3,21 40,-73 59,51-44,0 1,3 1,0 2,-2 8,20-20,11-25,1-1,-1 1,0 0,0 0,1-1,-1 1,0 0,0 0,1 0,-1-1,0 1,1 0,-1 0,0 0,1 0,-1 0,0 0,1 0,-1 0,0 0,1 0,-1 0,0 0,1 0,-1 0,0 0,1 0,-1 0,0 0,0 0,1 0,-1 1,0-1,1 0,-1 0,0 0,0 1,1-1,-1 0,0 0,0 0,1 1,-1-1,0 0,0 1,0-1,0 0,1 1,-1-1,0 0,0 0,0 1,0-1,0 0,0 1,0-1,0 0,0 1,0-1,0 0,0 1,0-1,0 0,0 1,0-1,0 0,-1 1,1-1,0 0,0 1,14-10,-1 0,1-1,-1 0,-1-1,0 0,6-8,1-1,87-79,-106 99,0 0,0 0,0 0,-1 0,1 1,0-1,0 0,0 0,0 0,0 1,0-1,0 0,0 0,0 0,0 1,0-1,0 0,0 0,0 0,0 1,0-1,0 0,0 0,0 0,0 1,1-1,-1 0,0 0,0 0,0 1,0-1,0 0,0 0,1 0,-1 0,0 0,0 1,0-1,0 0,1 0,-1 0,0 0,0 0,0 0,1 0,-1 0,-14 21,-128 136,118-125,30-32,101-76,-75 50,17-12,-40 33,-15 11,-15 13,-42 33,84-63,10-7,-21 14,-1-1,-1 0,1 0,-1-1,0 0,0-1,-1 0,1 0,3-6,-10 10,0 0,0 0,0 0,-1 0,1-1,-1 1,0 0,0 0,0-1,0 1,0 0,-1 0,0-1,1 1,-1 0,0 0,-1 0,1 0,0 0,-1 0,0 1,0-1,0 0,0 1,0-1,0 1,-1 0,1 0,-1 0,1 0,-1 0,0 0,0 1,0-1,0 1,-8-1</inkml:trace>
  <inkml:trace contextRef="#ctx0" brushRef="#br0" timeOffset="9155.847">5429 8332,'35'-17,"40"-20,1 3,2 4,1 3,2 3,58-7,24-10,-30 4,19 33,492 20,778 5,-1001-9,631 8,516-60,-1 49,690 0,-1559 13,472 3,549-77,-241 81,-538 9,964 52,-1515-65,-328-23,-48-4</inkml:trace>
  <inkml:trace contextRef="#ctx0" brushRef="#br0" timeOffset="10563.918">26231 2958,'-211'245,"81"-57,-47 101,61-95,-498 775,278-432,-596 977,828-1341,-73 124,2 29,-30 58,178-338,11-20,0 0,2 1,1 1,2 0,-1 4,8 67,6-64,1-66,-3 19</inkml:trace>
  <inkml:trace contextRef="#ctx0" brushRef="#br0" timeOffset="17831.91">26431 7905,'-8'-1,"0"0,0 1,0 0,0 0,0 1,0 0,0 1,0 0,0 0,1 0,-1 1,1 0,-1 1,1 0,0 0,1 0,-1 1,1 0,-1 0,2 1,-1 0,1 0,-1 0,2 0,-1 1,1 0,0 0,0 0,-1 6,0-2,0 1,1-1,1 1,0 0,0 0,1 0,1 0,0 0,1 0,0 1,1-1,0 0,1 0,0 0,1 0,0-1,1 1,1-1,2 7,2-6,0-1,1 1,0-2,0 1,1-1,0-1,1 0,0-1,0 0,1-1,0 0,1-1,-1-1,1 0,0 0,0-2,1 0,-1 0,1-1,-1-1,1-1,0 0,-1 0,1-2,0 0,-1 0,0-2,0 0,0 0,12-6,-12 2,0 0,0-1,-1-1,0 0,-1 0,0-1,-1-1,0 0,-1-1,0 0,-1 0,0-1,-2 0,1-1,-2 0,0 0,0-2,-2 6,0-1,-1 1,-1-1,0 1,-1-1,0 0,0 0,-2 0,1 0,-2 0,1 1,-1-1,-1 0,0 1,-1 0,0-1,-1 2,0-1,-1 0,0 1,-1 0,0 1,-4-6,5 9,-1 0,1 0,-1 0,0 1,0 1,-1-1,1 1,-1 0,0 1,0-1,0 2,-1-1,1 1,-1 1,1-1,-1 1,1 1,-1 0,0 0,1 0,-1 1,1 1,-1-1,1 1,-4 2,-4 1,1 1,-1 0,1 1,1 1,-1 0,1 1,1 1,0 0,0 0,1 2,0-1,-9 13,13-13,0 0,1 0,0 0,1 1,0 0,1 1,0-1,1 1,0 0,1 0,1 0,0 0,1 1,0-1,1 1,1-1,0 0,0 1,2-1,0 3,8 11</inkml:trace>
  <inkml:trace contextRef="#ctx0" brushRef="#br0" timeOffset="18122.986">26712 7516,'-13'-2,"-8"6,1 12,3 13,5 17,4 14,6 9,4 11,0 6,1 2,-3 3,-5 1,-10-1,-6-2,-4-6,-3-6,4-18</inkml:trace>
  <inkml:trace contextRef="#ctx0" brushRef="#br0" timeOffset="18408.228">26458 8774,'10'-3,"6"0,9 1,6-3,7-2,1 0,0-1,-4-2,-7-3,-8 0</inkml:trace>
  <inkml:trace contextRef="#ctx0" brushRef="#br0" timeOffset="18670.022">26619 7531,'-4'-7,"2"-2,11 0,16 2,14 0,15 1,9 1,3 2,-10 1</inkml:trace>
  <inkml:trace contextRef="#ctx0" brushRef="#br0" timeOffset="18935.313">27287 8012,'21'0,"17"0,12 0,7 0,-3 0,-5 0,-11 0</inkml:trace>
  <inkml:trace contextRef="#ctx0" brushRef="#br0" timeOffset="19120.818">27287 8293,'16'4,"14"2,16 0,12-2,6-3,5-2,-10 0</inkml:trace>
  <inkml:trace contextRef="#ctx0" brushRef="#br0" timeOffset="19495.822">28317 7825,'20'18,"14"13,8 10,6 7,3 5,3 0,-3 0,-5-2,-4-5,-7-9,-10-7,-7-10,-7-8</inkml:trace>
  <inkml:trace contextRef="#ctx0" brushRef="#br0" timeOffset="19735.218">28731 7825,'-18'11,"-13"13,-8 12,-6 8,-3 6,0 6,2 2,1 1,7-3,9-4,13-7,14-8,9-11</inkml:trace>
  <inkml:trace contextRef="#ctx0" brushRef="#br0" timeOffset="20096.774">28905 8278,'0'6,"0"1,1-1,0 0,0-1,1 1,-1 0,1 0,0 0,1-1,0 1,-1-1,2 0,-1 0,1 0,-1 0,1-1,0 1,1-1,-1 0,1 0,0-1,0 1,0-1,1 0,-1-1,0 1,1-1,0 0,0 0,0-1,7 3,1 0,-1-2,1 1,0-2,0 0,0 0,0-1,0-1,0-1,-1 0,1 0,0-1,5-3,-15 5,0-1,-1 1,1-1,-1 0,0 0,1 0,-1-1,0 1,0-1,0 1,0-1,-1 0,1 0,-1 0,0-1,0 1,0 0,0-1,-1 1,1-1,-1 0,0 0,0 1,0-1,-1 0,1 0,-1 0,0 0,0 0,0 0,0 0,-1 1,0-1,0 0,0 0,0 0,0 1,-1-1,0 1,0-1,0 1,0 0,0-1,-1 1,1 0,-2-1,-4-2,-1-1,0 1,-1 0,1 1,-1 0,0 0,0 1,0 1,-1 0,0 0,1 1,-1 0,0 1,0 0,0 0,0 2,0-1,0 1,1 1,-1 0,0 1,1 0,-1 0,1 1,0 0,0 1,0 0,1 1,0 0,-2 2,-31 21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3:00.7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59 227,'-3'21,"5"13,8 12,14 6,16 2,14 2,7-2,7-4,-3-3,-8-3,-11-4,-13-5,-13-7</inkml:trace>
  <inkml:trace contextRef="#ctx0" brushRef="#br0" timeOffset="247.866">406 295,'-18'18,"-13"18,-12 15,-9 16,-4 12,1 9,3 3,7-5,13-11,10-17</inkml:trace>
  <inkml:trace contextRef="#ctx0" brushRef="#br0" timeOffset="521.165">714 937,'125'-282,"-98"228,-24 67,-65 243,57-234,2 1,1 0,0 0,2 0,1 0,0 0,2-1,2 7,0-10</inkml:trace>
  <inkml:trace contextRef="#ctx0" brushRef="#br0" timeOffset="899.19">112 1,'2'0,"13"0,19 0,22 0,22 0,18 0,9 0,-2 0,-10 0,-18 0,-19 0,-22 0,-22 2,-16 1,-13 0,-4-1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2:59.68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0 402,'26'4,"0"-2,1-1,-1-1,0-1,1-2,-1 0,0-2,-1-1,1 0,-1-2,-1-2,1 0,-1-1,-1-1,0-1,-1-2,-1 0,14-12,-28 21,0-1,0 1,0-1,-1 0,0-1,0 0,-1 0,0 0,-1 0,1-1,-2 1,1-1,-1 0,-1 0,1-1,-2 1,1-1,-1 1,-1-1,0 1,0-1,0 1,-2-1,0-5,1 13,1-1,-1 1,0 0,0-1,0 1,0 0,-1 0,1-1,0 1,-1 0,0 1,1-1,-1 0,0 0,0 1,0-1,0 1,0-1,0 1,0 0,-1 0,1 0,0 0,-1 0,1 1,-1-1,1 1,-1 0,1-1,-1 1,1 0,-1 0,1 1,0-1,-1 0,1 1,-1 0,1-1,-1 1,1 0,0 0,-2 1,-2 7,0 0,0 0,1 0,0 1,0 0,1 0,1 0,0 0,0 1,1-1,0 1,1-1,0 1,1 4,-1-9,-13 320,4-25,-8-184,-4-1,-11 20,23-94,-2 21,13-55</inkml:trace>
  <inkml:trace contextRef="#ctx0" brushRef="#br0" timeOffset="201.708">268 602,'13'0,"17"-2,18-3,20-5,16-4,10-3,2-4,-3-2,-18 2</inkml:trace>
  <inkml:trace contextRef="#ctx0" brushRef="#br0" timeOffset="481.518">1257 362,'23'0,"18"0,17 0,9 0,3 0,-7 0,-11 2,-14 1</inkml:trace>
  <inkml:trace contextRef="#ctx0" brushRef="#br0" timeOffset="761.769">1298 630,'20'6,"21"3,16 0,16-2,7-2,3-2,-13-2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4:07.6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482 321,'-83'296,"-19"36,81-286,15-49,5-80,3 59,13-109,5 2,6 1,15-33,19-11,-58 171,0 1,1-1,-1 1,1 0,-1 0,1 0,0 0,0 0,0 1,0-1,0 1,0 0,0 0,1 0,-1 0,0 1,1-1,-1 1,0 0,1 0,-1 0,0 0,1 0,-1 1,0 0,1-1,-1 1,17 1,1128 2,-1132-4,1413-23,-1213 12,1110-36,-187 47,451-5,-350-28,253 42,-452-33,-1086 50,12-13,-1-1</inkml:trace>
  <inkml:trace contextRef="#ctx0" brushRef="#br0" timeOffset="1255.264">0 561,'13'26,"-2"0,0 0,-2 1,-1 0,-2 1,0 2,11 57,-3 1,-2 33,-13-77,-10-55,-21-162,-11-94,42 261,0 5,1 1,-1-1,1 1,-1-1,1 1,-1-1,1 0,0 1,-1-1,1 0,0 1,0-1,-1 0,1 1,0-1,0 0,0 0,0 1,0-1,0 0,0 1,0-1,0 0,0 0,1 1,-1-1,0 0,0 1,1-1,-1 0,0 1,1-1,-1 1,0-1,1 0,-1 1,1-1,-1 1,1-1,0 1,-1 0,1-1,-1 1,1-1,0 1,-1 0,1 0,0-1,-1 1,1 0,0 0,-1 0,1 0,0 0,0 0,94 44,-44-32,0-2,1-3,-1-2,1-2,0-2,41-5,21-2,-82 8,-32-2,1 1,-1-1,1 1,-1 0,1-1,-1 1,1 0,-1 0,1-1,-1 1,0 0,1 0,-1-1,0 1,0 0,0 0,0 0,0 0,0-1,0 1,0 0,0 0,0 0,0 0,0-1,0 1,-1 0,1 0,0 0,-1-1,1 1,-1 0,1 0,-1-1,1 1,-1-1,1 1,-1 0,1-1,-1 1,0-1,1 1,-1-1,0 1,0-1,1 0,-1 1,0-1,0 0,0 0,1 0,-167 140,131-110,1 2,1 1,2 2,1 1,2 2,0 4,3 4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4:21.5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0 311,'4'5,"0"1,0-1,0 0,1 0,0-1,0 1,0-1,0 0,1 0,-1-1,1 0,0 0,0 0,1-1,-1 0,0 0,1 0,-1-1,1 0,-1 0,1-1,0 1,-1-2,1 1,0-1,-1 0,1 0,-1-1,1 1,-1-2,0 1,0-1,0 0,5-3,5-6,0-1,-1 0,-1-1,0 0,-1-2,-1 1,0-2,-1 1,-1-2,0 1,-1-1,-1-1,-1 0,4-18,0-25,-11 61,0 0,0-1,0 1,0-1,0 1,0-1,0 1,-1 0,1-1,-1 1,1-1,-1 1,1 0,-1 0,0-1,0 1,1 0,-1 0,0 0,0 0,0 0,0 0,-1 0,1 0,0 0,0 0,0 1,-1-1,1 0,0 1,-1-1,1 1,-1 0,1-1,0 1,-1 0,1 0,-1 0,1 0,-1 0,1 0,-6 2,1 1,-1-1,1 1,0 1,0-1,0 1,1 0,-1 0,1 1,0 0,0 0,0 0,1 0,0 1,0-1,0 1,1 0,-1 1,2-1,-3 5,-9 26,1 1,2-1,2 2,1-1,2 1,2 0,1 1,2 0,-2 62,4-1,4 1,5-1,12 44,-9-80,-4-24,-2 1,-1-1,-1 39,-5-76,0-1,0 1,0-1,-1 1,1-1,-1 1,0-1,0 1,0-1,-1 0,1 1,-1-1,0 0,0 0,0 0,-12 10</inkml:trace>
  <inkml:trace contextRef="#ctx0" brushRef="#br0" timeOffset="531.621">54 698,'33'-10,"111"-6,0-6,34-15,-153 32,-25 5,1 1,-1-1,1 0,-1 0,1 0,-1 0,1 0,-1 1,0-1,1 0,-1 0,0 1,1-1,-1 0,0 1,1-1,-1 0,0 1,1-1,-1 1,0-1,0 0,1 1,-1-1,0 1,0-1,0 1,0-1,0 1,0-1,0 0,0 1,0-1,0 1,0-1,0 1,0-1,0 1,0-1,0 1,0-1,-1 0,1 1,0-1,0 1,0-1,-1 0,1 1,0-1,-1 1,1-1,0 0,-1 0,1 1,0-1,-1 0,1 0,-1 1,1-1,-1 0,1 0,0 0,-1 0,1 1,-1-1,1 0,-1 0,1 0,-1 0,-5 10,4-7,1 1,-1-1,1 1,0 0,0 0,1-1,-1 1,1 0,0 0,0 0,0 0,0-1,1 1,-1 0,1 0,0 0,0-1,0 1,1-1,0 1,-1-1,1 1,0-1,1 0,-1 0,0 0,1 0,0 0,0-1,-1 1,3 0,3 4,1-1,-1-1,1 1,1-1,-1-1,1 1,-1-2,1 1,1-2,-1 1,2-1,-7-1,0 0,-1 0,1-1,0 0,0 1,0-2,0 1,0-1,0 1,-1-1,1-1,0 1,-1-1,1 0,0 0,-1 0,0 0,0-1,0 0,0 1,0-2,0 1,-1 0,1-1,-1 0,0 1,0-1,-1-1,1 1,-1 0,0-1,0 1,0-1,-1 1,1-1,-1 0,0 0,-1 1,1-5,-2 1,0 0,-1 0,0 0,-1 0,1 0,-1 0,-1 1,0 0,0-1,0 1,-1 1,0-1,0 1,0 0,-1 0,0 0,-1 1,1 0,-1 0,0 0,0 1,0 0,-1 1,1 0,-1 0,0 0,0 1,0 0,0 1,0 0,0 0,-8 0,13 1,0 0,0 0,0 0,0 1,0-1,0 1,0 0,0-1,0 1,0 1,1-1,-1 0,0 1,1-1,-1 1,1 0,-1 0,1 0,0 0,0 0,0 0,0 1,0-1,0 1,1-1,-1 1,1 0,0 0,-1 0,2-1,-1 1,0 0,0 0,1 0,0 0,-1 1,1-1,0 0,1 0,-1 0,1 1,1 2,1 0,-1 0,2 0,-1-1,1 1,-1-1,2 0,-1 0,0 0,1 0,0-1,2 2,32 24</inkml:trace>
  <inkml:trace contextRef="#ctx0" brushRef="#br0" timeOffset="1424.715">1082 766,'-11'-21,"1"-1,1 1,1-1,1-1,0 0,2 0,1 0,1 0,0-1,2 0,1 1,1-1,1 1,1-1,1 1,5-17,-9 39,0 0,0 0,0-1,1 1,-1 0,0 0,1 0,-1 0,1 0,-1 0,1 0,-1 0,1 0,-1 0,1 0,0 1,0-1,0 0,-1 0,1 1,0-1,0 0,0 1,0-1,0 1,0-1,0 1,0 0,0-1,1 1,-1 0,0 0,0 0,0 0,0 0,0 0,0 0,0 0,1 0,-1 0,0 1,0-1,0 0,0 1,0-1,0 1,0-1,0 1,0-1,0 1,0 0,-1 0,1-1,0 2,83 31,-72-30,-1 0,0 0,0 1,0 0,0 1,-1 0,0 1,0 0,0 1,-1 0,0 0,0 1,-1 0,0 0,0 1,-1 0,0 1,0 0,1 5,7 38,-15-47,1 1,0-1,0 0,0 0,1 0,0 0,0 0,1 0,-1 0,1-1,1 1,-1-1,1 0,0 0,0 0,0-1,0 1,1-1,0 0,0 0,0-1,1 1,0-1,2-1,-1 0,1 0,-1-1,1 0,0-1,0 0,-1 0,1-1,0 1,-1-2,1 1,-1-1,1 0,-1-1,0 0,0 0,0 0,0-1,0 0,-1 0,0-1,0 0,0 0,-1 0,1-1,-1 0,0 0,-1 0,0 0,0-1,0 0,0 0,-1 0,-1 0,1 0,-1-2,1 0,-1 1,0 0,0-1,-1 1,0-1,0 1,-1-1,0 1,-1-1,0 1,-1-3,2 10,-1 1,1-1,-1 1,1-1,-1 0,0 1,1 0,-1-1,1 1,-1-1,0 1,1 0,-1-1,0 1,0 0,1 0,-1-1,0 1,0 0,1 0,-1 0,0 0,0 0,0 0,1 0,-1 0,0 1,0-1,1 0,-1 0,0 0,0 1,1-1,-1 1,0-1,1 0,-1 1,1-1,-1 1,0-1,1 1,-1 0,1-1,0 1,-1 0,1-1,-1 1,1 0,0-1,-1 1,1 0,0 0,0-1,0 1,0 0,0 0,-1-1,1 1,1 0,-1 0,0-1,0 1,0 0,0 0,-1 8,0 0,1-1,0 1,0 0,0 0,1-1,1 1,0-1,0 1,0-1,1 0,0 1,1-1,0-1,0 1,1-1,0 1,0-1,0 0,1-1,0 0,1 0,-1 0,1-1,0 1,1-2,-1 1,1-1,0 0,0-1,0 0,0 0,1-1,-1 1,1-2,-1 0,1 0,0 0,-1-1,1 0,4-1,-7 0,-1 0,1 0,0-1,-1 0,0 0,1 0,-1 0,0-1,0 0,-1 0,1 0,0-1,-1 0,0 1,0-1,0-1,0 1,-1-1,0 1,0-1,0 0,0 0,-1 0,0-1,4-8,-1 0,-1 0,-1 0,0-1,0 0,-2 1,0-1,0-9,-3 5,2 20,0-1,0 0,1 0,-1 0,0 1,0-1,0 0,0 0,0 1,0-1,0 0,0 1,0-1,0 0,0 0,0 1,0-1,0 0,0 0,0 1,0-1,0 0,-1 0,1 1,0-1,0 0,0 0,0 0,0 1,-1-1,1 0,0 0,0 0,0 0,-1 1,1-1,0 0,0 0,-1 0,1 0,0 0,0 0,-1 0,1 0,0 1,0-1,-1 0,1 0,0 0,0 0,-1 0,1 0,0-1,0 1,-1 0,1 0,0 0,0 0,-1 0,1 0,0 0,0 0,0-1,-1 1,1 0,0 0,0 0,0 0,-1-1,-2 9,0 1,0-1,1 1,0 0,0 0,1 0,1-1,-1 1,1 0,1 0,-1 0,2 0,-1 0,1 0,1-1,-1 1,1-1,4 8,-1-11,0 0,0-1,0 0,1-1,-1 1,1-1,0 0,0-1,0 1,0-1,0-1,0 0,1 0,-1 0,0-1,1 0,-1 0,1-1,-1 0,0 0,0 0,1-1,-1-1,0 1,-1-1,7-3,-3 0,-1 0,1 0,-1-1,-1 0,1-1,-1 0,-1 0,1 0,-2-1,1-1,-1 1,0-1,-1 0,0 0,-1 0,0-1,0 0,-1 0,-1 0,0 0,0 0,-1 0,-1-9,1 20,-1-1,0 1,1-1,-1 0,0 1,1-1,-1 0,0 0,0 1,0-1,0 0,0 1,0-1,0 0,0 0,0 1,0-1,0 0,0 0,0 1,-1-1,1 0,0 1,0-1,-1 0,1 1,-1-1,1 0,-1 1,1-1,0 1,-1-1,0 1,1-1,-1 1,1-1,-1 1,0 0,1-1,-1 1,0 0,1 0,-1-1,0 1,0 0,1 0,-1 0,0 0,1 0,-1 0,0 0,0 0,1 0,-1 0,0 0,0 0,1 1,-1-1,0 0,1 1,-1-1,0 1,-3 4,1 0,0 1,0 0,0 0,1 0,0 0,0 0,0 0,1 0,0 1,0-1,0 1,1-1,0 0,1 1,-1-1,1 1,0-1,1 0,0 1,0-1,0 0,0 0,3 2,2 1,0-1,1 0,1-1,-1 0,1 0,0-1,0 0,1 0,0-1,0 0,0-1,1 0,0-1,-1 0,1-1,0 0,10 0,34 7</inkml:trace>
  <inkml:trace contextRef="#ctx0" brushRef="#br0" timeOffset="1810.127">2794 672,'3'-9,"0"0,0 0,-1 0,0 0,-1 0,0 0,-1 0,0-1,0 1,-1 0,0 0,-1-4,1 8,0 1,0-1,0 1,-1-1,0 1,0 0,0 0,0 0,0 0,-1 0,0 0,0 1,0-1,0 1,-1 0,1 0,-1 0,0 0,1 1,-1-1,-1 1,1 0,0 0,0 1,-2-1,0 2,1 0,0 1,0 0,0-1,0 2,0-1,0 1,1-1,-1 1,0 1,1-1,-1 1,1-1,0 1,0 1,0-1,0 0,1 1,-1 0,1 0,0 0,0 0,0 1,1-1,0 1,-1-1,2 1,-1 0,0 0,1 0,0 0,0 0,1 0,-1 0,1 0,0 0,0 0,1 0,0 0,0 0,0 3,3-3,0 0,0-1,0 1,0-1,1 0,-1 0,1 0,0-1,0 1,1-1,-1-1,1 1,-1-1,1 0,0 0,0 0,0-1,0 0,0 0,0-1,0 1,0-1,0-1,0 1,0-1,0 0,0-1,0 1,0-1,0 0,3-2,42-29,-51 33,1 0,-1 0,1 0,-1 0,1 0,-1 0,1 0,-1 0,1 0,-1 0,1 0,0 0,-1 0,1 0,-1 0,1 1,-1-1,1 0,-1 0,1 1,-1-1,0 0,1 1,-1-1,1 0,-1 1,0-1,1 1,-1-1,0 0,1 1,-1-1,0 1,0-1,0 1,1-1,-1 1,0-1,0 1,0 0,0-1,0 1,0-1,0 1,0-1,0 1,5 10,1-5,1 0,0 0,0-1,0 1,1-2,0 1,0-1,0-1,0 1,0-1,1-1,0 1,-1-2,1 1,0-1,0 0,3-1,126 2,-77-8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4:19.9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49 309,'21'0,"22"0,26-3,32 0,32-2,31-3,27 1,23 0,11 3,1 1,-7 2,-22 0,-27 3,-35 1,-39 0</inkml:trace>
  <inkml:trace contextRef="#ctx0" brushRef="#br0" timeOffset="650.266">543 1,'-17'-1,"-1"1,1 2,-1-1,1 2,0 1,0 0,0 1,0 0,1 1,0 1,0 1,-2 2,-250 127,215-102,53-35,0 1,0-1,0 1,0-1,-1 1,1-1,0 1,0-1,0 1,0-1,0 1,0-1,1 1,-1-1,0 1,0-1,0 1,0-1,1 1,-1-1,0 1,0-1,1 1,-1-1,0 0,1 1,-1-1,0 1,1-1,-1 0,1 1,-1-1,0 0,1 0,-1 1,1-1,-1 0,1 0,-1 0,1 0,-1 0,1 0,-1 1,1-1,-1 0,1 0,-1-1,1 1,-1 0,1 0,-1 0,1 0,-1 0,1 0,-1-1,180 25,-150-14,0 2,-2 1,1 1,-2 2,0 0,-1 2,0 1,-2 1,0 1,-2 1,15 19,-27-31,-2 0,0-2,1 1,0-1,0 0,1-1,0 0,0-1,0 0,4 1,-12-6,-1-1,1 1,-1-1,1 0,-1 0,1 0,-1 0,1 0,-1 0,1 0,-1 0,1 0,-1-1,1 1,-1-1,1 1,-1-1,0 0,1 1,-1-1,0 0,1 0,-1 0,0 0,0 0,0 0,0 0,0 0,0-1,0 1,0 0,-1-1,1 1,0 0,-1-1,1 1,-1-1,0 1,1-1,-1 0,9-66,-11 25,-2-1,-2 1,-2 0,-2 1,-2 0,-5-9,13 39,-49-116,53 128,0-1,-1 0,1 0,0 0,-1 1,1-1,0 0,-1 1,1-1,-1 0,1 1,-1-1,0 0,1 1,-1-1,0 1,1-1,-1 1,0 0,1-1,-1 1,0 0,0-1,0 1,1 0,-1 0,0 0,0-1,0 1,1 0,-1 0,0 0,0 1,0-1,0 0,0 0,-5 9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4:09.9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0 492,'37'-11,"-1"-1,-1-1,0-3,-1 0,-1-3,0 0,-2-2,20-18,-24 21,-1-2,-1 0,-1-2,-1-1,-1 0,-1-2,-1-1,3-6,-1-28,-21 58,-1 1,0-1,1 1,-1 0,0-1,0 1,0-1,0 1,0-1,-1 1,1-1,0 1,-1 0,1-1,-1 1,1 0,-1-1,0 1,1 0,-1 0,0-1,0 1,0 0,0 0,0 0,0 0,0 0,0 0,0 1,-1-1,1 0,0 0,-1 1,1-1,0 1,-1-1,1 1,-1 0,1 0,-1-1,-5 3,0-1,0 1,0 0,0 0,0 1,1 0,0 0,-1 1,1 0,0 0,1 0,-1 1,1-1,0 2,0-1,0 0,1 1,0 0,0 0,0 0,1 0,0 1,-2 5,-13 33,2 0,1 1,3 1,2 0,1 1,3 0,2 0,3 40,-2 86,3-77,-5 0,-8 41,8-107,-2 1,-1-2,-2 1,-1-1,-9 17,-1-5</inkml:trace>
  <inkml:trace contextRef="#ctx0" brushRef="#br0" timeOffset="429.229">67 680,'76'5,"-1"-3,1-3,0-3,0-4,16-6,-41 7,8 7,-58 1,0 0,-1 0,1 1,0-1,-1 0,1 0,0 1,-1-1,0 0,1 1,-1-1,0 0,0 1,1-1,-1 1,0-1,-1 1,1-1,0 0,0 1,0-1,-1 0,1 1,-1-1,1 0,-1 1,0-1,1 0,-1 0,0 0,-1 1,0 4,0-3,0 0,0 0,0 0,1 0,-1 0,1 1,0-1,0 1,0-1,0 1,1-1,-1 1,1-1,0 1,0 0,0-1,1 1,-1-1,1 1,0-1,0 1,0-1,0 1,1-1,-1 0,1 0,0 1,0-1,0-1,0 1,1 0,2 0,1 0,-1 0,1-1,0 0,0-1,-1 1,1-1,0 0,0 0,1-1,-1 0,0 0,0 0,0-1,0 0,0 0,0 0,-1-1,1 0,0 0,-1 0,1-1,-1 0,0 0,1 0,-2-1,1 0,0 0,-1 0,0 0,0-1,0 0,0 1,-1-2,0 1,3-4,-3 5,0-1,-1 1,1-1,-1 0,0 1,0-1,0 0,0 0,-1 0,0-1,0 1,-1 0,1 0,-1-1,0 1,0 0,-1 0,0-1,0 1,0 0,0 0,-1 0,0 0,0 0,0 1,-1-1,0 0,1 1,-2 0,1 0,0 0,-1 0,0 0,0 1,0-1,0 1,0 0,-2 0,2 1,0 1,-1 0,1 0,-1 0,1 0,-1 1,1 0,-1 0,0 0,1 0,-1 1,1-1,-1 1,1 1,0-1,-1 0,1 1,0 0,0 0,0 0,0 1,0 0,1-1,-1 1,1 0,-1 0,1 1,0-1,1 1,-1 0,1 0,-1-1,1 2,0-1,0 0,0 4,-3 27,8 0</inkml:trace>
  <inkml:trace contextRef="#ctx0" brushRef="#br0" timeOffset="856.036">1110 826,'-14'-104,"5"-1,5-4,-1 6,5 103,-1-1,1 0,0 1,0-1,0 0,0 1,-1-1,1 0,0 1,0-1,0 0,1 1,-1-1,0 0,0 1,0-1,0 0,1 1,-1-1,0 0,0 1,1-1,-1 1,1-1,-1 1,0-1,1 1,-1-1,1 1,-1-1,1 1,0-1,-1 1,1 0,-1-1,1 1,0 0,-1 0,1-1,0 1,-1 0,1 0,0 0,-1 0,1 0,0 0,-1 0,1 0,0 0,-1 0,1 0,0 1,-1-1,1 0,-1 0,1 1,0-1,-1 0,1 1,-1-1,1 1,-1-1,1 0,-1 1,1-1,-1 1,309 88,-227-52,-80-35,0-1,1 1,-1 0,0 0,0 0,0 1,0-1,0 0,-1 1,1-1,-1 1,1-1,-1 1,0 0,0 0,0 0,0-1,-1 1,1 0,-1 0,0 0,0 0,0 0,0 0,0 0,-1 0,1 0,-1 1,-29 59,25-56,1 0,0 1,0 0,0 0,1 0,1 0,-1 0,1 1,0 3,2-10,0 0,0 1,1-1,-1 0,1 1,0-1,-1 0,1 0,0 0,0 0,1 1,-1-1,0-1,1 1,-1 0,1 0,-1 0,1-1,0 1,0-1,0 1,0-1,0 0,0 0,0 0,0 0,0 0,0 0,1-1,-1 1,2 0,75 7,-63-9,0-1,0 0,0-1,-1 0,0-2,0 0,0 0,0-2,-1 0,0 0,2-3,17-12</inkml:trace>
  <inkml:trace contextRef="#ctx0" brushRef="#br0" timeOffset="1765.485">1859 599,'-1'0,"1"-1,-1 0,1 1,0-1,-1 1,1-1,-1 1,1 0,-1-1,0 1,1 0,-1-1,1 1,-1 0,0-1,1 1,-1 0,0 0,1 0,-1 0,0 0,1 0,-1-1,0 2,1-1,-1 0,0 0,1 0,-1 0,0 0,1 0,-1 1,1-1,-1 0,0 1,1-1,-1 0,1 1,-1-1,1 1,-1-1,1 1,-1-1,1 1,0-1,-1 1,1-1,-1 1,1 0,0-1,0 1,-1-1,1 1,0 0,0-1,0 1,-9 40,9-32,0 0,1-1,-1 1,2 0,-1 0,1-1,0 1,1-1,0 0,1 1,-1-1,1-1,1 1,0-1,0 1,0-1,1-1,0 1,0-1,1 0,-1 0,1-1,7 4,-11-8,1 1,-1-1,1 0,0 0,-1 0,1 0,0-1,0 0,-1 0,1 0,0 0,0 0,-1-1,1 0,0 1,-1-1,1-1,0 1,-1 0,0-1,1 0,-1 0,0 0,0 0,0 0,0-1,0 0,-1 1,1-2,5-4,0-2,-1 1,0-1,0 0,-2 0,1-1,-1 0,3-9,0-2,-2-2,0 1,-1-1,-1 0,-1-14,-4 19,1 19,0 0,-1 0,1 0,0 0,-1-1,1 1,0 0,-1 0,1 0,-1 0,1 0,0 0,-1 0,1 0,0 1,-1-1,1 0,0 0,-1 0,1 0,0 0,-1 0,1 1,0-1,-1 0,1 0,0 1,-1-1,1 0,0 0,0 1,0-1,-1 0,1 1,0-1,0 0,0 1,0-1,-1 0,1 1,0-1,0 0,0 1,0-1,0 0,0 1,0-1,0 1,0-1,0 0,0 1,0-1,0 0,1 1,-1-1,0 1,-5 14,1 1,0 0,1 1,1-1,0 0,1 1,1 0,1-1,1 7,-2-17,1 0,0-1,0 1,1 0,0 0,0-1,0 1,0-1,1 0,0 0,0 0,0 0,1 0,0-1,0 1,0-1,0 0,0 0,1-1,0 1,0-1,0 0,0-1,0 1,1-1,-1 0,6 1,-5-1,-1-1,0 0,1-1,-1 0,1 0,0 0,-1 0,1-1,-1 0,0 0,1 0,-1-1,0 0,0 0,0 0,0-1,0 1,0-1,-1 0,1-1,-1 1,0-1,0 0,0 0,-1 0,3-3,2-4,-1-1,0 0,-1 0,0 0,-1-1,0 1,-1-1,0 0,-1-1,0-3,-1 8,-1 2,1 0,-1 1,0-1,0 0,-1 1,0-1,0 0,-1 0,1 0,-2 1,1-1,-1 1,-2-7,3 12,-1 1,0 0,1 0,-1-1,1 1,-1 0,0 0,1 1,-1-1,0 0,1 0,-1 1,1-1,-1 1,1 0,-1-1,1 1,-1 0,1 0,0 0,-1 0,1 0,0 0,0 0,0 0,0 0,0 1,0-1,0 0,0 1,0-1,1 1,-1-1,1 1,-1-1,1 1,-1 0,1-1,-4 3,0 2,1-1,0 0,0 1,0-1,1 1,-1 0,1 0,1 0,-1 0,1 0,0 1,0-1,1 0,0 0,0 1,1-1,-1 0,1 0,1 1,-1-1,1 0,0 0,0 0,1-1,0 1,0-1,0 1,3 2,5 0,-1 0,2-1,-1 0,1-1,0-1,0 0,0 0,1-1,0-1,-1 0,1 0,1-2,-1 0,0 0,0-1,0 0,0-2,9-1,-7 2,1-1,-1-1,0 0,0-1,0-1,-1 0,1-1,-1-1,0 0,-1-1,0 0,0-1,-1 0,0-1,7-9,3-14,-22 32,1 1,-1-1,1 0,-1 1,0-1,1 0,-1 1,0-1,0 0,0 1,1-1,-1 0,0 1,0-1,0 0,0 0,0 1,0-1,0 0,-1 0,1 1,0-1,0 0,-1 1,1-1,0 0,-1 1,1-1,0 1,-1-1,1 0,-1 1,1-1,-1 1,1-1,-1 1,1-1,-1 1,0 0,1-1,-1 1,0 0,1 0,-1-1,0 1,1 0,-1 0,0 0,-2 0,1 0,0 1,0-1,0 1,0-1,0 1,0 0,0 0,0 0,0 0,0 0,0 1,1-1,-1 0,0 1,1-1,-1 1,1 0,0 0,0-1,-1 1,1 0,0 0,0 0,1 0,-1 0,0 0,1 0,-1 0,1 1,0-1,0 0,-1 0,2 0,-1 1,0-1,0 0,1 0,-1 0,1 0,-1 0,1 0,0 0,0 0,0 0,0 0,0 0,1 0,-1-1,1 2,5 6,1-1,-1 1,1-2,0 1,1-1,0-1,0 1,0-1,1-1,0 0,0 0,0-1,1 0,0-1,-1 0,1-1,0 0,0-1,0 0,10-1,-16 0,0 0,0 0,0 0,0-1,0 1,0-1,0-1,0 1,0-1,0 0,-1 0,1 0,0-1,-1 1,0-1,0 0,0-1,0 1,0 0,-1-1,1 0,-1 0,0 0,-1 0,1-1,0 1,-1-1,0 0,0 1,-1-1,1 0,-1 0,0 0,-1 0,1 0,-1 0,0-4,0 3,-1 1,0 0,0 0,-1 0,1 0,-1 0,0 0,0 0,-1 0,1 1,-1-1,0 1,-1 0,1 0,-1 0,1 0,-1 1,0-1,-1 1,1 0,0 0,-1 1,0-1,0 1,1 0,-1 0,-1 1,1-1,-5 0,3 1,0-1,0 1,0 1,0-1,0 1,0 0,0 1,0 0,0 0,0 0,0 1,0 0,1 0,-1 1,0 0,1 0,0 1,0-1,0 1,0 1,1-1,-2 3,3-4,1 1,0-1,1 1,-1 0,1 0,0 0,0 1,0-1,0 0,1 1,-1-1,1 1,0 0,1-1,-1 1,1 0,0 0,0-1,0 1,1 0,0-1,0 1,0-1,0 1,1-1,0 1,0-1,0 0,0 0,1 0,-1 0,1 0,0 0,0-1,1 1,-1-1,2 1,73 32,-38-27</inkml:trace>
  <inkml:trace contextRef="#ctx0" brushRef="#br0" timeOffset="2068.795">3303 225,'-16'-9,"-15"-3,-8 0,-4 3,-3 5,5 9,10 10,9 10,14 8,14 8,14 3,10 4,0-7</inkml:trace>
  <inkml:trace contextRef="#ctx0" brushRef="#br0" timeOffset="2069.795">3223 706,'-3'16,"0"10,3 2,3 0,8-4,11-5,11-6,11-8,-1-4</inkml:trace>
  <inkml:trace contextRef="#ctx0" brushRef="#br0" timeOffset="3009.818">4466 506,'-22'5,"1"1,-1 1,2 1,-1 1,1 0,0 2,1 0,0 1,-4 5,-8 20,31-36,0 0,-1-1,1 1,0 0,0 0,0 0,-1 0,1-1,0 1,0 0,0 0,1 0,-1 0,0 0,0-1,0 1,1 0,-1 0,0 0,1-1,-1 1,0 0,1 0,-1-1,1 1,0 0,-1-1,1 1,-1-1,1 1,0-1,-1 1,1-1,0 1,0-1,-1 0,1 1,0-1,0 0,0 0,0 1,-1-1,1 0,0 0,0 0,0 0,0 0,0 0,-1 0,1-1,0 1,0 0,0 0,11-1,0 0,0-1,0 0,0-1,-1-1,1 0,-1 0,0-1,0 0,0-1,-1 0,0-1,0 0,0-1,-1 0,-1 0,4-4,0-5,0-1,-1 1,0-2,-2 0,0 0,-1 0,-1-1,-1 0,-1-1,-1 1,-1-1,0 0,-2 0,0 0,-1 0,-1 0,-1 0,-1 1,-1-1,-1 0,-2-1,6 12,-1 1,-1 0,0 0,0 0,-1 1,0-1,0 1,-1 0,0 0,-1 0,1 1,-1 0,-6-5,11 11,0 0,0 0,-1 0,1 0,0 1,-1-1,1 0,-1 0,1 1,-1-1,1 1,-1 0,1-1,-1 1,1 0,-1 0,0 0,1 0,-1 0,1 0,-1 0,1 1,-1-1,1 1,-1-1,1 1,-1-1,1 1,-1 0,1 0,0 0,-1 0,1 0,0 0,0 0,0 0,0 0,0 0,-1 1,-25 61,24-34,1-1,1 1,2-1,1 1,1-1,1 1,2-1,1 0,0-1,3 0,0 0,1-1,2 0,1-1,1-1,0 0,2-1,1 0,9 7,-20-21,1 0,0-1,0 0,0-1,1 1,0-2,1 1,-1-1,5 1,-12-6,0-1,-1 1,1-1,0 1,0-1,0 0,0 0,0 0,0 0,0 0,0-1,0 1,0 0,0-1,0 0,0 1,-1-1,1 0,0 0,0 0,-1 0,1 0,-1 0,1-1,-1 1,1 0,-1-1,0 1,1-1,-1-1,33-56,-32 53,73-183,-65 181,-12 29,-7 19,6-30,0 0,0-1,1 1,0 0,1 0,0 0,0 0,1 0,1 1,0-1,0 0,1 0,0-1,1 1,3 9,-4-16,1 1,0-1,0 0,0 1,0-1,0 0,1-1,-1 1,1-1,0 0,0 1,0-2,0 1,0 0,0-1,0 0,1 0,-1 0,0 0,1-1,-1 0,0 0,1 0,0 0,4-1,0 0,0 0,-1-1,1 0,0 0,-1-1,0 0,0-1,0 1,0-2,4-2,-3 0,0 0,0-1,-1 0,0-1,-1 1,0-1,0-1,-1 1,0-1,-1 0,3-9,-7 8,-12 29,9-14,0 0,0 1,0-1,1 0,-1 1,1-1,0 1,1-1,-1 1,1-1,0 1,0 0,1-1,-1 1,1-1,0 1,0-1,0 1,1-1,-1 0,1 0,0 1,1-1,-1-1,1 1,-1 0,1 0,0-1,1 0,-1 0,0 0,1 0,0 0,8 2,1 0,-1-1,1-1,0 0,1 0,-1-2,0 1,1-2,-1 0,0 0,1-1,-1-1,0 0,0-1,0-1,7-2,19-6</inkml:trace>
  <inkml:trace contextRef="#ctx0" brushRef="#br0" timeOffset="3804.385">5562 412,'-16'32,"2"0,0 0,2 2,2-1,1 1,2 1,1 0,2 0,1 0,2 0,2 18,11 346,-15-354,-1-61,3-33,2 1,2 0,4-17,0-3,34-325,-40 389,15-57,-15 59,-1 1,1-1,-1 1,1-1,0 1,0 0,0-1,0 1,0 0,0 0,0 0,0 0,0-1,1 2,-1-1,0 0,1 0,-1 0,1 0,-1 1,1-1,-1 1,1-1,-1 1,1 0,-1 0,1-1,0 1,-1 0,1 0,-1 1,1-1,0 0,0 1,8 3,-1 1,0 1,0 0,0 0,-1 0,0 1,0 1,0-1,-1 1,-1 0,1 1,-1 0,0 1,39 79,-44-87,0 1,-1-1,1 1,-1-1,1 1,-1-1,0 1,0-1,0 1,-1-1,1 1,-1-1,1 1,-1-1,0 1,0-1,0 0,0 0,0 1,0-1,-1 0,1 0,-1 0,1 0,-1 0,0-1,0 1,0 0,0-1,0 0,0 1,0-1,-1 0,1 0,0 0,-1 0,0 0,-3 1,0 0,0 0,0 0,-1-1,1 0,0 0,0-1,-1 1,1-1,0-1,-1 1,1-1,0 0,0-1,0 0,0 1,0-2,0 1,0-1,1 0,-1 0,1 0,0-1,4 1,0 1,1 0,0-1,-1 1,1-1,0 1,0-1,0 1,0-1,1 1,-1 0,1-1,-1 1,1-1,0 1,0 0,0 0,0-1,0 1,1 0,-1 0,1 0,-1 0,1 0,0 1,0-1,0 0,0 1,0 0,0-1,0 1,0 0,0 0,1 0,-1 0,0 0,1 1,-1-1,3 1,18-9,1 1,0 2,1 0,-1 2,1 1,0 1,21 0,-42 2,-1-1,0 1,0-1,0 1,0 0,0 0,1 1,-1-1,0 1,0-1,0 1,0 0,0 0,0 1,0-1,-1 0,1 1,0 0,-1-1,1 1,-1 0,1 1,-1-1,0 0,0 1,0-1,0 1,-1-1,1 1,-1 0,1 0,-1 0,0 0,0 0,2 21,-3-20,0 1,1 0,-1-1,1 1,0 0,0-1,0 1,1-1,0 0,-1 1,2-1,-1 0,0 0,1 0,0 0,0-1,0 1,0-1,0 0,1 0,-1 0,4 2,-1-2,-1 0,1-1,0 1,1-1,-1-1,0 1,0-1,1 0,-1-1,1 1,-1-1,1 0,-1-1,1 0,-1 0,0 0,1-1,-1 1,0-2,0 1,0-1,0 0,-1 0,1 0,-1-1,5-3,-1 0,0 0,-1-1,0 0,0 0,-1-1,0 0,0 0,-1-1,0 0,-1 0,0 0,3-10,-5 10,-1 1,1-1,-1 0,-1 1,0-1,0 0,-1 0,-1 0,1 0,-2-6,1 13,0 0,1 0,-1 0,0-1,-1 1,1 0,-1 0,1 0,-1 1,0-1,0 0,0 1,0-1,0 1,-1 0,1 0,-1-1,0 2,0-1,1 0,-1 1,0-1,0 1,0 0,-1 0,1 0,0 0,0 0,-1 1,1 0,0-1,-1 1,1 1,-9 0,1 1,-1 0,0 1,1 1,0 0,0 0,0 1,0 1,1 0,0 0,0 1,0 0,1 0,0 1,1 1,0-1,0 1,1 1,0-1,0 1,-4 11,7-16,1 0,0 1,0 0,0 0,1 0,0 0,0 0,1 1,-1-1,1 0,1 1,-1-1,1 1,0-1,1 1,-1-1,1 1,0-1,1 0,0 1,0-1,0 0,1 0,0 0,0-1,0 1,1-1,3 4,29 19,2-9</inkml:trace>
  <inkml:trace contextRef="#ctx0" brushRef="#br0" timeOffset="4056.221">6364 238,'-21'-9,"-11"-3,-6 1,0 1,7 8,8 11,11 8,8 2</inkml:trace>
  <inkml:trace contextRef="#ctx0" brushRef="#br0" timeOffset="4244.761">6378 773,'16'7,"16"2,17-3,11-6,9-9,-7-2</inkml:trace>
  <inkml:trace contextRef="#ctx0" brushRef="#br0" timeOffset="4589.956">7247 386,'26'-42,"3"1,1 2,2 1,16-14,-48 52,0-1,0 1,0-1,0 1,0-1,0 1,0-1,1 1,-1 0,0-1,0 1,0-1,1 1,-1-1,0 1,1 0,-1-1,0 1,1 0,-1-1,1 1,-1 0,0 0,1-1,-1 1,1 0,-1 0,1 0,-1-1,1 1,-1 0,1 0,-1 0,1 0,-1 0,1 0,-1 0,1 0,-1 0,1 0,-1 1,1-1,-1 0,1 0,-1 0,0 0,1 1,-1-1,1 0,-1 1,0-1,1 0,-1 1,1-1,-1 1,-1 31,-36 280,37-284,-1 0,-2 0,-1 0,0 0,-3-1,0 1,-1-1,-2-1,-1 0,-13 24,20-44,3-6,0 0,0 1,1-1,-1 1,0 0,0-1,1 1,-1-1,0 1,1 0,-1 0,1-1,-1 1,1 0,-1 0,1 0,-1 0,1-1,0 1,0 0,-1 0,1 0,0 0,0 0,0 0,0 0,0 0,0 0,0 0,0 0,1 0,-1-1,0 1,0 0,1 0,-1 0,1 0,-1 0,1-1,-1 1,1 0,-1 0,1-1,0 1,-1 0,1-1,0 1,-1-1,1 1,0-1,0 1,0-1,0 1,151-2,173-13,-275 13</inkml:trace>
  <inkml:trace contextRef="#ctx0" brushRef="#br0" timeOffset="5873.148">897 1428,'1'-7,"1"1,0-1,0 1,1 0,-1-1,1 1,1 1,-1-1,1 0,0 1,1 0,-1 0,1 0,0 0,0 1,0 0,1 0,0 0,-1 1,1 0,0 0,1 0,-1 1,3-1,-5 4,0 0,0 1,0-1,-1 1,1 0,-1 0,1 0,-1 0,0 1,0 0,0-1,0 1,0 0,0 0,-1 1,0-1,1 0,-1 1,-1-1,1 1,0 0,-1 0,0 0,0 0,0 0,0 0,-1 0,1 0,-1 0,0 3,10 187,-11-142,1-47,0-3,-1-1,0 1,1 0,-1-1,1 1,0 0,0-1,0 1,-1 0,2 0,-1-1,0 1,0 0,0 0,1-1,-1 1,1 0,0-1,-1 1,1 0,0-1,0 1,0-1,0 0,0 1,0-1,0 0,1 1,-1-1,0 0,1 0,-1 0,1 0,-1 0,1-1,-1 1,1 0,0-1,-1 1,1-1,0 1,0-1,6-4,1-1,-1 0,1 0,-2-1,1 0,0-1,-1 1,0-1,-1-1,0 1,0-1,0 0,-1 0,-1-1,1 0,2-7,-3 8,-1 1,0-1,0 0,-1 0,1 0,-2 0,1 0,-1-1,-1 1,1-4,-1 12,0-1,0 1,0-1,0 1,0-1,0 1,0-1,0 1,0-1,0 1,0-1,0 1,0-1,0 1,0-1,-1 1,1 0,0-1,0 1,0-1,-1 1,1-1,0 1,-1 0,1-1,0 1,-1-1,1 1,0 0,-1 0,1-1,-1 1,1 0,-1 0,1-1,-1 1,1 0,-1 0,1 0,-1 0,1 0,-1 0,1 0,-1 0,1 0,-1 0,1 0,-1 0,1 0,-1 0,1 0,-1 0,1 1,-1-1,-18 23,17-18,0 1,0-1,0 1,1 0,-1-1,2 1,-1 0,1 0,-1 0,2 0,-1 0,1-1,0 1,0 0,0 0,1 0,0-1,0 1,0-1,1 0,0 0,0 0,0 0,1 0,-1 0,1-1,0 0,1 0,-1 0,1 0,-1 0,1-1,0 0,1 0,2 1,-3-2,1 1,0-1,0 0,0 0,0-1,1 0,-1 0,0 0,0-1,1 0,-1 0,0 0,1-1,-1 0,0 0,0-1,0 0,0 0,0 0,0-1,-1 1,1-1,-1-1,0 1,0-1,0 0,0 0,0-1,-1 0,3-8,-1-2,0 1,-1-1,-1 0,0 0,-1 0,-1 0,0-1,-1 1,-1-1,0 1,-1-1,-1-1,2 60,2-32,0 0,1 0,1-1,-1 1,1-1,1 0,0 0,1 0,-1-1,2 0,-1 0,2 0,-1-1,1 0,0 0,0-1,1 0,0-1,1 0,-1 0,1-1,0 0,5 1,29 10</inkml:trace>
  <inkml:trace contextRef="#ctx0" brushRef="#br0" timeOffset="6443.887">2032 1629,'-3'-10,"0"1,-1 0,-1 0,1 0,-2 1,1-1,-1 1,0 1,-1-1,0 1,-5-4,9 8,0 0,-1 1,1 0,-1-1,0 1,1 1,-1-1,0 1,0-1,0 1,0 0,-1 1,1-1,0 1,0-1,0 1,-1 0,1 1,0-1,0 1,0 0,0 0,0 0,0 1,0-1,0 1,0 0,-1 1,0 0,1-1,-1 1,1 0,0 0,0 1,0-1,1 1,-1 0,1 0,0 0,0 0,0 1,1-1,0 1,-1 0,2 0,-1-1,0 1,1 0,0 0,0 1,1-1,-1 0,1 0,0 0,1 0,-1 1,1-1,0 0,0 0,1 0,-1 0,1-1,0 1,0 0,1-1,-1 1,1-1,0 0,1 0,-1 0,1 1,2-2,0 1,0 0,1-1,-1 0,1-1,0 1,0-1,0-1,0 1,0-1,0 0,0-1,0 0,0 0,0 0,0-1,0 0,1-1,-2 1,1-1,0-1,0 1,-1-1,1 0,-1-1,0 1,0-1,0-1,-1 1,1-1,-1 0,0 0,0 0,-1-1,0 0,0 0,0 0,0 0,-1 0,0-1,0-2,5-62,-18 95,9-18,1 1,0-1,0 1,1 0,0-1,0 1,1-1,-1 1,1-1,1 0,-1 0,1 0,0 0,1 0,-1-1,1 1,0-1,0 0,1 0,0 0,0-1,0 0,0 0,1 0,-1 0,1-1,0 0,0 0,0-1,0 0,1 0,-1 0,7 0,-4 1,1-1,-1 0,1-1,-1 0,1-1,0 0,0 0,-1-1,1 0,0-1,-1 0,1 0,-1-1,0 0,0-1,0 0,0-1,-1 0,0 0,0 0,0-1,-1-1,1 1,-1-1,-1 0,0-1,0 1,0-1,-1 0,0-1,2-5,23-90,-32 128,1 1,1 0,1 0,2-1,4 23,-5-40,0 0,1 1,-1-1,1 0,1 0,-1-1,1 1,1-1,-1 0,1 0,0 0,0-1,1 1,-1-1,1-1,0 1,1-1,0 0,19 9</inkml:trace>
  <inkml:trace contextRef="#ctx0" brushRef="#br0" timeOffset="6714.735">2648 1187,'-14'-9,"-9"-3,0 3,3 7,8 9,12 10,16 7,5-1</inkml:trace>
  <inkml:trace contextRef="#ctx0" brushRef="#br0" timeOffset="7372.53">3610 1856,'60'-279,"-55"253,-2 13,0-1,-1 1,0-1,-1 0,0 1,-2-1,1 0,-3-8,2 20,0 0,0 0,-1 0,1 0,-1 0,1 1,-1-1,0 1,0-1,0 1,0 0,0-1,0 1,0 0,0 0,0 1,0-1,-1 0,1 1,0-1,0 1,-1 0,1-1,0 1,-1 1,1-1,0 0,-1 0,1 1,0-1,0 1,-1 0,1 0,0 0,0 0,0 0,0 0,0 0,0 1,0-1,1 1,-1-1,0 1,1 0,-1 1,1-3,1 1,0-1,-1 1,1 0,0-1,0 1,-1 0,1 0,0-1,0 1,0 0,0-1,0 1,0 0,0 0,0-1,0 1,0 0,1-1,-1 1,0 0,0-1,1 1,-1 0,0-1,1 1,-1-1,1 1,-1 0,0-1,1 1,-1-1,1 1,0-1,-1 0,1 1,-1-1,1 0,0 1,-1-1,1 0,0 1,-1-1,1 0,0 0,0 0,36 10,183 3,-216-13,0 1,0-1,0 1,-1 0,1 0,0 0,0 1,-1-1,1 1,-1 0,1 0,-1 0,0 0,1 1,-1-1,-1 1,1 0,0 0,-1 0,1 0,-1 0,0 1,0-1,0 1,0-1,-1 1,0 0,0 0,1 0,-1 165,-1-166,0 1,0-1,0 0,1 0,-1 0,1 0,0 0,0 1,0-1,0-1,1 1,-1 0,1 0,0 0,0-1,0 1,0-1,0 1,0-1,1 0,-1 0,1 0,0 0,-1-1,1 1,0-1,0 1,0-1,0 0,0 0,0 0,0-1,0 1,1-1,-1 0,0 0,0 0,1 0,6 0,-1-1,1 1,0-2,-1 0,1 0,-1 0,0-1,0-1,0 1,0-2,0 1,-1-1,0 0,0-1,0 0,-1 0,0-1,0 0,-1 0,1 0,-2-1,1 0,-1 0,0-1,-1 1,0-1,0 0,-1 0,0 0,0-1,-1 1,-1-1,1-4,-2 12,1 1,0-1,-1 1,1-1,-1 1,0-1,0 1,1-1,-1 1,0-1,0 1,0-1,-1 1,1-1,0 1,-1-1,1 1,-1-1,1 1,-1-1,1 1,-1 0,0-1,0 1,0 0,0-1,0 1,0 0,0 0,0 0,0 0,-1 0,1 0,0 1,-1-1,1 0,-1 1,1-1,0 1,-1-1,1 1,-1-1,0 1,1 0,-1 0,0 0,-3 3,-1 1,1 0,0 0,0 0,0 1,0-1,1 1,0 0,0 1,0-1,1 1,0-1,0 1,0 0,1 0,-1 0,2 1,-1-1,0 1,0-1,0 0,0 0,1 0,0 0,-1 0,2 0,-1 0,1 0,0 0,0 0,1 1,0-1,0 0,0 0,1 0,0 0,0-1,1 1,-1 0,1-1,0 0,1 1,-1-1,1-1,4 6,0-4,1 0,0 0,0-1,0 0,1 0,-1-1,1-1,6 2,33 8</inkml:trace>
  <inkml:trace contextRef="#ctx0" brushRef="#br0" timeOffset="8771.877">4706 1629,'-15'-6,"0"1,0 1,-1 0,0 1,0 0,0 2,-15-1,25 3,0-1,0 0,0 1,0 0,1 1,-1-1,1 1,-1 0,1 0,-1 1,1 0,0 0,0 0,1 0,-1 1,0 0,1 0,0 0,0 0,1 1,-1 0,1 0,-1 0,2-1,-1 1,1-1,0 1,0-1,0 1,1-1,0 1,0 0,0 0,0 0,1 0,0 0,0 0,0-1,1 1,-1 0,1 0,0 0,1 0,-1-1,1 1,0-1,0 1,0-1,1 0,-1 1,1-1,0-1,0 1,1 0,-1-1,1 0,0 1,0-1,0-1,0 1,0-1,3 2,5 0,-1 0,1-1,0 0,0-1,0 0,1-1,-1-1,0 0,0 0,0-1,1-1,-1 0,0 0,-1-2,1 1,0-1,-1-1,0 0,0-1,0 0,-1 0,0-1,0-1,-1 0,0 0,0 0,-1-1,0-1,-1 1,1-1,-2-1,0 1,0-1,-1 0,0 0,2-10,1-13,-1-1,-2 0,-2-1,-1 1,-2-1,-1 1,-2-1,-5-26,7 55,0-4,-1 0,0 0,0-1,-1 2,0-1,-1 0,0 1,-1-1,-5-6,10 16,0 0,-1 0,1 1,-1-1,1 1,-1-1,0 0,1 1,-1-1,1 1,-1-1,0 1,0-1,1 1,-1 0,0-1,0 1,1 0,-1 0,0-1,0 1,0 0,1 0,-1 0,0 0,0 0,0 0,1 0,-1 0,0 0,0 1,0-1,1 0,-1 1,0-1,0 0,1 1,-1-1,0 1,1-1,-1 1,0-1,1 1,-1-1,1 1,-1 0,1-1,-1 1,1 0,-1-1,1 1,0 0,-1 0,1-1,0 1,0 0,-19 48,14-15,1 1,1 0,2 0,2 0,1 0,2 0,1-1,1 1,2-1,2-1,1 0,12 23,-20-44,2 0,0 0,0 0,1-1,0 0,1 0,1 0,-1-1,2 0,-1-1,1 0,1 0,-1-1,2 0,-1-1,1 0,0 0,6 1,-12-7,0 0,0 0,0 0,0-1,0 0,0 0,0-1,0 1,0-1,-1 0,1 0,0-1,0 0,-1 1,1-2,-1 1,1 0,-1-1,0 0,0 0,0 0,0 0,-1-1,1 0,-1 1,2-4,5-6,-1-1,0 0,-1-1,0 1,-1-1,-1-1,2-7,20-87,-32 129,1 0,0-1,1 1,1 0,1 0,0 0,2 0,0 0,3 10,-4-26,1 0,-1 0,1-1,0 1,-1 0,1-1,1 1,-1-1,0 1,0-1,1 0,0 0,-1 0,1 0,0-1,0 1,0-1,0 1,0-1,0 0,0 0,0-1,0 1,1-1,-1 1,0-1,1 0,-1 0,0 0,5-1,-1 0,1 0,-1-1,0 1,0-2,0 1,0-1,0 0,-1 0,1-1,-1 0,3-2,4-6,0-1,-1 0,0-1,-1-1,-1 0,0 0,-1-1,-1 0,0 0,-1-1,3-13,-13 37,1 0,0 1,1-1,0 1,0-1,0 1,1-1,0 1,1-1,0 1,0-1,0 1,1-1,0 0,1 0,-1 1,2-2,-1 1,0 0,1-1,1 1,-1-1,1 0,0-1,0 1,0-1,1 0,0 0,0-1,1 1,4-2,0 0,1 0,-1-1,0-1,1 1,-1-2,1 0,-1 0,1-1,-1-1,1 0,-1 0,0-1,0-1,0 1,-1-2,1 0,-1 0,0-1,0 0,-1 0,0-1,0-1,0 1,-1-2,0 1,-1-1,0 0,0 0,-1-1,2-3,41-119,-49 131,0-1,0 1,0 0,0 0,0 0,1 0,-1 0,1 0,-1 0,0 0,1 0,0 0,-1 0,1 0,0 0,-1 1,1-1,0 0,0 0,0 1,0-1,-1 0,1 1,0-1,0 1,0-1,0 1,0 0,1-1,-1 1,0 0,0 0,0 0,0-1,0 1,0 0,0 1,0-1,1 0,-1 0,0 0,0 1,0-1,0 1,11 8,-1 0,-1 1,0 0,0 1,-1 0,0 1,-1 0,0 1,3 2,2 3,0 1,-1 1,0 0,-2 1,7 20,-16-40,0 0,0 1,-1-1,1 1,-1-1,1 0,-1 1,1 0,-1-1,0 1,0-1,0 1,0-1,0 1,0-1,0 1,0 0,-1-1,1 1,0-1,-1 1,0-1,1 0,-1 1,0-1,0 1,1-1,-1 0,0 0,0 0,-1 1,1-1,0 0,0 0,0 0,-1-1,1 1,0 0,-1 0,1-1,-1 1,1-1,-1 1,1-1,-1 0,1 1,-1-1,0 0,1 0,-1 0,1 0,-1-1,1 1,-1 0,1-1,-1 1,0-1,0 0,-1 0,1-1,-1 1,1-1,0 0,0 0,0 0,0 0,0 0,0 0,0-1,1 1,-1-1,1 1,-1-1,1 1,0-1,0 0,1 0,-1 1,0-1,1 0,0 0,-1 0,1 0,0 0,1 1,-1-1,0 0,1 0,0 0,0 0,-1 1,1-1,1 0,-1 1,0-1,1 1,-1-1,1 1,0 0,0 0,0 0,0 0,2-2,3-2,0 0,0 0,0 1,0 0,1 1,0-1,0 1,0 1,0 0,1 0,-1 0,1 1,0 0,-1 1,1 0,0 1,0-1,0 2,0-1,2 1,-8 1,1-1,-1 1,1 0,-1 0,0 0,0 0,0 1,0-1,0 1,-1-1,1 1,-1 0,1 0,-1 1,0-1,0 0,-1 1,1-1,-1 1,0-1,1 1,-2 0,1-1,0 5,0-3,0-1,0 1,1-1,-1 1,1-1,0 1,0-1,1 0,-1 0,1 0,0 0,0-1,0 1,1-1,-1 1,3 0,1-1,0 0,1 0,0-1,0 0,-1 0,1-1,0 0,0-1,0 1,0-2,0 1,0-1,0 0,0-1,0 0,0 0,-1 0,1-1,-1 0,0-1,0 0,0 0,0 0,-1-1,1 0,-1 0,0-1,-1 0,4-3,-6 4,1 0,0 0,-1 0,0 0,0 0,-1 0,1-1,-1 0,0 1,-1-1,1 0,-1 0,0 0,-1 0,1 0,-1 0,-1 0,1 0,-1 0,0 0,0 0,0 1,-1-1,0 0,0 1,-1-1,0 1,1 0,-2-1,1 1,-1 1,1-1,-1 1,-1-1,1 1,-1 0,1 1,-1-1,0 1,0 0,-2-1,-1 1,-1 1,1 0,-1 0,1 1,-1 0,1 0,-1 1,0 0,1 0,-1 1,0 1,1-1,0 1,-1 1,1-1,0 2,0-1,0 1,1 0,-1 0,1 1,0 0,0 1,1-1,-1 1,1 0,1 1,-1 0,1 0,0 0,1 0,-3 6,6-8,0 0,1-1,0 1,0 0,0-1,0 1,1 0,0-1,0 1,0-1,0 1,1-1,-1 1,1-1,1 0,-1 0,0 0,1 0,0 0,0-1,0 1,0-1,1 0,-1 0,1 0,0 0,0-1,0 1,0-1,0 0,1 0,-1-1,1 1,-1-1,1 0,3 0,29 11</inkml:trace>
  <inkml:trace contextRef="#ctx0" brushRef="#br0" timeOffset="9021.82">6711 1322,'-16'-12,"-7"-3,-2 3,3 8,5 11,5 12,6 2</inkml:trace>
  <inkml:trace contextRef="#ctx0" brushRef="#br0" timeOffset="9304.067">6779 1883,'16'11,"12"6,12 3,11 0,9-4,2-1,-9-5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4:28.5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1009 624,'9'-10,"-1"0,-1-1,1 0,-2 0,0 0,0-1,-1 0,0 0,2-11,-7 21,0-1,1 1,-1 0,0-1,0 1,-1-1,1 1,0 0,-1-1,1 1,-1 0,0 0,0-1,0 1,0 0,0 0,0 0,-1 0,1 0,-1 0,1 1,-1-1,0 0,1 1,-1-1,0 1,0 0,0-1,0 1,0 0,-1 0,1 1,0-1,0 0,-1 1,1-1,0 1,-1 0,1 0,-1 0,1 0,0 0,-1 0,-12 0,1 0,-1 0,1 1,-1 1,1 1,-1 0,1 1,0 0,0 1,1 1,0 0,0 1,0 0,0 1,1 0,1 1,0 1,0-1,0 2,1 0,8-9,-1 0,1 0,0 0,0 0,0 0,0 0,0 1,0-1,1 1,-1 0,1-1,0 1,0 0,0 0,0-1,0 1,1 0,-1 0,1 0,0 0,0 0,0 0,0 0,0 0,1 0,-1 0,1 0,0 0,0-1,0 1,0 0,0 0,1-1,-1 1,1-1,0 1,0-1,0 0,0 1,2 0,4 0,0 0,1-1,0-1,-1 1,1-2,0 1,0-1,0 0,-1-1,1 0,0 0,-1-1,1 0,-1-1,1 1,-1-2,0 1,0-1,-1 0,3-2,9-6,0-1,-1 0,-1-2,0 0,-1 0,0-2,-2 0,0-1,0 0,-2-1,-1 0,0-1,-1 0,-1-1,-1 0,-1-1,-1 1,-1-1,-1 0,-1-1,0 1,-2-1,-1 1,0-1,-2 1,-2-10,4 26,-1-1,1 0,-1 1,-1-1,1 1,-1-1,0 1,-1 0,1-1,-1 1,-1 1,1-1,-1 0,0 1,0 0,-3-3,4 7,1 0,-1 1,1-1,-1 1,1 0,-1 0,1 0,-1 0,1 0,-1 1,1-1,-1 1,1-1,-1 1,1 0,0 0,-1 0,1 0,0 1,0-1,0 0,0 1,0 0,0-1,0 1,1 0,-1 0,0 0,1 0,0 0,-1 1,1-1,0 0,0 2,-10 18,2 0,0 0,2 0,0 1,2 0,0 1,2-1,0 1,2 0,0 10,0-3,1-1,1 1,1-1,2 1,1-1,1 0,2 0,1-1,1 0,2-1,1 0,1 0,9 12,-20-34,1 0,-1-1,1 0,0 0,0 0,1 0,0 0,0-1,0 0,0 0,0 0,1-1,0 0,-1 0,1 0,0-1,1 0,-1 0,0 0,1-1,-1 0,1 0,-1-1,1 0,-1 0,1 0,-1-1,1 0,5-1,-2-5,-1 0,1 0,-1-1,-1 0,1-1,-1 0,-1 0,0-1,0 0,-1 0,0 0,-1-1,0 0,0 0,-1 0,-1-1,0 0,-1 1,0-1,0 0,-2 0,1 0,-2-4,-5-23,-10 57,13-11,0 0,1 0,0 1,1-1,-1 0,1 1,1-1,-1 1,1-1,0 1,1-1,0 1,0-1,1 1,0-1,0 0,1 0,0 0,0 0,0 0,1-1,0 1,0-1,1 0,0 0,0-1,0 1,1-1,-1 0,1-1,1 1,-1-1,0-1,3 2,0-1,0-1,1 0,0 0,0 0,0-2,0 1,0-1,0-1,0 0,0 0,1-1,-1 0,0-1,4-1,-8 2,0-1,-1 0,1 0,0 0,-1-1,0 0,1 0,-1 0,-1-1,1 0,0 0,-1 0,0 0,0-1,0 0,0 0,-1 0,0 0,0 0,0 0,-1-1,0 0,0 1,1-4,2-56,-9 104,5-29,0-1,1 1,0-1,0 1,1-1,1 0,-1 0,1-1,1 1,0-1,0 0,1 0,-1 0,2-1,-1 0,1 0,0 0,1-1,-1 0,1-1,0 0,1 0,-1-1,1 0,0 0,0-1,0 0,1 0,-1-1,0-1,1 1,0-2,-1 1,1-1,0-1,-1 0,1 0,-1-1,7-1,-6-5,1 1,-1-2,0 1,-1-1,0-1,-1 0,0 0,0 0,-1-1,0 0,-1-1,-1 1,1-1,-2 0,0-1,0 1,-1-1,-1 0,1-11,7-41,-12 58,-3 20,-6 46,2 1,3 0,3 0,2 10,0-40,9 528,-8-499,-2-16</inkml:trace>
  <inkml:trace contextRef="#ctx0" brushRef="#br0" timeOffset="620.638">2080 1506,'2'-724,"-1"696,-2 14,2 0,-1 0,2 0,0 0,1 0,0 0,2-2,-4 15,-1-1,1 0,-1 1,1 0,0-1,0 1,0-1,0 1,0 0,0 0,0-1,0 1,0 0,0 0,1 0,-1 0,0 0,1 1,-1-1,1 0,-1 1,1-1,-1 1,1-1,0 1,-1 0,1 0,0 0,-1 0,1 0,-1 0,1 0,0 0,-1 0,1 1,-1-1,1 1,-1-1,2 2,53 35,-47-28,0 1,0 0,-1 0,0 1,-1 0,-1 1,0 0,0-1,-1 2,0-1,2 13,-6-20,1 0,-1 0,-1 0,1 0,-1 0,1 0,-2 0,1 0,0 0,-1 0,0 0,0 0,-1 0,1 0,-1-1,0 1,0 0,-1-1,1 0,-1 1,0-1,0 0,0 0,-1-1,0 1,1-1,-1 0,0 0,-1 0,1 0,0-1,-1 1,1-1,1 0,-1 0,1 0,-1 0,0-1,0 1,0-1,0 0,0 0,0-1,0 1,0-1,0 0,-1 0,1 0,0 0,0-1,0 0,0 0,0 0,0 0,0-1,1 1,-1-1,0 0,1 0,-1 0,1-1,0 1,-1-1,1 0,1 0,-1 0,0 0,1 0,-1-1,1 1,0-1,0 0,1 1,-1-1,1 0,0 0,0 0,-1-4,2 2,0-1,1 1,0 0,0-1,0 1,1 0,-1 0,2 0,-1 0,1 1,-1-1,2 0,-1 1,0 0,1 0,0 0,1 0,-1 1,1-1,-1 1,1 0,1 1,-1-1,0 1,6-2,3-2,0 0,1 1,-1 1,1 1,0 0,0 1,1 0,-1 2,1-1,2 2,-12 0,-1-1,1 1,-1 1,1-1,-1 1,0 0,1 0,-1 1,0 0,0 0,1 0,-2 0,1 1,0 0,0 0,-1 0,0 0,1 1,-1 0,-1 0,1 0,0 0,-1 0,0 1,0 0,1 3,10 37,-14-40,1 0,0 0,0 0,0-1,1 1,-1 0,1-1,0 1,0-1,1 0,-1 0,1 0,0 0,0 0,0 0,1-1,-1 0,1 1,0-1,0-1,0 1,0 0,1-1,2 1,2-1,-1 0,0-1,1 0,-1 0,1-1,0 0,-1 0,1-1,-1-1,0 1,1-1,-1-1,0 1,0-1,0-1,0 0,-1 0,0 0,1-1,-2 0,1 0,0-1,-1 0,0 0,-1 0,1-1,-1 0,0 0,-1 0,0-1,0 1,0-1,-1 0,-1 0,1 0,0-7,-1 10,-1-1,1 1,-1 0,-1 0,1-1,-1 1,0 0,0-1,0 1,-1 0,0-1,0 1,-1 0,1 0,-1 0,0 0,0 0,-1 0,1 0,-1 1,0-1,0 1,-1 0,1 0,-1 0,0 0,0 1,0 0,-1 0,1 0,-4-2,0 4,-1-1,1 1,-1 1,1 0,-1 0,0 0,1 1,-1 1,1-1,0 1,-1 1,1-1,0 2,0-1,0 1,1 0,0 0,-1 1,2 0,-1 1,0-1,1 1,0 0,0 1,1 0,0 0,0 0,1 0,0 1,0-1,0 1,1 0,-1 5,2-9,1 0,0 1,0-1,0 0,1 0,-1 1,1-1,0 0,0 1,1-1,-1 0,1 1,0-1,0 0,1 0,-1 0,1 0,0 0,0 0,0 0,0 0,1-1,-1 1,1-1,0 0,0 0,0 0,1 0,-1-1,1 1,-1-1,1 0,0 0,1 1,31 11</inkml:trace>
  <inkml:trace contextRef="#ctx0" brushRef="#br0" timeOffset="935.805">2895 303,'-12'-1,"-1"2,1 0,-1 1,1 0,0 0,0 2,0-1,0 1,1 1,-10 5,16-7,0 0,0 1,1-1,-1 1,1 0,0 0,0 0,0 0,1 1,0 0,0-1,0 1,0 1,1-1,-1 0,2 0,-1 1,0-1,1 1,0 0,0-1,1 1,0 0,0 2,4 13,1 1,0-2,2 1,1-1,0 0,2 0,0-1,1 0,1-1,1-1,0 1,1-2,1 0,2 0,-8-3,1 0,0-1,0 0,1-1,1-1,0 1,1-2,0 0,0 0,1-1,0-1,0 0,0-1,1-1,0 0,10 1,54-3,-42-4</inkml:trace>
  <inkml:trace contextRef="#ctx0" brushRef="#br0" timeOffset="6026.266">301 2228,'-113'-65,"107"62,-1 0,1 1,-1-1,1 2,-1-1,0 1,0 0,0 0,0 1,0 0,0 0,0 0,1 1,-1 0,0 1,0 0,-2 1,5-2,0 1,1-1,-1 1,1 0,-1 1,1-1,0 0,-1 1,1 0,1 0,-1 0,0 0,1 0,-1 1,1-1,0 1,0-1,1 1,-1 0,1 0,-1 0,1 0,1 0,-1 0,0 0,1 0,0 0,0 0,0 0,1 0,-1 0,1 0,0 0,0 0,0 0,1 0,-1 0,1-1,0 1,0 0,0-1,0 0,1 1,0-1,-1 0,2 0,7 3,0 0,1-1,-1 0,1-1,1-1,-1 0,0 0,1-1,-1-1,1 0,0 0,-1-2,1 1,0-2,-1 0,1 0,-1-1,2-1,-2 0,0 1,0-2,-1 0,0 0,0-1,0-1,-1 0,0 0,8-8,-14 12,-1 0,0 0,0-1,0 1,0-1,0 0,-1 0,1 0,-1 0,0 0,0 0,-1-1,0 1,1 0,-1-1,-1 1,1-1,-1 0,1 1,-1-1,-1 0,1 1,-1-1,1 1,-1-1,-1 1,0-4,1 6,1-1,-1 1,0 0,0 0,0-1,-1 1,1 0,0 0,-1 0,1 0,-1 0,0 0,0 1,1-1,-1 0,0 1,0 0,-1-1,1 1,0 0,0 0,-1 0,1 0,0 1,-1-1,1 1,-1-1,1 1,-1 0,1 0,-1 0,1 0,-1 0,1 1,-1-1,1 1,0 0,-1-1,1 1,0 0,-1 0,1 1,0-1,0 0,0 1,0-1,0 1,0 0,1 0,-1 0,0 0,0 1,0 2,0-1,1 1,-1-1,1 1,0-1,0 1,1 0,0-1,0 1,0 0,0-1,0 1,1 0,0-1,0 1,0-1,1 1,0-1,-1 1,2-1,-1 0,0 0,1 0,0 0,0-1,0 1,0-1,1 2,6 4,0-1,0 0,1 0,0-1,0 0,1-1,0 0,0-1,9 3,-7-3,0 0,1-1,-1 0,1-1,-1-1,1 0,0-1,0-1,0 0,0-1,0 0,0-2,-1 1,1-2,11-4,-21 4,0 0,0-1,-1 0,0 1,1-2,-2 1,1 0,-1-1,1 0,-2 0,1 0,-1 0,1 0,-2 0,1 0,-1-1,0 1,0-1,-1 1,0-1,0 0,0 1,-1-1,0 1,0 0,-1-1,0 1,0 0,0 0,-1 0,0 0,0 0,0 0,-1 1,-3-5,7 10,0 0,0-1,0 1,0-1,-1 1,1 0,0-1,0 1,0-1,0 1,0 0,-1-1,1 1,0 0,0-1,-1 1,1 0,0-1,-1 1,1 0,0-1,-1 1,1 0,0 0,-1 0,1-1,0 1,-1 0,1 0,-1 0,1 0,0 0,-1 0,1 0,-1 0,1 0,-1 0,1 0,0 0,-1 0,1 0,-1 0,1 0,0 0,-1 0,1 1,-1-1,1 0,0 0,-1 1,1-1,0 0,-1 0,1 1,0-1,0 0,-1 1,1-1,0 0,0 1,0-1,-1 0,1 1,0-1,-6 30,7-22,0-1,0 0,0 0,1 1,0-1,1-1,-1 1,1 0,1-1,-1 1,1-1,0 0,1 0,-1 0,1-1,0 0,0 0,1 0,0 0,0-1,0 0,0 0,0-1,1 0,0 0,0 0,0-1,0 0,0 0,0-1,1 1,-2-1,-1 1,1-1,0 0,0-1,0 1,0-1,0 0,0 0,0-1,0 0,-1 0,1 0,0-1,0 0,-1 0,1 0,-1-1,0 0,0 0,0 0,0-1,0 1,-1-1,0 0,1-1,-2 1,1-1,0 0,-1 0,0 0,0 0,0 0,-1-1,0 1,0-1,0 1,-1-1,1-2,0 0,-1-1,0 1,0-1,-1 1,0-1,-1 1,0-1,0 0,-2-6,3 14,0 1,0 0,0-1,0 1,0-1,-1 1,1 0,0-1,0 1,0 0,0-1,0 1,-1 0,1-1,0 1,0 0,0-1,-1 1,1 0,0-1,-1 1,1 0,0 0,0-1,-1 1,1 0,0 0,-1 0,1 0,-1-1,1 1,0 0,-1 0,1 0,0 0,-1 0,1 0,-1 0,1 0,0 0,-1 0,1 0,-1 0,1 0,0 1,-1-1,1 0,0 0,-1 0,1 0,0 1,-1-1,1 0,0 0,-1 1,1-1,0 0,0 1,-1-1,1 0,0 0,0 1,0-1,0 1,-1-1,-10 25,9-18,0-1,1 1,-1 0,2-1,-1 1,1 0,0 0,0-1,1 1,0 0,0 0,1-1,0 1,0-1,0 1,1-1,0 0,0 0,0 0,1-1,0 1,0-1,1 0,-1 0,1 0,0 0,0-1,1 0,-1 0,1 0,0-1,4 2,-3-3,0 0,1 0,-1-1,0 1,1-2,-1 1,0-1,1 0,-1-1,1 0,-1 0,0 0,0-1,0 0,0 0,0-1,0 0,0 0,-1-1,1 0,-1 0,0 0,0-1,-1 0,0 0,1 0,-2-1,1 0,-1 0,1 0,-2 0,1-1,-1 1,0-1,0 0,-1 0,0 0,0-1,-1 1,1 0,-2-1,1-6,-6-13,5 27,0-1,0 1,0 0,0-1,0 1,-1-1,1 1,0 0,0-1,0 1,0 0,-1-1,1 1,0 0,0-1,-1 1,1 0,0 0,0-1,-1 1,1 0,0 0,-1 0,1-1,0 1,-1 0,1 0,-1 0,1 0,0 0,-1 0,1 0,0 0,-1 0,1 0,-1 0,1 0,0 0,-1 0,1 0,-1 0,1 0,0 0,-1 0,1 1,0-1,-1 0,1 0,0 0,-1 1,1-1,0 0,0 0,-1 1,1-1,0 0,0 1,-1-1,1 0,0 1,0-1,0 0,0 1,-1-1,-1 5,0 0,0 0,0 1,1-1,0 0,0 1,0-1,0 0,1 1,0-1,0 1,1-1,-1 1,1-1,0 0,1 0,-1 1,1-1,0 0,1 0,-1 0,1-1,0 1,0 0,0-1,0 0,1 0,0 0,0 0,0-1,2 2,3 1,0 0,0 0,1 0,0-1,0-1,0 0,1 0,-1-1,1 0,0-1,0 0,0-1,0 0,0-1,0 0,0-1,0 0,0-1,0 0,0 0,-1-2,1 1,-1-1,0 0,0-1,0-1,0 1,-1-1,0-1,0 0,-1 0,0-1,0 0,5-7,-2-4,0-1,-1 0,-2-1,0 0,-1 0,-1-1,1-6,-22 105,3 2,4-1,3 80,9-4,16 99,-10-149,-8-83,1-1,-1 0,-1 1,-1 0,-1-1,-1 1,-2 7,4-29,-1 0,1 1,0-1,-1 1,1-1,-1 0,1 1,-1-1,1 1,-1 0,1-1,-1 1,1-1,-1 1,0 0,1-1,-1 1,0 0,1 0,-1 0,0-1,1 1,-1 0,0 0,1 0,-1 0,0 0,1 0,-1 0,0 0,1 1,-1-1,0 0,1 0,-1 0,0 1,1-1,-1 0,1 1,-1-1,0 1,1-1,-1 0,1 1,-1-1,1 1,0 0,-1-1,1 1,-1-1,1 1,0 0,0-1,-1 1,1 0,0-1,0 1,0 0,0-1,-1 1,1 0,0 0,-5-18,0 0,1-1,1 1,1-1,0 1,1-5,-1 2,-6-92,4 1,6-1,4 0,15-75,-21 185,2-14,1 0,0 1,1 0,1 0,0 0,1 0,0 1,8-12,-13 24,0 1,0-1,1 0,-1 1,1-1,-1 1,1 0,-1-1,1 1,0 0,-1 0,1 0,0 0,0 0,0 1,0-1,0 0,0 1,0 0,0-1,0 1,0 0,0 0,0 0,0 0,1 0,-1 1,0-1,0 1,0-1,0 1,-1 0,1 0,0 0,0 0,0 0,-1 0,1 0,0 0,-1 1,2 0,58 67,-7 29,-53-95,1 0,-1 1,0 0,0-1,0 1,-1 0,1-1,-1 1,0 0,0-1,0 1,-1 0,1 0,-1-1,0 1,0-1,0 1,-1-1,1 1,-1-1,0 0,1 1,-2-1,1 0,0 0,-1 0,1-1,-1 1,-2 1,-1 0,1-1,-1 0,0 0,0 0,0-1,0 1,0-1,0-1,-1 1,1-1,-1-1,1 1,-1-1,1 0,-1 0,1-1,-1 0,1 0,-1 0,1-1,0 0,0 0,-6-3,11 4,-1 0,1 0,-1 0,1 0,-1 0,1 0,0 0,-1 0,1-1,0 1,0 0,0-1,0 1,0-1,0 1,1-1,-1 1,0-1,1 0,-1 1,1-1,0 0,-1 1,1-1,0 0,0 0,0 1,0-1,0 0,1 1,-1-1,1 0,-1 1,1-1,-1 0,1 1,0-1,0 1,0-1,-1 1,2-1,53-51,82-34,-101 67,0-1,-2-1,-1-3,-1 0,0-2,-3-1,16-20,-28 25,-1-1,-1-1,-2 0,0-1,-2-1,-1 0,-1 0,-1-1,-1 0,-2 0,-1-1,-1 1,-1-1,-2 0,-1 0,-3-15,-21-44,24 85,0 1,0-1,-1 0,1 1,-1-1,0 1,0 0,0-1,0 1,0 0,0 0,0 0,-1 1,1-1,-1 0,1 1,-1 0,0 0,1-1,-1 2,0-1,0 0,0 0,0 1,0 0,0-1,0 1,-1 1,-4 1,1 1,0 0,-1 1,2-1,-1 2,0-1,1 1,0 0,0 0,0 0,1 1,-1 0,1 0,1 1,-1-1,1 1,0 0,1 0,-3 6,-5 11,1 1,1-1,1 2,1-1,2 1,0 0,2 0,0 0,2 1,1-1,1 1,2-1,0 0,6 22,-4-26,1-1,0 0,2 0,0-1,2 0,0 0,1-1,1-1,0 1,2-2,0 0,1-1,1 0,0-1,1-1,0-1,19 11,-29-19,-1 0,1-1,0-1,1 1,-1-1,1 0,-1-1,1 0,0 0,0 0,0-1,0 0,0-1,0 0,0 0,0-1,0 0,0 0,-1-1,1 0,0 0,-1-1,1 0,-1 0,0-1,0 0,0 0,0-1,-1 1,0-1,4-4,52-89,-62 98,0-1,1 1,-1 0,0 0,1 0,-1 0,0 0,1 0,-1 0,0 0,1 0,-1 0,0 0,1 0,-1 0,0 0,1 1,-1-1,0 0,0 0,1 0,-1 0,0 0,0 1,1-1,-1 0,0 0,0 1,1-1,-1 0,0 0,0 1,0-1,0 0,1 0,-1 1,0-1,0 0,0 1,0-1,0 0,0 1,0-1,0 0,0 1,0-1,0 0,0 1,0-1,0 0,0 1,0-1,0 0,0 0,-1 1,1-1,0 0,0 1,0-1,0 0,-1 0,1 1,0-1,0 0,-1 0,1 0,0 1,0 1,1 2,-1 0,1 0,1 0,-1 0,0-1,1 1,0 0,0-1,0 1,0-1,1 0,-1 1,1-1,0 0,0-1,0 1,0 0,0-1,1 0,-1 0,1 0,-1 0,1 0,0-1,0 0,0 0,0 0,4 2,1-1,0 0,-1 0,1-1,0 0,0-1,0 0,0 0,0-1,-1 0,1-1,2 0,-6-1,0 1,-1-1,1 0,0 0,-1-1,0 1,0-1,0 0,0 0,0-1,-1 1,0-1,0 0,0 0,0 0,-1 0,0 0,0 0,-1 0,1-1,-1 1,0-1,0 1,-1-1,0 0,0 1,0-1,-1 1,1-1,-1 0,-1 1,1 0,-1-1,0 1,0 0,-1 0,1 0,-1 0,0 0,0 1,-1-1,1 1,-1 0,0 0,0 0,-1 1,1-1,-3 0,-1 0,0 1,0 0,0 0,0 1,0 0,0 1,0 0,-1 0,1 0,-1 1,1 1,0-1,-1 1,1 1,0 0,0 0,0 0,0 1,0 0,0 1,1 0,0 0,0 0,0 1,0 0,1 1,-1-1,1 1,1 0,-1 1,1-1,0 1,1 0,-4 6,7-9,0 0,0 0,0 1,0-1,1 0,0 0,-1 0,2 0,-1 1,0-1,1 0,0 0,0 0,0 0,0 0,1 0,-1 0,1 0,0-1,0 1,1-1,-1 1,1-1,0 0,0 0,0 0,0 0,0-1,0 1,1-1,-1 0,1 0,0 0,0 0,1 0,32 15</inkml:trace>
  <inkml:trace contextRef="#ctx0" brushRef="#br0" timeOffset="6293.675">2921 1760,'-13'-7,"-12"-2,-8 0,-6 7,2 7,8 11,8 11,12 10,15 8,15 6,4-7</inkml:trace>
  <inkml:trace contextRef="#ctx0" brushRef="#br0" timeOffset="6581.905">3002 2281,'14'12,"11"5,10 0,11-2,9-5,9-3,4-3,0-5,-7-4,-13-1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4:32.3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1 285,'0'-14,"-1"0,2 0,0 0,1 0,0 0,1 0,0 1,1-1,1 1,0 0,1 0,0 1,1 0,1 0,-1 0,8-7,21-16,-35 34,0 1,0-1,0 1,0-1,-1 1,1-1,0 1,0 0,0-1,0 1,0 0,0 0,0-1,0 1,0 0,0 0,0 0,0 0,0 1,0-1,0 0,0 0,0 1,0-1,0 0,0 1,0-1,0 1,0-1,0 1,0 0,-1-1,1 1,0 0,0-1,-1 1,1 0,-1 0,1 0,0 0,-1 0,0-1,1 1,-1 1,7 16,-2-1,-1 1,0 1,-1-1,-1 0,-1 1,0 8,2 21,-1-21,-2-7,2 1,0-1,1 1,1-1,1 0,0 0,2-1,0 0,10 18,-16-35,0 0,-1-1,1 1,0-1,0 1,0-1,0 0,0 1,0-1,1 0,-1 0,0 0,1 1,-1-1,1-1,-1 1,1 0,-1 0,1-1,0 1,-1 0,1-1,0 0,-1 1,1-1,0 0,0 0,-1 0,1 0,0 0,0-1,-1 1,1 0,0-1,-1 1,1-1,0 0,-1 1,1-1,-1 0,1 0,-1 0,0 0,1 0,-1 0,1-1,7-12,0 0,-1 0,0-1,-1 0,0 0,-2-1,0 1,0-1,-2-1,0 1,-1 0,0-5,1-22,-3 47,0 11,0 6,0-1,1 1,1-1,1 0,1 0,3 8,-6-23,1 1,0-1,0 1,0-1,1 0,0 1,0-1,0-1,0 1,1 0,0-1,0 0,0 0,0 0,1 0,0-1,-1 0,1 1,1-2,-1 1,0-1,1 0,-1 0,4 1,-4-2,0-1,1 0,-1 0,0 0,0 0,0-1,0 0,0 0,0 0,0 0,0-1,-1 0,1 0,0 0,-1-1,0 1,1-1,-1 0,0-1,-1 1,1-1,0 1,-1-1,0 0,0 0,0-1,2-3,1-4,0 1,0-1,-1 0,-1 0,0 0,-1-1,0 1,-1-1,0 0,0-7,-11-20,8 39,1 0,-1 1,1-1,-1 1,1-1,-1 1,1-1,-1 1,1-1,-1 1,1-1,-1 1,0 0,1-1,-1 1,0 0,1 0,-1 0,0-1,0 1,1 0,-1 0,0 0,1 0,-1 0,0 0,0 0,1 0,-1 1,0-1,1 0,-1 0,0 0,1 1,-1-1,0 0,1 1,-1-1,1 1,-1-1,0 1,1-1,-1 1,1-1,-1 1,1-1,0 1,-1 0,1-1,0 1,-1 0,1-1,0 2,-3 2,1 1,-1-1,1 1,0 0,1 0,-1 0,1 0,0 0,0 0,1 0,-1 0,1 1,0-1,1 0,-1 0,1 0,0 0,0 1,1-2,-1 1,1 0,0 0,1 0,-1-1,1 1,0-1,0 0,0 0,0 0,1 0,0 0,0-1,0 0,0 0,0 0,1 0,-1-1,1 1,0-1,28 13,0-2,1-1,1-2,0-1,0-1,0-3,1 0,0-3,21-1,-53-1,29 3,1-2,0-2,0-1,21-5,-53 8,0-1,0 0,0 0,0 0,0 0,0 0,0 0,0-1,0 1,0-1,0 1,0-1,0 0,0 0,0 0,-1 0,1 0,0 0,-1 0,1-1,-1 1,1-1,-1 1,0-1,1 1,-1-1,0 0,0 0,0 1,0-1,-1 0,1 0,0 0,-1 0,1 0,-1 0,0 0,0 0,0 0,0 0,0 0,0 0,0 0,-1 0,1 0,-1 0,1 0,-1 0,0 0,0 1,0-1,0 0,-1-1,-10-8,-1 1,-1 0,1 1,-2 0,1 1,-1 1,0 0,-1 1,0 1,0 0,0 1,-8-1,-72-4,93 9,0 0,1 0,-1 0,0 1,1-1,-1 1,1 0,-1 0,1 0,-1 0,1 0,-1 0,1 1,0-1,0 1,0-1,0 1,0 0,0 0,0 0,1 0,-1 0,1 1,-1-1,1 0,0 1,0-1,0 1,0-1,0 1,1-1,-1 1,1 0,0 0,1 3,0 0,1 0,0 0,0-1,1 1,0-1,0 1,0-1,0 0,1 0,0 0,0-1,0 1,1-1,-1 0,1-1,0 1,0-1,1 0,-1 0,0 0,1-1,0 1,0-2,0 1,-1-1,1 1,1-2,-1 1,9 3,0 0,0-1,1-1,-1-1,0 0,1-1,-1 0,1-1,-1-1,0-1,0 0,0-1,13-4,-24 5,0 0,1-1,-1 1,-1-1,1 0,0 0,-1 0,0 0,0-1,0 1,0-1,-1 0,0 1,0-1,0 0,0-1,-1 1,0 0,0 0,-1-1,1 1,-1 0,0-1,0 1,-1 0,0 0,0-1,0 1,0 0,-1 0,0 0,0 0,1 5,1 1,0-1,0 1,0-1,-1 1,1-1,0 0,-1 1,1-1,0 1,-1-1,1 0,-1 1,1-1,0 0,-1 1,1-1,-1 0,1 1,-1-1,1 0,-1 0,1 0,-1 0,1 1,-1-1,1 0,-1 0,0 0,1 0,-1 0,1 0,-1-1,1 1,-1 0,1 0,-1 0,1 0,-1-1,1 1,-1 0,1 0,-1-1,1 1,-1 0,1-1,0 1,-1 0,1-1,0 1,-1-1,1 1,-1 6,1 1,0-1,1 1,-1-1,1 1,0-1,1 0,0 1,0-1,0 0,1 0,-1 0,2 0,-1-1,0 1,1-1,0 0,1 0,-1 0,1-1,0 1,0-1,0 0,0-1,1 1,0-1,7 5,1-2,-1 1,1-2,1 0,-1 0,1-2,0 1,-1-2,1 0,14-1,-18 0,1-1,-1-1,0 0,0 0,0-1,0 0,0-1,0-1,-1 0,1 0,-1-1,0 0,0 0,-1-2,1 1,-2-1,1 0,-1-1,0 0,0 0,-1-1,0 1,-1-2,1 1,-2-1,0 0,1-3,14-83,-23 82,-2 31,2-7,1 0,0 0,1 0,0 0,0 0,1 0,1 0,0 0,0 0,1-1,0 1,0 0,1 0,1-1,-1 0,1 0,1 0,0 0,0-1,1 1,0-1,0-1,1 1,0-1,1 0,-1-1,9 6,21 4,-2-6</inkml:trace>
  <inkml:trace contextRef="#ctx0" brushRef="#br0" timeOffset="268.282">1967 4,'-16'-2,"-8"1,1 6,4 8,10 9,6 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4:30.1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156 696,'-5'7,"0"0,0 1,1 0,0 0,1 0,-1 0,1 1,1-1,0 1,0 0,1 0,0 0,0 0,1 0,0-1,1 1,0 0,0 0,1 0,0 0,0-1,1 1,0-1,1 0,0 0,0 0,1 0,0-1,0 0,1 0,0 0,0 0,0-1,1 0,0-1,6 4,-4-3,1-1,-1-1,2 1,-1-2,0 1,1-1,-1-1,1 0,0-1,0 0,-1 0,9-1,-13 0,0-1,0 0,0 0,0 0,0-1,0 0,0 0,-1 0,1-1,-1 1,0-1,1-1,-1 1,-1-1,1 0,0 0,-1 0,0-1,0 1,0-1,-1 0,0 0,1-2,0-2,0 0,-1-1,0 0,-1 1,0-1,-1 0,0 0,0 0,-1 0,0 0,-1 0,0 0,-1 0,0 0,0 0,-1 1,0-1,-1 1,0 0,-1 0,-2-3,4 5,-1 0,0 1,0 0,-1 0,0 0,0 0,0 1,-1 0,0 0,0 0,0 1,0 0,-1 0,0 0,0 1,0 0,0 1,0-1,0 1,-1 1,1-1,-1 1,1 1,-1-1,1 1,-1 1,1-1,-3 2,-2 1,0 1,1 1,0-1,0 2,1 0,-1 0,1 1,0 0,1 1,0 0,0 0,1 1,0 0,0 1,1 0,-5 9,-13 20</inkml:trace>
  <inkml:trace contextRef="#ctx0" brushRef="#br0" timeOffset="258.305">9 174,'-5'16,"2"17,7 13,12 9,13 4,13-1,-1-11</inkml:trace>
  <inkml:trace contextRef="#ctx0" brushRef="#br0" timeOffset="563.005">704 1,'-11'13,"-2"19,8 17,17 16,20 16,17 11,9 7,-7-14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5:06.7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5309 5357,'39'-2,"-1"-1,-1-2,1-1,35-11,507-128,641-152,-610 143,173-49,-110 3,-220 43,-280 109,-97 7,-39 17,140-67,74-22,-215 97,14-7,1 3,1 2,20-3,23 6,-96 14,0 1,0 0,0 0,0 0,0 0,0-1,0 1,-1 0,1 0,0 0,0 0,0-1,0 1,0 0,0 0,0-1,0 1,0 0,0 0,0 0,0-1,0 1,0 0,0 0,0 0,0-1,1 1,-1 0,0 0,0 0,0 0,0-1,0 1,0 0,1 0,-1 0,0 0,0 0,0-1,0 1,0 0,1 0,-1 0,0 0,0 0,0 0,1 0,-1 0,0 0,0 0,0 0,1 0,-1 0,-21-4,19 4,-76-7,-131-23,180 19,41 8,389 14,-343-7,-58-3,1 0,0 0,-1-1,1 1,0 0,-1 0,1-1,-1 1,1 0,-1 0,0 0,1 0,-1 0,0 0,0 0,1 0,-1 0,0 0,0 0,0-1,0 1,0 0,-1 0,1 0,0 0,0 0,-1 0,1 0,0 0,-1 0,1 0,-1 0,1-1,-1 1,1 0,-1 0,0-1,1 1,-1 0,0-1,0 1,1-1,-1 1,0-1,0 1,0-1,0 1,0-1,0 0,0 1,0-1,-89 77,56-49,0 0,2 3,1 0,2 2,-14 21,16-14,26-40,0 0,1 0,-1 0,0 0,0 0,1 0,-1-1,0 1,1 0,-1-1,1 1,-1 0,0-1,1 1,-1-1,1 1,-1-1,1 1,-1-1,1 1,-1-1,1 1,0-1,-1 0,1 1,0-1,-1 0,1 1,0-1,0 0,0 1,0-1,0 0,0 1,0-1,0 0,0 0,0 1,0-1,0 0,0 1,0-1,1 0,-1 1,0-1,0 0,1 1,-1-1,1 1,-1-1,0 0,1 1,0-1,-1-2,1-26,-1 1,-1-1,-1 0,-2 1,-1 0,-4-14,8 39,-1-7,-1 0,0 0,0 0,-1 1,0-1,-1 1,0 0,0 0,-1 1,0 0,0 0,-1 0,-2-1,9 9,-1 0,1-1,-1 1,0 0,1 0,-1-1,0 1,1 0,-1 0,0 0,1 0,-1 0,0 0,1 0,-1 0,0 0,1 0,-1 0,1 1,-1-1,0 0,1 0,-1 1,0-1,1 0,-1 1,1-1,-1 0,1 1,-1-1,1 1,-1-1,1 1,0-1,-1 1,1-1,0 1,-1 0,1-1,0 1,0-1,-1 1,1 0,0-1,0 1,0 0,0-1,0 1,0 0,0-1,0 1,-3 38,7-18,0 0,1 0,1-1,1 0,1 0,1-1,1 0,0 0,1-1,1 0,1-1,0-1,16 15,-8-12,-21-19,1 0,-1 0,0 1,1-1,-1 0,1 0,-1 0,0 0,1 0,-1 0,1 0,-1 0,0 0,1 0,-1 0,1 0,-1 0,0 0,1 0,-1 0,1 0,-1 0,0-1,1 1,-1 0,0 0,1 0,-1-1,0 1,1 0,-1 0,0-1,1 1,-1 0,0-1,0 1,1 0,-1-1,0 1,0-1,0 1,0 0,0-1,1 1,-1-1,0 1,0 0,0-1,0 1,0-1,0 1,0 0,0-1,-1 1,1-1,0 1,0 0,0-1,0 1,0 0,-1-1,1 1,0-1,-2-10,0 0,-1-1,-1 1,0 0,0 0,-1 1,0-1,-1 1,-1-1,4 5,-10-18,-1 0,-1 2,-1-1,-1 2,0 1,-2 0,-10-9,22 17,25 10,256-6,-123 1,-150 7,0-1,0 1,0 0,0 0,0 0,0 0,0 0,0 0,0 0,0 0,0 0,0 0,0 1,0-1,0 0,0 1,0-1,0 1,0-1,-1 1,1-1,0 1,0 0,0-1,-1 1,1 0,0 0,-1-1,1 1,-1 0,1 0,-1 0,1 0,-1 0,0 0,1 0,-1-1,0 1,0 0,0 0,1 0,-1 0,0 0,0 0,-1 1,1-1,0-1,0 1,0 0,-1 0,1 0,0 0,-1 0,1 0,-1 0,1 0,-1 0,0-1,1 1,-1 0,0 0,-15 17,0-1,-1-1,0-1,-1-1,-1 0,-5 2,1 0,-129 90,144-99,14-10,16-10,23-19,-2-1,-1-2,10-14,-18 7,-38 37,-68 47,59-32,-122 109,121-98,14-21,0 1,0-1,0 0,0 1,-1-1,1 0,0 1,0-1,0 0,0 1,0-1,0 0,0 1,1-1,-1 0,0 1,0-1,0 0,0 1,0-1,0 0,1 1,-1-1,0 0,0 0,0 1,1-1,-1 0,0 0,0 1,1-1,-1 0,0 0,1 0,-1 1,0-1,1 0,-1 0,0 0,1 0,-1 0,0 0,1 0,-1 0,0 0,1 0,-1 0,0 0,1 0,-1 0,0 0,1 0,-1 0,0 0,1 0,-1-1,0 1,1 0,-1 0,0 0,0 0,1-1,-1 1,0 0,0 0,1-1,11-4,0-1,0 0,0 0,-1-2,0 1,0-1,-1-1,0 0,0-1,-1 1,-1-2,8-9,11-38,-27 56,1 1,-1 0,0 0,0 0,0 0,0-1,0 1,0 0,0 0,0 0,-1-1,1 1,0 0,-1 0,1 0,-1 0,1 0,-1 0,1 0,-1 0,0 0,0 0,1 0,-1 0,0 0,0 0,0 1,0-1,0 0,0 1,0-1,0 1,0-1,0 1,0-1,-1 1,1 0,0 0,0-1,0 1,-1 0,1 0,0 0,0 0,0 1,0-1,-1 0,1 0,0 1,-1-1,-3 1,0-1,0 1,0 0,0 0,0 0,0 1,0-1,0 1,1 0,-1 1,1-1,-1 1,1 0,0 0,0 1,0-1,0 1,1 0,0-1,-1 2,2-1,-1 0,-2 5,12 12,1-14</inkml:trace>
  <inkml:trace contextRef="#ctx0" brushRef="#br0" timeOffset="4072.631">309 4554,'-14'-7,"-1"1,0 1,0 0,-1 0,0 2,1 0,-1 1,0 0,0 2,-1 0,1 0,-5 2,16-1,-1 1,1 0,0 0,0 0,0 0,0 1,0 0,1 0,-1 0,1 0,0 1,0 0,0 0,0 0,1 0,-1 1,1-1,0 1,1 0,-1 0,1 0,0 0,0 0,0 1,1-1,0 0,0 1,0-1,1 1,0-1,0 1,0-1,1 1,0-1,0 1,0-1,0 1,2 1,6 15,1-2,1 0,0 0,2-1,0 0,1-1,1 0,1-2,0 0,1 0,1-2,0 0,1-1,19 10,30 26,-54-38,1 1,-2 0,1 1,-2 1,0 0,0 0,-2 1,-7-11,0 0,-1 0,0 0,0 0,0 1,-1-1,1 1,-1-1,0 1,0-1,-1 1,1 0,-1-1,0 1,-1 0,1-1,-1 1,1 0,-2-1,1 1,0-1,-1 1,0-1,0 0,0 0,0 0,-1 0,0 0,-1 2,0-1,0 0,0-1,-1 1,1-1,-1 0,0 0,0-1,0 0,-1 0,1 0,-1 0,0-1,1 0,-1 0,0 0,0-1,0 0,-1 0,1-1,0 1,0-1,0-1,-4 0,8 1,1-1,-1 0,0 0,0 0,0 0,1 0,-1 0,1 0,-1-1,1 1,-1 0,1-1,0 0,-1 1,1-1,0 0,0 1,0-1,1 0,-1 0,0 0,1 0,-1 0,1 0,-1 0,1 0,0 0,0 0,0 0,0 0,0 0,1 0,-1 0,1 0,0-1,30-66,-16 50,1 0,1 1,0 0,1 1,1 2,0 0,1 0,1 2,0 1,1 0,18-6,-38 17,1-1,-1 1,0 0,0 0,1 0,-1 0,0 0,1 0,-1 1,1-1,-1 1,1-1,0 1,-1 0,1 0,-1 1,1-1,-1 0,1 1,-1-1,1 1,-1 0,1 0,-1 0,0 0,0 0,1 1,-1-1,0 0,0 1,0 0,0 0,-1-1,1 1,0 0,-1 0,2 3,14 66,-17-65,0 0,1 1,-1-1,1 0,1 0,-1 0,1 0,0 0,0 0,1 0,0 0,0-1,0 1,1-1,-1 0,1 0,1 0,-1-1,1 0,-1 1,1-2,0 1,1 0,-1-1,3 1,-5-3,1 0,0 0,0 0,-1 0,1-1,0 0,0 0,0 0,-1 0,1 0,0-1,0 0,-1 0,1 0,0 0,-1 0,1-1,-1 1,1-1,-1 0,0 0,0-1,0 1,0-1,0 1,-1-1,1 0,-1 0,1 0,1-3,2-4,-1 0,1 0,-1-1,-1 1,0-1,-1 0,0-1,0 1,0-10,1-106,0 115,5 26,17 63,-22-59,1 0,0-1,2 0,0 0,1 0,1-1,0 0,1-1,0 0,2 0,10 10,-19-23,-1 0,0 0,1 0,-1-1,1 1,0-1,-1 1,1-1,0 0,0 0,0-1,0 1,0-1,0 1,0-1,0 0,0 0,0 0,0 0,0-1,-1 1,1-1,0 0,0 0,0 0,0 0,-1 0,1-1,0 1,0-1,22-16</inkml:trace>
  <inkml:trace contextRef="#ctx0" brushRef="#br0" timeOffset="4502.851">1178 4447,'-6'15,"0"1,1-1,1 1,0 0,1 1,1-1,0 1,1-1,1 1,1-1,0 1,1-1,1 0,0 0,2 0,4 12,-5-10,47 224,-50-239,-1-1,0-1,0 0,0 1,0-1,0 0,0 0,0 1,1-1,-1 0,0 0,1 0,-1 1,1-1,-1 0,1 0,0 0,0 0,-1 0,1 0,0 0,0 0,0 0,0 0,0-1,0 1,0 0,0-1,0 1,1-1,-1 1,0-1,0 1,0-1,2 0,72-68,-67 62,0 0,0 0,0 1,0 0,1 1,0 0,0 0,0 1,0 0,5 0,-10 2,0 0,-1 1,1 0,0-1,-1 1,1 1,0-1,0 1,-1-1,1 1,-1 0,1 0,0 1,-1-1,0 1,1-1,-1 1,0 0,0 1,0-1,0 0,-1 1,1-1,0 1,-1 0,0 0,0 0,1 2,0 0,-1 0,0 0,0-1,0 1,-1 1,0-1,0 0,0 0,0 0,-1 0,0 1,0-1,0 0,-1 0,0 1,0-1,0 0,-1 0,1 0,-1 0,0 0,-1-1,1 1,-1-1,0 1,0-1,-1 0,1 0,-2 1,-5 6,-1 0,0-1,-1 0,0-1,0 0,-1-1,0-1,-1 0,-10 4,22-10,-4 2,1-1,-1 0,0 0,1 0,-1 0,0-1,0 0,0-1,0 1,-1-1,1 0,0 0,0-1,5 1,1 0,-1-1,0 1,0 0,1 0,-1-1,1 1,-1 0,0-1,1 1,-1-1,1 1,-1-1,1 1,-1-1,1 1,-1-1,1 1,-1-1,1 0,0 1,0-1,-1 0,1 1,0-1,0 0,0 1,-1-1,1 0,0 0,0 1,0-1,0 0,0 1,0-1,1 0,-1 0,4-14</inkml:trace>
  <inkml:trace contextRef="#ctx0" brushRef="#br0" timeOffset="4894.412">1580 4835,'7'-5,"59"-38,-2-4,-2-2,0-6,-45 39,0 0,-2-2,0 0,-1-1,-1 0,-1-1,0 0,-2-1,0-1,-2 1,0-2,2-11,-6 20,-1-1,-1 0,0 0,-1 0,0 0,-2 0,1 0,-2 0,0 0,-1 1,0-1,-1 0,4 14,-1-1,1 1,0 0,0-1,-1 1,1 0,-1-1,1 1,-1 0,0-1,1 1,-1 0,0 0,0 0,0 0,0 0,0 0,0 0,0 0,0 0,0 0,0 0,-1 1,1-1,0 0,-1 1,1-1,0 1,-1 0,1-1,0 1,-1 0,1 0,-1 0,1 0,-1 0,1 0,0 0,-1 0,1 1,-1-1,1 1,0-1,-1 1,1-1,0 1,0 0,-1-1,1 1,0 0,0 0,0 0,0 0,0 0,0 0,0 0,1 1,-1-1,0 0,1 0,-1 1,0-1,1 2,-7 13,1 0,1 1,1-1,1 1,0 0,1 1,1-1,0 16,1-22,1 117,7 1,4-1,29 115,-20-118,82 608,-95-663</inkml:trace>
  <inkml:trace contextRef="#ctx0" brushRef="#br0" timeOffset="5380.511">1927 5155,'4'-9,"0"0,1 0,-1 0,2 1,-1 0,1 0,1 0,-1 1,1 0,1 0,-1 0,1 1,0 0,3 0,-10 4,12-8,1-1,0 2,0 0,1 0,0 2,1 0,-1 0,1 2,1 0,10-2,-24 7,1 0,0 0,0 1,-1 0,1-1,-1 1,1 0,-1 1,1-1,-1 1,1-1,-1 1,0 0,0 0,0 1,0-1,0 1,-1-1,1 1,-1 0,0 0,1 0,-1 0,-1 0,1 0,0 1,-1-1,0 1,1 1,41 50,-41-53,0 0,1-1,-1 1,1-1,-1 0,1 1,0-1,-1 0,1-1,0 1,0 0,-1-1,1 0,0 0,0 0,0 0,0 0,-1 0,1-1,0 1,0-1,0 0,-1 0,1 0,-1 0,1 0,0-1,-1 1,0-1,1 1,-1-1,0 0,0 0,0 0,0 0,0 0,-1-1,1 1,-1-1,1 1,-1-1,1-1,2-8,0-1,0 1,-2-1,1 0,-1 0,-1 0,-1 0,0 0,0-3,3-56,-3 73,0-1,0 0,1 0,-1 0,0 0,0 0,0 0,0 0,1 0,-1 0,0 0,0 0,0 0,1 0,-1 0,0 0,0 0,0 0,0 0,1 0,-1 0,0 0,0 0,0 0,0-1,0 1,1 0,-1 0,0 0,0 0,0 0,0 0,0-1,0 1,1 0,-1 0,0 0,0 0,0 0,0-1,0 1,0 0,0 0,0 0,0 0,0-1,6 20,2 18,-6-20,1 0,1 0,0-1,1 1,1-1,0 0,1-1,1 1,1-1,0-1,0 0,2 0,1 1,43 13,-32-25</inkml:trace>
  <inkml:trace contextRef="#ctx0" brushRef="#br0" timeOffset="5763.678">2716 4835,'0'9,"1"0,0 0,0 0,1 0,0-1,0 1,1 0,0-1,0 0,1 0,1 0,-1 0,1 0,0-1,1 0,0 0,0-1,0 1,1-1,0-1,0 1,0-1,1 0,0-1,0 0,3 1,-8-4,0 0,0 0,-1-1,1 1,0-1,0 0,0 0,-1 0,1 0,0 0,0-1,0 1,-1-1,1 0,0 1,-1-1,1-1,-1 1,1 0,-1-1,1 1,-1-1,0 0,0 1,0-1,0 0,0 0,1-2,46-69,-46 67,7-12,-2 1,0-2,-1 1,-1-1,-1 0,-1 0,2-18,-20 98,12-56,1-1,0 1,1 0,-1 0,1 0,0 0,0-1,1 1,-1 0,1 0,0 0,1-1,-1 1,1 0,0-1,0 1,0-1,0 0,1 0,0 0,0 0,0 0,0-1,1 1,-1-1,1 0,1 1,3 0,0-1,0 0,0-1,0 1,1-2,-1 1,1-1,0 0,-1-1,1 0,43-1</inkml:trace>
  <inkml:trace contextRef="#ctx0" brushRef="#br0" timeOffset="6355.532">3558 4688,'-6'-1,"0"1,0 0,0 0,0 1,0 0,0 0,0 0,0 1,0 0,1 0,-1 1,1-1,-1 1,1 0,0 1,0-1,0 1,1 0,-1 0,1 0,0 1,0 0,1 0,-1 0,1 0,0 0,0 0,1 1,0 0,0-1,0 1,1 0,-1 0,1 0,1 0,-1 0,1 0,0 5,2-6,-1-1,1 0,0 1,0-1,0 0,0 0,1 0,0-1,-1 1,1 0,1-1,-1 0,0 0,1 0,0 0,0-1,0 1,0-1,0 0,0 0,0 0,2 0,5 2,1-1,0 0,0-1,0 0,1 0,-1-1,11-1,-9-1,0-1,0 0,0 0,0-2,-1 0,1 0,-1-1,0-1,-1 0,1 0,-1-2,-1 1,1-2,-1 1,-1-2,1 1,-2-1,8-9,-1-2,-1-1,-1 0,-1-1,-1 0,-1 0,-1-2,0 1,-3-1,5-19,-4 0,-1 1,-2-1,-2-1,-2 1,-1 0,-3 0,-2 0,-1 0,-3 1,-2-4,7 33,0 0,-1 1,0 0,-1 0,0 1,-1-1,-1 1,-2-3,8 13,1 0,-1 1,1-1,-1 1,1-1,-1 1,0-1,0 1,0 0,0 0,0 0,0 0,0 0,0 0,0 1,0-1,-1 1,1-1,0 1,0 0,-1 0,1 0,0 0,0 0,-1 0,1 1,0-1,0 1,0 0,-1-1,1 1,0 0,0 0,0 1,1-1,-1 0,0 1,0-1,1 1,-1-1,1 1,-1 0,1-1,-1 1,1 0,0 0,0 0,0 0,0 2,-11 19,2 1,0 0,2 0,0 1,2 0,1 0,1 0,1 1,1 0,1 22,0-17,1 0,2 0,0 0,3 0,0 0,2-1,1 0,2 0,1-1,1 0,1-1,2-1,0 0,2-1,1 0,1-2,2 0,0-1,14 11,-30-29,1 1,0-1,0-1,1 1,-1-1,1 0,0 0,0-1,0 0,1 0,-1-1,1 0,-1 0,1-1,0 0,-1 0,1-1,0 0,0 0,0-1,-1 0,1 0,0-1,-1 0,1 0,6-4,-1-5,-1-2,0 1,-1-2,-1 1,0-1,0-1,-1 0,-1 0,-1-1,0 0,-1 0,-1 0,0-2,22-71,-24 102,-3 8,11 112,-10-128,1 0,-1-1,1 1,0 0,0-1,1 1,-1-1,1 0,0 0,0 0,0 0,1-1,-1 1,1-1,0 0,0 0,0 0,1 0,-1-1,0 0,1 0,0 0,-1 0,1-1,2 1,26 1,-3-6</inkml:trace>
  <inkml:trace contextRef="#ctx0" brushRef="#br0" timeOffset="6621.596">4494 4340,'-14'-5,"-6"-3,-5-3,2 0</inkml:trace>
  <inkml:trace contextRef="#ctx0" brushRef="#br0" timeOffset="6775.236">3745 4166,'27'-9,"28"-8,24-5,20-1,8 1,-13 4</inkml:trace>
  <inkml:trace contextRef="#ctx0" brushRef="#br0" timeOffset="6999.638">4601 4754,'14'-7,"1"-2,-2 0,1 0,-1-1,-1-1,0 0,-1-1,0 0,0-1,-1 0,-1 0,0-1,-1 0,-1-1,0 0,-1 0,-1 0,0-1,-1 0,0 0,-2 0,0 0,0-1,-2-3,0 17,0-1,0 1,-1-1,0 0,1 1,-1-1,0 1,-1 0,1-1,-1 1,1 0,-1 0,0 0,0 0,0 0,-1 0,1 0,-1 1,0-1,1 1,-1 0,0 0,0 0,0 0,-1 0,1 1,0 0,-1-1,1 1,-1 0,1 1,-1-1,0 1,1-1,-1 1,1 0,-1 0,-1 1,-1 1,-1 0,0 1,1-1,0 2,0-1,0 1,0-1,0 2,1-1,-1 1,1-1,1 1,-1 1,1-1,-1 1,2 0,-1 0,1 0,-1 0,2 0,-1 1,1-1,0 2,0-2,0-1,0 1,1 0,0-1,1 1,-1 0,1 0,0 0,0-1,1 1,0 0,0-1,0 1,1 0,-1-1,1 1,1-1,-1 0,1 0,0 0,0 0,0 0,1-1,0 1,0-1,0 0,0 0,1 0,11 4,0-1,0-1,0 0,1-1,0-1,0 0,0-2,0 0,0 0,1-2,-1 0,0-1,1-1,9-2,52-7</inkml:trace>
  <inkml:trace contextRef="#ctx0" brushRef="#br0" timeOffset="7697.648">6286 4380,'-8'-10,"0"-1,-1 1,0 0,0 1,-1 0,0 1,-11-7,18 12,-1 1,0 0,0 0,0 0,0 0,0 1,0 0,-1 0,1 0,0 0,-1 0,1 1,-1 0,1 0,-1 0,1 1,0-1,-1 1,1 0,0 0,-1 1,1-1,0 1,0 0,0 0,-2 2,0 0,1 1,-1-1,1 1,0 0,0 1,0-1,1 1,0 0,0 0,0 0,1 1,0-1,0 1,1 0,0 0,0 0,-1 7,2-9,1 0,-1 0,1-1,0 1,0 0,1 0,0 0,-1-1,2 1,-1 0,0-1,1 1,0-1,0 1,0-1,1 0,-1 0,1 0,0 0,0-1,1 1,-1-1,1 1,-1-1,1 0,0-1,0 1,4 1,0 0,-1-1,1 0,1-1,-1 0,0 0,0 0,1-1,-1 0,1-1,-1 0,1 0,-1-1,1 0,-1-1,0 0,1 0,-1 0,0-1,0-1,-1 1,1-1,5-4,0 0,0-1,-1-1,0 0,0-1,-1 0,0 0,-1-2,0 1,-1-1,-1 0,0-1,-1 0,5-12,-2-1,-1-1,-1 1,-1-1,-2 0,-1-1,-1 1,-1-1,-2 0,-2-13,-13-28,15 70,-1 0,0 0,0-1,0 1,1 0,-1 0,0 0,0-1,0 1,0 0,1 0,-1 0,0 1,0-1,0 0,1 0,-1 0,0 1,0-1,0 0,1 1,-1-1,0 0,1 1,-1-1,0 1,1 0,-1-1,0 1,1-1,-1 1,1 0,-1-1,1 1,0 0,-1 0,1-1,0 1,-1 0,1 0,0 0,0-1,0 1,0 0,-1 0,-8 20,1 1,0 0,2 0,0 1,2-1,0 1,1 0,1 12,1-25,0 1,0-1,1 0,0 0,1 1,0-1,0 0,1 0,1 0,0 0,0 0,1-1,0 1,0-1,1 0,1 0,-1-1,1 0,1 0,0 0,0 0,0-1,1-1,0 1,0-1,7 4,-3-5,0-1,0-1,1 1,-1-2,1 0,-1 0,1-1,-1-1,1 0,0-1,-1 0,1-1,-1 0,1-1,-1 0,0-1,0-1,0 0,-1 0,0-1,0-1,0 0,-1 0,0-1,0 0,-1-1,0 0,-1 0,0-1,0 0,-1-1,0 0,-1 0,0 0,-1-1,-1 1,2-7,-3 12,0 0,-1 0,0-1,-1 1,1-1,-1 0,-1 1,1-1,-1 0,0 0,-1 1,1-1,-2-5,1 11,0 0,0-1,0 1,0 0,0 0,0 0,-1 1,1-1,0 0,0 0,-1 1,1-1,0 0,-1 1,1 0,0-1,-1 1,1 0,-1-1,1 1,-1 0,1 0,-1 0,1 1,0-1,-1 0,1 0,-1 1,1-1,0 1,-1-1,1 1,0 0,-1-1,1 1,0 0,0 0,0 0,0 0,0 0,0 0,0 0,0 0,0 1,0-1,0 0,1 0,-1 1,1-1,-1 0,1 1,-1-1,1 1,0-1,-4 5,1 0,0 0,0 0,0 1,1-1,0 0,0 1,1 0,0-1,0 1,1 0,-1 0,1 0,1-1,-1 1,1 0,1 0,-1-1,1 1,0-1,0 1,1-1,0 0,0 0,1 0,-1 0,1-1,0 0,3 3,3-1,0 0,1 0,0-1,0-1,1 0,-1 0,1-1,0-1,0 0,1-1,-1 0,1 0,38 4</inkml:trace>
  <inkml:trace contextRef="#ctx0" brushRef="#br0" timeOffset="8584.473">256 6398,'-49'-12,"48"12,0 0,0-1,0 1,0 0,0-1,0 1,0-1,0 1,0-1,0 1,1-1,-1 0,0 1,0-1,1 0,-1 0,0 1,1-1,-1 0,1 0,-1 0,1 0,-1 0,1 0,0 0,0 0,-1 0,1 0,0 0,0 0,0 0,0 0,0 0,0 0,0 0,0 0,1 0,-1 0,0 0,1 0,-1 0,0 0,1 1,-1-1,1-1,5-4,0 0,1 0,-1 1,1 0,0 0,1 0,-1 1,1 0,0 0,0 1,0 0,8-1,-15 3,13-5,0 1,0 0,1 1,-1 1,1 0,0 1,0 1,1 0,-1 1,0 0,0 2,11 1,-23-2,0 0,0 1,0-1,0 1,0-1,0 1,-1 0,1 0,-1 0,1 1,-1-1,0 0,0 1,0-1,0 1,0 0,-1 0,1 0,-1 0,0 0,0 0,0 0,0 0,0 0,-1 1,1-1,-1 0,0 0,0 1,0-1,0 0,-1 0,0 3,-2 7,0 1,0-1,-1 1,-1-1,0-1,-1 1,-3 3,-15 22,-1-1,-1-2,-23 23,-7 8,50-42,37-25,28-18,0-2,47-25,-63 27,36-16,-11 4</inkml:trace>
  <inkml:trace contextRef="#ctx0" brushRef="#br0" timeOffset="8897.881">991 6211,'72'83,"3"-5,37 28,-107-101,40 28,-44-32,0 0,0-1,0 1,1 0,-1-1,0 1,1-1,-1 0,0 1,1-1,-1 0,0 0,1 0,-1 0,1 0,-1 0,0 0,1 0,-1-1,1 1,-1 0,0-1,1 1,-1-1,0 0,0 1,0-1,1 0,-1 0,0 0,0 0,0 0,0 0,0 0,3-9,0 1,0-1,-1 0,0 0,-1 0,0 0,-1 0,0-1,-1 1,0 0,-1-7,1-4,0-279,0 300,0-5,-1 1,1-1,0 1,0-1,1 1,-1-1,1 1,0 0,1-1,-1 1,1 0,-1 0,1 0,0 0,1 0,-1 0,1 0,0 1,0 0,1-2,13-2</inkml:trace>
  <inkml:trace contextRef="#ctx0" brushRef="#br0" timeOffset="9750.723">1780 6225,'0'-5,"0"1,0 0,0 0,0 0,0 0,-1-1,0 1,0 0,0 0,0 0,-1 0,1 1,-1-1,0 0,0 1,-1-1,1 1,-1 0,0-1,0 1,0 0,0 1,0-1,0 1,-1-1,1 1,-1 0,0 0,0 1,1-1,-1 1,0 0,0 0,-1 0,1 0,0 1,0-1,0 1,0 0,-1 1,1-1,0 1,0 0,0 0,0 0,0 0,0 1,0-1,-1 2,-3 3,0 0,1 1,0-1,0 2,1-1,-1 1,2 0,-1 0,1 1,0-1,1 1,0 0,0 0,1 1,0-1,1 1,0 0,1-1,-1 8,2-13,0-1,0 0,0 1,0-1,1 0,-1 0,1 1,0-1,0 0,0 0,1 0,-1 0,1 0,-1 0,1 0,0-1,0 1,0-1,1 1,-1-1,0 0,1 0,0 0,-1 0,1 0,0 0,0-1,0 0,0 1,0-1,0 0,1-1,-1 1,0 0,0-1,1 0,-1 0,0 0,1 0,-1 0,0-1,0 1,1-1,0 0,5-2,-1-1,0 1,0-1,0-1,0 1,-1-1,0-1,0 1,0-1,-1 0,1-1,-2 0,1 0,-1 0,0 0,0-1,-1 0,0 0,0 0,-1-1,0 1,-1-1,0 1,0-1,0-4,-6-3,-3 35,6-15,1 1,-1-1,1 0,0 1,0-1,1 1,-1-1,1 0,0 1,0-1,1 0,-1 0,1 1,0-1,0-1,0 1,1 0,-1 0,1-1,0 1,0-1,0 0,0 0,1 0,-1-1,1 1,0-1,-1 0,1 0,0 0,1 0,-1-1,0 1,0-1,1 0,-1 0,0-1,1 1,-1-1,1 0,-1-1,0 1,1-1,-1 1,1-1,3-2,-4 1,0 0,0-1,0 0,0 0,-1 0,1 0,-1-1,1 1,-1-1,-1 0,1 0,0 0,-1 0,0 0,0-1,0 1,0-1,-1 1,0-1,1-3,3-97,-19 44,15 60,0-1,0 0,0 1,1-1,-1 1,0-1,0 1,1 0,-1-1,1 1,0 0,-1 0,1 0,0 0,-1 0,1 1,0-1,0 0,0 1,0-1,0 1,-1 0,1 0,0-1,0 1,0 1,1-1,8-2,227-45,-235 46,0 1,1-1,-1 1,0 0,0 0,1 0,-1 1,0-1,0 1,1 0,-1 0,0 0,0 0,0 0,0 1,0-1,-1 1,1 0,0 0,-1 0,1 0,-1 0,0 1,0-1,0 1,0-1,0 1,0 0,-1 0,1 0,-1 0,0 0,1 1,7 87,-9-80,0 0,1 1,0-1,0 0,1 0,1 0,0 0,0 0,4 8,-5-17,-1 1,1 0,0-1,0 1,0 0,0-1,0 0,0 0,1 0,-1 0,1 0,-1 0,1 0,0-1,0 1,0-1,0 0,0 0,0 0,0 0,0-1,0 1,0-1,0 0,0 0,1 0,-1 0,0-1,0 1,0-1,2 0,2-1,-1 0,0 0,1-1,-1 0,0 0,0-1,0 0,-1 0,1 0,-1 0,0-1,-1 0,1 0,0-2,3-4,-2 0,1-1,-2 0,1 0,-2 0,0-1,0 1,-1-1,0 0,-2 0,1 0,-1 0,-1-1,-1 1,0 0,0 0,-1 0,-1 0,0 0,-2-3,5 14,0 1,0 0,-1-1,1 1,0 0,0 0,-1-1,1 1,-1 0,1 0,-1 0,0-1,1 1,-1 0,0 0,0 0,0 0,0 0,0 0,0 1,0-1,0 0,0 0,0 1,0-1,0 1,0-1,-1 1,1-1,0 1,0 0,-1-1,1 1,0 0,-1 0,1 0,0 0,-1 0,1 0,0 1,0-1,-1 0,1 1,0-1,-1 1,-2 5,1 0,1 0,-1 0,1 0,0 1,0-1,1 1,0 0,0-1,0 1,1 0,0-1,1 2,-2-2,1-1,0 1,1-1,-1 0,1 1,0-1,0 0,1 1,0-1,0 0,0 0,0 0,1 0,0-1,0 1,0-1,0 0,1 1,0-1,-1-1,2 1,-1-1,0 1,5 1,13 5</inkml:trace>
  <inkml:trace contextRef="#ctx0" brushRef="#br0" timeOffset="10010.571">2796 5730,'-18'-4,"-13"-4,-6-1,8 4,14 4,14 8,6 2</inkml:trace>
  <inkml:trace contextRef="#ctx0" brushRef="#br0" timeOffset="10906.858">3358 5864,'-12'-12,"0"1,-1 0,0 1,0 0,-1 1,-1 1,-10-5,20 11,-1-1,0 1,1 1,-1-1,0 1,0 0,0 1,0-1,0 1,0 0,0 1,0-1,0 1,0 0,0 1,1-1,-1 1,0 0,1 1,0 0,-1-1,-3 4,3-1,1 0,-1 0,1 0,0 0,0 1,1 0,0 0,0 0,0 1,1-1,0 1,0 0,0 0,1 0,0 0,0 4,1-6,0 0,1-1,-1 1,1 0,0-1,0 1,1-1,-1 1,1 0,0-1,0 1,0-1,1 1,0-1,0 0,0 0,0 0,1 0,-1 0,1 0,0-1,0 1,1-1,-1 0,1 0,1 2,0-3,-1 0,0 0,0-1,1 1,-1-1,0 0,1 0,0 0,-1 0,1-1,-1 0,1 0,0 0,-1-1,1 1,-1-1,1 0,-1-1,1 1,-1-1,0 1,0-1,0-1,0 1,2-2,5-3,-1 0,1-1,-1-1,0 0,-1 0,0-1,-1 0,4-5,42-101,-47 144,-8-15,2 0,-1 1,2-1,0 0,0 0,1 0,1 0,0 0,1-1,0 1,1-1,0-1,1 1,0-1,6 7,-11-17,0 1,0 0,0-1,0 1,1-1,-1 0,0 1,1-1,-1 0,0-1,1 1,-1 0,1-1,0 1,-1-1,1 0,-1 0,1 0,-1 0,1 0,0-1,-1 1,1-1,-1 1,1-1,-1 0,0 0,1 0,-1 0,0-1,0 1,1-1,-1 1,0-1,-1 0,1 0,0 0,0 0,-1 0,1 0,-1-1,11-16,-1 0,0-1,-2-1,-1 0,0 0,-1 0,-2-1,0 0,-1 0,-2 0,1-11,15-331,-7 529,-7-124,-2 10,3-1,2 0,3 0,5 14,1-30,-16-34,1-1,0 1,0-1,-1 1,1-1,0 1,0-1,-1 0,1 1,-1-1,1 0,-1 1,1-1,-1 0,1 0,-1 0,0 1,1-1,-1 0,0 0,0 0,1 0,-1 0,0 0,0 1,0-1,0 0,0 0,0 0,-1 0,1 0,0 0,1-10,-2 7,1 0,-1-1,1 1,1 0,-1 0,0 0,1 0,0 0,0 0,0 0,1 0,-1 0,1 1,0-1,0 1,0-1,0 1,1-1,-1 1,1 0,0 0,0 0,0 1,0-1,1 1,2-2,1 3,-1 0,1 1,-1 0,1 0,0 0,-1 1,1 0,-1 0,1 1,-1 0,0 0,0 0,0 1,0 0,0 0,-1 1,1-1,-1 1,0 0,0 1,0-1,0 1,-1 0,0 0,0 0,-1 1,1 0,-1-1,0 1,-1 0,1 0,-1 1,0-1,-1 0,1 1,-1-1,-1 1,1 0,-1-1,0 1,-1-1,0 1,0-1,0 1,-1-1,1 0,-2 1,-1 4,3-9,0 0,0 0,1 0,-1 0,-1 0,1 0,0-1,0 1,-1 0,1-1,-1 1,1-1,-1 0,0 1,1-1,-1 0,0 0,0 0,0 0,0 0,0-1,0 1,0 0,0-1,0 0,0 1,0-1,0 0,-1 0,1 0,0 0,0-1,0 1,0-1,0 1,0-1,0 0,0 1,0-1,0 0,0 0,0-1,1 1,-1 0,0 0,1-1,-1 1,1-1,-1 0,1 1,0-1,0 0,0 0,0 0,0 0,0 0,0 0,0-1,1-6,-1-1,1 1,0-1,1 1,0-1,1 1,0 0,0-1,1 1,1 0,-1 0,1 1,0-1,1 1,0 0,1 0,-1 1,2-1,-1 1,1 0,0 1,0 0,0 0,2 0,-3 1,0-1,1 1,-1 0,1 0,0 1,1 0,-1 0,1 1,0 0,0 1,0-1,0 1,0 1,0 0,1 0,-1 0,0 1,1 0,0 1,-3 3,-1 1,0 0,0 0,-1 0,1 1,-1-1,0 1,-1 0,0 0,1 0,-2 1,1-1,-1 1,0-1,0 1,-1 0,0 0,0 0,-1 0,0 0,-1 7,3 4,13 34,-15-51,1 0,-1 0,1 0,-1-1,1 1,-1 0,1 0,0 0,-1-1,1 1,0 0,0-1,0 1,0-1,-1 1,1-1,0 1,0-1,0 0,0 1,0-1,0 0,0 0,0 1,0-1,0 0,0 0,0 0,0 0,0-1,0 1,0 0,0 0,0-1,0 1,0 0,0-1,0 1,0-1,-1 1,1-1,0 0,0 1,0-1,-1 0,1 1,0-1,0-1,14-13</inkml:trace>
  <inkml:trace contextRef="#ctx0" brushRef="#br0" timeOffset="11189.271">4000 5410,'-12'18,"4"9,9 1,12-1,12-4,12 0,-1-5</inkml:trace>
  <inkml:trace contextRef="#ctx0" brushRef="#br0" timeOffset="11485.475">4307 5664,'9'5,"1"0,0 0,0-1,0 0,0-1,1 0,-1-1,1 0,0-1,0 0,0 0,-1-1,1-1,0 0,0 0,0-1,-1 0,1-1,7-3,-1-3,-1 1,-1-2,0 0,0-1,-1 0,0-2,-1 1,-1-1,0-1,0 0,-2-1,0 0,0-1,-2 0,0 0,0-1,-2 0,0 0,0-4,-4 12,1-1,-2 1,1 0,-1-1,-1 1,0 0,0-1,-1 1,0-1,0 1,-1 0,-1-1,1 1,-1 0,-1 1,0-1,0 1,-1-1,0 1,0 1,-1-1,0 1,0 0,-1 0,1 0,-8-4,10 9,1 0,-1 1,0-1,1 1,-1 0,0 0,0 0,0 1,1-1,-1 1,0 0,0 0,0 0,0 1,0-1,0 1,0 0,1 0,-1 1,0-1,1 1,-1-1,1 1,-1 0,1 1,0-1,-1 1,-3 4,0-1,0 1,1 0,0 0,1 1,0 0,0 0,0 0,1 0,0 1,1 0,-4 11,1 1,2 0,0 0,1 1,1-1,1 1,0-1,2 1,1 0,0-1,2 0,0 0,2 0,3 9,-5-18,1 1,0-1,0-1,1 1,1-1,0 0,1 0,0-1,0 0,1 0,0-1,1-1,0 1,0-1,1-1,0 0,0-1,1 0,-1 0,2-1,-1-1,0 0,1-1,4 1,-6-2,0-1,0 0,0 0,0-1,0-1,0 0,0 0,0-1,0-1,0 0,0 0,-1-1,0 0,0-1,0 0,0-1,-1 0,0 0,0-1,0 0,-1 0,0-1,-1 0,0-1,0 0,-1 0,6-10,-7 4</inkml:trace>
  <inkml:trace contextRef="#ctx0" brushRef="#br0" timeOffset="15431.178">1953 7402,'-1'-39,"1"0,2 1,1-1,2 0,2 1,2 0,5-14,-13 49,-1 1,1-1,-1 1,1-1,0 1,0-1,0 1,0-1,1 1,-1 0,1-1,-1 1,1 0,0 0,0 0,0 1,0-1,0 0,0 1,0-1,1 1,-1 0,0-1,1 1,-1 0,1 1,-1-1,1 0,0 1,-1-1,2 1,4 5,0 0,0 0,0 1,-1 0,0 1,0-1,0 1,-1 0,5 8,8 7,3 2,-11-13,0 0,0 1,-1 0,-1 1,0 0,-1 1,0 0,1 4,-8-16,-1 0,1-1,-1 1,1-1,-1 1,0 0,0-1,0 1,0 0,0-1,0 1,0 0,0-1,-1 1,1 0,-1-1,1 1,-1-1,1 1,-1-1,0 1,0-1,0 0,0 1,0-1,0 0,0 0,-1 1,1-1,0 0,0 0,-1-1,1 1,-1 0,1 0,-1-1,1 1,-1-1,0 1,0-1,-4 2,1-1,0 0,-1 0,1-1,-1 0,1 0,0 0,-1-1,1 1,0-1,-1-1,0 1,3 0,-1 0,0-1,0 1,1-1,-1 0,1 0,0 0,-1 0,1 0,0-1,0 0,0 1,1-1,-1 0,1 0,-1 0,1-1,0 1,0-1,1 1,-1-1,1 0,0 1,0-1,0 0,0 0,0 0,1 0,0 0,0 0,0 0,0 1,1-1,-1 0,1 0,0 0,0 0,1 1,-1-1,1 0,6-5,1 1,0-1,1 2,-1-1,1 2,1-1,-1 1,1 1,0 0,0 0,1 1,-1 1,1 0,7-1,-13 1,0 1,0-1,1 1,-1 1,0-1,1 1,-1 0,1 1,0-1,-1 1,1 1,-1-1,1 1,-1 0,1 0,-1 1,0 0,1 0,-1 1,0 0,-1 0,1 0,0 0,-1 1,5 4,45 110,-54-116,0-1,-1 0,1 0,0 0,0 0,0 0,0 0,0 0,1 0,-1 0,0 0,0-1,1 1,-1 0,0-1,1 1,-1-1,0 1,1-1,-1 0,1 0,-1 0,0 0,1 0,-1 0,1 0,-1 0,1 0,-1-1,0 1,1 0,0-1,12-6</inkml:trace>
  <inkml:trace contextRef="#ctx0" brushRef="#br0" timeOffset="15709.451">2168 6720,'-16'-2,"-5"1,1 5,6 8,12 7,14 6,11 5,6 6,-2-2</inkml:trace>
  <inkml:trace contextRef="#ctx0" brushRef="#br0" timeOffset="15960.864">2395 7562,'2'16,"1"12,2 8,3 5,4 0,3-5,-2-9</inkml:trace>
  <inkml:trace contextRef="#ctx0" brushRef="#br0" timeOffset="16150.484">2837 6720,'15'20,"16"17,8 10,9 6,5 0,4-6,-2-8,-6-11,-6-10,-8-10,-11-7</inkml:trace>
  <inkml:trace contextRef="#ctx0" brushRef="#br0" timeOffset="16336.035">3144 6693,'-14'23,"-9"19,-2 13,0 11,2 6,5 2,6-5,7-7,4-14</inkml:trace>
  <inkml:trace contextRef="#ctx0" brushRef="#br0" timeOffset="16527.525">3491 7134,'11'-56,"-3"-1,-3 0,-2 0,-3-5,1 12,-2 84,1-1,2 1,2-1,0 0,7 20,-8-43,-1 0,2 0,-1 0,1-1,1 1,0-1,0 0,1 0,0-1,0 0,1 0,0 0,1-1,-1 0,1-1,1 0,-1 0,1 0,0-1,3 1,19 5</inkml:trace>
  <inkml:trace contextRef="#ctx0" brushRef="#br0" timeOffset="16781.892">3826 6278,'23'3,"18"6,14 10,9 8,3 11,-4 10,-7 11,-14 13,-18 15,-27 16,-36 15,-38 17,-6-15</inkml:trace>
  <inkml:trace contextRef="#ctx0" brushRef="#br0" timeOffset="13893.178">376 7134,'20'16,"17"12,12 8,10 7,7 3,0 3,-4 0,-6-4,-5-5,-9-7,-10-10,-10-8</inkml:trace>
  <inkml:trace contextRef="#ctx0" brushRef="#br0" timeOffset="14165.362">804 7094,'-13'4,"-10"16,-3 18,1 18,2 15,6 10,4 7,6 0,3-7,3-7,1-16</inkml:trace>
  <inkml:trace contextRef="#ctx0" brushRef="#br0" timeOffset="14426.248">1032 7428,'12'-5,"0"0,1 1,-1 0,1 0,0 2,0 0,5 0,-14 1,0 1,0 0,0 1,0-1,0 0,0 1,-1 0,1 0,0 0,-1 1,1-1,0 1,-1 0,0 0,1 0,-1 0,0 1,0-1,0 1,-1 0,1-1,-1 1,1 1,-1-1,0 0,1 3,3 10,-2 0,0 1,-1-1,0 1,-1 0,-1-1,-1 1,0 0,-2 0,1 0,-2-1,0 1,-1-1,-5 12,-20 83,28-110,1 0,-1 0,1 0,0 0,-1 1,1-1,0 0,0 0,0 0,0 1,0-1,0 0,0 0,0 0,1 1,-1-1,0 0,1 0,-1 0,1 0,-1 0,1 0,-1 0,1 0,0 0,0 0,-1 0,1 0,0 0,0 0,0-1,0 1,0 0,0-1,0 1,0 0,0-1,1 0,-1 1,0-1,0 0,0 1,1-1,-1 0,0 0,0 0,0 0,1 0,19-2,-1 0,0-2,0 0,0-1,-1-1,0-1,0 0,0-2,2-2,-8 6,45-22</inkml:trace>
  <inkml:trace contextRef="#ctx0" brushRef="#br0" timeOffset="17312.54">96 7108,'-9'18,"-8"20,-3 19,0 20,3 22,9 20,17 12,23 4,26-5,29-15,29-23,22-25,-12-24</inkml:trace>
  <inkml:trace contextRef="#ctx0" brushRef="#br0" timeOffset="35309.316">1833 8712,'5'18,"3"17,3 15,2 9,1 5,-2-1,-1-5,-2-9,-2-14,-3-14</inkml:trace>
  <inkml:trace contextRef="#ctx0" brushRef="#br0" timeOffset="38971.289">1940 8632,'0'0,"-1"1,0-1,1 1,-1 0,1-1,-1 1,1 0,-1 0,1-1,0 1,-1 0,1 0,0 0,0-1,-1 1,1 0,0 0,0 0,0 0,0 0,0-1,0 1,0 0,0 0,1 0,-1 0,0-1,0 1,1 0,-1 0,0 0,1-1,-1 1,1 0,-1-1,1 1,-1 0,2 0,-1 4,23 63,-3 1,-3 1,-3 0,-1 21,-14-85,1-3,0 0,0 0,0 0,-1 0,1 0,-1 0,0 0,0 0,0 0,0 0,-1 0,1 0,-1 0,0 0,0-1,0 1,0 0,0 0,-1 0,1-1,-1 1,1-1,-1 1,0-1,-1 1,1-4,1 1,0-1,-1 0,1 1,0-1,-1 0,1 0,0 0,0 0,0 0,0 0,0 0,0-1,0 1,0 0,0-1,1 1,-1 0,1-1,-1 1,1-1,-1 1,1-1,0 1,0-1,-1 1,1-1,0 1,0-1,1 1,-1-1,0 0,0 1,-4-28,-1-1,-1 1,-2 0,-1 1,-1-1,-1 2,-2 0,-5-7,-112-193,154 252,-1 6,-2 2,-1 0,-2 1,-1 1,-2 1,-1 0,-2 1,-1 1,-2-1,3 36,-2 80,-11-153,1 0,0-1,0 1,-1 0,1 0,0 0,0 0,-1 0,1 0,0 0,0 0,-1 0,1 0,0 0,0 0,-1 0,1 0,0 0,0 0,-1 0,1 0,0 0,0 0,-1 1,1-1,0 0,0 0,-1 0,-91-240,-21-3,104 219,10 24,-1 0,0 1,0-1,0 0,1 0,-1 0,0 1,1-1,-1 0,0 0,0 0,1 0,-1 0,0 0,1 1,-1-1,0 0,1 0,-1 0,0 0,1 0,-1 0,0 0,1 0,-1 0,0-1,0 1,1 0,-1 0,0 0,1 0,-1 0,0 0,1-1,-1 1,0 0,0 0,0-1,1 1,-1 0,0 0,0-1,0 1,1 0,-1 0,0-1,0 1,0 0,0-1,0 1,0 0,1 0,-1-1,0 1,0 0,0-1,0 1,0-1,157 147,-116-106,2-3,2-1,1-2,2-2,29 13,-74-43,5 2,-1 0,1 0,0 0,-1-1,2-1,-1 1,0-1,0 0,1-1,-1 0,1-1,0 1,4-2,-10 0,-1 0,1 0,-1 0,0-1,0 1,1-1,-1 1,0-1,0 0,-1 0,1 0,0 0,-1 0,1 0,-1 0,0 0,1-1,-1 1,0-1,0 1,-1 0,1-1,0 0,-1 1,0-1,1-2,-2-72,-12 11,-2 1,-4 0,-2 1,-3 2,-7-10,25 58,-1-4,-107-225,100 231,21 45,86 163,-57-125</inkml:trace>
  <inkml:trace contextRef="#ctx0" brushRef="#br0" timeOffset="39272.604">2515 8952,'11'5,"0"-1,1 0,-1-1,1 0,-1-1,1 0,0-1,0-1,3 1,-10-2,0 1,-1 0,1-1,-1 0,1 0,-1-1,1 1,-1-1,0 0,0 0,0 0,0 0,0-1,0 0,0 0,-1 0,0 0,1 0,-1-1,0 1,-1-1,1 0,-1 0,0 0,1-1,-1-1,0 0,0 1,-1-1,0-1,0 1,0 0,0 0,-1 0,0 0,-1-1,1 1,-1 0,-1 0,1 0,-1 0,0 0,0 0,0 1,-1-1,0 1,-2-3,-1-2,-1 0,0 1,0-1,-1 1,-1 1,0 0,0 0,0 0,-1 1,-7-3,15 8,0 0,0 1,-1-1,1 1,-1 0,1-1,-1 1,1 0,-1 1,0-1,1 0,-1 1,0 0,0-1,0 1,1 0,-1 0,0 1,0-1,1 1,-1-1,0 1,1 0,-1 0,0 0,1 0,-1 0,1 1,0-1,-1 1,1 0,0 0,0-1,0 1,0 1,0-1,1 0,-1 0,1 1,-1-1,1 0,0 1,0 0,-2 5,0 0,1 0,0 0,1 0,0 1,0-1,1 0,0 0,0 1,1-1,0 0,0 1,1-1,0 0,1 0,-1-1,2 1,-1 0,1-1,0 0,0 0,1 0,0 0,1-1,-1 0,1 0,3 2,26 18</inkml:trace>
  <inkml:trace contextRef="#ctx0" brushRef="#br0" timeOffset="39529.992">2916 8177,'-84'-332,"78"319,5 27,8 61,4-1,17 57,-23-109,17 84,5-1,4-1,5-2,24 46,-13-70,-30-58</inkml:trace>
  <inkml:trace contextRef="#ctx0" brushRef="#br0" timeOffset="39930.077">2689 8377,'-93'6,"92"-1,70-1,16-14,0-4,-2-4,40-15,63-13,-177 44,86-10,-92 12,1 0,-1 0,0 0,0 1,0-1,1 1,-1 0,0 0,0 0,0 0,0 1,0-1,0 1,-1 0,1 0,0 0,-1 0,0 0,1 0,-1 1,0-1,0 1,0-1,-1 1,1 0,0 2,2 7,-1 1,0 0,-1 0,-1 0,0 0,-1 0,0 1,-1-1,-1 0,1 43,18 32,-16-85,0-1,0 1,0-1,1 1,-1-1,1 1,0-1,-1 0,1 0,0 0,1 0,-1 0,0 0,0-1,1 1,-1-1,1 1,-1-1,1 0,0 0,-1 0,1-1,0 1,0-1,0 1,-1-1,1 0,0 0,0 0,0 0,6-3,-1 0,0-1,0 0,0 0,-1 0,1-1,-1-1,0 1,-1-1,1 0,-1 0,0-1,-1 0,1 0,-1 0,-1-1,0 0,0 0,0 0,-1 0,0 0,0-1,-1-3,2 4,-2 0,1 0,-1 0,0-1,-1 1,0-1,0 1,-1-1,0 1,-1-1,0 0,0 1,-1-1,0 1,0 0,-1 0,0 0,0 0,-1 0,0 1,0-1,-1 1,0 0,0 0,-1 1,0 0,0 0,0 0,-1 1,-6-5,9 8,-1 1,1-1,-1 1,1-1,-1 1,0 1,1-1,-1 1,0 0,0 0,1 0,-1 0,0 1,0 0,1 0,-1 0,1 1,-1-1,1 1,0 0,-1 1,1-1,0 1,1-1,-1 1,0 0,1 1,-1-1,1 1,-7 6,1 1,0 0,0 1,1 0,1 1,0-1,1 1,-5 14,7-19,0 1,1-1,1 0,-1 1,1 0,1-1,0 1,0 0,1 0,0 0,0 0,1 0,0 0,0-1,1 1,1 0,-1-1,1 1,1-1,-1 0,4 4,16 11</inkml:trace>
  <inkml:trace contextRef="#ctx0" brushRef="#br0" timeOffset="40735.03">3558 7722,'-6'-3,"0"0,0 0,-1 0,1 1,-1 0,1 0,-1 0,0 1,0 0,1 1,-1-1,0 1,0 1,0-1,0 1,0 1,1-1,-1 1,0 0,1 0,0 1,-1 0,1 0,0 0,1 1,-5 3,2 1,1 0,0 0,0 0,1 1,0 0,0 0,1 1,1-1,-1 1,2 0,-1 1,1-1,1 0,0 1,0-1,1 1,1 0,0 0,0-1,1 1,0 0,1-1,0 1,1-1,0 1,0-1,1 0,1-1,-1 1,2-1,-1 1,1-2,1 1,0-1,0 0,0 0,3 1,15 9,1 0,0-2,2-1,0-1,0-1,8 1,54 26,66 55,-154-93,1 1,0-1,-1 0,1 1,0-1,0 0,0 0,1 0,-1-1,0 1,1-1,-1 0,1 0,-1 0,1 0,-1 0,1-1,0 0,-1 0,1 0,-1 0,1 0,0-1,-1 0,4 0,1-6,-1 0,0 0,-1-1,1 0,-1 0,-1 0,0-1,0 0,-1 0,0 0,0 0,-1-1,0 1,-1-1,0 0,-1 0,0 0,0 0,-1-3,2-5,-1-1,0 1,-2 0,0-1,-1 1,-1 0,0 0,-2 0,0 0,-2-2,0 17,9 21,1-5,1 0,1-1,0 1,1-1,0-1,1 1,1-1,-1 0,2 0,-1-1,5 3,-9-8,1-1,-1 0,1 0,0-1,0 1,0-1,0 0,1 0,-1-1,1 0,-1 0,1 0,0 0,0-1,0 0,0 0,0-1,0 0,0 0,0 0,0-1,0 0,0 0,0 0,0-1,1 0,1-2,0 0,0 0,-1 0,0-1,0-1,0 1,0-1,-1 0,0-1,0 1,-1-1,1 0,-2-1,1 1,-1-1,0 0,0 0,-1 0,0-4,4-9,-2-1,-1 1,-1-1,0 1,-2-1,-1 0,0-5,-1 12,0 21,1 28,18 73,-16-101,-1-1,1 0,0 0,0 1,1-1,-1 0,1-1,0 1,1 0,-1-1,1 0,0 0,0 0,0 0,0-1,1 1,0-1,0 0,-1-1,-1-1,1 0,0 0,-1 0,1 0,0-1,-1 0,1 1,0-1,0-1,-1 1,1 0,0-1,0 0,-1 0,1 0,-1 0,1-1,-1 1,0-1,1 0,-1 0,0 0,0 0,0-1,0 1,-1-1,1 0,0 0,5-7,1-1,-1 0,-1 0,0 0,0-1,-1 0,2-8,4-16,-1 1,-2-1,-2-1,-1 1,-2-1,-2 0,-1-21,-2 46,1 18,-2 20,0-13,1 0,0 1,1-1,0 0,1 0,0 1,1-1,1 0,0 0,1-1,0 1,1-1,0 1,1-1,0-1,1 1,0-1,1-1,0 1,1-1,0-1,1 1,0-1,44 17,1-9</inkml:trace>
  <inkml:trace contextRef="#ctx0" brushRef="#br0" timeOffset="41237.89">5590 7067,'15'110,"-3"-43,-3 1,-3 0,-3 0,-3 0,-3 1,-3-1,-6 24,3-63,2-27,0-75,17-460,-7 38,1 474,5 43,-3-6,29 60,4-1,3-2,4-1,2-3,3-2,53 53,-61-73,-18-22,-2 2,-1 0,0 1,-3 1,17 31,-35-57,1 0,0-1,-1 2,1-1,-1 0,0 0,0 0,0 0,-1 1,1-1,-1 0,1 1,-1-1,0 0,-1 1,1-1,-1 1,1-1,-1 0,0 0,0 1,0-1,-1 0,1 0,-1 0,1 0,-1-1,0 1,0 0,-1 0,-21 13</inkml:trace>
  <inkml:trace contextRef="#ctx0" brushRef="#br0" timeOffset="41509.71">5550 7441,'16'-16,"19"-11,19-12,21-9,21-8,14-5,4 1,-5 5,-15 11,-21 15,-23 15,-27 20,-17 9</inkml:trace>
  <inkml:trace contextRef="#ctx0" brushRef="#br0" timeOffset="44470.864">3665 9514,'-3'-3,"0"1,1-1,-1 0,0 0,1 0,0 0,0 0,0 0,0-1,0 1,1-1,-1 1,1-1,0 0,0 0,0-1,0 1,-4-14,1 1,0-1,1 0,2 0,-1 0,2 0,0 0,2 0,2-14,-4 30,0 1,0-1,0 0,1 0,-1 0,1 1,-1-1,1 0,0 1,-1-1,1 0,0 1,0-1,0 1,1-1,-1 1,0 0,0-1,1 1,-1 0,1 0,-1 0,1 0,-1 0,1 0,0 0,-1 1,1-1,0 1,0-1,0 1,-1 0,1-1,0 1,0 0,0 0,0 0,-1 1,1-1,0 0,0 1,0-1,16 8,0 0,0 2,-1-1,0 2,-1 1,-1 0,1 0,-1 2,-9-8,3 1,-4-4,1 1,-1-1,0 1,0 1,0-1,-1 1,1 0,-1 0,0 0,0 0,-1 1,0-1,0 1,0 0,-1 0,1 0,-2 1,1-1,-1 0,1 1,-4-4,0 0,0-1,0 1,0-1,0 1,-1-1,1 0,-1 0,1 0,-1 0,0 0,1 0,-1-1,0 1,0-1,-1 0,1 0,0 0,0-1,0 1,-1-1,1 1,0-1,0 0,-1 0,1-1,0 1,0-1,-1 1,1-1,0 0,0 0,0-1,0 1,0-1,0 1,0-1,0-1,-1-1,1-1,0 1,1-1,-1 0,1 0,0 0,0 0,0 0,1-1,-1 1,1 0,1-1,-1 1,1-1,0 1,0-1,1 1,-1 0,1-1,0 1,1-1,0 1,-1 0,1 0,1 0,-1 0,4-4,-2 1,1 0,-1 1,2 0,-1 0,1 0,0 0,0 1,1 0,0 1,0-1,0 1,1 0,-1 1,1 0,0 0,1 1,-1 0,6-1,-9 4,0 1,0-1,-1 1,1 1,0-1,-1 0,1 1,-1 0,0 0,0 1,1-1,-1 1,-1 0,1 0,0 0,-1 0,1 1,-1-1,0 1,0 0,-1 0,1 0,-1 0,0 1,0-1,0 0,-1 1,1 2,38 52,-38-58,-1 0,1 1,0-1,-1 0,1 0,0 0,0 0,0 0,0-1,0 1,0 0,0-1,0 0,0 1,0-1,0 0,0 0,0 0,0 0,0 0,0-1,0 1,0-1,0 1,0-1,0 0,0 0,0 0,-1 0,1 0,0 0,0 0,-1 0,1-1,-1 1,1-1,-1 1,0-1,0 0,1 0,42-75,-39 63,0-1,0 1,-2-1,1 1,-2-1,0 0,-1 0,-1-1,0 1,-1 0,0 0,-4-14,-1 17,2 16,5 25,1-16,2 1,-1-1,2 0,0 0,0 0,1 0,1-1,0 0,0-1,2 0,-1 0,1 0,1-1,0 0,0-1,1-1,0 1,0-1,1-1,3 1,13 2</inkml:trace>
  <inkml:trace contextRef="#ctx0" brushRef="#br0" timeOffset="44871.012">4294 8591,'57'153,"-5"87,-48-217,-2-14,-2-5,0 0,0 0,1 0,-1 0,1 0,0 0,0 0,0-1,1 1,0 0,-1-1,1 1,0-1,1 1,-1-1,1 0,-1 0,1 0,0 0,0-1,0-2,-1 0,0 0,0-1,0 1,1-1,-1 0,0 0,0 1,0-2,0 1,0 0,0 0,-1 0,1-1,0 1,0-1,-1 0,1 1,-1-1,2-2,1-1,34-39,-31 34,1 0,0 1,0 0,1 0,1 1,-1 0,1 1,0 0,3-1,-12 7,1 0,-1 0,0 1,1-1,-1 0,1 1,-1-1,1 1,-1 0,1 0,0-1,-1 1,1 0,-1 0,1 0,0 0,-1 1,1-1,-1 0,1 1,-1-1,1 1,-1 0,1-1,-1 1,0 0,1 0,-1 0,0 0,0 0,0 0,1 0,-1 0,0 0,0 1,-1-1,1 0,0 1,0-1,-1 0,1 1,0-1,-1 1,0-1,1 2,-1 7,0 0,0 0,-1 1,0-1,-1 0,0 0,0 0,-1 0,-1-1,0 1,0-1,0 0,-1 0,-1 0,0-1,0 0,-6 6,8-6,-1-1,0-1,0 1,-1-1,0 0,0 0,-1 0,1-1,-1 0,-1 0,1-1,0 0,-1 0,-3 1,-3-6</inkml:trace>
  <inkml:trace contextRef="#ctx0" brushRef="#br0" timeOffset="45249.09">4855 8645,'6'-31,"1"0,2 0,1 1,2 0,1 1,4-6,-2 5,-2-1,0 0,-3-1,0 0,0-10,-9 40,-1 0,1 1,-1-1,1 1,-1-1,0 0,1 1,-1-1,0 0,0 1,0-1,0 1,-1-1,1 0,0 1,-1-1,1 0,-1 1,0-1,1 1,-1-1,0 1,0 0,0-1,0 1,0 0,0 0,0-1,-1 1,1 0,0 0,-1 0,1 0,0 1,-1-1,1 0,-1 1,0-1,1 1,-1-1,1 1,-1 0,0-1,1 1,-1 0,0 0,1 0,-1 1,0-1,1 0,-1 1,1-1,-1 1,-1 0,-2 1,1 0,-1 0,1 1,-1 0,1 0,0 0,0 0,0 1,1-1,-1 1,1 0,0 0,0 0,0 1,0-1,1 1,0-1,0 1,0 0,1 0,-1 0,1 0,0 2,-1 5,1 1,0-1,1 0,0 1,1-1,1 0,0 1,0-1,3 5,12 31,3-2,2 0,2-1,1-1,3-2,17 20,-15-22,-2 1,-2 2,-1 0,-3 2,-1 0,10 38,-27-67,0 1,-1 0,-1 0,-1 0,0 0,-1 0,-1 1,-7 37</inkml:trace>
  <inkml:trace contextRef="#ctx0" brushRef="#br0" timeOffset="45752.604">5029 8913,'-4'-10,"1"0,0 0,1 0,0 0,1 0,0 0,1-1,0 1,0 0,1-1,0 1,1 0,0 0,1 0,0 0,1-2,3 0,0-1,0 1,1 0,1 0,0 1,0 0,1 1,0 0,1 1,0 0,1 0,0 2,0-1,1 1,-1 1,2 0,0 1,-10 4,0 0,0 0,0 0,0 1,0 0,0 0,1 0,-1 0,0 0,0 1,0 0,0 0,0 0,0 1,0-1,0 1,0 0,-1 0,1 0,-1 0,1 1,-1-1,0 1,0 0,0 0,0 0,-1 1,1-1,0 3,66 90,-67-95,-1 0,0 0,0 0,1 0,-1 0,1 0,-1 0,1 0,-1 0,1-1,0 1,-1-1,1 1,0-1,-1 1,1-1,0 0,0 0,-1 0,1 0,0 0,-1 0,1-1,0 1,0 0,-1-1,1 0,-1 1,1-1,0 0,-1 0,1 0,-1 0,0 0,1 0,-1 0,0 0,0 0,0-1,1 1,-1-1,-1 1,1-1,0 1,0-1,0 1,-1-1,1 0,-1 1,1-1,-1 0,0-1,7-14,-1 0,-1-1,0 0,-2 0,0 0,0 0,-2-1,-1-7,0 34,0 1,1 0,-1-1,2 1,-1-1,1 0,0 1,1-1,0 0,0 0,1 0,0-1,0 1,1-1,0 0,0 0,1-1,-1 0,2 0,-1 0,2 1,-6-6,-1-1,1 1,0 0,-1-1,1 1,0-1,-1 0,1 0,0 0,0 1,-1-2,1 1,0 0,0 0,-1 0,1-1,0 1,-1-1,1 1,0-1,-1 0,1 0,-1 0,1 0,-1 0,1 0,-1 0,0 0,0 0,1-1,-1 1,0-1,0 1,0-2,8-12</inkml:trace>
  <inkml:trace contextRef="#ctx0" brushRef="#br0" timeOffset="46213.152">5711 8391,'0'0,"0"1,0-1,0 0,0 0,0 1,0-1,1 0,-1 0,0 0,0 1,0-1,0 0,1 0,-1 0,0 0,0 1,1-1,-1 0,0 0,0 0,0 0,1 0,-1 0,0 0,0 0,1 0,-1 0,0 0,1 0,-1 0,0 0,0 0,1 0,-1 0,0 0,0 0,1 0,-1 0,0 0,0 0,0 0,1-1,-1 1,0 0,0 0,0 0,1 0,-1-1,0 1,0 0,0 0,0 0,1-1,-1 1,0 0,0 0,0-1,16 16,-2-1,1 2,-2 0,0 1,-1 0,-1 1,0 0,5 14,-10-20,-4-9,-2-2,0 0,0 0,0 0,0 0,1 0,-1 0,0 0,1 0,-1 0,0-1,1 1,-1 0,1 0,0 0,-1 0,1-1,0 1,-1 0,1-1,0 1,0 0,-1-1,1 1,0-1,0 1,0-1,0 0,0 1,0-1,0 0,0 0,0 1,0-1,0 0,0 0,0 0,0 0,0 0,0-1,0 1,0 0,0 0,-1-1,2 1,20-72,-19 56,23-180,-26 197,0-1,1 0,-1 1,0-1,1 1,-1-1,1 0,-1 1,1-1,-1 0,1 1,-1-1,1 0,-1 0,1 1,-1-1,1 0,-1 0,1 0,0 0,-1 0,1 0,-1 0,1 0,-1 0,1 0,0 0,-1 0,1 0,-1-1,1 1,-1 0,1 0,-1 0,1-1,-1 1,1 0,-1-1,1 1,-1-1,0 1,1 0,-1-1,0 1,1-1,-1 1,0-1,1 1,-1-1,0 1,0-1,0 1,1-1,-1 1,0-1,0 0,0 1,0-1,0 1,0-1,0 1,0-1,0 0,-1 1,1-1,0 1,0-1,0 1,-1-1,1 0,28 61,-26-52,1 0,0 0,0 0,1 0,0-1,0 0,1 0,0 0,0-1,0 1,1-1,0 0,1-1,-1 1,5 1,8 2</inkml:trace>
  <inkml:trace contextRef="#ctx0" brushRef="#br0" timeOffset="46764.959">6406 8137,'-6'0,"0"0,0 1,0 0,0 0,0 1,0 0,1 0,-1 0,1 1,-1-1,1 2,0-1,0 0,0 1,0 0,1 0,0 0,0 1,0-1,0 1,1 0,-1 0,1 0,0 1,1-1,0 1,-1-1,2 1,-2 4,3-7,-1 0,1 0,0 0,1 1,-1-1,0 0,1-1,-1 1,1 0,0 0,0 0,0 0,1 0,-1-1,1 1,-1-1,1 1,0-1,0 0,0 1,0-1,0 0,1 0,-1-1,1 1,-1 0,1-1,0 1,-1-1,1 0,0 0,0 0,7 2,1 0,-1 0,0-1,1 0,-1-1,1 0,-1-1,10-1,-7 0,1-1,0-1,-1 0,1-1,-1-1,0 0,0 0,-1-1,0-1,0 0,0-1,-1 0,0-1,-1 0,0-1,0 0,-1 0,0-1,-1 0,0-1,-1 0,0 0,-1 0,0-1,-1 0,-1 0,0-1,-1 1,1-5,-2-7,-1 1,-1 0,-1-1,-1 1,-1 0,-1 0,-2 0,0 0,-1 1,-2 0,-6-13,13 31,0-1,0 1,-1 0,0-1,0 1,-1 0,1 1,-1-1,0 1,0-1,-1 1,0 0,4 4,0 0,0-1,0 1,0 0,0 0,0 0,0 0,0 0,0 0,0 0,0 1,0-1,0 0,0 1,0-1,0 0,0 1,1-1,-1 1,0-1,0 1,0 0,1-1,-1 1,0 0,0 0,1-1,-1 1,1 0,-1 0,1 0,-1 0,1 0,0 0,-1 0,1-1,0 1,0 0,-1 0,1 0,0 0,0 0,0 1,-3 17,1-1,1 1,1 0,0-1,1 1,1-1,1 1,1-1,0 0,1 0,1 0,1-1,0 0,2 2,-2-2,1 0,1-1,0 0,1 0,1-1,1 0,-1-1,2 0,0-1,1-1,0 0,13 8,-21-18,0 0,-1 1,1-2,0 1,1-1,-1 0,0 0,0-1,0 0,0 0,1 0,-1-1,0 0,0 0,0 0,0-1,0 0,0 0,0-1,-1 0,1 0,-1 0,0 0,0-1,0 0,0 0,-1 0,0 0,1-1,-2 0,1 0,0 0,1-4,52-81,-57 89,1 1,-1-1,1 0,-1 1,0-1,1 1,0-1,-1 1,1-1,-1 1,1-1,0 1,-1 0,1-1,0 1,-1 0,1-1,0 1,-1 0,1 0,0 0,0 0,-1 0,1 0,0 0,0 0,-1 0,1 0,0 0,0 0,-1 1,1-1,0 0,0 0,-1 1,1-1,-1 0,1 1,0-1,-1 1,1-1,-1 1,1-1,-1 1,1 0,-1-1,1 1,-1-1,0 1,1 0,-1-1,0 1,1 0,-1 0,0-1,0 1,0 0,0 0,0-1,0 1,0 0,0 0,0-1,0 1,0 0,7 12,-4-9,0 0,0 0,0 0,0-1,1 1,0-1,0 0,0 0,0 0,0-1,0 1,1-1,-1 0,1 0,-1-1,1 0,0 1,0-1,0-1,0 1,0-1,0 0,-1 0,1 0,5-2,16-4</inkml:trace>
  <inkml:trace contextRef="#ctx0" brushRef="#br0" timeOffset="47037.507">6833 7870,'-15'2,"-13"1,-4 0,2-1,5-5,8-4,6-2</inkml:trace>
  <inkml:trace contextRef="#ctx0" brushRef="#br0" timeOffset="47304.8">6687 7763,'11'-3,"11"0,8-4,8-4,10-6,9-5,7-4,4 1,-10 5</inkml:trace>
  <inkml:trace contextRef="#ctx0" brushRef="#br0" timeOffset="47592.024">7382 7816,'-1'-4,"-1"0,0 1,0-1,0 0,0 1,-1 0,1-1,-1 1,0 0,0 0,0 0,0 1,0-1,-1 1,1 0,-1 0,1 0,-1 0,0 0,0 1,0 0,0 0,0 0,0 0,0 1,0-1,-1 1,1 0,0 0,0 1,0-1,0 1,0 0,0 0,0 0,0 1,0 0,0-1,1 1,-2 1,-1 3,1 0,0 0,0 1,1-1,0 1,0 0,0 1,1-1,0 1,0-1,1 1,0 0,0 0,1 0,0 0,1 8,-1-13,1 1,0 0,0 0,0 0,1 0,-1 0,1 0,0 0,0-1,0 1,1 0,-1-1,1 1,0-1,0 1,0-1,0 0,1 0,-1 0,1 0,0-1,0 1,0-1,0 1,0-1,1 0,-1 0,1 0,-1-1,1 1,0-1,-1 0,1 0,0 0,1-1,2 0,0-1,1 0,-1 0,0-1,0 1,0-2,-1 1,1-1,0 0,-1-1,0 1,0-1,0 0,0-1,-1 1,1-1,-1-1,0 1,-1-1,1 1,-1-1,0 0,-1-1,0 1,0-1,0 1,0-1,-1 0,-1 0,1 0,-1 0,0-1,0-5,-1 14,-1-1,1 0,0 0,-1 0,1 1,0-1,-1 0,1 0,0 0,-1 0,1 0,0 0,-1 0,1 1,0-1,-1 0,1 0,0 0,-1 0,1-1,-1 1,1 0,0 0,-1 0,1 0,0 0,-1 0,1 0,0-1,-1 1,1 0,0 0,0 0,-1-1,1 1,0 0,0-1,-1 1,1 0,0 0,0-1,0 1,-1-1,-1 6,0-1,0 1,1-1,-1 1,1 0,0-1,0 1,0 0,1 0,0-1,0 1,0 0,1 0,-1 0,1-1,0 1,0 0,1-1,0 1,-1-1,1 1,1-1,-1 0,1 0,0 0,-1 0,5 3,1-3,1 0,0 0,0-1,0-1,0 1,0-2,0 1,1-1,-1-1,1 1,-1-2,1 1,-1-1,4-1,45-5</inkml:trace>
  <inkml:trace contextRef="#ctx0" brushRef="#br0" timeOffset="51378.152">10777 316,'-38'84,"4"2,3 2,5 0,3 2,4 1,2 14,-16 182,9 85,24-359,-65 935,57-842,4 0,6 0,3 0,5-1,18 69,27 33,37 77,-85-264,0 7,0-1,2 0,0 0,2-1,1 0,1-1,1-1,1 0,1-1,1 0,1-1,1-2,1 1,13 8,1-11,2-1,-1-2,2-2,0-1,0-2,1-2,0-1,0-2,18-1,-43-1,299 34,8 8,-84-13,-221-34,1 0,-1 0,0-2,0 0,0 0,0-2,-1 0,0 0,-1-1,1-1,-2-1,1 1,-1-2,-1 0,6-6,-15 15,35-32,-1-1,-3-2,0-2,-3 0,-1-2,9-19,-29 43,-1 0,0-1,-1 0,0 0,-2 0,0-1,-2 1,1-1,-2 0,-1-8,-3-414,2 364,-2 1,-14-74,1 60,3 1,2-59,15-127,14-35,-11 250,3 0,3 0,2 1,3 1,3-2,-21 58,15-60,-3-1,-2 0,-3 0,-3-1,-3-1,-2 1,-5-16,3-39,1 72,0-12,2 0,3 0,8-42,-3 53,-1 0,-3 0,-2 0,-3-25,-1 61,-2 1,0 0,0 0,-1 0,0 0,-1 1,0 0,-1 0,0 0,-1 1,0-1,0 2,-1-1,0 1,0 0,-1 1,0-1,-1 1,-44-44,48 45,-6-9,-1 0,-1 1,0 0,-1 1,-1 1,0 0,0 2,-1-1,-1 2,-10-4,-207-42,206 43,0 2,-1 1,0 1,0 2,-1 1,0 1,0 2,0 1,-1 2,-32 9,0 3,1 3,0 3,2 3,0 2,2 2,-37 24,83-43,-73 35</inkml:trace>
  <inkml:trace contextRef="#ctx0" brushRef="#br0" timeOffset="61576.49">9400 7388,'12'8,"0"0,0-1,0 0,1-1,0-1,0 0,1 0,0-1,0-1,-1-1,2 0,-1 0,3-1,-8 0,16 4,0-1,1 0,-1-2,1-2,-1 0,1-1,-1-1,1-2,-1-1,0 0,0-2,-1-1,0-1,0-1,-1-1,-1-1,20-13,-17 0,0 0,-2-2,-1-1,-1 0,-2-1,-1-2,-1 0,-1 0,-2-1,-1-1,-2-1,-1 0,1-14,-3 15,-1 0,-1-1,-2 1,-2-1,0 0,-3-1,-1 1,-1 1,-2-1,-1 0,-2 1,-1 0,-2 1,-1 0,-1 1,-2 0,-1 1,-2 1,0 0,-2 2,-1 0,-22-21,24 32,0 1,-2 1,0 0,-1 2,0 0,0 1,-1 2,-1 0,0 1,0 2,0 0,-1 2,0 0,1 2,-1 1,-12 1,-3 2,-1 1,0 3,1 1,0 1,0 3,1 1,1 2,0 1,-26 16,38-17,0 1,0 1,2 1,0 1,0 1,2 1,1 1,0 1,2 1,1 1,0 1,2 0,1 1,1 0,1 1,1 1,2 0,-1 7,-1 19,3-1,2 2,3-1,1 1,4-1,1 1,3-1,3 0,1 0,3-1,3 0,18 43,-23-67,2-1,1-1,1-1,2 1,0-2,2-1,16 19,-25-33,1-1,-1 0,2 0,-1-1,1 0,0-1,1 0,0-1,0 0,0-1,1-1,0 0,0 0,0-1,0-1,0 0,0-1,10 0,61-14,-77 8,-7 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6:12.4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4252 346,'-32'-27,"-1"2,-2 1,0 2,-1 1,-2 2,1 2,-2 1,-5 1,12 2,-39-15,-1 3,-1 3,-1 4,0 2,-2 4,-41 0,-375 3,308 4,-150 18,-308 68,545-69,0 5,1 4,1 4,1 4,1 4,-1 6,-2 13,2 4,3 4,3 5,-2 6,48-38,2 2,1 2,2 1,2 2,1 2,2 0,2 3,-13 26,7 0,2 2,4 0,4 3,2 0,4 1,3 1,-6 74,12 7,7 136,10-232,2 0,4 0,2-1,2-1,3 0,3-1,3-2,2 0,2-2,3-1,2-1,3-2,42 46,-42-55,1-2,2-2,2-1,1-2,2-2,1-3,2-1,1-2,51 20,67 14,2-8,113 19,-171-45,113 28,2-10,83 0,-109-28,1-8,132-15,-213-3,-1-5,-1-6,0-5,-2-5,15-10,-34 5,-1-4,-2-4,-2-4,-2-5,-2-3,73-60,-126 86,-1-2,-1-2,-1-1,-3-1,0-2,-3-1,0-1,-3-1,-1-1,-2-1,-2 0,0-5,7-40,-4-1,-3-1,-4-1,-4 0,-4 0,-4-1,-5-26,-1 34,-3 0,-4 0,-4 2,-2-1,-5 2,-3 1,-8-13,17 53,-1 1,-2 0,-2 1,-1 1,-1 1,-2 1,-2 2,0 0,-2 2,-2 1,0 1,-2 2,-1 1,0 2,-8-2,-15-1,-2 3,0 2,-1 3,-1 3,0 2,-1 3,0 3,0 2,-47 5,74-2,0 1,0 2,0 2,0 1,1 2,0 1,-5 3,33-9,0 0,0 1,0 0,0 0,1 0,-1 1,1-1,0 2,0-1,0 0,0 1,1 0,-4 5,-6 18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6:13.0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1033,'17'2,"0"-1,0-1,1-1,-1 0,0-1,0-1,0 0,0-2,-1 0,1-1,-1 0,-1-1,1-1,-1-1,-1 0,1-1,-1 0,-1-1,0 0,-1-2,0 1,0-2,-3 5,-1-1,0 1,0-2,-1 1,0-1,-1 0,0 0,-1-1,0 0,-1 0,0 0,-1 0,0 0,-1-1,-1 0,0 1,0-11,-1 21,0 1,0-1,0 1,0-1,0 1,-1-1,1 1,0-1,-1 1,1 0,-1-1,0 1,1 0,-1-1,0 1,0 0,1 0,-1 0,0 0,0 0,-1 0,1 0,0 0,0 0,0 0,-1 0,1 1,0-1,-1 1,1-1,0 1,-1-1,1 1,-1 0,1-1,-1 1,1 0,0 0,-1 0,1 0,-1 1,1-1,-1 0,1 1,-1-1,1 1,0-1,-1 1,1-1,0 1,0 0,-1 0,1 0,0 0,0 0,0 0,0 0,0 0,0 0,0 1,-5 7,0 2,0-1,1 1,0-1,1 2,0-1,1 0,0 1,1-1,0 1,1 0,0 7,0-15,-7 121,5 1,12 101,-2-88,-2 35,-7 0,-7 0,-1-82</inkml:trace>
  <inkml:trace contextRef="#ctx0" brushRef="#br0" timeOffset="437.214">82 1475,'-6'-3,"4"3,0 0,1-1,-1 1,0 0,1-1,-1 1,0-1,1 0,-1 0,1 0,-1 0,1 0,-1 0,1 0,0 0,-1 0,1 0,0-1,0 1,0-1,0 1,0-1,0 1,1-1,-1 1,0-1,1 0,-1 1,1-1,0 0,0 0,-1 1,1-1,0 0,0 0,1 0,63-36,-13 17,2 2,0 3,1 2,0 2,21-1,-70 12,-1 0,0 0,1 0,-1 0,1 1,-1-1,1 1,-1 0,1 1,-1-1,1 1,-1 0,1 0,-1 0,0 1,0-1,0 1,1 0,-1 0,-1 1,1-1,0 1,-1 0,1 0,-1 0,0 0,0 1,0-1,0 1,-1-1,1 3,5 113,-8-116,1-1,0 1,0 0,1-1,-1 1,0-1,1 1,0-1,-1 1,1-1,0 0,0 0,0 0,1 0,-1 0,0-1,1 1,-1-1,1 1,-1-1,1 0,0 0,0 0,-1 0,1-1,0 1,0-1,0 1,0-1,0 0,0 0,0-1,7 1,0-1,0 0,-1-1,1 0,-1-1,1 0,-1 0,0-1,0 0,2-2,-1-1,1 0,-2 0,1 0,-1-1,0-1,-1 0,0 0,0-1,-1 1,0-2,-1 1,0-1,0 0,-1 0,-1 0,0-1,-1 0,0 1,0-1,-2-1,1 1,-1 0,-1 0,-1 0,1-1,-2-3,0 11,0 1,0 0,0 0,-1 0,1 0,-1 0,0 1,0-1,0 1,-1 0,1 0,-1 0,1 0,-1 1,0-1,0 1,-1 0,1 0,0 0,-1 1,1 0,-1 0,1 0,-1 0,1 0,-1 1,0 0,1 0,-1 1,1-1,-1 1,0 0,1 0,-1 0,1 1,0-1,-1 1,1 0,0 1,0-1,0 1,1-1,-1 1,1 0,-1 0,1 1,0-1,-1 2,1-1,-1 0,1 1,0-1,0 1,0-1,1 1,-1 0,1 0,0 0,1 0,-1 0,1 1,0-1,0 0,1 1,0-1,0 0,0 1,0-1,1 1,0-1,0 0,0 0,1 0,0 1,0-1,0-1,1 1,2 4,19 24</inkml:trace>
  <inkml:trace contextRef="#ctx0" brushRef="#br0" timeOffset="1686.722">1097 1395,'23'-187,"-7"97,-10 50,-2 0,-1 1,-2-1,-4-23,1 46,38 21,196 51,-228-54,0 0,-1 1,0-1,1 1,-1 0,0-1,0 2,0-1,0 0,0 1,-1-1,1 1,-1 0,1-1,-1 1,0 1,0-1,0 0,-1 0,1 1,-1-1,0 1,0-1,0 1,0 0,-1-1,1 3,4 46,15 68,-19-115,1 0,1 0,-1 0,1 0,0 0,0 0,0-1,1 0,0 0,0 0,0 0,0 0,0-1,1 0,-1 1,1-2,0 1,0-1,0 1,3-1,-1 0,0 0,0-1,0 0,1 0,-1 0,0-1,0-1,0 1,1-1,-1 0,0-1,0 1,0-2,-1 1,1-1,0 0,-1 0,0 0,1-1,-1 0,3-3,-1 0,1 0,-1-1,0 0,0 0,-1-1,0 0,-1 0,0-1,-1 1,1-1,-2-1,0 1,2-7,-3 11,-1 0,-1 0,1 0,-1 0,0 0,0 0,-1 0,0 0,0 0,0 0,-1 0,0 0,0 0,0 0,-1 0,-1-1,3 7,-1-1,0 1,0 0,0 0,0 0,0-1,1 1,-1 0,0 0,0 0,0 0,0 0,0 1,0-1,0 0,1 0,-1 1,0-1,0 0,0 1,1-1,-1 1,0-1,0 1,1-1,-1 1,0-1,1 1,-1 0,1-1,-1 1,1 0,-1 0,1-1,-1 1,1 0,0 0,-1 0,1 0,0-1,0 1,0 0,-1 0,1 1,-2 3,-1 0,1 0,-1 1,2-1,-1 1,1-1,-1 1,1 0,1-1,-1 1,1 0,0 0,1 0,-1-1,1 1,0 0,0-1,1 1,0-1,0 1,0-1,1 0,-1 0,1 0,1 0,-1 0,1 0,-1-1,1 0,3 3,1-3,0 0,0 0,1-1,-1 0,1 0,-1-1,1 0,0 0,0-1,0 0,0-1,0 0,0-1,0 1,0-2,0 1,-1-1,1-1,-1 1,1-2,-1 1,0-1,0 0,0-1,0 1,-1-2,0 1,0-1,-1 0,1-1,-1 1,-1-1,1 0,-1-1,0 1,-1-1,0 0,1-2,-1-1,0 0,-1 0,0-1,-1 1,0-1,0 0,-2 1,1-1,-2 0,1 1,-2-5,2 16,0 1,-1-1,1 0,0 0,0 1,0-1,-1 0,1 0,0 1,0-1,-1 0,1 0,0 1,0-1,-1 0,1 0,0 0,-1 0,1 0,0 0,-1 1,1-1,0 0,-1 0,1 0,0 0,-1 0,1 0,0 0,-1 0,1 0,-1-1,1 1,0 0,0 0,-1 0,1 0,0 0,-1-1,1 1,0 0,-1 0,1 0,0-1,0 1,0 0,-1 0,1-1,0 1,0 0,0-1,-1 1,1 0,0-1,0 1,0 0,0-1,0 1,0 0,0-1,0 1,0 0,0-1,-14 30,11-24,0 1,0 0,1 0,0 0,0 1,1-1,-1 1,2-1,-1 1,0-1,1 1,1-1,-1 1,1-1,0 1,0-1,1 0,-1 1,2-1,-1 0,1 0,0 0,0-1,0 1,1-1,0 1,0-1,0 0,1-1,3 4,0-4,-1-1,0 0,1-1,0 0,-1 0,1 0,0-1,0 0,0-1,0 0,0 0,0-1,0 0,0 0,0 0,0-1,-1-1,1 1,0-2,5-1,1-1,-1-1,-1 0,1-1,-1 0,-1-1,1 0,-1-1,-1 0,1-1,-4 2,1-1,-1 0,-1 0,0 0,-1-1,0 0,0 0,-1 0,1-7,-5 23,1 0,-1 0,1-1,0 1,0 0,1-1,-1 1,1 0,0-1,0 0,1 0,-1 1,1-1,0-1,0 1,0 0,0-1,3 3,6-1,-1-1,1 0,0 0,0-1,1-1,-1 0,1 0,-1-2,1 1,-1-2,1 1,-1-2,1 0,-1 0,4-2,89-20,-101 25,1-1,-1 1,0 0,0 0,0 0,0 1,0-1,0 1,0 0,0 0,0 0,-1 1,1-1,0 2,34 18,-33-20,1 0,-1 0,1-1,-1 0,1 0,-1-1,1 1,0-1,0 0,-1-1,1 1,-1-1,1 0,0 0,-1-1,0 0,1 0,-1 0,0-1,0 1,0-1,0-1,-1 1,1 0,-1-1,0 0,0 0,0-1,-1 1,0-1,1 1,-1-1,-1 0,1 0,-1 0,1-4,-1 3,-1 0,-1 1,1-1,-1 0,0 0,0 1,0-1,-1 0,0 1,0-1,-1 1,0-1,0 1,0-1,0 1,-1 0,0 0,0 0,0 1,-1-1,1 1,-1-1,0 1,0 0,-1 1,1-1,-1 1,-1-1,-1-1,0 0,-1 0,0 1,0 0,0 0,0 1,-1 0,1 1,-1-1,0 2,0-1,1 1,-1 1,0-1,0 2,0-1,-9 2,13 0,0-1,-1 1,1 0,0 1,0-1,0 1,0 0,1 0,-1 1,1-1,0 1,0 0,0 0,0 0,1 1,0-1,-1 1,2 0,-1 0,1 0,-1 0,1 0,1 1,-1-1,1 0,0 1,0 0,1-1,-1 1,1-1,0 1,1 0,0-1,-1 1,2-1,-1 1,1-1,0 0,0 0,0 1,1-1,-1-1,1 1,3 4,23 15,1-6</inkml:trace>
  <inkml:trace contextRef="#ctx0" brushRef="#br0" timeOffset="1958.021">3116 580,'-14'-16,"-10"-10,-7-3,-3 4,1 6,3 11,5 11,6 14,7 13,5 11,6 8,3-5</inkml:trace>
  <inkml:trace contextRef="#ctx0" brushRef="#br0" timeOffset="2191.828">2996 940,'14'16,"13"8,16 1,18-3,23-5,19-6,-8-4</inkml:trace>
  <inkml:trace contextRef="#ctx0" brushRef="#br0" timeOffset="3593.545">4814 633,'-13'-3,"0"1,0 0,-1 1,1 1,0 0,-1 0,1 2,0 0,0 0,0 1,0 0,0 1,1 1,0 0,-1 1,2 0,-1 1,1 0,0 1,1 0,-9 9,14-14,1 1,0 0,0 0,1 0,-1 1,1-1,0 1,0 0,1 0,-1 0,1 0,0 0,1 0,-1 1,1-1,0 1,0-1,1 1,-1-1,1 1,1-1,-1 2,3-5,1 0,-1 1,0-1,1-1,-1 1,1 0,0-1,0 0,0 0,-1 0,1 0,0 0,0-1,0 0,0 0,0 0,0 0,0-1,0 1,0-1,0 0,0 0,0-1,-1 1,1-1,-1 0,1 0,-1 0,3-2,9-4,-1-1,0-1,0 0,-1-1,0 0,-1-1,0 0,-1-1,0-1,-1 1,-1-2,0 1,6-15,-3 2,0-1,-2-1,-1 0,-1 0,-1-1,-2 0,0-12,-2 20,-1 0,-1 0,-1 0,-1 0,-1 0,-1 1,0-1,-5-12,8 34,0-1,0 0,0 1,0-1,-1 0,1 1,0-1,0 0,-1 1,1-1,0 0,-1 1,1-1,0 1,-1-1,1 0,-1 1,1-1,-1 1,1 0,-1-1,0 1,1-1,-1 1,1 0,-1-1,0 1,1 0,-1 0,0 0,1-1,-1 1,0 0,1 0,-1 0,0 0,0 0,1 0,-1 0,0 1,1-1,-1 0,0 0,-20 25,11-1,0 0,2 0,1 0,0 1,2 0,1 0,1 1,1-1,2 1,0-1,4 24,-3-35,1 0,0 0,1-1,0 1,1-1,1 0,0 0,1 0,0-1,1 0,0 0,1 0,1-1,-1-1,2 1,-1-1,2-1,-1 0,1 0,0-1,1 0,0-1,0-1,1 0,-1 0,2-1,-1-1,0 0,1-1,10 1,-13-4,0 0,1-1,-1 0,0 0,0-1,0-1,-1 0,1-1,0 0,-1 0,0-1,0 0,-1-1,1 0,-1-1,-1 0,1 0,-1-1,0 0,-1 0,0-1,0 0,-1 0,0-1,-1 0,0 0,0 0,-1 0,0-1,0-2,13-81,-17 95,0-1,0 0,0 0,0 1,0-1,0 0,0 0,-1 1,1-1,0 0,0 0,0 0,-1 1,1-1,0 0,0 0,0 0,-1 0,1 1,0-1,0 0,-1 0,1 0,0 0,0 0,-1 0,1 0,0 0,0 0,-1 0,1 0,0 0,-1 0,1 0,0 0,0 0,-1 0,1 0,0 0,0 0,-1 0,1-1,0 1,0 0,-1 0,1 0,0 0,0-1,0 1,-1 0,1 0,0 0,0-1,0 1,0 0,0 0,-1-1,1 1,0 0,0 0,0-1,0 1,0 0,0 0,0-1,0 1,-14 20,9-9,0 0,0 0,1 0,0 1,1-1,0 1,1 0,0 8,1-17,1 1,0 0,0-1,0 1,1 0,-1-1,1 1,0 0,0-1,0 1,0-1,1 1,0-1,-1 0,1 0,0 0,1 0,-1 0,0 0,1 0,0-1,-1 1,1-1,0 0,0 0,1 0,-1 0,0-1,1 1,-1-1,7 2,0-1,0 0,0-1,0 0,0 0,0-2,0 1,0-1,0 0,0-1,0 0,0-1,0 0,-1 0,0-1,1 0,-1-1,-1 0,1-1,-1 1,0-2,0 1,-1-1,0 0,0 0,0-1,-1 0,0-1,-1 1,0-1,0 0,-1 0,0 0,-1-1,0 1,0-1,-1 0,0 0,-1 0,0-1,0 10,-1 0,1 0,-1 0,0 0,1 0,-1 0,0 0,1 0,-1 0,0 0,0 0,0 0,0 0,0 0,0 0,0 0,-1 0,1-1,0 1,0 0,-1 1,1-1,-1 0,1 0,-1 0,1 0,-1 0,0 0,1 0,-1 1,0-1,0 0,1 1,-1-1,0 0,0 1,0-1,0 1,0-1,0 1,0 0,0-1,0 1,0 0,0 0,0 0,0 0,0 0,0 0,0 0,0 0,0 0,0 0,0 0,0 1,0-1,0 0,0 1,0-1,0 1,0-1,0 1,0-1,0 1,-2 3,0 0,0 0,0-1,1 2,0-1,-1 0,1 0,1 1,-1-1,1 1,-1 0,1-1,1 1,-1 0,1 0,0-1,0 1,0 0,0 0,1 0,0-1,0 1,0 0,1-1,-1 1,1-1,0 1,1-1,-1 0,1 0,0 0,-1 0,2-1,1 3,5-1,0 0,1 0,0-1,0-1,0 0,1 0,-1-1,1 0,-1-1,1 0,-1-1,1-1,0 0,-1 0,1-1,-1 0,4-2,-2 1,0-1,-1 0,1 0,-1-1,0-1,-1 0,1-1,-1 0,0 0,-1-1,0-1,0 0,-1 0,0-1,-1 0,0 0,0-1,-1 0,-1 0,0-1,0 0,-1 0,-1 0,0-1,0 0,-1 1,-1-1,0 0,-1-1,-1-5,-2 64,8 192,0-100,-6 1,-15 101,-1-162,2-64,7-38,11-169,1 136,0-20,34-350,-37 415,-2 8,0 0,1 0,-1 0,1 0,0 0,1 0,-1 0,1 1,0-1,0 0,0 1,1 0,0-1,0 1,0 0,-1 4,0 0,0-1,0 1,0 0,0 0,0 1,0-1,0 0,0 1,0-1,0 1,0 0,0-1,0 1,-1 0,1 0,0 0,-1 1,1-1,0 0,-1 0,1 1,-1-1,0 1,0 0,1-1,-1 1,0 0,2 1,16 18,-1-1,-1 2,-1 1,-1 0,-1 0,10 24,-23-45,1 0,-1 1,0-1,1 0,-1 1,0-1,-1 1,1 0,0-1,-1 1,1-1,-1 1,0 0,0-1,0 1,0 0,-1-1,1 1,0 0,-1-1,0 1,0-1,0 1,0-1,0 1,0-1,-1 0,1 0,-1 0,0 1,1-1,-1-1,0 1,0 0,0 0,-3 1,3-2,0 0,-1 0,1-1,0 1,-1 0,1-1,-1 1,0-1,1 0,-1 0,1 0,-1 0,1 0,-1-1,1 1,-1-1,1 1,-1-1,1 0,-1 0,1 0,0-1,0 1,-1 0,1-1,0 1,0-1,1 0,-1 0,0 0,1 0,-1 0,1 0,-1 0,1 0,0-1,0 1,0 0,0-1,0 1,1-1,-1 1,1-1,0 1,-1-1,1 1,0-1,0 0,1 1,-1-1,1 1,0-3,5-4,1-1,0 1,0 0,1 1,0 0,0 0,1 1,0 0,1 0,-1 1,1 0,1 1,-1 0,1 1,-1 0,1 0,1 1,-1 1,0 0,0 1,11-1,-19 1,0 1,1-1,-1 1,1 0,-1 0,0 0,1 0,-1 1,1-1,-1 1,0 0,1 0,-1 0,0 0,0 1,0-1,0 1,0 0,0 0,-1 0,1 0,0 0,-1 0,0 1,1 0,-1-1,0 1,-1 0,1 0,0 0,-1 0,1 0,-1 0,0 1,0-1,-1 0,1 0,0 1,-1 0,0 69,3-71,-1 0,1 0,-1 0,1 0,0-1,-1 1,1-1,0 0,0 0,0 0,0 0,0-1,0 1,0-1,0 0,1 0,-1 0,0 0,0 0,0-1,0 1,0-1,0 0,0 0,1 0,7-2,-1 0,1-1,-1 0,1-1,-1 0,0 0,-1-1,0-1,0 1,0-2,0 1,-1-1,-1 0,1-1,-1 0,-3 4,0-1,0 0,-1 0,0 0,0 0,0-1,-1 1,0-1,0 0,-1 1,0-1,0 0,0 0,-1 0,0 0,0 0,-1 0,0 1,0-1,-1 0,0 0,0 1,0-1,-4-5,4 8,0-1,-1 1,0 0,1 0,-2 0,1 0,0 0,-1 1,0 0,0-1,0 1,0 1,0-1,0 1,-1-1,0 1,1 0,-1 1,0-1,0 1,1 0,-1 0,0 1,0 0,0-1,0 2,0-1,0 0,-5 2,3-1,-1 1,1 0,-1 1,1 0,0 0,0 0,0 1,1 0,-1 0,1 0,0 1,0 0,1 1,-1-1,1 1,0 0,1 0,-1 0,1 2,1-3,0 0,1 0,-1 0,2 0,-1 0,0 0,1 1,0-1,0 0,1 1,-1-1,1 1,0-1,1 1,-1-1,1 1,0-1,1 1,-1-1,1 0,0 0,0 0,1 0,-1 0,1 0,0-1,1 1,-1-1,1 0,0 0,0 0,0-1,0 1,1-1,-1 0,3 1,36 14,-1-6</inkml:trace>
  <inkml:trace contextRef="#ctx0" brushRef="#br0" timeOffset="3862.808">6752 18,'-5'-3,"0"0,-1 1,1 0,-1 0,0 0,0 1,1 0,-1 0,0 1,0-1,0 1,0 0,0 1,0-1,0 1,1 1,-1-1,0 1,1 0,-1 0,1 0,-1 1,1 0,0 0,0 0,1 1,-1 0,1 0,-1 0,1 0,0 1,1-1,-1 1,1 0,0 0,0 0,1 1,-2 2,0 3,1-1,1 1,-1 0,2 0,-1 0,1 0,1 0,0 0,1 0,0 0,1 0,0 0,0 0,1-1,1 1,0-1,0 0,1 0,0 0,1 0,5 6,2 2,0 0,2 0,0-2,1 0,1 0,0-2,1 0,1-1,0-1,7 3,3-2,1-2,0-2,0 0,1-2,0-2,0 0,32-1,16 2</inkml:trace>
  <inkml:trace contextRef="#ctx0" brushRef="#br0" timeOffset="5616.122">964 2490,'0'-8,"-1"0,1 0,-1 0,-1 0,0 1,0-1,0 0,-1 1,0-1,-1 1,0-1,3 6,-1-1,1 1,-1 0,0 0,1 0,-1 0,0 0,0 0,-1 1,1-1,0 1,0-1,-1 1,1 0,-1 0,1 0,-1 0,1 0,-1 1,0-1,0 1,1 0,-1 0,0 0,1 0,-1 0,0 0,1 1,-1-1,0 1,1 0,-1 0,1 0,-1 0,-6 5,0 0,1 0,0 1,0 0,1 0,0 1,0 0,0 0,1 0,1 1,-1 0,1 0,1 1,0-1,0 1,1 0,0 0,1 0,0 0,1 1,0-1,0 1,1-1,1 4,-2-9,1-1,0 1,1 0,-1-1,1 1,-1-1,1 1,1-1,-1 1,1-1,0 0,0 0,0 0,0 0,1 0,-1 0,1 0,0-1,0 0,1 1,-1-1,1 0,-1-1,1 1,0-1,0 1,0-1,0 0,1-1,-1 1,0-1,1 0,-1 0,1 0,-1 0,1-1,0 0,2 0,5-3,-1-1,0 0,0-1,0 0,0-1,-1 0,0-1,0 0,-1-1,0 1,0-2,-1 1,0-1,-1-1,1 1,-2-1,1 0,-2-1,1 0,-1 0,-1 0,3-12,-4 16,-1 0,1-1,-2 1,1-1,-1 0,0 0,-1 1,1-1,-2 0,1 0,-1 0,0 1,-1-1,0 0,0 1,-3-7,3 12,1 1,0 0,-1 0,0 0,1 0,-1 1,1-1,-1 0,0 1,0-1,1 1,-1-1,0 1,0 0,0 0,0 0,1 0,-1 0,0 0,0 0,0 1,1-1,-1 0,0 1,0 0,1-1,-1 1,1 0,-1 0,0 0,1 0,0 0,-1 1,1-1,0 0,-1 1,1-1,0 0,0 1,0-1,0 1,0 0,1-1,-1 1,0 0,1 0,-1-1,1 1,0 0,0 2,-4 3,2 0,-1 1,1-1,1 1,-1 0,1 0,0 0,1-1,0 1,0 0,1 0,0 0,0 0,1-1,0 1,0 0,1-1,0 0,0 0,1 0,0 0,0 0,1-1,-1 1,2-1,-1 0,0-1,1 1,0-1,0-1,5 3,5 3,1-1,1-1,-1-1,2 0,-1-1,0-2,5 1,56 10</inkml:trace>
  <inkml:trace contextRef="#ctx0" brushRef="#br0" timeOffset="6593.358">2822 2331,'23'-24,"-1"-1,-1 0,-1-2,-1 0,-2-1,0-1,-3 0,0-2,-2 1,-1-2,-1 1,-2-1,-1-1,-2 1,-1-1,-1 0,-2 0,-2-5,2 26,-2 1,1-1,-2 1,1-1,-1 1,-1 0,0 0,-1 0,0 0,0 0,-1 1,-1 0,-5-8,10 17,0-1,0 1,0-1,-1 1,1 0,0 0,-1-1,1 1,-1 0,1 0,-1 0,1 1,-1-1,0 0,0 1,1-1,-1 1,0-1,0 1,0 0,1 0,-1 0,0 0,0 0,0 0,0 0,1 1,-1-1,0 1,0-1,1 1,-1-1,0 1,1 0,-1 0,1 0,-1 0,1 0,-2 1,-41 63,32-30,2 2,2-1,1 1,2 0,1 0,2 1,2-1,1 6,-1-12,1 0,1 0,2 0,1 0,1-1,2 0,1 0,1-1,2 0,1 0,6 7,-17-32,1 0,-1 0,1 0,0-1,0 1,0-1,0 1,1-1,0-1,-1 1,1 0,0-1,0 0,1 0,-1 0,0 0,1-1,-1 1,1-1,-1 0,1-1,-1 1,1-1,0 0,-1 0,1 0,0-1,-1 1,1-1,-1 0,2-1,11-7,-1-1,-1-1,0 0,0-1,-1 0,-1-1,0 0,0-2,-2 1,0-1,0-1,-1 0,5-13,58-116,-78 159,-27 101,30-109,1 1,1-1,-1 0,1 0,0 1,1-1,0 0,0 0,0 0,0 1,1-1,0 0,0-1,1 1,0 0,0-1,2 4,0-4,-1-1,0 0,1 0,0-1,0 1,0-1,0 0,0-1,1 1,0-1,-1 0,1 0,0-1,0 0,0 0,0 0,0 0,5-1,108-17,-106 13,0 0,0-1,0 0,-1-1,0 0,0-1,-1 0,0-1,0-1,-1 1,0-2,0 1,-1-1,0-1,-1 0,0 0,-1 0,0-1,-1 0,0-1,2-9,-7 20,0-1,0 1,0-1,0 1,-1 0,1-1,-1 1,0-1,0 1,0-1,0 0,0 1,-1-1,1 1,-1 0,1-1,-1 1,0-1,0 1,0 0,0 0,0-1,-1 1,1 0,-1 0,1 0,-2 0,2 2,-1 0,0 1,0-1,1 1,-1-1,0 1,1-1,-1 1,1 0,-1 0,1 0,-1 0,1 0,-1 0,1 0,0 1,0-1,0 0,0 1,0-1,0 1,0-1,0 1,0-1,1 1,-1 0,0-1,1 1,0 0,-1 1,-1 3,1 1,-1-1,1 0,0 1,1 0,0-1,0 1,0-1,1 1,0-1,0 1,0-1,1 0,0 1,1-1,-1 0,1 0,0-1,0 1,1 0,0-1,0 0,0 0,1 0,-1 0,1-1,0 0,1 0,-1 0,1-1,-1 0,1 0,0 0,0-1,0 1,1-1,5 1,1 0,-1-1,1-1,-1 1,1-2,0 0,-1-1,1 0,-1 0,1-2,-1 1,1-2,-1 1,0-2,-1 0,1 0,-1-1,0 0,0-1,-1 0,0-1,0 0,-1-1,0 0,0 0,-1-1,0 0,-1 0,0-1,-1 0,2-4,29-59,-31 75,-7 18,0-16,-1 9,-1 0,1 1,1-1,0 0,1 0,1 1,-1-1,2 0,0 0,0 0,1 0,1 0,0 0,0-1,1 1,1-1,0-1,0 1,1-1,6 6,11 2</inkml:trace>
  <inkml:trace contextRef="#ctx0" brushRef="#br0" timeOffset="6762.902">4252 1782,'0'0</inkml:trace>
  <inkml:trace contextRef="#ctx0" brushRef="#br0" timeOffset="7193.429">5629 1702,'-65'134,"12"-21,-6-3,-24 30,69-120,16-23,21-35,32-49,-5-2,-3-1,-4-3,-4-2,18-73,-42 117,-13 58,0 46,2-1,3 0,1-1,15 49,3-33,3-1,3 0,3-3,27 38,15 27,-63-99,-6-11</inkml:trace>
  <inkml:trace contextRef="#ctx0" brushRef="#br0" timeOffset="7410.849">5402 1983,'16'-2,"21"-1,27 2,26 2,22 0,12 0,-3-2,-22-1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6:17.3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374 615,'-8'2,"1"2,-1-1,1 1,0 0,0 1,1 0,-1 0,1 0,0 0,1 1,-1 0,1 1,0-1,1 1,-1 0,1 0,1 0,-1 1,1-1,1 1,-1 0,1 0,1 0,-1 0,1 0,1 0,0 0,0 0,0 0,1 1,0-1,1 0,0 0,0-1,0 1,1 0,4 6,2-3,0 0,1-1,0 0,1-1,0-1,0 1,1-1,0-1,0-1,1 1,0-2,0 0,0 0,1-1,0-1,-1 0,1-1,0-1,0 0,7-1,-14 0,1 0,-1-1,1 0,-1-1,1 1,-1-2,0 1,0-1,0 0,0 0,0-1,-1 1,1-2,-1 1,0-1,-1 0,1 0,-1 0,0-1,0 0,0 0,-1 0,0-1,0 1,-1-1,0 0,0 0,-1 0,0-1,0 1,0-2,1-7,0 1,-1-1,-1 1,-1-1,0 1,-1-1,0 1,-2-1,1 1,-2 0,0 0,-1 0,-1 0,0 1,-1 0,0 0,-1 1,-4-6,8 15,0 0,0 0,0 0,0 1,0-1,-1 1,0 0,1 0,-1 0,0 1,0 0,-1 0,1 0,0 1,-1-1,1 1,-1 1,1-1,-1 1,0 0,1 0,-1 0,1 1,-1 0,1 0,-1 0,1 1,0 0,0 0,-1 0,1 1,-4 2,-106 78,84-54</inkml:trace>
  <inkml:trace contextRef="#ctx0" brushRef="#br0" timeOffset="321.182">976 0,'-11'16,"-18"21,-17 25,-20 29,-18 30,-20 32,-18 31,-13 24,-3 16,5 4,25-37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6:44.4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0 959,'42'21,"12"1,0-2,2-3,19 2,17 5,44 8,2-6,0-6,2-7,32-4,244-4,98 7,287 4,-550-18,256-14,-189-2,57-4,206-44,-305 13,-1-13,81-38,-248 70,355-117,169-90,-538 199,320-127,-280 124,-38 16,-2-5,-1-4,44-28,-110 49,-44 16,-213 42,132-24,-51 9,-2-6,-8-7,591-33,-284 11,-168 28,-55 52,3 3,3 3,-28 45,84-105,-63 80,76-96,-1-1,1 1,0-1,0 0,0 1,0-1,-1 0,1 1,0-1,0 0,-1 0,1 1,0-1,-1 0,1 0,0 1,-1-1,1 0,0 0,-1 0,1 0,-1 1,1-1,0 0,-1 0,1 0,0 0,-1 0,1 0,-1 0,1 0,0 0,-1 0,1 0,-1 0,1-1,0 1,-1 0,1 0,0 0,-1 0,1-1,0 1,-1 0,1 0,0-1,-1 1,1 0,0-1,0 1,0 0,-1-1,1 1,0 0,0-1,0 1,-1 0,1-1,0 1,-7-32,4 19,-24-80,-5 2,-41-83,67 161,-33-51,38 64,0 0,1 0,-1 0,1 0,-1 0,0 1,1-1,-1 0,1 0,-1 1,1-1,-1 0,1 0,-1 1,1-1,-1 1,1-1,0 1,-1-1,1 0,-1 1,1-1,0 1,-1 0,1-1,0 1,0-1,0 1,-1-1,1 1,0 0,0-1,0 1,0-1,0 1,0 0,0-1,0 1,0-1,0 1,1 0,-1-1,0 1,0-1,0 1,1-1,-1 1,0-1,1 1,-1-1,0 1,1-1,-1 1,1-1,26 63,-18-46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16.6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1 172,'7'-10,"0"1,1 0,-1 1,2-1,-1 2,1-1,1 1,-1 0,1 1,1 0,-1 1,1 0,-1 1,1 0,1 0,-1 1,10-1,-18 4,1 0,-1 0,0 0,0 1,0-1,0 1,0-1,0 1,0 0,0 0,0 1,0-1,0 1,-1-1,1 1,0 0,-1 0,0 0,1 0,-1 0,0 1,0-1,0 1,-1-1,1 1,0 0,-1 0,0 0,0-1,0 1,0 0,0 1,0-1,-1 1,6 27,-2-1,-1 1,-2 0,-1 0,-1 0,-2 0,-2 6,-4 96,8-132,1 0,-1 0,1 0,0 0,-1 0,1 0,0 0,0 0,0 1,0-1,0 0,0 0,0 0,0 0,0 0,1 0,-1 0,0 0,1 0,-1 0,0 0,1 0,0 0,-1 0,1 0,-1 0,1-1,0 1,0 0,-1 0,1-1,0 1,0 0,0-1,0 1,0-1,0 1,0-1,0 0,0 1,0-1,0 0,0 0,0 1,0-1,0 0,0 0,0 0,1-1,-1 1,0 0,0 0,0 0,0-1,0 1,0-1,0 1,9-8,0-1,0 1,-1-2,0 1,-1-1,0-1,-1 0,0 0,0 0,4-11,-10 20,36-72,-4-1,-3-1,-3-2,2-20,-24 81,-3 54,-8 15,-4 28,4 0,5 68,0-137,1-1,0 1,1-1,1 1,0-1,0 0,0 1,2-1,-1 0,1-1,1 1,-1-1,2 0,-1 0,1 0,1-1,-1 0,1 0,1-1,0 1,0-2,0 1,1-1,-1 0,1-1,1 0,6 2,61-1,-61-10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16.9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68 127,'-14'-7,"-7"-2,1-2,8 1,15 2,18 2,24 1,28-4,23-3,23-1,16-2,8 3,-21 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17.84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1,'14'35,"1"0,2-1,1-1,2 0,1-2,9 9,-18-25,0-1,1 0,1-1,0-1,0 0,1-1,1-1,0 0,0-1,1 0,0-2,0 0,13 3,-22-8,0 0,0 0,1-1,-1 0,0 0,0-1,1 0,-1 0,0-1,0 0,0-1,1 0,-1 0,-1-1,1 0,0 0,-1-1,1 0,-1 0,0 0,-1-1,1 0,-1-1,0 1,0-1,-1-1,5-5,-2-3,0-1,-1 0,-1 0,-1 0,0-1,-1 1,-1-1,-1 0,0 0,-1-1,-1 1,0 0,-1 0,-2-5,-8-19,10 41,1 0,-1-1,1 1,0 0,-1 0,1-1,-1 1,1 0,-1 0,1 0,-1 0,0 0,1 0,-1 0,1 0,-1 0,1 0,-1 0,1 0,-1 0,1 0,-1 1,1-1,-1 0,1 0,-1 1,1-1,0 0,-1 0,1 1,-1-1,1 0,0 1,-1-1,1 1,0-1,-1 1,1-1,0 0,0 1,-1-1,1 1,0-1,0 1,0-1,0 1,0-1,0 1,0 0,-9 21,1 1,1 1,1-1,1 1,1 0,1 0,1 18,1-32,-7 180,9 0,20 145,-17-293,8 250,-28-206,16-84,-1 0,0 0,0 0,0 0,0 0,-1 0,1 0,0-1,-1 1,1 0,-1-1,0 1,1-1,-1 0,0 1,0-1,0 0,0 0,0 0,0 0,0-1,0 1,0-1,-1 1,1-1,0 0,0 1,-1-1,1 0,0-1,0 1,0 0,-1-1,1 1,0-1,-2 0,-11-7,-1 0,1 0,1-2,0 0,0-1,1 0,0-1,1 0,1-1,-9-12,14 19,-51-62,4-3,2-1,-14-33,29 24,36 79,0 0,0 0,0 1,1-1,-1 0,1 0,0 0,-1 1,1-1,0 0,0 1,0-1,0 1,0-1,0 1,0-1,1 1,-1 0,1-1,-1 1,1 0,-1 0,1 0,-1 0,1 1,0-1,0 0,-1 1,1-1,0 1,0-1,0 1,-1 0,1 0,0 0,71-18,1 4,51-4,-55 9,62-8,-8 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18.5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5,'20'-4,"6"9,1 1,-1 1,0 2,-1 0,7 5,-20-9,0 0,-1 0,1 1,-1 0,0 1,-1 0,0 1,0 0,-1 1,0 0,0 0,-1 1,0 0,-1 0,0 1,-1 0,0 1,0-1,-1 1,-1 0,0 0,-1 0,0 1,1 9,-4 1,-1-1,0 1,-1-1,-2 1,0-1,-2 0,0 0,-1-1,-4 5,-92 183,85-176,2-5,6-11,0 0,2 0,0 1,1 0,1 0,0 1,5-16,1-1,-1 0,1 1,-1-1,1 1,0-1,0 1,0-1,0 0,0 1,1-1,-1 1,1-1,0 0,-1 1,1-1,0 0,0 1,1-1,-1 0,0 0,1 0,-1 0,1 0,0-1,0 1,-1 0,1-1,0 1,0-1,0 0,1 0,-1 0,0 0,2 1,12 2,1 0,0-1,0 0,0-2,0 0,0-1,4 0,-2 0,81-2,-1-4,11-5,-50-1,-44 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18.8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 96,'-2'-4,"8"-2,17 0,22-1,23-2,17-1,14-2,7 2,-1 0,-7 1,-13 3,-17 2,-25 2,-19 2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0.1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47,'197'-12,"70"10,-146 3,925-28,-1025 26,-16-2,-9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0.4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 1,'1'2,"0"0,0-1,-1 1,1 0,0-1,0 1,1 0,-1-1,0 1,0-1,1 1,-1-1,1 0,-1 0,1 0,0 0,0 0,-1 0,1 0,0 0,0-1,0 1,1 0,0 0,50 21,2-2,0-2,20 1,132 47,-195-61,0 0,0 1,0 1,-1 0,0 1,-1 0,10 9,-17-14,1 1,-1-1,0 1,-1 0,1 0,-1 0,1 0,-1 1,0-1,-1 0,1 1,-1 0,0-1,0 1,-1 0,1-1,-1 1,0 0,0 0,-1 0,1-1,-1 1,-1 3,-3 5,0 1,-1-1,-1 0,0 0,-1-1,0 0,-1 0,0-1,-1 0,-9 7,-42 38,-2-3,-2-4,-3-2,-55 29,-28 14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3.5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47,'22'-10,"0"2,1 1,0 1,1 1,-1 1,1 0,0 2,1 1,-21 1,0 0,0 0,0 1,-1-1,1 1,0 0,0 0,0 0,0 0,-1 1,1 0,-1 0,1 0,-1 0,0 0,1 0,-1 1,0 0,-1 0,1 0,0 0,-1 0,0 0,0 0,0 1,0-1,0 1,-1 0,1-1,-1 1,0 0,0 0,0 3,1 21,-1-1,-1 1,-1-1,-2 1,0-1,-2 0,-4 12,-3 22,10-52,-1 3,1 0,-1 0,2 1,0-1,0 1,1-1,1 1,0-1,0 0,2 1,-1-1,2 0,1 5,-3-14,0 0,0 0,0 0,1 0,-1 0,1 0,0-1,0 0,0 1,0-1,0 0,0 0,0-1,1 1,-1-1,1 1,-1-1,1 0,-1-1,1 1,0-1,0 1,-1-1,1 0,0 0,-1-1,1 1,0-1,-1 0,4-1,4-1,0 0,1-2,-2 1,1-1,0-1,-1 0,0 0,-1-1,2-2,13-16,-2-1,-1-1,-1-1,-2-1,0 0,-2-1,-2-1,0-1,-2 0,7-32,-18 60,8-20,-1 4,-1 0,-1-1,-1 1,0-1,-2 0,0-2,-3 23,-1 0,1 0,0 1,0-1,-1 0,1 0,0 0,0 0,-1 0,1 1,0-1,-1 0,1 0,0 0,-1 0,1 0,0 0,0 0,-1 0,1 0,0 0,-1 0,1 0,0-1,-1 1,1 0,0 0,0 0,-1 0,1 0,0-1,0 1,-1 0,1 0,0 0,0-1,-1 1,1 0,0 0,0-1,0 1,0 0,-1 0,1-1,0 1,0 0,0-1,0 1,0 0,0-1,0 1,0 0,0 0,0-1,0 1,0 0,0-1,0 1,0 0,0-1,0 1,1 0,-1 0,0-1,0 1,0 0,0-1,1 1,-17 21,7 3,0 1,2-1,0 1,2 0,1 1,1-1,0 25,2-31,0 0,1 0,1 0,1 0,0-1,2 1,0 0,1-1,1 0,0 0,2-1,0 0,1 0,0-1,1 0,1 0,1-2,0 1,1-1,0-1,2 0,11 8,25 0,-32-18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3.8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41,'23'-2,"23"-1,23 2,17 2,14 0,11-2,3-3,-5-3,-12-1,-17 2,-21 1,-22 2,-20 1,-19 1,-17 1,-14 0,-1 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4.2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83,'20'-7,"21"-2,22-2,19-1,18 1,9 0,2 2,-6 3,-14 2,-19 2,-21 3,-21 2,-18 0,-10 2,1 1,5 0,3 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4.97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1,'20'25,"2"0,0-1,1-2,2 0,0-2,1 0,25 13,-37-25,0-1,0 0,1-1,0 0,0-2,0 1,1-2,-1 0,1-1,0 0,0-2,-1 0,1 0,0-2,0 0,-1 0,2-2,-10 3,1-1,-1-1,1 1,-1-1,0 0,0-1,0 0,-1 0,1 0,-1-1,0 0,0 0,-1-1,1 1,-1-1,0 0,-1-1,0 1,0-1,0 0,-1 0,0 0,0 0,-1-1,0 1,0-1,0 1,-1-1,0-6,-1 13,1 0,-1 0,0 0,1 0,-1 0,0 0,0 0,0 0,0 0,0 0,0 0,0 0,0 0,0 0,0 0,0 1,-1-1,1 0,0 0,-1 0,1 0,0 0,-1 0,0 0,1 1,-1-1,1 0,-1 0,0 1,1-1,-1 0,0 1,0-1,0 1,0-1,1 1,-1-1,0 1,0 0,0 0,0-1,0 1,0 0,0 0,0 0,0 0,0 0,0 0,0 0,0 0,0 0,0 0,0 1,0-1,0 0,1 1,-1-1,0 1,-1 0,-3 6,-1 1,1 0,1 0,-1 0,2 1,-1-1,1 1,0 0,1 0,0 0,0 1,0 5,2-12,-8 51,2 1,3-1,2 1,3-1,2 1,10 50,15 40,47 134,-65-242,5 6,-2 1,-2 0,-2 1,-2 0,-2 1,-2-1,-2 1,-1 0,-6 37,4-75,0 0,0 0,-1 0,0 0,0-1,-1 1,0-1,0 0,-1 0,0 0,0 0,-1 0,0-1,0 0,0 0,-1 0,0-1,0 0,0 0,0 0,-1-1,0 0,0 0,0-1,-1 0,1 0,-1-1,1 0,-2 0,1-2,0-1,0 0,0 0,0-1,0 0,0 0,1-1,-1 0,1 0,-1-1,1 0,0 0,1-1,-1 0,-3-3,-84-93,68 69,2-2,0 0,3-2,1-1,1 0,3-1,1-1,1 0,3-1,-1-9,10 42,1 1,0 0,0-1,1 1,0-1,0 1,0-1,1 1,0-1,0 1,1 0,0-1,0 1,0 0,1 0,0 1,0-1,0 0,1 1,0 0,0 0,0 0,1 0,-1 1,1-1,3-1,14-5,0 1,1 2,0 0,0 1,0 1,1 1,0 1,0 1,7 1,-15 1,140-17,-90 11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5.4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41,'15'-7,"0"1,0 0,0 1,1 0,-1 2,1-1,0 2,0 0,1 1,-1 1,0 0,0 2,0-1,0 2,0 0,0 1,-1 1,1 0,-1 1,-1 1,1 0,7 6,-13-9,0 1,-1 0,1 1,-2 0,1 1,-1-1,1 1,-2 1,1-1,-1 1,0 0,-1 1,0-1,0 1,-1 0,0 0,-1 1,0-1,0 1,-1 0,0-1,-1 1,0 0,0 5,-5 15,0-1,-2 0,0 0,-3-1,0 0,-2 0,-10 18,5-9,2 0,1 1,-5 30,16-60,1 1,0-1,0 1,1-1,0 0,1 1,0-1,0 1,1-1,0 0,0 0,1 0,0 0,0 0,1-1,0 1,1-1,-1 0,1 0,1-1,-1 1,1-1,0-1,1 1,-1-1,1 0,0 0,0-1,1 0,1 1,15 5,1-1,0-1,0-1,0-1,1-2,0 0,0-2,0-1,16-1,-30 1,-1-1,1-1,-1 0,0 0,0-1,1 0,-1-1,0 0,-1-1,1 0,-1-1,9-5,6-11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5.6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57,'19'-9,"16"-3,19 0,18 3,16 2,10 3,5 2,-2 1,-11 1,-16 0,-30 1,-22-1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8.6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334 36,'-16'-3,"1"0,-1 1,1 0,-1 1,1 1,-1 0,0 1,1 1,-1 1,1 0,-3 1,9-1,1 0,0 0,0 0,0 1,0 0,1 1,-1 0,1 0,0 0,1 1,-1 0,1 0,0 1,1 0,0 0,0 0,0 0,1 1,0 0,-2 5,5-11,0 1,0 0,0-1,0 1,0 0,1 0,-1 0,1 0,0 0,0 0,0-1,0 1,0 0,1 0,-1 0,1 0,-1 0,1-1,0 1,1 0,-1-1,0 1,1-1,-1 1,1-1,0 1,0-1,0 0,0 0,0 0,0 0,0-1,1 1,-1 0,1-1,-1 0,1 1,2 0,7 1,0-1,0 0,0 0,0-2,0 1,0-1,0-1,0 0,0-1,-1 0,1-1,0 0,-1 0,0-2,0 1,0-2,0 1,-1-1,0-1,0 0,0 0,-1-1,0 0,-1-1,0 0,0 0,-1-1,0 0,-1 0,0 0,0-1,-1 0,-1 0,0 0,0-1,-1 0,1-8,-4 19,1 0,-1 0,0 0,1 0,-1 1,0-1,0 0,0 0,0 0,0 0,0 0,0 0,0 0,0 0,0 0,0 1,-1-1,1 0,0 0,-1 0,1 0,0 1,-1-1,1 0,-1 0,0 0,1 1,-1-1,1 0,-1 1,0-1,0 1,1-1,-1 1,0-1,0 1,0 0,1-1,-1 1,0 0,0-1,0 1,0 0,0 0,0 0,-3 5,0 0,0 0,1 1,-1 0,1 0,0 0,1 0,0 0,0 0,0 0,0 1,1 1,0-6,-1 6,-1 0,2 0,-1 0,1 0,0 0,0 0,1 0,0 1,1-1,0 0,0 0,1 0,0 0,0 0,1 0,0-1,0 1,1-1,0 0,0 0,0 0,1 0,0-1,1 0,0 0,5 5,33 13,-1-8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9.3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238 644,'-21'0,"0"0,1 2,-1 0,1 2,-15 3,29-5,1 0,-1 0,1 0,-1 0,1 1,0 0,0 0,0 0,1 1,-1-1,1 1,0 0,0 1,0-1,0 1,1 0,0-1,0 1,0 1,1-1,-1 0,1 3,1-4,0 0,0 0,1 1,-1-1,1 0,0 0,0 0,1 1,-1-1,1 0,0 0,0 0,1 0,-1 0,1 0,0 0,0 0,0-1,0 1,0-1,1 0,0 1,0-1,0 0,0 0,0-1,4 3,2 2,1-1,1 0,-1 0,1-1,-1 0,1-1,1 0,-1-1,8 1,-11-2,1-1,-1 0,1-1,0 0,-1 0,1-1,0 0,-1 0,1-1,-1 0,0 0,1-1,-1-1,0 1,-1-1,1 0,-1-1,0 0,0 0,0-1,-1 1,1-1,-1-1,-1 1,1-1,-1 0,-1-1,9-18,-1-1,-1-1,-2 0,-1-1,-1 1,-1-2,-2 1,-1 0,-1-20,0 27,32-456,-34 476,1-8,-4 21,-10 104,4 0,6 76,1-152,2 0,2 0,1 0,1-1,3 0,1 0,2 0,1-1,3 0,-12-31,0 0,1-1,0 1,0 0,0-1,1 0,0 0,0 0,0 0,1 0,0-1,0 0,0 0,0 0,0-1,1 0,0 0,-1 0,1-1,0 1,0-1,1-1,-1 1,0-1,1 0,-1-1,0 0,1 0,-1 0,0 0,1-1,-1 0,2-1,1-2,0-1,0 1,0-2,-1 1,1-1,-1-1,-1 1,1-1,-1-1,-1 1,1-1,-1-1,-1 1,4-7,4-8,-1-2,-1 1,-1-1,6-26,3-42,-26 113,2 0,2-1,1 1,0 0,1 0,1 0,1 0,3 17,-2-28,0 0,0 0,0 0,2 0,-1 0,1-1,0 1,0-1,1 0,1 0,-1-1,1 1,0-1,1-1,-1 1,1-1,7 4,14 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9.6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1,'-2'7,"8"8,17 10,4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29.97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342 143,'-13'-11,"-1"0,0 1,-1 1,0 0,0 1,-1 1,0 0,0 1,-1 1,1 1,-1 0,-12-1,23 6,0 0,0 0,0 0,0 1,0 0,1 0,-1 0,1 1,-1 0,1 0,0 0,0 0,0 1,1 0,-1 0,1 0,0 1,0 0,1-1,-1 1,1 0,0 1,0-1,1 1,0-1,0 1,0 0,0-1,1 1,0 0,0 0,1 0,0 0,0 0,0 0,1 0,-1 0,2 0,-1 0,0 0,1 0,0-1,1 1,-1-1,1 1,0-1,1 0,-1 0,1 0,0-1,0 1,0-1,1 0,0 1,4 0,0-1,0 0,1 0,-1-1,1 0,0 0,-1-1,1-1,0 1,0-2,0 1,0-1,0-1,0 0,0 0,0-1,0-1,0 1,-1-1,1-1,-1 0,0 0,0-1,0 0,-1-1,0 0,0 0,0 0,-1-1,0 0,0-1,-1 0,0 0,0 0,-1-1,0 1,1-4,0 0,1-1,-2 0,0 0,-1 0,0-1,-1 1,0-1,-1 0,-1 0,0-6,0 19,-1 0,1 0,-1-1,0 1,0 0,0 0,0-1,0 1,0 0,0-1,0 1,0 0,0 0,-1 0,1-1,0 1,-1 0,1 0,-1 0,0 0,1-1,-1 1,0 0,0 0,1 0,-1 1,0-1,0 0,0 0,0 0,0 1,0-1,-1 0,1 1,0-1,0 1,0-1,0 1,-1 0,1 0,0-1,0 1,-1 0,1 0,0 0,-1 0,1 1,0-1,0 0,-1 0,1 1,0-1,0 1,-5 4,1 1,0 0,1 0,0 0,0 1,0-1,0 1,1 0,0 0,1 0,0 0,0 1,0-1,1 1,0-1,1 1,-1 0,1-1,1 1,0-1,0 4,2-2,1 1,0 0,0-1,0 0,2 0,-1 0,1-1,0 0,1 0,-1 0,2-1,-1 0,1 0,0-1,0 0,1-1,0 1,0-2,0 1,1-1,-1-1,1 1,0-2,0 1,1-1,46 12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31.0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274 955,'-14'-6,"-1"1,1 1,-1 0,1 1,-1 0,0 1,0 1,-8 0,17 1,0 0,0 0,1 1,-1 0,0 0,0 0,1 1,-1-1,1 1,-1 1,1-1,0 1,0 0,0 0,0 1,1-1,-1 1,1 0,0 0,0 0,0 1,1 0,-1 0,2-2,0 1,0 0,1 0,-1 0,1 1,0-1,0 0,1 0,-1 1,1-1,0 0,0 1,0-1,1 1,-1-1,1 0,0 0,0 0,1 1,-1-1,1 0,0 0,0-1,0 1,1 0,-1-1,1 1,0-1,0 0,0 0,4 3,5 5,1-1,1 0,0-1,0 0,1-1,0 0,13 3,0-1,0-1,0-1,1-2,0-1,0-1,0-1,1-2,-1-1,0-1,1-1,-1-2,0-1,-1-2,19-6,-30 7,-1-2,1 0,-2-1,1 0,-1-1,0-1,-1 0,-1-1,1-1,-2 0,0-1,-1 0,0 0,-1-2,0 1,-2-1,0 0,-1-1,4-11,-10 25,1 0,-1 0,0 0,0 0,0 0,-1 0,1-1,-1 1,1 0,-1-1,0 1,0 0,-1-1,1 1,-1 0,0 0,1-1,-1 1,-1 0,1 0,0 0,-1 0,0 0,1 1,-1-1,0 0,-1 1,1-1,0 1,-1 0,1 0,-1 0,0 0,1 0,-1 0,0 1,0-1,-3 0,0 1,1 0,0 1,-1-1,1 1,-1 0,1 1,0-1,-1 1,1 0,0 1,0-1,-1 1,1 0,1 0,-1 0,0 1,0 0,1 0,-1 0,1 0,0 1,0 0,1 0,-1 0,1 0,-1 0,2 1,-1-1,0 1,1 0,0 0,0 0,0 0,0 0,1 0,0 1,0-1,1 0,-1 1,1-1,1 5,0-1,1 0,0 0,1-1,0 1,1-1,-1 0,2 0,-1 0,1 0,0-1,1 0,-1 0,2 0,-1 0,1-1,3 2,8 7,1-1,0-1,1-1,1-1,18 7,-23-9,1-2,0 0,0-1,1-1,0 0,0-2,0 0,1 0,-1-2,1-1,-1 0,0-1,1-1,-1-1,0 0,13-5,-24 4,1 0,0-1,-1 0,0-1,0 1,-1-1,1 0,-1-1,-1 0,1 0,-1 0,0 0,-1-1,0 0,0 0,-1 0,0 0,1-4,3-12,-2 0,0 0,-2 0,0 0,-2 0,0-2,-2 0,1 26,-1 0,1 0,0 0,0 0,0 0,-1 0,1 0,0 0,0 0,0 0,-1 0,1 0,0 0,0 0,0 0,-1 0,1 0,0 0,0 0,0 0,0 0,-1-1,1 1,0 0,0 0,0 0,0 0,-1 0,1 0,0-1,0 1,0 0,0 0,0 0,0 0,-1-1,1 1,0 0,-5 22,3-13,1 1,0-1,0 1,1-1,0 1,1-1,0 1,1-1,0 1,0-1,1 0,0 0,0 0,1-1,0 1,1-1,0 0,0 0,1 0,0-1,0 0,1 0,0 0,0-1,1 0,-1 0,1-1,0 0,1-1,-1 0,5 2,-8-4,1-1,0 1,0-1,-1 0,1 0,0-1,0 1,0-2,0 1,-1 0,1-1,0 0,0-1,-1 1,1-1,0 0,-1 0,0-1,0 0,0 0,0 0,0 0,0-1,-1 0,1 0,-1 0,0 0,-1-1,4-4,3-8,-1-1,-1-1,-1 1,0-1,-1 0,-2 0,0-1,0 0,-2 1,-1-1,0 0,-2-7,4 99,1-62,0 1,0-1,2 0,-1 0,1-1,1 1,-1-1,2-1,-1 1,1-1,0-1,1 1,0-1,0-1,1 0,-1 0,1-1,0 0,1 0,-1-1,1-1,0 0,0 0,11 0,-17-2,1-1,-1 0,1-1,-1 1,1-1,-1 0,0 0,1 0,-1-1,0 0,0 0,0 0,0-1,0 0,-1 0,1 0,-1 0,1-1,-1 0,0 1,-1-2,1 1,-1 0,0-1,8-10,-2-1,0 0,-1-1,-1 0,0 0,2-12,24-97,-5-2,9-108,-23 123,-1-112,-21 151,8 73,0 1,0-1,0 0,0 1,0-1,0 0,0 1,0-1,0 0,-1 1,1-1,0 1,0-1,-1 1,1-1,-1 0,1 1,0-1,-1 1,1-1,-1 1,1 0,-1-1,1 1,-1 0,1-1,-1 1,0 0,1-1,-1 1,1 0,-1 0,0 0,1 0,-1-1,0 1,1 0,-1 0,0 0,1 0,-1 0,1 1,-1-1,0 0,1 0,-1 0,0 1,1-1,-1 0,1 0,-1 1,1-1,-1 1,1-1,-1 0,1 1,-1-1,1 1,-1-1,1 1,0-1,-1 1,-22 39,14-9,2 1,1 0,1 0,2 0,1 0,2 1,1-1,2 0,0 0,3 0,3 10,5 17,3-1,3 0,2-2,2 0,3-1,3-2,1-1,3-2,31 36,-53-71,0 0,1-1,0-1,1 0,1 0,0-2,0 0,10 5,-23-15,-1 0,1 0,0 0,-1-1,1 1,0 0,-1-1,1 1,0-1,0 0,-1 0,1 0,0 0,0 0,0 0,-1 0,1 0,0-1,0 1,0-1,-1 1,1-1,0 0,-1 1,1-1,-1 0,2-1,10-14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31.3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12,'18'-2,"23"-1,23 0,27 1,23 0,17 6,6 4,-6 3,-20-1,-30-1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2.2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22,'8'-19,"-7"18,-1 1,0 0,0 0,1 0,-1-1,0 1,0 0,0 0,1 0,-1 0,0 0,1-1,-1 1,0 0,0 0,1 0,-1 0,0 0,1 0,-1 0,0 0,0 0,1 0,-1 0,0 0,1 0,-1 0,0 0,0 1,1-1,-1 0,0 0,0 0,1 0,-1 1,0-1,0 0,1 0,-1 0,0 1,0-1,0 0,1 0,-1 1,0-1,0 0,0 0,0 1,0-1,0 0,0 0,0 1,0-1,0 0,0 1,0-1,0 0,0 0,0 1,0-1,0 0,0 1,0-1,0 0,0 0,0 1,0-1,0 0,-1 1,1-1,9 164,3 242,32 135,-15-278,-5 242,-27-348,4-155,-1-1,1 1,-1-1,1 0,0 1,-1-1,1 0,0 0,0 0,0 1,0-1,0 0,0 0,0 0,0-1,1 1,-1 0,0 0,0-1,1 1,-1 0,0-1,1 0,-1 1,1-1,-1 0,1 0,-1 1,1-1,-1 0,1 0,-1-1,0 1,1 0,-1 0,1-1,-1 1,1-1,-1 1,0-1,0 0,1 0,-1 1,0-1,1-1,17-2,37-1,0 3,1 3,34 5,-29-2,969 14,-933-21,-77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3.13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41 1,'0'0,"0"0,0 1,0-1,0 0,0 0,0 1,0-1,0 0,0 0,0 1,0-1,-1 0,1 0,0 0,0 1,0-1,0 0,0 0,0 0,-1 0,1 1,0-1,0 0,0 0,-1 0,1 0,0 0,0 1,0-1,-1 0,1 0,0 0,0 0,-1 0,1 0,0 0,0 0,-1 0,1 0,0 0,0 0,0 0,-1 0,1 0,0 0,0 0,-1-1,1 1,0 0,0 0,0 0,-1 0,1 0,0 0,0-1,0 1,-1 0,1 0,0 0,0-1,0 1,0 0,13 17,91 58,-78-59,0 2,-1 0,-1 2,-1 1,-1 0,0 2,9 14,-27-32,0 0,0 1,0 0,-1 0,0 0,0 0,0 0,-1 1,0-1,0 1,-1 0,0-1,0 1,0 0,-1 0,0 0,0-1,-1 1,0 0,0 0,0-1,-1 1,0-1,-1 1,-1 3,-9 6,-1-1,0 0,-1-1,-1-1,0 0,-1-1,0-1,0 0,-2-2,-12 6,28-13,-146 77,128-63,13-4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3.6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48,'9'-6,"0"0,0 1,1 0,0 1,0-1,0 2,0-1,1 2,-1-1,1 1,-1 1,1 0,0 1,0 0,0 0,-1 1,1 0,0 1,-1 1,1-1,-1 2,0-1,0 2,0-1,-1 1,1 1,-1-1,0 2,-1-1,1 1,-1 0,1 3,0 1,-1 1,0-1,-1 2,0-1,-1 1,0 0,-1 0,-1 0,0 1,-1 0,0-1,-1 1,-1 0,0 4,0 30,-3 0,-2 0,-5 24,6-54,1 38,2-56,0 1,0-1,1 1,-1-1,0 1,0-1,0 0,0 1,1-1,-1 1,0-1,0 0,1 1,-1-1,0 0,1 1,-1-1,0 0,1 1,-1-1,1 0,-1 0,0 0,1 1,-1-1,1 0,-1 0,1 0,-1 0,1 0,-1 0,1 0,-1 0,0 0,1 0,-1 0,1 0,-1 0,1 0,-1 0,1 0,-1-1,0 1,1 0,-1 0,1 0,-1-1,0 1,1 0,-1-1,0 1,1 0,-1-1,0 1,1 0,-1-1,19-21,3-18,-2 0,-1-2,-3 0,-1-1,-2-1,-2 0,-2 0,-2-1,-2-3,6-16,-5 35,-6 29,1 0,-1 0,0 1,0-1,0 0,0 0,1 0,-1 0,0 0,0 0,0 1,1-1,-1 0,0 0,0 0,1 0,-1 0,0 0,0 0,1 0,-1 0,0 0,0 0,0 0,1 0,-1 0,0 0,0 0,1-1,-1 1,0 0,0 0,0 0,1 0,-1 0,0 0,0-1,0 1,0 0,1 0,-1 0,0-1,0 1,0 0,0 0,0 0,0-1,0 1,5 28,-4-26,27 285,-24-253,1 0,2-1,1 0,1-1,2 0,1 0,9 13,-19-41,-1 0,1 0,0 0,0-1,1 1,-1-1,1 0,0 1,0-1,0 0,0-1,0 1,1-1,-1 1,1-1,0 0,0 0,-1-1,1 1,0-1,0 0,1 0,-1 0,0 0,0-1,0 0,1 0,-1 0,0 0,0-1,2 1,8-10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3.93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51,'9'-2,"17"-1,24 0,29 1,24-2,17-3,8-2,-1-1,-23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4.4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51,'1'8,"1"0,0-1,0 1,1 0,0-1,0 0,0 1,1-1,1-1,-1 1,5 5,-4-5,5 9,0-1,1 0,1 0,1-1,0 0,1-1,0-1,1 0,0-1,1-1,0 0,1-1,0-1,0-1,1 0,13 3,-24-9,0-1,0 1,1-1,-1-1,0 1,0-1,1-1,-1 1,0-1,0 0,0-1,-1 0,1 0,-1 0,1-1,-1 0,0 0,-1-1,1 1,-1-1,1-1,-2 1,1-1,-1 1,1-1,-1-1,1-2,6-12,0 0,-2 0,0-1,-2 0,0 0,-2-1,0 0,-1 0,-1-35,-3 59,0-1,0 0,-1 0,1 1,0-1,0 0,0 0,-1 1,1-1,0 0,0 0,0 0,-1 1,1-1,0 0,-1 0,1 0,0 0,0 0,-1 0,1 0,0 1,-1-1,1 0,0 0,0 0,-1 0,1 0,0 0,-1 0,1 0,0-1,-1 1,1 0,0 0,0 0,-1 0,1 0,0 0,0-1,-1 1,1 0,0 0,0 0,-1-1,1 1,0 0,0 0,0 0,0-1,-1 1,1 0,0-1,0 1,0 0,0 0,0-1,0 1,0 0,0-1,0 1,0 0,0 0,0-1,0 1,0 0,-14 24,4 7,0 1,3 0,0 1,2-1,2 1,1 0,1 0,2 1,2 4,7 38,3-1,4 0,2-2,12 22,26 101,-50-168,-1 0,-2 0,0 0,-2 1,-2 26,0-44,-1 0,-1 0,0 1,0-1,-1 0,-1 0,0-1,0 1,-1-1,0 0,-1 0,0 0,-1-1,0 0,0 0,-2 0,3-2,0-1,-1 0,1-1,-1 1,0-2,-1 1,1-1,-1 0,0 0,0-1,0 0,0 0,-1-1,1 0,-1-1,1 0,-1 0,1 0,-1-1,0-1,1 0,-1 0,1 0,-1-1,1-1,-1 1,1-1,0 0,1-1,-1 0,0-1,1 0,-3-5,1-1,0-1,0 1,2-2,-1 1,2-1,0 0,0 0,1-1,1 0,0 0,1 0,0 0,1 0,1 0,0-1,1 1,1-1,0 1,1 0,2-9,-1 13,-1 0,2 0,-1 0,1 0,1 1,0-1,0 1,1 0,0 1,0-1,1 1,0 0,0 1,1 0,0 0,1 1,-1 0,1 0,0 1,1 0,-1 0,1 1,0 1,0 0,0 0,1 1,5-1,30-4,0 2,1 3,19 2,-17-1,-5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4.7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42,'14'-7,"18"-2,17 0,18 3,17 1,11 2,9 1,1 1,-7 1,-16 3,-22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5.7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58,'16'-8,"0"-1,1 2,0 0,0 1,0 1,1 1,0 0,0 1,0 1,0 1,0 0,4 1,1 0,-1 0,1 2,-1 0,0 2,0 0,0 1,4 3,-19-6,0 1,0-1,-1 1,1 0,-1 1,0 0,0 0,0 0,-1 0,1 1,-1 0,0 0,-1 1,1-1,-1 1,0 0,0 0,-1 1,0-1,0 1,0-1,-1 1,0 0,0 3,-2 6,-1 1,0-1,-2 1,0-1,0 1,-2-1,0-1,-1 1,0-1,-1 0,-1 0,0 0,-1-2,-8 10,9-10,-14 23,3-8,1 1,2 2,1-1,1 2,1 0,2 0,0 6,9-30,1 0,0 0,0 0,1 0,0-1,0 1,1 0,0 0,1 0,-1 0,1-1,1 1,0-1,0 0,0 1,1-1,0-1,0 1,0-1,1 1,0-1,1-1,-1 1,1-1,0 0,1 0,-1 0,5 2,8 2,0-1,0-1,1-1,0 0,0-1,0-1,1-1,0-1,-1-1,1-1,0-1,-1 0,1-2,17-4,-31 6,0 0,-1-1,1 0,0 0,-1-1,1 0,-1 0,0 0,0-1,0 0,-1 0,1 0,-1-1,0 0,0 0,1-1,6-17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46.0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85,'0'-14,"9"-4,16 0,23 4,23 4,23 4,15 3,5 2,0 0,-11 2,-17 0,-17 0,-19-1,-20 1,-17-1,-11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0.8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 23,'-11'-23,"1"43,9 208,25 760,-8-578,20 30,-23-318,-12-120,0 0,0 0,0 1,1-2,-1 1,0 0,1 0,-1 0,1-1,0 1,-1-1,1 1,0-1,0 0,0 1,0-1,0 0,0 0,0-1,0 1,1 0,-1-1,0 1,0-1,1 0,-1 0,0 0,1 0,-1 0,0 0,0 0,1-1,-1 1,0-1,0 0,1 0,2 1,308-42,-154 24,0 7,57 8,-145 9,1 3,51 15,-104-21,34 8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1.7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27,'10'-4,"-1"1,0 0,1 0,-1 1,1 1,0 0,0 0,0 1,-1 0,1 0,0 1,0 1,-1 0,1 0,-1 1,1 0,-1 0,0 1,0 0,-1 1,1 0,-1 0,0 1,0 0,-1 1,3 2,1 4,0 0,-1 1,-1 1,0 0,-1 0,0 0,-1 1,-1 0,0 1,-2-1,0 1,2 14,-2 5,-1-1,-1 1,-2-1,-2 1,-5 25,-27 111,29-129,15-47,75-105,-56 60,-1-2,-3 0,-1-2,-4 0,-1-2,-3 0,-2-1,-3 0,3-53,-12 73,-2 36,0 0,0 1,-1-1,1 0,0 0,-1 0,1 0,0 0,-1 0,1 1,0-1,-1 0,1 0,0 0,-1 0,1 0,0 0,-1 0,1-1,0 1,-1 0,1 0,0 0,-1 0,1 0,0 0,-1-1,1 1,0 0,0 0,-1 0,1-1,0 1,0 0,-1 0,1-1,0 1,0 0,0-1,-1 1,1 0,0 0,0-1,0 1,0 0,0-1,0 1,-8 21,1 1,1 0,1 0,0 0,2 1,1-1,1 1,1 16,1-9,2 1,0-1,2 0,2 0,0-1,2 0,2 0,0-1,2 0,0-1,3-1,0 0,1-1,1 0,2-2,0 0,10 7,27 13,-56-43,-1 1,0-1,1 0,-1 1,1-1,-1 0,0 1,1-1,-1 0,1 0,-1 1,1-1,-1 0,1 0,-1 0,1 0,0 0,-1 0,1 0,-1 1,1-2,-1 1,1 0,-1 0,1 0,-1 0,1 0,-1 0,1 0,-1-1,1 1,-1 0,1 0,-1-1,1 1,-1 0,1-1,-1 1,0-1,1 1,-1 0,0-1,1 1,-1-1,0 1,0-1,-1-10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1.99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89 69,'-16'-4,"-10"-2,0-2,8 0,15 2,21 1,24 2,24 2,22 0,22-1,13-3,8 0,-1-2,-23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2.58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1,'40'59,"3"-1,2-2,29 27,-55-65,-1 0,2-2,0 0,1-1,1-1,0-1,1-1,0-1,1-1,0-2,15 4,-33-9,0-1,1-1,0 1,-1-1,1 0,0 0,-1-1,1 0,0 0,0-1,-1 0,1 0,0 0,-1-1,1 0,-1 0,0-1,1 0,-1 0,0 0,-1-1,1 0,-1 0,0 0,0 0,0-1,0 0,-1 0,3-4,-1-6,-1-1,0 0,-1 0,0 0,-1 0,-1-1,-1 1,0-1,-2 0,1 1,-2-1,0 1,-1 0,-1-1,-1 1,-1-2,-26-50,32 68,0-1,-1 1,1-1,-1 1,1-1,-1 1,1 0,-1-1,1 1,-1-1,1 1,-1 0,1 0,-1-1,0 1,1 0,-1 0,0 0,1-1,-1 1,1 0,-1 0,0 0,1 0,-1 0,0 1,1-1,-1 0,0 0,1 0,-1 0,0 1,1-1,-1 0,1 1,-1-1,1 0,-1 1,1-1,-1 1,1-1,-1 1,1-1,-1 1,1-1,0 1,-1-1,1 1,0 0,0-1,-1 1,1-1,0 1,0 0,0-1,0 1,0 0,0 0,-6 16,0 0,1 0,2 1,0 0,0 0,2 0,0 14,0-18,2 101,4 0,6 0,4-1,12 28,8 69,-30-180,-2 0,0 0,-2 0,-2 1,-2 15,2-40,1 0,-2 1,1-1,-1 0,-1 0,1 0,-1 0,0 0,-1 0,1-1,-1 0,-1 0,1 0,-1 0,0 0,0-1,-1 0,1 0,-1-1,0 1,-1-1,1-1,-1 1,1-1,-5 1,3-2,-1 0,0 0,1-1,-1 0,0 0,0-1,0 0,0-1,1 0,-1-1,0 1,1-2,-1 1,1-1,-1 0,1-1,0 0,0-1,-11-6,1-1,0 0,1-2,0 0,1 0,-12-17,10 11,1 0,1-2,1 0,0-1,2-1,1 0,1 0,1-1,1-1,-1-10,8 31,0 0,1 0,0 1,0-1,0 0,1 0,0 0,0 0,0 0,0 0,1 0,0 0,0 0,0 0,1 1,-1-1,1 0,0 1,1-1,-1 1,1 0,0 0,0 0,0 0,0 0,1 1,-1-1,3 0,9-4,2 0,-1 1,1 0,0 2,0 0,1 1,-1 1,1 0,16 0,-1-1,75-10,-4 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2.97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1,'18'-1,"1"2,-1 1,1 0,-1 1,1 1,-1 1,-1 1,1 0,-1 1,0 1,10 6,-7-4,1 1,-1 0,-1 1,0 2,-1 0,0 1,14 15,-26-23,1 0,-1 1,0 0,-1 1,0-1,0 1,-1 0,0 0,0 0,-1 0,-1 1,1-1,-2 1,1 0,-1 0,-1 0,0-1,0 1,-1 7,-5 8,-1 0,-1 0,0-1,-2 0,-1 0,-1-1,-8 11,4-7,1 1,2 1,1 0,-6 23,16-46,1 0,0 0,1 1,0-1,0 0,0 0,1 0,-1 0,2 1,-1-1,1 0,-1-1,2 1,-1 0,1 0,0-1,0 0,0 1,1-1,-1 0,1-1,1 1,-1-1,1 0,-1 0,1 0,1 0,-1-1,0 0,1 0,0 0,18 8,0 0,1-2,0 0,1-2,0-1,0-1,0-1,1-1,-1-2,15 0,-32 0,1-1,-1 0,1 0,-1-1,1 0,-1-1,0 0,0 0,0-1,0 0,0-1,0 0,-1 0,0-1,0 0,0 0,0-1,-1 0,0 0,0-1,-1 0,0 0,5-7,4-24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3.26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55,'20'0,"21"0,21-3,17 0,12-2,5 0,-3-2,-11 0,-16 0,-20-2,-17 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3.5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2,'25'-2,"29"4,28 1,20 3,14 0,0-1,-10-1,-19-1,-26-2,-33 0,-21-1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8:54.6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146 0,'-4'2,"15"10,158 96,-147-97,-1 1,-1 1,0 1,-1 1,0 1,-1 1,-1 0,0 1,-2 1,0 0,-1 1,-1 1,2 6,-12-19,-1-1,-1 2,1-1,-1 0,-1 0,0 0,0 1,0-1,-1 0,0 0,-1 0,0 0,0 0,-1 0,0 0,0-1,-1 0,1 1,-2-1,1 0,-1-1,0 1,-1-1,1 0,-1 0,0-1,-1 0,1 0,-6 3,-39 29,-1-3,-2-2,-2-2,0-3,-16 4,-71 30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09.24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0 172,'9'-14,"1"1,1 0,0 0,0 1,1 1,1 0,0 1,0 0,1 0,1 2,-1 0,1 0,1 2,-1 0,1 0,0 2,0 0,4 0,-16 4,1-1,-1 1,0 0,0 1,1-1,-1 1,0-1,0 1,0 1,1-1,-1 1,0-1,-1 1,1 0,0 0,-1 1,1-1,-1 1,1 0,-1 0,0 0,-1 0,1 1,0-1,-1 1,0-1,0 1,2 3,1 6,0 0,-1 1,0-1,-1 1,-1 0,0 0,-1 0,0 4,-16 447,25-400,-10-64,1 0,-1 0,1 0,0 0,-1 0,1 1,0-1,0 0,0-1,-1 1,1 0,0 0,0 0,1 0,-1-1,0 1,0-1,0 1,0-1,1 1,-1-1,0 1,0-1,1 0,-1 0,0 0,0 0,1 0,-1 0,0 0,1 0,-1 0,0-1,0 1,1 0,-1-1,0 1,0-1,0 0,0 1,1-1,-1 0,0 1,0-1,-1 0,1 0,1-1,14-12,0-1,-2-1,1 0,-2-1,0-1,-1 0,-1-1,-1 0,0-1,8-15,-2 0,-1-1,-2 0,-2-1,-1-1,-1 0,-3 0,-1 0,-2-1,-1-30,-9 23,0 51,1 11,1 0,1 1,0 0,1 0,0 0,2 0,0 0,1 3,-1 4,-2 12,1 0,3 0,0 1,3-1,1 0,1-1,2 1,2-1,1-1,2 0,1 0,2-1,1-1,1-1,2-1,17 22,5-16,-26-27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09.5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 68,'-16'-5,"2"-1,14 1,21 0,23 0,24-1,21 2,14-1,3 0,-6 2,-12-2,-22-2,-21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09.81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15,'15'-3,"27"0,30 0,31 1,27 0,17 1,5 3,-6 3,-29 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0.4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0,'7'33,"1"-1,2 0,1-1,2 0,0 0,3-2,0 0,2-1,14 18,-17-22,2-1,1 0,1-1,1-1,0-1,2-1,0-1,1 0,1-2,1-1,0-1,0-1,16 5,-35-16,0 1,0-1,1-1,-1 1,0-1,1 0,-1-1,0 1,1-1,-1-1,1 1,-1-1,0 0,0-1,1 1,-1-1,0 0,0-1,0 1,-1-1,1 0,-1-1,1 0,-1 1,0-2,-1 1,1 0,-1-1,0 0,3-3,1-11,0 1,-1-2,-1 1,-1-1,0 1,-1-1,-2-1,0 1,-1 0,-1 0,-1-1,0 1,-2 0,-1 0,-3-14,-3 0,1 27,3 26,3 20,2 0,1 1,2-1,4 15,-4-31,45 349,-22-202,-6 1,-9 1,-7 21,-4-150,-2-1,-1 1,-3-1,-2-1,-13 40,19-72,0 0,-1 0,-1 0,1-1,-1 0,-1 0,1 0,-1-1,-2 2,6-7,0 0,0 0,0-1,-1 1,1-1,0 1,-1-1,1 0,-1 0,1 0,-1 0,1 0,-1-1,0 1,1-1,-1 1,0-1,1 0,-1 0,0 0,1-1,-1 1,0-1,1 1,-1-1,0 0,1 0,-1 0,1 0,0-1,-1 1,1-1,-1 0,-8-7,1-1,1 1,-1-1,2-1,-1 0,2 0,-1-1,-4-10,-23-49,2-1,4-2,3-1,3-1,-1-27,0-29,24 129,-1 0,1 0,0 0,1 0,-1 0,0 0,1 0,0 0,-1 0,1 0,1 0,-1 0,0 0,1 1,-1-1,1 0,0 1,0 0,0-1,0 1,0 0,0 0,1 0,-1 0,1 0,-1 1,1-1,0 1,0 0,-1-1,1 1,0 1,0-1,0 0,0 1,0-1,0 1,3 0,237-12,-155 10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0.8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79,'-1'-2,"0"0,0 1,0-1,1 0,-1 0,0 1,1-1,-1 0,1 0,0 0,-1 0,1 0,0 0,0 0,1 1,-1-1,0 0,0 0,1 0,-1 0,1 0,0 1,0-1,-1 0,1 0,0 1,0-1,1 1,-1-1,0 1,0-1,1 1,-1 0,1 0,-1 0,2-1,8-2,-1 1,1 1,-1-1,1 2,0 0,0 0,0 1,0 0,-1 1,1 0,0 0,0 2,20 1,-1 1,1 2,-2 1,1 2,-1 0,-1 2,0 2,0 0,-2 2,1 1,-13-8,0 2,-1-1,0 2,-1 0,0 0,-1 1,0 1,-1 0,-1 0,0 1,-1 0,-1 0,0 1,-1 0,-1 0,0 0,-1 1,1 14,-4 6,-1 0,-2 0,-2 0,-2 0,-1-1,-1 0,-8 19,-12 54,26-102,0 1,0-1,1 0,-1 1,2 0,-1-1,1 1,0-1,1 1,-1-1,2 1,-1-1,1 1,0-1,0 0,1 0,0 0,1 0,2 5,5-3,0 0,0-1,0-1,1 0,0-1,1 0,-1 0,1-2,0 1,0-2,1 0,-1 0,1-1,-1-1,1 0,6-1,-3 2,0-1,1 0,-1-1,0-1,1-1,-1 0,0-1,0-1,-1-1,1 0,-1-1,0-1,0 0,0-2,-12 7,0-1,0 0,0-1,-1 1,0 0,1-1,-1 0,-1 0,1 0,0 0,-1 0,0 0,0-1,0 1,-1-1,1-2,2-27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1.0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41,'23'-4,"23"-2,24 0,24 2,15 1,8 1,-2 0,-15 2,-18-2,-25-4,-21 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1.3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26,'23'-4,"28"-2,28 0,23 1,20 2,8 1,-3 3,-12 2,-21 0,-27 1,-24 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2.52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123 0,'-10'12,"1"-1,0 1,1 0,1 1,0 0,0 0,1 0,1 1,1 0,-1 0,2 1,0-1,1 0,0 5,-15 112,5 1,6-1,6 10,12 222,15-1,22 33,35 388,-82-764,6 73,4 0,5-2,19 63,-30-136,-1 0,2-1,0 1,1-1,1-1,0 1,1-1,0-1,2 0,0-1,0 0,1 0,0-2,11 7,15 3,0-2,2-2,0-2,1-2,1-1,0-2,0-3,0-1,1-2,0-2,39-3,165-5,-1-11,30-15,-194 22,-39 5,1189-113,20 88,-930 23,-2-14,84-25,-252 21,-11 1,73 0,-185 23,-20 4,-23 0,-79 1,31-4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3.76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35 108,'-35'-6,"53"-5,223-18,390-15,1 27,65 30,-637-10,1866 59,-464-33,-1219-37,-242 7,1 1,0-1,0 1,0 0,0-1,0 1,0 0,0 0,0 1,0-1,0 0,0 1,0-1,0 1,0 0,0-1,0 1,-1 0,1 0,0 0,-1 0,1 1,0-1,-1 0,0 1,1-1,-1 1,0-1,0 1,0 0,0 0,0-1,0 1,0 0,0 0,-1 0,1 0,-1 0,0 0,1 0,-1 0,0 0,2 35,-1 1,-2 0,-2-1,-2 1,-1-1,-1 0,-12 30,-6 44,-3 82,8 2,9 0,9 36,-12 211,-58 174,55-469,17-145,-1-1,1-1,0 1,0 0,-1-1,1 1,0 0,0-1,0 1,0 0,0-1,0 1,0 0,0 0,0-1,0 1,0 0,1-1,-1 1,0-1,0 1,1 0,-1-1,0 1,1 0,-1-1,1 1,-1-1,0 1,1-1,0 1,-1-1,1 0,-1 1,1-1,-1 0,2 1,7-6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4.56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3976,'20'-33,"2"1,1 1,1 1,2 1,1 1,1 2,28-21,-39 32,706-556,-535 429,632-487,598-446,-1383 1049,572-413,132-44,-543 374,-71 41,69-53,-157 89,-57 22,12 11,-1-1,1 2,0-1,0 1,0 0,0 1,0 0,0 0,1 1,-1 0,1 0,-1 1,-13 10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29:15.33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1,'10'0,"-1"-1,1 2,-1-1,1 1,0 1,-1-1,0 2,0-1,1 2,-1-1,-1 1,1 0,-1 1,2 1,209 130,463 282,178 118,-454-243,309 293,-279-206,198 116,-345-286,-250-173,-68-51,-31-30,27 22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0:34.80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23,'18'-5,"20"-1,15 0,11 2,10 3,0 4,-12 2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0:35.06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0,'24'2,"23"1,21 0,18-1,11 0,6-1,-15-1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0:33.93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70 498,'-9'87,"5"1,4 19,0-34,-10 333,6-371,-1-28,1-22,-13-248,14 174,-9-694,12 759,-1 15,1 0,-1 0,2 1,-1-1,1 0,1 0,-1 1,1-1,1 1,0-1,0 1,1 5,0 0,-1 1,1 0,0 0,0 0,1 0,-1 1,0-1,1 1,-1 0,0 0,1 1,-1-1,1 1,-1 0,1 1,-1-1,1 1,-1-1,1 1,-1 1,0-1,1 0,-1 1,0 0,0 0,1 2,237 79,-134-64,-64-14</inkml:trace>
  <inkml:trace contextRef="#ctx0" brushRef="#br0" timeOffset="266.974">16 685,'23'4,"21"0,18-3,16-5,10-3,-1-1,-16 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0:46.79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3034 840,'20'-4,"28"-5,28-4,30-5,25-2,13 0,-2 5,-19 3,-30 5</inkml:trace>
  <inkml:trace contextRef="#ctx0" brushRef="#br0" timeOffset="499.063">1897 720,'-16'0,"-7"0,-5 0,3 2,5 3,9 1,13 2,19-2,27 0,31-2,30-6,30-8,18-5,2-4,-11 0,-32 2</inkml:trace>
  <inkml:trace contextRef="#ctx0" brushRef="#br0" timeOffset="-974.043">2980 1054,'5'13,"10"17,14 16,16 14,14 11,12 4,9 1,1-3,-1-8,-8-8,-14-6,-14-10,-14-10,-13-10</inkml:trace>
  <inkml:trace contextRef="#ctx0" brushRef="#br0" timeOffset="-723.648">3609 1120,'-18'3,"-14"11,-9 20,-7 20,-8 21,-4 18,-4 12,1 4,9-5,12-12,18-19,13-21</inkml:trace>
  <inkml:trace contextRef="#ctx0" brushRef="#br0" timeOffset="-470.225">3836 1762,'3'6,"1"0,0 0,0-1,0 0,1 1,0-1,0-1,0 1,0-1,1 0,0 0,-1-1,1 1,1-1,-1-1,0 1,1-1,0 0,-1 0,1-1,0 0,0 0,0-1,-1 0,1 0,7-1,-2 0,0-1,0 0,0 0,-1-1,1-1,-1 0,1 0,-1-1,0-1,-1 0,0 0,0-1,0 0,8-9,-13 11,-1 0,0 0,0-1,-1 1,1-1,-1 0,0 0,-1-1,0 1,0 0,0-1,-1 1,0-1,0 0,0 1,-1-1,0 0,-1 1,1-1,-1 0,0 1,-1-1,0 1,0-1,0 1,-1 0,0 0,0 0,0 0,-1 1,0-1,0 1,0 0,-1 0,0 0,0 1,0 0,0 0,-1 0,1 0,-1 1,-1 0,-3-3,-1 1,0 1,0-1,0 2,0 0,-1 0,1 1,-1 1,0 0,1 0,-1 1,0 0,1 1,-1 1,0 0,1 0,0 1,-11 5,2-1,0 2,1 0,0 1,1 1,0 1,1 1,0 0,1 1,1 1,-1 1,-40 52,13-5</inkml:trace>
  <inkml:trace contextRef="#ctx0" brushRef="#br0" timeOffset="-4958.529">614 1161,'2'2,"3"5,8 9,8 8,10 9,11 8,9 7,6 3,2 3,-1-1,-2-3,-6-8,-10-11,-10-10,-9-10</inkml:trace>
  <inkml:trace contextRef="#ctx0" brushRef="#br0" timeOffset="-4704.959">1015 1027,'-16'5,"-12"12,-10 17,-6 17,-4 18,1 13,4 10,8 6,6 0,10-17</inkml:trace>
  <inkml:trace contextRef="#ctx0" brushRef="#br0" timeOffset="-2852.462">1323 1602,'-1'-2,"0"0,0 0,0-1,0 1,1-1,-1 1,1 0,0-1,0 1,0-1,0 1,0-1,0 1,0 0,1-1,-1 1,1-1,0 1,0 0,0 0,0-1,0 1,0 0,1 0,-1 0,1 0,-1 0,1 1,0-1,0 0,-1 1,1-1,0 1,2-1,-1-1,1 1,0 0,0 0,0 0,1 0,-1 1,0 0,1-1,-1 2,1-1,-1 0,1 1,-1 0,1 0,-1 0,1 1,-1-1,4 2,-5 1,1-1,-1 1,0 0,0 0,0 0,-1 0,1 1,-1-1,0 1,0 0,0-1,0 1,-1 0,1 0,-1 0,0 0,0 0,0 1,-1-1,0 0,0 0,0 0,0 1,0-1,-1 0,0 0,0 0,0 0,0 0,-1 0,0 1,-5 17,-2-1,0 0,-2 0,0-1,-1-1,-1 0,0-1,-2 0,-10 10,-20 27,44-55,0 1,1-1,-1 1,0-1,0 1,0 0,1-1,-1 1,0 0,1-1,-1 1,1 0,-1 0,1-1,-1 1,1 0,0 0,-1 0,1 0,0 0,0 0,-1 0,1 0,0 0,0 0,0-1,0 1,0 0,0 0,1 0,-1 0,0 0,0 0,1 0,-1 0,0 0,1 0,-1-1,1 1,-1 0,1 0,0-1,-1 1,1 0,0-1,-1 1,1 0,0-1,0 1,0-1,-1 1,2-1,14 4,1-2,-1 0,1-1,-1-1,1 0,8-2,12 1,187-8,-179 6</inkml:trace>
  <inkml:trace contextRef="#ctx0" brushRef="#br0" timeOffset="-1795.372">1843 1174,'0'-2,"3"3,4 9,9 14,11 14,9 13,8 8,8 3,2 1,0-2,-1-6,-6-11,-8-10,-9-12,-9-10,-9-9</inkml:trace>
  <inkml:trace contextRef="#ctx0" brushRef="#br0" timeOffset="-1531.717">2191 1081,'-16'20,"-14"23,-13 22,-9 21,-7 14,0 5,6 1,11-6,13-20</inkml:trace>
  <inkml:trace contextRef="#ctx0" brushRef="#br0" timeOffset="-1261.272">2619 1521,'0'23,"0"19,0 13,0 10,0 4,0 2,3-5,2-8,1-14</inkml:trace>
  <inkml:trace contextRef="#ctx0" brushRef="#br0" timeOffset="3642.356">9678 1736,'0'-19,"0"-12,0-3,0-1,0 11,-2 17,-4 23,0 23,-1 20,0 13,1 5,4 2,8-7,6-10,4-14,-1-15</inkml:trace>
  <inkml:trace contextRef="#ctx0" brushRef="#br0" timeOffset="3938.562">8742 787,'5'0,"12"2,22 3,27 3,27 0,23-1,12-7,-15-2</inkml:trace>
  <inkml:trace contextRef="#ctx0" brushRef="#br0" timeOffset="2320.824">7231 1134,'23'25,"16"20,16 15,9 10,6 3,2 2,-3-4,-7-7,-13-9,-15-12,-12-14</inkml:trace>
  <inkml:trace contextRef="#ctx0" brushRef="#br0" timeOffset="2591.134">7619 1201,'-16'20,"-10"19,-7 18,-5 13,-2 11,0 5,5-3,9-7,8-16</inkml:trace>
  <inkml:trace contextRef="#ctx0" brushRef="#br0" timeOffset="2843.718">7940 1575,'16'-8,"0"2,1 0,0 0,0 2,0 0,0 1,1 0,-1 2,1 0,0 1,-1 1,1 0,1 2,-15-3,-1 1,0 0,0 0,0 1,0-1,0 1,0-1,0 1,0 0,0 0,-1 0,1 1,-1-1,0 0,1 1,-1 0,0-1,0 1,-1 0,1 0,-1 0,1 0,-1 0,0 1,0-1,-1 0,1 0,-1 1,1-1,-1 1,0-1,0 0,0 1,-1 2,-6 13,0 0,-1 0,0-1,-2 0,0-1,-1 0,-1 0,0-1,-1-1,-1 0,-8 6,16-15,-107 124,112-128,-1-1,1 0,0 1,0-1,0 1,1-1,-1 1,0 0,0-1,1 1,-1 0,1-1,0 1,-1 0,1 0,0-1,0 1,0 0,0 0,0 0,1-1,-1 1,0 0,1-1,-1 1,1 0,0-1,0 1,-1 0,1-1,0 0,0 1,1-1,-1 1,0-1,0 0,1 0,-1 0,0 0,1 0,-1 0,1 0,0 0,-1 0,1-1,-1 1,1-1,0 1,0-1,-1 0,3 1,29 4,1-1,0-1,1-2,-1-1,0-2,0-2,0-1,20-6,44-7</inkml:trace>
  <inkml:trace contextRef="#ctx0" brushRef="#br0" timeOffset="3169.982">8715 1120,'18'21,"18"17,13 17,11 12,6 11,3 3,-1 0,-3-5,-6-7,-8-10,-13-11,-13-13</inkml:trace>
  <inkml:trace contextRef="#ctx0" brushRef="#br0" timeOffset="3361.58">9196 1188,'-16'4,"-9"11,-6 15,-4 17,-1 19,0 17,0 10,5 2,7-2,8-19</inkml:trace>
  <inkml:trace contextRef="#ctx0" brushRef="#br0" timeOffset="1736.362">5199 1562,'14'0,"15"0,17 0,17-2,13-4,9-2,7-2,-1 0,-7 0,-12 1,-14 3,-18 2</inkml:trace>
  <inkml:trace contextRef="#ctx0" brushRef="#br0" timeOffset="2019.605">5667 1227,'-18'-2,"-11"6,-2 14,1 14,6 19,10 14,9 9,12 7,10 2,6-2,-1-13</inkml:trace>
  <inkml:trace contextRef="#ctx0" brushRef="#br0" timeOffset="4932.3">10479 1174,'0'18,"7"20,9 17,16 15,15 9,14 5,10-3,7-5,1-10,-3-9,-11-12,-11-11,-13-11,-13-11</inkml:trace>
  <inkml:trace contextRef="#ctx0" brushRef="#br0" timeOffset="5154.294">11015 1268,'-18'4,"-13"11,-11 14,-9 19,-4 16,-1 13,2 10,10 6,10-1,15-8,10-18</inkml:trace>
  <inkml:trace contextRef="#ctx0" brushRef="#br0" timeOffset="5471.839">11402 1776,'-2'4,"0"0,0-1,0 1,1 0,0 0,0 1,0-1,0 0,0 0,1 0,0 1,0-1,0 0,0 0,1 1,0-1,0 0,0 0,0 0,1 0,-1 0,1 0,0 0,0 0,0-1,1 1,-1-1,1 0,0 1,2 0,5 1,0 0,0-2,0 1,0-1,1 0,0-1,-1-1,1 1,0-2,0 1,-1-2,1 1,0-1,0-1,-1 0,1-1,-1 0,1 0,-1-1,0 0,-1-1,1 0,0-2,1 1,-2 0,1-1,-1 0,0-1,0 0,-1 0,0-1,-1 0,0-1,0 1,-1-1,0-1,2-5,-6 10,1 0,-1-1,0 1,0 0,-1-1,1 0,-2 1,1-1,-1 0,0 0,0 1,-1-1,0 0,0 1,0-1,-1 1,0-1,0 1,-1 0,0 0,0 0,0 0,-1 0,0 0,-1 0,-1 0,1 1,-1-1,0 1,0 1,-1-1,1 1,-1 0,0 1,0-1,-1 1,1 1,0-1,-1 1,0 1,1-1,-1 1,0 1,0-1,0 1,0 1,1-1,-5 2,-8 1,-1 1,0 1,1 1,0 1,1 1,-1 0,1 2,-3 2,-67 47,11 4</inkml:trace>
  <inkml:trace contextRef="#ctx0" brushRef="#br0" timeOffset="8522.737">79 358,'-8'944,"3"134,5-1062,0 55,4 0,8 47,18-27,-28-88,0 0,0 0,1 0,-1 0,0-1,1 1,0-1,-1 0,1 1,0-1,0-1,1 1,-1 0,0-1,0 1,1-1,-1 0,1 0,-1-1,1 1,-1-1,1 1,0-1,-1 0,3-1,9-1,1-1,-1-1,0 0,0-1,0-1,0-1,-1 0,13-4,51-23,1 3,2 4,1 3,0 4,53-5,94 9,1 9,102 16,-134-3,652-15,12 1,-193 47,-637-39,0-2,0-1,0-1,-1-2,1-1,-2-1,6-4,-17 7,0 1,1 1,-1 0,1 2,-1 0,1 1,16 3,18-1,-20-1,75-8,-106 5,-1 1,1-1,0 0,-1-1,1 1,-1 0,0-1,0 1,0-1,0 0,0 0,0 0,-1 0,0 0,1 0,-1 0,0 0,-1 0,1-1,0 1,-1 0,0 0,0-1,0 1,0 0,0-1,-1 1,1 0,-1-2,1-9,-8-790,20 540,2-37,-15-49,0 289,-4 0,-1 0,-4 1,-2 0,-3 1,-2 0,-24-54,34 98,-1 0,-1 0,0 1,0 0,-2 1,-11-12,18 21,0 0,-1 0,1 0,-1 1,0 0,0 0,0 0,-1 0,1 1,-1 0,1 0,-1 1,0-1,0 1,1 0,-1 1,0-1,0 1,0 1,0-1,-2 1,-150 34,-247-31,-82-34,164 5,-10 16,-124 19,-603 18,425-8,466-5,-37 3,-82-7,200-18,88 8,-1-1,1 0,0 0,-1 1,1-1,0 0,-1 0,1 0,0 0,-1 0,1 0,-1 1,1-1,0 0,-1 0,1 0,0 0,-1 0,1 0,-1 0,1-1,0 1,-1 0,1 0,0 0,-1 0,1 0,0-1,-1 1,1 0,0 0,-1 0,1-1,0 1,0 0,-1-1,1 1,0 0,0 0,-1-1,1 1,0 0,0-1,0 1,0-1,0 1,0 0,-1-1,1 1,0 0,0-1,0 1,0-1,0 1,0 0,1-1,-1 1,0 0,0-1,0 1,0 0,0-1,0 1,1 0,-1-1,0 1,27-11,90-11,-47 11</inkml:trace>
  <inkml:trace contextRef="#ctx0" brushRef="#br0" timeOffset="10570.663">6736 278,'1'1233,"-2"-1132,5-1,4 0,4 0,5-1,4-1,4-1,16 31,-14-61,-11-32,-2 1,-1 0,-2 1,-2 1,-1 0,0 13,-8-50,-1 0,1 0,0 0,0 1,0-1,0 0,1 0,-1 0,0 0,0 1,1-1,-1 0,1 0,-1 0,1 0,-1 0,1 0,0 0,-1 0,1 0,0 0,0 0,0 0,0-1,-1 1,1 0,0-1,0 1,1 0,-1-1,0 1,0-1,0 0,0 1,0-1,1 0,-1 0,0 0,0 0,0 1,0-2,2 1,214 5,-95 14,56 10,65-3,689-5,-841-20,940-27,41-29,102 10,-954 26,-218 20,-1-1,1 0,-1 0,1 0,-1 0,1 0,-1 0,1-1,-1 1,1 0,-1-1,1 1,-1-1,0 1,1-1,-1 0,0 0,0 1,1-1,-1 0,0 0,0 0,0 0,0-1,0 1,0 0,0 0,-1-1,1 1,0 0,-1-1,1 1,-1 0,1-1,-1 1,0-1,0 1,1-2,-9-166,17-62,-1 20,-13-111,-29 0,-28-76,58 374,-19-117,-6 1,-28-72,53 196,-1-1,0 1,-1 0,-1 0,-1 1,0 0,-1 0,0 1,-1 0,-1 1,0 0,-1 1,0 0,-1 0,0 2,-1-1,0 2,-1 0,0 1,0 0,-1 1,0 1,-3-1,-21 1,0 2,0 1,0 2,-35 4,24-1,-963 38,-1115-39,747 19,721-14,647-8,14-1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02.5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0 308,'18'0,"18"0,14-2,11-1,8 0,3 1,1 0,-6 1,-9 3,-10 1,-13-1</inkml:trace>
  <inkml:trace contextRef="#ctx0" brushRef="#br0" timeOffset="253.718">187 1,'-9'23,"-3"20,3 15,7 12,7 6,2 5,0 2,-1 0,-5-2,-1-15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03.4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0 243,'14'16,"15"16,15 15,13 10,8 7,3 4,-4-1,-6-2,-8-5,-8-7,-10-10,-9-9,-9-11</inkml:trace>
  <inkml:trace contextRef="#ctx0" brushRef="#br0" timeOffset="247.355">374 283,'-9'16,"-8"16,-7 19,-7 15,-7 11,-6 9,-5 4,1-3,10-4,10-17</inkml:trace>
  <inkml:trace contextRef="#ctx0" brushRef="#br0" timeOffset="788.96">775 818,'19'-6,"0"0,0 2,0 0,1 2,-1 0,1 1,0 1,-1 0,1 2,0 0,-1 2,0 0,0 1,1 1,-16-5,0 1,0-1,0 1,0 0,-1 0,1 1,0-1,-1 1,0 0,0 0,0 0,0 0,0 0,-1 1,1-1,-1 1,0 0,0 0,0 0,-1 0,1 0,-1 0,0 0,0 0,0 0,-1 1,1-1,-1 0,0 1,-4 11,-1 1,0-2,-1 1,-1-1,0 0,-1 0,-1 0,0-1,-1-1,-1 0,-5 5,-1 5,-3 2,12-16,0 0,1 0,1 1,-1 0,2 0,-1 0,1 1,-2 9,7-18,0 1,0-1,0 1,0-1,1 1,-1-1,1 1,0-1,-1 0,1 1,0-1,1 0,-1 0,0 1,1-1,-1 0,1 0,0-1,-1 1,1 0,0-1,0 1,0-1,0 1,0-1,1 0,-1 0,0 0,1 0,-1 0,0 0,1-1,-1 0,1 1,-1-1,1 0,-1 0,2 0,26 4,0-1,0-2,0-1,0-1,0-2,0-1,0-1,20-7,20-6</inkml:trace>
  <inkml:trace contextRef="#ctx0" brushRef="#br0" timeOffset="1073.739">80 95,'-14'-6,"-6"-3,0-2,10 1,22-1,33 1,38-2,38 3,34 1,21 3,9 3,-27 0</inkml:trace>
  <inkml:trace contextRef="#ctx0" brushRef="#br0" timeOffset="2919.43">1563 590,'0'0,"0"0,-1 0,1 0,0 0,-1 0,1 0,-1 0,1 0,0 0,-1 0,1 1,0-1,-1 0,1 0,-1 0,1 0,0 0,-1 1,1-1,0 0,0 0,-1 1,1-1,0 0,-1 1,1-1,0 0,0 1,0-1,-1 0,1 1,0-1,0 0,0 1,0-1,0 0,0 1,0-1,0 1,0-1,0 0,0 1,0-1,0 1,0-1,0 0,0 1,0-1,0 0,0 1,1-1,-1 0,0 1,0-1,0 0,1 1,-1-1,0 0,0 1,1-1,-1 0,0 0,1 1,-1-1,0 0,1 0,-1 0,1 0,0 1,0 0,0-1,0 1,0-1,0 0,1 1,-1-1,0 0,0 0,0 1,1-1,-1 0,0 0,0-1,0 1,1 0,-1 0,0 0,0-1,0 1,0-1,0 1,1-1,-1 1,0-1,0 0,0 1,0-1,-1 0,1 0,0 0,0 0,0 0,-1 0,1 0,0 0,-1 0,1 0,-1 0,22-46,-22 45,-1 0,1 1,0-1,-1 1,1-1,-1 1,0 0,1-1,-1 1,0-1,0 1,0 0,0 0,0-1,0 1,0 0,0 0,-1 0,1 0,0 0,0 1,-1-1,1 0,-1 1,1-1,-1 1,1-1,-1 1,1-1,-1 1,1 0,-1 0,0 0,1 0,-1 0,1 0,-1 1,1-1,-1 0,1 1,-1-1,1 1,-1 0,1-1,-1 1,1 0,0 0,-1 0,1 0,0 0,0 0,0 0,-2 1,-1 0,1 1,0-1,0 1,1-1,-1 1,1 0,-1 0,1 0,0 1,0-1,0 0,1 1,-1-1,1 1,-1 0,-1 13</inkml:trace>
  <inkml:trace contextRef="#ctx0" brushRef="#br0" timeOffset="3180.406">1872 309,'13'5,"17"10,16 12,12 13,7 10,4 7,-3 2,-5 0,-10-3,-8-4,-11-8,-10-11,-7-9</inkml:trace>
  <inkml:trace contextRef="#ctx0" brushRef="#br0" timeOffset="3440.743">2379 256,'-16'-11,"-9"-5,-8 4,-3 13,-2 17,-1 19,2 22,-1 19,0 15,0 8,1 5,3-3,7-19</inkml:trace>
  <inkml:trace contextRef="#ctx0" brushRef="#br0" timeOffset="6685.292">2687 805,'18'-21,"-2"0,-1-1,0-1,-1 0,-2-1,-1 0,0-1,-2 0,0-5,-4 15,-3 30,-8 131,3 86,8-183,0-9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11.60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1,'0'0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11.93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1,'2'5,"3"7,8 12,6 13,6 9,9 8,7 4,8 4,5 0,0-4,-5-4,-6-10,-10-7,-8-11,-9-9</inkml:trace>
  <inkml:trace contextRef="#ctx0" brushRef="#br0" timeOffset="250.335">428 82,'-16'-7,"-9"5,-8 9,-3 15,-1 17,-2 16,-1 12,1 8,4 3,7 0,9-5,7-8,5-14</inkml:trace>
  <inkml:trace contextRef="#ctx0" brushRef="#br0" timeOffset="573.076">696 563,'-2'6,"1"1,-1-1,1 1,1-1,-1 1,1 0,0-1,1 1,0 0,0-1,0 1,1-1,-1 1,2-1,-1 0,1 0,0 0,0 0,0 0,1-1,0 1,0-1,1 0,-1 0,1-1,0 1,1-1,-1 0,1 0,2 1,5 1,0 0,0-1,1 0,-1-1,1-1,0 0,0 0,0-2,0 0,0 0,0-1,0-1,0-1,0 0,0 0,0-2,0 1,-1-2,0 0,10-5,-17 6,-1 0,0 0,0 0,0-1,-1 0,0 0,0 0,0 0,0 0,-1-1,0 0,0 0,-1 0,1 0,-1 0,0 0,-1-1,0 1,0-1,0 1,-1-1,0 1,0-1,0 1,-1-1,0 1,-1-1,1 1,-1 0,0 0,-1 0,0 0,1 0,-2 0,1 1,-1-1,0 1,0 0,0 0,-1 0,0 1,0 0,0 0,0 0,-3-2,2 3,-1-1,1 1,0 0,-1 0,1 1,-1 0,0 0,0 1,0-1,0 2,0-1,0 1,0 0,0 0,0 1,0 0,0 0,0 1,0-1,0 2,1-1,-1 1,1 0,0 0,-2 2,-12 7,1 1,0 1,1 1,0 1,2 0,-15 18,-19 26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13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1,'20'0,"21"0,19 2,16 1,7 0,3 1,-6 1,-13 2,-19-1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13.91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0,'25'12,"29"3,27-1,24-2,11-4,-13-3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19.94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262 469,'-15'1,"0"1,0 1,0 0,0 1,1 1,-1 0,1 1,0 0,1 1,0 1,0 0,0 1,1 0,0 1,1 0,0 1,1 0,0 2,9-12,-1 1,1-1,0 1,0 0,0 0,0-1,1 1,-1 0,0 0,1 0,-1 0,1 0,0 0,0 0,-1 0,1 0,1 0,-1 0,0 0,0 0,1 0,-1 0,1 0,-1 0,1-1,0 1,0 0,0 0,0-1,0 1,0 0,1-1,-1 1,0-1,1 1,-1-1,1 0,0 0,-1 0,1 0,0 0,0 0,-1 0,1 0,0-1,0 1,0-1,17 5,0-2,0 0,0-1,1-1,-1-1,0-1,0 0,0-1,0-1,6-3,-24 6,116-25,-2-5,106-42,-203 66,3 0,-46 32,22-24,0 0,1 0,-1 0,0 0,1 0,-1 1,1-1,0 1,0-1,0 1,0 0,0 0,1 0,-1 0,1 0,0 0,0 0,0 1,0-1,0 0,1 1,0-1,-1 0,1 1,0-1,1 0,-1 1,1-1,-1 0,1 1,0-1,0 0,1 0,0 3,7-1,0-1,0 1,1-2,-1 1,1-1,0-1,-1 0,1 0,0-1,0 0,0 0,1-1,8-2,-13 2,2 1,1 0,0-1,-1-1,1 1,-1-1,1-1,-1 1,1-1,-1-1,0 0,0 0,0-1,0 1,-1-2,1 1,4-5,-11 8,0 0,0-1,0 1,0-1,0 0,0 1,0-1,0 0,-1 0,1 1,-1-1,1 0,-1 0,0 0,0 0,0 0,0 0,0 1,0-1,0 0,0 0,-1 0,1 0,-1 1,0-1,1 0,-1 0,0 1,0-1,0 0,0 1,0-1,0 1,-1 0,1-1,0 1,-2-1,-60-38,37 31,0 1,0 2,0 1,-1 0,1 2,-1 2,-5 0,27 0,14 0,135-19,-48 5,0 4,46 3,-136 7,1 0,0 1,0-1,-1 2,1-1,0 0,0 1,-1 1,1-1,0 1,-1 0,0 0,1 1,-1 0,0 0,0 0,-1 1,1 0,-1 0,0 0,0 1,0 0,0 0,-1 0,0 1,5 71,-10-39,1-36,0-1,0 0,0 0,0 0,0 0,0 0,0 1,0-1,1 0,-1 0,0 0,1 0,-1 0,0 0,1 0,0 0,-1 0,1 0,0 0,-1 0,1 0,0 0,0 0,0-1,0 1,-1 0,1-1,0 1,0-1,0 1,1-1,-1 1,0-1,0 0,0 1,0-1,0 0,0 0,1 0,-1 0,0 0,0 0,0 0,0 0,0-1,1 1,49-28,-37 17,-1-1,0-1,-1 0,0-1,-1 0,-1-1,0 0,-1-1,-1 0,0 0,-1-1,4-16,-8 11,-3 23,-1-1,1 0,0 0,0 0,0 0,0 0,-1 0,1 0,0 0,0 0,0 0,0 0,-1 0,1 0,0 0,0 0,0 0,0 0,-1 0,1 0,0 0,0 0,0 0,0 0,-1 0,1 0,0 0,0 0,0 0,0 0,0-1,-1 1,1 0,0 0,0 0,0 0,0 0,0 0,0-1,0 1,-4 8,0-1,1 1,0 0,0 0,1 0,0 0,1 1,0-1,0 0,0 1,1-1,1 1,-1-1,2 0,-1 1,1-1,0 0,0 0,1 0,2 2,0-5,1-1,0 1,0-1,0-1,0 1,1-1,-1 0,1-1,0 1,0-1,0-1,0 1,0-1,0 0,0-1,1 0,-1 0,0-1,0 1,0-2,0 1,0-1,0 0,0 0,2-2,3 0,-1 0,0 0,0-1,-1-1,0 0,1 0,-2-1,1-1,-1 1,0-1,-1-1,0 0,0 0,-1 0,0-1,-1 0,0-1,-1 1,0-1,0 0,-1-1,-1 1,1-2,-6 20,-11 76,13-80,0 0,0 1,0-1,0 0,1 0,-1 1,1-1,0 0,0 0,0 0,0 0,1 0,-1 0,1 0,-1-1,1 1,0 0,0-1,0 1,1-1,-1 0,1 0,-1 0,1 0,0 0,-1-1,3 2,6-1,0 0,0-1,0 0,0 0,0-2,0 1,0-1,0-1,0 0,0 0,0-1,-1-1,1 1,-1-2,0 0,0 0,-1 0,0-1,0-1,0 0,0 0,-1 0,2-3,-4 4,-1 0,1-1,-1 1,0-1,0 0,-1 0,0-1,0 1,-1-1,0 0,-1 0,1 0,-1 0,-1-1,0 1,0 0,0-1,-1-2,0 10,-1 1,1-1,0 1,0-1,-1 1,1-1,0 1,-1-1,1 1,0-1,-1 1,1 0,-1-1,1 1,-1 0,1-1,-1 1,1 0,-1 0,1 0,-1-1,1 1,-1 0,1 0,-1 0,1 0,-1 0,1 0,-1 0,0 0,1 0,-1 0,1 0,-1 0,1 1,-1-1,1 0,-1 0,1 0,-1 1,1-1,-1 0,1 1,-1-1,1 0,0 1,-1-1,1 1,0-1,-1 1,1-1,0 0,-1 1,1-1,0 1,0 0,0-1,-1 1,1-1,0 1,0-1,0 1,0-1,0 1,0-1,0 1,0 0,0-1,0 1,1-1,-6 9,1 1,0-1,1 1,0-1,0 1,1 0,1 0,0 0,0 0,0 2,1-8,1 0,-1 0,0 0,1 0,0 0,0 0,0 0,0-1,1 1,0 0,-1-1,1 1,1-1,-1 1,0-1,1 0,-1 0,1 0,0 0,0-1,0 1,1-1,-1 0,1 0,-1 0,4 1,4 0,0-1,-1 0,1-1,0 0,0 0,0-2,0 1,0-1,0-1,0 0,0 0,-1-1,1-1,-1 0,0 0,0-1,0 0,-1 0,0-1,9-8,-10 7,1-1,-1 0,-1-1,0 0,0 0,-1-1,0 0,0 0,1-6,-5 53,-2-32,1 1,0 0,0 0,0-1,1 1,0 0,0-1,0 0,1 1,-1-1,1 0,1 0,-1-1,1 1,0-1,0 1,0-1,0 0,1-1,0 1,0-1,0 0,0 0,0-1,0 1,1-1,-1 0,1-1,0 1,-1-1,1 0,0-1,1 1,12 1,0-2,0 0,0 0,0-2,0 0,-1-2,1 0,-1-1,0 0,0-2,6-3,-22 10,1 0,0-1,-1 1,1 0,-1 1,1-1,0 0,-1 1,1-1,-1 1,1 0,-1 0,1 0,-1 0,1 0,-1 1,0-1,0 1,0-1,0 1,0 0,0 0,0 0,-1 0,1 0,0 1,22 19,-16-18,0 1,0-1,0-1,0 1,1-2,-1 1,1-1,0 0,-1-1,1 0,0 0,0-1,0 0,0-1,0 0,0 0,-1-1,1 0,-1 0,4-2,-9 1,0 1,0-1,0 0,-1 0,1 0,-1 0,0 0,0-1,0 1,0-1,0 0,-1 1,0-1,0 0,0 0,0 0,0 1,-1-1,1 0,-1 0,0 0,-1 0,1 0,-1 0,0 0,0 0,0 0,0 1,0-1,-1 0,0 1,0-1,0 1,0 0,0-1,-1 1,1 0,-1 0,0 1,0-1,0 1,0-1,0 1,-1 0,0 0,-2-2,0 0,0 0,0 1,0 0,0 0,-1 1,0-1,1 1,-1 1,0-1,0 1,0 1,0-1,0 1,0 0,0 1,0 0,0 0,0 0,1 1,-1 0,0 0,1 1,0 0,-1 0,1 0,0 1,0 0,1 0,-1 0,1 1,0 0,0 0,1 0,-1 1,1-1,0 1,-2 5,5-6,-1-1,1 1,0-1,0 1,1 0,0 0,-1-1,1 1,1 0,-1-1,1 1,0 0,0-1,0 1,1-1,-1 1,1-1,0 0,1 0,-1 0,1 0,-1 0,1 0,0 0,1-1,-1 0,1 0,-1 0,1 0,0 0,0-1,0 1,0-1,1 0,-1-1,0 1,1-1,0 0,-1 0,1 0,0 0,-1-1,4 0,39 3,-3-6</inkml:trace>
  <inkml:trace contextRef="#ctx0" brushRef="#br0" timeOffset="266.629">3230 1,'-16'2,"-12"8,-6 11,1 9,6 8,9 5,13 4,16 0,13 0,12-1,9-3,-4-7</inkml:trace>
  <inkml:trace contextRef="#ctx0" brushRef="#br0" timeOffset="460.668">3430 576,'12'15,"7"9,9 4,5-3,4-6,8-5,5-10,5-11,4-8,2-8,-2-6,-13 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16.2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95 686,'2'25,"3"24,5 20,4 16,1 12,-2 7,-3 5,-3 0,-3-8,-2-21</inkml:trace>
  <inkml:trace contextRef="#ctx0" brushRef="#br0" timeOffset="328.404">1 886,'-1'-25,"10"-87,-8 107,1-1,0 1,0 1,0-1,0 0,1 0,0 1,0 0,0-1,0 1,1 0,-1 1,1-1,0 1,1-1,-1 1,0 0,1 1,0-1,0 1,5-3,1 1,0 1,-1-1,1 2,1 0,-1 0,0 1,0 0,1 1,-1 0,0 1,0 0,1 1,-1 0,0 1,0 0,-1 1,1 0,-1 1,0 0,0 0,0 1,-1 1,5 3,-11-7,0 0,-1 1,1-1,0 1,-1-1,0 1,0 0,0 0,0 0,0 0,-1 0,0 1,0-1,0 0,-1 1,1-1,-1 0,0 1,0-1,-1 1,1-1,-1 0,0 1,0-1,0 0,-1 0,1 0,-1 0,0 0,0 0,-1 0,1-1,-1 1,-1 1,-8 7,0 0,0-1,-1-1,0 0,-1 0,0-2,-1 1,1-2,-2 0,1-1,-1 0,0-2,0 1,-4-1,-35-3,54-1,1 0,-1 0,1-1,-1 1,1 0,-1-1,1 1,-1 0,1-1,0 1,-1-1,1 1,0 0,-1-1,1 1,0-1,0 1,-1-1,1 1,0-1,0 1,0-1,0 1,0-1,0 0,-1 1,1-1,1 1,-1-1,0 1,0-1,0 1,0-1,0 1,0-1,1 1,-1-1,0 1,0-1,1 1,-1-1,0 1,1-1,-1 1,0 0,1-1,-1 1,1-1,-1 1,1 0,-1 0,0-1,1 1,-1 0,1 0,0 0,66-38,-23 21</inkml:trace>
  <inkml:trace contextRef="#ctx0" brushRef="#br0" timeOffset="1324.779">655 753,'54'-24,"-54"24,1-1,-1 1,0 0,1-1,-1 1,1-1,-1 1,0 0,0-1,1 1,-1-1,0 1,0-1,1 1,-1-1,0 1,0-1,0 1,0-1,0 1,0-1,0 1,0-1,0 1,0-1,0 1,0-1,0 1,0-1,0 1,0-1,-1 1,1-1,0 1,0-1,-1 1,1 0,0-1,-1 1,1-1,0 1,-1 0,1-1,-1 1,1 0,0-1,-1 1,1 0,-1 0,1 0,-1-1,1 1,-1 0,1 0,-1 0,1 0,-1 0,1 0,-1 0,1 0,-1 0,1 0,-1 0,0 0,1 0,-39-4,28 6,-1-1,0 1,1 1,0 0,-1 1,1 0,0 0,1 1,-1 1,1 0,0 0,1 1,-1 0,2 1,-1 0,1 0,-2 3,9-10,-1 0,1 1,0-1,0 1,0-1,0 1,0 0,0-1,0 1,0 0,1 0,-1 0,1-1,-1 1,1 0,0 0,0 0,0 0,0 0,0 0,0 0,0 0,1-1,-1 1,1 0,-1 0,1 0,0-1,-1 1,1 0,0 0,0-1,0 1,1-1,-1 1,0-1,1 0,-1 1,1-1,-1 0,1 0,-1 0,1 0,0 0,0 0,9 3,1-1,0 0,0-1,0 0,0-1,0 0,1-1,-1 0,0-1,0 0,0-1,0-1,0 1,0-2,-1 0,7-3,46-31,-63 38,-1-1,0 1,0 0,1-1,-1 1,0 0,1-1,-1 1,0 0,1-1,-1 1,0 0,1 0,-1 0,1-1,-1 1,1 0,-1 0,0 0,1 0,-1 0,1 0,-1 0,1 0,-1 0,0 0,1 0,-1 0,1 0,-1 0,1 0,-1 1,0-1,1 0,-1 0,1 0,-1 1,0-1,1 0,-1 0,0 1,1-1,-1 0,0 1,1-1,-1 0,0 1,0-1,0 1,1-1,-1 0,0 1,0-1,0 1,0-1,2 32,-1-15,-1-15,0 0,1 0,-1-1,1 1,-1 0,1-1,0 1,0-1,0 1,-1 0,1-1,1 0,-1 1,0-1,0 0,0 0,1 1,-1-1,1 0,-1 0,1-1,-1 1,1 0,-1 0,1-1,0 1,0-1,-1 1,1-1,0 0,-1 0,1 0,0 0,0 0,1 0,58-24,-52 16,-1-1,0 0,-1-1,0 1,0-1,-1-1,-1 1,0-1,0 0,-1 0,3-12,11-24,-17 44,0 1,1-1,-1 1,1-1,-1 1,1 0,0-1,-1 1,1 0,0 0,1 1,-1-1,0 0,0 1,1-1,-1 1,1 0,-1 0,1 0,0 0,-1 0,1 0,0 1,-1-1,1 1,0 0,0 0,0 0,-1 0,2 1,10 0,0 0,0 2,0 0,-1 0,0 1,0 1,0 0,0 1,-1 0,0 1,0 1,0 0,-1 0,0 1,-1 0,0 1,-1 0,0 1,0 0,-1 0,-1 1,1 1,6 9,48 61,-59-81,0 1,1-1,-1 1,1-1,-1 0,1 0,0-1,-1 1,1-1,0 0,0 0,0 0,0 0,1-1,-1 1,0-1,0 0,0-1,0 1,0-1,0 1,0-1,0-1,0 1,12-7,0-1,0-1,-2 0,1-1,-1-1,-1 0,0-1,0 0,-1-1,-1-1,-1 1,0-2,-1 1,0-2,-1 1,-1-3,12-26,-3-1,-1 0,-3-1,-1-1,-3 0,-2 0,-2-1,-2 1,-2-1,-3-15,3 60,0-18,-2 0,0 1,-1-1,-1 0,0 1,-9-20,13 40,0 0,0 0,0 0,0 1,0-1,-1 0,1 0,0 0,-1 1,1-1,0 0,-1 1,1-1,-1 0,1 1,-1-1,1 0,-1 1,1-1,-1 1,0-1,1 1,-1-1,0 1,1 0,-1-1,0 1,0 0,1-1,-1 1,0 0,0 0,0 0,1 0,-1 0,0 0,0 0,0 0,1 0,-1 0,0 0,-18 31,7 17,2 0,3 0,1 1,3 0,2 38,-1-42,1 0,3 0,2 0,2 0,2 0,1-1,3 0,1-1,16 33,-23-65,0-1,0 0,1 0,0 0,1-1,0 0,1-1,-1 0,2 0,-1-1,8 4,-12-8,0 0,0 0,0-1,1 0,-1 0,0-1,1 1,0-1,-1 0,1-1,0 1,-1-1,1 0,0 0,-1-1,1 0,0 0,-1 0,1-1,-1 0,0 0,1 0,-1-1,0 1,0-1,5-6,-1 0,0 0,0-1,-1 0,0 0,-1-1,0 0,-1-1,0 1,0-1,-1 0,-1 0,0-1,-1 1,-1-1,1 0,-2 0,0 0,-1 0,0-10,0 20,1-2,-1-1,0 1,0-1,0 1,-1-1,1 1,-1 0,-1-1,1 1,-1 0,0 0,0 0,-3-5,5 10,-1 0,0 0,1 0,-1 0,0 0,1 0,-1 0,0 0,1 0,-1 0,0 1,1-1,-1 0,0 0,1 1,-1-1,1 0,-1 1,1-1,-1 1,1-1,-1 0,1 1,-1-1,1 1,-1 0,1-1,-1 1,1-1,0 1,0-1,-1 1,1 0,0-1,0 1,0 0,-1-1,1 1,0 0,0 0,-5 13,1 0,0 1,1-1,1 1,0-1,0 1,2 0,0 0,1-1,0 1,1 0,1 0,2 8,-3-17,1-1,0 1,0 0,0-1,0 1,1-1,0 0,0 0,1 0,-1-1,1 0,0 0,0 0,0 0,1-1,-1 1,1-2,0 1,0-1,0 1,0-2,0 1,1-1,-1 0,0 0,1 0,-1-1,0 0,1 0,1-1,27-3</inkml:trace>
  <inkml:trace contextRef="#ctx0" brushRef="#br0" timeOffset="1610.826">1525 432,'20'-3,"32"-2,37-3,35-2,28 0,-12 2</inkml:trace>
  <inkml:trace contextRef="#ctx0" brushRef="#br0" timeOffset="1910.761">2808 726,'-166'-132,"164"131,1-1,-1 0,0 1,0-1,1 1,-1 0,0 0,0-1,0 1,-1 0,1 1,0-1,0 0,0 1,-1-1,1 1,0 0,-1 0,1-1,0 2,0-1,-1 0,1 0,0 1,-1-1,1 1,0 0,0 0,0 0,0 0,0 0,0 0,0 0,0 1,0-1,0 0,1 1,-1 0,1 0,-1-1,1 1,-1 1,-1 4,0 1,0-1,1 1,0-1,0 1,1 0,0-1,0 1,1 0,0 0,1 0,-1 0,2 0,-1-1,1 1,1 4,-2-8,1 1,0-1,0 1,0-1,0 0,1 0,-1 0,1 0,0 0,0-1,1 1,-1-1,1 0,-1 0,1 0,0 0,0-1,0 1,1-1,-1 0,1-1,-1 1,1-1,-1 0,1 0,0 0,2 0,3-2,1-1,-1 0,0 0,0-1,0 0,0-1,0 0,-1 0,0-1,1-1,-2 1,1-2,-1 1,0-1,0 0,-1-1,0 1,0-2,-1 1,0-1,-1 1,1-2,-2 1,1-1,-1 1,-1-1,0-1,4-31,-6 41,-1 0,0 0,0 1,0-1,0 0,0 0,0 0,0 1,0-1,0 0,0 0,-1 0,1 1,0-1,0 0,-1 0,1 1,-1-1,1 0,0 1,-1-1,1 0,-1 1,0-1,1 1,-1-1,1 1,-1-1,0 1,1 0,-1-1,0 1,0 0,1-1,-1 1,0 0,0 0,0-1,1 1,-1 0,0 0,0 0,0 0,1 0,-1 1,0-1,0 0,0 0,-4 3,-1 0,0 0,1 1,0 0,0 0,0 0,0 1,1-1,-1 1,1 0,0 0,1 1,0-1,-1 1,1 0,1 0,0 0,-1 0,2 0,-1 0,1 1,0-1,0 6,1-8,0 0,0-1,0 1,1 0,0 0,-1 0,2-1,-1 1,0 0,1-1,-1 1,1-1,0 0,0 1,1-1,-1 0,1 0,-1-1,1 1,0 0,0-1,0 0,0 0,1 1,92 31,112-20,-96-17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21.7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0 102,'5'14,"8"16,11 14,12 13,12 11,12 4,6 5,2 0,-2-2,-8-4,-11-6,-12-8,-11-13,-10-13</inkml:trace>
  <inkml:trace contextRef="#ctx0" brushRef="#br0" timeOffset="272.069">455 183,'-18'27,"-13"26,-6 20,-1 18,1 10,3 3,7-4,8-9,8-14,4-19</inkml:trace>
  <inkml:trace contextRef="#ctx0" brushRef="#br0" timeOffset="557.493">749 651,'17'-8,"1"2,0-1,0 2,1 0,-1 2,1 0,14 0,-27 2,-1 1,0 0,0 1,0-1,1 1,-1 0,0 0,0 1,0-1,0 1,0 0,-1 1,1-1,-1 1,1 0,-1 0,0 0,0 1,0-1,-1 1,1 0,-1 0,0 0,0 1,0-1,-1 1,1 0,-1-1,1 6,0 0,0 0,-1 1,-1-1,1 1,-2-1,1 1,-1 0,-1-1,0 1,-1-1,0 1,0-1,-1 0,-1 0,1 0,-4 5,-10 20,-2-1,-2-1,-20 26,19-28,22-31,-1 0,1 1,-1-1,0 0,1 1,-1-1,1 1,-1-1,1 1,0-1,-1 1,1-1,-1 1,1 0,0-1,0 1,-1-1,1 1,0 0,0-1,0 1,0 0,0-1,-1 1,1 0,0-1,1 1,-1 0,0 0,0-1,0 1,0 0,0-1,1 1,-1-1,0 1,1 0,-1-1,0 1,1-1,-1 1,1-1,-1 1,1-1,-1 1,1-1,-1 1,1-1,-1 0,1 1,0-1,-1 0,1 0,0 1,-1-1,1 0,0 0,-1 0,1 0,0 0,-1 0,1 0,0 0,-1 0,1 0,0 0,21-1,-1-1,1-1,-1-1,1-1,-1 0,0-2,17-8,-26 11,58-22,-6 1</inkml:trace>
  <inkml:trace contextRef="#ctx0" brushRef="#br0" timeOffset="844.765">1337 330,'21'16,"15"16,13 13,8 9,5 5,-1 1,-4 0,-5-1,-9-4,-10-7,-10-9,-9-10,-7-8</inkml:trace>
  <inkml:trace contextRef="#ctx0" brushRef="#br0" timeOffset="1101.129">1725 289,'-16'21,"-10"20,-4 17,-3 14,3 9,3 4,7-1,7-5,8-13,4-16</inkml:trace>
  <inkml:trace contextRef="#ctx0" brushRef="#br0" timeOffset="1360.512">2073 744,'6'2,"6"8,-1 11,2 14,-1 9,1 9,-2 5,-1-1,0-3,-1-7,-2-8,-3-12</inkml:trace>
  <inkml:trace contextRef="#ctx0" brushRef="#br0" timeOffset="1631.828">1230 49,'14'-2,"20"-1,22 0,23-4,18-3,11 0,-4 2,-20 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26.2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1 335,'22'-106,"-4"0,-4-17,-37 433,24-282,1 0,1 0,2 0,0-1,9 26,-5-30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26.50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38 109,'-7'-16,"-4"-5,-1-2,4 4,11 4,16 6,20 3,22 6,21 5,17 4,10 2,-14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27.0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0 214,'16'5,"17"3,16 1,16-2,10-1,6-3,-1-1,-8-1,-16 0</inkml:trace>
  <inkml:trace contextRef="#ctx0" brushRef="#br0" timeOffset="301.189">268 0,'-14'18,"-4"20,1 22,5 16,7 13,5 8,2-12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25.7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1,'5'16,"8"14,11 14,10 10,11 8,10 4,3 1,-2-3,-7-3,-12-4,-12-9,-10-11</inkml:trace>
  <inkml:trace contextRef="#ctx0" brushRef="#br0" timeOffset="263.608">388 69,'-18'6,"-11"12,-7 14,-2 15,1 16,5 11,5 8,7 4,7-12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24.6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1,'9'25,"10"19,8 15,7 7,4 7,3 2,1 0,-3-4,0-5,-7-14</inkml:trace>
  <inkml:trace contextRef="#ctx0" brushRef="#br0" timeOffset="250.372">389 95,'-16'-3,"-12"9,-8 15,-5 14,-2 18,1 16,4 10,2 6,3 4,7-3,4-6,7-17</inkml:trace>
  <inkml:trace contextRef="#ctx0" brushRef="#br0" timeOffset="563.6">536 548,'6'-1,"0"-1,1 1,-1 0,0 0,1 1,-1 0,1 0,-1 0,1 1,-1 0,1 0,0 1,-4-1,-1 0,0 0,1 0,-1 0,0 1,0-1,0 1,0-1,0 1,0 0,0 0,0 0,-1 0,1 0,-1 0,1 0,-1 0,0 1,0-1,0 1,0-1,0 1,-1-1,1 1,-1-1,0 1,0-1,1 1,-2 0,1-1,0 2,-4 13,0-1,0 0,-2 0,0-1,-1 1,0-2,-1 1,-1-1,0 0,-9 10,12-15,-18 25,11-18,1 0,1 1,1 1,1-1,0 2,0 3,8-20,1-1,-1 1,1 0,-1-1,1 1,0 0,0-1,-1 1,1 0,1-1,-1 1,0 0,0 0,1-1,-1 1,1 0,-1-1,1 1,-1-1,1 1,0-1,0 1,0-1,0 0,0 1,0-1,1 0,-1 0,0 1,0-1,1 0,-1-1,1 1,-1 0,1 0,-1 0,1-1,0 1,0-1,70 10,-66-10,16 1,0 0,0-2,0-1,-1 0,20-6,-20 2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31.1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53,'-3'6,"0"1,1-1,0 1,1 0,-1-1,1 1,1 0,-1 0,1 0,0 0,1 0,-1-1,1 1,1 0,-1 0,1-1,1 1,-1-1,1 1,0-1,0 0,1 0,0-1,0 1,0-1,1 0,-1 0,1 0,1 0,0 0,0-2,0 1,0-1,1-1,-1 1,1-1,-1 0,1-1,0 1,0-2,0 1,-1 0,1-1,0-1,0 1,0-1,0 0,-1-1,1 1,0-1,-1-1,1 1,-1-1,0 0,0 0,0-1,-1 0,1 0,-1-1,0 1,0-1,0 0,-1 0,1-1,-1 1,-1-1,1 0,-1 0,0 0,0-1,-1 1,0-1,0 1,0-1,-1 0,0 1,0-1,-1-3,0 5,0 0,-1 0,0 0,0 0,0 0,-1 1,0-1,0 0,0 1,0-1,-1 1,1 0,-1-1,0 1,-1 1,1-1,-1 0,1 1,-1 0,0 0,0 0,-1 0,1 0,0 1,-1 0,0 0,1 0,-1 1,0 0,0 0,-3-1,-8 1,0 0,1 2,-1-1,0 2,0 0,1 1,-6 2,-49 12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30.5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89 281,'-9'14,"-6"13,-1 12,-2 10,4 6,3 5,6-1,6-6,3-12</inkml:trace>
  <inkml:trace contextRef="#ctx0" brushRef="#br0" timeOffset="287.852">290 0,'9'14,"8"13,9 14,8 14,7 8,5 2,5 1,-1-4,-3-4,-8-8,-8-10,-9-12</inkml:trace>
  <inkml:trace contextRef="#ctx0" brushRef="#br0" timeOffset="288.852">690 68,'-16'7,"-12"8,-5 12,-5 12,0 13,2 10,5 4,7-1,9-12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29.3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1,'7'20,"4"16,5 14,5 9,3 3,-1 4,-1-2,-3-4,-2-5,-3-13</inkml:trace>
  <inkml:trace contextRef="#ctx0" brushRef="#br0" timeOffset="280.287">215 67,'-18'9,"-11"15,-5 14,2 14,3 13,7 6,7 0,6-12</inkml:trace>
  <inkml:trace contextRef="#ctx0" brushRef="#br0" timeOffset="552.593">322 428,'5'-2,"4"-3,1 1,0 0,0 1,0 0,0 0,0 1,0 0,1 1,-1 0,6 1,-14 0,0 1,1 0,-1 0,0-1,0 1,0 1,0-1,0 0,0 0,0 1,-1-1,1 1,0-1,-1 1,1 0,-1 0,0 0,1 0,-1 0,0 0,0 0,0 0,0 0,-1 0,1 1,-1-1,1 0,-1 0,0 1,0-1,0 0,0 1,0-1,0 0,-1 2,-17 81,-8-14,-20 78,45-147,1 1,-1-1,1 1,-1-1,1 1,0-1,0 1,0-1,0 1,0-1,0 1,1-1,0 1,-1-1,1 0,0 1,0-1,0 0,0 1,0-1,1 0,-1 0,1 0,0 0,-1 0,1-1,0 1,0 0,0-1,0 0,0 1,0-1,1 0,-1 0,0 0,1 0,-1 0,0-1,1 1,-1-1,1 0,1 1,31-2,0-3</inkml:trace>
  <inkml:trace contextRef="#ctx0" brushRef="#br0" timeOffset="826.888">657 1,'22'18,"18"15,12 11,7 8,2 0,-2 2,-7-2,-7-5,-12-9,-9-8,-8-9</inkml:trace>
  <inkml:trace contextRef="#ctx0" brushRef="#br0" timeOffset="1075.257">1071 27,'-16'2,"-12"8,-6 11,-4 14,0 11,2 10,5 7,7 4,11-3,7-11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33.4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31,'-9'-5,"-1"-1,6 1,11 0,15 4,20 2,21 1,13 0,1-8,-13-2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37.0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6,'5'-2,"10"-1,12 2,12 2,12 0,10 3,4 0,1 2,-12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37.3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0,'23'9,"25"3,24-2,16-6,11-6,-13-2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0.0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1,'5'0,"17"4,23 4,26 1,27-2,19-1,-10-3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38.46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1,'7'20,"11"19,12 11,12 8,8 5,4-1,3-1,-4-2,-5-4,-8-7,-8-10,-9-10</inkml:trace>
  <inkml:trace contextRef="#ctx0" brushRef="#br0" timeOffset="261.478">361 108,'-20'0,"-14"6,-8 15,-4 14,0 13,2 9,10 9,9 5,10 1,14-5,7-13</inkml:trace>
  <inkml:trace contextRef="#ctx0" brushRef="#br0" timeOffset="516.058">628 428,'22'-13,"0"1,0 1,1 1,1 1,-1 1,1 1,13-1,-33 6,-1 1,1 0,-1 0,1 0,0 1,0-1,-1 1,1 0,0 0,0 0,0 0,-1 1,1-1,0 1,-1 0,1 0,0 1,-1-1,0 1,1-1,-1 1,0 0,0 0,0 1,0-1,0 1,0-1,-1 1,1 0,-1 0,0 0,0 0,0 1,0-1,-1 0,1 1,-1 0,1 2,-2 8,-2 0,1 0,-2 0,0 0,0-1,-1 1,-1-1,-1 0,1 0,-2 0,0-1,0 0,-2 0,-2 8,-57 113,68-131,-1 0,0 0,1 0,-1 0,1 0,0 0,0 0,0 0,0 0,0 0,0 0,0 0,0 0,1 0,-1 0,1 0,0 0,0 0,0 0,-1 0,2 0,-1-1,0 1,0 0,0-1,1 1,-1-1,1 1,-1-1,1 0,0 0,0 0,-1 0,1 0,0 0,0 0,0 0,0-1,0 1,0-1,0 1,0-1,2 0,24 2,0-1,0-1,1-1,-1-2,0 0,0-2,-1-2,25-8,-49 14,70-19</inkml:trace>
  <inkml:trace contextRef="#ctx0" brushRef="#br0" timeOffset="868.415">1323 121,'16'13,"15"12,12 11,12 8,6 5,6 4,-3 0,-5-1,-8-1,-13-6,-13-5,-10-10</inkml:trace>
  <inkml:trace contextRef="#ctx0" brushRef="#br0" timeOffset="1084.838">1765 134,'-14'20,"-9"17,-7 14,-3 11,-1 8,3 4,5 1,7-4,9-7,15-12,6-15</inkml:trace>
  <inkml:trace contextRef="#ctx0" brushRef="#br0" timeOffset="1273.909">2152 468,'-5'14,"-3"13,0 14,0 8,3 8,1 4,4-3,4-6,2-12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5.04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0 102,'7'-9,"0"1,1 0,0 0,0 1,1 0,-1 0,2 1,-1 0,1 0,0 1,0 1,0 0,0 0,1 1,0 0,0 1,0 0,3 0,-12 2,0 0,-1 0,1 0,0 0,-1 0,1 0,0 0,-1 1,1-1,0 1,-1-1,1 1,-1-1,1 1,-1 0,1 0,-1 0,0 0,1 0,-1 0,0 0,0 0,0 0,0 1,0-1,0 0,0 1,0-1,0 1,0-1,-1 1,1 0,-1-1,1 2,-8 58,-86 145,91-203,0 0,1 0,-1 0,1 1,-1-1,1 0,0 1,0-1,1 1,-1-1,1 1,-1 0,1-1,0 1,1 0,-1-1,1 1,-1-1,1 1,0-1,0 1,1-1,-1 0,1 1,-1-1,1 0,0 0,0 0,3 2,3-1,0-1,1 1,0-2,0 1,0-1,0-1,0 1,0-2,1 1,-1-1,0-1,0 1,0-2,0 1,7-3,-8 3,57-10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7.0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62,'28'0,"28"0,31 0,27-4,25-4,14-6,8-4,-24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6.0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0,'2'19,"10"16,16 15,18 9,16 7,12 3,6-1,4-2,-4-7,-6-6,-8-10,-15-10,-14-12,-15-11</inkml:trace>
  <inkml:trace contextRef="#ctx0" brushRef="#br0" timeOffset="250.331">401 215,'-14'4,"-13"11,-11 14,-7 14,-1 11,4 7,9 3,13-1,17-6,19-11,8-13</inkml:trace>
  <inkml:trace contextRef="#ctx0" brushRef="#br0" timeOffset="439.424">909 603,'26'6,"0"-1,1-1,-1-1,1-2,0 0,0-2,-1-1,1-1,-1-1,0-1,11-5,-32 9,1 0,-1-1,0 0,0 0,0 0,0 0,0-1,-1 0,1 0,-1 0,0 0,0-1,0 0,0 0,0 0,-1 0,0 0,0-1,0 0,0 1,-1-1,0 0,0 0,0-1,-1 1,1 0,-1 0,-1-1,1 1,-1-1,0 1,0 0,0-1,-1 1,0-1,0 1,0 0,-1 0,1-1,-3-1,0-1,-1 1,0 0,0 0,0 1,-1-1,0 1,0 0,-1 1,0 0,0 0,0 0,0 1,-1 0,1 0,-1 1,0 0,0 0,-3 0,-5-1,1 1,-1 0,1 1,-1 1,0 0,0 2,1-1,-1 2,0 0,-1 1,-9 5,1 2,1 0,0 1,0 2,1 0,1 2,0 0,-10 10,19-15,-35 25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5.39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13,'11'7,"14"9,12 11,15 12,12 9,9 7,5 4,1-1,-2-3,-6-4,-12-8,-13-8,-15-10</inkml:trace>
  <inkml:trace contextRef="#ctx0" brushRef="#br0" timeOffset="216.467">494 0,'-16'16,"-12"17,-10 16,-8 16,-3 10,3 8,8 2,14-4,19-10,11-17</inkml:trace>
  <inkml:trace contextRef="#ctx0" brushRef="#br0" timeOffset="433.89">976 322,'-2'13,"-4"17,-2 13,-2 10,0 4,4 2,8-5,8-7,2-11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4.5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1,'4'25,"12"22,11 17,12 10,14 5,9-2,5-8,1-8,-8-13,-8-11,-14-13</inkml:trace>
  <inkml:trace contextRef="#ctx0" brushRef="#br0" timeOffset="257.825">361 41,'-15'19,"-13"16,-8 17,-3 13,2 6,6 4,11-1,13-6,8-14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4.0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0 241,'23'0,"21"0,19-2,15-4,9-2,7 0,1-1,-8 1,-10 0,-20 0</inkml:trace>
  <inkml:trace contextRef="#ctx0" brushRef="#br0" timeOffset="243.343">295 0,'-16'14,"-8"13,-1 14,5 11,11 9,16 4,18 1,5-11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0.8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5,'19'2,"16"1,17-2,8-2,3-2,-2-1,-11 2,-15 4,-13 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1.10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1,'16'9,"19"3,17-1,20-1,16-6,11-7,-11-4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2.9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1,'0'18,"0"17,0 17,2 10,3 9,3 1,1-2,-2-13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3.2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1,'27'0,"30"0,26 0,16 0,8 2,-6 3,-20 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2.44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1,'13'24,"15"23,10 19,13 12,12 3,6 1,2-6,-1-8,-5-12,-11-13,-13-13</inkml:trace>
  <inkml:trace contextRef="#ctx0" brushRef="#br0" timeOffset="249.854">535 40,'-15'23,"-13"21,-8 19,-5 12,2 8,6 2,8-3,9-7,7-16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1.29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1,'2'18,"8"18,9 13,12 11,15 6,11 3,7-1,2-5,-6-7,-8-10,-14-14</inkml:trace>
  <inkml:trace contextRef="#ctx0" brushRef="#br0" timeOffset="163.337">376 68,'-19'20,"-12"19,-8 16,-4 12,1 8,2 4,9-2,9-5,9-17</inkml:trace>
  <inkml:trace contextRef="#ctx0" brushRef="#br0" timeOffset="432.242">657 429,'12'-1,"1"-1,0 2,-1-1,1 2,0 0,0 0,8 3,-18-3,0-1,0 1,0 0,0 1,0-1,0 0,0 1,0 0,0-1,-1 1,1 0,-1 1,1-1,-1 0,0 1,0-1,0 1,0 0,-1-1,1 1,-1 0,1 0,-1 0,0 0,0 1,0-1,-1 0,1 0,-1 0,0 1,0-1,0 1,-2 11,-1 0,-1 1,-1-1,0-1,0 1,-2-1,0 0,0 0,-2-1,1 0,-3 1,-2 6,-58 106,70-125,0 1,1 0,-1-1,0 1,1 0,-1 0,1 0,0 0,-1-1,1 1,0 0,0 0,0 0,0 0,1 0,-1-1,0 1,1 0,-1 0,1 0,0-1,0 1,0 0,-1-1,1 1,1-1,-1 1,0-1,0 1,1-1,-1 0,0 1,1-1,-1 0,1 0,0 0,-1 0,1-1,0 1,0 0,-1-1,1 1,0-1,0 0,1 1,33 4,1-1,0-1,-1-3,1 0,0-3,32-6,12-1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9.9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1 433,'13'-40,"1"0,3 0,1 2,9-13,-18 34,103-173,-112 189,0 0,0 1,0-1,0 0,0 1,0-1,0 0,1 1,-1-1,0 1,0-1,1 0,-1 1,0-1,1 1,-1-1,1 1,-1-1,1 1,-1-1,1 1,-1 0,1-1,-1 1,1 0,-1-1,1 1,0 0,-1 0,1-1,0 1,-1 0,1 0,-1 0,1 0,0 0,-1 0,1 0,0 0,-1 0,1 0,0 0,-1 1,1-1,0 0,-1 0,1 1,-1-1,1 0,-1 1,1-1,-1 1,1-1,-1 0,1 1,-1-1,1 1,-1-1,0 1,1 0,-1-1,0 1,1-1,-1 1,0 0,0-1,0 1,6 51,-6-46,-5 492,3-443,-1-9</inkml:trace>
  <inkml:trace contextRef="#ctx0" brushRef="#br0" timeOffset="300.366">135 741,'23'0,"21"0,21 0,18-2,15-4,11-2,6-5,-17 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40.41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326 0,'-18'21,"-16"22,-10 24,-7 27,-2 23,4 20,9 14,13 8,17-2,22-9,24-17,23-22,17-22,11-23,-9-23</inkml:trace>
  <inkml:trace contextRef="#ctx0" brushRef="#br0" timeOffset="230.961">633 549,'7'18,"11"18,12 15,14 12,12 8,6 3,3-1,0-7,-8-10,-13-14</inkml:trace>
  <inkml:trace contextRef="#ctx0" brushRef="#br0" timeOffset="491.779">1021 575,'-20'21,"-19"22,-13 22,-10 19,-1 12,6 9,12 0,17-9,12-20</inkml:trace>
  <inkml:trace contextRef="#ctx0" brushRef="#br0" timeOffset="967.339">1435 1030,'-8'11,"0"1,1 0,0 1,1-1,0 1,1 1,0-1,2 1,-1-1,1 1,1 0,1 0,0 1,1-1,0 0,1 0,1 0,0 0,0 0,3 4,-3-14,-1 1,1-1,1 1,-1-1,1 0,-1 0,1 0,0 0,1 0,-1 0,1-1,-1 0,1 0,0 0,0 0,1-1,-1 1,0-1,1 0,0 0,-1-1,1 0,0 1,0-1,0-1,-1 1,1-1,0 0,0 0,0 0,0-1,0 0,0 0,0 0,-1 0,1-1,0 0,-1 0,0 0,2-1,4-4,-2 0,1 0,-1-1,0 0,0-1,-1 1,0-2,-1 1,0-1,0 0,-1 0,0 0,-1-1,0 1,-1-1,0 0,-1 0,0 0,-1-1,0 1,-1 0,0-1,0 1,-2-6,1 12,0 1,-1-1,1 1,-1 0,0 0,0 0,-1 0,1 0,-1 0,1 0,-1 1,-1 0,1-1,0 1,-1 0,1 0,-1 1,0-1,0 1,0 0,0 0,0 0,-1 1,1-1,-1 1,1 0,-1 0,1 1,-1-1,1 1,-1 0,0 0,1 1,-1-1,-3 2,-5 1,1 0,0 1,0 0,0 1,0 1,1-1,-6 5,-7 5</inkml:trace>
  <inkml:trace contextRef="#ctx0" brushRef="#br0" timeOffset="1206.236">767 348,'-2'-14,"13"-4,20 1,23 3,25 6,18 10,10 8,-13 3</inkml:trace>
  <inkml:trace contextRef="#ctx0" brushRef="#br0" timeOffset="1455.626">1916 830,'21'2,"18"1,15 0,13-3,7-1,1-1,-4 0,-9 1,-14 0</inkml:trace>
  <inkml:trace contextRef="#ctx0" brushRef="#br0" timeOffset="1708.868">2332 629,'-14'4,"-9"12,-3 11,1 14,5 15,5 11,8 8,9 3,10-2,2-12</inkml:trace>
  <inkml:trace contextRef="#ctx0" brushRef="#br0" timeOffset="1973.167">2665 522,'-2'18,"1"17,6 17,8 13,12 9,12 3,14 1,10-8,5-7,2-11,-8-12,-11-12,-13-11</inkml:trace>
  <inkml:trace contextRef="#ctx0" brushRef="#br0" timeOffset="2242.692">2987 588,'-16'14,"-13"16,-9 13,-3 17,0 13,8 8,9 2,13-5,18-8,8-16</inkml:trace>
  <inkml:trace contextRef="#ctx0" brushRef="#br0" timeOffset="2517.557">3388 1137,'0'3,"0"0,0 0,0 0,0 0,1 0,0 0,-1 0,1 0,0 0,0 0,1-1,-1 1,1 0,-1-1,1 1,0-1,0 0,0 1,0-1,0 0,1 0,-1 0,0-1,1 1,0-1,-1 1,1-1,0 0,0 0,0 0,2 0,2 1,0-1,-1 0,1-1,0 0,0 0,0 0,0-1,0 0,0 0,0-1,-1 0,1 0,3-2,-1-1,0 0,0 0,0-1,-1 0,0-1,0 0,0 0,-1-1,0 1,-1-2,0 1,0-1,-1 0,0 0,0 0,-1-1,0 1,-1-1,0 0,-1 0,0 0,0-1,-1 1,-1 0,0-1,0 1,-1-1,0 1,0 0,-1 0,-1-1,0 2,0-1,-1 0,-3-5,5 12,0-1,-1 0,0 1,1 0,-1-1,0 1,-1 0,1 1,-1-1,1 1,-1-1,0 1,1 0,-1 0,0 1,-1-1,1 1,0 0,0 0,0 0,-1 1,1-1,-1 1,1 0,0 0,-1 1,1-1,0 1,0 0,-1 0,1 1,-5 1,0 0,1 1,-1 0,1 1,0-1,0 2,1-1,0 1,0 0,0 1,0 0,1 0,0 0,0 2,1-1,0 0,1 0,0 0,0 1,1-1,0 1,1 0,0 0,0 0,1 0,0 0,0 0,1 0,1 0,-1 1,2 4,8 29</inkml:trace>
  <inkml:trace contextRef="#ctx0" brushRef="#br0" timeOffset="2780.891">3828 107,'5'18,"8"23,11 19,12 18,15 16,9 13,7 10,-3 9,-4 5,-13 8,-19 8,-32 10,-47 11,-15-24</inkml:trace>
  <inkml:trace contextRef="#ctx0" brushRef="#br0" timeOffset="9139.663">139 1872,'-8'2,"1"1,0 0,0 1,0-1,0 1,1 1,-1-1,1 1,0 0,1 1,-1 0,1-1,0 2,0-1,1 0,0 1,0 0,1 0,-1 0,2 0,-1 1,1-1,0 1,0 0,1 0,0-1,1 1,-1 0,2 0,-1 0,1 0,0-1,1 1,0 0,0-1,0 1,1-1,1 3,1-3,0 0,0 0,1 0,0 0,0-1,0 0,1 0,0-1,0 0,0 0,1 0,0-1,0-1,0 1,0-1,0 0,1-1,12 4,0-2,1 0,0-2,-1 0,1-1,8-2,32-6,-1-4,1-2,-2-3,0-2,-1-3,-1-3,-1-2,38-24,39-14,-96 46,1 3,1 1,0 1,1 3,1 1,-1 2,1 2,0 2,0 2,0 1,0 3,42 7,-76-10,0 1,1 0,-1 1,0 0,-1 0,1 0,0 1,-1 1,1-1,-1 1,0 0,0 1,0 0,-1 0,0 0,0 1,0 0,-1 0,0 0,0 1,0-1,-1 1,0 0,0 1,-1-1,0 1,-2-4,-1-3,0 0,0-1,0 1,0 0,0 0,0 0,0 0,0 0,1-1,-1 1,0 0,0 0,1 0,-1-1,1 1,-1 0,0-1,1 1,-1 0,1-1,0 1,-1 0,1-1,0 1,-1-1,1 1,0-1,-1 1,1-1,0 0,0 1,0-1,-1 0,1 0,0 0,0 1,0-1,0 0,-1 0,1 0,0 0,0 0,0-1,0 1,0 0,155-65,-120 48,0 2,0 1,1 2,1 2,0 1,0 2,1 2,0 1,0 2,0 2,0 1,33 6,263 79,-215-74,1-5,-1-5,1-5,-1-6,-1-5,11-7,-120 19,31-3,0-1,-1-2,0-2,-1-1,0-3,0-1,22-13,-56 26,0-1,0 0,0 0,-1 0,1-1,-1 0,0 1,0-1,0-1,-1 1,1-1,-1 1,0-1,-1 0,1 0,-1 0,0 0,0-2,-9-14,-4 18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9.0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0,'31'4,"41"5,46 0,43-9,-8-3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7.94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1,'4'25,"11"22,17 16,18 12,17 4,13 0,4-5,-4-5,-7-7,-13-13,-15-14</inkml:trace>
  <inkml:trace contextRef="#ctx0" brushRef="#br0" timeOffset="266.869">642 174,'-18'5,"-17"10,-13 15,-8 15,-5 16,2 11,6 8,10 0,12-12</inkml:trace>
  <inkml:trace contextRef="#ctx0" brushRef="#br0" timeOffset="522.228">936 723,'-2'4,"0"-1,0 1,0-1,0 1,1 0,-1 0,1-1,0 1,0 0,0 0,1 0,0 1,-1-1,1 0,1 0,-1 0,0 0,1 0,0 0,0 0,0 0,1 0,-1-1,1 1,0 0,0-1,0 1,1-1,1 3,4-1,1 1,-1-1,1-1,1 0,-1 0,0 0,1-1,0-1,0 0,-1 0,1-1,0 0,1-1,-1 0,0 0,8-2,-12 2,0 0,0-1,0 1,0-1,0 0,0-1,0 1,-1-1,1-1,0 1,-1-1,0 0,1 0,-1 0,-1-1,1 0,0 0,-1 0,0 0,0-1,0 0,0 0,-1 0,0 0,0 0,0-1,-1 1,1-1,-2 0,1 1,0-1,-1 0,0-5,-2 3,-1 0,-1 1,0-1,0 1,0-1,-1 1,0 0,0 0,0 0,-1 1,0 0,-1 0,1 0,-1 0,-1 1,1 0,0 1,-1-1,0 1,0 0,-1 1,1 0,-1 0,1 0,-1 1,0 0,0 1,0 0,-21-5,0 2,-1 1,1 2,0 0,-1 2,1 2,0 0,-27 7,-38 11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7.22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1,'9'22,"15"22,14 17,14 9,13 4,3-1,0-7,-5-9,-10-10,-16-14</inkml:trace>
  <inkml:trace contextRef="#ctx0" brushRef="#br0" timeOffset="171.612">429 67,'-18'3,"-18"9,-14 16,-9 18,-7 16,4 14,7 8,14 2,18-3,13-16</inkml:trace>
  <inkml:trace contextRef="#ctx0" brushRef="#br0" timeOffset="442.441">803 388,'-9'16,"-8"14,-3 14,0 10,2 6,6 1,4-3,5-6,6-13,3-12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6.5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14,'9'18,"15"20,14 15,12 11,11 7,5 3,-1-3,-6-8,-8-11,-14-14</inkml:trace>
  <inkml:trace contextRef="#ctx0" brushRef="#br0" timeOffset="292.243">348 0,'-21'23,"-15"21,-9 19,-3 15,4 9,7 5,10-1,10-3,7-18</inkml:trace>
  <inkml:trace contextRef="#ctx0" brushRef="#br0" timeOffset="493.705">655 416,'11'-6,"0"0,0 1,1 1,0 0,0 0,0 1,0 1,0 0,0 1,1 0,-1 1,1 0,-1 1,0 0,0 1,1 1,-1 0,0 0,7 4,-13-4,1 0,-1 0,0 0,0 1,0-1,-1 2,1-1,-1 0,0 1,0 0,-1 0,0 1,1-1,-2 1,1 0,-1 0,0 0,0 1,0-1,-1 1,0-1,-1 1,1 0,-1 0,-1 0,1-1,-1 1,-1 7,-1 4,-2 0,0 0,-2 0,0-1,0 0,-2 0,0 0,-5 6,-27 62,39-83,0 0,0 0,0 0,1 0,-1 0,1 1,-1-1,1 0,-1 0,1 0,0 0,0 1,0-1,1 0,-1 0,0 0,1 1,-1-1,1 0,0 0,0 0,0 0,0 0,0 0,0 0,1-1,-1 1,0 0,1-1,-1 1,1-1,0 1,0-1,-1 0,1 1,0-1,0 0,0 0,0-1,0 1,2 0,11 2,1 0,0-1,0-1,0-1,0 0,0-1,0-1,-1 0,1-1,3-2,-16 5,65-14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1:55.44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1 294,'18'0,"22"0,24 0,25 0,17 0,9 0,-1 0,-12 0,-20 0,-24 0</inkml:trace>
  <inkml:trace contextRef="#ctx0" brushRef="#br0" timeOffset="255.314">375 0,'-5'28,"-1"24,3 22,6 16,5 11,1 5,-1-16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47.19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894 174,'0'-1,"-1"-1,1 1,-1 0,1-1,-1 1,1 0,-1 0,0-1,1 1,-1 0,0 0,0 0,0 0,0 0,0 0,0 0,0 0,0 1,0-1,0 0,-1 1,1-1,0 1,0-1,-1 1,1-1,0 1,-1 0,1 0,0 0,-1 0,1 0,-2 0,-48 1,12 9,0 2,1 1,1 2,0 2,1 1,1 2,1 1,1 2,1 1,1 2,-26 27,32-32,2 0,1 2,0 1,2 0,1 1,-10 18,-8 31,4 0,3 3,4 0,-5 29,20-69,4-17,1 0,0 1,2 0,0 0,2 0,0 0,1 0,2 1,0-1,1 0,1 0,3 10,6 4,1-1,2 0,1-2,2 0,1 0,2-2,0-1,2 0,2-2,0 0,2-2,18 13,48 43,-58-48,1-2,2-1,0-1,2-3,1-1,1-2,15 5,93 19,2-6,2-7,86 5,-188-30,98 9,0-7,0-6,71-9,152-35,-332 32,0-2,-1-1,29-13,2 0,-63 21,10-2,-1-2,0 0,-1 0,0-2,0 0,11-7,111-103,-96 85,76-70,-108 86,-1 1,-1-2,-1 1,0-1,-1 0,-1-1,0 1,-2-1,0 0,-1 0,-1 0,-1 0,0 0,-2 0,0-2,1-15,1-27,2 31,-2 1,-1-1,-1 1,-2 0,-1 0,-2 0,-6-19,-32-59,-42-130,82 214,-1 0,-2 1,0-1,-1 2,-1-1,-2 2,0-1,-1 2,-1 0,-3-2,-21-16,-2 2,-2 2,-38-24,-44-38,105 80,-2 0,0 2,-1 0,0 1,-2 2,1 0,-20-6,-50-9,-2 3,-1 5,-71-5,104 16,-151-16,-207 5,348 20,0 3,1 3,0 4,0 2,-56 20,-209 58,333-88,10-3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0.0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0,'14'12,"11"10,6 6,4 8,4 4,1 4,-1 4,-3 1,0-1,-3-5,-4-2,-2-6,-4-7,-3-8,-6-8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0.33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336 1,'-18'20,"-11"19,-4 13,-4 12,-1 11,1 6,1 4,2-3,5-5,7-9,7-14,7-16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0.86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15,'16'-4,"0"1,0 0,0 1,0 1,1 0,9 1,-21 1,-1-1,1 1,0 0,-1 0,1 0,-1 1,1-1,-1 1,0 0,0 0,0 1,0-1,0 1,0 0,-1 0,1 0,-1 1,0-1,0 1,0 0,0 0,-1 0,1 0,1 4,-2-1,0 0,0-1,-1 1,1 1,-2-1,1 0,-1 0,0 0,0 0,-1 0,0 1,0-1,-1 0,0-1,0 1,0 0,-1 0,0-1,-1 0,1 1,-2 0,-7 12,-1-2,-1 0,-1 0,0-1,-1-1,-6 4,-31 15,53-34,0 1,0-1,0 0,0 0,-1 1,1-1,0 0,0 0,-1 0,1 1,0-1,-1 0,1 0,0 0,0 0,-1 0,1 0,0 0,-1 0,1 0,0 1,-1-1,1 0,0 0,0-1,-1 1,1 0,0 0,-1 0,1 0,0 0,-1 0,1 0,0 0,0-1,-1 1,1 0,0 0,0 0,-1 0,1-1,0 1,0 0,0 0,-1-1,1 1,0 0,0-1,0 1,0 0,0 0,-1-1,1 1,0 0,0-1,0 1,0 0,0-1,0 1,0 0,0 0,0-1,0 1,0 0,0-1,1 1,12-19,-7 13,0 1,1 0,0-1,-1 2,2-1,-1 1,0 0,1 1,0 0,0 0,0 1,0-1,0 2,0-1,1 1,-1 1,1-1,-1 1,0 1,1 0,-1 0,0 0,1 1,-1 1,0-1,-1 1,1 1,0-1,-1 1,0 0,0 1,0 0,0 0,-1 1,4 3,-3 1,0 1,-1 0,0 0,0 0,-1 1,-1 0,0 0,-1 0,0 0,-1 1,0-1,-1 1,0-1,-1 1,0 0,-2-1,1 1,-1-1,-1 1,0-1,-1 0,0 0,-1 0,0-1,-1 0,0 0,-1 0,0 0,-1-1,0-1,0 1,-1-1,0-1,-1 1,-3 1,2-3,1-1,-1 0,0 0,0-1,-1-1,1 0,-1 0,0-1,0 0,0-1,0-1,-10 0,22-1,1-1,0 1,-1-1,1 1,-1-1,1 0,-1 1,0-1,1 0,-1 1,0-1,1 0,-1 0,0 1,0-1,0 0,1 0,-1 1,0-1,0 0,0 0,0 1,-1-1,1 0,0 0,0 0,0 1,0-1,-1 0,1 1,0-1,-1 0,1 1,-1-1,1 0,-1 1,1-1,-1 1,1-1,-1 0,1 1,-1 0,0-1,1 1,-1-1,0 1,1 0,-1-1,0 1,0 0,1 0,-1 0,0 0,0-1,0 1,1 0,-1 0,0 1,0-1,1 0,-1 0,0 0,0 0,1 1,-1-1,0 0,0 1,0-1,17-11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1.1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0,'4'2,"11"8,10 14,11 13,10 15,7 10,5 7,1 6,-3 0,-4-4,-3-8,-9-7,-6-13,-7-15,-7-11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1.46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287 0,'-9'14,"-5"18,-6 17,-2 19,-6 15,-2 15,-2 8,-2 5,2-3,3-11,8-15,6-21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1.7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0 113,'14'-13,"1"2,0 0,0 0,1 1,0 1,1 1,0 0,0 2,1-1,0 2,0 1,0 0,7 0,-22 4,0-1,0 1,0 0,-1 0,1 0,0 0,0 1,0-1,0 1,0 0,0-1,0 1,0 1,-1-1,1 0,-1 1,1-1,-1 1,1 0,-1 0,0 0,0 0,0 0,0 0,0 1,0-1,-1 1,1-1,-1 1,1 0,-1-1,0 1,0 0,-1 0,1 0,0 0,-1 1,-1 11,0 0,-1 0,-1 0,0 0,-1 0,-1-1,0 0,-1 0,-1 0,0-1,0 0,-7 8,12-17,-186 286,187-289,-5 8,0 1,1-1,0 1,1-1,0 1,1 0,0 1,-1 2,5-10,-1 0,1-1,0 1,0-1,0 1,0-1,0 1,1-1,-1 0,1 0,-1 1,1-1,0 0,0-1,0 1,0 0,0 0,0-1,0 1,1-1,-1 0,0 0,1 0,-1 0,1 0,0 0,-1-1,1 1,0-1,-1 0,1 1,0-1,-1-1,1 1,0 0,-1-1,1 1,0-1,-1 0,2 0,36-5,0-1,0-1,-1-3,0-1,20-11,-58 23,88-34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3.24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93 215,'-1'18,"2"0,0 0,2 0,-1 0,2 0,1-1,1 4,-4-15,0-1,1 1,-1-1,1 0,1 0,-1 0,0 0,1 0,0-1,0 0,1 0,-1 0,1 0,0 0,0-1,0 0,0 0,0-1,1 1,-1-1,1 0,0-1,3 1,-4 0,1 0,-1-1,1 0,-1 0,1 0,0-1,-1 0,1 0,0 0,-1-1,1 0,0 0,-1 0,1-1,-1 0,0 0,0 0,1-1,-2 1,1-1,0 0,0-1,-1 1,0-1,0 0,0 0,0 0,0-1,2-3,-1-5,-1-1,0 1,-1 0,0-1,-1 0,0 0,-1 0,-1 0,0 0,-1 0,-1 1,0-1,0 0,-2 1,0-1,0 1,-1 0,-1 0,0 1,-1-1,0 1,-1 1,0 0,-1 0,-6-7,12 14,-1 0,1-1,-1 1,1 1,-1-1,0 0,-1 1,1 0,-1 0,1 0,-1 1,0 0,0-1,0 2,0-1,0 1,0-1,-1 1,1 1,0-1,-1 1,1 0,0 0,-1 0,1 1,0 0,-1 0,1 0,0 1,-2 0,-2 2,-1 0,1 1,-1 0,1 1,1 0,-1 0,1 0,0 1,1 1,-1-1,1 1,1 1,0-1,0 1,0 0,1 0,1 0,0 1,0 0,0 0,1 0,1 0,0 1,0-1,1 0,1 1,-1 0,2 9,2-3,0 1,1-1,0 0,2 0,0 0,1-1,6 11,8 11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54.28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7 211,'-2'8,"0"0,1 0,0 1,1-1,0 0,0 0,1 0,-1 0,2 0,-1 0,1 0,1 0,0 0,0 0,0-1,1 0,0 0,0 0,1 0,4 5,0-1,0 0,1-2,0 1,0-1,1 0,0-1,1 0,0-1,0-1,0 0,1 0,0-1,0-1,1 0,-1-1,1 0,-1-1,1-1,0 0,0-1,10-1,-16-2,1 0,-1 0,0-1,0-1,-1 1,1-2,-1 1,0 0,-1-1,1-1,-1 1,0-1,-1 0,1 0,-1-1,-1 1,1-1,-2 0,1 0,-1-1,0 1,0-1,-1 1,-1-1,1 0,-1 0,-1 0,0 0,0 0,1-6,-1 0,-1 0,0 0,-1 0,-1 1,0-1,-1 1,-1-1,0 1,0 1,-2-1,-1-1,6 8,-2 1,1-1,-1 1,0-1,0 1,-1 0,0 1,0-1,0 1,-1 0,1 0,-1 1,-1 0,1 0,0 0,-1 1,0 0,0 0,0 1,0-1,0 2,0-1,-1 1,1 0,0 0,-1 1,1 0,-1 1,1-1,0 1,-1 1,-1 0,-4 4,0 1,0 0,1 1,0 1,0 0,1 0,0 1,1 1,0 0,0 0,1 1,1 0,0 0,1 1,0 0,1 0,0 1,1 0,-3 13,-3 11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4.374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37,'-8'7,"-1"-1,1 1,1 0,-1 1,1 0,0 0,1 1,0 0,1 0,-1 0,2 1,-1-1,1 1,1 0,0 1,0-1,1 0,1 1,-1 0,2-1,-1 1,2-1,-1 1,1 0,1-1,0 1,1-1,0 0,0 0,1 0,0 0,1 0,0-1,0 0,1 0,3 3,-5-7,1 1,0-1,0 0,0 0,1 0,0-1,0 1,0-2,0 1,0-1,1 0,0 0,0 0,-1-1,2 0,-1-1,0 1,0-1,0-1,0 0,1 0,-1 0,0 0,0-1,1-1,-1 1,0-1,0 0,3-2,0-5,-1 0,0-1,-1 1,0-2,-1 1,0-1,0 0,-1 0,-1-1,0 0,0 0,-2 0,1 0,-1-1,-1 0,0 1,-1-1,-1 0,1 0,-2 0,0 1,-1-1,-1-6,1 9,0 1,-1 0,1 1,-2-1,1 0,-1 1,-1 0,1 0,-2 0,1 0,-1 1,0 0,0 0,-7-5,9 8,0 1,0 0,-1 0,1 1,0-1,-1 1,0 0,1 0,-1 0,0 1,0 0,0 0,0 0,0 0,0 1,-1 0,1 0,0 0,0 1,0-1,0 1,0 1,0-1,0 1,0-1,1 2,-3 0,-1 3,0 0,1 1,0 0,0 0,1 0,0 1,0 0,1 0,0 1,0-1,1 1,0 0,1 1,0-1,0 0,1 1,0 0,1-1,0 1,0 0,1 0,0 0,1 0,0-1,1 1,0 0,0-1,1 1,1-1,-1 0,16 36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4.6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1 550,'4'-41,"17"-150,-6-127,-15 366,4 216,17 65,-11-226,-2-17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6.96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1 395,'0'-75,"3"52,19-269,-20 287,0 13,1 16,-2-23,19 365,-19-320,0-37,14 112,-7-101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7.29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1 229,'0'9,"1"0,1 0,-1 0,2 0,-1 0,1-1,0 1,1-1,0 0,1 0,-1 0,1 0,1-1,-1 0,1 0,1 0,-1-1,1 0,0 0,1-1,-1 1,1-2,0 1,0-1,1-1,-1 1,1-1,5 1,0-2,0-1,0-1,-1 0,1 0,0-1,0-1,0 0,-1-1,1-1,-1 0,0-1,0 0,0-1,9-6,-14 8,0-1,-1 0,0 0,0-1,0 1,-1-1,0-1,0 0,0 1,-1-2,0 1,0 0,-1-1,0 0,0 0,-1 0,0-1,-1 1,0-1,0 0,0 1,-1-1,-1-7,-1 6,-1 0,-1 0,0 0,0 0,-1 1,0-1,-1 1,0 0,0 0,-1 1,0-1,-1 1,1 0,-2 1,1 0,-1 0,0 1,0 0,-1 0,0 1,0 0,0 0,-1 1,1 1,-1-1,0 1,0 1,0 0,0 1,-1-1,1 2,-3 0,2 2,-1 2,1-1,0 1,0 1,1 0,0 1,0 0,0 0,0 1,1 0,0 1,1 0,-1 0,2 1,-1 0,1 0,0 1,0 2,-26 35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8.049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1 460,'13'-414,"-13"377,0 29,0 25,-2 77,3-1,5 1,4-1,21 86,-17-131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8.3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1 432,'2'-20,"3"-16,1-12,1-5,0-4,1 1,-1 4,-2 5,-1 10,-2 14,-1 21,0 24,-1 27,-1 25,1 19,4 11,4 4,1-16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9.46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 0,'-16'206,"7"39,10 0,20 104,-4-91,-17-243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9.705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0,'8'19,"11"11,9 7,8 3,7 2,4 0,-1 3,0 0,-6-1,-5-3,-9-4,-6-4,-7-7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09.90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41 52,'2'-14,"2"-6,-1 4,-1 14,0 19,-4 23,-2 22,-7 21,-7 19,-1-7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11.37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433 2356,'-9'-86,"4"-1,5-55,0 61,0-1327,0 1397,-16-322,1 269,15 63,-1 1,1-1,-1 1,1-1,-1 1,1 0,-1-1,1 1,-1 0,1-1,-1 1,1 0,-1 0,0-1,1 1,-1 0,1 0,-1 0,0 0,1 0,-1 0,1 0,-1 0,0 0,1 0,-1 0,1 0,-1 0,0 1,1-1,-1 0,1 0,-1 1,1-1,-1 0,1 1,-1-1,1 1,-1-1,1 0,-1 1,1-1,0 1,-1-1,1 1,0-1,0 1,-1 0,1-1,0 1,0-1,-113 171,12-20,126-201,24-43,-3-1,8-37,-10 34,-44 97,0 0,0-1,1 1,-1 0,0-1,0 1,0 0,1 0,-1-1,0 1,1 0,-1 0,0 0,0-1,1 1,-1 0,0 0,1 0,-1 0,0 0,1 0,-1-1,1 1,-1 0,0 0,1 0,-1 0,0 0,1 1,-1-1,0 0,1 0,-1 0,0 0,1 0,-1 0,0 0,1 1,-1-1,0 0,1 0,-1 1,0-1,0 0,1 0,-1 1,0-1,0 0,0 0,1 1,-1-1,0 0,0 1,0-1,0 0,0 1,0-1,0 0,0 1,0-1,0 1,0-1,0 0,0 1,0-1,0 0,0 1,0-1,0 1,6 34,-6-30,3 18,1 0,0 0,2-1,1 0,0 0,2 0,0-1,2-1,0 1,1-2,1 0,8 9,121 103,-143-131,1 1,-1-1,1 0,-1 0,1 0,-1 0,1 0,-1 0,1 1,-1-1,1 0,-1 0,1 1,0-1,-1 0,1 1,0-1,-1 0,1 1,0-1,-1 1,1-1,0 1,0-1,-1 0,1 1,0-1,0 1,0-1,0 1,0-1,0 1,0-1,0 1,0-1,0 1,0-1,0 1,0-1,0 1,0-1,0 1,0-1,1 1,-1-1,0 1,0-1,1 0,-1 1,0-1,0 1,1-1,-1 0,1 1,-1-1,0 0,-390 0,373 2,1 0,-1 1,0 1,1 0,0 1,0 1,0 1,1 0,0 1,0 1,-3 2,-38 30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16.916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259 1,'-3'7,"-4"9,-7 10,-7 13,-7 9,-5 7,-5 4,1-4,3-7,8-9,9-11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17.32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143 1,'-3'0,"-2"4,-6 7,-4 8,-4 7,-1 9,-3 5,-2 2,4-5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6:57.31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2971 456,'-2'-5,"-4"-9,-1 0,0 0,0 1,-1 0,-1 0,-1 1,1 1,-2-1,0 1,0 1,-1 0,-2-1,-63-30,-1 2,-44-12,22 14,-2 4,-64-11,71 26,0 4,-1 4,0 4,-94 8,84 6,1 6,-26 9,-22 2,106-18,0 1,0 3,1 1,0 3,-30 14,0 8,1 4,2 3,2 3,-23 22,77-54,0 0,1 1,1 1,1 0,0 1,1 0,1 2,1-1,1 1,0 0,-3 13,-133 338,121-318,3 1,3 2,1 0,-1 22,10-42,3-1,1 2,1-1,2 0,2 0,1 1,2-1,2 0,1 0,1 0,2-1,2 0,1-1,2 0,17 30,0-19,3-1,1-2,3-1,1-2,2-1,1-3,2-1,1-2,38 19,-39-26,1-2,2-3,0-1,1-2,1-2,0-3,0-1,2-3,31 0,302-3,-237-7,-23 0,0-5,0-6,-2-6,29-11,21-15,-2-8,147-68,-310 118,89-37,-1-5,27-21,-98 50,-1-1,-1-1,-1-1,0-1,-1 0,-2-2,0 0,-1-1,-2-1,0-1,8-19,9-27,-2-2,-4-1,9-49,-25 92,-1 0,-2-1,-1 1,-1-1,-2-1,-2 1,0 0,-3 0,0-1,-7-30,-61-204,66 243,0 1,-2-1,-1 1,-1 1,-1 0,-1 0,0 1,-2 0,-1 0,0 2,-1 0,-1 0,-1 1,-1 1,0 1,-1 0,-5-1,-11 0,-1 2,0 1,-1 2,0 2,-1 1,0 2,0 1,-1 2,-35 2,-303-8,246 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1.2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1,'19'15,"14"13,9 8,6 5,5 2,1-1,-1-2,-5 0,-6-3,-8-1,-5-1,-8-3,-5-4,-5-5,-4-6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1.583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296 0,'-9'14,"-6"16,-4 18,-4 17,-7 17,-5 11,-3 6,-1 1,5-9,9-15,7-17,8-20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2.94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1 458,'60'-152,"48"-81,-74 163,-34 70,0 1,0-1,0 0,0 0,0 1,0-1,1 0,-1 0,0 0,0 0,0 1,1-1,-1 0,0 0,0 0,0 0,1 0,-1 1,0-1,0 0,1 0,-1 0,0 0,0 0,1 0,-1 0,0 0,0 0,1 0,-1 0,0 0,0 0,1 0,-1 0,0 0,0-1,1 1,-1 0,0 0,0 0,0 0,1 0,-1 0,0-1,0 1,0 0,1 0,-1 0,0-1,0 1,0 0,0 0,0-1,0 1,1 0,-1 0,0 0,0-1,0 1,0 0,0-1,0 1,0 0,0 0,0-1,0 1,2 22,-16 520,28-435,-5-84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3.37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0,'2'10,"5"8,9 12,10 7,8 6,7 5,6 4,3 2,3-2,0 0,-6-3,-5-2,-9-3,-9-3,-9-6,-6-5,-6-9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3.66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404 0,'-16'11,"-12"14,-8 12,-8 15,-4 14,-2 12,2 8,3 4,8-3,10-6,10-11,10-12,10-15,12-13,3-13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4.032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16 366,'9'8,"1"-1,-1 0,1-1,1 0,-1 0,1-1,0-1,0 0,0 0,1-1,0 0,-1-1,1-1,0 0,0 0,0-1,-1-1,1 0,0 0,0-1,-1-1,1 0,-1 0,0-2,0 1,0-1,0-1,-1 1,0-2,0 0,-1 0,0-1,0 0,0 0,-1-1,-1 0,1 0,-2-1,1 0,-1 0,-1-1,0 0,0 0,-1 0,-1 0,1-1,-2 1,0-1,0 0,-1 1,-1-1,0-3,0 8,-1 0,0 0,-1 0,0 0,0 0,0 1,-1-1,0 1,0 0,0-1,-1 1,0 1,0-1,-1 1,0-1,0 1,0 0,0 1,-1 0,0-1,1 2,-2-1,1 1,0 0,-1 0,1 1,-1-1,0 1,0 1,0 0,0 0,0 0,0 1,0 0,0 0,0 0,-4 2,-5 3,0 1,1 0,-1 2,1 0,1 0,0 1,0 1,1 0,0 1,0 1,2 0,-1 0,2 1,-1 0,2 1,0 1,0-1,1 2,-32 56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5.59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30 138,'-5'10,"1"1,0-1,0 1,1-1,0 1,1 0,0 1,0-1,2 0,-1 0,1 0,1 1,0-1,1 0,0 0,1 0,0 0,4 10,-5-15,1 0,-1 0,1 1,1-2,-1 1,1 0,0-1,1 1,-1-1,1 0,0-1,0 1,0-1,1 0,-1 0,1-1,0 0,0 0,1 0,-1-1,0 1,1-2,0 1,-1-1,1 0,0 0,0-1,0 0,0 0,0-1,0 0,0 0,0 0,0-1,0 0,0-1,-1 0,1 0,-1 0,0 0,0-1,0 0,0-1,-1 1,0-1,0 0,0 0,0-1,-1 1,0-1,0 0,-1 0,1-1,-1 1,0-1,-1 1,0-1,0 0,1-6,-2-2,0 1,-1 0,0-1,-1 1,0 0,-1 0,-1 0,-1 0,0 0,0 0,-1 1,-1 0,0 0,-1 1,-1-1,0 1,0 1,-1 0,0 0,-1 1,-1 0,1 0,-6-2,13 10,-1-1,0 1,0 0,1 1,-1-1,0 1,-1-1,1 1,0 0,0 1,0-1,-1 1,1 0,0 0,-1 0,1 1,0-1,0 1,0 0,-1 0,1 0,0 1,0 0,1 0,-1 0,0 0,1 0,-1 1,1-1,-1 1,1 0,0 0,1 0,-1 1,0-1,1 1,0-1,-1 1,2 0,-1 0,-1 2,-5 18,1 0,2 1,0 0,1 0,2 0,0 0,2 0,1 13,9 31,-1-43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6.56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46 137,'-7'12,"1"0,0 0,1 0,0 1,1 0,1 0,0 0,0 1,2-1,-1 0,2 1,0-1,0 1,2-1,-1 1,0-9,0-1,0 1,0-1,1 1,0-1,0 1,0-1,0 0,0 0,1 0,0 0,0-1,0 1,0-1,1 1,-1-1,1 0,0 0,-1-1,2 1,-1-1,0 0,0 0,1 0,0-1,118 22,-117-22,1-1,-1 1,0-2,1 1,-1-1,0 0,1 0,-1-1,0 1,0-1,0-1,0 1,-1-1,1 0,-1 0,0-1,1 0,-1 0,-1 0,1 0,-1-1,0 0,0 0,0 0,0 0,-1-1,0 1,0-1,-1 0,2-4,1-4,0 0,-1-1,-1 0,0 1,-1-1,-1 0,0 0,-1 0,-1 0,0 0,-1 0,0 0,-2 0,1 1,-2-1,0 1,-1 0,0 1,-2-2,5 10,-1 0,1 0,-1 0,0 1,-1 0,1 0,-1 0,1 1,-1-1,-1 1,1 0,0 0,-1 1,1 0,-1 0,1 0,-1 0,0 1,0 0,0 1,0-1,0 1,0 0,0 0,0 1,0 0,0 0,0 0,1 1,-1 0,0 0,1 0,0 1,-1 0,1 0,0 0,-4 4,-68 96,64-80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8.31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23 142,'-5'19,"0"0,1 0,0 1,2-1,1 1,0 0,1-1,2 7,-1-21,0 0,0 0,1 0,0 0,0-1,0 1,1 0,0-1,-1 0,1 1,1-1,-1-1,1 1,-1 0,1-1,0 0,1 1,-1-2,0 1,1 0,0-1,-1 0,1 0,0 0,0-1,0 0,4 1,6 1,1-1,-1-1,1 0,-1-1,1 0,0-1,-1-1,12-3,-21 4,0 0,0 0,0 0,-1-1,1 0,-1 0,1-1,-1 1,0-1,0 0,0-1,-1 1,1-1,-1 0,1 0,-1 0,-1-1,1 1,0-1,-1 0,0 0,0 0,-1 0,0-1,1 1,-2-1,2-5,-2-4,0 1,-2-1,0 0,0 1,-2-1,0 1,0 0,-1 0,-1 0,0 0,-1 1,-1 0,0 0,0 0,-1 1,-1 0,0 1,-1 0,0 0,-1 1,-5-4,13 12,1 0,-1 0,1 0,-1 0,0 0,0 1,0-1,0 1,0 0,0 0,0 0,-1 0,1 1,0-1,-1 1,1 0,0 0,-1 0,1 0,0 0,0 1,-1 0,1 0,0-1,0 2,0-1,0 0,0 1,0-1,0 1,0 0,1 0,-1 0,1 0,-3 3,-5 4,0 0,0 1,1 0,1 1,-1 0,2 0,-1 1,2 0,-1 0,2 1,0-1,0 1,1 1,1-1,0 0,1 1,0 0,1-1,1 1,0 8,28 38,-8-40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8.85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1 400,'59'-343,"-52"286,-5 92,5 119,6 0,10 22,-19-145,5 36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09.74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0 454,'17'-50,"-3"-1,-2 0,-2-1,-2 0,-3 0,-2-3,-5-35,1 90,1 1,0-1,0 0,0 0,0 0,-1 0,1 0,0 1,0-1,-1 0,1 0,0 0,0 0,-1 0,1 0,0 0,0 0,-1 0,1 0,0 0,0 0,-1 0,1 0,0 0,-1 0,1 0,0 0,0 0,0 0,-1 0,1-1,0 1,0 0,-1 0,1 0,0 0,0 0,0-1,-1 1,1 0,0 0,0-1,0 1,-7 30,2 36,2 0,3 1,3-1,3 0,3 0,14 51,-17-91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10.207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1 304,'4'12,"0"0,1 0,1-1,0 1,0-1,1-1,0 1,1-1,1-1,-1 1,1-1,1-1,0 0,0 0,0-1,1 0,0-1,0 0,1-1,0 0,0-1,11 3,-13-6,1 1,-1-2,0 0,0 0,0-1,0 0,0-1,0 0,0 0,0-1,-1 0,1-1,-1 0,0-1,0 0,0 0,-1-1,0 0,0 0,-1-1,1 0,-1 0,-1-1,1 0,-1 0,-1-1,0 1,0-1,1-3,0 0,0 1,-1-1,0-1,-1 1,0 0,-1-1,0 0,-1 0,-1 0,0 0,-1 0,0 0,-1 0,0 0,-1 0,-1 1,0-1,-1 0,0 1,-1 0,0 0,-1 0,0 1,-1 0,-1-2,3 9,0-1,0 1,-1 0,0 0,0 0,0 1,0 0,0 0,-1 1,1 0,-1 0,1 0,-1 1,0 0,0 0,0 0,1 1,-1 0,0 1,0 0,0 0,0 0,1 1,-1 0,1 0,-5 2,-6 3,1 1,0 0,1 1,0 0,0 1,1 1,0 1,1 0,-10 12,12-11,0 0,0 1,2 1,-1 0,2 0,0 1,1 0,1 0,0 0,1 1,1 0,0 3,1 16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11.17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1 545,'2'-31,"1"1,2 0,1 0,1 1,10-23,4-22,-4 5,-4 0,4-54,-16 116,-2 15,-1 12,-10 149,10 155,8-223,-3-64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11.46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1 378,'37'-357,"-35"337,-2 20,0 0,0 0,0 0,0 1,0-1,0 0,0 0,0 0,1 1,-1-1,0 0,0 0,0 0,0 1,0-1,0 0,0 0,1 0,-1 0,0 1,0-1,0 0,0 0,0 0,1 0,-1 0,0 0,0 0,0 1,1-1,-1 0,0 0,0 0,0 0,1 0,-1 0,0 0,0 0,1 0,-1 0,0 0,0 0,1 0,4 26,78 375,-67-337,-3-10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12.37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80,'490'13,"875"-45,-1124 22,271-14,-565 12,15 5,1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12.64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0,'22'20,"1"-1,1-2,0 0,1-2,1-1,0-1,1-1,1-1,0-1,0-2,17 3,-29-6,207 65,-221-70,1 0,0 1,-1-1,1 1,0 0,-1 0,1 0,-1 0,1 0,-1 1,0-1,0 1,1-1,-1 1,0 0,0 0,-1 0,1 0,0 0,-1 0,1 1,-1-1,0 0,1 1,-1-1,-1 1,1-1,0 1,0 0,-1-1,0 1,1 0,-1-1,0 1,0 0,-1 0,1-1,0 1,-1 0,0-1,0 1,0 0,-7 6,0 0,0 0,-1-1,-1 0,1 0,-1-1,-1-1,1 0,-1 0,-266 128,161-82,69-30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13.288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0 109,'1059'-16,"1294"-70,-2007 80,-334 6,-17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14.00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665 37,'-66'12,"1"3,1 3,-2 4,25-9,-16 5,0 2,1 3,1 2,0 3,-18 31,72-58,0 0,0 1,0-1,0 0,1 1,-1-1,0 1,1-1,-1 1,1-1,-1 1,1-1,0 1,-1 0,1-1,0 1,0 0,0-1,0 1,1-1,-1 1,0 0,1-1,-1 1,1-1,-1 1,1-1,0 0,0 1,0-1,-1 1,1-1,1 0,-1 0,0 0,0 0,0 0,1 0,-1 0,0 0,1 0,67 28,6-15,1-2,0-4,0-4,70-4,-146 0,91-2,-91 2,1 0,0 1,0-1,0 0,-1 0,1 0,0 0,0 0,0 0,-1 0,1 0,0-1,0 1,0 0,-1 0,1-1,0 1,-1 0,1-1,0 1,-1-1,1 1,0-1,-1 1,1-1,-1 1,1-1,-1 0,1 1,-1-1,1 0,-1 1,0-1,1 0,-1 0,0 0,0 1,1-1,-1 0,0 0,0 1,0-1,0 0,0 0,0 0,0 0,0 1,-1-1,1 0,0 0,0 1,-1-1,1 0,0 0,-1 1,1-1,-1 0,1 1,-1-1,1 1,-1-1,1 0,-1 1,0-1,1 1,-1 0,0-1,-16-21,-9-12,1-2,1 0,-12-27,-22-85,43 109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44.399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1045 355,'0'-7,"-1"0,0 0,0-1,-1 1,0 0,-1 0,1 1,-1-1,-1 0,1 1,-1 0,0 0,0 0,-1 0,0 1,0-1,0 1,-1 1,1-1,-6-2,-17-3,1 1,-2 2,1 0,-1 2,1 2,-1 0,-1 2,1 1,0 2,8-2,-12-1,2-1,-1 2,0 1,1 1,-1 2,1 1,0 2,-20 6,31-1,-1 0,2 1,0 1,0 1,1 1,1 0,1 2,0-1,1 2,-9 16,6-14,1 1,1 1,1 1,1 0,1 0,2 2,0-1,1 1,2 1,1 0,1 0,0 11,5-12,1 0,1 0,2 0,0 0,2 0,1 0,1-1,1 0,1-1,1 0,2 0,0-1,1 0,1-1,2-1,0 0,8 6,2 2,1-2,2-1,0-1,2-1,1-2,0-1,2-2,0-1,1-2,1-1,21 5,-17-10,1-1,1-2,-1-2,1-2,0-1,0-3,0-1,-1-2,1-2,-1-2,0-1,-1-2,0-2,-1-2,29-16,-4 2,-2-4,-1-2,18-16,-56 34,-1 0,0-2,-1-1,-2 0,0-2,-1 0,-1-1,-1 0,8-17,-11 17,-2-1,0 0,-1-1,-2 0,-1-1,0 1,-2-1,-1-1,-1 1,-2 0,0-1,-2 1,-1-1,-1 1,-1 0,-1 0,-1 0,-2 1,0 0,-10-18,4 14,-2 0,0 1,-2 1,-1 1,-1 0,-1 2,-2 0,0 1,-1 2,-1 0,-1 2,-1 1,-1 1,0 1,-1 1,-21-6,-2 5,-1 3,0 2,-1 3,0 2,0 2,0 3,0 1,0 4,-5 2,34-5,0 1,1 2,-1 0,1 1,0 2,0 0,1 2,0 1,1 0,0 2,0 0,1 2,1 0,0 1,1 1,1 1,0 0,2 2,0 0,1 1,-10 16,15-16,0 1,2 0,0 0,1 1,1 0,1 0,2 1,0-1,1 1,1 0,1 3,5 8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7:45.824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781 160,'-33'15,"0"1,1 1,1 2,1 1,1 1,1 2,-24 24,-30 24,4 4,3 2,4 4,3 3,-4 16,68-95,-5 7,1 1,0 0,0 0,1 1,1 0,1 0,0 1,-1 3,6-16,0-1,0 0,0 0,0 1,0-1,0 0,0 0,0 0,1 1,-1-1,0 0,1 0,-1 0,1 0,-1 1,1-1,0 0,0 0,-1 0,1 0,0-1,0 1,0 0,0 0,0 0,0-1,0 1,0 0,0-1,0 1,0-1,0 1,1-1,-1 0,0 0,0 1,0-1,1 0,-1 0,0 0,0 0,1 0,-1 0,0-1,0 1,0 0,1-1,-1 1,0-1,0 1,0-1,0 1,0-1,0 0,0 1,0-1,0 0,23-10,0 0,-1-2,-1 0,0-2,17-14,61-52,-4-5,-3-3,-4-5,-5-3,-3-4,-6-4,8-21,-19 29,-53 83,-14 25,-42 69,-4-3,-37 44,78-110,-417 547,343-434,82-124,1-1,-1 1,1 0,0 0,-1 0,1 0,-1 0,1 0,0 0,-1 0,1 0,-1 0,1 0,0 0,-1 1,1-1,-1 0,1 0,-1 0,1 1,-1-1,1 0,-1 1,1-1,-1 1,1-1,-1 0,1 1,-1-1,0 1,1-1,-1 1,0-1,0 1,1 0,-1-1,0 1,0-1,0 1,0-1,1 1,-1 0,0-1,0 1,0-1,0 1,-1 0,1-1,0 1,0-1,0 1,111-94,292-329,-218 222,-87 102,-95 96,-1 0,-1 0,0 1,1-1,-1 1,1-1,0 1,-1 0,1 0,0-1,0 1,0 1,-1-1,1 0,0 0,0 1,0-1,0 1,1-1,-1 1,0 0,0 0,1 0,-3 19,-51 84,-60 65,-74 81,-25 35,176-230,24-29,10-24,0-1,0 0,0 1,0-1,0 0,0 1,0-1,1 1,-1-1,0 0,0 1,0-1,0 0,1 0,-1 1,0-1,0 0,1 1,-1-1,0 0,1 0,-1 1,0-1,1 0,-1 0,0 0,1 0,-1 0,0 1,1-1,-1 0,1 0,-1 0,0 0,1 0,-1 0,0 0,1 0,-1 0,1 0,-1 0,0-1,1 1,-1 0,0 0,1 0,-1 0,0-1,1 1,-1 0,0 0,1-1,-1 1,0 0,0 0,1-1,-1 1,0 0,0-1,0 1,1 0,104-83,69-91,113-149,-134 147,-55 76,-79 94,-24 29,-15 17,-2 0,-2-2,-1-1,-10 9,8-8,-116 154,-119 175,253-354,3-5,0 1,1-1,0 1,0 0,1 0,0 1,1-1,0 1,-1 8,4-17,0 0,0 0,0 0,1 0,-1 0,0 0,1 0,-1 0,0 0,1 0,-1 0,1 0,0-1,-1 1,1 0,0 0,-1 0,1-1,0 1,0 0,0-1,0 1,0 0,-1-1,1 0,0 1,0-1,0 1,0-1,1 0,-1 0,0 0,0 0,0 1,0-1,0 0,0-1,0 1,0 0,0 0,0 0,0-1,0 1,0-1,0 1,0 0,0-1,0 0,0 1,0-1,-1 1,1-1,0 0,0-1,24-10,-1-2,0-1,-1-1,-1-2,0 0,-2 0,18-21,35-43,-4-2,-3-4,-4-2,4-18,-58 96,4-6,-18 28,-376 571,325-470,57-110,-1-1,1 1,0-1,-1 1,1 0,0-1,0 1,-1 0,1-1,0 1,0 0,0 0,0-1,0 1,0 0,0-1,0 1,0 0,0 0,0-1,0 1,1 0,-1-1,0 1,0 0,1-1,-1 1,1 0,-1-1,0 1,1-1,-1 1,1-1,-1 1,1-1,0 1,-1-1,1 1,-1-1,1 0,0 1,-1-1,1 0,0 0,-1 0,1 1,0-1,0 0,-1 0,1 0,0 0,0 0,-1 0,1 0,0 0,-1-1,1 1,0 0,-1 0,1-1,0 1,-1 0,1-1,0 1,-1 0,1-1,-1 1,1-1,0 0,102-73,1-30,-5-4,-5-4,3-15,-90 118,4-4,-15 20,-17 22,-189 261,163-208,46-82,1 1,-1-1,1 0,0 1,-1-1,1 1,0-1,0 0,-1 1,1-1,0 1,0-1,0 1,0-1,-1 1,1-1,0 1,0-1,0 1,0-1,0 1,0 0,0-1,1 1,-1-1,0 1,0-1,0 1,0-1,1 0,-1 1,0-1,0 1,1-1,-1 1,0-1,1 0,-1 1,1-1,-1 0,0 1,1-1,-1 0,1 1,-1-1,1 0,-1 0,1 0,-1 0,1 1,-1-1,1 0,-1 0,1 0,0 0,26-13,-8-4,0 0,-2 0,0-2,-1 0,9-15,-11 12,-14 22,0 0,0 0,-1 0,1 0,0 0,0 0,-1 0,1 0,0 0,0 0,-1 0,1 0,0 0,0 0,-1 0,1 0,0 0,0 0,-1 0,1 0,0 0,0-1,-1 1,1 0,0 0,0 0,0 0,0-1,-1 1,1 0,0 0,0 0,0-1,0 1,0 0,-1 0,1 0,0-1,0 1,0 0,0 0,0-1,0 1,0 0,0 0,0-1,0 1,0 0,0 0,0-1,0 1,0 0,0 0,0-1,0 1,1 0,-22 12,-31 31,27-23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35:15.0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22499 1364,'19'12,"1"0,0-1,1-2,0 1,0-2,1-1,0-1,0-1,1-1,0 0,-1-2,1-1,0-1,16-1,-26 0,-1-1,0 0,0-1,0 0,0-1,0 0,-1-1,0 0,8-5,-15 8,0-1,-1 1,1-1,-1 1,0-1,0 0,0 0,0-1,0 1,-1-1,1 1,-1-1,0 0,0 0,0 0,-1 0,1 0,-1 0,0 0,0 0,-1-1,1 1,-1 0,0 0,0-1,0 1,-1 0,0-1,0 1,0 0,0 0,0 0,-1 0,1 0,-1 0,0 1,-1-1,1 1,0-1,-1 1,0 0,0 0,0 0,0 1,0-1,0 1,-1-1,1 1,-1 0,0 0,0 1,0-1,0 1,0 0,-2 0,-3-1,-1 0,1 1,0 0,-1 1,1 0,-1 1,1 0,-1 0,1 1,-8 3,-107 57,66-23</inkml:trace>
  <inkml:trace contextRef="#ctx0" brushRef="#br0" timeOffset="-530.755">21711 790,'9'13,"10"14,8 14,9 11,10 6,6 1,5 1,3-3,-3-7,-6-7,-7-7,-9-9,-8-10,-9-7</inkml:trace>
  <inkml:trace contextRef="#ctx0" brushRef="#br0" timeOffset="-261.413">22192 762,'-18'12,"-13"14,-10 17,-5 13,-2 10,3 7,7 6,5-2,9-6,5-6,7-16</inkml:trace>
  <inkml:trace contextRef="#ctx0" brushRef="#br0" timeOffset="-1183.629">20481 803,'21'15,"17"16,15 8,11 7,8 4,4 4,-2-2,-5-1,-9-7,-11-4,-11-9,-12-8</inkml:trace>
  <inkml:trace contextRef="#ctx0" brushRef="#br0" timeOffset="-915.344">21003 736,'-18'23,"-14"20,-7 18,-4 13,-2 11,1 4,2-1,4-5,9-16</inkml:trace>
  <inkml:trace contextRef="#ctx0" brushRef="#br0" timeOffset="-734.315">21336 1150,'-11'16,"-6"12,-3 10,0 8,4 3,3 3,8-2,6 1,6-5,3-5,0-9</inkml:trace>
  <inkml:trace contextRef="#ctx0" brushRef="#br0" timeOffset="-1978.071">19131 749,'18'18,"15"13,11 10,8 5,5 4,1 0,-4 1,-5-1,-10-6,-8-4,-10-6,-9-5,-5-8</inkml:trace>
  <inkml:trace contextRef="#ctx0" brushRef="#br0" timeOffset="-1704.805">19625 722,'-20'16,"-12"16,-7 17,-3 14,0 9,5 7,7 1,9-5,7-14</inkml:trace>
  <inkml:trace contextRef="#ctx0" brushRef="#br0" timeOffset="-1441.201">19786 1150,'8'-1,"11"-5,0 2,0 0,1 1,-1 1,1 1,0 0,0 2,16 2,-34-2,0-1,0 1,0-1,0 1,0 0,0 0,0 0,-1 0,1 0,0 0,0 1,-1-1,1 0,-1 1,1-1,-1 1,0 0,1 0,-1-1,0 1,0 0,0 0,-1 0,1 0,0 0,-1 0,1 0,-1 0,0 0,1 1,-1-1,0 0,0 0,-1 0,1 0,0 0,-1 0,1 0,-1 0,0 2,-38 82,35-80,-8 16,4-11,1 1,0 0,1 0,1 0,0 1,0 0,1 0,1 0,0 3,4-11,0-1,0-1,0 1,0 0,1 0,0 0,0-1,0 1,0-1,0 1,1-1,-1 0,1 0,0 0,0 0,0-1,1 1,-1-1,0 0,1 0,0 0,-1 0,1 0,0-1,0 0,0 0,0 0,0 0,0-1,0 1,0-1,0 0,4-1,115 0,-63-7</inkml:trace>
  <inkml:trace contextRef="#ctx0" brushRef="#br0" timeOffset="-2887.159">18021 642,'4'18,"9"16,7 12,8 8,7 5,2 0,1 0,0-4,-4-8,-4-9,-5-7,-5-10,-6-8</inkml:trace>
  <inkml:trace contextRef="#ctx0" brushRef="#br0" timeOffset="-2636.681">18209 669,'-19'5,"-9"8,-4 10,2 14,7 11,6 10,6 5,6 1,5 0,3-12</inkml:trace>
  <inkml:trace contextRef="#ctx0" brushRef="#br0" timeOffset="-2241.369">18396 1030,'15'-8,"0"1,1 1,0 0,1 1,-1 1,1 0,0 2,0-1,0 2,0 1,0 0,0 1,0 0,-15-1,0 1,0-1,0 1,0-1,0 1,0-1,0 1,0 0,0 0,-1 0,1 0,0 0,-1 1,1-1,0 0,-1 1,0-1,1 1,-1 0,0-1,0 1,0 0,0 0,0 0,0-1,0 1,-1 0,1 0,-1 0,1 0,-1 0,0 1,0-1,0 0,0 0,0 0,0 0,-1 0,1 0,-1 0,1 0,-1 0,0 0,0 0,-4 7,-1 1,-1-1,1-1,-1 1,-1-1,0 0,0-1,0 1,-7 3,-14 13,29-24,-1 0,1 0,-1 0,1 1,-1-1,1 0,-1 0,1 1,-1-1,1 0,-1 0,1 1,0-1,-1 0,1 1,0-1,-1 1,1-1,0 0,-1 1,1-1,0 1,0-1,0 1,-1-1,1 1,0-1,0 1,0-1,0 1,0-1,0 1,0-1,0 1,0-1,0 1,0-1,0 1,1-1,-1 1,0-1,0 1,0-1,1 1,-1-1,0 1,0-1,1 0,-1 1,1-1,-1 1,0-1,1 0,-1 0,1 1,-1-1,0 0,1 0,-1 1,35 3,-35-4,24 1,-14-2,1 0,-1 1,1 0,-1 0,1 1,-1 1,0 0,1 0,-1 1,0 0,0 1,-1 0,1 1,-1 0,0 0,0 1,-1 0,8 7,-15-10,1-1,0 1,-1 0,0 0,0 0,0 0,0 0,0 0,-1 0,1 1,-1-1,0 0,0 0,0 0,0 0,0 1,-1-1,1 0,-1 0,0 0,0 0,0 0,-1 0,1 0,-1 0,1-1,-1 1,0-1,-2 3,-69 63,-38-7,85-51</inkml:trace>
  <inkml:trace contextRef="#ctx0" brushRef="#br0" timeOffset="3552.711">19853 3490,'18'0,"17"0,15 0,9 0,5 0,-3 0,-11 0</inkml:trace>
  <inkml:trace contextRef="#ctx0" brushRef="#br0" timeOffset="3756.723">19933 3730,'22'5,"22"1,19-3,15-4,-6-1</inkml:trace>
  <inkml:trace contextRef="#ctx0" brushRef="#br0" timeOffset="9253.576">27700 3771,'-5'20,"-1"19,0 9,2 5,1 1,-6-2,-1-10</inkml:trace>
  <inkml:trace contextRef="#ctx0" brushRef="#br0" timeOffset="7332.626">26042 3249,'-12'-2,"1"1,-1 0,0 1,0 1,0-1,0 2,-11 2,20-3,0-1,-1 1,1 1,0-1,0 0,0 1,0 0,0-1,0 1,1 0,-1 0,0 1,1-1,0 1,-1-1,1 1,0 0,1 0,-1-1,0 1,1 1,-1-1,1 0,0 0,0 0,1 1,-1-1,1 0,-1 3,1-1,0 0,0 0,1 0,0-1,0 1,0 0,0-1,1 1,0-1,0 1,0-1,0 0,1 0,-1 0,1 0,0 0,1-1,-1 1,0-1,1 0,0 0,0 0,0 0,1 0,8 4,0 0,0-1,1 0,0-1,-1 0,2-2,6 2,-4-2,1 0,0-1,0-1,1-1,-1 0,0-1,0-1,5-2,-15 2,0 0,0 0,0-1,-1 0,1 0,-1 0,0-1,0-1,0 1,-1-1,1 0,-1 0,0-1,-1 0,1 0,-1 0,-1-1,1 1,1-5,-2 3,-3 8,-1 0,0 0,0 0,0 0,0 1,0-1,0 0,1 0,-1 0,0 0,0 1,0-1,1 0,-1 0,0 0,0 0,0 0,1 0,-1 0,0 0,0 0,0 0,1 0,-1 0,0 0,0 0,1 0,-1 0,0 0,0 0,0 3,-1 0,1 0,0-1,0 1,0 0,0 0,1 0,-1-1,1 1,-1 0,1-1,0 1,0 0,0-1,0 1,1-1,-1 0,1 1,0-1,-1 0,1 0,0 0,0 0,0 0,0 0,1-1,-1 1,0-1,1 1,-1-1,1 0,0 0,-1 0,1-1,0 1,-1 0,1-1,0 0,0 0,-1 0,4 0,0-1,0-1,0 0,-1 0,1 0,0-1,-1 0,0 0,1 0,-1 0,-1-1,1 0,0 0,-1-1,1-1,-2 4,-2 0,1 0,0 0,0-1,-1 1,1 0,-1-1,0 1,0-1,0 1,0-1,0 0,0 0,-1 1,1-1,-1 0,0 0,0 0,0 1,0-1,-1 0,1 0,-1 1,1-1,-1 0,0 1,0-1,0 0,0 1,-1-1,1 1,-1-1,-4-1,1-1,-1 1,0 1,-1-1,1 1,0 0,-1 0,0 1,0 0,1 0,-1 1,0 0,-1 0,1 0,0 1,0 0,0 1,0-1,0 1,0 1,0-1,0 1,0 0,1 1,-1 0,-5 3,5-3,1 1,-1 0,1 0,0 1,0 0,1 0,-1 0,1 0,0 1,-4 6,8-10,-1 0,1 0,0 0,0 0,0 0,0 0,0 0,0 0,1 0,-1 0,1 1,-1-1,1 0,0 0,0 1,0-1,0 0,0 0,1 1,-1-1,1 0,-1 0,1 1,0-1,0 0,0 0,0 0,0 0,0 0,1-1,-1 1,1 0,-1 0,1-1,0 1,-1-1,2 1,6 3,0-1,-1 0,2 0,-1-1,0 0,0-1,1 0,0-1,-1 0,1 0,2-1,-11 0,42 3</inkml:trace>
  <inkml:trace contextRef="#ctx0" brushRef="#br0" timeOffset="7609.952">26577 2874,'-5'-1,"0"1,-1 0,1-1,0 1,0 1,0-1,-1 1,1 0,0 0,0 1,0-1,1 1,-1 0,0 0,1 1,-1 0,1-1,0 2,-1-1,2 0,-1 1,0-1,1 1,-1 0,1 1,0-1,1 0,-1 1,1-1,0 1,0 0,0 0,1 0,-1 0,1 0,0 0,1 1,2 10,1-1,0 1,1-1,1 0,1 0,0-1,0 0,2 0,4 7,18 38,-23-42,0 1,-1 1,0-1,-2 1,0 0,-1 0,-1 0,-1 1,-1-1,-1 0,0 0,-1 1,-4 15,5-33,0 1,0-1,-1 1,1-1,0 1,1-1,-1 1,0-1,1 1,0 0,-1-1,1 1,0 0,0-1,1 1,-1 0,0-1,1 1,0 0,0-1,0 1,0-1,0 1,0-1,0 0,1 1,-1-1,1 0,0 0,0 0,-1 0,1 0,1 0,-1-1,0 1,0-1,1 0,1 2,56 4,-28-6</inkml:trace>
  <inkml:trace contextRef="#ctx0" brushRef="#br0" timeOffset="8803.795">27032 3196,'-7'-6,"0"2,0-1,0 1,-1 0,1 0,-1 1,0 0,0 0,0 1,-1 0,1 1,-5-1,10 1,-1 1,1 0,0 0,0 0,-1 1,1-1,0 1,-1-1,1 1,0 0,0 0,0 1,0-1,0 1,0-1,0 1,1 0,-1 0,0 0,1 0,0 1,-1-1,1 1,0-1,0 1,1 0,-1 0,0 0,1 0,0 0,0 0,-1 3,1-1,0 0,1 0,0 0,-1 0,2 0,-1-1,1 1,-1 0,1 0,1 0,-1 0,1-1,0 1,0 0,0-1,0 0,1 0,0 1,3 2,67 69,70 36,-143-112,2 1,-1 0,0 0,1 0,-1-1,0 1,0 0,0 1,1-1,-1 0,0 0,0 0,-1 1,1-1,0 0,0 1,-1-1,1 1,0-1,-1 1,0-1,1 1,-1-1,0 1,0-1,0 1,0-1,0 1,0 0,0-1,0 1,-1-1,1 1,-1-1,1 1,-1 0,-7 2,0 0,1 0,-1-1,0-1,-1 1,1-1,0-1,-1 1,1-1,-1-1,1 0,-6 0,1 0,-81-6,93 6,0-1,1 1,-1 0,0 0,0-1,0 1,1-1,-1 1,0-1,1 1,-1-1,0 1,1-1,-1 1,1-1,-1 0,1 1,-1-1,1 0,-1 0,1 1,0-1,-1 0,1 0,0 0,0 0,-1 1,1-1,0 0,0 0,0 0,0 0,0 0,0 1,1-1,-1 0,0 0,0 0,1 1,-1-1,0 0,1 0,-1 0,1 1,-1-1,1 0,-1 1,1-1,31-33,11 3,1 2,2 1,1 3,13-4,-23 11,-25 11,-8 4,0 1,-1 0,1 0,0 0,1 0,-1 1,0-1,0 1,1 0,-1 0,0 1,1 0,3-1,-6 2,-1 1,0-1,0 0,0 0,-1 1,1-1,0 0,0 1,-1-1,1 1,-1-1,1 1,-1-1,0 1,1 0,-1-1,0 1,0-1,0 1,0-1,-1 1,1 0,0-1,-1 1,1-1,-1 1,0 0,0 4,0 0,-3 94,5-97,-1 0,1 0,-1 0,1 0,0 0,0 0,1 0,-1 0,1 0,-1 0,1-1,0 1,0 0,0-1,0 0,0 1,1-1,-1 0,1 0,-1-1,1 1,0 0,0-1,0 0,0 1,0-1,0 0,0-1,2 1,0 0,-1-1,1 0,-1 0,1 0,-1 0,0-1,1 0,-1 0,1 0,-1-1,0 1,0-1,0 0,0 0,0 0,0-1,-1 1,1-1,-1 0,1 0,-1 0,0-1,-1 1,1-1,0 1,-1-1,0 0,1-1,4-9,0 0,-1-1,0 1,-1-1,-1 0,0-1,0-7,-3 16,0 3,0 0,0 1,-1-1,1 0,-1 0,0 0,0 0,0 0,-1 0,1 0,-1 0,0 0,0 0,0 1,-1-2,1 5,0 0,0 0,0 0,0 0,0 0,1 0,-1 0,0 1,0-1,0 0,0 0,0 1,0-1,1 0,-1 1,0-1,0 1,1-1,-1 1,0 0,1-1,-1 1,0 0,1-1,-1 1,1 0,-1 0,1-1,0 1,-1 0,1 0,0 0,-1 0,1-1,0 1,0 0,0 0,0 0,0 0,0 0,0 0,-2 7,0 1,1-1,0 1,0-1,1 1,0 0,1-1,-1 1,2-1,-1 1,1-1,1 0,0 1,0-1,0 0,1-1,0 1,0-1,1 0,0 0,1 0,-1 0,1-1,1 0,-1 0,1-1,0 0,0 0,0 0,1-1,-1 0,1-1,0 0,1 0,7 1,-11-3,0-1,0 1,0-2,0 1,-1 0,1-1,0 0,0 0,0 0,-1-1,1 0,0 0,-1 0,0 0,1-1,-1 1,0-1,0 0,-1 0,1-1,0 1,-1-1,0 0,0 0,0 0,0-1,6-9,-1-2,0 1,-1-1,-1 0,0 0,-1-1,-1 0,20-103,-6 0,-5-2,-4-16,-7 101,6-169,-8 206,-1 0,1 1,0-1,-1 0,1 0,-1 0,1 1,0-1,-1 0,1 0,-1 0,1 0,-1 0,1 0,0 0,-1 0,1 0,-1 0,1 0,-1 0,1 0,0-1,-1 1,1 0,-1 0,1 0,0 0,-1-1,1 1,0 0,-1-1,1 1,0 0,-1 0,1-1,0 1,0 0,-1-1,1 1,0-1,0 1,0 0,0-1,-16 41,3 1,1 0,2 1,2 0,-1 33,1-27,2 0,3 1,1-1,3 1,2-1,1 1,3-1,2 0,13 36,-18-73,1 1,0-1,1 0,0 0,0 0,1-1,1 0,0 0,3 1,-9-8,1 0,0-1,0 1,0-1,0 0,0 0,0 0,0-1,1 1,-1-1,1 1,-1-1,1 0,0-1,-1 1,1-1,0 1,-1-1,1 0,0 0,-1-1,1 1,0-1,-1 0,1 0,0 0,-1 0,0-1,1 1,-1-1,0 0,1-1,7-6,-1 0,0-1,-1 0,0-1,-1 0,0 0,0-1,-2 0,1-1,-1 1,-1-1,-1 0,0 0,0-1,-1 1,0-5,-2-7,-1 26,0-1,0 0,0 0,0 1,-1-1,1 0,0 1,0-1,0 0,0 0,0 1,-1-1,1 0,0 0,0 1,-1-1,1 0,0 0,0 0,-1 1,1-1,0 0,0 0,-1 0,1 0,0 0,-1 0,1 0,0 1,0-1,-1 0,1 0,0 0,-1 0,1 0,0 0,-1-1,1 1,0 0,-1 0,1 0,0 0,0 0,-1 0,1 0,0-1,0 1,-1 0,1 0,0 0,0-1,-1 1,1 0,0 0,0-1,0 1,-1 0,1 0,0-1,0 1,0 0,0-1,0 1,0 0,0 0,0-1,0 1,0-1,-14 24,10-18,1 1,-1 0,2-1,-1 1,1 1,-1-1,2 0,-1 1,1-1,0 0,0 1,1 0,0-1,0 1,0-1,1 1,0-1,0 1,1-1,0 0,0 1,0-1,1 0,0 0,0-1,1 1,-1-1,1 1,0-1,1 0,-1-1,1 1,0-1,0 0,5 3,-5-4,0-1,0 0,0-1,0 1,1-1,-1 0,0 0,1 0,-1-1,1 0,-1 0,1 0,-1-1,0 0,1 0,-1 0,2-1,19-9</inkml:trace>
  <inkml:trace contextRef="#ctx0" brushRef="#br0" timeOffset="9076.966">27753 2902,'-18'-10,"-11"-4,-2-3,6 2,16 3,24 4,25 3,21 5,17 4,4 7,-7 5,-17 1</inkml:trace>
  <inkml:trace contextRef="#ctx0" brushRef="#br0" timeOffset="6006.515">24746 3222,'-55'-245,"39"194,16 51,-1 0,1 0,-1 0,1 0,-1 0,1 0,-1 0,1 0,-1 1,1-1,-1 0,1 0,-1 1,1-1,-1 0,1 1,0-1,-1 0,1 1,-1-1,1 1,0-1,0 0,-1 1,1-1,0 1,0-1,-1 1,1-1,0 1,0-1,0 1,0-1,0 1,0-1,0 1,0 0,0-1,0 1,0-1,0 1,0-1,0 1,1-1,-1 1,-7 54,3 0,2 0,3 2,-1-35,0-20,-2 25,1 0,1 0,1 1,1-1,2 0,1-1,1 1,1-1,1 0,1-1,2 0,0 0,5 4,6-3</inkml:trace>
  <inkml:trace contextRef="#ctx0" brushRef="#br0" timeOffset="6401.866">25160 3183,'-94'-55,"91"54,0 0,0 0,-1 0,1 0,0 1,-1-1,1 1,-1 0,1 0,0 0,-1 1,1-1,-1 1,1-1,0 1,0 0,-1 1,1-1,0 0,0 1,0 0,0-1,1 1,-1 1,0-1,1 0,-1 0,1 1,-2 2,-3 7,1 0,1 1,0-1,0 1,2 0,-1 0,2 1,-1-1,2 1,0-1,1 1,0-1,2 12,-3-15,1 1,0 0,1-1,1 1,-1-1,2 1,-1-1,1 0,1 0,0 0,0 0,1-1,1 0,-1 0,1 0,1 0,0-1,0 0,0-1,1 0,0 0,0 0,1-1,0 0,0-1,1 0,-1 0,2-1,-4-1,1-1,-1 1,1-2,0 1,0-1,0 0,0-1,0 0,0 0,0 0,0-1,0-1,-1 1,1-1,0-1,-1 1,1-1,-1-1,0 1,0-1,0 0,0-1,-1 0,0 0,0 0,0 0,2-5,-7 9,0 0,0-1,0 1,0-1,-1 1,1 0,0-1,-1 1,1-1,-1 0,0 1,1-1,-1 1,0-1,0 0,0 1,0-1,-1 1,1-1,0 0,-1 1,1-1,0 1,-1-1,0 1,1-1,-1 1,0 0,0-1,0 1,0 0,0 0,0-1,0 1,-1 0,1 0,0 0,-2 0,-60-18,55 19,-1-1,1 2,-1 0,1 0,-1 0,1 1,0 0,0 1,0-1,0 2,0-1,0 1,1 0,0 1,0 0,0 0,1 0,-1 1,1 0,0 0,1 1,-5 6,9-11,0 1,1-1,-1 1,0 0,1 0,-1-1,1 1,0 0,0 0,0 0,0-1,1 1,-1 0,1 0,-1-1,1 1,0 0,0-1,0 1,1-1,-1 1,1-1,-1 1,1-1,0 0,0 0,-1 0,2 0,-1 0,0 0,0-1,1 1,-1-1,0 0,2 1,31 18</inkml:trace>
  <inkml:trace contextRef="#ctx0" brushRef="#br0" timeOffset="5245.982">23208 3369,'23'0,"18"-2,17-1,11-2,9-3,3 1,-2-2,-8 2,-13 1,-18 2</inkml:trace>
  <inkml:trace contextRef="#ctx0" brushRef="#br0" timeOffset="5496.876">23275 3516,'18'0,"20"0,17 0,15-2,11-6,6-3,0-4,-9-5,-17 2</inkml:trace>
  <inkml:trace contextRef="#ctx0" brushRef="#br0" timeOffset="5723.272">23796 3009,'4'5,"0"0,1 0,-1 0,1-1,0 1,0-1,1-1,-1 1,1-1,0 0,4 2,0 0,92 45,-74-39,0 2,-1 0,0 2,-1 1,-1 0,0 2,-2 1,0 2,-1 0,9 11,-26-24,0 0,0 0,-1 1,1-1,-2 1,0 0,0 0,0 0,-1 0,-1 1,1-1,-1 1,-1-1,0 1,0-1,-1 1,0-1,-1 0,0 1,-1-1,1 0,-2 0,1 0,-1-1,-3 5,-8 10,0-1,-1 0,-1-1,-1-1,-7 6,-19 21,26-23,11-8</inkml:trace>
  <inkml:trace contextRef="#ctx0" brushRef="#br0" timeOffset="4064.514">20842 3610,'0'-461,"-18"613,-15 205,37-264,1-63</inkml:trace>
  <inkml:trace contextRef="#ctx0" brushRef="#br0" timeOffset="4459.861">21363 3089,'-8'-4,"0"0,0 1,0 0,-1 1,0 0,1 0,-1 1,0 0,0 1,1 0,-1 0,0 1,0 0,0 0,1 1,-1 1,1-1,-1 1,1 0,0 1,0 0,0 0,1 1,-5 4,-1 6,1 1,0 0,2 1,0 0,0 0,2 1,0 1,1-1,1 1,1 0,1 1,0-1,1 1,2 0,0-1,1 8,-1-14,1 1,0 0,1 0,1 0,0 0,1-1,0 1,1-1,1 0,0 0,1 0,0-1,1 1,0-2,1 1,0-1,1 0,1-1,-1 0,1 0,1-1,0 0,4 1,-5-3,1 0,0-1,0 0,0-1,1 0,0-1,0 0,0-1,0-1,0 1,1-2,-1 0,1 0,-1-2,1 1,-1-1,1-1,-1 0,0-1,1 0,-2-1,1-1,0 0,-1 0,1-1,-8 2,1 0,-1-1,0 1,-1-1,1 0,-1 1,0-2,0 1,0 0,-1-1,0 1,0-1,0 1,-1-1,0 0,0 0,0 0,-1 0,0 0,0 1,0-1,-1 0,0 0,0 0,-1 0,1 1,-1-1,0 1,-1-1,0 1,1 0,-1 0,-1 0,1 0,-1 0,0 1,0 0,0 0,-1 0,0 0,1 0,-1 1,0 0,-1 0,1 1,0-1,-1 1,-5-1,3 1,0 1,0 0,0 0,0 1,0 0,0 0,0 1,0 0,0 1,0-1,0 2,0-1,1 1,-1 0,1 1,0-1,0 2,0-1,0 1,1 0,0 0,0 0,0 1,1 0,0 0,0 1,0 0,1-1,0 1,0 1,1-1,0 1,0-1,1 1,0 0,0 0,1 0,0 0,0 0,1 0,0 0,1 6,7 29</inkml:trace>
  <inkml:trace contextRef="#ctx0" brushRef="#br0" timeOffset="2944.466">18569 3236,'-1'-7,"-1"0,1-1,0 1,0 0,1-1,0 1,1 0,-1-1,2 1,-1 0,1-1,0 1,0 0,1 0,-1 1,2-1,2-4,-3 1,2 0,-1 0,1 1,0 0,1 0,0 0,0 1,1 0,0 0,1 0,0 1,0 0,0 1,1-1,0 2,0-1,4 0,-10 5,0 1,1-1,-1 1,0 0,1 0,-1 0,0 0,0 0,1 1,-1 0,0 0,0-1,0 2,0-1,0 0,0 1,0-1,0 1,0 0,-1 0,1 0,-1 0,1 1,-1-1,0 1,0-1,0 1,1 1,40 85,-38-69,-2 0,0 0,-1 0,-1 0,0 0,-2 0,0 0,-2 0,0 0,-1 0,-1-1,0 0,-2 0,0 0,-2-1,0 0,-1 0,0-1,-1 0,-1-1,-1-1,-2 2,-7 8,0-1,-2-1,0-1,-2-1,0-1,-1-1,-1-2,-1-1,-1-1,-15 5,42-19,1 0,0 0,0 0,-1 0,1 0,0 0,0-1,0 1,-1-1,1 0,0 0,0 0,-1 0,1 0,0 0,-1 0,1-1,0 1,0-1,-2 0,4 0,-1 0,1-1,0 1,0 0,0 0,0 0,0-1,1 1,-1 0,0 0,1 0,-1 0,0 0,1 0,-1 0,1-1,0 1,-1 1,1-1,0 0,0 0,-1 0,1 0,0 0,0 1,0-1,0 0,0 1,0-1,1 0,8-5,0-1,0 2,0-1,1 1,0 1,0 0,0 0,0 1,1 1,-1 0,1 0,-1 1,1 1,0 0,-1 1,1 0,0 0,-1 1,1 1,-1 0,0 0,0 1,4 3,91 55,-83-46,1-2,1 0,0-1,21 7,-33-16,-1 0,1-1,0-1,0 1,0-2,1 0,-1-1,0 0,0-1,0 0,0-1,0-1,0 0,0 0,-1-2,1 1,-1-2,0 1,-1-2,1 0,-1 0,-1-1,1 0,4-5,18-22</inkml:trace>
  <inkml:trace contextRef="#ctx0" brushRef="#br0" timeOffset="3358.121">19131 2554,'10'50,"-3"0,-1 1,-3 0,-3 0,-1 0,-3 0,-3 8,4 4,4-62,0 0,0 0,0-1,0 1,0 0,0 0,0-1,0 1,1-1,-1 1,0-1,0 0,1 1,-1-1,0 0,1 0,-1 0,0 0,1 0,-1 0,0 0,1 0,-1-1,0 1,0 0,1-1,-1 1,0-1,0 1,0-1,0 0,1 0,-1 1,0-1,0 0,0 0,-1 0,1 0,0 0,0 0,0 0,0-2,-1 3,25-23,-2-1,0-1,-2-1,0-1,-2-1,9-19,-22 38,-5 9,-1 1,1-1,0 0,-1 1,1-1,-1 0,1 1,-1-1,1 1,-1-1,1 1,-1 0,1-1,-1 1,0-1,1 1,-1 0,0-1,0 1,1 0,-1-1,0 1,0 0,0-1,0 1,0 0,0-1,0 1,0 0,0-1,0 1,0 0,0 0,-1-1,1 1,0 0,0-1,-1 1,1-1,0 1,-1 0,0 0,1 1,-1 29,-1-5,1 0,1 0,1 1,1-1,1 0,2 0,1-1,0 1,2-1,3 3,19 27,1-8</inkml:trace>
  <inkml:trace contextRef="#ctx0" brushRef="#br0" timeOffset="15025.121">18904 5254,'-76'-53,"75"52,-1 1,1 0,0 0,-1 1,1-1,0 0,0 0,-1 0,1 1,0-1,0 1,0-1,0 1,-1-1,1 1,0 0,0 0,0-1,0 1,0 0,1 0,-1 0,0 0,0 0,0 0,1 0,-1 0,1 1,-1-1,1 0,-1 0,1 0,0 1,-1-1,1 0,0 0,0 1,0-1,0 0,0 1,0-1,1 0,-1 0,0 1,0-2,-21 166,4 67,16-218,0-11,0 0,0-1,0 1,0 0,1 0,-1 0,1-1,0 1,0 0,0 0,1 0,-1 0,1-1,0 1,0 0,0 0,1-1,-1 1,1-1,0 1,0-1,0 0,0 0,1 0,-1 0,1 0,0-1,0 1,0-1,0 1,0-1,0 0,1 0,-1-1,1 1,14-2,0-1,1-1,-1 0,0-2,-1 0,1-1,-1 0,0-2,0 0,12-7,-29 14,16-7,-4 3,0-1,-1 0,0 0,0-1,-1 0,1-1,-1-1,-1 1,1-2,-1 1,2-4,-10 10,-1 0,1 0,0-1,-1 1,1 0,-1 0,0 0,0-1,0 1,0 0,0 0,0 0,-1-1,1 1,-1 0,1 0,-1 0,0 0,0 0,0 0,0 0,0 0,-1 0,1 0,0 1,-1-1,1 0,-1 1,0-1,0 1,1 0,-1 0,0 0,0-1,-1 1,-23-26,23 21,3 6,0-1,0 1,0-1,0 0,0 1,0-1,0 1,0-1,0 0,0 1,-1-1,1 1,0-1,0 1,-1-1,1 1,0-1,-1 1,1-1,0 1,-1-1,1 1,-1-1,1 1,-1 0,1-1,-1 1,1 0,-1-1,1 1,-1 0,1 0,-1 0,1-1,-1 1,0 0,1 0,-1 0,1 0,-1 0,1 0,-1 0,0 0,1 0,-1 1,1-1,-1 0,0 0,1 0,-1 1,1-1,-1 0,1 1,-1-1,1 0,-1 1,1-1,0 0,-1 1,1-1,-1 1,1-1,0 1,0-1,-1 1,1 0,-6 12,1 0,0 1,1 0,1 0,0 0,1 0,0 6,-1-1,-9 73,4 0,4 0,7 89,5-102</inkml:trace>
  <inkml:trace contextRef="#ctx0" brushRef="#br0" timeOffset="18782.157">23903 5241,'8'-6,"1"1,-1 0,1 0,1 1,-1 0,0 0,1 1,0 1,0-1,0 2,0-1,0 1,0 1,0 0,0 0,0 1,0 0,2 1,-6-1,-1-1,1 1,0 0,0 1,-1-1,1 1,-1 0,1 1,-1-1,0 1,0 0,0 0,0 1,-1-1,1 1,-1 0,0 0,0 1,-1-1,1 1,-1 0,0 0,0 0,0 0,-1 1,0-1,0 1,0-1,-1 1,0 0,0-1,0 1,-1 0,0 0,0 5,-5 6,0 0,-2-1,1 1,-2-2,0 1,-1-1,-1 0,0-1,-1 0,0-1,-1 0,-1-1,0 0,0-1,-12 7,-25 28,48-44,1-2,0 1,0-1,0 0,0 1,0-1,0 1,0 0,0-1,0 1,1 0,-1-1,0 1,0 0,1 0,-1 0,0 0,1-1,-1 1,1 0,-1 0,1 0,0 0,-1 0,1 0,0 1,0-1,0 0,0 0,0 0,0 0,0 0,0 0,0 0,0 0,0 0,1 0,-1 0,0 0,1 0,-1 0,1 0,-1 0,1 0,0 0,9 1,0 1,0-2,1 0,-1 0,1-1,-1 0,0-1,8-1,1 1,278-38,-228 27</inkml:trace>
  <inkml:trace contextRef="#ctx0" brushRef="#br0" timeOffset="19197.684">24705 5228,'210'393,"-208"-390,-1-1,-1-1,0 0,0 0,1 0,-1 0,1 0,-1 1,1-1,-1 0,1 0,0 0,0 0,-1 0,1 0,0-1,0 1,0 0,0 0,0-1,0 1,0 0,0-1,0 1,1-1,-1 0,0 1,0-1,0 0,0 1,1-1,-1 0,0 0,0 0,1 0,-1 0,0-1,0 1,1 0,1-5,1 0,-1 0,-1 0,1 0,-1 0,1-1,-1 1,-1-1,1 0,-1 1,0-1,0-3,0-1,8-53,-3-1,-3-54,-1 55,0 36,-2 26,1 1,-1-1,1 1,-1-1,1 1,0-1,-1 1,1 0,-1-1,1 1,0 0,0-1,-1 1,1 0,0 0,-1 0,1 0,0 0,0 0,-1 0,1 0,0 0,0 0,-1 0,1 0,0 0,-1 0,1 1,0-1,0 0,-1 1,1-1,-1 0,1 1,0-1,-1 1,1-1,-1 1,1-1,-1 1,1 0,-1-1,0 1,1 0,-1-1,0 1,1 0,-1-1,0 1,0 0,1-1,-1 1,0 0,0 0,0 0,2 2,17 19</inkml:trace>
  <inkml:trace contextRef="#ctx0" brushRef="#br0" timeOffset="20088.057">25334 5495,'-1'-5,"0"-1,0 1,-1 1,1-1,-1 0,0 0,-1 0,1 1,-1 0,0-1,0 1,0 0,0 0,-1 1,0-1,0 1,0-1,0 1,0 0,-1 1,1-1,-1 1,0 0,1 0,-1 0,0 1,0 0,0 0,0 0,-1 1,1-1,0 1,0 0,-4 1,2 0,0 1,0 0,1 0,-1 0,1 1,-1 0,1 1,0-1,0 1,0 0,1 0,-1 1,1 0,0 0,1 0,-1 1,1-1,0 1,-2 4,3-7,1 1,0 0,0 0,0 0,1 0,-1 0,1 0,0 0,0 0,0 1,1-1,-1 0,1 0,0 1,1-1,-1 0,1 1,-1-1,1 0,1 0,-1 0,0 1,1-2,0 1,0 0,0 0,1 0,-1-1,1 0,0 1,-1-1,2 1,3 1,0-1,1 1,-1-1,1 0,0-1,0 1,0-2,0 1,1-1,-1 0,1-1,-1 0,1 0,0-1,-1 0,1-1,-1 0,1 0,-1-1,1 0,-1 0,0-1,0 0,0-1,0 0,-3 1,-1 0,0 0,0 0,-1-1,1 0,-1 0,1 0,-1 0,0 0,-1 0,1-1,-1 0,0 1,0-1,-1 0,1 0,-1 0,0 0,0 0,-1-1,1 1,-1 0,0 0,-1 0,1 0,-2-4,2 9,0 1,0-1,0 0,0 1,0-1,-1 0,1 0,0 1,0-1,0 0,0 0,-1 0,1 1,0-1,0 0,-1 0,1 0,0 1,0-1,-1 0,1 0,0 0,-1 0,1 0,0 0,0 0,-1 0,1 0,0 0,-1 0,1 0,0 0,0 0,-1 0,1 0,0 0,-1 0,1 0,0 0,0 0,-1 0,1-1,0 1,0 0,-1 0,1 0,0-1,0 1,-1 0,1 0,0 0,0-1,0 1,0 0,-1 0,1-1,0 1,0 0,0-1,0 1,0 0,0 0,0-1,0 1,0 0,0-1,0 1,0 0,-9 23,8-18,1 1,1-1,-1 0,1 1,-1-1,1 0,1 0,-1 0,1 0,0 0,0 0,1 0,-1 0,1-1,0 1,0-1,0 0,1 0,0 0,0-1,0 1,0-1,0 0,0 0,1 0,0 0,-2-1,1 0,-1 0,0 0,1-1,-1 1,1-1,-1 0,1 0,0 0,-1-1,1 1,0-1,0 0,0 0,-1 0,1 0,0-1,0 0,-1 1,1-1,0-1,-1 1,1 0,-1-1,0 0,1 0,-1 0,0 0,0 0,0-1,0 1,-1-1,1 0,-1 0,0 0,2-2,2-9,0 0,-1 0,-1-1,0 1,-1-1,-1 0,0 0,-1 0,-1 0,0 0,-1 0,0 0,-1 0,-3-8,-10-38,15 60,-1 1,1-1,0 0,0 1,-1-1,1 0,0 1,0-1,0 0,0 1,0-1,0 0,0 1,0-1,0 0,0 1,0-1,0 0,0 1,1-1,-1 0,0 1,1-1,-1 0,0 1,1-1,-1 1,0-1,1 1,-1-1,1 1,-1-1,1 1,0-1,-1 1,1 0,-1-1,1 1,0 0,-1 0,1-1,0 1,-1 0,1 0,0 0,-1 0,1 0,0 0,-1 0,1 0,0 0,-1 0,1 0,0 0,-1 0,1 1,0-1,-1 0,1 0,0 1,0-1,28 7,0 2,-1 0,0 2,13 8,-38-18,3 0,-1 1,0 0,0 0,0 0,0 1,0 0,0-1,0 2,-1-1,0 1,0-1,0 1,0 0,0 0,-1 1,1-1,-1 1,0 0,-1 0,1 0,-1 0,0 0,-1 0,1 1,0 4,-3 26,0-32,0-1,0 1,1-1,-1 1,1 0,0 0,-1-1,2 1,-1 0,0 0,1-1,0 1,0 0,0-1,0 1,0-1,1 1,-1-1,1 0,0 1,0-1,1 0,-1 0,0 0,1-1,0 1,0-1,0 1,0-1,0 0,1 0,4-1,0 0,0-1,-1 0,1-1,0 0,0 0,0 0,-1-1,1 0,-1-1,1 0,-1 0,0 0,0-1,-1 0,1-1,-1 1,0-1,0 0,0-1,-1 0,1 0,-1 0,-1 0,1-1,-1 1,1-5,-2 8,-3 2,0 0,0 1,0-1,0 0,0 0,1 0,-1 0,0 1,1-1,-1 0,1 0,-1 0,1 1,-1-1,1 0,-1 1,1-1,0 1,-1-1,1 0,0 1,-1 0,1-1,0 1,0-1,0 1,-1 0,1-1,0 1,0 0,0 0,0 0,0 0,-1 0,1 0,0 0,0 0,0 0,0 0,0 0,-1 1,1-1,0 0,0 1,0-1,0 0,-1 1,1-1,0 1,-1-1,1 1,0-1,0 1,5 17,-2-7,0-1,0 0,0 0,2 0,-1-1,1 0,0 0,6 6,-5-9,0 0,0 0,0-1,0 1,1-2,0 1,0-1,0-1,7 3,11 2</inkml:trace>
  <inkml:trace contextRef="#ctx0" brushRef="#br0" timeOffset="20365.627">26083 5093,'15'21,"16"13,1 1</inkml:trace>
  <inkml:trace contextRef="#ctx0" brushRef="#br0" timeOffset="21246.557">26510 5415,'-10'-10,"0"1,0 0,-1 1,0 0,-1 0,0 1,-5-2,13 7,0 1,0-1,0 1,0 0,0 0,0 0,0 0,0 1,0 0,0-1,0 2,0-1,0 0,-1 1,1 0,0 0,0 0,0 0,1 1,-1-1,0 1,0 0,1 0,0 0,-1 1,1 0,-2 0,1 0,1 0,-1 1,0 0,1 0,0 0,0 0,0 0,0 1,1-1,0 1,0-1,0 1,0 0,1 0,0 0,0 0,0 0,0 0,1 0,0 1,0-1,1 0,-1 0,1 0,0 0,0 0,1 0,-1 0,1 0,0-1,1 1,-1-1,1 1,0-1,0 0,1 1,3 0,0-1,0 0,1-1,-1 1,1-2,0 1,0-1,0 0,0-1,0 0,0 0,0 0,0-1,1-1,-1 1,0-1,0-1,0 1,0-1,0-1,-1 0,1 0,-1 0,1-1,-1 0,0 0,-1-1,1 0,-1 0,0-1,0 1,0-1,-1-1,0 1,0-1,2-5,-10 19,0 0,1 0,0 0,0 0,1 0,-1 1,1-1,1 1,0-1,0 0,0 1,1-1,0 0,0 1,1-1,0 0,0 0,1 0,0 0,0 0,4 5,-5-10,-1 0,1-1,0 1,-1-1,1 1,0-1,0 0,0 1,0-1,0 0,0 0,0-1,0 1,0 0,1-1,-1 1,0-1,0 0,1 1,-1-1,0-1,1 1,-1 0,0 0,0-1,1 1,-1-1,0 0,0 0,0 1,0-2,0 1,0 0,0 0,0 0,0-1,-1 1,6-5,-1 0,0 1,0-2,0 1,-1-1,0 0,0 0,-1 0,2-5,9-29,-2 0,-1-1,-3 0,-1 0,-2-1,0-43,4-213,-13 261,3 38,0 0,-1 0,1 1,0-1,-1 0,1 0,0 0,-1 0,1 1,0-1,-1 0,1 0,0 0,-1 0,1 0,0 0,-1 0,1 0,-1 0,1 0,0 0,-1 0,1 0,0-1,-1 1,1 0,0 0,-1 0,1 0,0 0,-1-1,1 1,0 0,0 0,-1-1,1 1,0 0,0-1,-1 1,1 0,0 0,0-1,0 1,0 0,-1-1,1 1,0-1,0 1,0 0,0-1,0 1,0-1,-24 122,22-98,-7 75,4 0,7 67,-1-158,-1 7,1-1,0 1,1-1,0 1,1-1,1 0,0 0,3 5,-7-18,0 1,0 0,0 0,1-1,-1 1,0 0,0-1,1 1,-1 0,1-1,-1 1,1 0,-1-1,1 1,-1-1,1 1,-1-1,1 1,0-1,-1 0,1 1,0-1,-1 0,1 1,0-1,-1 0,1 0,0 1,0-1,-1 0,1 0,0 0,0 0,-1 0,1 0,0 0,0-1,-1 1,1 0,0 0,0-1,-1 1,1 0,0-1,-1 1,1 0,0-1,-1 1,1-1,-1 1,1-1,-1 1,23-36,-7-2,-14 30,1-1,0 1,1 0,0 0,0 0,1 0,0 1,0-1,1 1,0 1,0-1,-4 7,0-1,0 1,0 0,-1 0,1 0,0 0,0 1,0-1,0 0,0 1,0-1,-1 1,1 0,0 0,0-1,-1 1,1 0,-1 0,1 1,-1-1,1 0,-1 0,0 1,1-1,-1 1,0-1,0 1,0 0,0-1,0 1,-1 0,1 0,0 0,-1-1,1 1,-1 0,0 0,0 0,0 1,1-1,63 180,-63-180,0-1,0 1,0 0,0-1,-1 1,1 0,0 0,-1-1,1 1,-1 0,0 0,1 0,-1 0,0 0,0-1,0 1,-1 0,1 0,0 0,-1 0,1 0,-1-1,0 1,1 0,-1 0,0-1,0 1,0-1,0 1,0-1,-1 1,1-1,0 0,-1 1,1-1,-1 0,1 0,-1 0,0 0,1 0,-1 0,0-1,0 1,1-1,-1 1,0-1,0 0,0 1,0-1,0 0,1 0,-2 0,-2-3,1 0,-1-1,1 1,0-1,0 0,0 0,0 0,0 0,1-1,0 0,0 1,0-1,1 0,0 0,0-1,0 1,0 0,1-1,0 1,0-1,0 1,1-1,0 0,0 1,0-1,1 1,0-1,0 0,0 1,1 0,-1-1,4-4,-2 3,0 0,1 0,0 0,0 1,1-1,0 1,0 0,0 0,1 1,0-1,0 1,0 1,1-1,0 1,0 0,0 1,0-1,0 1,1 1,-1-1,1 2,0-1,0 1,-1 0,1 0,0 1,0 0,2 1,-4 2,0 1,-1 0,1 1,-1 0,0-1,0 2,0-1,-1 0,1 1,-1 0,-1 0,1 0,-1 1,0-1,-1 1,1 0,-1-1,-1 1,1 0,-1 0,-1 0,1 6,2 0,-2-8,24 71,-24-74,0-1,-1 1,1-1,0 0,0 1,0-1,1 0,-1 0,0 0,0 0,1 0,-1 0,1 0,-1 0,1 0,-1-1,1 1,-1 0,1-1,-1 0,1 1,0-1,-1 0,1 0,0 0,-1 0,1 0,0 0,-1 0,1-1,0 1,-1 0,1-1,-1 0,1 1,0-1,-1 0,0 0,1 0,-1 0,0 0,1 0,-1 0,0 0,18-15,-3-2</inkml:trace>
  <inkml:trace contextRef="#ctx0" brushRef="#br0" timeOffset="21497.446">27232 5067,'-12'0,"2"5,6 5,11 9,9 5,1-1</inkml:trace>
  <inkml:trace contextRef="#ctx0" brushRef="#br0" timeOffset="21948.672">27433 5374,'26'-29,"0"-2,-2-2,-2 0,-1-1,-1-1,-2 0,-2-2,-1 0,-2-1,-1 0,-2-1,-2 0,3-37,-13-2,2 76,0 0,0 0,-1 0,1 0,-1 0,1 0,-1 0,1 0,-1 1,0-1,0 0,0 0,0 1,0-1,-1 0,1 1,0-1,-1 1,1-1,-1 1,0 0,1 0,-1 0,0 0,0 0,1 0,-1 0,0 1,0-1,0 1,0-1,0 1,0 0,-2-1,-4 4,1-1,0 1,0 0,0 1,1 0,-1 0,1 0,0 1,0 0,0 0,1 0,-1 1,2 0,-1 0,0 0,1 0,-2 5,-12 18,1 1,1 1,2 0,1 1,1 0,2 1,1 0,2 1,1 0,2 0,1 0,2 1,1-1,1 0,5 18,-3-31,1-1,0 1,2-1,0 0,2 0,0-1,1 0,9 14,-14-27,0 0,0 0,1-1,-1 1,1-1,0 0,1 0,-1 0,1-1,0 0,0 0,0 0,1-1,0 0,-1 0,1-1,0 0,0 0,0-1,0 0,0 0,1 0,-1-1,0 0,0 0,7-2,1-2,0 0,0-2,0 1,-1-2,0 0,0-1,-1 0,0-1,0 0,-1-1,0-1,-1 0,0 0,-1-1,0-1,-1 1,-1-2,0 1,0-1,-1 0,0-4,-5 15,0 0,0 1,-1-1,0 0,1 0,-1 0,0 0,0 0,0 0,-1 0,1 0,-1-1,0 1,0 0,0 0,0 0,-1-1,1 1,-1 0,1 0,-1 0,0 0,-1 0,1 0,0 0,-1 0,0 1,1-1,-1 1,0-1,0 1,-1-1,1 1,0 0,-1 0,0 1,1 1,-1-1,0 1,0 0,0 0,0 0,0 0,1 0,-1 1,0-1,0 1,0 0,1-1,-1 1,0 1,1-1,-1 0,1 1,-1-1,1 1,0 0,0 0,-1-1,1 2,1-1,-1 0,0 1,-35 70,35-65,1 0,0 0,1 0,0 1,0-1,1 0,0 0,0 0,1 0,0 0,0 0,1 0,0 0,1-1,0 0,0 1,0-1,1-1,0 1,4 4,4 2,0 0,0-1,1-1,0 0,1-1,0 0,1-1,0-1,0-1,28 12</inkml:trace>
  <inkml:trace contextRef="#ctx0" brushRef="#br0" timeOffset="17938.836">22499 5509,'0'-5,"7"-1,14 0,14 1,13 2,11 1,8 3,2 2,-8 2,-10 0,-15 3,-13-2</inkml:trace>
  <inkml:trace contextRef="#ctx0" brushRef="#br0" timeOffset="18219.979">22540 5561,'13'12,"17"3,18 0,15-3,13-4,7-8,0-7,-4-9,-9-7,-16 0</inkml:trace>
  <inkml:trace contextRef="#ctx0" brushRef="#br0" timeOffset="18510.277">23048 5187,'-1'0,"0"-1,-1 1,1 0,0-1,0 1,-1 0,1 0,0 0,-1 0,1 0,0 0,-1 0,1 0,0 0,0 1,-1-1,1 0,0 1,0-1,-1 1,1 0,0-1,0 1,0 0,0 0,0-1,0 1,0 0,0 0,0 0,1 0,-1 0,0 1,1-1,-1 0,0 0,1 0,0 0,-1 1,1-1,0 0,-1 1,59 37,75 18,-82-37,-1 2,-1 2,24 17,-67-38,0 0,0 0,0 1,0 0,-1 0,0 0,0 0,0 1,0 0,-1 0,1 1,-1-1,-1 1,1 0,-1 0,0 0,0 0,-1 0,0 1,0-1,0 1,-1 0,0-1,0 1,-1 0,0 0,0 0,0-1,-1 1,0 0,-1-1,0 4,-8 7,-1 0,-1-1,0-1,-1 0,-1 0,-1-2,1 1,-2-2,0 0,0-1,-14 6,13-5,-66 44,64-41</inkml:trace>
  <inkml:trace contextRef="#ctx0" brushRef="#br0" timeOffset="15701.054">19518 5468,'3'1,"0"0,0 0,0 0,0-1,1 1,-1-1,0 0,0 0,0 0,0 0,0-1,1 1,-1-1,0 0,0 0,0 0,-1 0,1-1,0 1,0-1,-1 1,1-1,0 0,-1 0,0 0,0-1,1 1,0-2,1 1,20-15,-1-1,-1-1,-1-1,0-1,-2-1,0-1,-2 0,-1-1,-1-1,0 0,-3-1,6-15,-15 32,-1-1,0 0,0 1,-1-1,0 0,-1 0,0 0,-1 0,0 1,-1-1,0 0,-1 1,0-1,2 6,-1 0,-1 0,1 0,-1 0,0 0,0 0,0 1,-1-1,1 1,-1 0,0 0,0 1,-1-1,1 1,-1 0,0 0,1 0,-1 0,-1 1,1 0,0 0,0 1,-1-1,1 1,-6 0,2 1,1 0,-1 1,1 0,-1 1,1 0,0 0,0 1,0 0,0 0,0 1,1 0,-1 0,1 1,0 0,0 0,1 1,0 0,0 0,0 0,1 1,-1 0,2 0,-1 0,1 1,0-1,0 1,1 0,0 0,1 0,0 0,0 1,1-1,0 1,0-1,1 1,0 8,4 16,2 0,0 0,2-1,2 0,1 0,1-1,2-1,1 0,2-1,0 0,2-2,3 2,159 243,-181-271,0 1,0-1,1 0,-1 0,1 0,-1 0,1 0,-1 1,1-1,0 0,-1 0,1 0,0-1,0 1,0 0,-1 0,1 0,0 0,0-1,0 1,0-1,1 1,-1-1,0 1,0-1,0 1,0-1,0 0,1 0,-1 1,0-1,0 0,1 0,-1 0,0 0,0-1,0 1,1 0,-1 0,0-1,0 1,0-1,0 1,0-1,0 0,0 1,0-1,0 0,0 1,0-1,0 0,11-18,-1 0,-1-1,-1 0,0-1,-2 1,0-2,-1-2,-1 6,51-173,-56 191,0 1,0-1,0 0,0 0,0 1,1-1,-1 0,0 0,0 0,0 1,1-1,-1 0,0 0,0 0,0 0,1 0,-1 0,0 0,0 1,1-1,-1 0,0 0,1 0,-1 0,0 0,0 0,1 0,-1 0,0 0,0 0,1 0,-1 0,0-1,0 1,1 0,-1 0,3 63,-4-51,0 0,0 0,2 0,-1 1,1-1,1 0,0 0,1 0,0 0,1-1,1 1,-1-1,2 0,0 0,0-1,0 1,2-1,-1-1,1 0,8 8,10-3,-2-6</inkml:trace>
  <inkml:trace contextRef="#ctx0" brushRef="#br0" timeOffset="16377.548">20093 5108,'40'19,"-1"2,-1 1,-1 3,8 7,-33-22,0 1,0 0,-1 0,-1 1,0 1,0 0,-2 0,1 1,-2 0,0 0,0 1,-1 0,0 5,14 108,6 22,-24-141,1-1,1 0,0 0,0 0,0-1,1 1,0-1,1 0,-1 0,1-1,1 0,-1 0,1 0,0-1,7 4,-11-6,0-1,0 0,1 0,-1-1,0 1,1-1,-1 0,1 1,-1-1,1-1,-1 1,1-1,0 1,0-1,-1 0,1 0,0-1,-1 1,1-1,0 0,-1 0,1 0,-1 0,0-1,1 1,-1-1,0 0,0 0,0 0,0 0,0 0,0-1,-1 0,1 1,-1-1,1 0,-1 0,0 0,6-13,-1-1,-1 1,0-1,-1 0,-1 0,-1-1,0 1,-1-1,-1 0,0 1,-2-8,2 0,8 67,24 81,-31-118,0 0,0-1,0 1,0-1,1 1,0-1,0 0,0 0,1 0,-1-1,1 1,0-1,0 0,0 0,0 0,0 0,1-1,-1 0,1 0,0 0,0 0,-1-1,6 1,-1-3,1-1,-1 0,0 0,0-1,0 0,-1-1,1 0,-1 0,0-1,0 0,0-1,-1 1,0-1,0-1,0 0,-1 1,0-2,0 1,-1-1,0 0,0 0,-1 0,1-2,3-5,0 0,-1-1,-1 1,0-1,-1-1,-1 1,0-1,-1-1,-3-1,-13 29,9-4,1 0,0 1,0-1,1 1,-1-1,1 1,1 0,-1 0,1 0,1 0,-1 0,1 0,0 0,1 0,0 0,0 0,0 0,1 0,0 0,0 0,1-1,0 1,0-1,0 0,1 0,0 0,0 0,1-1,-1 0,1 1,3 1,58 12,-35-18</inkml:trace>
  <inkml:trace contextRef="#ctx0" brushRef="#br0" timeOffset="16632.081">21136 5147,'0'5,"7"5,11 7,3-1</inkml:trace>
  <inkml:trace contextRef="#ctx0" brushRef="#br0" timeOffset="16815.725">21456 5602,'3'13,"2"10,4 5,1 2,2 1,4 0,0-4,-1-8,-4-7</inkml:trace>
  <inkml:trace contextRef="#ctx0" brushRef="#br0" timeOffset="17074.033">21443 5174,'-4'-7,"-2"3,-2 8,-7 8,0 3</inkml:trace>
  <inkml:trace contextRef="#ctx0" brushRef="#br1" timeOffset="163760.729">19465 6671,'-7'4,"1"1,1 0,-1 0,1 0,-1 1,2-1,-1 1,1 0,-1 1,2-1,-1 1,1 0,0 0,0 0,1 0,0 0,0 1,1-1,0 1,0-1,1 1,0-1,0 1,1-1,0 1,0-1,0 1,1-1,1 0,-1 0,1 0,0 1,3 0,1 0,0 0,0 0,0-1,1 0,0 0,0-1,1 0,0-1,0 0,0 0,1-1,-1 0,1-1,1 1,13 2,0 0,0-2,0 0,0-2,23 0,-41-1,0-1,0 1,0-1,0 0,-1 0,1-1,0 0,0 0,0 0,0-1,-1 0,1 0,-1 0,1-1,-1 0,0 0,0 0,0 0,-1-1,1 0,-1 0,0 0,0-1,0 1,0-1,-1 0,0 0,0 0,0 0,-1-1,0 1,0-1,0-1,-3-4,0 0,-1 0,-1 0,0 1,0-1,-1 1,-1-1,1 1,-2 1,1-1,-1 1,-1 0,0 0,0 0,-1 1,1 1,-2-1,1 1,-1 0,0 1,-1 0,0 1,-4-2,-2-2,0 1,0 1,-1 1,1 0,-1 2,-1 0,1 0,-16 0,26 3,0 1,1-1,-1 2,0-1,0 1,0 0,0 0,1 0,-1 1,0 0,1 1,-1 0,1 0,0 0,0 0,0 1,1 0,-1 1,1-1,0 1,0 0,1 0,-4 4,6-4,-1-1,1 0,0 1,0 0,1-1,0 1,-1 0,2 0,-1 0,0 0,1 0,0 0,0 0,1-1,-1 1,1 0,0 0,0 0,1 0,-1-1,1 1,0-1,0 1,1-1,0 0,-1 0,1 0,0 0,1 0,-1-1,1 1,0-1,-1 0,2 0,1 1,37 25</inkml:trace>
  <inkml:trace contextRef="#ctx0" brushRef="#br1" timeOffset="164085.11">20173 6832,'-12'-330,"11"442,3-72,1 0,2-1,2 1,2-1,1-1,2 0,2 0,1-1,12 19,-22-47,8 34,-18-37</inkml:trace>
  <inkml:trace contextRef="#ctx0" brushRef="#br1" timeOffset="164390.179">20187 7072,'2'0,"6"0,5 3,8 0,12 0,9-3,8-2,6-2,2-3,-9 0</inkml:trace>
  <inkml:trace contextRef="#ctx0" brushRef="#br1" timeOffset="164391.175">21029 7126,'0'0</inkml:trace>
  <inkml:trace contextRef="#ctx0" brushRef="#br1" timeOffset="162027.726">15134 6739,'10'-1,"1"0,0 0,-1-1,1-1,-1 1,0-2,0 1,0-2,0 1,-1-1,1-1,-1 1,0-2,-1 1,0-1,0 0,0-1,-1 0,18-18,-1-1,-1-1,-1-1,-2 0,-1-2,-1 0,-2-1,-1-1,-1-1,-2 0,-2 0,0-4,-6 18,0 1,-2-1,0 0,-1 0,-1 0,-1-4,1 17,-1 0,0 0,0 1,-1-1,1 0,-1 1,-1-1,1 1,-1 0,-1 0,1 0,-1 0,0 1,0-1,0 1,-1 0,0 0,0 1,-5-4,7 5,-1 1,0 0,0 0,0 0,-1 1,1-1,0 1,-1 0,1 0,0 0,-1 1,1 0,-1 0,1 0,-1 0,1 1,-1-1,1 1,0 0,-1 1,1-1,0 1,0 0,0 0,0 0,0 0,0 1,1-1,-1 1,1 0,0 0,-2 3,-5 3,2 2,-1-1,1 1,1 1,0-1,0 1,2 0,-1 1,1-1,-1 7,1 5,0 1,1 0,2 0,0 0,2 0,0 0,2 0,1 0,1 0,4 13,6 13,2-1,2-1,2-1,16 26,-27-53,0-1,2-1,0 1,2-2,0 0,0 0,2-1,0-1,1 0,1-2,0 0,16 10,-29-22,0 0,-1 0,1 0,0 0,0-1,1 0,-1 0,0 0,0 0,0-1,1 0,-1 0,0 0,1 0,-1-1,0 1,0-1,0 0,0 0,1-1,-1 1,-1-1,1 0,0 0,0 0,-1-1,1 1,-1-1,0 0,3-2,5-11,-2-1,0 1,0-1,-2-1,0 0,-1 0,0 0,-2 0,0-1,-1-3,8-29,-5 36,-3 21,-2 28,-1-32,0 15,0 0,2 0,0 0,1-1,0 1,2-1,2 6,-5-16,0 0,1 0,-1-1,2 1,-1-1,0 0,1 0,0 0,0-1,1 1,-1-1,1 0,0 0,0-1,0 1,0-1,1 0,-1-1,1 1,0-1,4 1,20 1,-4-4</inkml:trace>
  <inkml:trace contextRef="#ctx0" brushRef="#br1" timeOffset="162282.243">15775 6271,'7'6,"11"6,3-1</inkml:trace>
  <inkml:trace contextRef="#ctx0" brushRef="#br1" timeOffset="162717.987">16149 6632,'-1'14,"0"1,1 0,1 0,0 0,1 0,1 0,0-1,1 1,0-1,1 0,1 0,0-1,1 0,1 0,0 0,0-1,9 10,-7-12,-1-1,2 0,-1 0,1-1,1 0,-1-1,1-1,0 0,13 5,-23-11,1 1,-1-1,0 0,1 1,-1-1,1 0,-1 0,0-1,1 1,-1 0,1-1,-1 0,0 1,1-1,-1 0,0 0,0 0,0-1,0 1,0 0,0-1,0 0,0 1,-1-1,1 0,0 0,-1 0,0 0,1 0,0-1,31-73,-29 64,50-146,-54 158,1 0,-1 0,0 1,0-1,1 0,-1 0,0 0,1 0,-1 1,0-1,1 0,-1 0,0 0,1 0,-1 0,1 0,-1 0,0 0,1 0,-1 0,0 0,1 0,-1 0,1 0,-1 0,0 0,1 0,-1-1,0 1,1 0,-1 0,0 0,0-1,1 1,-1 0,0 0,1-1,-1 1,0 0,0 0,0-1,1 1,-1 0,0-1,0 1,0 0,0-1,0 1,1 0,-1-1,0 1,0-1,3 37,-3-36,-1 19,2 0,1 0,0 0,1 0,5 16,-6-30,0 0,0 0,0 0,0-1,1 1,0-1,0 1,0-1,0 0,1 0,0 0,0 0,0-1,0 0,0 0,1 0,-1 0,1-1,0 1,0-1,0 0,0-1,3 1,6 0,0-1,0-1,0 0,0-1,0-1,0 0,0-1,0 0,-1-1,1-1,-1 0,0 0,-1-2,0 1,0-2,0 0,-1 0,0-1,0 0,-1-1,0 0,-1-1,0 0,-1 0,0-1,1-3,32-80,-33 83,-6 29,-6 38,4 64,0-115,1 1,1-1,-1 1,0-1,1 0,0 0,0 0,0 0,1 0,0 0,-1 0,1-1,0 1,1-1,-1 0,0 0,1 0,0 0,0-1,0 0,0 0,0 0,0 0,1 0,31 7,0-6</inkml:trace>
  <inkml:trace contextRef="#ctx0" brushRef="#br1" timeOffset="162999.277">17032 6271,'-9'13,"2"12,8 8,13 6,5-5</inkml:trace>
  <inkml:trace contextRef="#ctx0" brushRef="#br1" timeOffset="163281.646">17326 6952,'25'-8,"0"0,-1-2,0 0,-1-2,-1-1,1 0,-1-3,-10 8,-1 0,-1-1,1 0,-2-1,1 0,-1-1,5-9,-11 16,0 0,0-1,-1 1,1-1,-1 0,0 0,-1 0,1 0,-1 0,0 0,0 0,-1-1,1 1,-1 0,0 0,-1-1,1 1,-1 0,0 0,0 0,-2-5,1 7,-1-1,1 1,-1-1,0 1,1 0,-1 0,-1 0,1 0,0 0,-1 1,1 0,-1-1,0 1,0 1,0-1,0 1,0-1,0 1,0 0,-1 0,1 1,0-1,0 1,-1 0,1 0,0 1,-1-1,1 1,0 0,0 0,0 0,0 1,0 0,0-1,0 1,0 1,1-1,-1 0,1 1,-1 0,1 0,0 0,0 0,0 1,-1 1,-1 0,1 1,0-1,0 1,1 0,0 0,0 0,1 1,-1-1,1 1,1 0,-1-1,1 1,0 0,1 0,0 0,0 0,0-1,1 1,0 0,0 0,0 0,1-1,0 1,1-1,0 1,0-1,0 0,0 0,1-1,0 1,0-1,1 1,0-1,-1 0,6 3,9 5,0-1,0-1,1 0,0-2,1 0,0-1,1-2,-1 0,1-1,1-1,216 31,-122-26</inkml:trace>
  <inkml:trace contextRef="#ctx0" brushRef="#br0" timeOffset="-24432.996">2781 2099,'-12'32,"1"39,3 0,3 0,3 0,7 51,49 323,-19 16,88 272,-115-690,19 105,-6 1,0 119,11 277,-26-103,-6-140,6-139,0-20,-9 90,-54 328,54-535,0 2,1-1,1 1,1 0,2 0,1 0,0-12</inkml:trace>
  <inkml:trace contextRef="#ctx0" brushRef="#br0" timeOffset="-21198.964">2701 2153,'0'-14,"-1"4,0 0,1 0,1 0,0 0,0 0,1 0,0 1,0-1,1 0,1 1,0 0,0-1,0 1,2 4,-1 0,1 0,0 1,0-1,1 1,-1 0,1 1,0 0,0 0,0 0,0 1,1 0,15-7,11-1,1 2,1 1,-1 1,1 3,0 0,0 3,27 2,-14-2,95 1,774-21,46-15,-435 8,-245 8,358 0,396 4,-701 17,590-17,-253 8,457 1,-503-7,-180 6,-363 2,1 4,74 9,-139-6,54 15,-73-15,0 1,-1-1,1 1,0-1,-1 1,0 0,1 0,-1 0,0 0,-1-1,1 1,0 0,-1 1,0-1,1 0,-1 0,0 0,-1 0,1 0,-1 2,1 3,-24 250,12-116,7 1,13 141,41 510,-4 173,-40-897,31 323,21 22,12 97,-31-200,72 279,-51-100,-17-208,-29-109,0-69,-10 53,-4-158,1 1,0-1,0 1,0-1,0 0,0 1,-1-1,1 1,0-1,0 0,0 1,0-1,0 1,0-1,0 1,0-1,0 0,1 1,-1-1,0 1,0-1,0 0,0 1,1-1,-1 1,0-1,0 0,0 1,1-1,-1 0,0 0,1 1,-1-1,0 0,1 0,-1 1,0-1,1 0,-1 0,1 0,-1 1,0-1,1 0,-1 0,1 0,-1 0,1 0,-1 0,0 0,1 0,-1 0,1 0,-1 0,0 0,1 0,-1-1,1 1,-1 0,18-20,-9 5</inkml:trace>
  <inkml:trace contextRef="#ctx0" brushRef="#br0" timeOffset="-18475.112">3062 7340,'-8'53,"2"330,6-364,1 37,2-1,3 1,2-1,2 0,3 0,2-2,3 0,10 20,-27-71,0 1,0-1,0 0,0 0,0 0,0 1,1-1,-1-1,1 1,-1 0,1 0,0 0,0-1,-1 1,1-1,1 0,-1 1,0-1,0 0,0 0,0 0,1-1,-1 1,0 0,1-1,-1 0,1 1,-1-1,1 0,-1 0,0-1,1 1,-1 0,1-1,-1 1,0-1,1 0,-1 0,0 0,1 0,137-54,-93 49,0 2,0 2,0 1,0 3,9 3,45 1,81-3,-1-8,68-15,-85 1,93-10,47 9,736 21,-117-4,-290-36,-281 13,441-40,-498 35,-14 1,109 9,264-4,-273 10,19 17,-117 13,-224-8,0 4,-1 2,9 5,258 47,-130-30,-34-21,-42 6,1-18,-119-2,1 0,-1 0,1 0,-1 0,1-1,-1 1,1 0,-1-1,1 1,-1-1,1 0,-1 1,0-1,1 0,-1 0,0 0,0 0,0 0,0 0,1 0,-1 0,-1-1,1 1,1-1,-1-6</inkml:trace>
  <inkml:trace contextRef="#ctx0" brushRef="#br0" timeOffset="-16690.135">2968 5134,'482'8,"399"-1,-539-9,988 2,-776-27,31-28,-512 48,1943-154,-908 130,-563 18,187-1,-302 15,-384-4,-39-2,-8 0</inkml:trace>
  <inkml:trace contextRef="#ctx0" brushRef="#br0" timeOffset="-15303.325">7233 1698,'1'861,"12"-167,-12-503,25 179,6-50,-13 44,55 489,-69-807,13 102,3 33,-4 65,-16-36,-3-58,19 140,-3-154,-3 117,-6-140,5 0,15 57,-9-72,-4 0,-4 1,-5 58,-16 169,20-280,-6-48,-1 0,1 0,-1 0,1 1,-1-1,1 0,-1 0,1 0,-1 0,1 0,-1 0,1 0,-1 0,1 0,0 0,-1 0,1 0,-1-1,1 1,-1 0,1 0,-1 0,0-1,1 1,-1 0,1-1,-1 1,1 0,-1-1,0 1,1 0,-1-1,0 1,1-1,-1 1,0-1,0 1,0-1,1 1,-1-1,0 1,0-1,0 1,0-1,0 1,0-1,0 1,0-1,1 0,9-21</inkml:trace>
  <inkml:trace contextRef="#ctx0" brushRef="#br0" timeOffset="-13959.205">4893 1765,'-24'191,"9"-27,7 0,7 0,12 81,36 619,-29-63,14 133,-2-477,12 279,-40 362,1-863,-3-231,1 0,0 0,0 0,1-1,-1 1,1-1,-1 1,1-1,0 1,1-1,-1 0,1 0,-1 0,1 0,0-1,0 1,0-1,0 0,0 0,1 0,2 2,-1-1,3 2</inkml:trace>
  <inkml:trace contextRef="#ctx0" brushRef="#br0" timeOffset="-12729.038">9506 1752,'12'396,"-6"-113,13-1,20 51,21-17,-24-137,11 150,-34-30,-13 9,5 189,10-205,-13 0,-18 90,-6-143,10 1,12 71,20 205,-18-430,-3-39,2 0,3 0,1 0,3 0,1-1,5 8,0-24,-14-30,0 1,0 0,1-1,-1 1,0-1,0 1,0-1,0 1,1-1,-1 0,0 1,1-1,-1 1,0-1,1 1,-1-1,1 0,-1 1,0-1,1 0,-1 0,1 1,-1-1,1 0,-1 0,1 1,-1-1,1 0,-1 0,1 0,-1 0,1 0,-1 0,1 0,-1 0,1 0,0 0,-1 0,1 0,-1-1,1 1,-1 0,1 0,-1 0,0-1,1 1,-1 0,1-1,-1 1,1 0,-1-1,0 1,1-1,6-16,-1-6</inkml:trace>
  <inkml:trace contextRef="#ctx0" brushRef="#br0" timeOffset="-11048.555">3021 3636,'-7'0,"30"0,173 1,64 14,-80 0,1-9,-1-7,10-9,78-12,376-20,-158 40,276-13,-46-41,345-21,-328 13,-61 2,207-1,-230-14,-466 59,0 8,113 10,-131 1,-37-13,-114 3,-15 3</inkml:trace>
  <inkml:trace contextRef="#ctx0" brushRef="#br0" timeOffset="-8967.488">3503 6752,'-42'18,"-1"-2,-1-1,0-3,-1-1,0-3,0-1,-40 0,304-28,365 1,-487 19,144-11,156-31,-240 24,169-6,271 17,-325 8,252-26,-100 2,48 20,254-12,-495 0,1178-58,-363 39,-673 8,178-5,-210 25,-44 1,-212 20,-13-11,-68 0,-9-3</inkml:trace>
  <inkml:trace contextRef="#ctx0" brushRef="#br0" timeOffset="-7250.653">1 0,'165'154,"-63"-49,-18-16,4-5,23 14,357 241,-216-162,-111-83,106 53,179 90,-367-204,-1 1,-2 4,18 16,136 82,-201-129,1 0,-2 0,1 1,-1 0,0 0,0 1,-1 0,3 5,28 33,3-4,-45-60,-9 5,-1 0</inkml:trace>
  <inkml:trace contextRef="#ctx0" brushRef="#br0" timeOffset="-4265.291">9800 7767,'0'5,"4"10,5 12,-1 15,-5 17,-3-3</inkml:trace>
  <inkml:trace contextRef="#ctx0" brushRef="#br1" timeOffset="160970.503">11243 4225,'319'236,"-23"-31,9-13,60 14,-96-68,269 147,-424-216,-2 5,-5 4,53 53,15 22,-158-146,-13-11</inkml:trace>
  <inkml:trace contextRef="#ctx0" brushRef="#br1" timeOffset="161248.251">13930 5615,'-2'5,"0"0,0 0,1 1,-1-1,1 1,0-1,1 1,0-1,0 1,0-1,0 1,1-1,0 1,0-1,0 0,1 1,0-1,0 0,0 0,0 0,1 0,0 0,2 2,87 96,-18-38,-49-47,-2 2,0 0,-1 2,-1 0,-1 2,-1 0,-2 1,0 1,7 15,-21-33,0 0,-1 0,0 1,0-1,-1 1,0 0,0-1,-1 1,0 0,-1-1,0 1,0 0,-1-1,0 1,0-1,-1 0,0 0,-1 0,1 0,-2 0,1-1,-1 1,0-1,-5 5,-15 14,-1 0,-2-1,0-2,-2-1,0-1,-1-2,-23 10,16-8</inkml:trace>
  <inkml:trace contextRef="#ctx0" brushRef="#br1" timeOffset="168936.258">20027 8061,'13'-26,"6"-8,-2-1,-2 0,-1-1,-1-1,-2 0,5-35,-13-21,-4 92,1 1,0-1,-1 1,1-1,-1 1,1 0,-1-1,1 1,-1-1,0 1,1 0,-1 0,1-1,-1 1,0 0,1 0,-1 0,0 0,1 0,-1-1,1 1,-1 0,0 1,1-1,-1 0,0 0,1 0,-1 0,0 0,1 1,-1-1,1 0,-1 0,0 1,1-1,-1 1,1-1,-1 0,1 1,-1-1,1 1,0-1,-1 1,1-1,0 1,-1 0,1-1,0 1,-1-1,1 1,0 0,0-1,0 1,0 0,0-1,0 1,0-1,0 1,0 0,0-1,0 1,0 0,0-1,0 1,1 0,-12 33,2 1,1 0,2 1,2-1,0 1,3 0,1 0,2 0,2 4,-3-16,1 21,1-24,-1-1,-1 1,-1 0,-1-1,0 1,-2-1,0 1,-1-1,-2 0,0-1,0 1,-2-1,-3 3,-4-5,23-17,-7-1,29-7,0 2,-1 1,2 1,-1 1,14 2,-37 1,174-3,-149 3</inkml:trace>
  <inkml:trace contextRef="#ctx0" brushRef="#br1" timeOffset="169326.216">20655 8048,'-6'6,"0"-1,0 1,1 1,0-1,0 1,0 0,1 0,0 0,0 0,1 1,0-1,0 1,1 0,0 0,0 0,1 0,0 1,0-1,1 0,0 0,1 1,0-1,0 0,1 0,0 0,0 0,1 0,0 0,0-1,1 1,0-1,0 0,1 1,3 0,0 1,1-2,0 1,0-1,0 0,1-1,0 0,0-1,1 0,-1-1,1 0,0 0,0-1,1-1,-1 0,1 0,-1-1,1-1,-1 0,1 0,-1-1,1-1,-1 0,0 0,1-1,-1-1,0 0,-1 0,1-1,-1 0,0-1,0 0,-1-1,0 0,0-1,0 1,-1-2,0 1,-1-1,0 0,0-1,-1 1,0-1,-1-1,0 1,2-8,-4 6,-1 0,0 0,-1-1,0 1,-1-1,0 1,-1 0,0-1,-1 1,-1 0,0 0,0 0,-1 0,-1 0,0 1,0 0,-1 0,-1 0,0 1,0 0,-1 0,0 1,-1 0,0 0,0 1,-1 0,0 1,-1 0,1 1,-1 0,-1 0,1 1,-1 1,1 0,-1 1,0 0,-1 0,1 1,-13 0,8 5,-1 1,1 0,0 1,0 1,1 1,-1 0,1 1,1 1,0 0,0 1,1 1,0 0,0 1,2 1,-1 0,2 0,-4 7,-37 43</inkml:trace>
  <inkml:trace contextRef="#ctx0" brushRef="#br1" timeOffset="166624.543">15575 7554,'3'46,"-3"-59,-3 10,-1 1,1-1,-1 0,1 1,-1 0,0 0,0 0,0 0,0 0,0 1,0 0,0 0,-1 0,1 1,0-1,-1 1,1 0,0 0,-1 0,1 1,0-1,-1 1,1 0,0 1,0-1,0 1,0 0,0-1,0 2,1-1,-4 2,1 1,-1 0,1 1,0 0,0 0,0 0,1 1,0 0,0 0,1 0,0 0,0 1,0 0,1-1,1 1,-1 1,1-1,0 0,1 0,0 1,1-1,-1 1,2-1,-1 1,1-1,0 0,1 1,0-1,0 0,1 0,0 0,0 0,1-1,0 1,0-1,1 0,0 0,0-1,1 1,0-1,6 5,-2-5,-1-1,1 0,1 0,-1-1,0-1,1 1,0-2,0 0,0 0,0-1,0 0,0-1,0 0,0-1,0 0,5-2,9-1,0-2,0-1,-1-1,0-1,-1-1,15-9,55-45,-93 64,0-1,1 1,-1-1,1 1,-1 0,0-1,1 1,-1-1,1 1,-1 0,1 0,-1-1,1 1,-1 0,1 0,0-1,-1 1,1 0,-1 0,1 0,-1 0,1 0,0 0,-1 0,1 0,-1 0,1 0,-1 0,1 1,0-1,-1 0,1 0,-1 0,1 1,-1-1,1 0,-1 1,1-1,-1 0,0 1,1-1,-1 1,1-1,-1 1,0-1,1 1,-1-1,0 1,0-1,1 1,-1-1,0 1,0-1,0 1,0-1,0 1,0 0,0-1,0 1,0-1,0 1,0 0,0-1,0 1,0-1,0 1,-1-1,1 1,0 0,1 9,1-4,-1 1,2-1,-1 0,1 0,0 0,0 0,0-1,1 1,0-1,0 0,0 0,1 0,0-1,-1 1,2-1,-1 0,0-1,1 1,0-1,0 0,6 2,4 1,0 0,1-2,0 1,0-2,0 0,0-2,16 1,21-10,-52 8,-1 0,0-1,1 1,-1-1,0 0,0 1,1-1,-1 0,0 0,0 0,0 0,0 0,0 0,0 0,0 0,0 0,-1 0,1-1,0 1,-1 0,1-1,-1 1,1 0,-1-1,0 1,0 0,1-1,-1 1,0-1,0 1,0-1,0 1,-1 0,1-1,0 1,-1 0,1-1,-4-6,-1 0,0 0,-1 0,1 1,-1 0,-1 0,1 1,-1-1,0 1,-1 1,0-1,1 2,-2-1,1 1,0 0,-8-2,-11-5,0 2,-1 0,-1 2,1 1,-1 2,0 0,0 2,0 1,-6 2,83 2,7-5,-1-2,0-3,0-1,-1-4,0-1,-1-3,40-18,-70 25,-1-1,0-1,0-1,-1-1,0-1,9-9,-24 19,1-1,-1 0,-1 0,1 0,-1 0,0-1,0 1,0-1,-1 0,0 0,0-1,-1 1,1-1,-1 1,-1-1,1 0,-1 0,-1 1,1-1,-1 0,0 0,0 0,-1 0,-1-4,0 4,0 1,0 0,-1-1,0 1,0 0,-1 0,0 1,0-1,0 1,0 0,-1 0,0 0,0 1,0-1,0 1,-1 0,0 1,0-1,0 1,0 1,0-1,-1 1,1 0,-1 0,0 1,1 0,-1 0,0 0,0 1,1 0,-1 1,0-1,0 1,1 1,-1-1,-5 3,3 0,0 0,0 1,0 0,1 1,0 0,0 0,0 1,1 0,0 1,0-1,1 1,0 0,0 1,1-1,0 1,0 0,1 1,1-1,-3 11,0-2,2 1,0 0,1 0,1 1,1-1,0 0,2 1,0-1,1 1,2 1,1 0,1-1,1 0,1 0,1 0,1-1,0-1,2 0,0 0,0-1,2-1,0 0,1-1,1 0,0-1,1-1,0-1,1 0,0-2,1 0,1 0,-1-2,1-1,0 0,1-1,0-2,17 3,-27-6,0-1,0 0,0-1,0 0,0 0,0-1,0-1,-1 0,1 0,-1-1,0 0,0-1,0 0,0-1,-1 0,0-1,0 1,-1-2,0 1,7-9,-27 81,13-62,-1 0,0 0,1-1,0 1,0 0,-1 0,2 0,-1-1,0 1,0 0,1-1,0 1,-1-1,1 0,0 1,0-1,0 0,1 0,-1 0,0-1,1 1,-1-1,1 1,0-1,-1 0,1 0,0 0,0 0,0 0,2 0,4 1,0-1,1 0,-1 0,0-1,1 0,-1 0,1-1,-1-1,3 0,-4 0,0-1,0 0,0 0,-1-1,1 0,-1 0,0 0,0-1,0-1,-1 1,0-1,0 0,0 0,-1-1,1 1,-2-1,2-2,-4 5,0 0,1 0,-2 0,1-1,0 1,-1 0,0-1,0 1,0-1,-1 1,0-1,0 1,0-1,0 0,0 1,-1-1,0 1,0-1,0 1,-1 0,1-1,-1 1,0 0,0 0,-1 0,1 0,-1 1,0-1,0 1,0-1,0 1,-2-1,-3-2,0 1,-1 0,0 0,0 1,0 0,-1 1,1 0,-1 0,0 1,0 0,0 1,0 0,0 0,0 1,0 1,0 0,0 0,1 1,-1 0,0 0,0 1,1 1,0-1,0 2,0-1,-4 4,10-7,1 1,-1-1,1 1,-1-1,1 1,0 0,0 0,0 0,0 0,0 0,0 1,1-1,-1 0,1 1,0-1,-1 1,1 0,0-1,1 1,-1 0,0 0,1 0,0-1,-1 1,1 0,0 0,0 0,1 0,-1 0,1-1,-1 1,1 0,0 1,14 20</inkml:trace>
  <inkml:trace contextRef="#ctx0" brushRef="#br1" timeOffset="167033.648">17580 7888,'-21'-13,"0"2,-1 0,0 2,-1 0,0 1,0 2,-1 0,0 2,1 0,-2 2,-2 0,22 2,0 0,0 0,0 1,0-1,0 1,0 0,0 1,0-1,0 1,1 0,-1 0,1 0,-1 0,1 1,0 0,0 0,0 0,0 1,1-1,-1 1,1 0,0 0,0 0,0 0,1 0,0 1,-1-1,2 1,-1 0,0-1,1 1,0 0,0 0,0 0,1 0,-1 2,2-1,-1 1,1-1,0 1,1-1,-1 1,1-1,1 0,-1 0,1 0,0 0,0 0,1-1,0 1,0-1,0 0,0 0,1 0,0-1,0 0,0 0,1 0,-1 0,1-1,0 0,0 0,0-1,0 1,0-1,5 0,-1 1,0 0,0-1,0-1,0 0,0 0,0-1,1 0,-1 0,0-2,0 1,0-1,0 0,0-1,0-1,0 1,-1-1,0-1,8-5,-10 6,-1-2,0 1,-1 0,1-1,-1 0,0-1,-1 1,1-1,-1 0,-1 0,1 0,-1 0,-1-1,1 1,-1-1,0 0,-1 0,0 1,0-1,-1 0,0 0,0 0,-1 0,0 0,0 0,-1 0,0 1,0-1,-3-5,5 12,-1 1,1-1,-1 1,0-1,1 1,-1-1,1 1,-1-1,0 1,1 0,-1-1,0 1,1 0,-1 0,0 0,0-1,1 1,-1 0,0 0,1 0,-1 0,0 0,0 0,1 0,-1 0,0 1,0-1,1 0,-1 0,0 1,1-1,-1 0,0 1,1-1,-1 0,0 1,1-1,-1 1,1-1,-1 1,1 0,-1-1,1 1,0-1,-1 1,1 0,0-1,-1 1,1 0,0-1,0 1,-1 0,1 0,0-1,0 1,0 0,0 0,0-1,0 1,0 0,0 0,1-1,-7 17,1 0,1 0,1 0,0 0,2 0,0 0,0 1,2-1,0 0,1 1,2 7,-3-21,0 0,0 0,0 0,0 0,1 0,-1 0,1-1,0 1,0-1,0 1,1-1,-1 0,1 0,0 0,0 0,0 0,0-1,0 1,1-1,-1 0,1 0,-1 0,1-1,0 1,0-1,0 0,0 0,0 0,0 0,2-1,23-1</inkml:trace>
  <inkml:trace contextRef="#ctx0" brushRef="#br1" timeOffset="167697.769">17767 7915,'-4'2,"1"1,-1-1,1 1,0 0,0 0,0 1,0-1,0 0,1 1,-1 0,1 0,0-1,0 1,1 0,-1 1,1-1,0 0,0 0,0 1,1-1,-1 0,1 1,0 2,-1-1,0 0,1 0,-1 0,1 0,1 0,-1 0,1 0,0 0,0 0,1-1,0 1,0 0,0-1,0 1,1-1,0 0,0 0,1 0,-1 0,1 0,0-1,1 1,-1-1,1-1,-1 1,1 0,0-1,1 0,-1 0,0-1,1 1,-1-1,1-1,0 1,0-1,5 1,-6-2,0 1,0-1,0-1,1 1,-1-1,0 0,0 0,0-1,0 1,0-1,-1 0,1 0,-1-1,1 1,-1-1,0 0,0 0,0-1,0 1,0-1,-1 0,0 0,1 0,-2 0,1-1,0 1,-1-1,0 0,0 1,0-1,-1 0,0 0,1-2,16-133,-20 303,2-159,-1 0,1 0,1 0,-1 0,0 0,1 0,0 0,0-1,0 1,0 0,1 0,0-1,-1 1,1-1,0 0,1 1,-1-1,1 0,-1 0,1 0,0-1,0 1,0-1,0 0,1 1,-1-1,0-1,1 1,0 0,-1-1,1 0,0 0,0 0,0 0,-1-1,2 1,10-2,-1-1,0-1,0 0,0 0,0-1,-1-1,0 0,1-1,-2-1,1 0,7-6,-17 11,-2 1,-1 0,1 0,-1 1,1-1,0 0,-1 0,1 1,0-1,0 0,-1 1,1-1,0 1,0-1,0 1,0-1,0 1,0 0,0-1,0 1,0 0,0 0,0 0,0 0,0 0,0 0,0 0,0 0,0 0,0 0,0 0,0 1,0-1,0 0,0 1,-1-1,1 1,0-1,0 1,0 0,0-1,-1 1,1 0,0-1,-1 1,1 0,0 0,-1-1,1 1,-1 0,1 0,-1 1,1 2,0 1,0-1,0 0,0 1,1-1,-1 0,1 0,0 0,0 0,1 0,-1 0,1-1,0 1,0-1,0 0,0 0,1 0,-1 0,1-1,0 1,-1-1,1 0,1 0,-1 0,0 0,0-1,2 0,5 2,1 0,0-2,-1 1,1-2,0 1,0-1,0-1,9-2,-17 3,0-1,-1 1,1-1,0 0,-1 0,1-1,0 1,-1-1,1 0,-1 1,0-2,0 1,0 0,0-1,0 1,0-1,-1 0,1 0,-1 0,0 0,0 0,0 0,0-1,0 1,-1-1,1 1,-1-1,0-2,-1-2,-1 0,0 0,-1 0,0 0,0 0,-1 0,0 1,0-1,-1 1,0 0,0 0,-1 0,0 1,0 0,0 0,-1 0,0 0,0 1,0 0,-1 0,1 1,-1-1,-1 2,1-1,-6-2,8 4,1 0,-1 0,0 1,1-1,-1 1,0 0,0 0,0 1,0 0,1-1,-1 1,0 1,0-1,0 1,0 0,0 0,1 0,-1 1,0 0,1 0,-1 0,1 0,0 1,0 0,0-1,0 1,0 1,1-1,-1 1,1-1,0 1,0 0,0 0,-1 4,-1-2,2 0,-1 0,1 1,0-1,0 1,1-1,0 1,0 0,0 0,1 0,0 0,1 0,-1 0,1 0,1 1,-1-1,1 0,0 0,1 0,0 0,0-1,1 1,-1 0,3 2,12 10</inkml:trace>
  <inkml:trace contextRef="#ctx0" brushRef="#br1" timeOffset="167918.3">18582 7728,'-13'7,"-7"6,-3 9,3 4,5 5,7 2,10 2,4-5</inkml:trace>
  <inkml:trace contextRef="#ctx0" brushRef="#br1" timeOffset="168154.155">18730 8316,'16'7,"9"2,6-3,4-7,1-7,-7-3</inkml:trace>
  <inkml:trace contextRef="#ctx0" brushRef="#br1" timeOffset="172914.182">1471 5121,'280'-207,"-194"156,1 3,2 5,3 4,0 3,3 5,0 4,2 3,61-4,-51 9,1 3,1 6,0 5,0 4,0 5,103 17,-120-4,230 28,-282-42,0-2,0-2,0-2,0-2,0-1,-1-2,3-3,6-5,-1-3,0-2,-1-2,-2-2,0-2,8-9,-12 8,1 1,1 3,1 1,2 2,0 2,0 3,2 1,0 2,10 0,119-2,-96 15</inkml:trace>
  <inkml:trace contextRef="#ctx0" brushRef="#br1" timeOffset="173849.183">5896 4372,'106'17,"1"-4,0-5,0-5,1-5,26-6,-64-3,0-3,-2-3,1-2,-2-4,-1-3,-1-3,-1-2,7-9,-18 10,-13 6,0 1,1 1,1 3,0 1,2 3,0 1,1 2,39-5,245 12,-215 7,862 0,-804-11,-1-7,-1-7,124-36,351-76,-528 116,1 6,1 5,-1 5,52 8,-136-1,-1 0,1 3,-1 0,0 3,-1 0,0 2,-1 2,8 5,6 1,2-2,-1-1,2-3,0-2,1-2,0-2,0-2,12-2,7 1,1-3,-1-3,0-3,0-2,-1-4,0-3,39-13,-68 13,6-2,1 1,0 2,1 2,0 3,20-1,-12 7,0 2,-1 3,1 2,-1 2,0 3,-1 2,20 9,87 31,-39-9,2-5,2-6,1-6,53 3,-107-24,-10-3</inkml:trace>
  <inkml:trace contextRef="#ctx0" brushRef="#br1" timeOffset="175193.645">10695 669,'-54'47,"1"3,3 1,2 3,3 2,-11 19,24-12,3 0,2 2,3 1,4 0,2 2,3 0,3 1,3 1,2 27,-2-41,4 1,1-1,3 1,3 0,2-1,3 0,2 0,2 0,3-1,2-1,3 0,8 15,12-3,3-2,2-2,3-2,3-1,7 2,3 6,-45-52,0 1,0 0,-2 1,0 1,-1 0,-1 1,-1 0,0 0,-1 1,-2 1,0-1,-1 1,-1 0,-1 1,1 14,-8-1,-2 0,-1 0,-2 0,-2-1,-1-1,-1 0,-2 0,-1-1,-18 27,3 1,15-34,2-1,0 2,2 0,1 0,1 1,1 1,2-1,1 1,1 0,1 0,2 1,1-1,1 8,61 161,-25-93,-27-76,-2 0,0 1,-3 0,0 1,-2-1,-1 1,-1-1,-2 1,-1 0,-2-1,-1 0,-1 1,-5 13,-27 60,-21 83,56-173,1 0,1 0,0-1,1 1,1 0,0 0,1 0,0 0,1-1,0 1,1-1,1 0,0 0,103 194,-95-161,-2 1,-2 1,-2-1,-2 1,-2 0,-2 0,-4 30,2-29,0 27,-2 11,4 0,3 0,4-1,4 0,8 22,-1-42,-1-12</inkml:trace>
  <inkml:trace contextRef="#ctx0" brushRef="#br1" timeOffset="176363.043">5361 4198,'25'14,"26"8,26 4,21-3,18-4,7-1,-18-5</inkml:trace>
  <inkml:trace contextRef="#ctx0" brushRef="#br1" timeOffset="179107.228">13529 3289,'45'-70,"-26"42,-2-2,-1 0,-2-1,0-1,-2 0,-2-1,-1 0,-2 0,0-1,-1-21,-14 13,8 41,-1 0,1 1,-1-1,0 0,1 1,-1-1,0 0,1 1,-1-1,0 1,0 0,0-1,1 1,-1 0,0-1,0 1,0 0,0 0,0 0,0-1,0 1,0 0,0 0,1 1,-1-1,0 0,0 0,0 0,0 1,0-1,0 0,1 1,-1-1,0 1,0-1,0 1,1-1,-1 1,0-1,1 1,-1 0,0-1,1 1,-10 9,1 0,0 1,1 0,0 0,1 1,0 0,1 0,1 1,-1 0,2 0,0 0,-1 8,-5 16,2 0,1 1,2 0,2 0,1 0,2 1,4 28,-3-55,-1 0,2 0,0 0,0 0,1-1,1 1,-1-1,2 1,0-1,0-1,1 1,0-1,1 0,0 0,1-1,0 0,0 0,1-1,0 0,1 0,-1-1,1-1,1 1,0-1,-8-5,0 0,0 0,0-1,0 1,0-1,0 0,0 0,0 0,0 0,0 0,0-1,0 1,0-1,0 0,0 0,0 0,0 0,-1-1,1 1,0-1,-1 1,1-1,-1 0,0 0,0 0,1 0,-1-1,-1 1,1-1,0 1,-1-1,1 1,-1-1,1 0,-1 0,0 0,33-110,-25 162,-9-41,0 0,1 0,0 0,0 0,1 0,0 0,0-1,1 1,0-1,0 0,1 1,0-1,0-1,1 1,0-1,0 0,0 0,1 0,0-1,0 1,1-1,10 1</inkml:trace>
  <inkml:trace contextRef="#ctx0" brushRef="#br1" timeOffset="179763.803">13904 3129,'145'116,"-136"-102,0 0,-1 0,-1 1,0 0,-1 1,0-1,-1 1,-1 0,-1 0,0 1,-1-1,0 7,8 46,-10-66,0 1,0 0,0-1,1 1,-1 0,1-1,0 1,0-1,0 1,1-1,-1 0,1 1,-1-1,1 0,0 0,1 0,-1 0,0 0,1-1,0 1,-1-1,1 0,0 0,0 0,0 0,1 0,-1 0,0-1,1 0,-1 1,1-1,-1-1,1 1,-1 0,1-1,0 0,-1 0,1 0,0 0,0-1,3 0,-1-2,1 1,-1-1,0 0,0 0,0-1,0 0,0 0,-1 0,0-1,0 1,0-1,0-1,-1 1,0-1,0 1,3-6,44-112,-45 105,-7 28,-1 0,1 0,0 0,1 0,0 0,1 0,0 0,1 0,2 9,-4-16,1 1,-1-1,1 0,0 0,0 0,0 0,0 0,0 0,1 0,-1-1,1 1,0 0,0-1,0 1,0-1,0 0,1 1,-1-1,1 0,-1-1,1 1,0 0,-1-1,1 1,0-1,0 0,0 0,0 0,1-1,-1 1,0-1,0 1,0-1,0 0,1 0,0-1,5-3,0 0,-1 0,0-1,0-1,0 1,0-1,-1-1,0 1,0-1,-1-1,0 1,0-1,-1 0,0 0,0 0,-1-1,0 0,-1 0,0 0,0 0,1-8,12-22,-8 35,-6 22,-2 28,8 58,-8-102,1 0,-1 0,1-1,0 1,0 0,0 0,0 0,0-1,0 1,0 0,1-1,-1 1,1-1,-1 0,1 1,-1-1,1 0,0 0,0 0,-1 0,1 0,0-1,0 1,0 0,0-1,0 0,0 1,1-1,14-1</inkml:trace>
  <inkml:trace contextRef="#ctx0" brushRef="#br1" timeOffset="179962.865">14625 3075,'3'14,"7"9,8 5,2-3</inkml:trace>
  <inkml:trace contextRef="#ctx0" brushRef="#br1" timeOffset="180343.303">15013 3423,'4'-23,"-2"12,0-1,0 1,-1-1,0 0,-1 0,0 0,-1 1,-1-1,0 0,-3-9,5 19,-1 0,0 0,0 0,0 0,0 0,-1 0,1 0,-1 0,1 1,-1-1,1 0,-1 1,0 0,0-1,0 1,1 0,-1 0,-1 0,1 0,0 0,0 0,0 0,0 1,-1-1,1 1,0 0,0 0,-1 0,1 0,0 0,-1 0,1 0,0 1,-2 0,-2 1,0 0,-1 1,1-1,0 1,0 1,1-1,-1 1,1 0,0 0,0 1,-2 1,0 1,1-1,0 1,1 0,-1 1,1-1,1 1,0 0,0 1,0-1,1 0,0 1,1 0,0 0,0 0,1 0,0 0,0 0,1 8,1-14,0 0,0 0,0 0,0-1,0 1,1 0,-1-1,1 0,0 1,0-1,0 0,0 0,0 0,0 0,0 0,1 0,-1 0,1-1,-1 1,1-1,0 0,-1 0,1 0,0 0,0 0,0-1,-1 1,1-1,0 0,3 0,1 0,0 0,1-1,-1 0,0 0,0 0,0-1,0 0,0-1,0 0,0 0,5-3,-4 1,-1 0,0 0,0-1,-1 0,0 0,0-1,0 1,-1-1,0 0,0-1,-1 1,0-1,0 0,-1 0,0 0,-1-1,1 1,-2-1,1 1,-1-1,0 0,-1-4,1 12,-1 0,0 0,1 0,-1 0,0 0,0 0,0-1,0 1,0 0,0 0,0 0,0 0,0 0,-1 0,1 0,0 0,-1 0,1-1,-1 1,1 1,-1-1,0 0,1 0,-1 0,0 0,1 0,-1 0,0 1,0-1,0 0,0 1,0-1,0 1,0-1,0 1,0-1,0 1,0 0,0-1,0 1,0 0,0 0,0 0,-1 0,1 0,0 0,0 0,0 0,0 0,0 1,0-1,0 0,0 1,0-1,0 1,0-1,0 1,0-1,0 1,0 0,0 0,0-1,1 1,-1 0,0 0,0 0,1 0,-1 0,0 0,-1 5,0 0,1 1,-1-1,1 0,0 1,1-1,0 0,0 1,0-1,1 1,0-1,0 0,0 0,1 1,0-1,0 0,0 0,1-1,0 1,0 0,1-1,0 0,0 0,0 0,0 0,1-1,-1 1,1-1,0 0,1-1,-1 1,1-1,-1 0,1-1,0 1,0-1,0 0,0 0,5 0,114 20,-64-17</inkml:trace>
  <inkml:trace contextRef="#ctx0" brushRef="#br1" timeOffset="181132.347">15093 3944,'-9'18,"0"1,2-1,0 1,1 0,1 1,0 3,4-18,0 0,1 0,-1 0,1 0,0-1,0 1,1 0,-1 0,1 0,0 0,1 0,-1-1,1 1,0-1,0 1,0-1,1 1,-1-1,1 0,0 0,1-1,-1 1,0-1,1 1,0-1,0 0,2 1,1 0,0-1,0 0,0 0,0-1,1 0,-1 0,1-1,-1 0,1 0,0-1,-1 0,1 0,-1-1,1 0,0 0,-1-1,0 0,1 0,-1-1,0 1,0-2,0 1,-1-1,1 0,-1 0,0-1,0 0,0 0,-1 0,0-1,0 0,0 0,-1 0,0-1,0 1,0-1,-1 0,0 0,0 0,-1 0,0-1,0 1,-1-1,0 1,0-1,-1 1,0-1,0 0,-1 1,0-1,0 1,-2-7,-1 5,0 0,-1 1,1 0,-2 0,1 1,-1-1,0 1,0 1,-1-1,0 1,0 0,-1 0,0 1,0 0,0 0,0 1,-1 0,1 1,-1 0,0 0,0 1,0 0,-1 0,1 1,0 1,-1-1,-5 2,11-1,1 1,0-1,-1 1,1 0,0 0,-1 0,1 0,0 1,0-1,0 1,0 0,0 0,1 0,-1 0,1 0,-1 0,1 1,0 0,0-1,0 1,0 0,0 0,0 0,1 0,0 0,-1 0,1 0,0 1,1-1,-1 0,1 1,-1-1,1 1,0-1,0 0,1 3,9 28,5-3</inkml:trace>
  <inkml:trace contextRef="#ctx0" brushRef="#br1" timeOffset="181349.798">15522 4118,'0'-340,"2"490,6-1,9 17,-8-104</inkml:trace>
  <inkml:trace contextRef="#ctx0" brushRef="#br1" timeOffset="184829.144">9693 736,'5'41,"2"-58,-9-25,2 41,0 0,0 1,-1-1,1 0,0 0,-1 1,1-1,0 1,-1-1,1 0,-1 1,1-1,-1 1,1-1,-1 1,1-1,-1 1,0-1,1 1,-1 0,0-1,1 1,-1 0,0-1,1 1,-1 0,0 0,0 0,1 0,-1 0,0 0,0 0,1 0,-1 0,0 0,1 0,-1 0,0 0,0 1,1-1,-1 0,0 1,1-1,-1 0,0 1,1-1,-1 1,1-1,-1 1,1-1,-1 1,1-1,-1 1,1 0,-10 9,0 1,1-1,0 2,1-1,1 2,-1-1,2 1,0-1,1 2,0-1,0 1,2-1,-1 8,3-20,-2 9,-1 1,2 0,-1-1,1 1,1 0,0 0,1 1,0-1,0 0,1 0,1 0,0 0,0-1,2 4,-2-10,0-1,1 0,-1 0,1 0,-1-1,1 1,0-1,0 1,0-1,0 0,1 0,-1 0,0-1,1 1,-1-1,1 0,0 0,-1 0,1 0,0-1,0 1,-1-1,1 0,0 0,0-1,0 1,-1-1,2 0,8-1,0-1,0 0,0-1,-1-1,0 0,0-1,7-4,-7 3,-1 0,1-1,-1 0,-1-1,0 0,0-1,-1 0,0-1,0 0,-2 0,1 0,3-8,-11 19,0 0,1-1,-1 1,0 0,1 0,-1 0,0 0,1-1,-1 1,0 0,1 0,-1-1,0 1,1 0,-1 0,0-1,0 1,0 0,1-1,-1 1,0-1,0 1,0 0,0-1,0 1,1 0,-1-1,0 1,0-1,0 1,0 0,0-1,0 1,0-1,0 1,-1 0,1-1,0 1,0 0,0-1,0 1,0 0,-1-1,1 1,0 0,0-1,-1 1,1 0,0-1,0 1,-1 0,1 0,0-1,-1 1,1 0,0 0,-1 0,1-1,-1 1,1 0,0 0,-1 0,1 0,0 0,-1 0,1 0,-1 0,1 0,-1 0,-1 4,1 1,-1-1,1 1,-1-1,1 1,1 0,-1-1,1 1,0 0,0-1,0 1,0 0,1 0,0-1,0 1,0-1,1 1,-1-1,1 1,0-1,0 0,1 0,-1 0,1 0,0 0,0-1,0 1,1-1,-1 0,1 0,0 0,-1 0,1-1,1 1,-1-1,0 0,0 0,1-1,-1 1,1-1,0 0,-1 0,1-1,0 1,3-1,-5 0,0 1,0-1,0 1,0-1,0 0,0 0,0-1,1 1,-1-1,0 1,0-1,0 0,0 0,-1 0,1-1,0 1,0-1,-1 0,1 1,-1-1,1 0,-1 0,0-1,0 1,0 0,0-1,0 1,0-1,-1 0,1 0,-1 1,0-1,0 0,0 0,0 0,0 0,-1 0,0 0,1-1,-1 1,0 0,0 0,-1-1,-2-3,0 0,0 1,-1-1,0 1,-1 0,1 1,-1-1,0 1,0 0,-1 0,0 0,0 1,0 0,0 0,0 0,-1 1,0 0,0 0,1 1,-2 0,1 0,0 0,0 1,0 0,-1 1,1 0,-1 0,1 0,0 1,0 0,-1 1,1-1,0 1,0 1,0-1,0 1,-3 2,9-4,0-1,0 1,0-1,0 1,0-1,0 1,0 0,0-1,0 1,0 0,1 0,-1 0,0 0,1 0,-1 0,0 0,1 0,-1 0,1 0,-1 0,1 0,0 0,0 0,-1 0,1 0,0 1,0-1,0 0,0 0,0 0,0 0,1 0,-1 1,0-1,0 0,1 0,-1 0,1 0,-1 0,1 0,-1 0,1 0,0 0,-1 0,1 0,0-1,0 1,0 0,0 0,0-1,0 1,0-1,0 1,0-1,0 1,10 1,1-1,-1-1,0 1,1-2,-1 0,0 0,0-1,0 0,0-1,0 0,0-1,-1 0,7-4,8-3,-1-1,0-2,-1 0,0-1,-1-2,-1 0,0-1,-1-1,-1-1,-2-1,1-1,-8 9,-1 0,0-1,-1 0,-1 0,0-1,-1 0,0 0,-1-1,-1 1,0-1,-2 0,1 0,-2 0,0-1,-1 1,-1 0,0 0,-2 0,0-3,0 8,0 1,-1-1,0 1,-1 0,0 0,0 0,-1 1,0 0,-7-7,11 13,0 1,0-1,0 1,-1 0,1 0,0-1,-1 2,0-1,1 0,-1 1,0-1,0 1,0 0,0 0,0 0,0 0,-1 1,1-1,0 1,0-1,0 1,-1 1,1-1,0 0,0 1,0-1,0 1,0 0,0 0,0 0,0 0,0 1,0-1,0 1,-1 1,-3 4,-1 1,2 0,-1 0,1 1,0-1,1 1,0 1,0-1,1 1,0 0,1 0,0 0,0 0,2 1,-1-1,1 1,0-1,1 1,1 1,1 13,1-1,1 1,1 0,2-1,0 0,2-1,0 0,1 0,2-1,0 0,2-1,0 0,1-1,1-1,1-1,0 0,2-1,0-1,10 6,67 34,-58-41</inkml:trace>
  <inkml:trace contextRef="#ctx0" brushRef="#br1" timeOffset="185424.149">11069 588,'-26'-322,"19"310,4 32,3 12,1 0,3 0,0 0,2 0,1 0,2-1,1 0,7 14,28 31,-24-53</inkml:trace>
  <inkml:trace contextRef="#ctx0" brushRef="#br1" timeOffset="185749.638">11324 428,'0'5,"0"0,0 0,1-1,0 1,0 0,0 0,0 0,1-1,0 1,0-1,0 1,0-1,1 0,0 0,-1 0,2 0,-1 0,0 0,1-1,0 0,-1 0,1 0,1 0,-1-1,0 1,1-1,-1 0,1 0,-1-1,1 1,0-1,3 0,-3 0,-1 0,1 0,-1-1,1 0,0 0,-1 0,1 0,-1-1,1 0,-1 0,1 0,-1 0,0-1,1 1,-1-1,0-1,0 1,0 0,-1-1,1 0,0 0,-1 0,0 0,0 0,0-1,0 1,0-1,-1 0,0 0,1 0,-1 0,-1 0,1-1,-1 1,0 0,0-1,0 1,0-3,1 0,-1 0,0-1,0 1,-1-1,0 0,0 1,-1-1,0 1,0-1,-1 1,0 0,0-1,0 1,-1 0,0 0,-1 1,0-1,0 1,0-1,-1 1,1 1,-2-1,1 1,0-1,-1 2,0-1,0 1,-1-1,1 2,-1-1,0 1,0 0,3 3,-1-1,1 1,-1 0,1 1,-1-1,1 1,-1 0,1 0,0 0,-1 1,1 0,0-1,0 2,0-1,0 0,1 1,-1-1,0 1,1 0,0 0,0 1,0-1,-2 4,-1 0,1 0,0 1,1 0,0 0,0 0,1 0,-1 0,2 1,-1-1,1 1,0 5,1 18</inkml:trace>
  <inkml:trace contextRef="#ctx0" brushRef="#br1" timeOffset="186037.126">11831 481,'-16'-2,"-5"-1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2.1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1,'46'298,"28"602,-25-217,-47-624,-3-1,-2 1,-2-1,-5 14,-8-23,11-56,3-12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3.6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127 238,'-69'-124,"68"122,1-1,0 0,0 1,0-1,0 0,0 1,0-1,1 0,0 1,-1-1,1 1,0-1,0 1,0-1,0 1,1-1,-1 1,1 0,-1 0,1 0,0 0,0 0,0 0,0 0,0 1,0-1,0 1,1-1,-1 1,1 0,-1 0,1 0,-1 0,1 1,-1-1,1 0,0 1,-1 0,1 0,0 0,43-12,0 2,1 2,0 3,0 1,1 3,-1 1,0 3,0 1,24 7,288 55,-156-26,20-6,129-9,125-15,-326-9,1008 27,497-12,-1269-17,-374 1,-11-1,1 0,-1 1,1 0,-1-1,1 1,0 0,-1 0,1 1,-1-1,1 1,0-1,-1 1,1 0,-1-1,0 1,1 1,-1-1,0 0,1 1,-1-1,0 1,0-1,0 1,-1 0,1 0,1 2,3 66,-9 43,2 549,16-465,8-1,9-1,19 42,19 32,-28-128,-6 1,-6 2,-7 1,-6 1,-3 95,-13-221,-1 0,-1 0,-1 0,0 0,-2 0,0 0,-1-1,-1 0,-1 0,-1-1,0 1,-7 8,10-23,-1 1,0-1,0-1,0 1,0-1,-1 0,1 0,-1-1,0 0,0 0,0 0,0-1,0 0,0-1,0 1,0-1,0-1,0 1,0-1,0-1,0 1,0-1,-3-2,-33-1,-1104-31,750 35,-921-14,-217-68,846 24,307 7,371 50,-1 0,1 1,0 0,-1 1,1 1,0-1,-1 2,1 0,0 0,0 1,0 0,0 1,-6 3,-31 16,46-24,1 0,-1 1,1-1,-1 0,1 0,0 0,0 0,-1 0,1 0,0 0,0 0,0 0,0-1,0 1,0 0,1-1,-1 1,0-1,1 1,-1-1,1 1,-1-1,1 1,0-1,0 1,0-1,0 0,0 1,0-1,0 1,0-1,0 0,1 1,-1-1,1 1,-2-11,-31-281,25 83,3 108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4.7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48,'55'-8,"345"18,187-1,301-44,-602 12,-266 24,-30 5,-17 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5.0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0,'18'10,"20"11,19 9,16 9,6 5,2 3,-3 1,-10 0,-10-1,-16 0,-17 0,-22 4,-23 2,-24 4,-20 1,-18 2,5-10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6.3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4,'2'-3,"3"3,6 0,0 5,-1 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6.6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0,'2'7,"1"2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6.8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0,'4'16,"3"10,-1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7.15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1 190,'21'-8,"1"0,0 2,0 1,1 0,-1 2,1 1,6 0,2-1,1024-90,-285 39,-736 54,-28 2,-19 1,-11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7.43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1,'-2'11,"5"9,13 5,16 3,17 3,13 2,10 1,2 4,-5 5,-12 9,-15 9,-25 12,-28 10,-35 9,-40 9,-4-12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8.55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94 0,'-1'84,"-3"0,-12 59,-53 222,69-364,-1 0,1 1,-1-1,1 1,-1-1,1 1,0-1,-1 1,1-1,0 1,0-1,0 1,0 0,1-1,-1 1,0-1,1 1,-1-1,1 1,-1-1,1 0,0 1,-1-1,1 1,0-1,0 0,0 0,0 0,0 0,0 1,1-1,-1 0,0-1,1 1,-1 0,0 0,2 0,3-2,1 0,-1-1,0 1,0-1,0 0,0-1,0 0,0 0,0 0,-1 0,2-2,9-5,20-10,18-12,1 2,2 3,45-15,-73 21,-26 13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8.8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19 1,'-4'9,"-3"14,2 20,2 18,5 19,6 17,7 12,5 7,-1 4,-3-20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4:59.9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0,'5'91,"3"0,15 61,1 18,12 277,-35-677,16 157,-17 72,1-1,0 0,-1 1,1-1,0 1,0-1,0 1,0-1,1 1,-1 0,0 0,0-1,1 1,-1 0,1 0,-1 0,1 0,-1 1,1-1,0 0,-1 1,1-1,0 1,0-1,-1 1,1 0,0 0,0 0,-1 0,1 0,0 0,0 0,-1 1,1-1,0 1,0-1,-1 1,1 0,0 0,11 7,-1 0,-1 1,1 0,-2 1,1 1,-1-1,-1 1,0 1,6 9,-11-14,2 0,5 7,0 0,-1 1,0 1,-2 0,1 0,-2 0,2 6,-9-20,1 0,-1 0,1 0,-1 1,0-1,0 0,0 0,0 0,0 0,-1 0,1 0,-1 1,1-1,-1 0,0 0,1 0,-1-1,0 1,0 0,-1 0,1 0,0-1,0 1,-1 0,1-1,-1 0,0 1,1-1,-1 0,0 0,0 0,0 0,0 0,0 0,0 0,0-1,-1 1,-81 7,80-8,-1 0,1 0,-1-1,1 1,-1-1,1 0,-1 0,1-1,0 1,0-1,0 0,-1 0,2 0,-1-1,0 1,0-1,1 0,0 0,-1 0,1-1,0 1,1-1,-1 0,1 1,-1-1,1 0,0-1,1 1,-1 0,1 0,-1-1,1 1,1-1,-1 0,4-5,1 0,0 0,1 0,0 1,1-1,-1 1,2 0,-1 1,1-1,1 2,-1-1,1 1,1 0,-1 0,6-2,-9 5,34-29,1 2,2 2,1 2,15-7,-56 33,-1 0,1 0,0 0,-1 0,1 1,0-1,0 0,-1 1,1-1,0 1,0 0,0-1,0 1,-1 0,1 0,0 0,0 1,0-1,0 0,-1 1,1-1,0 1,0-1,0 1,-1 0,1 0,-1 0,1 0,0 0,-1 0,0 0,1 0,-1 1,0-1,1 1,-1-1,0 1,0-1,0 1,0-1,-1 1,1 0,0 0,-1-1,1 1,-1 0,0 0,1 1,8 28,-4-10,0-1,2 0,0 0,1-1,1 0,1-1,1 0,0 0,10 10,-4-11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0.2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18 37,'-9'-7,"1"-2,9 0,12 2,2 2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0.6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1,'1'20,"2"-1,0 1,1-1,1 1,1-1,0-1,3 5,7 20,21 68,-4 3,-5 0,9 92,-17 239,-7-368,-12-75,-1-1,1 0,0 0,0 0,0 0,-1 0,1 0,1 0,-1 0,0 0,0 0,0 0,0-1,0 1,1-1,-1 1,0-1,1 1,-1-1,0 0,1 1,-1-1,0 0,1 0,-1 0,1 0,-1 0,0 0,1-1,-1 1,0 0,1-1,-1 1,0-1,1 1,-1-1,0 0,0 1,0-1,0 0,1 0,47-41,-20 5,-2-1,-1-2,-2 0,-1-2,-3 0,-1-2,7-30,-18 61,-4 17,-2 27,-2-20,0 6,0 0,1 0,1 0,1 0,1 0,0 0,1-1,0 0,2 0,0 0,0-1,2 0,0 0,0-1,1 0,3 1,40 13,-29-24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0.92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63 26,'-16'-7,"-7"-2,-1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1.13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0 238,'32'-16,"35"-12,34-8,27-3,14 2,0 3,-14 7,-29 7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2.91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0,'0'3,"3"6,4 15,11 15,16 18,18 18,16 13,15 13,11 7,8 6,5 1,-2 0,-8-6,-13-11,-17-14,-17-20,-17-21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3.5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651 1,'-7'25,"-11"31,-15 33,-18 38,-23 36,-22 33,-21 29,-17 20,13-32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7.1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1,'4'2,"0"0,-1 0,1-1,0 1,0-1,0 0,0 0,0 0,0 0,0-1,0 0,1 0,-1 0,0 0,1-1,9 1,403-10,737 7,-1146 3,29 8,-35-2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7.5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0,'19'16,"21"12,20 8,18 3,12-2,6-1,-2-6,-9-2,-16-5,-19-3,-22 0,-28 2,-27 5,-25 4,-20 5,-13 4,-9 3,13-7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7.77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0,'9'12,"3"3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8.03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1,'0'20,"2"10,1 3,0-3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8.21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8.50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1,'50'14,"1"-2,0-1,0-4,1-1,30-2,-47-2,427 20,308 28,-691-37,-103-6,2-7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08.7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1,'14'9,"15"8,17 7,12 7,7 7,5 4,-4 3,-8 5,-14 1,-14 2,-20-1,-22-1,-23-2,-26-3,-25-4,1-9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2.7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25,'22'-2,"20"-2,13-1,9 0,-2 0,-7 2,-15 3,-14 2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3.1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 1,'-7'13,"0"1,1 0,1 1,1 0,0-1,1 1,-1 7,3-17,1-1,0 1,0 0,0-1,1 1,-1-1,1 1,0-1,0 1,1-1,-1 0,1 1,0-1,0 0,0 0,1 0,0 0,-1-1,1 1,1-1,-1 0,0 1,1-2,-1 1,1 0,2 0,8 3,1 0,-1-2,1 0,0 0,0-1,0-1,0-1,1 0,-1-1,0-1,4 0,25 0,74 14,-113-11,-1-1,0 0,1 1,-1 0,0 0,0 0,-1 1,1-1,0 1,-1 0,1 0,-1 0,0 0,0 1,0-1,-1 1,1 0,-1-1,0 1,0 1,0-1,-1 0,1 0,-1 1,0 0,-1 6,-1 0,0 0,-1 0,0 0,-1 0,0 0,0 0,-2-1,1 0,-1 0,-1 0,1 0,-2-1,1 0,-1 0,-1 0,0-1,0-1,0 1,-1-1,0-1,-2 2,-3 4,-1-1,-1 0,0-1,0 0,-1-1,0-1,0-1,-1-1,-1 0,-1-5,8-6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3.8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0,'54'222,"-32"-130,-5 2,-3 0,-4 1,-4 38,-17-53,10-80,0 0,0 0,1 0,-1 0,0 0,1 0,-1 0,0 0,1 0,-1 0,0 0,0 0,1-1,-1 1,0 0,1 0,-1-1,1 1,-1 0,0-1,1 1,-1-1,1 1,-1-1,1 1,-1-1,1 1,-1-1,1 0,0 1,-1-1,1 1,0-1,0 0,-1 1,1-1,0 0,0 1,0-1,0 0,0 0,0 1,0-1,0 0,0 1,0-1,0 0,0 0,-3-17,0 0,0 0,2 0,0 0,2-1,0 1,0 0,2 0,0 0,2 0,-1 1,2-1,3-6,-6 18,0 0,0 0,0-1,1 2,0-1,0 0,1 1,-1 0,1 0,0 0,0 1,1-1,0 1,-1 0,1 1,1 0,-1 0,0 0,1 1,-1-1,1 2,0-1,0 1,0 0,-1 0,1 1,0 0,0 0,0 0,0 1,0 0,0 1,-1 0,6 2,-3 0,0 0,-1 1,0 1,0-1,-1 1,1 1,-1-1,0 1,-1 1,0-1,0 1,-1 0,0 0,0 1,-1-1,0 1,0 0,-1 0,0 1,1 8,-2-11,-1-1,0 1,-1-1,0 1,0-1,0 1,0-1,-1 1,0-1,-1 1,1-1,-1 0,-1 0,1 1,-1-1,0-1,0 1,-1 0,1-1,-1 0,-1 0,1 0,-1 0,1-1,-2 0,1 0,0 0,-1 0,1-1,-1 0,0 0,3-1,0 0,-1 0,1 0,0-1,0 1,-1-1,1 0,-1 0,1 0,-1 0,0-1,1 1,-1-1,0 0,1 0,-1-1,0 1,1-1,-1 1,1-1,-1 0,1-1,-1 1,1 0,0-1,-1 0,1 0,0 0,0 0,0 0,1-1,-1 1,1-1,-1 0,1 0,0 0,-2-2,4-3,0 0,0 0,0 1,1-1,0 0,1 1,0-1,0 1,1-1,-1 1,2 0,-1 0,1 0,0 1,0-1,1 1,0 0,0 0,0 0,1 1,0-1,5-6,0 1,0 0,1 0,1 1,0 0,0 1,1 1,0 0,0 1,1 0,-1 2,2-1,-1 2,1 0,-1 1,1 0,8 1,-20 2,-1 0,1 1,-1-1,1 1,-1 0,0 0,1 0,-1 1,0-1,0 1,0 0,0-1,0 2,0-1,0 0,-1 0,1 1,-1 0,1-1,-1 1,0 0,0 0,0 0,-1 0,1 1,-1-1,0 0,0 1,0-1,0 1,11 112,-12-106,0 143,0-152,0 0,0 1,0-1,0 0,0 0,0 0,1 0,-1 1,0-1,1 0,-1 0,1 0,-1 0,1 0,0 0,-1 0,1 0,0 0,0 0,-1-1,1 1,0 0,0 0,0-1,0 1,0-1,0 1,0-1,0 1,1-1,-1 1,0-1,0 0,0 0,1 1,11-4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4.1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45 9,'-16'-5,"-3"2,9 4,15 6,16 5,4 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4.51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0,'108'866,"-105"-822,18 87,-20-130,-1 0,0 0,0 0,1 0,-1 0,0 0,1 0,-1 0,1 0,0-1,-1 1,1 0,-1 0,1-1,0 1,0 0,-1-1,1 1,0-1,0 1,0-1,0 1,0-1,-1 0,1 1,0-1,0 0,0 0,0 1,0-1,0 0,0 0,0 0,0 0,0-1,0 1,0 0,0 0,0-1,0 1,0 0,0-1,0 1,-1-1,1 1,0-1,0 1,0-1,-1 0,1 0,42-40,-38 35,36-46,-2-1,23-44,-31 47,-18 43,-12 30,-4 8,0 97,3-122,1 1,0-1,0 0,1 1,0-1,0 0,0 0,1 0,0-1,0 1,0-1,1 1,-1-1,2 0,-1-1,0 1,1-1,1 2,10 4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4.78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 22,'-4'-9,"-2"-4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5.07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97,'16'-11,"21"-6,25-3,24 2,19 5,8 3,0 5,-20 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5.577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1,'-2'14,"6"13,9 14,13 13,19 9,15 5,14 0,9-2,5-6,-1-8,-9-11,-18-13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5.86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316 0,'-20'10,"0"1,0 1,2 1,-1 0,2 1,0 1,1 1,-12 14,12-12,2 1,0 1,1 0,1 0,0 1,2 1,1 0,1 0,0 1,2 0,0 0,2 1,-1 20,2 1,2 1,3-1,1 0,2 1,3-2,10 38,9 22,43 215,-62-252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7.93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0,'14'18,"16"18,14 14,13 9,8 7,5 3,-3-1,-6-3,-11-6,-12-8,-10-13,-10-13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8.25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0,'-2'32,"-2"0,-1-1,-2 1,-1-1,-12 27,9-23,-22 72,4 1,5 2,2 19,17-90,2 0,1 0,3 0,1 0,1 0,3 0,1-1,2 0,1 0,14 33,69 117,-70-142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8.5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14,'19'-2,"21"-1,24 0,20 0,12 2,0 0,-16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18.88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1,'20'7,"26"2,22-1,18-1,11-4,-12-3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20.06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0,'2'14,"8"18,11 17,13 16,13 13,11 10,10 0,5-3,1-4,-3-10,-9-12,-12-13,-16-16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20.3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432 1,'-20'18,"-16"22,-12 20,-5 18,-4 12,1 6,4 3,8-5,11-10,12-16,10-19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20.6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14,'19'-2,"16"-1,17 0,15 1,12 0,7 1,-3 1,-6 0,-14 0,-18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20.9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0,'-16'21,"-5"22,3 19,9 19,11 13,9 6,4-14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22.58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41,'20'-5,"19"-1,16-2,10 1,5 1,0 1,-7 3,-13 0,-14 4,-13 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35.34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114 0,'-13'324,"-1"-22,14-302,0 0,-1 1,1-1,0 0,0 1,-1-1,1 0,0 1,0-1,-1 1,1-1,0 0,0 1,0-1,0 1,0-1,0 0,0 1,0-1,0 1,0-1,0 1,0-1,0 0,0 1,0-1,0 1,0-1,0 0,1 1,-1-1,0 1,0-1,0 0,1 1,-1-1,0 0,1 1,-1-1,0 0,1 0,-1 1,0-1,1 0,-1 0,0 0,1 1,-1-1,1 0,-1 0,0 0,1 0,-1 0,1 0,-1 0,1 0,-1 0,0 0,1 0,-1 0,1 0,10-31,-10 25,0 0,0 1,1-1,0 1,0-1,0 1,1 0,-1 0,1 0,1 0,-1 0,1 1,-1-1,1 1,1 0,-1 0,0 1,1-1,0 1,0 0,0 0,0 1,0 0,1-1,1 2,0 0,0 0,0 1,0 0,1 0,-1 1,0 0,-1 0,1 0,0 1,0 0,0 1,-1-1,0 1,1 0,-1 1,5 3,3 3,1 1,-2 0,1 1,-1 1,-1 0,5 8,44 81,-60-99,1 1,-1 0,0 0,0 0,0 0,0 0,-1 1,1-1,-1 0,0 0,-1 0,1 0,-1 1,0-1,0 0,0 0,0 0,-1-1,1 1,-1 0,0 0,0-1,-1 1,1-1,-1 0,1 0,-1 1,-14 7,0 0,-1-1,0 0,0-2,-1 0,0-1,0-1,-1-1,-17 3,18-4,-216 45,231-49,10-4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43.9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2733 119,'0'-1,"0"-1,0 1,0 0,-1 0,1 0,0-1,-1 1,1 0,-1 0,0 0,1 0,-1 0,0 0,1 0,-1 0,0 0,0 0,0 0,0 0,0 1,0-1,0 0,0 1,0-1,0 1,-1-1,1 1,0 0,0-1,0 1,-1 0,1 0,0 0,0 0,-1 0,1 0,-1 0,-48 7,35-2,0 2,1 0,-1 0,2 2,-1 0,1 0,0 1,1 0,0 1,1 1,0 0,1 1,0-1,-3 8,5-2,2 0,-1 1,2 0,1 0,0 0,1 0,1 0,1 1,1-1,0 1,2-1,1 11,-1-6,-3-13,1 1,0-1,1 1,0-1,1 1,0-1,1 0,0 0,1 0,0-1,1 1,0-1,1 0,0 0,0-1,1 1,0-1,1-1,0 0,0 0,1 0,0-1,0 0,1-1,-1 0,9 3,10-1,1-2,-1-1,1-1,0-1,10-2,53 6,258 7,-154-1,507-14,-236-12,99 0,596 13,-1018 14,-116-15,-1 0,0-1,0-2,0-1,12-5,-28 5,-1-1,1 0,-2 0,1-1,-1-1,0 0,0 0,-1-1,0 0,0 0,-1 0,-1-1,1-1,-2 1,1-1,-1 0,-1 0,8-20,-2 0,-1 0,-2-1,0 0,-3-1,0 1,-2-20,-2 38,0 0,-2-1,1 1,-2 0,0 0,0 0,-2 0,0 0,0 1,-1 0,-2-3,-31-88,35 100,0 0,0 0,-1 0,0 1,0-1,0 1,0 0,-1 0,1 1,-1 0,1 0,-1 0,0 1,0 0,1 0,-1 0,0 1,0-1,0 1,0 1,0-1,0 1,-5 2,-189 12,-49-2,154-4,0-4,-7-4,-84 3,-398 5,388-10,-86-34,-27 16,27 6,-147 5,64-12,3 21,327 3,0 1,1 2,0 1,0 1,-12 7,4 7,24-11</inkml:trace>
  <inkml:trace contextRef="#ctx0" brushRef="#br0" timeOffset="6189.036">702 132,'-3'-5,"1"-1,-2 1,1 0,-1 0,1 0,-2 1,1 0,0-1,-1 1,0 1,1-1,-1 1,-1 0,1 0,-1 0,1 1,-1-1,0 2,1-1,-1 0,0 1,0 0,0 1,0-1,0 1,0 1,-2-1,-34 5,0 2,1 2,0 2,0 1,2 2,-4 4,33-15,-175 75,181-75,-1-1,0 0,0 1,1 0,-1 0,1 1,0-1,0 1,0 0,1 0,-1 0,1 0,0 1,0-1,0 1,1 0,0 0,0 0,0 0,0 0,1 0,0 1,0-1,0 0,1 1,0-1,0 1,3 17,1-1,1 0,1 0,1 0,1 0,1-1,1-1,11 18,-13-22,0 3,0 0,1-1,1 0,1-1,1 0,0-1,1 0,1-1,0 0,1-1,1-1,0 0,0-1,1-1,11 5,-5-9,1-1,-1 0,1-2,1-1,-1-1,0-1,1-1,-1-1,1-1,-1-1,0-1,0-2,19-6,-22 5,0-1,0-1,-1 0,0-2,-1 0,0-2,-1 0,0 0,-1-2,-1 0,0-1,-1-1,-1 0,-1-1,0-1,-1 0,-1 0,-1-1,-1-1,0 0,-2 0,0 0,-2-1,0 0,0-15,-5 25,0 0,-2 0,0-1,0 1,-1 0,0 1,-1-1,0 0,-1 1,-1 0,1 0,-2 1,1-1,-2 2,1-1,-1 1,-1 0,-6-6,-6-3,-2 0,0 1,-1 1,0 1,-1 1,-1 2,-14-5,28 11,-1 0,-1 2,1 0,-1 0,1 1,-1 1,0 0,0 1,0 0,0 2,0-1,0 2,0 0,0 0,0 1,1 1,0 0,-1 1,2 1,-1 0,-1 1,-10 10,1 0,0 2,2 0,0 2,-17 22,-28 38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5:58.9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10256 391,'16'0,"12"0,9 0,3 0,6-2,-2-3,-3-1,-6 1,-12 1,-14 1,-9 2</inkml:trace>
  <inkml:trace contextRef="#ctx0" brushRef="#br0" timeOffset="402.929">10243 391,'0'27,"-2"-1,-1 0,-1 0,-1 0,-1 1,5-26,0 0,1 0,-1 0,0 0,1 0,-1 0,1 0,-1 0,1 0,0 0,-1 0,1 0,0 0,0 1,0-1,0 0,0 0,0 0,0 0,0 0,0 1,0-1,1 0,-1 0,0 0,1 0,-1 0,1 0,0 0,-1 0,1 0,-1 0,1 0,0 0,0-1,0 1,0 0,-1 0,1-1,0 1,0-1,0 1,0-1,0 1,1-1,-1 1,0-1,0 0,0 0,0 0,1 1,130-36,-127 33,0 1,-1 0,1 1,0-1,-1 1,1 0,0 0,0 0,-1 1,1-1,0 1,-1 1,1-1,-1 0,1 1,-1 0,0 0,0 1,0-1,0 1,0-1,0 1,-1 1,1-1,-1 0,0 1,0 0,0-1,0 1,-1 1,0-1,2 4,-3-4,1 1,-1 0,-1 0,1 0,-1 0,0-1,0 1,0 0,0 0,-1 0,0 0,0 0,0-1,-1 1,0 0,0-1,0 1,0-1,-1 0,1 0,-1 0,0 0,0 0,-1-1,1 1,-1-1,-2 2,-7 6,-1-1,0 0,-1-1,0 0,-1-1,1-1,-6 1,-7 1,6-3</inkml:trace>
  <inkml:trace contextRef="#ctx0" brushRef="#br0" timeOffset="-3289.492">9200 378,'3'0,"4"0,7 0,4 0,7 0,4 0,3 0,1 0,-1 0,-3-2,-11-3,-9-1</inkml:trace>
  <inkml:trace contextRef="#ctx0" brushRef="#br0" timeOffset="-878.605">9294 312,'5'-3,"-1"1,0 1,1-1,-1 1,1 0,-1 0,1 0,0 0,-1 1,1 0,0 0,-1 0,1 0,0 1,-1 0,1 0,0 1,-4-2,4 0,1 0,-1 1,0-1,1 1,-1 1,0-1,0 1,1 0,-2 0,1 0,0 1,0 0,-1 0,1 0,-1 0,0 1,0-1,0 1,-1 0,1 0,-1 1,0-1,0 1,0 0,-1-1,2 5,-5-5,-1 0,1 0,-1 0,0 0,0 0,0 0,0-1,-1 1,0-1,1 1,-1-1,0 0,-1 0,1 0,0-1,-1 1,0-1,1 0,-1 0,0 0,0 0,0-1,-1 1,1-1,-3 0,-90 27,179-16,-1 22,-79-32,1 0,-1 0,0 0,1 0,-1 1,0-1,0 1,-1 0,1-1,-1 1,1 0,-1 0,0 0,0 0,0 0,0 0,-1 0,1 0,-1 1,0-1,1 0,-2 0,1 0,0 0,-1 1,0 0,-2 3,-2 1,1-1,-1 0,0 0,0 0,-1 0,0-1,0 0,-1-1,0 1,0-1,0 0,0-1,-1 0,0 0,0 0,0-1,0-1,0 1,-1-1,1-1,-8 2,-52 4,83-15,5 2</inkml:trace>
  <inkml:trace contextRef="#ctx0" brushRef="#br0" timeOffset="-587.909">9696 539,'18'0,"12"0,9 0,4 0,2-2,-3-1,-5 0,-8 1,-10-2,-9-1</inkml:trace>
  <inkml:trace contextRef="#ctx0" brushRef="#br0" timeOffset="-278.777">9829 338,'0'18,"0"13,0 10,0 8,0 2,-2-1,-1-3,-3-3,1-6,0-7,4-8,4-8,2-8</inkml:trace>
  <inkml:trace contextRef="#ctx0" brushRef="#br0" timeOffset="-3999.458">8492 565,'9'0,"8"0,5 0,3 0,3 0,3-2,3-1,2 0,2 1,0 0,-5 1,-6 1,-12 2,-8 1</inkml:trace>
  <inkml:trace contextRef="#ctx0" brushRef="#br0" timeOffset="-3751.774">8532 726,'18'0,"13"0,8 0,2 0,1 0,-1 0,1 0,-3 0,-1 0,-3 0,-6 0</inkml:trace>
  <inkml:trace contextRef="#ctx0" brushRef="#br0" timeOffset="6178.473">8251 178,'-10'-8,"0"1,-1 0,0 1,0 0,-1 1,1 0,-1 1,0 0,-1 1,1 0,-1 1,1 0,-1 1,1 0,-1 1,0 1,0 0,-2 1,-5 1,1 1,0 1,0 1,1 0,-1 2,1 0,1 1,0 0,0 2,1 0,-7 6,14-9,1 0,1 1,-1-1,1 2,1-1,0 1,0 0,1 0,0 0,0 1,2-1,-1 1,1 0,0 5,-3 17,2 0,1 0,2 1,1 8,-1-28,1 1,0-1,2 1,-1-1,1 0,1 1,1-1,0-1,1 1,0 0,1-1,1 0,0 0,0-1,1 0,1 0,0-1,1 0,0-1,0 0,1 0,1-1,-1-1,5 2,17 3,1-2,1-1,0-1,0-2,1-2,-1-1,1-2,20-1,-42 1,1-1,0 0,-1 0,1-2,0 0,0 0,-1-2,1 1,-1-2,0 0,0-1,0 0,-1-1,0-1,0 0,0 0,5-6,-6 2,0-1,0 0,-1-1,-1-1,0 0,-1 0,-1 0,0-1,0-1,-2 1,0-1,-1 0,0-1,-2 1,0-1,0 0,-2 0,0 1,-1-1,-1 0,0 0,-1 0,-1 0,-1 1,0-1,-1 1,-1 0,0 1,-1-1,-1 1,0 1,-1-1,-1 1,0 1,-1 0,-1 0,-8-7,7 11,0 0,-1 1,0 1,0 0,-1 0,0 2,0 0,0 0,-1 2,1 0,-1 1,0 0,0 1,0 1,0 0,0 2,1-1,-1 2,0 0,1 1,-6 3,-100 33,3 9</inkml:trace>
  <inkml:trace contextRef="#ctx0" brushRef="#br0" timeOffset="11967.489">56 258,'-7'15,"0"0,1 0,1 1,0-1,1 1,1 0,1 0,0 1,1 0,-1-2,-4 31,2-1,2 1,2 0,4 21,-3-58,0-1,0 1,1-1,0 1,1-1,0 0,0 0,1 0,-1 0,2-1,2 4,-3-8,0-1,0 0,1 0,-1 0,1-1,-1 0,1 0,0 0,-1 0,1 0,0-1,-1 0,1 0,0-1,0 1,-1-1,1 0,0 0,-1 0,1-1,12-1,42-3,1 2,0 2,13 4,185 52,-66-46,31-2,-145-7,180-12,-29 21,182-2,-170 7,634-14,-554 16,-275-15,46 0,0 4,16 6,169 12,-251-20,16-1,-1 2,1 2,-1 1,37 12,-46-10,0-2,1-1,-1-1,1-2,12-2,110 13,-111-5,42 9,0-4,55-1,126-4,-67-3,-39-40,-157 34,14-3,-1 0,1-1,0-1,-1 0,0-2,-1 0,8-5,-20 8,0 0,0-1,-1 1,0-1,0 1,-1-1,1 0,-1 0,0 0,-1-1,1 1,-1 0,-1-1,1 1,-1-1,0 1,-1 0,1-1,-1 1,-1-4,1-16,7-232,-1-34,-5 287,0 0,0 0,-1 0,0 0,0 0,0 0,0 1,-1-1,1 0,-1 0,-1 1,1 0,0-1,-1 1,0 0,0 0,-1 0,1 1,-1-1,1 1,-1 0,0 0,0 0,-1 0,1 1,0-1,-1 1,0 0,1 1,-2-1,-58-13,0 4,-1 2,0 2,-56 3,94 3,-767-1,-78 16,112 26,652-32,-475 25,185-20,-288-14,402 15,-75-14,325 3,1 1,1 2,-1 2,-14 5,22-2,20-7</inkml:trace>
  <inkml:trace contextRef="#ctx0" brushRef="#br0" timeOffset="13492.362">7837 204,'1'0,"0"-1,0 0,0 0,0 0,0 0,0-1,-1 1,1 0,0 0,-1 0,1-1,-1 1,1 0,-1-1,0 1,1 0,-1-1,0 1,0 0,0-1,0 1,0-1,0 1,0 0,-1-1,0-3,0 0,0 0,0 0,-1-1,0 1,0 1,-1-1,1 0,-1 0,0 1,0 0,-1 0,1 0,-1 0,0 0,0 0,0 1,0 0,-1 0,-3-2,-101-42,60 36,-1 2,-1 3,1 1,-1 3,0 2,0 2,1 3,-1 2,-29 8,15-1,0 2,2 4,0 2,1 3,-51 29,-329 171,323-159,96-53,18-13</inkml:trace>
  <inkml:trace contextRef="#ctx0" brushRef="#br0" timeOffset="14052.89">6513 110,'-30'17,"0"1,1 0,1 3,1 0,1 2,1 0,-5 8,18-19,-24 21,2 2,1 2,2 0,-19 31,40-41,10-27,1 1,-1-1,0 1,0-1,0 1,1-1,-1 0,0 1,0-1,1 1,-1-1,0 0,1 1,-1-1,1 0,-1 1,0-1,1 0,-1 1,1-1,-1 0,1 0,-1 0,1 0,-1 1,1-1,-1 0,1 0,-1 0,1 0,-1 0,1 0,-1 0,1 0,-1 0,1-1,-1 1,1 0,-1 0,1 0,-1-1,1 1,-1 0,1 0,-1-1,0 1,1-1,40-11,102-24,-84 33,0 3,-1 1,39 8,-96-8,1-1,-1 1,1-1,-1 0,1 1,0-1,-1 0,1 0,-1 0,1 0,-1-1,1 1,0 0,-1-1,1 1,-1-1,1 1,-1-1,0 0,1 1,-1-1,0 0,1 0,-1 0,0 0,0 0,0 0,0-1,0 1,0 0,0-1,0 1,-1 0,1-1,0 1,-1-1,1 1,-1-1,1 1,-1-1,0-1,0-11,-2 0,1 0,-2 1,0-1,0 0,-2 1,1 0,-2 0,0 0,0 1,-1 0,-1 0,-2-3,-1-4,-1 0,0 1,-2 0,0 1,-1 0,0 2,-2-1,0 1,13 13,0 0,0 0,0 1,0-1,-1 1,1 0,0 0,-1 0,1 0,0 1,-1 0,1 0,-1 0,1 0,-1 1,1 0,0 0,0 0,-1 0,1 1,0 0,0-1,0 1,0 1,-2 1,-39 20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6:40.90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8 28,'26'-10,"256"-6,131 15,-197 2,217-1,-275 13,-116-10,0 1,0 2,-1 2,0 2,22 9,103 42,-153-53,0 1,-1 1,0 0,-1 1,0 0,0 0,-2 1,1 1,-1 0,-1 0,-1 0,0 1,0 0,-1 1,-1-1,-1 1,0 0,0 1,15 39,8 34,-3 1,-4 1,-5 1,4 91,-6-67,10 145,21-7,-34-201,-2-11,-1 1,-2 1,-1 23,-19 154,8 82,1-59,7-158,-3 0,-9 38,-36 209,-8-13,39-104,-28 210,41-381,-2-1,-2 1,-2-1,-1-1,-3 0,-5 9,-12 33,18-46,-2-1,-2 0,-1-1,-2-1,-21 31,-1-17,-3-2,-2-1,-1-3,-33 22,53-44,-1-1,-1-2,-1 0,0-2,-2-1,1-2,-13 3,9-5,-1-1,0-2,-1-2,0-1,0-1,-7-2,-366 18,-189 21,576-40,1 0,-1 2,1 0,0 1,0 2,-1 1,2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6:44.0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2914 233,'-29'-14,"0"1,-1 2,0 1,-1 2,0 1,0 1,-1 1,1 2,-26 1,7-1,0-3,0-2,-18-6,-66-32,95 30,-1 3,0 1,0 1,-10 1,-56 1,0 4,-70 7,34 0,92-2,0 1,0 3,1 2,0 2,0 2,1 3,-30 11,64-18,-251 111,206-86,38-22,0 1,1 1,0 0,1 2,0 0,1 1,0 1,1 0,1 2,1 0,0 0,1 2,0 1,-13 37,2 2,-14 50,13-32,-10 18,5 3,-18 99,23-51,-37 110,20-110,6 2,7 1,6 1,-4 144,29-174,15 106,-6-111,-1-14,5-1,3-1,22 62,13 23,-7 2,-4 29,-3 94,-31-230,61 573,-62-618,2-1,1 0,1-1,2 0,1 0,1-1,2-1,1-1,1 0,2-1,13 13,9 9,3-2,2-2,1-3,3-1,1-3,2-2,1-2,2-3,2-3,6 1,-22-13,1-3,0-1,1-2,0-2,0-2,29 0,277-5,265-31,-528 34,-82 1,-13-4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28.30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97 0,'-13'19,"-8"14,1 11,4 12,3 7,6 10,2 5,4 4,0-2,4-2,1-6,0-8,-1-13,1-14,0-15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28.65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47 0,'-1'11,"0"0,0 0,1 0,1 0,-1 0,2 0,0-1,0 1,1 0,0-1,1 1,0-1,0 0,7 9,2 3,1 0,2-1,0-1,1 0,15 12,25 19,2-3,58 35,8 7,-123-88,9 5,0 0,-1 2,0-1,0 1,-1 1,0-1,-1 1,0 1,-1 0,0 0,1 4,-7-12,0 1,0 0,0 0,-1 0,0-1,1 1,-1 0,-1 0,1 0,-1 0,1 0,-1-1,0 1,-1 0,1-1,-1 1,1-1,-1 1,0-1,0 0,0 1,-1-1,1-1,-2 2,-74 63,-16-10,-3-4,-1-4,-3-4,-8-3,53-19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33.2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2489 17,'18'-16,"-617"490,406-329,-879 658,490-373,532-390,42-39,6-8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33.52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2,'14'-1,"0"1,0 0,-1 1,1 1,0 0,0 1,-1 0,10 4,-10-3,156 53,-2 7,149 81,909 477,-802-402,-371-193,62 31,-2 5,38 33,-138-89,0 1,-1 1,0 0,0 1,-1-1,0 2,-1 0,0 0,-1 1,3 4,-5 27,-17-9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37.2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662 252,'-2'-10,"1"0,-1 0,-1-1,0 1,0 0,-1 1,0-1,-1 1,0 0,0 0,-1 0,0 1,-1 0,0 0,0 0,0 1,-1 0,0 1,-9-6,1 2,-1 1,0 0,0 1,0 1,-1 1,0 0,0 1,-1 2,0-1,1 2,-1 1,0 0,0 1,0 1,0 1,1 1,-1 0,1 1,-10 4,16-2,1 0,0 0,1 1,-1 0,1 1,1 0,-1 1,2 0,-1 0,1 1,1 0,-1 0,2 1,0 0,0 0,1 1,0 0,1 0,0 0,-1 9,0 0,1 0,2 1,0 0,1 0,1 0,1-1,1 1,1 0,1-1,0 1,6 11,-3-13,2-1,0 0,1-1,1 0,0-1,2 0,0 0,0-2,2 0,0 0,0-1,2-1,0-1,0 0,1-1,0-1,1-1,0 0,0-2,1 0,19 4,-7-3,0-2,1-1,0-1,0-2,0-1,0-2,0-1,0-2,0-1,-1-1,14-6,27-13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39.77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0 217,'100'-40,"302"-127,-364 157,-38 15,-11 5,-5 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0.1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1 362,'3'-4,"0"0,0 0,1 0,-1 0,1 1,0-1,0 1,0 0,1 1,-1-1,0 1,4-2,3-2,350-168,-62 42,-285 127,-18 8,-12 7,10-4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1.6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0 355,'12'-2,"0"1,0-2,-1 1,0-2,1 1,-1-2,8-3,3-1,391-181,-154 66,-244 121,-35 19,18-14,-121 89,79-58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1.99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1 328,'18'-7,"20"-9,17-9,12-6,10-6,4-2,0-2,-2 1,-8 6,-12 8,-12 9,-14 7,-13 5,-13 6,-12 5,-6 2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2.81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0 338,'16'-4,"19"-9,17-9,18-7,15-8,9-7,5-3,-4 3,-8 3,-17 10,-20 11,-28 15,-29 16,-27 16,-24 12,-17 11,3-3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3.09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0 324,'23'-10,"19"-6,15-9,13-6,12-5,10-2,8-3,2 2,-4 5,-9 8,-17 9,-19 7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3.52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1 257,'25'-9,"22"-10,21-8,17-9,10-6,1 1,-8 5,-16 8,-20 11,-26 16,-32 16,-13 7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3.8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1 336,'18'-7,"22"-11,24-12,27-12,25-12,18-9,4-2,-21 9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5.0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2777 0,'-298'201,"-191"173,-53 84,92-76,-336 265,588-458,184-174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45.42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0,'23'11,"0"0,-2 1,1 1,-2 1,0 1,5 5,0 0,238 183,249 192,250 130,-295-258,34-9,-450-233,32 15,-2 3,-2 3,-3 4,2 6,-1 16,-28-12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54.9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 16,'182'-11,"-352"61,156-44,46-5,187-63,-458 163,416-174,-111 48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57.65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223 0,'-1'0,"-1"0,1 0,-1 0,1 1,-1-1,1 0,-1 1,1-1,-1 1,1 0,-1-1,1 1,0 0,-1 0,1 0,0 0,0 0,-1 0,1 0,0 0,0 0,0 1,0-1,1 0,-1 1,0-1,1 1,-1-1,1 1,-103 216,85-174,2 1,2 0,2 1,-3 31,8-52,4-21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58.278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35 1,'-3'6,"1"0,0 0,-1 1,2-1,-1 0,1 1,0 0,1-1,-1 1,1 0,1-1,-1 1,1-1,0 1,1-1,-1 1,1-1,1 0,1 4,0-1,1-1,-2 1,1-1,-1 1,-1 0,1 0,-1 0,-1 1,0-1,0 0,-1 3,-7-7,0-21,-33-159,39 174,0 0,1 1,-1-1,0 0,1 0,-1 0,1 0,-1 0,1 0,-1 0,1 0,0-1,-1 1,1 0,0 0,0 0,0 0,0 0,0 0,0-1,0 1,0 0,1 0,-1 0,0 0,1 0,-1 0,1 0,-1 0,1 0,-1 0,1 0,0 0,-1 0,1 0,0 1,0-1,0 0,0 0,0 1,0-1,0 1,0-1,0 1,0-1,0 1,1-1,147 0,-147 1,65 8,-65-7,-1-1,0 0,1 1,-1-1,0 0,1 1,-1-1,0 1,0 0,0-1,0 1,1 0,-1 0,0 0,0 0,0 0,-1 0,1 0,0 0,0 0,0 0,-1 1,1-1,-1 0,1 0,-1 1,1-1,-1 0,0 1,0-1,0 0,1 1,-1-1,-1 0,1 1,0-1,0 0,0 1,-1-1,1 0,0 1,-1-1,0 0,1 0,-1 1,-6 9,-1-1,1 1,-2-2,1 1,-1-1,-1-1,-8 7,-9 8,-33 41,50-48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7:59.80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323 0,'-32'36,"1"2,2 1,1 1,2 1,3 1,0 1,3 2,2 0,2 0,2 2,-7 39,-7 45,21-114,0-5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00.34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1,'4'21,"2"0,1-1,0 0,2 0,0 0,1-1,1-1,1 0,0 0,6 5,44 72,-41-35,-21-60,-1 0,0 0,1 0,-1 0,1 0,-1 0,0 0,1 0,-1 0,0 0,1 0,-1 0,1 0,-1-1,0 1,1 0,-1 0,1-1,-1 1,1 0,-1-1,1 1,-1 0,1-1,-1 1,1-1,0 1,-1-1,1 1,-1-1,1 1,0-1,0 1,-1-1,1 0,0 1,0-1,0 1,0-1,0 0,0 1,0-1,0 0,0 1,0-1,-42-101,-28-53,63 145,-12-34,47 38,189 18,-149-5,-67-7,-1 1,1-1,0 0,0 1,-1-1,1 1,0-1,-1 1,1-1,0 1,-1-1,1 1,-1 0,1-1,-1 1,1 0,-1-1,0 1,1 0,-1 0,0 0,1-1,-1 1,0 0,0 0,0 0,0-1,0 1,0 0,0 0,0 0,0 0,0-1,0 1,0 0,-1 0,1 0,0-1,-1 1,1 0,-1 0,1-1,0 1,-1 0,0-1,1 1,-1 0,-10 14,0 0,-1 0,-1-1,0-1,-1 0,0-1,-3 1,-1 3,-52 42,1-4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03.99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65 328,'2'-1,"-2"0,1 0,0 0,-1 0,1 0,0 0,0 0,0 0,0 0,0 1,0-1,0 0,0 1,0-1,0 1,0-1,0 1,1 0,-1-1,0 1,0 0,0 0,1 0,-1 0,0 0,0 0,1 0,-1 0,0 0,0 0,0 1,1-1,-1 1,0-1,0 1,0-1,0 1,0 0,0-1,0 1,0 0,0 0,0 0,2 7,-1 1,0-1,0 1,-1 0,0 0,-1 0,1 0,-2 0,0 1,1 13,-4 300,1-295,3-27,0-1,0 0,0 1,1-1,-1 1,0-1,0 0,0 1,0-1,0 0,0 1,0-1,0 0,0 1,0-1,-1 1,1-1,0 0,0 1,0-1,0 0,0 1,-1-1,1 0,0 1,0-1,-1 0,1 0,0 1,0-1,-1 0,1 0,0 0,-1 1,1-1,0 0,-1 0,1 0,0 0,-1 0,1 1,0-1,-1 0,1 0,0 0,-1 0,1 0,-1 0,1 0,0 0,-1-1,1 1,0 0,-1 0,1 0,0 0,-1 0,1-1,0 1,-1 0,1 0,0-1,-32-72,26 54,-12-43,4-1,2 0,3 0,1-34,6 71,1-1,2 1,0 0,2 0,5-20,-6 37,0 0,1 0,0 0,0 1,1 0,0-1,1 1,0 1,0-1,0 1,1 0,0 0,1 0,-1 1,1 0,1 1,-1-1,3 0,3 0,1 0,-1 1,1 0,1 1,-1 1,1 0,-1 1,1 1,0 0,0 1,-1 0,1 1,0 1,-1 0,1 1,-1 1,0 0,0 1,0 1,8 4,-17-7,0 0,0 1,0 0,-1 0,1 0,-1 0,0 1,0-1,-1 1,1 0,-1 0,0 1,-1-1,1 1,-1-1,0 1,0 0,-1 0,0 0,0 0,0 0,-1 0,1 0,-1 0,-1 0,1 0,-1 0,0 0,-1 0,0-1,1 1,-2 0,1-1,-1 1,0-1,0 1,-13 19,-2 0,0-2,-2 0,0-1,-1-1,-2-1,0-1,-1-1,0-1,-12 5,14-7,59-18,-22-2,0 1,0 1,0 0,1 1,-1 1,1 1,-1 0,1 0,-1 2,0 0,1 1,-1 0,0 1,0 1,-1 0,0 1,0 1,0 0,0 1,-1 0,-1 1,9 8,-13-10,0 1,-1 0,-1 0,1 1,-1 0,-1 0,0 1,0-1,0 1,-2 0,1 0,-1 1,-1-1,1 1,-2-1,0 1,0 0,-1 0,0-1,-1 1,0 0,-1-1,0 1,0-1,-1 1,-1-1,0 0,0 0,-1 0,0-1,-2 2,-6 6,-1-1,-1-1,0-1,-1 0,-1 0,0-2,-1 0,0-1,0-1,-2-1,1-1,-1 0,0-1,0-2,-1 0,-17 2,-36-7,72 0,-1 0,1-1,0 1,-1-1,1 1,0-1,0 0,0 0,-1 0,1 0,0-1,0 1,0 0,1-1,-1 1,0-1,1 0,-1 0,1 0,-1 0,1 0,0 0,0 0,0 0,0 0,0 0,0-1,0-1,1-10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04.40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2033 1,'-21'18,"-20"18,-21 15,-23 19,-23 14,-23 17,-23 13,-20 10,-13 7,-7 3,5-2,14-8,19-11,27-16,26-18,28-17,27-20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04.74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91,'0'-4,"-1"1,1 0,0 0,0-1,0 1,1 0,-1 0,1-1,0 1,-1 0,1 0,1 0,-1 0,0 0,1 0,0 0,-1 0,1 1,0-1,1 1,-1-1,0 1,1 0,-1 0,1 0,0 0,2-1,3 0,1 1,-1 0,0 1,1 0,-1 0,1 1,-1 0,1 0,0 1,-1 0,7 2,49 12,0 2,-1 3,-2 2,51 27,-106-46,481 231,301 205,-480-262,-154-90,75 42,117 92,-243-144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15.7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921 17,'-3'-2,"-1"0,0 0,0 0,0 1,1 0,-1 0,-1 0,1 0,0 1,0-1,0 1,0 0,0 0,-1 1,-5-1,-162 2,37 53,-106 38,230-86,1 0,0 0,1 1,-1 0,2 1,-1 0,1 0,-4 7,-19 20,-14 9,29-31,1 0,1 2,0 0,1 0,1 2,-1 0,7-2,0 0,1 0,0 1,2 0,0-1,1 1,-1 17,-1 9,2-28,-1 105,6-114,0-1,0 1,1-1,-1 0,1 0,1-1,-1 1,1-1,0 0,0 0,0 0,0-1,0 0,1 0,0 0,0-1,-1 1,1-1,0-1,1 1,-1-1,0 0,0-1,1 0,2 0,-1 2,30 5,-1-1,1-2,1-2,-1-1,0-2,0-1,0-3,0-1,12-4,-6-2,-1-2,-1-1,0-3,-1-1,-1-2,0-2,-2-1,12-12,-21 8,-1-1,-1-2,-2 0,-1-2,-2 0,-1-2,-2 0,-1-1,-2-1,-1 0,-2-2,-7 24,-1 0,0-1,-1 1,0-1,-1 0,-1-1,-1 1,0 0,-1 0,-1-5,0 18,0-1,0 1,0 0,0 0,-1-1,1 1,-1 0,0 0,0 0,0 1,0-1,0 0,-1 1,1-1,-1 1,0 0,1 0,-1 0,0 0,0 0,-1 1,1 0,0-1,0 1,-1 0,1 0,-1 1,-2-1,-5 0,-1 0,0 0,0 1,0 1,1 0,-1 1,0 0,0 1,-4 1,-1 1,1 1,0 0,0 1,0 1,1 0,-9 7,8-2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13.6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1088 745,'-8'-5,"0"0,0 0,0 1,-1 0,1 0,-1 1,0 0,0 1,0 0,0 0,0 1,-1 0,-4 1,-145 15,133-12,0 1,0 2,1 0,0 1,0 2,0 1,1 0,-4 5,-77 57,-82 53,15 9,162-125,1 1,0 0,0 0,1 1,0 0,0 0,2 1,-1 0,2 0,-1 1,2-1,0 1,0 0,1 1,1-1,0 2,-1 20,2 1,2-1,1 1,1-1,2 0,2 0,4 9,-8-35,1 0,1 0,0 0,0-1,0 0,1 0,0 0,1-1,0 0,0 0,0-1,1 1,0-2,0 1,1-1,-1 0,1-1,0 0,0-1,1 0,-1 0,1 0,-1-2,1 1,0-1,0-1,0 1,0-2,-1 1,1-1,0-1,0 0,0-1,27-8,-1-3,-1 0,-1-3,0 0,-1-3,-1 0,-1-2,0-2,3-5,-9 4,-1-2,-2-1,0 0,-2-2,1-3,29-41,-20 32,-10 19,-1-1,-1-1,-2-1,0 0,-2-1,-1-1,-1 0,-1-1,-1 0,-2 0,4-28,-12 50,2-3,0-1,-1 0,-1 1,1-1,-2 0,0 1,0-1,-1 1,0-1,0 1,-1-1,-1 1,0 0,0 1,-4-6,5 13,-1 0,1 0,-1 0,1 0,-1 1,0 0,1 0,-1 0,0 0,0 0,0 1,0-1,0 1,0 0,0 0,0 1,0-1,0 1,1 0,-1 0,0 0,0 1,1-1,-3 2,-8 1,-21 5,2-1</inkml:trace>
  <inkml:trace contextRef="#ctx0" brushRef="#br0" timeOffset="5368.054">1274 371,'-16'369,"-2"-285,19-85,-1 1,0 0,1-1,-1 1,0-1,0 1,0-1,1 1,-1 0,0-1,0 1,0-1,0 1,0-1,0 1,0-1,0 1,0-1,0 1,0-1,0 1,0-1,0 1,0-1,-1 1,1-1,0 1,0 0,0-1,-1 1,1-1,0 1,-1 0,1-1,0 1,-1 0,1-1,-1 1,1 0,0-1,-1 1,1 0,-1 0,1 0,-1 0,1-1,-1 1,1 0,-1 0,1 0,-1 0,1 0,0 0,-1 0,1 0,-1 0,1 0,-1 0,1 1,-1-1,1 0,-1 0,1 0,-1 1,1-1,0 0,-1 0,1 1,-1-1,1-30,2 0,1 0,0 0,3 1,3-9,2-21,37-310,-35 324,-6 49,33 103,114 339,-148-422,-2-6</inkml:trace>
  <inkml:trace contextRef="#ctx0" brushRef="#br0" timeOffset="5627.327">1288 532,'-5'-7,"8"-5,15-4,15-4,17-4,10-2,7-1,-9 4</inkml:trace>
  <inkml:trace contextRef="#ctx0" brushRef="#br0" timeOffset="5897.705">1796 224,'20'-10,"17"-4,10-3,4 2,-6 3</inkml:trace>
  <inkml:trace contextRef="#ctx0" brushRef="#br0" timeOffset="6183.94">1877 478,'53'-10,"0"-2,0-3,-2-1,0-4,10-6,-10 3,-1-2,-1-2,41-32,-61 33,-29 27,-10 11,-33 61,42-70,0 0,0 1,0-1,1 0,-1 0,1 0,0 0,0 1,0-1,0 0,1 0,-1 0,1 1,-1-1,1 0,0 0,1 0,-1 0,0-1,1 1,0 0,-1 0,1-1,0 1,2 1,3 1,1-1,0 1,0-1,0-1,0 1,0-2,1 1,0-1,-1 0,1-1,0 0,0 0,-1-1,1 0,0 0,0-1,0-1,0 1,-1-1,1-1,-1 0,7-3,-6 3,1-1,-1-1,0 0,0 0,-1 0,0-1,0-1,0 1,-1-1,0-1,0 1,0-1,-1 0,-1-1,1 0,-1 1,-1-2,0 1,0 0,-1-1,0 0,0 0,-1 0,-1 0,1 0,-2 0,1 0,-2 0,1 0,-1-1,-1 1,0 0,0 1,-1-1,0 0,-1 1,0-1,0 1,-1 0,0 0,-1 1,-1-2,4 6,0 1,0 0,0 0,0 0,0 0,0 0,-1 1,1-1,-1 1,0 0,0 0,0 1,0-1,0 1,0 0,0 0,0 0,-1 0,1 1,0 0,0 0,-1 0,1 0,0 0,-1 1,1 0,0 0,0 0,0 1,0-1,-3 3,-6 4,2 0,-1 1,1 1,1 0,0 0,0 1,1 1,0-1,-3 8,-44 70,6 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17.5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0 116,'23'-9,"21"-5,14-3,9 1,0 4,-11 4</inkml:trace>
  <inkml:trace contextRef="#ctx0" brushRef="#br0" timeOffset="1">67 370,'23'-2,"21"-6,19-6,14-4,9-5,-11 2</inkml:trace>
  <inkml:trace contextRef="#ctx0" brushRef="#br0" timeOffset="281.247">696 250,'9'7,"1"1,0-2,1 1,-1-1,1-1,1 0,-1 0,1-1,-1-1,1 0,0 0,0-1,1-1,-1 0,0 0,1-2,-1 1,0-2,0 1,0-2,0 0,0 0,0-1,-1 0,0-1,1-1,-2 1,1-2,-1 1,5-5,-10 7,0 0,-1 0,1-1,-1 1,0-1,0 0,-1 0,1 0,-1 0,0-1,0 1,-1-1,0 0,0 0,0 0,-1 0,0 0,0 0,0 0,-1 0,0-1,0 1,0 0,-1 0,0 0,0 0,-1 0,0 0,0 0,0 0,-1 0,0 1,0-1,0 1,0 0,-1 0,0 0,0 1,-1-1,1 1,-1 0,0 0,0 0,-4-1,1 1,-1 1,1 1,-1-1,0 2,0-1,0 1,0 0,0 1,0 0,0 1,0 0,0 0,0 0,1 1,-1 1,0 0,1 0,0 0,0 1,0 1,0-1,0 1,1 0,0 1,0 0,0 0,1 0,0 1,0 0,1 0,0 1,-3 4,-37 56,7-1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17.0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69 206,'0'-1,"0"1,0 0,0-1,0 1,0 0,0-1,0 1,1 0,-1-1,0 1,0 0,0-1,1 1,-1 0,0 0,0-1,1 1,-1 0,0 0,0 0,1-1,-1 1,0 0,1 0,-1 0,0 0,1 0,-1-1,0 1,1 0,-1 0,0 0,1 0,-1 0,1 0,-1 0,0 0,1 1,-1-1,0 0,1 0,-1 0,0 0,1 0,-1 0,0 1,1-1,-1 0,0 0,0 1,1-1,-1 0,0 0,0 1,0-1,1 0,-1 0,0 1,0-1,0 0,0 1,1-1,-1 0,0 1,0-1,0 28,-72 357,79-499,0 36,4-1,2 2,23-69,-34 140,1-4,0 0,0 1,1-1,0 1,0 0,1 0,1 0,-1 1,1-1,1 1,2-2,-8 9,0 0,1 0,-1 1,0-1,0 0,1 1,-1-1,0 1,1 0,-1-1,0 1,1 0,-1 0,1 0,-1 0,1 0,-1 0,0 0,1 0,-1 1,1-1,-1 0,0 1,1-1,-1 1,0 0,0-1,1 1,-1 0,0 0,0 0,0 0,0 0,0 0,0 0,0 0,0 1,30 48,-12-3,-2 0,-3 2,-1-1,-2 2,-3 0,-1 8,7 145,-12-190,0-7</inkml:trace>
  <inkml:trace contextRef="#ctx0" brushRef="#br0" timeOffset="276.805">1 446,'16'-9,"19"-8,19-5,19-3,15-3,7 0,-14 4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36.1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980 283,'-6'-14,"-2"0,1 1,-2 0,0 1,0 0,-1 0,-1 1,0 0,0 1,-1 0,0 1,-1 0,0 1,0 0,-1 1,0 1,0 0,0 1,-2 1,-5-2,-1 1,-1 1,1 0,-1 2,1 1,-1 1,0 1,1 1,-1 1,1 1,0 0,-15 7,9-1,0 1,0 2,1 1,1 1,1 1,0 1,1 1,0 2,2 0,1 1,0 2,1 0,-14 23,22-29,0 2,2-1,0 1,1 1,0 0,2 0,0 1,2 0,0 0,2 0,0 0,1 1,1-1,1 1,1-1,1 1,1-1,0 0,6 17,-2-19,1-1,1 0,0 0,1-1,1 0,0-1,2 0,-1-1,2 0,0-1,1 0,0-2,1 0,1 0,-1-2,10 5,13 5,0-2,2-1,0-2,1-2,0-2,1-2,1-1,-20-3,1-1,-1-2,0 0,1-1,0-2,-1 0,0-2,1 0,-1-2,0 0,-1-2,1-1,-1-1,-1 0,0-2,0-1,-1 0,-1-2,0 0,0-2,0-1,-2-3,-1-1,-1-1,-1 0,-1-1,-1-1,-1 0,-1 0,-1-2,-1 1,-1-1,-2 0,0 0,-2-1,-1 0,-1 0,-1 0,-1 1,-2-1,-1 0,-1 0,-1 1,-1-1,-1 2,-2-1,0 1,-2 0,-1 1,-1 0,-1 1,0 0,-2 2,-1-1,-1 2,0 1,-1 0,-2 1,1 1,-2 1,0 1,-1 1,-1 2,0 2,-1 0,0 2,0 1,0 0,-1 2,0 2,0 0,0 1,-1 2,1 1,0 0,0 2,0 1,0 2,1 0,-1 2,2 0,-1 2,1 0,1 2,0 1,0 1,1 0,1 2,1 1,0 0,1 1,1 1,1 1,1 1,0 0,1 3,1 1,1 2,1 0,2 0,1 1,1 0,1 0,1 4,-8 70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36.6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750 193,'-19'-16,"-1"0,-1 2,0 0,-1 1,0 1,-1 2,-1 0,-14-4,25 10,1 1,0 0,-1 1,0 1,0 0,1 0,-1 1,0 1,0 0,1 1,-1 1,0-1,1 2,0 0,0 0,0 1,-8 5,5 1,0 0,0 1,1 1,1 0,0 0,1 1,0 1,1 0,1 1,0 0,1 1,1 0,1 0,0 0,2 1,-1 0,2 0,1 1,0-1,1 1,1 0,1-1,0 1,2 0,0-1,1 1,1-1,1 0,0 0,1 0,1-1,5 10,6 0,1 0,2-1,0-1,1 0,2-2,0-1,2-1,0-1,1-1,1-2,1-1,0 0,1-3,1 0,0-2,0-1,15 1,-12-3,0-1,0-2,1-1,-1-2,1-1,-1-2,1-1,-1-2,17-4,-30 3,-1 0,0-1,-1-1,1-1,-2-1,1 0,-1-2,0 0,-1-1,-1 0,0-1,0-1,-2-1,1 0,-2-1,5-7,-7 3,0 0,-1-1,-1 0,0 0,-2-1,-1 0,0 0,-2-1,-1 1,0-1,-2 0,-1 0,0 0,-2 0,0 0,-2 1,-1-1,0 1,-2 0,0 0,-2 1,0 0,-1 1,-1 0,-1 0,-1 1,-1 1,0 0,-1 1,-1 0,-1 1,0 1,-1 1,-1 1,0 0,-1 1,-13-5,7 6,0 1,-1 1,0 1,-1 2,0 1,0 1,0 1,0 1,-1 2,1 1,0 1,0 1,0 2,-10 3,-7 4,1 1,1 3,0 1,2 2,0 2,1 2,1 1,-18 16,33-23,0 2,2 0,0 2,1 1,1 0,1 1,1 1,1 1,2 1,0 0,-4 12,-7 41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34.85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816 55,'-34'-13,"0"2,-1 1,0 2,-19-1,41 8,-1-1,1 2,-1 0,0 1,1 0,0 1,-1 0,1 1,0 1,0 0,0 1,1 0,-8 5,-5 8,1 0,0 2,2 1,0 1,1 1,2 0,0 2,2 0,0 1,2 1,1 0,1 1,1 1,0 6,5-19,0 1,1 0,2 1,-1-1,2 1,0-1,1 1,1 0,1 0,0 0,1 0,1 0,1 0,1-1,0 1,1-1,1 0,0 0,2-1,0 1,2 2,3-3,1 0,0 0,1-2,0 0,1 0,1-1,0-2,0 1,1-2,1 0,0-2,18 7,-2-3,1-2,0-1,0-2,1-1,0-2,32-1,-48-2,0-1,0-2,0 0,0 0,0-2,0-1,-1-1,1 0,-2-2,1 0,-1-1,0-1,-1-1,0 0,-1-2,0 0,-1 0,0-2,-2 0,1-1,-2 0,0-1,-1 0,-1-1,0-1,-1 0,-1-2,-1-1,-1 0,0 0,-2-1,0 1,-2-1,-1 0,0 0,-2 0,0-1,-2 1,-1 0,0 1,-2-1,0 0,-2 1,0 0,-2 1,0 0,-2 0,0 1,-1 0,-1 1,-1 0,0 1,-1 1,-2 0,1 2,-2-1,-4 2,0 1,-1 1,0 0,-1 2,0 1,-1 1,0 1,0 1,-1 1,1 1,-1 2,0 0,0 2,0 1,0 1,0 1,-23 6,19-3,0 2,1 1,0 2,0 1,1 0,1 3,0 0,1 1,1 2,1 1,0 0,1 2,1 1,1 0,1 2,-44 75,17-5</inkml:trace>
  <inkml:trace contextRef="#ctx0" brushRef="#br0" timeOffset="659.835">868 1365,'-23'-20,"0"2,-2 0,0 1,-1 2,-1 0,0 2,-1 1,0 1,-1 2,0 0,-1 2,1 1,-1 2,-1 1,1 1,0 2,0 1,-1 1,16 0,0 0,0 1,1 1,0 1,0 0,0 0,0 2,1-1,0 2,1 0,-1 0,2 1,-1 1,1 0,0 0,1 1,1 1,0 0,0 0,1 0,0 1,1 2,-4 9,1 0,1 1,1 0,2 0,0 1,2 0,0 0,2 0,1 0,1 0,2 0,0 0,2 0,0 0,2-1,2 4,1 2,2-1,1 0,2-1,0-1,2 0,1-1,1-1,1 0,2-2,0 0,2-1,0-2,4 2,-1-3,0-2,2 0,0-2,1-1,0-2,1 0,1-2,0-2,0 0,1-2,0-2,9 0,-18-3,-1-1,1-1,0-1,0-1,-1-2,1 0,-1-1,0-1,0-1,-1 0,0-2,0-1,-1-1,-1 0,1-1,-2-2,15-12,-14 8,-1-1,-1-1,0-1,-1 0,-2-2,0 1,-1-2,-2 1,0-2,-2 1,0-2,-1-2,2-13,-2 0,-2-1,-1 1,-2-1,-2 0,-2 0,-3-13,1 22,-2 0,-2 0,0 0,-2 1,-2 0,-1 1,-1 1,-6-10,8 22,1 0,-2 1,0 0,-2 1,1 0,-2 1,0 1,-1 0,0 1,-1 1,0 1,-1 0,-17-7,14 9,-1 1,-1 1,1 1,-1 2,0 0,0 1,0 1,-1 1,1 1,0 1,-1 2,1 0,0 1,1 1,-1 2,1 0,0 1,1 1,-11 6,-1 3,1 1,0 1,2 2,0 1,1 1,2 1,0 2,2 1,1 1,1 1,-15 27,14-13,1 1,3 1,1 1,3 0,-1 12,-16 77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38.7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1253 3049,'-38'-27,"-2"3,-1 1,-1 1,0 3,-2 1,0 3,-1 1,0 2,-1 2,0 3,-13 0,37 4,0 1,0 1,-1 2,1 0,0 1,0 1,0 1,0 1,0 1,1 1,0 0,0 2,1 1,0 0,1 2,0 0,1 1,0 0,1 2,1 0,-13 15,18-13,1 0,0 1,1 0,1 0,0 1,2 0,0 0,1 1,1 0,1 0,0 0,2 0,0 0,2 0,0 0,1 0,1 0,1 0,1 0,0-1,2 0,0 0,1 0,1-1,2 3,12 11,1-1,1-1,2-1,1-1,1-2,1-1,1-1,2-2,0-1,1-1,1-2,0-2,2-1,-1-2,2-1,0-2,14 0,-30-3,0-2,1-1,0-1,0-1,0 0,0-2,0-1,0-1,0-1,0-1,0 0,-1-2,0-1,0-1,-1 0,0-2,0-1,17-11,-12-2,-1-1,-2-1,0-1,-2-1,-1-1,-1 0,-2-2,-1 0,-1 0,-2-2,-1 0,-2 0,-1-1,-2 0,-1-2,3-8,-3-1,-1 0,-3 0,-2-1,-1 1,-3-4,2 27,-2 1,0-1,-1 1,-1-1,-1 2,-1-1,-1 1,0 0,-2 1,0 0,-1 0,-1 2,-7-8,7 13,0 0,0 1,-1 0,0 2,-1-1,0 2,0 0,-1 1,0 0,0 2,-1 0,1 0,-1 2,0 0,0 1,-1 0,-9 2,-3 0,-1 2,1 1,0 1,0 2,0 1,1 1,0 2,0 0,-15 10,10-1,0 0,2 2,1 2,1 1,0 1,2 1,1 2,2 1,0 0,-12 22,-33 59</inkml:trace>
  <inkml:trace contextRef="#ctx0" brushRef="#br0" timeOffset="-1177.77">1374 362,'-23'-21,"1"1,-2 1,-1 1,0 1,-1 1,-1 2,0 0,-1 2,0 1,-1 1,-1 2,1 0,-1 3,0 0,0 2,-1 1,1 1,-1 2,1 1,0 1,-25 7,26-1,0 1,1 2,1 1,-1 1,2 1,0 2,1 0,1 2,1 1,0 0,2 2,0 1,1 0,2 1,0 1,2 1,1 1,0 0,3 0,0 2,1-1,-5 30,12-43,2 1,0-1,1 1,1-1,0 1,1 0,0-1,1 0,1 1,1-1,0 0,1 0,0-1,2 1,-1-1,2-1,0 1,0-1,1-1,10 11,11 4,1-1,2-2,1-1,0-1,2-2,0-2,1-1,1-2,0-1,1-2,0-2,1-2,14 1,-5 0,1-2,0-1,0-3,1-3,-1-1,34-6,-61 3,1 0,-2-1,1-1,0-1,-1-1,-1-1,1-1,-2-1,1-1,-1-1,-1 0,-1-2,0 0,0-1,3-6,-1-6,-1 0,-1-2,-2 0,-1-1,-2-1,-1 0,-1 0,-2-1,-1-1,-1 1,-2-1,-2 0,-1-1,-2 1,-1 0,-1 0,-2-1,-2 2,-2-7,4 19,0-1,-2 1,0-1,-1 1,-1 1,-1 0,-1 0,-1 1,-1 0,0 1,-1 0,-1 1,-1 0,0 1,-1 1,-1 1,0 0,-1 1,-1 1,-13-7,6 8,0 2,-1 0,-1 2,1 1,-1 1,0 1,0 2,-1 1,1 1,0 1,0 2,-7 1,-15 5,1 2,0 2,1 2,0 2,1 2,-19 12,24-9,1 2,1 1,1 3,2 1,1 1,1 2,1 2,2 1,2 1,1 2,2 1,-16 32,-16 47</inkml:trace>
  <inkml:trace contextRef="#ctx0" brushRef="#br0" timeOffset="-619.441">1119 1819,'-27'-36,"-2"1,-2 1,0 1,-3 2,0 2,-2 1,-1 1,-1 3,-1 0,-1 3,-1 1,-27-7,55 21,0 1,-1 0,0 1,1 1,-2 0,1 1,0 1,0 0,-1 1,1 0,0 1,-1 1,1 0,0 1,0 0,1 1,-1 1,1 0,0 1,0 1,0 0,1 0,-4 4,5 0,0 2,0 0,1 0,1 0,0 1,1 1,0 0,1 0,1 0,0 1,1-1,1 2,-1 10,0 3,1 0,2 1,0-1,3 1,0-1,2 0,2 3,0-9,0 0,2-1,1 0,0 0,2-1,1 0,0 0,2-1,0-1,1 0,2-1,0-1,0 0,2-1,0-1,1 0,1-2,0 0,1-1,0-2,1 0,0-1,1-1,1 0,9 1,0-1,1-1,0-2,0-1,1-2,0-1,-1-2,1-1,0-2,-1-1,0-2,0-1,0-2,-1-2,0 0,-1-2,-1-2,0-1,-1-1,0-1,-2-2,0-1,21-22,-22 16,-1-1,-2-1,-1-1,-1-1,-2-1,-1-1,-2-1,-1-1,-1 0,-2 0,-2-2,-1 1,-2-2,-2 1,-1-1,-2 0,-1 1,-2-1,-3-10,1 29,0 0,-2 0,0 1,-1-1,-1 1,-1 0,-1 0,0 1,-1 0,-1 0,0 1,-1 1,-1 0,-1 0,0 1,0 1,-7-5,1 5,1 1,-2 1,0 0,0 2,-1 0,0 1,0 1,-1 1,0 1,0 1,-19 0,-4 1,-1 2,1 2,-1 1,1 3,-16 5,3 1,1 2,1 2,1 3,0 2,1 2,1 3,2 2,1 3,1 1,1 3,2 2,1 1,-34 40,61-58,1 1,1 0,1 2,1-1,1 2,0 0,2 1,1 0,1 0,1 1,1 0,1 1,1-1,1 1,2 0,1 0,0 0,3 16,16 50</inkml:trace>
  <inkml:trace contextRef="#ctx0" brushRef="#br0" timeOffset="572.887">1172 4774,'1'-13,"-1"-1,-1 1,-1-1,0 1,0 0,-1 0,-1 0,0 0,-1 0,0 1,-1 0,-1 0,0 1,0-1,-1 2,0-1,-1 1,0 0,-1 1,0 0,0 0,-1 1,0 1,-11-6,-5 3,0 1,-1 2,0 0,0 2,-1 1,1 1,-1 2,0 1,1 1,-1 1,0 1,1 2,0 1,0 1,1 2,-1 1,2 0,0 2,-4 4,7-4,0 1,1 1,0 1,2 1,-1 1,2 0,1 2,-10 11,22-22,-1 0,1 0,1 0,0 1,0 0,0 0,1 0,1 1,-1-1,2 1,-1 0,1 0,1 0,0 0,0 0,1 0,0 0,1 0,0 0,0 0,1 0,1 0,1 3,3 3,1-1,0 0,1-1,0 0,2 0,-1-1,2 0,0-1,0 0,1-1,0-1,1 0,11 6,13 6,0-1,2-3,0-1,34 9,-23-10,0-2,1-3,0-2,1-2,14-2,-38-4,0-1,-1-2,1 0,0-2,-1-1,0-2,0 0,-1-2,0-1,13-7,-22 7,0-1,0-1,-1-1,-1 0,0-1,-1 0,-1-2,0 1,-1-2,0 0,-2 0,0-1,-1-1,-1 0,0 0,-2-1,2-8,2-10,-2 0,-2-1,-1 0,-2 0,-2 0,-1 0,-3 0,-5-36,3 42,-2 0,-1 1,-2 0,-1 0,-1 1,-12-21,16 37,-1 1,0 0,-1 0,-1 1,0 0,-1 1,0 0,-1 1,0 0,-1 0,0 2,-1 0,0 0,-9-3,8 6,0 0,-1 1,0 1,0 1,0 0,0 1,0 1,-1 0,1 1,0 1,-1 0,1 1,-11 4,-17 5,1 2,0 2,1 2,-20 11,-154 87,7 10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8:49.3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923 1044,'5'13,"1"0,0 0,1 0,0-1,1 0,0-1,1 1,1-2,-1 1,2-1,-1-1,2 0,-1 0,1-1,0-1,0 0,4 0,6 8,0-1,1-2,1 0,0-2,1-1,0 0,0-2,1-1,0-1,0-1,3-1,-21-4,0 1,1-2,-1 1,0-1,0 0,-1-1,1 0,0 0,-1-1,0 0,0 0,0 0,0-1,-1 0,1-1,-1 1,-1-1,1 0,-1-1,0 1,0-1,-1 0,0 0,0-1,-1 1,0-1,0 0,-1 0,0 0,0 0,-1 0,0-1,3-12,-1 1,-1 0,-1-1,0 1,-2-1,0 1,-3-7,-3 4,7 23,0 0,0 0,0 1,0-1,0 0,0 0,0 1,0-1,-1 0,1 0,0 1,0-1,0 0,0 0,0 0,-1 1,1-1,0 0,0 0,0 0,-1 1,1-1,0 0,0 0,-1 0,1 0,0 0,0 0,-1 0,1 0,0 1,0-1,-1 0,1 0,0 0,0 0,-1 0,1 0,0 0,0-1,-1 1,1 0,0 0,0 0,-1 0,1 0,0 0,0 0,-1-1,1 1,0 0,0 0,0 0,-1 0,1-1,0 1,-7 134,8-113,45 631,-41-579,-3 0,-3 1,-4-1,-3-1,-3 1,-14 44,24-111,-1 3,-1 0,1 0,-2 0,1-1,-1 1,0-1,-1 0,0-1,0 1,-1-1,-4 6,8-13,1 1,0-1,-1 1,1-1,0 0,-1 0,1 1,-1-1,1 0,0 0,-1 0,1-1,-1 1,1 0,0 0,-1-1,1 1,0-1,-1 1,1-1,0 0,0 1,0-1,-1 0,1 0,0 0,0 0,0 0,0 0,0 0,1 0,-1 0,0-1,0 1,1 0,-1 0,1-1,-1 1,1 0,0-1,-1 1,1 0,0-1,0 1,0-1,0 1,-43-189,26 98,-11-59,-40-121,62 250,6 21,1 1,-1-1,0 1,1-1,-1 1,0 0,1-1,-1 1,1-1,-1 1,1 0,-1-1,0 1,1 0,0 0,-1-1,1 1,-1 0,1 0,-1 0,1 0,-1 0,1 0,-1 0,1 0,0 0,-1 0,1 0,-1 0,1 0,-1 0,1 0,-1 1,1-1,-1 0,1 0,-1 1,1-1,-1 0,1 1,-1-1,1 0,-1 1,0-1,1 1,-1-1,4 2,66 20,0-2,2-4,0-3,1-3,0-3,0-3,0-3,73-10,-146 10,0-1,0 0,-1 1,1-1,0 0,0 1,0-1,-1 0,1 1,0-1,0 0,0 1,0-1,0 0,0 1,0-1,0 1,0-1,0 0,0 1,0-1,0 1,0-1,0 0,0 1,0-1,1 0,-1 1,0-1,0 0,0 1,1-1,-1 0,0 1,0-1,1 0,-1 0,0 1,1-1,-1 0,0 0,1 0,-1 1,0-1,1 0,-1 0,0 0,1 0,-1 0,1 0,-1 0,0 0,1 0,-1 0,1 0,-1 0,0 0,1 0,-7 8,1 4,0 1,0 0,1-1,1 2,0-1,1 0,0 0,1 1,1-1,0 1,1-1,0 1,1 2,-1-10,0 0,-1-1,2 1,-1 0,1 0,0 0,0-1,0 1,1-1,0 1,0-1,1 0,-1 0,1-1,0 1,0-1,0 0,1 0,0 0,0 0,0-1,0 0,0 0,0 0,1-1,0 0,-1 0,1 0,0-1,5 1,-5 0,1-1,0 0,0 0,0-1,0 0,0 0,0-1,0 0,0 0,0 0,0-1,0 0,-1-1,1 1,-1-1,1 0,-1-1,0 0,-1 0,1 0,-1 0,1-1,-1 0,-1 0,1-1,-1 1,0-1,0 0,0 0,-1 0,0 0,0-1,-1 0,0 1,0-1,0 0,-1-1,-1 1,0-1,-1 0,0 1,0-1,-1 1,0-1,0 1,-1 0,0 0,0 0,-1 0,0 1,0-1,0 1,-1 0,0 0,0 1,0-1,-1 1,0 0,0 1,0-1,-1 1,1 0,-1 1,-5-3,4 2,-1 1,0-1,1 1,-1 1,0 0,-1 0,1 1,0 0,0 0,-1 1,1 0,0 1,0 0,-1 0,1 1,0 0,0 1,1 0,-1 1,0-1,-7 6,12-7,0 1,1 0,-1 0,1 0,0 0,0 0,0 1,0-1,0 1,1 0,-1 0,1 0,0 0,0 0,1 0,-1 1,1-1,0 0,0 1,1-1,-1 1,1 0,0-1,0 1,1-1,-1 1,1-1,0 1,0-1,0 0,1 1,-1-1,1 0,0 0,1 0,-1 0,1 0,-1-1,1 1,0-1,1 0,-1 1,1-1,5 3,0 0,0 0,0-1,1 0,0-1,0 0,0-1,9 2,33 7</inkml:trace>
  <inkml:trace contextRef="#ctx0" brushRef="#br0" timeOffset="292.299">2433 1284,'7'0,"20"0,22 3,18 0,12 2,1 1,-13-2</inkml:trace>
  <inkml:trace contextRef="#ctx0" brushRef="#br0" timeOffset="575.144">2606 1512,'26'7,"23"2,22-1,15-1,6-4,-12-3</inkml:trace>
  <inkml:trace contextRef="#ctx0" brushRef="#br0" timeOffset="884.364">3743 1164,'-58'114,"4"3,6 2,-12 55,51-143,10-23,8-21,27-57,-3-2,-3-1,5-25,-27 75,104-318,-112 341,0 0,1 0,-1 0,0 0,0 1,0-1,1 0,-1 0,0 0,0 0,0 0,1 0,-1 0,-1 4,-4 30,0-1,3 0,0 1,2-1,2 1,1-1,1 0,2 0,1 0,2-1,1 0,2 0,7 12,-4-17,1 0,2-1,0-1,2 0,0-2,25 21,-20-21</inkml:trace>
  <inkml:trace contextRef="#ctx0" brushRef="#br0" timeOffset="1174.628">3542 1472,'25'0,"25"0,19 0,13 0,8 0,-4-2,-11-4,-18-4,-19-1</inkml:trace>
  <inkml:trace contextRef="#ctx0" brushRef="#br0" timeOffset="1437.428">3583 616,'25'-6,"29"-4,29 2,25 3,18 3,8 2,0 0,-23 1</inkml:trace>
  <inkml:trace contextRef="#ctx0" brushRef="#br0" timeOffset="2547.395">4893 295,'38'344,"-15"2,-15 5,12 214,-10-466,-1-15,-3 1,-5 29,0-107,-1 0,0-1,-1 1,1-1,-1 1,0-1,-1 0,0 1,0-1,0 0,-1 0,0 0,0 0,0-1,-1 1,0-1,0 0,0 0,0 0,-1-1,0 1,0-1,-4 2,-4 0,-1-1,1 0,-1-1,0 0,0-2,-1 1,1-2,-10 1,-114 3,-119-12,109 2,-189 1,0 15,1 15,2 15,1 14,-23 21,-259 94,-64 15,604-166,0-3,-1-4,-1-3,1-3,-1-3,-40-6,98 2,0-1,0-1,1-1,-1 0,1-1,0-1,1-1,-1-1,1 0,1-1,-1-1,2 0,-1-1,0-2,12 9,1 0,-1 0,1 0,0-1,0 1,1-1,-1 1,1-1,0 0,1 0,-1 0,1 0,0 0,0 0,0 0,1-1,-1 1,1 0,1 0,-1 0,1-1,0 1,0 0,0 0,1 0,0 0,0 0,0 1,1-1,-1 1,1-1,0 1,0 0,1 0,-1 0,1 1,-1 0,0-1,0 1,0-1,-1 1,1-1,-1 0,0 0,0 0,0 0,-1 0,1-1,-1 1,0 0,0-1,-1-2,12-268,39-620,-48 690,-16-109,5 232,-3 0,-4 0,-4 2,-3 0,-10-19,3 29,-20-69,48 136,1-1,-1 1,1-1,0 1,0-1,0 1,1-1,-1 1,1-1,0 1,0-1,0 1,0 0,1-1,-1 1,1 0,0 0,0 0,0 0,0 0,0 1,1-1,-1 1,1-1,0 1,0 0,0 0,0 0,96-35,-75 33,0 0,0 2,0 1,0 1,1 1,-1 1,0 1,0 1,-1 1,13 5,45 7,1-3,1-4,0-3,0-4,63-6,85-6,53-8,50-7,2089-157,-2256 167,10-2,-112 14,-52 10,-18-4,5-4,0 0,1 0,-1 0,0 1,0-1,1 0,-1 1,0-1,0 0,0 0,1 1,-1-1,0 0,0 1,0-1,0 0,0 1,0-1,0 0,0 1,0-1,0 0,0 1,0-1,0 1,0-1,0 0,0 1,0-1,0 0,0 1,0-1,-1 0,1 0,0 1,0-1,0 0,-1 1,1-1,0 0,0 0,-1 1,1-1,0 0,-1 0,1 0,0 0,-1 1,1-1,0 0,-1 0,1 0,0 0,-1 0,1 0,12 6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9:31.1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737 213,'-27'-9,"0"0,-1 2,0 1,0 2,0 0,-1 2,1 1,-1 1,-2 2,16-2,-2 0,-1 1,1 0,-1 1,1 1,0 1,0 0,0 2,0 0,1 0,0 2,1 0,-1 0,1 2,-10 8,12-9,0 1,1 1,1 0,0 0,0 1,1 0,0 1,1 0,1 1,0 0,1 0,0 2,-4 14,1 0,2 1,1 0,1 0,2 0,0 25,3-38,1 0,1 0,1 0,1 0,0-1,2 1,-1-1,2 0,1 0,0 0,9 14,-8-17,0-1,1 0,0 0,1 0,1-1,0-1,1 0,0-1,0 0,1 0,1-2,-1 1,1-2,1 0,-1-1,1 0,1-1,5 1,35 5,2-2,-1-2,1-3,0-3,1-2,-41-1,1-1,-1-1,0-1,0 0,-1-1,1-1,-1 0,-1-2,1 0,-1 0,-1-2,0 0,-1-1,0 0,0-1,-2 0,1-1,-2-1,1-1,-1-5,0-1,-1 0,-2-1,0 0,-1 0,-1 0,-2-1,0 0,-2 0,0 0,-2-1,0 1,-2-5,2 26,0-16,-1 1,-1-1,-1 1,0 0,-1 0,-1 0,-1 1,0-1,-1 1,-1 1,-1-1,0 2,-6-8,6 8,-2 0,1 1,-2 1,0-1,0 2,-1 0,-1 0,0 1,-1 1,0 0,0 2,-1-1,0 2,0 0,-1 1,0 0,0 2,-6-1,-9 0,-1 2,0 1,1 2,-1 1,0 2,1 1,-1 1,1 2,1 1,-1 2,2 1,-1 1,-1 3,20-8,0 1,1 0,0 0,0 1,1 1,0 0,1 0,0 1,0 0,2 0,-1 1,1 0,1 0,0 1,1 0,0 0,1 0,-2 13,-2 15,1 1,3-1,1 1,2-1,4 30,-2-57,0 0,1 0,1 0,0 0,0 0,2-1,0 1,0-1,1 0,1-1,0 0,0 0,2 0,-1-1,1 0,1-1,0 0,0 0,1-1,1 0,-1-1,1-1,0 0,1 0,0-1,0-1,1 0,24 5,0-2,1-2,0-1,0-2,0-2,1-1,1-2,-26 1,0 0,0 0,0-2,0 0,0-1,0 0,-1-1,0 0,0-2,0 1,-1-2,0 0,0 0,-1-1,0-1,0 0,-1-1,-1 0,0 0,0-1,3-7,2-7,-1-1,-1-1,-2 0,0-1,-2 0,-1 0,-2-1,0 0,-2 0,-2-1,0-25,-6 31,0 0,-1 0,-2 1,0-1,-2 2,0-1,-2 1,0 1,-2 0,0 0,-2 2,0-1,-1 2,-1 0,-1 1,-16-12,22 18,0 1,0 1,-1 0,0 1,-1 0,0 1,0 1,-1 0,0 1,0 1,-1 0,1 1,-1 0,0 2,0 0,0 0,0 2,0 0,-1 1,1 0,0 1,0 1,1 1,-1 0,1 1,0 1,-7 3,-3 8,1 1,0 1,2 1,0 1,1 0,1 2,2 1,0 0,1 2,2-1,0 2,-9 24,19-41,-28 51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9:59.1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0 725,'22'-8,"-1"0,0-2,-1-1,0 0,0-1,-1-2,-1 0,-1 0,0-2,0 0,-2-1,6-8,-3 6,-1-1,0-1,-2 0,-1-1,0 0,-2-1,0-1,-2 0,0 0,-2-1,-1 0,1-11,-7 31,0 0,0 0,-1 1,0-1,0 0,0 0,-1 0,0 0,0 1,0-1,0 0,-1 1,0-1,0 1,0-1,0 1,-1 0,1 0,-1 0,0 0,-1 0,1 1,-1 0,1-1,-1 1,0 0,0 1,0-1,0 1,-1 0,1 0,-1 0,1 1,-1-1,0 1,0 0,1 0,-1 1,0 0,-1-1,1 1,-1 1,1-1,-1 1,1 0,-1 0,1 0,0 1,-1 0,1 0,0 0,0 1,1-1,-1 1,0 0,1 1,0-1,0 1,0 0,0 0,0 0,1 0,0 1,0-1,0 1,-2 5,-1 3,1 1,0 0,0 0,2 0,0 0,0 1,2-1,-1 1,2 11,2 10,2 0,2 0,1 0,1-1,2 0,2-1,1 0,2-1,1 0,1-1,2-1,21 26,-34-47,1 0,1-1,0 0,0 0,1-1,0 0,0 0,1-1,0 0,0-1,1 0,0-1,7 3,-15-8,0 1,0-1,-1 0,1 1,0-1,0-1,0 1,0 0,0-1,-1 1,1-1,0 0,0 0,-1 0,1 0,-1-1,1 1,-1-1,1 1,-1-1,0 0,0 0,0 0,0 0,0 0,0-1,0 1,-1-1,36-74,-25 34,-1 0,-3-1,-1 0,0-27,-7 91,2 0,1 0,0-1,1 1,1-1,1 0,2 3,-5-14,0-1,0 1,1-1,0 0,1 0,-1 0,1-1,1 1,-1-1,1 0,0-1,0 1,1-1,0-1,0 1,0-1,0 0,5 1,9 1</inkml:trace>
  <inkml:trace contextRef="#ctx0" brushRef="#br0" timeOffset="712.096">522 298,'130'20,"-95"-16,-1 1,1 2,-1 1,0 1,32 14,-55-16,-1-1,1 2,-1-1,-1 1,1 1,-1 0,-1 0,0 1,0 0,-1 0,0 1,-1 0,0 0,-1 0,0 1,0 0,-2 0,1 0,-2 0,1 0,-2 1,1 4,29 93,-29-106,-1 0,2-1,-1 1,0-1,1 0,-1 0,1 0,0 0,0 0,0 0,0-1,1 1,-1-1,1 0,-1 0,1-1,0 1,0-1,0 0,0 1,0-2,0 1,0 0,0-1,0 0,3 0,2-2,-1-1,1 0,0 0,-1-1,0 0,1-1,-2 1,1-2,-1 1,1-1,-1 0,-1 0,1-1,-1 0,-1 0,1-1,-1 1,0-1,-1 0,0-1,0 1,-1-1,0 1,0-1,0-4,3-14,-1 0,-2 0,0 0,-2 0,-1-7,0 9,1 37,0-1,0 1,1-1,1 1,0-1,0 0,1 0,0 0,1 0,0-1,1 0,0 0,1 0,5 5,-8-10,0-2,0 1,0 0,1-1,-1 0,1 0,0 0,0 0,0-1,0 0,0 0,0 0,1-1,-1 0,0 0,1 0,-1-1,1 1,0-1,-1 0,1-1,-1 0,1 0,-1 0,0 0,1-1,-1 0,0 0,0 0,0-1,0 0,-1 1,1-2,-1 1,0-1,4-3,4-5,-1 0,-1-1,0 0,-1-1,0 0,-1 0,-1-1,0 0,-1 0,0 0,-2-1,0 0,0 0,-1-7,-4 41,1 0,1 0,0 0,1 0,1 0,3 6,-5-19,0 0,0 0,1-1,0 1,0-1,0 0,1 1,-1-1,1 0,0 0,0 0,1-1,-1 1,1-1,-1 0,1 0,0 0,0 0,1-1,-1 0,0 0,1 0,-1 0,1-1,0 1,1-1,20-1,-2-4</inkml:trace>
  <inkml:trace contextRef="#ctx0" brushRef="#br0" timeOffset="962.443">1617 4,'-13'-3,"-3"2,8 6,13 4,17 5,13 4,2 0</inkml:trace>
  <inkml:trace contextRef="#ctx0" brushRef="#br0" timeOffset="1223.348">1992 444,'9'3,"1"-1,-1-1,1 1,-1-2,1 1,0-1,-1-1,1 1,-1-2,1 1,-1-1,0-1,1 0,-1 0,-1-1,1 0,0 0,-1-1,0 0,0-1,0 0,-1 0,0 0,0-1,3-4,-2 3,0-1,0 0,-1-1,0 0,-1 0,0 0,0 0,-1-1,-1 0,2-6,-4 13,-1 0,0 0,0 0,0 0,-1 0,1 0,-1 0,0 0,0 0,0 0,-1 0,1 0,-1 0,0 0,0 0,-1 0,1 0,-1 1,1-1,-1 0,-1 1,1-1,0 1,-1 0,0 0,1 0,-1 0,0 0,-1 1,1-1,-3 0,0 0,0 1,0-1,0 1,-1 1,1-1,-1 1,1 0,-1 1,0 0,1 0,-1 0,1 1,-1 0,1 0,-1 0,1 1,0 0,-1 0,1 1,0 0,0 0,1 0,-1 1,1 0,0 0,0 0,0 0,0 1,1 0,-1 0,1 0,1 1,-1-1,1 1,0 0,0 0,1 0,-1 0,1 1,0 5,-1-3,0 1,2-1,-1 1,1 0,0 0,1 0,0 0,1-1,0 1,1 0,0 0,0-1,1 1,0-1,0 0,1 0,1 0,-1 0,2-1,-1 0,1 0,0 0,1 0,-1-1,2-1,-1 1,1-1,0 0,0-1,0 1,1-2,0 1,9 2,3-1,1-1,0 0,0-2,0-1,0-1,0 0,0-2,1-1,-1 0,0-2,-1 0,1-2,10-4,17-7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0:01.3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67 326,'-8'10,"0"1,1-1,1 1,0 0,0 1,1 0,1-1,0 1,1 1,0-1,0 0,2 1,-1 0,2-1,0 10,0-14,1 0,0 0,0 1,1-1,0 0,1 0,0-1,0 1,1 0,-1-1,2 0,-1 0,1 0,0 0,0-1,1 0,0 0,0 0,0-1,1 0,0 0,0-1,0 0,2 1,1-1,1 0,0-1,0 0,1 0,-1-1,1-1,-1 0,1-1,-1 0,1 0,-1-1,1-1,-1 0,0-1,0 0,0 0,0-1,0-1,-1 0,1 0,-1-1,-1 0,1-1,-1 0,0 0,-1-1,0-1,0 1,-1-1,0 0,0-1,-1 0,0 0,-1 0,0 0,-1-1,0 0,0 0,-2 0,1 0,-1-1,-1 1,0-7,-2 7,-1 0,-1 0,0 0,-1 0,0 0,0 1,-1-1,-1 1,0 0,0 1,-1 0,0 0,0 0,-1 1,0 0,-1 0,0 1,0 0,0 1,-1 0,0 0,0 1,-1 0,1 1,-1 0,0 1,0 0,0 1,-1 0,1 1,-10 0,14 2,-1 0,1 1,0 0,0 1,0 0,0 0,0 0,1 1,0 0,-1 0,1 1,1-1,-1 1,1 0,0 1,0 0,0-1,1 2,0-1,0 0,0 1,1 0,0 0,0 0,1 0,0 0,0 0,1 0,0 1,0-1,1 1,0-1,0 1,0-1,1 1,1-1,-1 0,1 1,0-1,1 0,-1 0,1 0,1-1,0 1,-1-1,2 0,0 1,35 35,3-9</inkml:trace>
  <inkml:trace contextRef="#ctx0" brushRef="#br0" timeOffset="316.254">695 500,'49'-439,"-42"379,12 98,-8 1,86 270,-39-162,-37-87</inkml:trace>
  <inkml:trace contextRef="#ctx0" brushRef="#br0" timeOffset="1360.553">882 674,'18'-7,"13"-6,8-6,4-2,0 0,-10 7,-16 9,-17 11,-17 8,-13 7,-9 4,-3 0,2-2,6-4,9-7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49:28.5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1525 816,'-10'-4,"1"0,-2 1,1 0,0 1,0 0,-1 0,1 2,-1-1,1 1,-1 0,0 1,1 1,0 0,-1 0,1 0,0 2,0-1,0 1,1 1,-5 2,-4 9,2 0,0 1,1 1,1 0,0 1,1 0,2 1,0 0,1 1,1 1,1-1,-5 22,2-11,2 1,2 0,1 0,-2 34,7-55,1 0,0 1,1-1,1 1,-1-1,2 0,0 0,1 0,0 0,0 0,1-1,1 0,0 0,0 0,2 0,12 10,1 0,1-2,0 0,1-2,2-1,-1 0,2-2,0-1,0-1,1-1,1-2,0 0,0-2,0-1,5-1,78 10,0-5,0-4,87-9,-63 1,408-38,-111 5,-242 21,104 9,-127 4,303-32,-131 26,12-19,-104 0,47 25,-266-2,-1-1,0-1,0-2,-1-1,21-8,-39 12,-1 1,1-2,-1 1,0-1,0 0,-1-1,0 1,0-1,0 0,0-1,-1 0,0 1,-1-2,1 1,-1 0,-1-1,1 0,-2 0,1 0,0-3,1-5,-1 1,0-1,-2 0,1 1,-2-1,0 0,-1 0,-1 1,0-1,-3-9,-7-11,0-1,-3 2,0 0,-15-22,20 40,-1 1,-1 0,0 0,-1 1,-1 1,0 0,-1 1,-1 1,-13-9,13 10,0 0,-1 2,0-1,0 2,-1 0,0 2,0 0,-1 0,0 2,0 0,0 2,-11-1,-89 0,72 3,1-1,-1-3,-31-7,-25-8,-1 5,-1 4,-78 3,-276 0,342 5,0 4,-89 15,-66 5,-168-12,241-9,3 2,0-9,-188-30,283 25,-1 4,1 5,-49 6,148-4,-10 0,0 0,0 0,1 2,-1-1,1 1,-1 1,1 0,0 1,0 0,0 0,-8 5,1 3,0 1</inkml:trace>
  <inkml:trace contextRef="#ctx0" brushRef="#br1" timeOffset="27678.086">1004 1190,'-11'5,"1"1,0 0,1 1,0 0,0 1,0-1,1 2,0-1,-2 4,9-10,0 1,0-1,0 1,0-1,1 1,-1-1,1 1,0 0,-1-1,1 1,0 0,0-1,1 1,-1 0,1-1,-1 1,1-1,0 1,0-1,0 1,0-1,0 1,1-1,-1 0,1 0,-1 0,2 1,53 56,-51-54,19 14,1-1,1 0,0-2,1-1,0-1,1-2,1 0,0-2,1-2,0 0,0-2,21 2,17-1,0-3,1-3,-1-3,0-2,60-13,-30 3,0 4,88 4,145-4,-200-7,-1-5,120-36,-216 48,-13 6,-1-2,0 0,0-1,0-1,-1-1,-1-1,0 0,10-8,-9 3,-1 0,0-2,-1 0,-1-1,3-5,-15 18,-1 0,1 0,-1 0,0-1,-1 1,1-1,-1 0,0 1,-1-1,1 0,-1 0,0-1,-1 1,1 0,-1 0,-1 0,1 0,-1 0,0 0,0 0,-1 0,0 0,0-1,-8-11,-1 2,0-1,-1 1,-1 1,0 1,-2-1,1 2,-1 0,-1 1,0 1,-1 0,-1 1,-11-5,-1 2,0 1,-1 1,0 1,-1 2,1 2,-2 0,-16 1,27 2,-545-87,436 75,-1 5,-126 8,180 2,45 0,0 2,0 1,1 1,-1 2,1 1,0 2,1 1,0 1,0 2,1 1,1 1,0 2,2 0,0 2,-8 9,23-20,2 1,-1 1,1-1,1 2,0-1,0 1,1 1,1 0,0 0,0 0,1 1,-2 8,0 6,1 1,1 0,1 1,2-1,0 6,3-25,0 1,1-1,0 1,1-1,-1 0,2 1,-1-1,1 0,1 0,0-1,0 1,0-1,1 0,1 0,-1 0,1-1,4 5,24 15,1 0,1-2,1-2,1-1,1-2,1-2,1-2,0-1,1-2,33 5,46 12,1-5,122 7,105-25,-214-8,-65-2,-1-2,0-4,61-15,-87 12,-1-2,0-2,24-13,-18 7,-39 20,0-1,-1-1,1 0,-1 0,0-1,0 0,0 0,-1-1,0 0,0 0,-1-1,1 1,-1-1,-1-1,1 1,-1-1,-1 0,1 0,-1-1,2-8,-1-4,-2-1,-1 0,0 0,-2 0,0-1,-3-8,0 11,-1 1,-1-1,-1 1,-1-1,-1 2,0-1,-1 1,-1 1,-1-1,-1 2,0 0,-1 0,0 1,-4-2,-12-10,0 2,-2 1,-1 1,-14-7,2 1,7 7,-1 1,-2 1,0 3,0 1,-2 2,1 2,-2 1,0 3,0 1,0 3,-12 0,-156-16,-106-4,273 24,-11-2,-1 2,1 3,-1 2,1 2,0 3,-20 8,8 6,1 3,2 3,1 3,-42 29,89-53,0 0,1 1,0 0,1 1,0 1,0 0,2 1,-1 0,2 1,0 1,0-1,1 2,1-1,1 2,0-1,1 1,1 0,0 4,2 15,2 0,2-1,1 1,1 0,2 0,2-1,2 0,2 6,0 5</inkml:trace>
  <inkml:trace contextRef="#ctx0" brushRef="#br1" timeOffset="28937.752">0 0,'68'53,"-2"3,13 18,119 99,-125-123,2-4,2-3,2-4,1-3,38 10,-94-38,-9-3,0 0,0 1,0 1,-1 0,1 1,-2 0,1 1,5 6,-18-14,0-1,1 1,-1 0,0 1,0-1,0 0,0 0,0 0,0 1,0-1,-1 0,1 1,0-1,-1 0,1 1,-1-1,1 1,-1-1,0 1,0 0,1-1,-1 1,0-1,-1 1,1-1,0 1,0-1,-1 1,1-1,0 1,-1-1,0 1,1-1,-1 1,0-1,0 0,0 0,0 1,0-1,0 0,0 0,0 0,0 0,0 0,-1 0,1 0,0-1,-1 1,1 0,-20-16,13 1</inkml:trace>
  <inkml:trace contextRef="#ctx0" brushRef="#br1" timeOffset="29393.327">468 789,'75'-1,"-1"4,1 2,-1 4,3 4,121 31,-195-43,0-1,-1 1,1 0,0-1,0 0,1 1,-1-1,0 0,0-1,0 1,0-1,0 1,0-1,-1 0,1 0,0 0,0 0,0-1,-1 1,1-1,-1 1,1-1,-1 0,0 0,1 0,-1 0,0-1,0 1,-1-1,1 1,0-1,-1 1,0-1,1-1,2-12,-2-1,1 0,-2 0,0 0,-1 0,-1 0,-1 0,0 0,-1 1,-1-1,0 1,-2-1,0 1,0 1,-3-4,-6-17,-2 0,-1 1,-1 2,-2-1,-2 2,0 1,-26-25,49 57,0 0,1 0,-1 0,0 0,0 0,0 0,0 0,0 0,0 0,0 0,0 0,0-1,-1 1,1 0,0 0,-1 0,1 0,0 0,-1 0,1 0,-1-1,1 1,-1 0,0 0,1-1,-1 1,0 0,0-1,1 1,-1 0,0-1,0 0,0 1,0-1,0 1,0-1,1 0,-1 1,0-1,0 0,0 0,0 0,0 0,0 0,0 0,0 0,0 0,0 0,0-1,0 1,0 0,0-1,0 1,0 0,1-1,-1 1,0-1,0 0,0 1,1-1,-1 1,0-1,1 0,-1 0,0 1,0-2,5 32,1-1,1 0,1 0,2-1,1 0,1 0,1-1,1 0,2-2,3 5,111 174,-69-117</inkml:trace>
  <inkml:trace contextRef="#ctx0" brushRef="#br2" timeOffset="47422.626">4492 388,'-13'-4,"0"0,0 0,0 2,-1 0,1 0,-1 1,1 1,-1 0,0 1,1 0,-1 1,1 0,0 2,0-1,-10 5,-149 70,141-63,0 1,2 2,0 1,0 1,2 1,1 1,0 2,2 1,1 0,1 2,1 1,-1 4,8-5,1 1,2 1,1 0,1 0,2 1,1 0,1 0,1 1,2-1,1 13,1-22,-2 21,1 0,3 1,1-1,2 0,2 0,2-1,1 0,4 6,-4-29,1-1,0 0,2 0,-1-1,2 0,0-2,1 1,0-2,1 0,1-1,8 4,-4-5,0 0,1-2,0-1,1 0,0-2,0-1,0 0,1-2,0-1,22 0,10 2,55 8,0-6,1-4,17-6,232-5,-111-17,-202 24,1-3,-1-1,0-3,0-2,-1-2,14-7,0 0,-41 15,-1-1,-1-1,1 0,-1-2,-1 0,1-1,-1-1,-9 6,0-1,-1 0,0 0,-1-1,1 1,-1-2,0 1,-1-1,0 1,0-1,-1-1,0 1,0-1,-1 0,0 1,0-1,-1-1,0 1,0-7,-1-32,-3 0,-1-1,-2 1,-6-19,-1-7,8 32,-2 1,-1 0,-3 1,-1 0,-2 0,-1 2,-3-1,-1 2,-1 0,-2 1,-19-22,15 27,-1 1,-1 1,-2 1,-1 1,-1 2,-2 1,0 2,-1 1,-28-13,22 15,-1 2,-1 1,-1 2,0 2,0 2,-37-4,-223 8,210 8,37-4,-1 3,0 2,1 3,0 2,0 2,1 3,1 3,0 1,1 4,-43 22,-92 78,97-57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0:30.57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929 111,'-174'-81,"146"73,-1 1,0 1,-1 2,1 1,-1 1,1 2,-15 2,27-2,0 0,0 2,0 0,0 1,0 0,0 2,1 0,0 0,0 2,0 0,1 1,0 0,1 1,-1 1,2 1,-1 0,2 0,0 1,-10 12,-1 6,2 1,1 0,1 2,1 0,3 1,0 1,2 0,2 1,1 0,2 1,2 0,1 0,1 13,4-34,1 0,1 1,0-1,2 0,-1 0,2-1,0 1,1-1,1 0,0 0,1-1,0 0,1 0,1-1,0 0,1-1,8 7,0-1,1-1,1-1,0-1,1 0,1-2,0-1,0-1,2 0,-1-2,18 3,-5-1,0-2,1-2,0-1,0-3,1 0,-1-3,1-1,-21-3,1-1,0-1,-1-1,0-1,-1 0,0-1,0-1,-1 0,0-2,-1 0,0 0,-1-1,0-1,-1-1,-1 0,0 0,-1-1,-1 0,0-1,-2-1,0 1,4-13,0-8,-1 0,-2 0,-1-1,-3-1,-1 1,-1-1,-3 1,-1-1,-4-23,3 45,0 1,-1 0,-1 0,0 0,-1 1,-1-1,-1 1,0 0,-1 1,-1 0,0 0,-1 1,-1 0,0 0,-1 1,0 1,-1 0,0 1,-11-7,3 6,0 1,0 1,-1 1,0 1,0 1,-1 1,0 1,0 1,0 0,-1 2,1 1,-1 1,1 1,-1 1,1 1,0 1,0 2,0 0,1 1,0 1,0 1,1 0,0 2,0 1,2 1,-1 0,2 1,0 2,-2 1,-4 9,1 1,2 1,0 1,2 1,2 0,0 2,2 0,2 0,0 1,3 1,0 0,-2 23,7-36,0 0,1 1,1-1,1 1,1 0,1 0,1 0,1-1,0 1,2 0,1-1,0 0,2 0,0-1,1 1,2-2,0 1,1-1,21 18,-2-9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0:59.09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1199,'30'-44,"9"5,2 3,1 1,36-21,-51 36,132-81,5 7,4 8,3 6,4 9,41-6,84-24,4 13,3 13,158-11,-153 44,2 14,172 11,-355 18,0 7,0 4,-1 7,114 32,-51-2,1-7,77 0,14-19,-133-14,0 6,135 33,-81 2,-187-51,-21-9,-27-16,25 23,-100-75,52 41,1-3,2-1,2-3,-26-31,51 39,48 40,11 18,-1 2,-2 1,0 2,-2 1,-1 2,5 8,-26-28,0 0,0 1,-1 1,0-1,-1 1,0 1,-1 0,-1 0,0 0,-1 1,3 9,-7-19,-1 0,0 0,0 1,0-1,0 0,-1 0,0 0,1 0,-2 0,1 0,0 0,-1 0,1 0,-1 0,0-1,-1 1,1-1,-1 0,1 1,-1-1,0 0,-2 1,-81 53,-139 34,94-46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1:23.30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12699 86,'2'-7,"15"-2,25 0,27 2,26-3,12-3,-6-3,-19 2</inkml:trace>
  <inkml:trace contextRef="#ctx0" brushRef="#br1" timeOffset="-76597.567">13 4792,'-1'-1,"0"1,1 0,-1-1,0 1,0-1,1 1,-1-1,0 1,1-1,-1 0,1 1,-1-1,1 0,-1 1,1-1,-1 0,1 0,0 0,-1 1,1-1,0 0,0 0,-1 0,1 0,0 0,0 1,0-1,0 0,0 0,0 0,1 0,-1 0,0 1,0-1,1 0,-1 0,0 0,1 0,1-16,0 1,2-1,0 1,1 0,0 0,1 0,1 0,1 1,0 0,1 1,0 0,11-12,-9 15,1 1,0 0,0 0,0 2,2-1,-1 2,1 0,0 0,0 1,0 1,1 1,0 0,0 0,1 2,39-6,-1 3,1 2,16 3,-56 0,7 0,40-2,1 3,-1 2,0 4,0 2,48 13,206 87,2-31,-292-70,0-2,1-1,0-1,0-2,0 0,0-2,0-1,0-1,0-1,0-1,0-2,13-4,372-187,-299 163,1 6,2 5,0 5,2 4,68 4,-19 0,167 13,-281 4,0 2,-1 2,0 3,-1 2,0 2,-2 3,0 1,-1 3,2 4,-14-7,0-2,1-1,2-1,-1-3,2-1,0-2,0-1,1-3,25 2,-55-8,1-1,0 0,-1-1,1 0,0-1,-1 0,1-1,-1 0,0-1,0 0,0-1,0-1,0 1,-1-1,8-5,179-207,-187 209,1 0,1 1,-1 1,1 0,0 1,1 0,-1 0,1 2,0-1,0 2,0 0,0 0,0 1,1 1,-1 0,0 1,4 1,56 1,1 3,-1 4,-1 3,0 3,0 3,4 5,46 20,1-5,47 5,-89-24,1-3,1-4,0-4,0-3,1-4,-1-4,1-3,-1-4,-1-3,44-15,-74 11,0-2,-1-3,-1-2,-1-3,-1-1,9-9,17-18,-52 36,1 0,1 1,0 2,1 0,1 2,0 0,1 2,0 1,0 1,1 2,6-1,3 8,1 1,-1 2,1 2,-1 1,0 2,-1 1,0 2,21 10,-8-5,83 28,-70-20,1-2,1-4,0-2,2-3,0-3,0-3,20-2,-64-6,1-1,-1-2,1 0,-1-1,-1-1,1-1,-1-1,0-1,12-8,159-83,-142 75</inkml:trace>
  <inkml:trace contextRef="#ctx0" brushRef="#br2" timeOffset="-64509.151">3542 1182,'-115'73,"77"-52,2 3,0 0,2 3,-10 9,-246 274,252-267,2 2,2 1,-22 41,47-70,0 1,0 0,2 0,0 1,2 0,0 0,1 0,0 1,2-1,0 1,2-1,1 19,7 11,2 0,2 0,2-2,2 0,2 0,5 4,-11-25,1 0,2-1,0-1,2 0,0-1,2-1,0 0,1-2,1 0,1-2,24 16,-1-4,70 58,-113-87,0 0,0 1,-1-1,1 0,-1 1,1-1,-1 1,0 0,1-1,-1 1,0 0,0 0,0 0,0 0,-1 0,1 0,0 0,-1 0,0 0,1 0,-1 0,0 0,0 0,0 1,0-1,0 0,-1 0,1 0,-1 0,1 0,-1 0,0 0,0 0,0 0,0 0,0-1,-1 3,-12 6,0 1,0-2,-1 0,0-1,-1 0,0-1,0-1,0-1,-4 1,2 0,-594 168,572-163,1 3,1 1,1 1,0 2,-15 12,42-24,0 1,0 0,1 1,0 0,0 0,1 1,0 0,1 0,0 1,0 0,1 0,0 1,1-1,0 1,1 1,0-1,1 1,0-1,1 1,-1 10,3-13,0 0,1 0,0 0,0-1,1 1,0 0,0-1,1 1,0-1,1 0,0 0,0 0,1 0,0-1,0 1,6 5,112 98,-79-76,-11-10,-2 2,-1 1,-1 1,-2 2,0 1,-3 1,0 1,-2 0,-2 2,-2 1,11 28,-24-48,-1-1,0 1,-1-1,-1 1,-1 0,0 0,-1 0,-1 0,-1-1,0 1,-1 0,-1-1,0 1,-1-1,-1 0,-1-1,-5 10,-18 25,-1-2,-4 0,-27 29,-46 62,98-126,0 0,1 1,0 0,1 0,0 1,1 0,1 1,1-1,0 1,1 0,0 1,2-1,0 0,1 1,0-1,1 1,1 0,1-1,0 0,1 1,1-1,0 0,2 0,1 3,158 206,-141-194,-1 1,-2 1,-1 1,-1 1,-3 0,0 1,-3 1,-1 0,-1 1,-2 1,-2 3,-5-18,-1 0,-1 1,-2-1,0 0,-1 0,-2 0,0-1,-6 14,-24 60,15-47,3 1,2 0,1 11,12-52,0 0,1 0,0 0,1 0,0 1,1-1,0 0,1 0,0 0,0 0,1 0,0-1,1 1,0-1,0 0,1 0,0 0,1 0,0-1,1 0,-1 0,3 1,16 12,0 0,2-2,0 0,23 10,-23-14,-1 1,0 1,-1 2,-1 0,9 11,-28-23,1-1,-2 1,1 1,0-1,-1 1,-1-1,1 1,-1 0,-1 0,1 1,-2-1,1 0,-1 1,0-1,0 1,-1 0,-1-1,1 1,-1-1,-1 1,0-1,-6 26,-1-1,-2-1,-1 0,-10 19,19-46,-13 34,1 1,2 0,1 0,3 2,1-1,2 1,2 8,-1 15,4 0,2 0,4 0,2-1,10 38,18 67,-30-137</inkml:trace>
  <inkml:trace contextRef="#ctx0" brushRef="#br0" timeOffset="-19421.316">7940 2786,'0'1,"1"-1,0 1,0-1,-1 1,1 0,0-1,0 1,0-1,0 0,-1 1,1-1,0 0,0 1,0-1,0 0,0 0,0 0,0 0,0 0,0 0,0 0,0 0,0-1,0 1,0 0,0 0,0-1,0 1,-1-1,1 1,0-1,0 1,0-1,0 0,123-52,557-320,-483 261,1658-871,-1641 887,-34 20,-113 48,1 3,1 2,2 4,28-2,-85 20,-30 6,-26 3,-10 2</inkml:trace>
  <inkml:trace contextRef="#ctx0" brushRef="#br0" timeOffset="-17913.722">8074 2612,'-36'33,"20"-19,-24 19,2 3,1 1,2 2,-19 27,51-62,1-2,0 0,1 1,-1-1,0 0,1 1,-1-1,1 1,0 0,0-1,0 1,0 0,0 0,1 0,-1-1,1 1,0 0,0 0,0 0,0 1,2-3,-1-1,1 1,-1-1,1 0,0 1,-1-1,1 0,0 0,-1 0,1 0,0 0,-1 0,1 0,0-1,-1 1,1-1,-1 1,1-1,-1 0,1 1,-1-1,1 0,-1 0,0 0,1 0,1-1,23-11,-17 7,0 1,0 0,0 1,1 0,0 1,0-1,0 2,0 0,0 0,0 1,1 0,5 0,123 14,-138-13,0 1,0-1,0 0,0 0,0 0,0 0,0 1,0-1,0-1,0 1,0 0,0 0,0 0,0 0,0-1,0 1,0 0,0-1,0 1,0-1,0 1,0-1,0 0,-1 1,1-1,0 0,0 1,-1-1,1 0,0 0,-1 0,1 0,-1 1,1-1,-1 0,0 0,1 0,-1 0,0 0,0 0,0 0,1 0,-1 0,0 0,0 0,-1 0,1 0,0-1,-47-116,-17-79,58 217,4 1,-1 1,-1-1,-1 0,-1 0,-1-1,0 1,6-19,0 0,-1 0,1 0,0 0,-1 0,1-1,-1 1,1 0,-1-1,0 1,0-1,0 0,1 1,-1-1,0 0,-1 0,1 0,0 0,0-1,-2 1,-6 3,36 2,57-18,-93 23,-36 18,18-12,1 2,0 0,2 2,0 0,-2 6,12-6,8-4</inkml:trace>
  <inkml:trace contextRef="#ctx0" brushRef="#br0" timeOffset="-4981.555">12272 781,'-5'12,"0"1,1 0,0 0,2 0,-1 1,1-1,1 0,1 1,0-1,0 1,1-1,1 1,1-1,-1 0,2 0,3 8,7 47,-14-67,1 1,0-1,-1 0,1 0,-1 0,1 0,-1 0,0 0,1 0,-1 1,0-1,0 0,0 0,0 1,0-1,0 0,0 0,0 0,-1 1,1-1,0 0,-1 0,1 0,-1 0,1 0,-1 0,0 0,1 0,-1 0,0 0,0 0,1 0,-1 0,0 0,0-1,0 1,0 0,0-1,0 1,0-1,0 1,-1-1,1 1,0-1,0 0,0 1,-1-1,1 0,0 0,0 0,0 0,-1 0,1 0,0-1,0 1,0 0,-1-1,1 1,0 0,0-1,0 0,-5-5,1 0,0 0,0-1,1 1,-1-1,2 0,-1-1,1 1,0-1,0 1,1-1,0 0,1 0,0 0,0-1,-6-28,3 0,1 0,1 0,2 0,2 0,3-13,-5 42,1 0,0-1,0 1,1 0,0 0,0 0,1 1,0-1,0 0,1 1,0 0,0 0,1 0,0 0,0 1,1 0,-1 0,1 0,1 1,-1 0,1 0,0 0,0 1,0 0,1 1,-1-1,1 1,0 1,0 0,4-1,-7 2,0 1,0 0,0 0,0 0,0 1,0-1,0 1,0 0,0 1,-1-1,1 1,0 0,-1 0,1 1,-1-1,0 1,0 0,0 0,0 0,-1 1,1 0,-1-1,0 1,0 0,0 0,0 1,-1-1,1 1,-1-1,-1 1,1 0,0-1,-1 1,0 0,0 0,-1 0,1 0,-1 0,0 0,-1 0,1 0,-2 3,-1 5,0 0,-2 0,1-1,-2 0,0 0,0 0,-1-1,0 0,-1 0,-1 0,1-1,-2-1,1 1,-1-2,-1 1,1-1,-1-1,-1 0,1-1,-1 0,-4 1,30-12,0 0,1 1,0 0,0 2,0-1,0 2,1 0,-1 1,0 0,0 1,0 1,1 1,-2 0,1 1,0 0,-1 1,0 1,0 0,0 1,-1 0,0 1,11 9,-21-13,0-1,0 1,0 0,-1-1,0 1,1 0,-2 0,1 1,0-1,-1 0,0 0,0 1,0-1,0 1,-1-1,0 1,0-1,0 1,0-1,-1 1,0-1,0 1,0-1,0 0,-1 1,1-1,-1 0,0 0,-1 0,1 0,-1-1,1 1,-1 0,0-1,-1 0,1 0,0 0,-1 0,-2 1,-13 9,-1 0,0-2,-1 0,-1-1,0-1,0-1,0-1,-1-1,0-1,0-1,0-1,-1-2,1 0,-8-1,7-1,25 1,-1 0,0 0,0 0,0 0,1 0,-1 0,0 0,0 0,1 0,-1 0,0-1,0 1,0 0,0 0,1 0,-1 0,0 0,0-1,0 1,0 0,0 0,1 0,-1-1,0 1,0 0,0 0,0 0,0-1,0 1,0 0,0 0,0-1,0 1,0 0,0 0,0 0,0-1,0 1,0 0,0 0,0-1,0 1,0 0,0 0,-1 0,1-1,0 1,0 0,0 0,0 0,0 0,0-1,-1 1,1 0,0 0,0 0,21-9,5-1</inkml:trace>
  <inkml:trace contextRef="#ctx0" brushRef="#br0" timeOffset="-3947.886">7847 1035,'-27'-12,"0"1,0 2,-1 1,0 1,-1 1,1 2,-1 1,0 1,-6 1,22 3,0 0,0 1,0 1,0 0,0 0,1 1,0 1,0 0,0 1,1 0,0 1,1 0,-1 1,1 0,1 0,0 1,0 0,1 1,1 0,-1 0,2 1,0 0,0 0,1 0,-1 4,-8 19,2 0,1 1,2 0,1 1,2 0,1 0,2 0,2 22,1-43,0-1,1 0,1 0,0 0,1 0,1 0,0-1,1 1,1-1,0 0,1 0,0-1,1 0,0 0,1-1,1 0,0-1,1 0,0 0,1-1,15 5,1-1,0-1,1-2,0-1,1-1,0-2,1-1,0-1,-1-1,1-2,1-2,-1 0,0-2,19-4,-9 3,-1-2,0-2,0-1,-1-2,0-2,-1-1,0-2,-1-2,-1-1,0-2,-2-2,22-17,-43 28,-1 0,0-1,0 0,-2-1,1-1,-2 0,1 0,-2 0,0-1,-1-1,-1 1,0-1,-1 0,0-1,-2 1,0-1,0 1,-2-1,0 0,-1 0,-1 0,0 0,-2 1,1-1,-2 1,-2-7,-2 3,0 1,-1 0,0 0,-2 1,0 0,-1 1,-1 0,-1 1,0 1,-1 0,0 1,-1 1,-1 0,0 1,-1 1,0 0,-1 2,0 0,0 1,-1 1,0 0,0 2,-1 0,0 2,1 0,-22 1,5 3,0 2,0 2,0 2,1 1,0 1,1 2,0 2,-6 4,-123 56</inkml:trace>
  <inkml:trace contextRef="#ctx0" brushRef="#br0" timeOffset="-457.891">12967 580,'-16'65,"-81"365,89-379,9-111,52-418,-37 313,-8 160,0 25,-7-15,173 455,-80-252,-86-189,-4-7</inkml:trace>
  <inkml:trace contextRef="#ctx0" brushRef="#br0" timeOffset="-183.613">12740 901,'20'-4,"21"-5,17-4,12-3,5-1,-3-2,-9 3,-15 1,-16 3</inkml:trace>
  <inkml:trace contextRef="#ctx0" brushRef="#br0" timeOffset="1888.107">4211 7653,'-2'0,"1"0,0 0,0 0,-1 0,1 0,0 1,0-1,-1 0,1 1,0-1,0 1,0-1,0 1,0 0,0 0,0-1,0 1,0 0,0 0,0 0,0 0,0 0,1 0,-1 0,0 0,1 0,-1 1,1-1,-1 0,1 0,0 0,-1 1,1-1,0 1,-1 0,-10 31,1 0,1 0,2 1,2 0,1 0,1 0,2 1,2 1,0 18,3 0,2-1,2 0,3 0,2-1,2 0,9 17,18 34,4-3,4-2,11 9,-14-23,4-2,4-3,3-1,4-4,2-2,4-3,3-3,2-4,3-2,76 44,-47-48,2-5,3-4,1-5,21 0,465 111,-478-125,902 248,-230-46,-736-214,-70-15,-98-34,65 16</inkml:trace>
  <inkml:trace contextRef="#ctx0" brushRef="#br0" timeOffset="3935.55">4197 7639,'-2'-1,"0"1,1 0,-1 0,1 0,-1 0,0 0,1 0,-1 0,1 1,-1-1,1 0,-1 1,1 0,-1-1,1 1,-1 0,1 0,0-1,-1 1,1 0,0 1,0-1,0 0,0 0,0 0,0 1,0-1,0 0,0 1,0-1,1 1,-1-1,1 1,-1-1,-2 4,-292 439,285-429,-16 41,26-55,1 0,-1 0,1-1,0 1,0 0,0-1,-1 1,1-1,0 1,0-1,0 1,0-1,0 0,0 1,0-1,0 0,0 0,0 0,0 1,0-1,0 0,0-1,0 1,0 0,0 0,0 0,-1 0,1-1,0 1,0 0,0-1,0 1,0-1,0 1,0-1,-1 0,1 1,7-3,36-3,0 1,0 2,0 2,18 2,2 0,37-2,1-4,60-12,-161 17,0 0,-1 1,1-1,0 0,0 0,0 1,-1-1,1 0,0 0,0 0,0 0,0 0,-1 0,1 0,0 0,0 0,0-1,-1 1,1 0,0 0,0-1,-1 1,1-1,0 1,-1 0,1-1,0 1,-1-1,1 0,-1 1,1-1,0 1,-1-1,0 0,1 1,-1-1,1 0,-1 0,0 1,0-1,1 0,-1 0,0 0,0 1,0-1,0 0,0 0,0 0,0 0,0 1,0-1,0 0,0 0,-1 0,1 1,0-1,-1 0,1 0,0 1,-1-1,1 0,-1 1,1-1,-1 0,1 1,-1-1,0 1,1-1,-1 1,-152-160,92 84,3-3,-13-30,71 109,0 1,-1-1,1 1,0 0,0-1,0 1,0-1,-1 1,1-1,0 1,0-1,-1 0,1 1,0-1,-1 1,1-1,-1 0,1 1,0-1,-1 0,1 1,-1-1,1 0,-1 0,1 1,-1-1,1 0,-1 0,1 0,-1 0,0 0,1 0,-1 0,1 0,-1 0,1 0,-1 0,1 0,-1 0,1 0,-1 0,1 0,-1-1,1 1,-1 0,1 0,-1-1,1 1,-1 0,1-1,-1 1,1 0,0-1,-1 1,1-1,0 1,-1-1,1 1,0-1,0 1,-1-1,1 1,0-1,0 1,0-1,0 1,0-1,0 0,-116 250,17-61,95-177,14-27,137-231,-119 216,-26 52,-15 14,-1-1,-2-1,-1 0,-9 12,-18 34,42-69,15-22,-5 3,1-2,0 0,0 1,1 0,0 1,0 0,1 1,1 0,-1 0,1 1,0 1,1 0,0 1,0 0,0 1,-11 4,0-1,0 1,0 0,0 0,0 1,0-1,0 0,0 1,-1-1,1 1,0-1,0 1,0 0,-1 0,1 0,0 0,-1 0,1 0,-1 0,1 0,-1 1,0-1,0 1,1-1,-1 1,0-1,0 1,0 0,-1-1,1 1,0 0,-1 0,1 0,-1 0,1-1,-1 1,0 0,0 0,0 0,0 0,0 0,0 0,-1 0,1 0,-1 1,1 0,0 0,0 0,0 0,0 0,1 0,-1 0,1 0,0 0,0 0,0 0,0 0,1 0,-1 0,1-1,-1 1,1-1,0 1,0-1,1 1,91 29,-78-31,-28-20,-137-142,151 167,2 2</inkml:trace>
  <inkml:trace contextRef="#ctx0" brushRef="#br0" timeOffset="14573.206">13609 700,'-1'2,"1"-1,0 1,-1 0,1-1,0 1,0-1,0 1,0 0,1-1,-1 1,0 0,1-1,-1 1,1-1,-1 1,1-1,0 1,0-1,-1 1,1-1,0 0,0 1,0-1,1 0,-1 0,0 0,0 0,1 0,-1 0,1 0,-1 0,0-1,1 1,0-1,-1 1,1-1,-1 1,1-1,0 0,-1 0,1 1,56 19,0-2,1-3,1-2,5-3,66 16,429 123,-114-19,132 71,-364-114,-4 9,-4 9,124 88,-212-119,-3 5,-3 5,-5 5,-3 4,-4 5,57 75,-105-99,-4 1,-3 3,-4 2,-3 1,-4 2,-3 1,-4 1,-4 2,12 87,-19-62,-5 1,-6 0,-4 0,-5 1,-5-2,-5 1,-4-2,-27 82,30-129,-3-1,-3 0,-3-1,-2-2,-3 0,-3-2,-2-2,-2-1,-3-1,-4-1,4-12,-3-1,-1-3,-1-1,-3-3,0-1,-2-3,-1-1,-1-3,-2-2,0-3,-1-2,-1-2,0-2,-15-1,-536 60,429-46,-107 0,-316-16,430-12,-91 15,101 10,11-7,133-13,0-1,0 0,-1-1,1-1,0-1,-13-1,25 1,4 0,0 0,1 0,-1 0,0 0,0-1,0 1,0 0,0 0,0 0,0 0,0-1,0 1,0 0,1 0,-1 0,0 0,0-1,0 1,0 0,0 0,0 0,0 0,0-1,-1 1,1 0,0 0,0 0,0 0,0-1,0 1,0 0,0 0,0 0,0 0,0 0,-1-1,1 1,0 0,0 0,0 0,0 0,0 0,-1 0,1 0,0-1,23-9,-19 8,119-47,3 5,88-17,-129 45,-196 36,1 5,-105 39,179-50,1 3,0 1,-28 19,64-37,-1 1,1-1,-1 0,1 0,-1 0,1 1,-1-1,1 0,-1 0,0 1,1-1,-1 0,0 1,1-1,-1 1,0-1,1 0,-1 1,0-1,0 1,1-1,-1 1,0-1,0 1,0-1,0 1,0-1,0 1,0-1,0 1,0-1,0 1,0-1,0 1,0-1,0 1,0-1,0 1,-1-1,1 0,0 1,0-1,-1 1,1-1,0 1,0-1,-1 0,1 1,0-1,-1 0,1 1,-1-1,1 0,0 0,-1 1,1-1,-1 0,0 0,127 46,-60-17,-37-17,0-2,2 0,-1-2,1-1,0-2,0-1,17 0,-45-5,-1 0,1 0,-1 0,1 0,-1 0,0 0,0-1,0 1,0-1,0 0,0 1,0-1,0 0,-1 0,1 0,-1 0,1-1,-1 1,0 0,0-1,0 1,0 0,0-1,-1 1,1-1,-1 0,1 1,-1-1,0 1,0-1,0 1,-1-1,1 0,0 1,-1-1,0 1,0-3,1-15,15-192,-23 191,-14 35,17-10,-9 9,-1-1,0 0,-1-1,0-1,0 0,-1-1,-1-1,-17 6,116-19,102-27,-218 27,-22 8,0 2,1 2,0 3,-36 12,53-2,71-8,-4-12,-1-1,1-1,-1-1,0-1,0-2,-1-1,12-5,-31 11,0 0,-1-1,1 0,-1-1,0 1,0-1,0-1,0 1,0-1,0 0,-1 0,0 0,0-1,0 0,-1 0,1 0,-1-1,0 1,2-6,-7-6,-7 21,6 9,0 0,1 0,0 1,1-1,1 1,0-1,1 0,0 0,1 0,0 0,1 0,1 0,0-1,6 11,9 31,-19-53,0 0,-1 0,1 0,-1 0,1 0,-1 1,1-1,-1 0,0 0,1 0,-1 1,0-1,0 0,0 0,0 1,0-1,0 0,0 0,-1 1,1-1,0 0,-1 0,1 0,-1 1,1-1,-1 0,1 0,-1 0,0 0,0 0,1 0,-1 0,0 0,0-1,0 1,0 0,0 0,0-1,0 1,0-1,-1 1,1-1,0 1,0-1,0 0,-1 1,1-1,0 0,0 0,-1 0,0 0,-7-1,1-1,0 0,-1 0,1 0,0-1,0-1,0 1,0-1,1-1,0 1,0-1,0 0,-2-3,-24-15,20 16,0 0,-1 0,0 2,0-1,0 2,-1 0,0 1,1 0,-1 1,0 1,0 0,0 1,0 1,0 0,0 1,0 0,-14 5,21 1,25-4,145-20,-100 7,53-3,-166 18,0 2,1-3,-1-1,-18-4,69 0,1 0,-1 0,0-1,0 1,0 0,0 0,0-1,0 1,0 0,0-1,0 1,0 0,0 0,0-1,0 1,0 0,0 0,0-1,0 1,0 0,0 0,0-1,0 1,0 0,-1 0,1-1,0 1,0 0,0 0,0-1,-1 1,1 0,0 0,0 0,0 0,-1-1,1 1,0 0,0 0,-1 0,1 0,0 0,0 0,-1 0,1 0,0 0,0 0,-1 0,1 0,0 0,-1 0,1 0,0 0,0 0,-1 0,26-11,299-85,-292 83,-33 13,1 0,0-1,0 1,-1 0,1 0,0 0,0-1,-1 1,1 0,0 0,0-1,0 1,0 0,0 0,-1-1,1 1,0 0,0-1,0 1,0 0,0-1,0 1,0 0,0 0,0-1,0 1,0 0,0-1,0 1,0 0,0-1,1 1,-1 0,0 0,0-1,0 1,0 0,0-1,1 1,-1 0,0 0,0 0,1-1,-1 1,0 0,0 0,1 0,-1-1,0 1,0 0,1 0,-1 0,0 0,1 0,-1 0,0 0,1 0,-30-2,-163 40,169-32,-12 4</inkml:trace>
  <inkml:trace contextRef="#ctx0" brushRef="#br0" timeOffset="19145.446">9103 10473,'-2'-6,"-2"22,-54 320,40-247,10-106,-6-91,1-100,12 188,1 1,1-1,1 1,1-1,0 1,3-7,-4 19,0 1,1 0,0 0,0 0,0 0,0 0,1 0,0 1,0 0,1 0,-1 0,1 0,0 1,1 0,-1 0,1 0,-1 0,1 1,0 0,1 0,3-1,0 0,0 1,1 0,-1 1,0 0,1 1,-1 0,1 0,0 1,-1 1,1-1,-1 2,1 0,-1 0,0 1,0 0,0 0,0 1,0 1,-1 0,1 0,-1 1,5 4,-11-7,0 0,-1 1,1-1,-1 1,0-1,0 1,0 0,0 0,-1 0,0 0,0 0,0 0,0 0,0 0,-1 0,0 0,0 1,0-1,0 0,-1 0,1 0,-1 0,0 1,-1-1,1-1,-1 1,1 0,-1 0,0 0,-1 0,-7 11,1-1,-2 0,1 0,-2-1,0-1,-11 9,-10 6,-2-2,0-1,-2-2,-7 2,132-34,-72 8,1 0,-1 1,0 0,0 2,0-1,1 2,-1 0,0 1,-1 1,1 1,-1 0,1 0,7 6,-20-10,-1 1,1 0,0 0,-1 0,1 0,-1 0,1 0,-1 1,0-1,0 1,0 0,-1-1,1 1,0 0,-1 0,0 0,0 0,0 1,0-1,0 0,-1 0,1 0,-1 1,0-1,0 0,0 1,-1-1,1 0,-1 0,1 1,-1-1,0 0,-1 2,-8 7,-1 0,0 0,0-1,-1-1,0 0,-1 0,-1-1,1-1,-1 0,0-1,-1-1,0 0,0-1,-3 0,-106 32,123-37,0 1,1-1,-1 1,1-1,-1 1,0-1,1 0,-1 1,0-1,0 0,1 0,-1 0,0 1,0-1,1 0,-1 0,0 0,0 0,1 0,-1 0,0 0,0-1,1 1,-1 0,0 0,0-1,1 1,-1 0,0-1,1 1,-1 0,0-1,1 1,-1-1,1 1,-1-1,1 0,-1 1,1-1,-1 1,1-1,0 0,-1 1,1-1,0 0,-1 0,1 1,0-1,0 0,0 0,0 1,0-1,0 0,0 0,0 0,9-15,2 0</inkml:trace>
  <inkml:trace contextRef="#ctx0" brushRef="#br0" timeOffset="24179.929">8956 10125,'2'0,"4"-2,6-1,9-2,10-2,11-3,12-2,13 2,8-1,1 0,-4 2,-7 2,-12 2,-18 3,-16 1,-13-2,-6 0</inkml:trace>
  <inkml:trace contextRef="#ctx0" brushRef="#br0" timeOffset="25229.252">9865 10593,'0'8,"-1"-5,1 0,-1 0,1 0,0 0,0 0,1 0,-1 0,0 0,1 0,0 0,0 0,0-1,0 1,0 0,0-1,1 1,-1 0,1-1,0 0,1 2,-2-4,0 0,0 0,0-1,0 1,0 0,0-1,0 1,0-1,0 1,0-1,0 1,0-1,0 0,0 1,0-1,0 0,-1 0,1 1,0-1,-1 0,1 0,0 0,-1 0,1 0,-1 0,0 0,1 0,-1 0,0 0,0-1,1 1,-1 0,0 0,0 0,0 0,0 0,0 0,-1 0,1-1,0 1,-1 0,1 0,0 0,-1 0,1 0,-1 0,1 0,-1 0,0 1,0-2,-1 1,0-1,0 1,0 0,0 0,0-1,0 1,-1 1,1-1,0 0,-1 0,1 1,-1 0,1-1,-1 1,1 0,-1 0,1 0,0 1,-1-1,1 0,-1 1,1 0,-1 0,1-1,1 0,0 1,0-1,0 1,-1-1,1 1,0 0,0-1,0 1,0 0,0 0,0-1,0 1,0 0,0 0,0 0,1 0,-1 1,0-1,1 0,-1 0,1 0,-1 0,1 1,-1-1,1 0,0 0,0 1,0-1,0 0,0 1,0-1,0 0,0 1,0-1,0 0,1 0,-1 1,1-1,-1 0,1 0,-1 0,1 1,12 15,3-3</inkml:trace>
  <inkml:trace contextRef="#ctx0" brushRef="#br0" timeOffset="25755.637">10440 10366,'-39'116,"-44"90,65-166,-50 86,72-146,33-80,-5-1,-4-2,0-22,-19 75,-4 20,0 1,2-1,2 2,0-1,2 1,1 0,-12 27,1-1,-1 1,1 0,-1-1,1 1,0-1,-1 1,1 0,0-1,0 1,0 0,0 0,0 0,0 0,0 0,0 0,1 0,-1 0,0 0,1 0,-1 1,0-1,1 1,-1-1,1 1,-1-1,1 1,-1 0,1 0,-1-1,1 1,-1 0,1 1,-1-1,1 0,-1 0,1 1,-1-1,1 1,-1-1,1 1,-1-1,0 1,1 0,-1 0,0 0,0 0,1 0,0 1,8 11,-1 0,0 1,-1 1,0 0,-1 0,-1 0,0 1,-1-1,2 13,-1-8,171 583,-168-579</inkml:trace>
  <inkml:trace contextRef="#ctx0" brushRef="#br0" timeOffset="25933.977">10373 10660,'14'-7,"20"-4,22-3,21-1,8 0,-11 2</inkml:trace>
  <inkml:trace contextRef="#ctx0" brushRef="#br0" timeOffset="31552.655">10053 9404,'-6'-7,"0"1,-1 0,0 0,0 1,0 0,0 0,-1 1,0-1,0 2,0-1,0 1,-1 0,1 1,-1 0,0 1,1-1,-1 2,0-1,0 1,0 0,-3 1,-67-1,0 4,0 3,0 3,1 4,1 3,0 3,2 4,-36 17,72-23,-1 1,2 2,1 1,1 2,1 2,1 1,1 2,1 1,-19 25,21-21,2 1,1 2,3 1,0 1,3 0,1 2,2 1,2 0,1 1,3 0,2 1,1 1,2 0,3 0,1 0,2 8,10 30,2-1,5-1,3 0,3-1,4-2,5 3,-4-10,3 0,3-2,3-2,3-1,14 15,-27-46,0-2,3-1,0-1,2-1,1-2,2-1,0-1,2-3,0 0,9 1,5-2,1-1,1-3,1-2,0-3,1-2,0-2,19-1,27-2,1-4,-1-4,59-11,-83 6,1-3,-2-4,1-3,-2-4,-1-2,-1-4,-1-3,-1-3,-2-3,-1-3,21-19,-11-4,-4-3,-2-3,-3-3,-3-4,16-28,-56 70,-2-2,-1 0,-1-2,-2 0,-2-1,-2-1,-1 0,-2-1,-2-1,2-15,-2-32,-4-1,-3 1,-5-1,-3 1,-9-34,10 78,-2 0,-2 0,-2 0,-2 1,-2 1,-2 0,-1 1,-3 1,-1 0,-1 2,-2 1,-2 0,-2 2,-13-13,-2 11,-2 1,-1 3,-1 1,-2 3,-1 2,-1 2,-1 2,-1 2,-1 3,-1 2,0 3,-1 2,0 2,-1 3,0 3,1 2,-8 2,14 1,0 3,0 1,0 2,1 3,0 2,1 2,1 2,-15 9,50-21,1 1,0 0,0 1,0 1,1 0,0 0,-4 5,-3 9</inkml:trace>
  <inkml:trace contextRef="#ctx0" brushRef="#br0" timeOffset="33491.108">10854 9284,'1'-63,"-3"1,-3 0,-2 0,-6-18,-13-9,-3 0,-4 3,-3 0,-5 3,-2 1,-33-42,15 24,4-4,5-1,4-3,-28-100,-99-480,123 526,-11-30,8-1,-3-67,-44-369,84 534,4-1,4-1,4 1,4-1,5 0,4 0,4 1,8-16,9 18,4 2,5 1,3 2,4 2,4 2,4 2,53-65,-65 93,3 2,1 2,3 2,51-41,-90 82,1 1,0 0,0 1,0 0,1 0,0 1,0 0,1 1,-1 0,1 1,0 0,-1 1,1 0,1 0,-1 1,0 1,0 0,11 1,185 65,-49-25,1-6,8-6,73 15,-235-43,19 2,-1 1,1 1,-1 2,0 0,0 1,-1 2,0 0,0 1,-1 1,-1 1,4 4,-14-9,0 0,0-1,1-1,0 0,0 0,1-1,-1-1,1 0,0 0,0-1,1-1,-1 0,1 0,-1-1,1-1,6-1,-17 2,0-1,-1 0,1 0,0 0,0 0,-1 0,1 0,0 0,0 0,-1-1,1 1,0-1,-1 1,1-1,0 0,-1 0,1 1,-1-1,1 0,-1 0,0-1,1 1,-1 0,0 0,0-1,0 1,0-1,0 1,0-1,0 1,0-1,-1 1,1-1,-1 0,1 0,3-51,-4 24</inkml:trace>
  <inkml:trace contextRef="#ctx0" brushRef="#br0" timeOffset="33966.835">11937 3588,'-23'-9,"26"29,129 142,-99-121,-1 2,-3 0,-1 2,-3 1,11 28,-34-70,-1-2,0 0,1 0,-1 0,0 0,0-1,0 2,-1-1,1 0,0 0,-1 0,1 0,-1 0,0 0,0 1,1-1,-2 0,1 0,0 1,0-1,-1 0,1 0,-1 0,0 0,1 0,-1 0,0 0,0 0,0 0,-1 0,1 0,0 0,-1-1,0 1,-8 2,0-1,-1 0,1-1,-1 0,0-1,0 0,1-1,-1 0,-11-2,-3 2,-213-3,217 5,16 1,14-1,4-3,-1 0,0-1,0 0,0-1,-1 0,1-1,-1 0,0-1,0 0,0-1,0 0,-1-1,0 0,-1-1,0 0,0 0,0-1,-1 0,0 0,0-3,4-5,-1-1,0-1,-2 1,0-1,-1-1,-1 0,-1 0,-1 0,-1-1,0 0,-2 0,0-15,-5-7,3 42,-1 1,1-1,-1 0,1 0,-1 0,1 1,-1-1,1 0,-1 1,0-1,1 0,-1 1,0-1,0 1,1-1,-1 1,0-1,0 1,0 0,0-1,0 1,1 0,-1 0,0 0,0 0,0 0,0 0,0 0,0 0,0 0,0 0,1 0,-1 0,0 1,0-1,0 0,0 1,0-1,1 0,-1 1,0-1,0 1,1 0,-1-1,-38 26,-3 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2:48.1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5213,'-2'1,"-1"-1,1 1,0 0,0 0,0 0,0 0,0 1,0-1,0 1,1-1,-1 1,0-1,1 1,-1 0,1 0,0 0,-1 0,1 0,0 0,0 0,0 0,1 0,-1 1,1-1,-1 0,1 0,-1 1,1-1,0 0,0 1,0-1,1 0,-1 2,1-3,0 0,-1-1,1 1,0-1,0 1,-1-1,1 1,0-1,0 0,0 1,-1-1,1 0,0 0,0 1,0-1,0 0,0 0,0 0,0 0,0 0,-1 0,1-1,0 1,0 0,0 0,0-1,0 1,-1 0,1-1,0 1,0-1,-1 1,1-1,0 1,0-1,-1 0,1 1,-1-1,1 0,-1 1,1-1,-1 0,1 0,-1 0,0 1,1-1,-1 0,0 0,0 0,1 0,-1 0,26-70,-25 69,-1 0,0 0,1 0,-1 0,0 0,0-1,0 1,-1 0,1 0,0 0,-1 0,1 0,-1 0,0 0,0 0,0 0,0 1,0-1,0 0,0 0,0 1,-1-1,1 1,-1-1,1 1,-1 0,0-1,1 1,-1 0,0 0,0 0,0 0,0 1,0-1,0 0,-2 2,1-1,-1 0,0 1,1 0,-1 0,0 0,1 1,-1-1,1 1,0 0,-1-1,1 2,0-1,0 0,0 1,1-1,-1 1,1 0,-1 0,1 0,0 0,0 0,0 0,0 1,1-1,-1 1,1-1,0 1,0-1,0 1,1 0,-1 0,1-1,0 1,0 0,0 0,1-1,-1 1,1 0,0-1,0 1,0 0,0-1,1 1,-1-1,1 0,0 1,0-1,0 0,2 2,0-3,1 0,-1-1,0 1,1-1,-1 1,1-1,0-1,-1 1,1-1,0 0,-1 0,1 0,0 0,-1-1,1 0,-1 0,1 0,-1-1,1 1,-1-1,0 0,0 0,0-1,0 1,0-1,0 0,-1 0,1 0,-1 0,0-1,0 0,0 1,0-1,-1 0,0 0,0 0,0-1,0 0,-1 4,-1 0,0-1,0 1,0 0,0-1,-1 1,1 0,0-1,-1 1,1 0,0-1,-1 1,0 0,1 0,-1 0,0 0,1 0,-1-1,0 1,0 0,0 1,0-1,0 0,0 0,0 0,0 1,-1-1,1 0,0 1,0-1,0 1,-1-1,1 1,0 0,-1 0,1-1,0 1,-1 0,-52 2,37 12,20-17,231-326,-35 73,11 9,11 10,79-55,762-606,-329 346,23 32,397-184,-108 168,-932 489,-112 47,-1-1,1 1,0-1,0 1,0 0,0-1,-1 1,1 0,0-1,0 1,0 0,0 0,0 0,0 0,0 0,0 0,0 0,0 0,-1 1,1-1,0 0,0 0,0 1,0-1,0 1,-1-1,1 1,0-1,0 1,-1-1,1 1,0 0,-1-1,1 1,0 0,-1-1,1 1,-1 0,0 0,1 0,-1 0,1-1,-1 1,0 0,0 0,0 0,1 0,-1 0,0 0,0 0,0 0,0 0,-1-1,1 1,0 0,0 0,0 0,-1 0,1 0,-1 0,1-1,0 1,-1 0,1 0,-1 0,-8 22</inkml:trace>
  <inkml:trace contextRef="#ctx0" brushRef="#br0" timeOffset="1390.291">6806 427,'5'80,"2"-101,-8 13,1 1,-1-1,-1 0,1 1,-1-1,0 1,-1 0,0-1,0 1,-1 1,1-1,-2 0,1 1,-1 0,0 0,0 0,0 1,-1-1,0 1,0 1,0-1,-1 1,1 0,-1 0,0 1,0 0,-1 0,1 1,0 0,-1 0,0 1,1 0,-1 0,0 1,1 0,-1 0,0 1,1 0,-1 0,0 0,1 1,-4 2,-1 2,1 1,0 0,1 0,0 1,0 1,1-1,0 2,0-1,1 1,0 0,1 1,0 0,1 0,0 1,1-1,0 1,1 1,0-1,1 0,1 1,0 0,0-1,1 1,1 0,0 0,1 3,0-6,0-1,0 1,1-1,0 1,1-1,0 0,1 0,0 0,0 0,1-1,0 1,0-1,1 0,0-1,1 0,-1 0,2 0,-1-1,0 0,1 0,0-1,1 0,-1 0,1-1,0 0,0 0,0-1,0-1,4 1,4 2,1-1,-1-1,1-1,0 0,0-1,-1-1,1-1,0 0,0-1,-1-1,1-1,-1-1,0 0,-1-1,1-1,-1 0,0-1,-1-1,1-1,-2 0,0-1,0 0,-1-1,0-1,-1 0,-1 0,0-1,1-3,3-11,-1-1,-2 0,-1-1,-1 0,-1-1,-2 0,3-31,-9 56,-3 15,-2 18,-8 68,4 0,4 1,4 0,6 19,4-65,-3-65,-3-266,-5 213,0 11,2 1,2 0,5-18,-7 65,0 1,0-1,1 1,0 0,0 0,1 0,0 0,0 0,1 0,0 1,1 0,-1 0,1 0,1 0,-1 1,1 0,0 0,1 0,-1 1,1 0,0 0,0 1,1-1,-1 2,1-1,0 1,0 0,0 1,1 0,-1 0,0 1,5 0,-7 1,-1 1,0-1,0 1,0 0,0 1,0-1,0 1,0 0,0 0,-1 1,1-1,-1 1,1 0,-1 0,0 1,0-1,-1 1,1 0,-1 0,0 0,0 0,0 1,0-1,-1 1,0 0,0-1,0 1,0 0,-1 0,0 0,0 1,0-1,-1 0,0 0,0 0,0 1,0-1,-1 0,0 0,0 0,0 0,-1 0,-1 3,-2 1,0 1,-1-1,-1 1,1-2,-1 1,-1-1,0 0,0 0,0-1,-1 0,0-1,0 0,-1 0,0-1,0-1,0 1,0-1,-1-1,-9 2,37-9,1 1,-1 0,1 2,-1 0,1 0,0 2,-1 0,1 1,-1 1,1 1,-1 0,0 2,-1-1,2 2,-15-5,1-1,0 1,-1-1,1 1,-1 0,0 1,1-1,-1 0,0 1,0 0,-1 0,1 0,0 0,-1 0,0 0,0 1,0-1,0 1,-1-1,1 1,-1 0,0 0,0-1,0 1,0 0,-1 0,0 0,0 0,0 0,0 0,0 0,-1 0,0 0,0 0,0 0,0-1,0 1,-1 0,0-1,0 1,-10 11,-1-1,-1 0,0-1,-1 0,0-1,-1-1,0-1,-1 0,0-1,-1-1,-2 1,-9 6,-2-2,1-1,-1-1,-1-1,-22 3,54-14,0 1,1 0,-1-1,0 1,0 0,0-1,0 1,1 0,-1-1,0 1,0-1,0 1,0 0,0-1,0 1,0-1,0 1,0 0,0-1,0 1,0 0,0-1,0 1,0-1,-1 1,1 0,0-1,0 1,0 0,0-1,-1 1,1 0,0-1,-1 1,1 0,0-1,0 1,-1 0,1 0,0 0,-1-1,1 1,0 0,-1 0,1 0,-1 0,1 0,0-1,-1 1,1 0,-1 0,29-22,7-2</inkml:trace>
  <inkml:trace contextRef="#ctx0" brushRef="#br0" timeOffset="1864.39">7902 293,'-146'525,"146"-525,0 0,0 0,1 0,-1 0,0 0,0 0,0 0,0 0,1 0,-1 0,0 0,0 0,0 0,1 0,-1 0,0 0,0 0,0 0,10-25,21-78,-5 0,-5-2,2-43,15-155,-34 272,1 49,-1 113,5 0,9 15,-10-97,2-1,3 1,1-2,3 0,1-1,3-1,8 12,3-3,-28-45,-7-7</inkml:trace>
  <inkml:trace contextRef="#ctx0" brushRef="#br0" timeOffset="2052.889">7795 588,'23'0,"25"0,26 0,20 0,12 0,-11 0</inkml:trace>
  <inkml:trace contextRef="#ctx0" brushRef="#br0" timeOffset="2263.969">9092 574,'-9'-5,"-19"-8,-5-2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2:57.47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705 158,'-41'-5,"-1"2,0 1,0 3,0 1,0 2,-8 4,30-4,0 1,1 0,0 2,0 0,0 2,1 0,0 0,1 2,0 0,1 1,0 1,1 0,-12 14,9-3,2 1,0 1,1 1,2 0,1 1,1 0,1 1,2 0,0 0,2 1,2 0,1 0,1 0,1 0,2 1,1-1,3 16,-2-22,0 0,2 1,1-2,0 1,2-1,1 0,0 0,2-1,1 0,0-1,2-1,0 0,1-1,1 0,1-1,1-1,0-1,1 0,1-2,16 10,0-6,0-2,1-1,0-2,1-1,1-3,0-1,0-1,0-3,1-1,-1-2,1-1,0-2,32-7,-20 0,-1-2,0-3,-1-1,-1-3,0-2,-2-2,0-2,-2-3,0-1,-2-2,-2-2,3-4,-27 21,0 0,-1-1,-1-1,-1 0,0-1,-1-1,-1 0,-1-1,0 0,-2 0,0-1,-2-1,0 1,-1-1,1-13,-2-1,-2-1,-1 0,-1 0,-3 0,-1 0,-1 0,-2 1,-2 0,-1 0,-2 0,-1 1,-2 1,-11-19,12 35,0 0,-1 0,-1 2,-1-1,0 2,-2 0,1 1,-1 1,-1 1,-1 0,0 2,0 0,-1 1,0 1,0 1,-1 1,0 1,0 0,0 2,0 1,-6 0,-25-1,0 2,1 2,-1 3,0 2,1 2,0 2,1 3,0 2,1 2,1 2,0 3,2 1,1 3,-24 17,39-20,1 1,2 1,0 2,1 0,2 2,1 1,2 1,0 1,3 1,0 0,2 2,2 0,-2 10,-18 62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00.7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75 175,'-2'-1,"-1"1,0 0,1 0,-1 0,0 0,0 1,1-1,-1 1,0 0,1 0,-1 0,1 0,-1 0,1 0,0 0,-1 1,1-1,0 1,0 0,0 0,0 0,0 0,0 0,1 0,-1 0,1 1,-1-1,1 0,0 1,0-1,0 1,0 0,1-1,-1 1,1 0,-1-1,1 1,0 1,-1 3,-1 0,2 1,-1-1,1 0,0 0,1 0,0 0,0 0,0 0,1 0,0 0,1 0,-1 0,1-1,0 1,1-1,0 0,0 0,0 0,1-1,-1 1,1-1,1 0,-1-1,1 1,0-1,0 0,0 0,0-1,1 0,-1 0,1 0,0-1,0 0,0 0,0-1,0 0,0 0,4-1,-7-1,1 0,-1 0,0 0,1-1,-1 0,0 0,0 0,0 0,0-1,0 0,-1 1,1-1,-1-1,0 1,0 0,0-1,0 1,0-1,-1 0,0 0,1 0,-2 0,2-3,1-4,0 0,-1 0,-1 0,1-1,-2 1,0-1,0 1,-1-12,-1 9,0 1,-1-1,0 1,-1-1,-1 1,0 0,-1 0,0 1,-1-1,0 1,-1 0,0 1,-1 0,0 0,-1 0,0 1,-1 1,0-1,-8-5,16 14,-1 0,1-1,0 1,-1 0,1 0,-1 1,1-1,-1 0,1 1,-1-1,0 1,1 0,-1 0,0 0,1 0,-1 1,1-1,-1 1,1-1,-1 1,1 0,-1 0,1 0,-1 0,1 1,0-1,0 0,0 1,0 0,0-1,0 1,0 0,0 0,1 0,-1 0,1 1,-1-1,1 0,0 1,0-1,0 0,0 1,1-1,-1 1,0 1,0 6,0 1,0-1,1 1,1-1,0 1,0-1,1 1,0-1,0 0,2 0,-1 0,1 0,0 0,1-1,0 0,1 0,0 0,0-1,1 0,0 0,1 0,-1-1,7 4,27 24</inkml:trace>
  <inkml:trace contextRef="#ctx0" brushRef="#br0" timeOffset="329.085">597 256,'-1'4,"1"0,-1 0,1 0,0 0,0 0,0 0,1 1,0-1,0 0,0 0,0 0,0 0,1-1,0 1,-1 0,2-1,-1 1,0-1,1 1,-1-1,1 0,0 0,0 0,0-1,0 1,1-1,-1 0,1 1,0-2,-1 1,1 0,0-1,1 1,5 2,0 0,0-1,0 0,1 0,-1-1,1-1,0 0,-1 0,1-1,0 0,0-1,8-2,-14 2,1 0,-1 0,0-1,0 1,0-1,0-1,0 1,0-1,0 0,-1 0,1 0,-1 0,0-1,0 0,-1 0,1 0,-1 0,1 0,-1-1,-1 0,1 1,-1-1,1 0,-1 0,1-6,-2 5,0 0,0-1,-1 1,0 0,0-1,-1 1,1-1,-1 1,-1 0,1-1,-1 1,0 0,0 0,-1 0,0 0,0 1,0-1,-1 1,0 0,0 0,0 0,-1 0,1 1,-1 0,0 0,-1 0,1 0,-3 0,2-1,-1 1,0 1,0-1,-1 1,1 0,0 1,-1-1,0 2,1-1,-1 1,0 0,0 1,0-1,0 2,0-1,0 1,1 0,-1 1,0 0,1 0,-1 1,1-1,-2 2,1 2,1-1,-1 1,1 1,0 0,0 0,1 0,0 0,0 1,1 0,0 1,1-1,-1 1,0 4,-12 29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2:58.8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0 835,'40'-31,"-1"-1,-2-2,-1-1,-2-2,27-38,-44 55,0 0,-1-1,-1-1,-1 0,0-1,-2-1,-1 0,-1 0,-1-1,-1 0,-2-1,0 1,-2-1,0-1,-2 1,-1-24,-3 39,0 0,0 0,-1 1,0-1,-1 1,-1 0,1 0,-2 0,-4-7,7 13,1 0,-1 1,1 0,-1-1,0 1,0 0,0 0,-1 1,1-1,-1 1,1 0,-1 0,0 0,0 0,0 1,0-1,0 1,0 0,-1 0,1 1,0-1,0 1,-1 0,1 0,0 0,-1 1,-2 2,0 1,1-1,-1 2,1-1,0 1,0 0,0 0,1 0,0 1,0 0,0 0,1 0,0 1,0-1,0 1,1 0,0 0,1 0,-1 1,2-1,-1 0,1 1,0 0,0-1,1 7,-3 27,2 1,2-1,2 0,1 1,3-1,1-1,2 0,1 0,3 0,1-2,1 0,7 7,-11-18,1 0,2-1,0 0,2-1,1-1,0-1,2 0,1-2,3 2,-22-20,1 0,0-1,0 1,0 0,0-1,1 0,-1 0,1 0,-1 0,1 0,0-1,-1 0,1 1,0-1,0-1,0 1,0-1,0 1,0-1,0 0,0-1,0 1,0-1,0 1,0-1,0 0,0-1,-1 1,1-1,0 0,-1 1,1-2,-1 1,1-1,4-8,-1-1,-1 0,0 0,-1 0,0-1,-1 0,-1 1,0-2,0 1,-1 0,-1 0,0-1,-1-9,0 22,1-174,-1 226,1-35,0 1,1 0,1-1,0 1,1-1,1 0,1 0,0 0,1-1,0 0,2 0,0-1,0 0,1-1,1 0,4 4,11 3</inkml:trace>
  <inkml:trace contextRef="#ctx0" brushRef="#br0" timeOffset="647.161">669 273,'125'102,"-107"-91,0 1,-1 1,0 0,-1 1,-1 1,0 1,-1 0,-1 0,0 2,-1-1,-1 2,-1-1,7 20,-10-11,-1 1,-1 0,-2 1,-1-1,-1 1,-3 16,2 16,0-59,0 0,0-1,0 1,0 0,0-1,0 1,0-1,0 1,1 0,-1-1,1 1,-1-1,1 1,0 0,-1-1,1 0,0 1,0-1,0 0,0 1,0-1,1 0,-1 0,0 0,0 0,1 0,-1 0,1 0,-1 0,1-1,-1 1,1 0,-1-1,1 1,0-1,-1 0,1 0,0 1,-1-1,1 0,-1-1,1 1,0 0,-1 0,1-1,1 0,8-4,0 0,-1-2,0 1,0-1,-1-1,0 0,0 0,0 0,-1-1,-1-1,1 1,-2-1,1 0,-1-1,-1 0,0 0,-1 0,3-10,29-93,-36 205,0-80,1 0,0 0,0 0,1 0,1-1,0 1,0-1,1 1,0-1,3 3,-5-9,0 0,1 0,-1-1,1 0,0 1,0-1,0 0,0 0,1-1,-1 1,1-1,-1 1,1-1,0 0,0-1,0 1,0-1,1 1,-1-1,0-1,0 1,1 0,-1-1,0 0,1 0,-1 0,2-1,0 0,1 0,-1-1,1 0,-1 0,0 0,0-1,0 0,-1 0,1-1,-1 1,1-1,-1 0,0-1,-1 1,1-1,-1 0,0 0,0 0,0-1,-1 1,0-1,8-14,-2 0,-1-1,0 0,-2 0,2-11,-2 11,-6 21,0 0,0 0,0 1,0-1,0 0,1 0,-1 0,0 0,0 1,0-1,0 0,0 0,0 0,0 0,0 0,1 1,-1-1,0 0,0 0,0 0,0 0,0 0,1 0,-1 0,0 0,0 0,0 0,0 1,1-1,-1 0,0 0,0 0,0 0,1 0,-1 0,0 0,0 0,0 0,1-1,0 25,-3 26,1-31,1 0,0 0,1-1,1 1,1 0,3 11,-5-27,0 1,0-1,0 1,0-1,1 0,0 0,0 1,0-1,0 0,0-1,0 1,1 0,0-1,-1 1,1-1,0 0,0 0,0 0,0 0,1 0,-1-1,0 1,1-1,-1 0,1 0,-1 0,1-1,13-2</inkml:trace>
  <inkml:trace contextRef="#ctx0" brushRef="#br0" timeOffset="898.863">1551 326,'5'7,"8"7,11 3,1-2</inkml:trace>
  <inkml:trace contextRef="#ctx0" brushRef="#br0" timeOffset="1072.447">1818 728,'-2'15,"-1"9,2 4,4 1,2 2,-1-4,0-1,-4-2,-4-4,-1-5</inkml:trace>
  <inkml:trace contextRef="#ctx0" brushRef="#br0" timeOffset="1294.85">1805 434,'-11'-14,"-4"-7,-2-1,5 4,8 11,12 12,12 9,2 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02.1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1 287,'10'-52,"-2"-2,-3 0,-1-44,-11 214,2-66,3-1,2 1,3 16,-3-62,0 0,0 0,1 0,0 0,-1 0,2 0,-1 0,0 0,1 0,-1-1,1 1,0 0,0-1,1 0,-1 1,1-1,0 0,0 0,0-1,0 1,0 0,0-1,1 0,-1 0,1 0,0 0,-1 0,4 0,17 3</inkml:trace>
  <inkml:trace contextRef="#ctx0" brushRef="#br0" timeOffset="327.125">335 234,'2'7,"-1"0,1 0,0 0,1 0,0 0,0 0,0-1,1 0,0 1,0-1,0-1,1 1,0-1,0 1,1-1,-1-1,1 1,0-1,0 0,0 0,1-1,0 0,-1 0,1-1,0 1,0-1,0-1,1 0,-1 0,2 0,0 1,1 0,-1-1,0 0,1-1,-1 0,0 0,1-1,-1 0,0-1,0 0,0-1,0 1,0-2,-1 1,1-1,-1-1,0 1,0-1,0-1,-1 1,0-1,0-1,0 1,-1-1,0 0,0-1,-1 1,0-1,0 0,-1-1,0 1,2-9,-4 7,-1 1,0-1,-1 1,0-1,0 1,-1-1,0 1,-1 0,0-1,0 1,-1 0,0 0,-1 0,0 0,0 1,-1 0,-4-6,5 8,1 1,-1 1,0-1,0 1,0-1,-1 1,0 0,1 1,-1-1,-1 1,1 0,0 0,-1 1,1-1,-1 1,0 1,0-1,0 1,0 0,0 0,0 0,0 1,0 0,0 1,0-1,0 1,0 0,-1 1,-2 2,0 1,0 0,1 0,0 1,0 0,0 0,1 1,0 0,0 1,1-1,0 1,0 0,1 1,0 0,0-1,1 1,0 1,1-1,0 1,1-1,-1 1,2 0,0 0,-1 5,-2 32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05.2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144 88,'-7'1,"0"-1,0 2,0-1,0 1,1 0,-1 1,1 0,-1 0,1 0,0 1,0 0,0 0,1 0,-1 1,1-1,0 2,0-1,1 0,0 1,0 0,0 0,0 0,1 0,-1 4,2-1,0 0,1 0,1 0,-1 0,2 0,-1 0,1 0,0 0,1 0,0-1,1 1,-1 0,2-1,-1 0,1 0,0 0,1 0,1 1,4 6,1-1,0 1,1-2,1 0,0 0,1-1,0-1,9 6,-16-12,0 1,0-1,0-1,1 0,0 0,-1 0,2-1,-1 0,0 0,0-1,1 0,0 0,-1-1,1-1,0 1,-1-1,1-1,0 0,-1 0,1 0,-1-1,1 0,-1-1,0 0,0 0,0-1,0 0,-1-1,1 1,-1-1,0-1,-1 1,1-1,0-2,1-5,0-1,-1 0,-1 0,0 0,-1-1,0 0,-1 0,-1-1,-1 1,0-1,-1 1,0-1,-1 1,-1-1,-1 0,0 1,-1 0,-1-1,0 1,-3-6,4 13,0-1,0 2,-1-1,0 0,0 1,-1 0,0 0,0 0,-1 0,0 1,0 0,0 0,-1 1,1 0,-1 0,-1 0,1 1,-1 0,0 1,1 0,-2 0,1 0,0 1,0 0,-1 1,1 0,-1 0,1 1,-1 0,1 0,-1 1,1 0,-1 1,1 0,-1 0,1 0,0 1,-2 2,-3 3,0 1,0 1,1 0,0 0,1 1,0 1,1 0,0 0,1 1,0 0,1 1,-1 3,-23 46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03.4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0 121,'3'0,"4"0,4 2,5 1,6 0,4-1,4 0,5-1,0-1,-2 1,-3-1,-5 0,-6-1</inkml:trace>
  <inkml:trace contextRef="#ctx0" brushRef="#br0" timeOffset="265.294">27 375,'13'0,"15"0,10 0,9 0,5-3,3 0,-2 1,-2-1,-5 2,-11 0</inkml:trace>
  <inkml:trace contextRef="#ctx0" brushRef="#br0" timeOffset="638.338">722 1,'7'4,"6"9,7 9,5 9,9 12,5 6,2 5,2 0,-1-2,1-6,-4-6,-5-6,-7-8,-5-6,-7-9,-5-9,-6-4</inkml:trace>
  <inkml:trace contextRef="#ctx0" brushRef="#br0" timeOffset="926.178">1123 27,'-16'7,"-9"7,-8 10,-3 10,1 6,1 5,2 0,4-1,5-6,4-7,2-7,5-7</inkml:trace>
  <inkml:trace contextRef="#ctx0" brushRef="#br0" timeOffset="1236.006">655 254,'0'-2,"7"-1,9 0,13 1,16 0,13 1,8 1,5-3,-1 0,-3 1,-9-3,-12 1,-11 0,-9 4,-7 1,-7 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07.68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81 94,'-2'9,"-1"10,0 11,1 9,0 7,1 5,1 1,2-5,1-4,0-9,-1-9</inkml:trace>
  <inkml:trace contextRef="#ctx0" brushRef="#br0" timeOffset="269.719">96 1,'3'32,"2"0,2 0,1 0,1-1,2 0,1 0,1-2,2 1,0-2,3 0,0-1,21 23,-15-15,-21-30,-1-3,0 0,0-1,0 1,0 0,0 0,0 0,-1 1,1-1,-1 0,1 1,-1-1,0 1,0-1,0 1,0-1,0 1,-1 0,1-1,-1 1,0 0,0 0,0-1,0 1,0 0,-1 0,1-1,-1 1,0 0,1-1,-1 1,-1-1,1 1,0-1,0 1,-1-1,0 0,1 0,-2 2,-14 2,-1-1,1 0,-1-1,1-1,-1 0,0-2,0 0,0-1,-5-1,10 1,-45-1,6-2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09.4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419 198,'-1'0,"0"0,0-1,1 1,-1 0,0-1,0 1,0-1,1 1,-1-1,0 1,1-1,-1 0,0 1,1-1,-1 0,1 1,-1-1,1 0,-1 0,1 0,-1 1,1-1,0 0,0 0,-1 0,1 0,0 0,0 0,0 0,0 1,0-1,0 0,0 0,0 0,0 0,1 0,-1 0,0 0,1 1,-1-2,0-1,-1-5,-1 0,0 0,0 0,-1 0,0 0,0 1,0 0,-1-1,-1 1,1 1,-1-1,0 0,0 1,-1 0,0 1,0-1,0 1,-1 0,0 1,0-1,0 1,0 1,-1-1,1 1,-1 1,0 0,0 0,0 0,0 1,0 0,0 0,0 1,-5 0,3 1,0 1,0 0,1 0,-1 1,1 0,0 0,0 1,0 1,0-1,1 2,0-1,0 1,0 0,1 0,0 1,0 0,0 1,1-1,0 1,1 0,0 1,0-1,1 1,0 0,0 0,1 1,0-1,1 1,0-1,0 1,1 0,0 0,1-1,0 1,1 0,0 0,0-1,1 1,1 0,-1-1,5 8,-3-7,1-1,1 0,-1 0,2-1,-1 1,1-2,0 1,1-1,0 0,0 0,1-1,-1 0,1 0,1-1,-1-1,1 1,-1-2,5 2,8 2,0-1,0-1,0-1,0-1,1-1,-1-1,1-1,2-1,80-18,-68 7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14.5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629 377,'2'-5,"-1"1,1-1,-1 0,0 0,-1 1,1-1,-1 0,0 0,0 0,-1 0,1 1,-1-1,0 0,0 0,-1 1,1-1,-1 1,0-1,0 1,-1 0,1 0,-1 0,0 0,0 0,-1 0,1 1,-1 0,1 0,-2-1,-6 0,0 0,0 1,0 0,-1 1,0 0,1 1,-1 0,1 1,-1 0,0 1,1 1,-1-1,1 2,-1 0,1 0,0 1,0 0,0 1,1 0,0 1,0 0,0 0,0 2,-5 2,1 1,-1 1,2 0,0 1,0 0,1 1,-5 9,12-16,0 0,0 1,1-1,0 1,0 0,1 1,0-1,1 1,0-1,0 1,0 0,1-1,1 1,-1 0,2 0,0 5,0-8,1 0,0 1,0-1,1 0,0 0,0 0,0-1,1 1,-1-1,1 1,1-1,-1-1,1 1,0 0,0-1,0 0,1 0,-1-1,1 0,0 0,0 0,3 1,12 4,0-1,1-1,0-1,0 0,22 0,7-1,0-1,0-4,0-1,-1-3,1-2,43-12,-45 1,-39 9</inkml:trace>
  <inkml:trace contextRef="#ctx0" brushRef="#br0" timeOffset="1233.686">174 122,'-44'-86,"40"82,-1 0,-1 1,1-1,0 1,-1 0,1 1,-1-1,0 1,0 0,0 1,0-1,0 1,0 0,0 1,-1 0,1 0,0 0,-3 1,5-1,-10 0,38 2,-24-2,967 73,-846-69,-95-7,-26 3,0 0,-1 0,1 0,0 0,0 0,0 0,-1-1,1 1,0 0,0 0,0 0,-1-1,1 1,0 0,0 0,0 0,0-1,0 1,0 0,0 0,-1-1,1 1,0 0,0 0,0-1,0 1,0 0,0 0,0-1,0 1,0 0,0 0,0-1,1 1,-1 0,0 0,0-1,0 1,0 0,0 0,0-1,0 1,1 0,-1 0,0 0,0-1,0 1,1 0,-1 0,0 0,0 0,0 0,1-1,-1 1,-24-7,-42 22,54-11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12.76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0,'14'16,"6"15,5 12,3 12,0 6,-1 3,-2 2,-2-2,-3-2,-2-5,-2-5,-5-7,0-7,-3-7,-3-10</inkml:trace>
  <inkml:trace contextRef="#ctx0" brushRef="#br0" timeOffset="285.236">268 28,'2'9,"3"12,6 11,2 15,5 12,2 10,4 9,-1 3,1-1,-2-6,-3-10,-1-11,-4-13,-5-13</inkml:trace>
  <inkml:trace contextRef="#ctx0" brushRef="#br0" timeOffset="527.834">81 468,'-5'14,"4"11,10 8,16 8,14 3,17-1,12-3,7-4,-2-6,-3-5,-7-6,-7-4,-7-7,-11-3</inkml:trace>
  <inkml:trace contextRef="#ctx0" brushRef="#br0" timeOffset="697.383">923 522,'-12'-16,"-5"-5,-5 0,-3 5,0 9,3 15,2 17,2 19,5 17,4 14,4 13,3 10,-1 5,0-13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24.53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279 396,'-5'-5,"-1"1,1-1,-1 1,0 0,0 1,0 0,-1-1,1 2,-1-1,0 1,1 0,-1 0,0 1,0 0,0 0,0 1,0 0,0 0,0 1,0 0,0 0,0 0,0 1,0 0,0 0,1 1,-1 0,1 0,0 0,0 1,0 0,-5 5,5-3,1-1,-1 2,1-1,0 1,1 0,0 0,0 0,0 0,1 1,0-1,1 1,0 0,0 0,0 0,1 0,0 0,1 0,0 1,0-1,0 0,1 0,1 0,-1 0,1 0,1 0,0 0,0-1,0 1,1-1,0 0,0 0,1 0,-1-1,2 1,-1-1,1 0,2 1,4 0,1 0,0-1,0 0,1-1,0 0,0-1,0-1,0 0,0-1,1-1,-1 0,1-1,-1-1,1 0,-1 0,0-2,1 0,-1 0,0-2,-1 1,1-2,-1 0,0 0,5-5,-12 8,1-1,-1-1,0 1,-1-1,1 0,-1-1,0 1,0-1,-1 0,1 0,-1 0,-1-1,1 1,-1-1,0 0,-1 0,1 0,0-6,-4 40,4-18,0-1,1 1,1-1,0 0,0-1,0 1,1-1,0 0,0-1,0 1,1-1,0 0,1-1,-1 0,1 0,0 0,0-1,1-1,-1 1,1-1,0-1,0 1,-1-1,2-1,-1 0,0 0,0-1,1 0,-9 0,1 0,-1 0,0 1,1-1,-1 0,0-1,1 1,-1 0,0 0,1 0,-1-1,0 1,1-1,-1 1,0-1,0 0,0 1,0-1,0 0,1 0,-1 1,-1-1,1 0,0 0,0 0,0 0,0-1,-1 1,1 0,0 0,-1 0,1-1,-1 1,0 0,1 0,-1-1,0 1,0 0,0-1,1 1,-2 0,1-1,0 1,-28-52,18 45,0 0,-1 1,0 1,0 0,-1 1,0 0,1 0,-2 1,1 1,0 0,-1 1,1 0,-1 1,0 0,1 1,-6 1,15-1,-1 0,1 0,-1 0,1 1,-1-1,1 1,0 0,-1 0,1 0,0 0,0 1,-1 0,1-1,0 1,0 0,1 0,-1 1,-2 1,5-2,0-1,0 0,0 1,0-1,0 0,0 1,1-1,-1 0,0 1,1-1,-1 0,1 0,-1 1,1-1,0 0,-1 0,1 0,0 0,0 0,0 0,0 0,0 0,0 0,0 0,0-1,0 1,0 0,1-1,-1 1,0-1,0 1,1-1,-1 1,0-1,1 0,-1 0,0 0,1 0,-1 0,0 0,2 0,20 3,1-1,-1-1,1-1,-1-2,1 0,-1-1,0-1,0-1,0-2,0 0,-1-1,10-6,-5 3,-1-1,-1-2,0 0,-1-1,-1-2,0 0,-1-2,-1 0,0-3,-12 14,-1-1,-1-1,0 1,0-1,-1 0,0-1,-1 1,0-1,-1 0,0 0,0-1,-1 1,-1-1,0 0,-1 0,0 0,-1 1,0-1,-1 0,0 0,-1 0,-2-10,2 14,0-1,-1 1,0 0,0 0,0 0,-1 1,0-1,-1 1,0 0,0 0,0 1,-1-1,0 1,0 0,-1 1,0 0,0 0,0 0,0 1,-1 0,1 0,-1 1,0 0,0 0,-1 1,1 0,0 0,-2 1,3 3,0 1,1 0,-1 0,1 1,-1-1,1 2,0-1,1 0,-1 1,1 0,0 1,0-1,0 1,1 0,0 0,0 0,1 0,-1 1,1 0,1-1,-1 1,1 0,1 0,-1 1,1-1,0 4,-4 14,1 0,1 0,2 0,0 0,2 0,1 0,0 0,2 0,1 0,1 0,1-1,1 0,2-1,0 0,1 0,1-1,1-1,1 0,1 0,1-2,1 0,0-1,1 0,1-2,1 0,0-1,1-1,1-1,15 6,12-1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27.36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539 108,'-47'14,"1"3,1 1,0 2,2 3,0 1,-33 25,61-37,1 1,0 1,0 0,2 1,0 0,0 1,2 0,0 1,0 0,2 0,0 1,1 0,-3 15,-1 12,2 1,1 0,3 0,2 0,2 10,0-12,2 0,2 0,2-1,2 1,1-2,13 35,-15-59,0 0,2 0,0-1,1-1,0 1,2-2,0 1,0-1,2-1,-1 0,2-1,0 0,1-1,0-1,0 0,1-1,1-1,16 4,0-1,2-2,-1-1,1-2,0-1,0-2,1-1,-1-2,1-2,-1-1,0-1,1-2,-1-2,-1-1,0-2,27-11,-27 8,0 0,-1-3,-1 0,-1-3,0 0,-1-2,-1-1,-2-1,24-25,-35 31,-1-2,0 1,-1-2,-1 0,-1 0,-1-1,-1-1,-1 1,0-2,-2 1,-1-1,0 0,-2-1,-1 1,1-15,-5 8,0 0,-2 0,-1 0,-1 0,-1 1,-2 0,-1 0,-2 1,0 0,-2 1,-1 1,-1 0,-4-4,-4-3,-1 1,-2 1,-1 1,-2 1,0 1,-2 2,-1 1,-1 2,-20-11,27 18,-1 2,0 1,0 0,-1 2,-1 2,0 0,0 2,-1 1,0 1,0 2,0 1,0 1,0 2,0 1,0 1,0 2,0 1,1 1,0 1,0 2,1 1,-22 12,-52 51,21 3</inkml:trace>
  <inkml:trace contextRef="#ctx0" brushRef="#br0" timeOffset="642.895">2638 14,'-37'7,"0"1,0 3,1 0,0 3,1 0,1 3,0 1,-16 12,18-11,1 1,1 1,0 2,2 1,1 2,1 0,1 2,2 0,0 2,2 0,1 2,2 0,1 1,2 1,1 0,2 1,-1 5,7-10,0-1,2 1,1-1,1 1,2 0,0 0,3 0,0 0,2-1,2 4,-2-13,1 0,1-1,0 0,2 0,0-1,1 0,1-1,0 0,1 0,1-1,1-1,0 0,1-1,1-1,3 2,4 0,1 0,1-2,0-1,1-1,0-1,0-1,1-1,0-2,1-1,-1-1,6 0,12-1,-1-2,1-2,-1-2,1-2,-1-2,28-8,-34 5,-1-2,0-1,-1-2,0-1,-2-2,0-1,-1-2,28-23,-42 29,0-2,-2 0,0-1,0-1,-2 0,-1-1,0-1,-1 0,-1-1,-2 0,0 0,-1-2,-1 1,2-15,-5 10,-1 0,-2 0,-1 1,-1-1,-1 0,-2 0,-1 0,0 0,-3 1,0 0,-1 0,-2 1,-1 0,-1 1,-1 0,-1 1,-11-13,4 6,-2 2,-1 0,-1 2,-2 1,0 1,-2 1,0 1,-2 2,0 1,-2 2,0 1,-1 1,-1 2,7 4,0 1,-1 1,0 2,0 1,-1 2,0 0,1 2,-1 2,0 0,1 2,-1 1,1 1,0 2,0 1,1 1,0 2,1 0,0 2,1 1,0 1,-10 9,-1 6,1 2,1 2,2 1,2 1,1 2,2 0,2 2,1 2,2 0,2 1,2 1,-50 125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25.70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50 96,'-6'8,"0"-1,1 1,0 1,1-1,0 1,0-1,1 1,0 0,0 0,1 1,0-1,1 0,0 1,1-1,0 1,0-1,1 1,0-1,0 1,1-1,1 0,0 0,0 0,0 0,1 0,1-1,-1 0,1 0,1 0,0 0,1 1,-2-3,0-1,0 1,1-1,0 0,-1-1,2 1,-1-1,0-1,1 1,0-1,0 0,0 0,0-1,0 0,1 0,-1-1,1 0,-1 0,1-1,-1 0,1 0,-1-1,1 0,-1 0,0-1,1 0,-1 0,0 0,0-1,0 0,-1-1,1 1,-1-1,1-1,-1 1,-1-1,1 0,-1 0,0-1,0 0,0 0,-1 0,0 0,0-1,0-5,-1 1,0-1,-1-1,-1 1,0 0,0 0,-1-1,-1 1,0 0,0 0,-1-1,-1 1,0 1,-1-1,0 0,-1 1,0 0,-1 0,0 0,-1 1,0 0,0 0,-1 1,-1 0,1 0,-1 1,-1 0,0 0,0 1,0 1,-6-3,13 7,-1 0,1 0,-1 1,1-1,-1 1,1 0,-1 0,0 1,1-1,-1 1,0 0,0 0,1 0,-1 0,0 1,0-1,1 1,-1 0,0 0,1 0,-1 1,1-1,0 1,-1 0,1 0,0 0,0 0,0 0,0 1,1 0,-1-1,1 1,-1 0,1 0,0 0,0 1,0-1,0 2,0 2,0 1,0-1,1 1,0 0,1 0,-1-1,2 1,-1 0,1 0,0 0,0-1,1 1,0-1,1 1,-1-1,2 0,-1 0,1 0,0 0,0-1,0 1,1-1,0 0,3 1,28 30</inkml:trace>
  <inkml:trace contextRef="#ctx0" brushRef="#br0" timeOffset="284.484">611 216,'-3'4,"0"0,-1-1,1 1,1 1,-1-1,0 0,1 0,0 1,0 0,1-1,-1 1,1 0,0 0,0 0,0 0,1 0,0 0,0 0,0-1,1 1,-1 0,1 0,0 0,1 0,-1 0,1-1,0 1,0-1,0 1,1-1,-1 0,1 0,0 0,1 0,-1 0,1-1,1 2,6 1,0-1,0-1,1 0,-1 0,1-1,0-1,0 0,0 0,0-1,0-1,0 0,1 0,-1-2,0 1,0-1,-1-1,1 0,0-1,1-1,-9 3,0 1,0-1,0 0,0 1,-1-2,1 1,-1 0,0-1,0 0,0 1,0-1,0 0,0-1,-1 1,1 0,-1-1,0 1,0-1,0 0,-1 0,1 0,-1 0,0 0,0 0,-1 0,1 0,-1 0,0 0,0 0,0-1,0 1,-1 0,1 0,-2-4,-4-1,1 1,-1-1,0 1,-1 0,0 0,-1 1,1 0,-1 0,0 1,-1 0,0 0,0 1,0 0,0 0,-1 1,0 1,0 0,0 0,0 1,0 0,-1 1,-4-1,5 2,1 1,-1-1,1 2,-1-1,1 1,-1 1,1-1,0 2,0-1,1 1,-1 1,1-1,0 1,0 1,-26 19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31.41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115 150,'-8'4,"0"1,1-1,-1 2,1-1,0 1,1 0,-1 0,1 1,1 0,-1 0,1 1,0-1,1 1,0 0,0 0,1 0,0 1,0 0,1-1,0 1,0 0,1 0,0 0,1 0,0 0,0 0,2 4,-1-1,1-1,0 1,1-1,0 1,1-1,0 0,1-1,0 1,1-1,0 0,0 0,1-1,0 1,1-2,0 1,1-1,-1 0,2-1,-1 0,10 5,-15-9,1-1,-1 0,1 0,-1 0,1 0,0-1,0 0,-1 0,1 0,0-1,0 1,0-1,0 0,0-1,0 1,0-1,0 0,0 0,0-1,-1 1,1-1,-1 0,1 0,-1-1,0 1,1-1,-1 0,-1 0,1 0,0-1,-1 1,1-1,-1 0,0 0,0-2,5-11,-1 0,-1 0,0-1,-2 0,0 0,-1 0,0-1,-2 1,0-1,-1 1,-1 0,-1-1,-1-4,1 6,0 0,0-1,-2 1,0 0,-1 0,0 1,-2-1,0 1,0 1,-2-1,0 1,-1 1,0 0,-1 0,-2-1,11 13,-1 0,1 0,0 0,-1 0,1 0,-1 1,1 0,-1-1,0 1,0 0,1 0,-1 0,0 1,0-1,0 1,0 0,0-1,0 1,0 0,0 1,0-1,0 1,0-1,0 1,1 0,-1 0,0 0,0 0,1 1,-1-1,1 1,-1-1,1 1,-1 0,1 0,0 0,0 0,0 1,0-1,1 0,-1 1,1-1,-1 1,0 2,-3 5,1 0,0 0,1 0,0 1,1-1,0 1,0 0,1 0,1 0,0-1,0 1,1 0,0 0,7 39</inkml:trace>
  <inkml:trace contextRef="#ctx0" brushRef="#br0" timeOffset="275.309">543 83,'18'18,"15"16,9 10,4 7,1 7,-3 2,-4 0,-5-1,-5-6,-7-6,-6-7,-4-12,-2-10,-3-8</inkml:trace>
  <inkml:trace contextRef="#ctx0" brushRef="#br0" timeOffset="542.61">984 164,'-16'7,"-10"8,-7 10,-5 9,-2 7,-2 7,2 4,5-1,7-3,7-6,9-6,5-6,6-9,8-9,3-8</inkml:trace>
  <inkml:trace contextRef="#ctx0" brushRef="#br0" timeOffset="739.094">717 431,'-16'-12,"-7"-3,-3-1,6 1,13 6,19 5,19 2,18 3,16 0,11 0,4-2,-1-1,-6 0,-11 0,-17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30.3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0 228,'12'0,"12"0,12 0,8 0,8 0,5 0,4 0,0 2,0 3,-7 1,-8-1,-11-1</inkml:trace>
  <inkml:trace contextRef="#ctx0" brushRef="#br0" timeOffset="303.837">388 0,'-1'8,"0"0,0 0,1 0,0 0,0-1,1 1,0 0,0 0,1 0,0-1,1 1,-1-1,1 0,1 0,-1 0,1 0,0 0,1-1,0 1,1 0,69 62,-65-62,1 0,-1 1,-1 0,0 1,0 0,0 1,-1 0,-1 0,0 0,0 1,-1 0,0 0,-1 1,0 0,0 3,-4-9,-1 0,0 0,0 0,-1 0,1 0,-1 0,-1 0,1 0,-1-1,0 1,0-1,-1 1,1-1,-1 0,0 0,-1 0,1 0,-1 0,0-1,0 0,-3 2,-6 6,-2 0,0-1,0 0,-1-1,0-1,-3 1,-14 6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29.3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57 63,'-6'7,"0"0,1 0,0 0,0 0,0 1,1 0,0 0,1 0,0 1,0-1,1 1,0-1,0 1,1 0,0 0,1 0,0 0,0-1,1 1,0 0,1 0,0 0,0-1,1 1,0-1,0 0,1 0,0 0,0 0,1-1,2 3,2-1,0-2,0 1,0-1,1 0,0-1,0-1,1 1,-1-1,1-1,0 0,1-1,-1 0,0 0,1-2,0 1,-1-1,1-1,0 0,0-1,-1 0,11-3,-16 3,-1-1,0 0,0 0,0-1,0 1,0-1,0 0,-1-1,1 1,-1-1,0 0,0 0,0 0,-1 0,0-1,1 1,-1-1,-1 0,1 0,-1 0,0 0,0-1,-1 1,1-1,-1 1,0-1,-1 1,1-1,-1 1,0-4,-1-2,0 0,0 0,-1 0,-1 0,0 1,0-1,-1 1,0 0,-1 0,0 0,0 1,-1-1,-1 1,0 1,-2-3,3 4,-1 1,0 0,0 0,-1 1,0 0,0 0,0 0,-1 1,1 1,-1 0,0 0,0 0,-2 1,7 1,0 0,-1 1,1-1,0 1,0 0,0 0,-1 1,1-1,0 1,0 0,0 0,0 1,0-1,0 1,0 0,0 0,1 0,-1 0,1 1,0-1,-1 1,1 0,0 0,1 0,-1 1,0-1,1 0,0 1,-2 2,1 1,1-1,-1 1,1-1,1 1,-1 0,1-1,0 1,1 0,-1 0,1 0,1 0,-1 0,7 36</inkml:trace>
  <inkml:trace contextRef="#ctx0" brushRef="#br0" timeOffset="298.805">578 344,'20'-69,"-3"-2,-3 0,3-48,-16 106,-1 22,0 7,0 59,4 0,3 0,3 0,20 71,-15-96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3:17.9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243 16,'-13'-16,"2"39,-6 200,11-112,-3 85,-21 87,-110 404,137-673,-11 115,16-125,0-1,0 0,0 1,1-1,-1 0,0-1,1 1,0 0,0-1,0 1,0-1,0 0,0 0,1 0,-1-1,1 1,-1-1,1 0,0 0,-1 0,1 0,0 0,0-1,-1 0,1 0,0 0,0 0,0-1,3 0,454 9,-298 9,-30-2,0-5,22-6,-139-4,-13 0,0 1,0-1,0 0,0 0,0 0,0 0,0 0,0-1,0 0,0 1,0-1,0 0,0 0,0-1,-1 1,1 0,0-1,-1 0,1 0,-1 0,0 0,1 0,-1 0,0 0,0-1,8-18,-1 0,-1 0,-1 0,-1-1,-1 0,0 0,-2-1,0-18,0 19,47-399,-24 236,-9 0,-6-137,-25 117,15 203,-1-1,0 1,0-1,0 0,0 1,-1-1,1 1,-1-1,0 1,1-1,-1 1,0-1,0 1,-1 0,1 0,0-1,-1 1,0 0,1 0,-1 0,0 1,0-1,0 0,0 1,0-1,0 1,-1-1,1 1,-1 0,-21-7,-1 1,1 2,-1 0,0 2,-21 0,9-1,-600-43,360 33,272 13,-1 1,1 0,-1 1,1 0,-1 0,1 0,-1 0,1 1,0 0,-1 0,1 0,0 1,-16 9</inkml:trace>
  <inkml:trace contextRef="#ctx0" brushRef="#br0" timeOffset="19385.315">3198 337,'-5'-11,"0"1,-1-1,-1 1,1 1,-2-1,1 1,-1 0,-1 1,1 0,-1 0,-1 1,0 0,0 1,0 0,0 1,-10-4,-23-9,-1 2,-1 2,0 2,0 1,-1 3,0 2,-43 0,57 3,-240-9,6 7,248 6,0 1,1 1,-1 1,0 0,1 1,0 1,0 1,0 0,-23 11,30-15,1 0,-1 1,1 0,0 1,0 0,0 0,1 1,0 0,0 0,1 1,-1 0,1 1,-2 3,-104 170,100-158,1 1,2 0,0 0,1 1,2 0,0 0,2 1,1 1,-4 7,-45 136,-5 24,44-114,3-34,3 1,1 1,3-1,2 1,2 0,4 23,-2-55,2 0,0-1,1 1,1-1,0 0,1 0,1-1,0 0,1 0,0-1,1 0,0 0,1-1,3 1,11 9,1 0,1-2,0-1,2-1,0-2,12 4,-14-6,1-2,0 0,1-2,0-2,1 0,-1-2,2-1,-1-2,15 0,13-2,1-3,-1-2,1-3,-1-2,12-6,-32 6,-1-1,0-2,-1-2,0-1,-1-2,-1-2,-1 0,0-3,13-12,3-6,-1-3,-3-2,-1-1,-3-3,-2-1,-2-2,-2-1,-3-2,-2-1,9-28,-23 46,-2-1,-2 0,-2-1,-1 0,-2-1,-2 1,-1-1,-3-1,-1 1,-2 0,-2 0,-1 0,-3 1,-1 0,-1 0,-3 1,-11-23,19 51,0-1,-1 1,-1 0,1 0,-2 1,0-1,0 2,-1-1,0 1,0 1,-1 0,0 0,-1 1,0 0,0 0,0 2,-1-1,0 1,-3 0,-33-4,5 5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01T07:52:56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460 201,'-10'-6,"-1"1,1 0,-1 1,0 0,0 1,-1 0,1 1,0 0,-1 1,0 0,1 1,-1 0,1 1,-1 0,1 1,-1 0,1 1,0 0,0 1,0 0,-5 3,3 0,0 0,1 1,-1 0,2 1,-1 1,2 0,-1 0,1 1,1 0,0 1,0 0,1 1,1 0,0 0,1 0,0 1,1-1,0 2,2-1,-1 2,-9 87,5 1,4 0,8 84,-1-168,0 0,1 0,1 0,1-1,1 0,0 0,2 0,0-1,1-1,0 1,2-2,0 1,1-2,0 0,1 0,4 1,29 36,2-2,2-3,2-2,41 26,-58-53,1-1,0-2,1-1,1-2,0-2,1-1,0-2,0-2,0-2,1-1,-1-3,17-2,-20 1,1-3,-1 0,-1-3,1-1,-1-1,0-2,-1-2,-1-1,0-1,-2-3,1 0,-2-2,-1-1,-1-2,0 0,-2-2,-1-1,-2-2,0 0,-2-1,-1-1,7-16,129-272,-144 280,-2-1,-2 0,-1 0,-2-1,-2 0,-1 0,-3-37,-2 57,0 0,-1 0,-1 1,-1-1,-1 1,0 0,-2 1,0 0,-2 0,0 0,0 1,-2 1,0 0,-1 1,-1 0,-1 1,0 0,0 1,-12-7,4 8,-1 2,0 0,0 1,-1 2,0 0,-1 2,1 1,-1 1,-1 1,1 1,0 1,-11 2,-31-4,-384-27,425 32,0 1,1 0,-1 2,1 1,0 2,0 0,1 2,0 0,0 2,-5 4,-32 22,1 2,2 2,-9 13,46-38,1 1,1 1,0 1,2 1,0 0,1 1,2 1,0 1,2 0,-8 17,4 5</inkml:trace>
  <inkml:trace contextRef="#ctx0" brushRef="#br0" timeOffset="84711.511">1516 602,'0'0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47.6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454 322,'-16'39,"5"-66,9 17,-1-1,-1 0,0 1,0 0,-1 0,0 0,-1 1,0-1,-1 1,1 1,-2-1,1 1,-1 0,0 1,-1 0,0 0,-9-4,12 7,0 0,-1 0,1 1,-1 0,1 1,-1-1,0 1,0 1,0-1,0 1,0 0,0 1,0 0,-1 0,1 0,0 1,0 0,0 1,0-1,0 1,0 1,1-1,-1 1,1 0,-1 1,1-1,0 1,0 1,-3 4,-1 0,2 0,0 1,0 0,1 1,0 0,0 0,2 0,-1 1,1-1,1 2,0-1,0 5,-3 12,2 0,1 0,1 0,2 1,1 10,-1-19,1 0,1 0,1 0,1 0,1 0,1 0,1-1,0 0,2 0,0 0,1-1,1 0,1-1,0 0,2-1,0 0,0-1,2-1,0 0,1-1,16 12,-21-19,1 0,0-1,0 0,1-1,0-1,0 0,0 0,0-1,0-1,1 0,-1-1,1-1,-1 0,1-1,-1 0,1-1,-1 0,0-1,0-1,0 0,0 0,0-2,-1 0,0 0,10-8,-6 4,-1-2,-1 0,0 0,-1-1,0-1,-1 0,0-1,-2 0,1-1,-2 0,0-1,-1 0,-1 0,0-1,-2 1,0-1,0-4,-7 41,0-1,1 1,1 0,1-1,0 1,2-1,0 1,2 2,-3-13,0 0,1 0,1 0,-1-1,1 1,0-1,1 0,0 0,0 0,0-1,1 0,0 0,0 0,1-1,0 0,-1 0,2 0,-1-1,3 1,-2-2,0 0,0 0,0 0,0-1,1 0,-1-1,1 0,-1 0,1-1,-1 0,8-1,-12 0,-1 1,1-1,0 0,-1 0,1 0,-1-1,1 1,-1-1,0 0,1 0,-1 0,0 0,0-1,0 1,-1-1,1 1,-1-1,1 0,-1 0,0 0,0-1,0 1,-1 0,1-1,-1 1,0-1,1-2,-1-7,-1 0,0 0,-1 1,0-1,-1 0,0 1,-1-1,-1 1,0 0,-1 0,0 0,0 1,-1 0,-1 0,0 0,-1 1,0 0,0 0,-1 1,0 0,-7-4,11 6,-1 1,0 1,0-1,0 1,-1 0,0 1,0 0,0 0,-1 0,1 1,-1 0,0 0,0 1,0 0,0 0,0 1,0 0,0 1,-7 0,13 0,1 1,-1-1,1 1,-1 0,1 0,-1 0,1 0,0 0,0 0,-1 0,1 0,0 1,0-1,0 0,0 1,0-1,1 1,-1-1,0 1,1-1,-1 1,1-1,-1 1,1 0,0-1,0 1,0-1,0 1,0 0,0-1,0 1,0 0,1-1,-1 1,0 0,1-1,0 1,-1-1,1 1,0-1,0 0,0 1,0-1,0 0,0 1,0-1,0 0,0 0,1 0,-1 0,1 0,-1 0,0 0,1-1,-1 1,1 0,0-1,-1 0,1 1,-1-1,1 0,0 1,19 4,0 0,0-2,0 0,0-1,0-1,1-1,-1-1,0-1,12-3,-17 4,182-14,-194 15,0 0,1 0,-1 1,0-1,1 1,-1 0,0 0,0 1,0-1,0 1,0 0,0 0,0 0,0 1,-1-1,1 1,-1 0,0 0,0 0,0 1,0-1,-1 0,1 1,-1 0,0 0,0 0,2 10,0-1,-1 1,-1-1,-1 1,0 0,0 0,-2 0,1 0,-2 4,5 93,-3-108,1-1,-1 1,1-1,0 0,0 1,0-1,0 0,0 0,0 0,1 1,-1-1,1-1,-1 1,1 0,0 0,0-1,0 1,0-1,0 1,0-1,0 0,0 0,1 0,-1 0,0 0,1 0,-1-1,1 1,-1-1,0 0,1 1,1-1,77-21,-60 10,-1 0,-1-1,0-1,-1-1,0 0,-2-2,1 0,-2 0,0-2,-1 0,-1-1,0 0,-2 0,0-2,-1 1,0-5,0-15,-15 58,1-1,0 1,2-1,0 1,1 0,1 0,1 0,0 0,2 8,-2-22,0 0,0 0,1 0,-1 0,1 0,0 0,0 0,0-1,1 1,-1-1,1 1,0-1,-1 0,2 0,-1 0,0 0,0-1,1 0,0 1,-1-1,1 0,0-1,0 1,0-1,0 1,0-1,1-1,-1 1,0 0,0-1,1 0,-1 0,0 0,4-1,7-1,-2 0,1-1,0-1,0 0,-1 0,0-2,0 1,0-2,-1 0,0 0,0-1,-1-1,0 0,0 0,-1-1,-1 0,1-1,-2 0,1 0,-2-1,1 0,-2-1,0 0,0 0,-1 0,-1 0,0-1,0 0,-5 22,-4 20,2-1,2 1,0 0,2-1,1 11,-1-31,0 0,0 0,1 0,0 0,0 0,0-1,1 1,0-1,0 1,1-1,0 0,0 0,0-1,1 1,-1-1,1 0,1 0,-1-1,1 1,0-1,0-1,0 1,0-1,1 0,-1 0,-1-1,0 0,0-1,0 0,0 0,0 0,1-1,-1 0,0 0,0 0,0 0,1-1,-1 0,0 0,0 0,0-1,0 1,-1-1,1-1,0 1,-1-1,1 1,-1-1,0 0,0-1,0 1,0-1,-1 0,1 0,-1 0,2-3,4-7,0-1,0 0,-2-1,0 0,-1 0,0 0,-1-1,2-14,6-63,-4-1,-4-1,-7-80,1 156,-12-289,8 295,1 32,-8 113,5 1,6 16,1-140,-1 44,3-1,2 0,2 0,3 0,4 9,18 7,-30-65,0-1,0 1,1-1,-1 0,1 0,-1 1,1-1,0 0,-1 0,1 0,0-1,-1 1,1 0,0-1,0 1,0-1,0 1,0-1,0 0,0 0,0 0,-1 0,1 0,0 0,0-1,0 1,0-1,0 1,0-1,-1 0,1 1,0-1,0 0,-1 0,2-1,69-60,-64 52,0 2,1-1,0 1,0 1,1 0,0 0,0 0,1 2,0-1,9-2,-17 7,0 0,0 1,0-1,0 1,0 0,0 0,0 0,0 0,1 0,-1 1,0-1,0 1,0 0,0 0,0 0,-1 0,1 1,0-1,0 1,-1 0,1 0,-1 0,0 0,1 0,-1 0,0 0,0 1,0-1,-1 1,1 0,-1-1,1 3,3 4,-1 1,0 0,0 1,-1-1,-1 1,0-1,0 1,-1 10,-1-11,0 0,-1 0,0 0,-1 0,0 0,-1-1,0 1,-1-1,0 0,0 0,0 0,-1 0,-1-1,0 1,0-1,0-1,-1 1,0-1,-1-1,1 1,-1-1,-1 0,1-1,-1 0,0 0,0-1,0 0,0-1,-9 2,6-1,0 0,0-1,0 0,0-1,0 0,-1-1,1-1,-1 0,1 0,-6-2,3-6,5-2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1.21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12,'19'0,"21"-2,20-1,16 0,4 1,-12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1.4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35,'14'2,"20"1,25-4,25-8,25-5,-5-2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2.1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187 58,'-10'2,"1"1,-1 0,0 0,1 1,0 1,0 0,0 0,0 0,1 1,0 1,0-1,1 1,-1 1,2-1,-1 1,1 0,0 1,1-1,0 1,0 0,1 1,0-1,0 1,1 0,1 0,0 0,0 0,1 0,0 0,1 0,0 0,0 1,1-1,1 0,0 0,0 0,1 0,0 0,3 5,3 0,1 0,1-1,0 0,1-1,0-1,1 0,0 0,1-1,0-1,1-1,0 0,1 0,0-2,0 0,0-1,1 0,0-1,0-1,0-1,1-1,-1 0,1-1,-1-1,1 0,-1-2,1 0,7-2,-17 3,0-1,-1 0,0 0,1 0,-1-1,0 0,0 0,-1-1,1 1,-1-2,1 1,-1-1,-1 0,1 0,-1 0,1-1,-2 0,1 0,-1 0,0-1,0 0,0 1,-1-1,0-1,-1 1,2-6,-2-5,-2 0,0 1,0-1,-2 0,0 1,-1-1,-1 1,-1 0,0 0,-1 0,-1 1,-1 0,0 0,-1 1,0 0,-1 0,-1 1,0 1,-1 0,-1 0,0 1,-6-3,12 7,-1 2,1-1,-1 1,0 1,0-1,-1 1,0 1,0-1,0 2,0-1,-1 1,1 1,-1-1,0 2,0-1,1 1,-1 1,0 0,0 0,0 1,0 1,0-1,1 1,-4 2,2 4,0 1,0 0,1 0,0 1,0 1,1 0,1 0,0 0,0 1,1 1,1-1,0 1,1 0,0 0,1 1,0-1,1 1,1 0,0 0,1 0,0 0,1 0,2 11,4 39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2.5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0 485,'15'-22,"-1"-1,-2-1,0 0,-2 0,0-1,-2 0,-1-1,-1 0,-1 0,-1 0,-1-1,-1 0,-2 1,-1-1,-3-22,-11-3,15 51,0 1,-1-1,1 1,0 0,-1-1,1 1,-1 0,1-1,-1 1,1 0,-1 0,1-1,-1 1,1 0,-1 0,1 0,-1 0,1 0,-1-1,1 1,-1 0,1 0,-1 1,0-1,1 0,-1 0,1 0,-1 0,1 0,-1 0,1 1,-1-1,1 0,-1 0,1 1,0-1,-1 0,1 1,-1-1,1 1,0-1,-1 0,1 1,0-1,-1 1,1-1,0 1,0-1,-1 1,1-1,0 1,0-1,0 1,0-1,0 1,0 0,0-1,0 1,0-1,0 1,0-1,0 1,0-1,0 1,1-1,-1 1,0-1,0 1,0-1,1 1,-7 38,1 1,2-1,3 39,0-73,-1 22,1 1,2-1,0 0,2 0,1 0,1 0,1-1,2 0,0 0,2-1,1-1,5 9,8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2.8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13 452,'0'-417,"-8"383,3 216,6-149,0 0,2 0,2 0,1-1,1 0,2 0,1 0,2-2,1 1,8 12,12 11,-5-11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48.0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41,'16'13,"15"14,10 14,8 11,7 8,5 3,2 0,-4-4,-5-5,-6-10,-10-10,-9-10,-9-10</inkml:trace>
  <inkml:trace contextRef="#ctx0" brushRef="#br0" timeOffset="247.338">375 13,'-16'23,"-9"19,-9 15,-1 13,1 7,6 5,4-1,7-5,6-10,5-17</inkml:trace>
  <inkml:trace contextRef="#ctx0" brushRef="#br0" timeOffset="1016.587">776 522,'31'-4,"-15"1,0 1,0 1,0 0,0 1,0 1,0 0,2 2,-15-3,0 1,0 0,-1 1,1-1,0 0,-1 1,1-1,-1 1,0 0,1 0,-1 0,0 0,0 0,0 1,-1-1,1 0,0 1,-1 0,0-1,0 1,1 0,-1-1,-1 1,1 0,0 0,-1 0,1 0,-1 0,0 0,0 3,-18 89,-1-53,-2-1,-2 0,-2-2,-1-1,-12 12,34-45,3-5,0 1,0 0,0-1,0 1,0 0,0 0,0 0,0 0,0 0,0 0,0 0,1 1,-1-1,0 0,1 0,-1 0,1 1,-1-1,1 0,0 1,0-1,-1 0,1 1,0-1,0 0,0 1,0-1,1 1,-1-1,0 0,1 0,-1 1,0-1,1 0,0 1,-1-1,1 0,8 1,-1-1,1 0,0-1,-1 0,1 0,-1-1,1 0,0 0,7-3,2 0,240-61,-206 48</inkml:trace>
  <inkml:trace contextRef="#ctx0" brushRef="#br0" timeOffset="1728.678">1297 0,'7'18,"11"18,12 13,12 11,13 3,8 3,4-1,1-4,-5-6,-8-8,-10-10,-11-8,-13-10</inkml:trace>
  <inkml:trace contextRef="#ctx0" brushRef="#br0" timeOffset="1894.296">1779 41,'-16'11,"-12"15,-11 22,-7 20,-3 18,3 11,3 4,11-5,10-18</inkml:trace>
  <inkml:trace contextRef="#ctx0" brushRef="#br0" timeOffset="2147.622">2193 495,'-7'19,"-9"14,-4 13,-1 11,4 6,3 2,10-3,12-8,9-13,2-14</inkml:trace>
  <inkml:trace contextRef="#ctx0" brushRef="#br0" timeOffset="2401.453">2393 94,'0'14,"3"15,7 19,8 15,12 11,10 4,11-3,8-4,5-8,1-10,-4-12,-8-10,-10-11,-13-9</inkml:trace>
  <inkml:trace contextRef="#ctx0" brushRef="#br0" timeOffset="2650.785">2861 174,'-18'5,"-15"12,-12 18,-4 18,0 18,0 14,7 7,8 3,10-4,11-11,8-19</inkml:trace>
  <inkml:trace contextRef="#ctx0" brushRef="#br0" timeOffset="2907.101">3129 695,'-2'5,"1"0,0-1,-1 1,1 0,1-1,-1 1,1 0,0 0,0 0,0 0,1-1,0 1,0 0,0 0,0-1,1 1,0-1,0 1,0-1,0 0,1 0,-1 0,1 0,0 0,1 0,-1-1,0 1,1-1,2 1,5 0,0 0,0-1,1-1,-1 0,1-1,-1 0,1 0,0-1,-1-1,1 0,-1 0,1-1,-1-1,0 0,0-1,0 0,0 0,0-1,-1-1,7-4,-13 8,-1 0,1 0,0-1,-1 1,0-1,1 0,-1 0,0 0,-1 0,1-1,0 1,-1-1,0 1,0-1,0 0,0 0,-1 0,0 0,1 0,-1 0,-1-1,1 1,-1 0,1 0,-1-1,0 1,-1 0,1 0,-1-1,0 1,0 0,0 0,-1 0,1 0,-1 0,0 0,0 0,0 1,-1-1,0 0,-4-3,-1 1,1 0,-1 0,0 1,-1 0,1 1,-1 0,0 0,0 0,0 2,-1-1,1 1,-1 0,1 1,-1 0,0 0,1 1,-1 1,0 0,1 0,-1 1,1 0,-1 0,1 1,0 0,0 1,-2 1,6-2,0 0,1 0,-1 0,1 0,0 1,0 0,0 0,0 0,1 0,-1 1,1-1,0 1,1 0,-1 0,1 0,0 0,0 0,0 2,-1 18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7.0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37,'7'0,"14"-2,14-4,15-2,11 0,3 1,-4 2,-12 6,-15 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7.3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0,'18'5,"22"1,22 0,20-4,13-4,6-4,-13-1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0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39,'0'-2,"9"-3,14-1,18 1,17-2,12 2,4 0,-2 2,-6 3,-13 2,-12 3,-15 1,-16-1,-8-2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8.8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27 388,'-3'18,"-2"15,-1 11,1 8,0 3,3 0,2-4,3-4,0-12</inkml:trace>
  <inkml:trace contextRef="#ctx0" brushRef="#br0" timeOffset="299.027">213 13,'12'19,"12"12,12 8,10 4,12-1,9 0,5-3,2-4,-4-3,-8-2,-12-5,-16-3,-13-6</inkml:trace>
  <inkml:trace contextRef="#ctx0" brushRef="#br0" timeOffset="547.363">681 0,'-15'2,"-11"10,-7 15,-3 13,1 12,1 10,2 7,7 2,7-1,7-4,7-9,5-13</inkml:trace>
  <inkml:trace contextRef="#ctx0" brushRef="#br0" timeOffset="883.319">1003 428,'-49'98,"48"-95,0-1,0 1,1 0,-1 0,1 0,0 0,0 0,0 0,0 0,0 0,1 0,-1 0,1 0,0 0,0-1,0 1,0 0,0 0,1-1,-1 1,1-1,0 1,0-1,0 0,0 0,0 0,0 0,1 0,-1 0,0 0,1-1,0 1,-1-1,4 1,4 2,1 0,-1-1,1-1,0 1,0-2,1 0,-1 0,0-1,0 0,0-1,0 0,1-1,-2 0,1-1,0 0,0 0,-1-1,0-1,0 0,1-1,-6 2,-1-1,0 1,0-1,-1 0,0 0,1 0,-2-1,1 1,-1-1,1 1,-1-1,-1 0,1 0,-1 0,0 0,-1 0,1 0,-1 0,-1 0,1 0,-1 0,0 0,0 0,0 0,-1 0,0 0,0 0,-1 1,0-1,0 1,0 0,0 0,-1 0,0 0,0 1,0-1,-1 1,1 0,-1 1,0-1,0 1,-6-3,-3 0,-1 0,1 1,-2 1,1 0,0 2,-1-1,1 2,-1 0,0 1,1 0,-1 2,0-1,1 2,0 0,-1 1,1 1,1 0,-1 1,0 1,-52 18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7.5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0,'4'16,"4"14,8 14,7 10,10 8,10 5,9-3,5-5,1-8,-1-9,-7-10,-9-12,-9-11,-10-7</inkml:trace>
  <inkml:trace contextRef="#ctx0" brushRef="#br0" timeOffset="159.178">348 41,'-13'23,"-10"18,-3 17,-1 11,-1 8,0 4,0 1,2-4,7-13</inkml:trace>
  <inkml:trace contextRef="#ctx0" brushRef="#br0" timeOffset="467.215">576 468,'194'4,"-191"-5,0 1,0 0,0 0,0 0,0 1,0-1,0 1,0-1,-1 1,1 0,0 0,0 1,-1-1,1 0,-1 1,1 0,-1-1,0 1,1 0,-1 0,0 0,0 1,-1-1,1 0,0 1,-1-1,1 1,-1 0,0-1,1 2,-3 1,0 0,-1-1,1 1,-1 0,0-1,0 1,0-1,0 0,-1 1,0-1,0 0,0-1,0 1,-1 0,-184 184,187-187,0-1,0 1,0 0,-1-1,1 1,0 0,0 0,0-1,1 1,-1 0,0 0,0 0,0 0,1 1,-1-1,0 0,1 0,-1 0,1 0,0 1,-1-1,1 0,0 0,0 1,-1-1,1 0,0 1,1-1,-1 0,0 0,0 1,0-1,1 0,-1 0,1 1,-1-1,1 0,-1 0,1 0,0 0,-1 0,1 0,0 0,0 0,0 0,0 0,0 0,0 0,0-1,0 1,0 0,0-1,1 1,101-2,72-31,-85 13</inkml:trace>
  <inkml:trace contextRef="#ctx0" brushRef="#br0" timeOffset="863.833">1217 80,'10'14,"8"13,12 14,11 9,8 7,5 3,3-1,-3-3,-3-5,-7-10,-12-12</inkml:trace>
  <inkml:trace contextRef="#ctx0" brushRef="#br0" timeOffset="1081.922">1578 27,'-9'16,"-8"16,-5 17,-6 12,-2 8,-4 4,0 1,1-2,6-8,8-14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5.8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0,'6'2,"0"-1,0 1,0 1,0-1,0 1,-1 0,0 0,1 1,-1-1,0 1,-1 0,1 1,-1-1,0 1,0 0,0 0,0 0,-1 0,0 1,0 0,-1-1,1 1,-1 2,4 11,0-1,-2 2,0-1,-1 0,-1 1,-1 16,-6 100,5-136,0 1,0-1,0 1,0-1,0 1,0-1,0 1,0-1,0 1,0-1,1 0,-1 1,0-1,0 1,0-1,1 0,-1 1,0-1,1 0,-1 1,0-1,1 0,-1 1,0-1,1 0,-1 0,1 1,-1-1,0 0,1 0,-1 0,1 0,-1 0,1 0,-1 0,1 1,-1-1,1 0,-1-1,0 1,1 0,-1 0,1 0,-1 0,1 0,-1 0,1 0,-1-1,0 1,1 0,-1 0,0-1,1 1,-1 0,1-1,-1 1,0 0,0-1,1 1,-1 0,0-1,0 1,1-1,-1 1,0 0,0-1,24-25,-9 0,-2 1,0-2,-2 0,-1 0,-1-1,-1 0,-2 0,2-17,5 4,-13 41,1-1,-1 1,1 0,-1 0,1 0,-1 0,1 0,0 0,-1 0,1 0,-1 0,1 0,-1 0,1 0,-1 0,1 0,0 0,-1 0,1 1,-1-1,1 0,-1 0,1 1,-1-1,0 0,1 1,-1-1,1 1,-1-1,0 0,1 1,-1-1,0 1,1-1,-1 1,0-1,0 1,1-1,-1 1,0-1,0 1,0-1,0 2,8 18,0 0,-2 1,-1-1,0 2,1 13,4 19,-6-32,28 77,-32-98,1 0,-1 0,0 0,1 0,-1-1,1 1,-1 0,1-1,-1 1,1 0,-1-1,1 1,0 0,-1-1,1 1,0-1,0 1,-1-1,1 0,0 1,0-1,0 0,0 1,-1-1,1 0,0 0,0 0,0 0,0 0,0 0,-1 0,1 0,0 0,0 0,0-1,0 1,0 0,-1 0,1-1,0 1,0-1,0 1,-1-1,1 1,0-1,-1 1,1-1,0 0,-1 1,1-1,-1 0,1 1,-1-1,1 0,23-46,-23 44,74-259,-64 246,-6 47,-3 35,-4-45,2-1,0 1,2 0,0-1,1 0,1 1,1-1,1-1,1 1,0-1,8 13,-10-26,0 1,1-1,0 0,0 0,1-1,0 1,0-2,0 1,0-1,1 0,0 0,0-1,0 0,0 0,0-1,0 0,1-1,-1 0,2 0,30 2</inkml:trace>
  <inkml:trace contextRef="#ctx0" brushRef="#br0" timeOffset="750.788">895 335,'9'0,"5"-2,0 2,0 0,0 0,0 1,-1 1,1 1,0 0,0 0,-1 1,0 1,0 1,0-1,2 3,-13-6,0-1,0 1,1 0,-1 0,0 0,-1 0,1 0,0 0,-1 1,1-1,-1 1,1-1,-1 1,0-1,0 1,0 0,-1 0,1-1,-1 1,1 0,-1 0,0 0,0-1,0 1,-1 0,1 0,-1 0,1-1,-1 1,0 0,0-1,0 1,0-1,-1 1,1-1,-1 1,1-1,-2 1,-4 7,-1-1,-1 0,1 0,-1-1,-1 0,1-1,-1 0,-4 1,1 1,40-7,-16-2,7-3,-1 0,1 2,-1 0,1 1,0 1,0 1,-1 0,1 1,-1 1,0 1,0 0,0 1,-1 1,3 2,-16-7,-1 0,1 0,-1 0,1 1,-1-1,0 0,0 1,0 0,0-1,0 1,-1 0,1 0,-1 0,0 0,0 0,0 0,0 1,0-1,-1 0,1 0,-1 1,0-1,0 0,0 0,-1 1,1-1,-1 0,0 0,0 1,0-1,0 0,0 0,-1 0,1 0,-1-1,0 1,0 0,0-1,0 1,-1 0,-17 18,-1-1,-1-1,0-1,-2-1,0-1,0-1,-2-1,0-2,-10 4,-49 14,79-32,7-3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49:54.58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1 281,'25'-2,"22"-1,21-2,15-1,9 0,0-1,-4 2,-7 2,-12 3,-12 2,-14 0,-12 1,-11-2</inkml:trace>
  <inkml:trace contextRef="#ctx0" brushRef="#br0" timeOffset="316.881">522 0,'164'74,"-144"-66,23 10,-1 2,-1 1,-1 2,9 8,-45-29,0 0,0 1,0-1,0 1,-1 0,1 0,-1 0,0 1,1-1,-2 1,1 0,0 0,-1 0,0 0,0 0,0 0,0 1,-1-1,1 0,-1 1,0 0,-1-1,1 1,-1-1,0 1,0 0,0-1,-1 1,1 0,-1-1,-1 1,1-1,0 1,-3 2,-8 9,-1-2,-1 1,0-2,-1 0,0-1,-1 0,0-1,-1-1,0-1,-9 3,0 3,-76 44,69-37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1.7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 31,'-12'267,"11"-207,1 436,0-638,6-1,20-107,24-3,-44 240,-4 18,-2 23,-2 17,-1-26,2 1,0 0,1 0,1 0,0-1,2 1,0 0,1-1,2 0,-1 0,4 5,-7-21,0 0,1 0,-1 0,1 0,-1 0,1-1,0 1,0-1,0 0,0 0,0 0,1 0,-1-1,0 1,1-1,0 0,-1 0,1 0,0 0,-1-1,1 1,0-1,-1 0,1 0,0-1,0 1,-1-1,1 1,0-1,-1-1,1 1,-1 0,1-1,-1 1,0-1,0 0,1 0,-1-1,-1 1,1-1,0 1,1-2,7-6,-1-1,1 0,-2-1,1 0,-2 0,0-1,0 0,-1-1,-1 1,0-1,-1 0,1-6,34-178,-36 184,-4 40,-34 615,34-638,-3 18,1 0,1 1,1-1,1 0,1 0,1 0,1 0,1 0,0 0,2-1,0 0,10 18,10-3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2.4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35,'46'-11,"0"2,1 3,0 1,32 2,-15 13,-63-10,1 0,-1 1,0 0,1-1,-1 1,1 0,-1 0,0-1,0 1,1 0,-1 0,0 1,0-1,0 0,0 0,0 0,0 1,-1-1,1 0,0 1,-1-1,1 1,-1-1,1 1,-1-1,0 1,1-1,-1 1,0-1,0 1,0 0,0-1,-1 1,1-1,0 1,-1-1,1 1,-1-1,-4 10,-2-1,0 1,0-2,-1 1,0-1,0 0,-1-1,0 0,-1 0,1-1,-2 0,-9 4,17-8,-58 37,60-40,1 0,0 0,-1 0,1 0,-1 0,1 0,0 0,-1 0,1 1,0-1,-1 0,1 0,0 0,-1 1,1-1,0 0,-1 0,1 1,0-1,-1 0,1 0,0 1,0-1,-1 0,1 1,0-1,0 1,0-1,0 0,0 1,-1-1,1 0,0 1,0-1,0 1,0-1,0 0,0 1,0-1,0 1,0-1,1 0,-1 1,0-1,0 1,0-1,0 0,0 1,1-1,-1 0,0 1,0-1,1 0,-1 1,0-1,0 0,1 0,24 5,-4-3,11-1,-1 1,0 2,0 1,0 2,0 0,-1 3,0 0,2 3,-28-12,-1 0,0 1,0-1,0 1,0-1,0 1,0 0,-1 0,1 0,-1 0,1 1,-1-1,0 1,0-1,0 1,0 0,0 0,-1 0,1 0,-1 0,0 0,0 0,0 0,0 1,-1-1,1 0,-1 0,0 1,0-1,0 1,0-1,0 0,-1 0,0 3,-6 3,0-1,-1-1,1 1,-2-1,1 0,-1-1,0 0,0-1,0 1,-1-2,0 1,0-2,0 1,-1-1,-7 1,-122 25,139-29,1 1,-1-1,0 0,1 0,-1 1,0-1,0 0,0 0,1 0,-1 0,0 0,0 0,1 0,-1 0,0 0,0 0,0 0,1-1,-1 1,0 0,0 0,1-1,-1 1,0-1,1 1,-1 0,1-1,-1 1,0-1,1 1,-1-1,1 0,-1 1,1-1,-1 0,1 1,0-1,-1 0,1 1,0-1,0 0,-1 0,1 0,0 0,7-13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2.7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0,'18'0,"17"0,17 0,13 0,7 0,-3 0,-7 3,-15 4,-16 2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2.91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3,'15'5,"20"1,17-3,18-3,15-8,-7-1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5.1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0 537,'2'20,"3"19,1 11,2 9,1 4,2-3,1-7,-1-7,-3-12</inkml:trace>
  <inkml:trace contextRef="#ctx0" brushRef="#br0" timeOffset="248.335">187 337,'14'0,"20"0,20 0,22-2,16-1,10 0,4 1,-4 0,-14 1,-21 0</inkml:trace>
  <inkml:trace contextRef="#ctx0" brushRef="#br0" timeOffset="504.65">682 150,'-7'16,"-4"19,-1 19,2 16,5 13,8 5,8 2,6-6,6-7,0-13,-3-17</inkml:trace>
  <inkml:trace contextRef="#ctx0" brushRef="#br0" timeOffset="1734.203">695 2,'-7'-2,"-2"4,1 8,1 16,4 20,7 15,6 14,0-7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5.86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98,'9'16,"10"15,13 12,13 9,9 7,10 2,5-2,0-4,-5-5,-8-7,-10-7,-13-11</inkml:trace>
  <inkml:trace contextRef="#ctx0" brushRef="#br0" timeOffset="262.089">456 5,'-16'-4,"-10"4,-7 15,-7 18,-6 19,-4 19,-3 16,1 9,5 1,10-4,14-11,17-14,10-20</inkml:trace>
  <inkml:trace contextRef="#ctx0" brushRef="#br0" timeOffset="527.428">750 566,'-3'5,"1"0,0-1,1 1,-1 0,1 0,0 0,0 0,1 0,-1 0,1 0,0 1,0-1,1 0,0 0,0 0,0 0,0 0,1 0,0 0,0-1,0 1,0-1,1 1,0-1,0 0,0 0,0 0,1 0,0-1,-1 1,1-1,3 2,11 3,0-2,0 0,0-1,1 0,-1-2,1 0,0-1,0-1,0-1,0 0,0-2,0 0,1-1,-15 3,-1 0,1 0,-1-1,0 1,1-1,-1 0,0 0,0-1,1 1,-1-1,0 0,0 0,-1 0,1 0,0-1,-1 1,1-1,-1 0,0 0,0-1,0 1,-1-1,1 1,-1-1,0 0,0 0,0 0,0 0,-1 0,1 0,-1 0,0-1,0 1,-1 0,1-1,-1 1,0-1,0 1,-1-4,-2 2,0-1,0 1,0 0,-1 0,0 0,0 1,-1-1,1 1,-1 0,0 0,0 1,-1-1,0 1,1 1,-1-1,-1 1,1 0,-1 0,-123-34,89 32,0 2,-1 2,1 2,-11 2,-11 4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4.0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1 375,'18'2,"20"1,19 0,18-1,10 0,4-3,-1-2,-10 1,-17 0</inkml:trace>
  <inkml:trace contextRef="#ctx0" brushRef="#br0" timeOffset="234.373">362 135,'-12'20,"-3"21,1 16,4 16,7 7,11 3,8-2,6-8,0-16</inkml:trace>
  <inkml:trace contextRef="#ctx0" brushRef="#br0" timeOffset="515.663">843 41,'18'7,"15"8,14 12,7 12,6 11,5 8,2 8,1 5,-2-2,-3-5,-3-9,-7-14,-13-14</inkml:trace>
  <inkml:trace contextRef="#ctx0" brushRef="#br0" timeOffset="764.531">1444 0,'-16'16,"-16"19,-12 19,-8 17,-4 12,3 7,8 3,12-3,11-11,10-18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3.2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13,'21'19,"17"16,15 15,8 11,7 8,-3 3,-5-1,-10-7,-14-9,-13-14</inkml:trace>
  <inkml:trace contextRef="#ctx0" brushRef="#br0" timeOffset="268.592">361 0,'-11'14,"-11"18,-11 19,-8 17,-5 15,-3 10,0 2,6-3,10-18</inkml:trace>
  <inkml:trace contextRef="#ctx0" brushRef="#br0" timeOffset="543.444">642 428,'22'0,"-3"-1,1 1,-1 0,1 2,-1 0,0 2,0 0,11 4,-27-7,0 0,0 0,0 1,0-1,-1 1,1-1,0 1,-1 0,1 0,-1 0,0 1,1-1,-1 0,-1 1,1 0,0-1,0 1,-1 0,0 0,1 0,-1 0,0 0,-1 0,1 0,0 0,-1 0,0 0,1 1,-1-1,-1 0,1 0,0 0,-1 1,0-1,1 0,-1 0,-1 0,1 0,0 0,-1-1,1 1,-3 2,-7 13,-1 0,-1-1,-1-1,-1 0,-10 9,-33 36,57-60,0-1,0 1,1-1,-1 1,0 0,0-1,1 1,-1 0,1 0,-1-1,0 1,1 0,0 0,-1 0,1 0,-1 0,1 0,0 0,0 0,-1 0,1 0,0 0,0 0,0 0,0 0,0 0,0 0,1 0,-1-1,0 1,0 0,1 0,-1 0,1 0,-1 0,1 0,-1 0,1 0,-1-1,1 1,0 0,-1 0,1-1,0 1,0-1,-1 1,1 0,0-1,0 0,0 1,0-1,0 1,0-1,0 0,0 0,0 1,0-1,0 0,0 0,0 0,0 0,0 0,0-1,0 1,0 0,23 2,0-2,0 0,0-1,0-2,0-1,7-2,-5 2,58-11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8.5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 41,'112'-21,"-81"18,-27 3,80-9,0 4,72 4,-125 6,-31-5,0 0,-1 1,1-1,0 0,0 0,-1 0,1 1,0-1,0 0,0 0,0 1,0-1,-1 0,1 1,0-1,0 0,0 0,0 1,0-1,0 0,0 1,0-1,0 0,0 1,0-1,0 0,0 0,0 1,0-1,0 0,1 1,-1-1,0 0,0 0,0 1,0-1,0 0,1 0,-1 1,0-1,0 0,1 0,-1 0,-154 11,115-11,-27 0,1-2,0-3,-43-10,98 12,16 1,22 1,340 13,-327-11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09.5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25,'163'-13,"-123"13,272-2,-382 3,-334-9,383 5,26 3,37 3,84 7,-59-6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13.5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26,'18'-2,"23"-1,26 0,24-2,23 1,12 0,0 1,-21 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11.1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1,'23'18,"0"1,-1 1,-1 1,-1 1,-1 1,-1 0,-1 1,-1 1,-1 1,-2 0,0 1,-2 1,-1 0,-1 0,-1 1,-2 0,1 7,0 36,-2-61,1-31,73-273,-55 236,-24 56,0 1,1 0,-1-1,0 1,1 0,-1 0,0-1,1 1,-1 0,0 0,1-1,-1 1,0 0,1 0,-1 0,1 0,-1 0,0-1,1 1,-1 0,1 0,-1 0,0 0,1 0,-1 0,1 0,-1 0,0 1,1-1,-1 0,1 0,-1 0,0 0,1 0,-1 1,1-1,-1 0,0 0,0 1,1-1,-1 0,0 1,1-1,-1 0,0 1,0-1,1 0,-1 1,0-1,0 0,0 1,0-1,0 1,1-1,-1 0,0 1,0 0,8 26,-8-26,14 66,-8-31,1-1,3 0,0-1,5 8,-14-39,-1-1,1 0,-1 1,1-1,0 0,0 0,0 1,0-1,0 0,1 0,-1 0,1 0,-1-1,1 1,0 0,-1-1,1 1,0-1,0 1,0-1,0 0,0 0,1 0,-1 0,0 0,0 0,1-1,-1 1,1-1,-1 0,0 1,1-1,-1 0,1 0,-1-1,0 1,1 0,-1-1,0 0,3 0,3-7,0 0,0-1,0 0,-1 0,-1-1,0 0,0 0,0 0,-2-1,1 1,-1-1,-1 0,0-1,0 1,-1 0,-1-1,0-10,11-135,-13 157,1 0,0 0,0 0,-1 0,1 0,0 0,0 0,-1 0,1 0,0 0,0 0,0 0,-1 0,1 0,0 0,0 0,-1-1,1 1,0 0,0 0,0 0,0 0,-1 0,1-1,0 1,0 0,0 0,0 0,-1-1,1 1,0 0,0 0,0 0,0-1,0 1,0 0,0 0,0-1,0 1,-7 26,0 12,3 1,1 0,2 0,2 0,1 0,5 21,-6-51,1 0,0-1,0 1,1-1,0 0,1 0,-1 0,2 0,-1 0,1-1,0 0,0 0,1 0,0-1,0 0,1 0,0 0,0-1,0 0,1 0,-1-1,1 0,5 1,31 10</inkml:trace>
  <inkml:trace contextRef="#ctx0" brushRef="#br0" timeOffset="548.714">990 509,'57'-1,"128"10,-182-9,0 0,0 0,0 1,0-1,0 1,0-1,0 1,0 0,0 0,-1 0,1 0,0 1,-1-1,1 1,-1 0,1-1,-1 1,0 0,0 0,0 1,0-1,0 0,0 1,0-1,-1 1,0 0,1-1,-1 1,0 0,0 0,0 0,-1 0,1 0,-1 0,0 0,1 2,-4 1,0 0,0 0,-1 0,0-1,0 1,0-1,0 0,-1 0,0-1,0 1,0-1,-1 0,1 0,-1-1,-5 3,-44 37,55-42,-1-1,1 1,0 0,-1-1,1 1,0 0,-1 0,1-1,0 1,0 0,0-1,-1 1,1 0,0 0,0-1,0 1,0 0,0 0,1-1,-1 1,0 0,0 0,0-1,1 1,-1 0,0-1,1 1,-1 0,0-1,1 1,-1 0,1-1,-1 1,1-1,0 1,-1-1,1 1,-1-1,1 0,0 1,-1-1,1 0,0 1,0-1,-1 0,41 16,-31-13,1 1,6 1,0 0,1 1,-2 1,1 0,-1 1,0 1,-1 1,0 0,-1 1,0 0,0 1,-1 1,3 5,-13-14,-1-1,0 1,-1 0,1 0,-1 1,1-1,-1 0,0 0,-1 1,1-1,-1 0,0 1,0-1,0 0,-1 1,1-1,-1 0,0 1,0-1,-1 0,1 0,-1 0,0 0,0 0,0 0,-1-1,1 1,-1-1,0 1,0-1,0 0,0 0,-1-1,1 1,-1 0,0-1,-3 2,-2 2,-1 0,0-1,1-1,-2 1,1-1,0-1,-1 0,0 0,1-1,-1-1,0 0,0 0,0-1,-4 0,12-1,1 1,-1-1,0 0,0 1,0-1,0-1,1 1,-1 0,0-1,1 1,-1-1,1 0,0 0,-1 1,1-2,0 1,-1-2,-10-16</inkml:trace>
  <inkml:trace contextRef="#ctx0" brushRef="#br0" timeOffset="899.558">1739 215,'20'2,"19"1,13 0,10-1,3 2,-1 2,-8 3,-14 0</inkml:trace>
  <inkml:trace contextRef="#ctx0" brushRef="#br0" timeOffset="1146.599">1885 428,'16'7,"17"2,16-2,11-5,-4-3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15.8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0 376,'2'0,"4"0,-1-3,1 0</inkml:trace>
  <inkml:trace contextRef="#ctx0" brushRef="#br0" timeOffset="413.045">213 1,'3'22,"5"22,7 15,12 10,9 6,8 0,8 0,4-4,-1-10,-2-11,-7-11,-10-12</inkml:trace>
  <inkml:trace contextRef="#ctx0" brushRef="#br0" timeOffset="668.423">615 54,'-21'9,"-15"15,-13 14,-8 14,-3 15,0 9,5 6,8-1,9-1,11-7,13-10,15-14,8-15</inkml:trace>
  <inkml:trace contextRef="#ctx0" brushRef="#br0" timeOffset="969.496">962 576,'-26'109,"26"-104,0-1,0 1,0-1,1 1,-1-1,1 0,0 1,1-1,-1 0,1 1,0-1,0 0,0 0,0-1,1 1,0 0,-1-1,1 0,0 1,1-1,-1 0,1-1,2 3,5 1,0-1,0 0,0-1,0 0,1-1,0 0,-1-1,1 0,0-1,0 0,0-1,0-1,0 0,0 0,0-1,0 0,-1-1,1-1,-1 0,0 0,0-1,9-5,-15 6,0 1,-1-1,1 0,-1 0,0-1,0 1,0-1,-1 0,1 0,-1 0,0 0,-1-1,1 1,-1-1,0 0,-1 1,1-1,-1 0,0 0,-1 0,1 0,-1 0,0 0,-1 0,1 0,-1 0,-1 0,1 0,-1 0,0 1,0-1,0 0,-1 1,-2-3,0-2,0 0,-1 0,0 1,-1 0,0 0,-1 0,1 1,-2 0,1 1,-1-1,0 2,-1-1,1 1,-1 1,-1 0,1 0,0 1,-1 1,0-1,0 2,0-1,-1 2,1-1,0 2,-1-1,1 2,0-1,-1 2,1-1,0 2,0-1,0 1,-10 5,-33 24,7 4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14.9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13 0,'9'23,"10"18,9 17,5 9,8 5,4-1,3-3,1-7,3-9,-2-11,-5-12,-4-11,-9-14,-8-7</inkml:trace>
  <inkml:trace contextRef="#ctx0" brushRef="#br0" timeOffset="256.959">414 40,'-12'13,"-7"19,-9 17,-5 19,-9 15,-8 13,-8 7,-2 1,-1-5,11-18</inkml:trace>
  <inkml:trace contextRef="#ctx0" brushRef="#br0" timeOffset="568.944">788 628,'12'-29,"-2"0,-1-1,-1 0,-2 0,-1-1,-2 1,0-1,-2 0,-2-6,1 30,-1 31,-8 285,8-292,0 0,2 0,-1-1,2 1,0 0,1 0,1-1,1 1,0-1,1 0,0-1,2 1,6 9,15 11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12.7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0,'18'16,"15"14,14 13,7 12,5 6,0 4,-5-2,-7-4,-7-5,-10-10,-11-12</inkml:trace>
  <inkml:trace contextRef="#ctx0" brushRef="#br0" timeOffset="246.91">335 54,'-16'22,"-9"20,-6 15,-2 15,1 8,0 2,7-1,4-6,7-15</inkml:trace>
  <inkml:trace contextRef="#ctx0" brushRef="#br0" timeOffset="561.81">670 333,'18'0,"-13"-1,1 0,-1 0,1 0,-1 1,1 0,0 0,-1 0,1 1,-1 0,1 0,-1 0,1 1,-1-1,0 1,0 1,0-1,0 1,0 0,0 0,-1 0,1 1,-1-1,0 1,0 0,0 0,-1 1,1-1,-1 1,1 2,-3 6,0 0,-1 0,0-1,-1 1,-1 0,0-1,-1 1,0-1,0 0,-2 0,1 0,-2 0,1-1,-2 0,1 0,-2 0,0-1,3 0,-64 121,68-130,0 0,1 1,-1-1,0 1,1-1,-1 1,0-1,1 1,0-1,-1 1,1-1,0 1,0 0,0-1,0 1,0-1,0 1,1 0,-1-1,1 1,-1-1,1 1,-1-1,1 1,0-1,-1 1,1-1,0 0,0 1,0-1,0 0,1 0,-1 0,0 0,0 0,1 0,-1 0,0 0,1 0,-1-1,1 1,-1-1,1 1,-1-1,1 1,0-1,-1 0,1 0,12 1,1-2,-1 0,1-1,-1 0,0-1,1 0,-2-1,15-7,-16 7,106-41,-71 24</inkml:trace>
  <inkml:trace contextRef="#ctx0" brushRef="#br0" timeOffset="1920.196">1271 213,'2'0,"4"0,2 0,5-2,0-1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4.6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0,'9'2,"13"1,10 0,15-1,12 0,10-1,2 0,-3 1,-15 6,-15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4.95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9,'25'0,"22"0,18 0,15-2,10-1,-12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6.2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11,'7'0,"11"0,14 0,17-2,19-1,18 0,18 0,10 4,-13 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8.44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5 1,'-1'2,"0"0,1 0,-1 1,1-1,-1 0,1 0,0 1,0-1,0 0,0 0,0 0,0 1,0-1,1 0,-1 0,1 0,0 1,0-1,0 0,0 0,0 0,0 0,0-1,0 1,1 0,-1 0,3 1,-3-4,1 0,0 0,-1 0,1 0,-1 0,1 0,-1 0,0-1,1 1,-1 0,0-1,0 1,0-1,0 1,0-1,0 0,0 1,-1-1,1 0,0 0,-1 0,0 1,1-1,-1 0,0 0,0 0,0 0,0 0,0 1,-1-1,1 0,0 0,-1 0,0 1,1-1,-1 0,-1-1,2 3,-1 1,0-1,0 0,0 1,1-1,-1 0,0 1,1-1,-1 1,0-1,1 1,-1 0,0-1,1 1,-1 0,1-1,-1 1,1 0,0 0,-1-1,1 1,0 0,-1 0,1 0,0-1,0 1,0 0,0 0,0 0,0 0,0 0,0-1,0 1,0 0,0 0,0 0,1 0,-1-1,0 1,1 0,7 10,2-3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8.7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1,'16'13,"14"14,12 14,7 11,4 6,3 4,-1 2,-4-3,-8-3,-7-8,-9-10,-7-12,-8-10</inkml:trace>
  <inkml:trace contextRef="#ctx0" brushRef="#br0" timeOffset="256.046">496 14,'-18'9,"-15"12,-12 14,-6 12,-2 13,-1 8,4 5,9-1,11-4,10-8,14-16,7-13</inkml:trace>
  <inkml:trace contextRef="#ctx0" brushRef="#br0" timeOffset="508.371">777 535,'9'6,"1"0,0-1,0 0,1-1,-1 0,1 0,0-1,0-1,0 0,0 0,0-1,0-1,0 0,1 0,-1-1,0 0,0-1,0-1,0 0,0 0,-1-1,1 0,-1-1,0 0,0 0,-1-1,0-1,0 0,0 0,-1 0,5-6,-11 10,1 0,-1-1,0 1,0 0,0-1,0 0,-1 1,1-1,-1 0,0 0,0 1,-1-1,1 0,-1 0,0 0,0 0,0 0,0 0,-1 0,0 0,1 0,-1 0,-1 0,1 1,-1-1,1 0,-1 1,0-1,0 1,-1 0,1 0,-1 0,1 0,-3-2,-3-2,0 1,0-1,0 2,-1-1,0 1,0 0,0 1,-1 0,1 1,-1 0,0 0,0 1,0 0,-1 1,1 0,0 1,0 0,-1 0,-1 1,-6 1,0 1,1 1,-1 0,1 2,0 0,0 0,0 2,1 0,0 1,-7 5,-70 65,59-44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7.2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41,'22'16,"18"14,7 13,6 11,0 6,-2 1,-4-3,-7-6,-7-11,-8-9,-5-10,-6-9</inkml:trace>
  <inkml:trace contextRef="#ctx0" brushRef="#br0" timeOffset="251.327">401 0,'-21'21,"-13"17,-5 15,-1 9,2 7,5 2,6 0,7-6,8-13</inkml:trace>
  <inkml:trace contextRef="#ctx0" brushRef="#br0" timeOffset="416.884">722 348,'-2'18,"-1"16,-2 10,-1 7,2 6,0 3,2-2,0-7,2-11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5.2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28,'13'16,"15"14,12 11,12 8,10 7,7 3,0-2,-5-4,-7-6,-10-9,-11-8,-12-12,-10-9</inkml:trace>
  <inkml:trace contextRef="#ctx0" brushRef="#br0" timeOffset="182.412">334 1,'-16'13,"-14"17,-9 16,-4 16,-3 12,3 9,6 3,10 0,9-5,7-15</inkml:trace>
  <inkml:trace contextRef="#ctx0" brushRef="#br0" timeOffset="503.094">709 335,'11'-1,"84"-4,-92 5,1 1,-1 0,1-1,-1 1,0 1,0-1,1 0,-1 1,0-1,0 1,0 0,0 0,-1 1,1-1,-1 0,1 1,-1-1,0 1,0 0,0 0,0 0,0 0,-1 0,1 0,-1 2,1 10,0-1,-2 1,0 0,0 0,-1-1,-1 1,-1-1,0 1,-1-1,0 0,-1 0,-1-1,0 1,-1-1,-7 10,10-15,-47 105,51-112,0 1,0-1,0 0,-1 0,1 1,0-1,1 0,-1 0,0 1,0-1,0 0,1 0,-1 0,1 0,-1 1,1-1,-1 0,1 0,0 0,-1 0,1 0,0 0,0 0,0 0,0-1,-1 1,1 0,1 0,-1-1,0 1,0-1,0 1,0-1,0 1,0-1,1 0,-1 1,0-1,0 0,0 0,1 0,-1 0,0 0,0 0,1 0,-1-1,62-8,-19-3,0-2,-2-2,1-2,10-7,-12 3</inkml:trace>
  <inkml:trace contextRef="#ctx0" brushRef="#br0" timeOffset="1784.197">1324 228,'4'0,"5"0,2 0,1-2,0-4,-3-2,-5-2,-6 0,-4 2,-2 5,1 7,2 5,6 4,9-1,4-2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2.6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0,'5'0,"1"0,-1 0,1 1,-1-1,1 1,-1 0,1 1,-1-1,0 1,1 0,-1 1,0-1,-1 1,1 0,0 0,-1 0,1 1,-1-1,0 1,0 0,-1 1,1-1,-1 0,0 1,0 0,-1 0,1 0,-1 0,0 0,0 3,14 32,-2 0,-2 1,-2 0,-2 1,-1 0,-3 0,-1 1,-2-1,-2 9,2-41,2-16,3-18,12-105,-14 85,3 0,1 0,2 1,8-19,2 26,-19 35,-1 1,1-1,0 1,-1-1,1 1,0 0,-1-1,1 1,0 0,0 0,-1 0,1-1,0 1,0 0,-1 0,1 0,0 0,0 0,0 0,-1 1,1-1,0 0,0 0,-1 0,1 1,0-1,0 0,-1 1,1-1,0 1,-1-1,1 1,-1-1,1 1,-1-1,1 1,-1 0,1-1,-1 1,1 0,-1-1,0 1,1 0,-1-1,0 1,0 0,1 0,9 19,0 1,-1-1,-2 2,0-1,3 16,7 24,23 29,-39-89,-1 0,0-1,1 1,-1 0,0-1,1 1,-1-1,1 1,-1-1,1 1,-1-1,1 1,0-1,-1 1,1-1,-1 0,1 1,0-1,0 0,-1 1,1-1,0 0,-1 0,1 0,0 0,0 0,-1 0,1 0,0 0,-1 0,1 0,0 0,0 0,-1-1,1 1,0 0,-1 0,1-1,0 1,-1 0,1-1,0 1,-1-1,1 1,-1-1,1 1,19-33,-20 32,22-50,-3 0,-2-1,4-29,7-20,-20 77,-1 19,-5 19,1 135,-5-113,2 0,1 0,2 0,2-1,5 19,27 18,-15-52</inkml:trace>
  <inkml:trace contextRef="#ctx0" brushRef="#br0" timeOffset="420.009">857 321,'154'3,"-151"-3,0 0,0 0,0 0,-1 0,1 0,0 1,0 0,-1-1,1 1,-1 0,1 1,0-1,-1 0,0 1,1-1,-1 1,0 0,0-1,0 1,0 0,0 0,0 1,-1-1,1 0,-1 1,1-1,-1 1,0-1,0 1,0-1,0 1,-1 0,1 0,-1-1,1 1,-1 0,0 1,-5 12,0 1,-1-1,0-1,-2 0,0 0,0 0,-2-1,0 0,0-1,-1 0,-1 0,0-1,0-1,-11 7,21-16,-21 29,173-66,-140 34,1 0,0 1,0 1,0 0,0 0,0 1,0 1,-1-1,1 2,-1 0,0 0,0 0,0 2,-1-1,0 1,0 0,0 1,-1 0,0 0,4 6,-10-11,0 1,0-1,-1 1,1-1,-1 1,0 0,0 0,0 0,0 0,0 0,0 0,-1 0,0 0,1 0,-1 0,0 0,-1 0,1 0,-1 0,1 0,-1 0,0 0,0 0,0 0,0-1,0 1,-1 0,1-1,-1 1,0-1,0 1,0-1,-2 2,-3 3,0 0,-1-1,0 0,0 0,-1-1,0 0,1-1,-2 1,-8 1,6-1,-1-2,0 1,0-2,0 0,-1-1,1 0,0-1,-1 0,1-1,0 0,-6-2,-15-6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42.53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164 295,'189'-19,"-55"13,128 13,-91-4,139-16,306-13,335-14,-849 40,314-9,265-8,-96-10,-532 27,300-14,-112 1,-732 3,-199-21,-21 32,328 14,-1357-16,1429-13,11 0,72 15,98 13,15 8,54-7,-1 1,62-16,0 1,-1-1,1 0,0 0,0 0,-1 0,1 1,0-1,-1 0,1 0,0 1,0-1,0 0,-1 1,1-1,0 0,0 0,0 1,-1-1,1 0,0 1,0-1,0 0,0 1,0-1,0 1,0-1,0 0,0 1,0-1,0 0,0 1,0-1,0 0,0 1,1-1,-1 0,0 1,0-1,0 0,0 1,1-1,-1 0,0 0,0 1,0-1,1 0,-1 0,0 1,1-1,-1 0,0 0,1 0,-1 0,0 1,1-1,-1 0,0 0,1 0,-1 0,0 0,1 0,-1 0,24 11,14-2,0-1,1-2,-1-2,1-1,0-2,35-4,-19 2,125 8,68-3,80-17,108 1,91 4,249-11,-419-2,-213 9,587-38,-296 8,-376 33,0 2,0 3,16 2,150 3,-137 23,-85-22,-3-1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24.166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84 136,'114'19,"19"-11,111-7,-122-2,489 1,-570-3,-32 1</inkml:trace>
  <inkml:trace contextRef="#ctx0" brushRef="#br1" timeOffset="13630.449">97 109,'1'1,"-1"0,1 0,0-1,0 1,-1 0,1-1,0 1,0-1,0 1,0-1,0 1,0-1,0 1,0-1,0 0,0 0,0 1,0-1,0 0,0 0,0 0,0 0,0 0,0 0,0-1,0 1,0 0,0 0,0-1,0 1,0-1,0 0,611-45,-162 32,-322 6,-128 8,-1-1,1 1,-1 0,1-1,-1 1,1-1,-1 1,1-1,-1 1,1-1,0 1,-1-1,1 1,0-1,0 1,-1-1,1 0,0 1,0-1,0 0,0 1,0-1,0 1,0-1,0 0,0 1,0-1,0 0,0 1,0-1,0 1,1-1,-1 0,0 1,0-1,1 1,-1-1,0 1,1-1,-1 1,1-1,-1 1,1-1,-1 1,1-1,-1 1,1 0,-1-1,1 1,-1 0,1 0,-1-1,1 1,0 0,-145-6,109 7,-689 27,553-16,170-12,0 0,0 0,1 0,-1 0,0 0,0 0,0 0,0 0,0 0,0 1,0-1,0 0,0 1,1-1,-1 1,0-1,0 1,0-1,1 1,-1-1,0 1,1 0,-1-1,0 1,1 0,-1 0,1 0,-1-1,1 1,0 0,-1 0,1 0,0 0,0 0,-1 0,1 0,0-1,0 1,0 0,0 0,0 0,0 0,0 0,1 0,-1 0,0 0,0 0,1 0,-1-1,1 1,-1 0,1 0,-1 0,7 2,-1 0,0-1,1 1,-1-1,1-1,0 0,0 0,-1 0,1 0,0-1,5-1,6 2,116 0,0-6,21-8,64-3,124 10,-373 15,-118 13,0-6,-1-7,-125-10,-32 4,137 10,130 2,40-13,0-1,1 1,-1-1,1 1,-1-1,1 0,0 0,-1 0,1 0,0 0,0 0,-1 0,1-1,0 1,0 0,0-1,0 0,0 1,0-1,1 0,-1 0,52 8,-1-3,1-2,-1-2,14-3,104-11,-1-7,47-17,-14 3,56 4,-238 29,-26 1,-231 0,-233-30,296 16,-104 6,184 19,93-10,0-1,-1 1,1-1,-1 1,1 0,0 0,-1-1,1 1,0 0,0-1,0 1,0 0,-1 0,1-1,0 1,0 0,0 0,1-1,-1 1,0 0,0 0,0-1,0 1,1 0,-1-1,0 1,1 0,-1-1,1 1,-1 0,0-1,1 1,-1-1,1 1,0-1,-1 1,1-1,-1 1,1-1,0 0,-1 1,1-1,0 0,-1 0,1 1,0-1,0 0,-1 0,1 0,0 0,0 0,-1 0,1 0,0 0,0 0,-1 0,1 0,0-1,0 1,34 10,0-1,1-2,0-1,1-2,-1-1,7-2,-34-1,264 2,66-15,0 0,-1104 16,665 1,0 3,-33 11,129-17,-25 7,28-8,1 0,-1 0,1 0,0 1,-1-1,1 0,0 0,-1 1,1-1,0 0,-1 0,1 1,0-1,-1 0,1 1,0-1,0 1,0-1,-1 0,1 1,0-1,0 1,0-1,0 1,0-1,0 0,0 1,0-1,0 1,0-1,0 1,0-1,0 0,0 1,0-1,0 1,1-1,-1 1,0-1,0 0,0 1,1-1,-1 0,0 1,0-1,1 0,-1 1,0-1,1 0,-1 0,0 1,1-1,-1 0,1 0,-1 0,0 1,1-1,-1 0,1 0,-1 0,10 6,1-1,-1-1,1 0,0 0,-1-1,2-1,-1 1,0-2,0 1,9-2,-6 2,137 4,0-7,0-7,0-6,91-23,-223 35,183-29,-202 31,0 0,0 1,0-1,0 0,0 0,0 1,0-1,0 0,0 1,0-1,1 0,-1 0,0 1,0-1,0 0,0 0,0 1,1-1,-1 0,0 0,0 0,0 1,1-1,-43 13,0-2,-1-2,0-2,0-2,-32 0,-404-13,466 8,6 0,0 0,0 0,0 1,0 0,0 0,0 1,0-1,1 1,-1 1,-4 1,11-3,-1-1,0 1,0-1,1 1,-1-1,0 1,1-1,-1 1,0 0,1-1,-1 1,1 0,-1-1,1 1,0 0,-1 0,1 0,0-1,-1 1,1 0,0 0,0 0,0 0,0-1,0 1,0 0,0 0,0 0,0 0,0 0,0 0,0-1,1 1,-1 0,0 0,1 0,-1-1,0 1,1 0,-1 0,1-1,0 1,-1 0,1-1,-1 1,1-1,0 1,-1-1,1 1,0-1,0 1,0-1,43 26,-10-16,1-1,-1-2,1-2,1-1,-1-1,1-2,10-2,24-1,-1-2,0-4,44-11,-106 13,-29 5,-473 2,433 2,62-3,0 0,0 0,0 0,0 1,0-1,1 0,-1 0,0 1,0-1,0 0,0 0,0 1,0-1,-1 0,1 0,0 0,0 1,0-1,0 0,0 0,0 1,0-1,0 0,0 0,-1 0,1 0,0 1,0-1,0 0,0 0,-1 0,1 0,0 1,0-1,0 0,-1 0,1 0,0 0,0 0,0 0,-1 0,1 0,0 0,-1 0,26 6,63 2,0-3,0-5,1-4,162-18,-228 16,-35-2,-196 16,62 9,137-10,28-3,76 1,-1-4,1-5,3-4,-49-1,-49 8,0 1,1-1,-1 0,0 1,0-1,0 1,0-1,0 0,0 1,0-1,0 1,0-1,0 1,-1-1,1 0,0 1,0-1,0 1,-1-1,1 1,0-1,-1 1,1-1,0 1,-1-1,1 1,0 0,-1-1,1 1,-1-1,1 1,-1 0,1 0,-1-1,1 1,-1 0,0 0,1 0,-1-1,1 1,-1 0,1 0,-1 0,0 0,1 0,-1 0,1 0,-1 0,0 0,1 1,-1-1,1 0,-1 0,0 1,-266-47,175 31,0 5,-1 3,1 4,-1 5,-72 10,57 1,0-6,-50-5,19 5,139-3,14-3,2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49.09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42,'2'0,"8"0,9-3,10-2,12-3,8 0,6 1,4 2,-1 2,-5 1,-6 2,-9 0,-10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49.34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1,'14'11,"20"4,20-3,17-5,13-9,5-7,-6-1,-14 1,-20 2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52.8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24,'3'0,"4"0,9 0,13 0,15 0,13 0,14-2,7-1,5-2,-2-1,-9 2,-17 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55.683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 30,'2'-3,"1"-4,0-2</inkml:trace>
  <inkml:trace contextRef="#ctx0" brushRef="#br1" timeOffset="4929.249">1 30,'229'-21,"-187"16,1 2,-1 2,1 2,0 2,-1 1,0 3,41 11,-67-14,-22-8,-6-1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07.7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0,'7'7,"7"11,9 12,11 10,11 9,8 6,8 2,4-1,-2-2,-5-3,-5-5,-10-6,-10-8,-10-7,-9-8</inkml:trace>
  <inkml:trace contextRef="#ctx0" brushRef="#br0" timeOffset="255.963">508 0,'-18'5,"-13"8,-8 13,-4 16,1 16,2 13,4 10,6 4,6 0,6-3,7-8,5-10,4-17</inkml:trace>
  <inkml:trace contextRef="#ctx0" brushRef="#br0" timeOffset="537.044">803 549,'2'7,"1"0,0-1,0 1,0-1,1 1,0-1,1-1,-1 1,1 0,0-1,1 0,-1 0,1-1,0 1,0-1,0-1,1 1,-1-1,1 0,0 0,0-1,0 0,0 0,0-1,1 0,-1 0,0-1,1 1,-1-2,3 1,0 0,0-1,0 0,0 0,1-1,-1-1,-1 1,1-2,0 1,-1-1,1-1,-1 1,0-2,-1 1,0-1,1-1,-2 1,1-1,-1-1,0 1,0-1,2-6,-6 10,-1 0,0-1,0 0,-1 1,1-1,-1 0,0 0,0 0,-1 0,0 0,0 1,0-1,0 0,-1 0,1 0,-1 0,-1 0,1 0,-1 1,1-1,-1 1,-1-1,1 1,-1 0,1-1,-1 1,-1 0,-2-3,0-1,-1 2,0-1,0 0,-1 1,0 1,0-1,0 1,-1 1,0 0,0 0,0 0,-5 0,3 2,-1 1,0 0,1 0,-1 2,0-1,1 1,-1 1,1 0,-1 1,1 0,0 1,0 0,0 1,1 0,-1 1,1 0,1 0,-1 1,1 0,0 1,1 0,0 0,0 1,0 0,1 1,1-1,0 1,0 0,0 3,-14 28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07.1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1 307,'18'0,"15"0,14 0,11 0,9 0,3 0,-1 0,-7 0,-10 0,-12 0,-12 0</inkml:trace>
  <inkml:trace contextRef="#ctx0" brushRef="#br0" timeOffset="251.989">348 0,'-7'16,"-4"17,-3 16,-1 11,2 9,3 4,3 2,4-4,5-5,11-8,8-10,2-13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06.0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1 107,'18'14,"15"11,11 8,10 5,4 6,0 4,-4 3,-4 0,-8-3,-9-2,-8-6,-8-6,-7-9</inkml:trace>
  <inkml:trace contextRef="#ctx0" brushRef="#br0" timeOffset="251.871">415 0,'-9'14,"-8"15,-3 15,-2 11,-1 7,3 5,-1 0,1 0,0-2,0-4,2-4,4-9,4-11</inkml:trace>
  <inkml:trace contextRef="#ctx0" brushRef="#br0" timeOffset="785.829">562 508,'-13'-2,"17"-9,132-153,-95 126,-40 38,0 0,0 1,0-1,0 1,0-1,0 1,0-1,0 1,-1-1,1 1,0 0,0 0,-1-1,1 1,0 0,-1 0,1 0,-1 0,1-1,-1 1,1 0,-1 0,0 0,1 0,-1 0,0 0,0 0,0 0,0 0,0 1,0-1,0 0,0 0,0 0,0 0,-1 0,1 0,-22 224,20-200,-7 152,10-167,0 0,0 0,1 0,0 0,1-1,0 1,0-1,1 1,1-1,-1 0,1-1,1 1,0-1,0 0,0-1,1 1,14 9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0:51.3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67,'2'2,"6"6,5 7,6 9,8 7,7 8,6 5,6 5,4 1,2 0,2 0,-1-5,-4-5,-5-8,-5-6,-8-8,-8-12,-9-6</inkml:trace>
  <inkml:trace contextRef="#ctx0" brushRef="#br0" timeOffset="212.853">362 0,'-12'16,"-7"14,-6 16,-3 14,-1 9,-1 8,-1 4,-1 0,1-6,4-7,6-17</inkml:trace>
  <inkml:trace contextRef="#ctx0" brushRef="#br0" timeOffset="945.863">829 494,'19'-5,"1"1,-1 0,0 1,1 1,0 1,-1 1,10 1,-26-1,-1 1,1-1,-1 1,1-1,-1 1,1 0,-1 0,0 0,1 0,-1 0,0 0,0 1,0-1,0 1,0-1,0 1,0 0,0 0,-1 0,1 0,-1 0,0 0,1 0,-1 1,0-1,0 0,0 1,-1-1,1 1,-1-1,1 1,-1-1,0 1,0-1,0 1,0-1,0 1,-1 0,1-1,-1 1,1-1,-1 0,0 1,0-1,-1 2,-9 19,-1 0,-1-1,-1-1,-1 0,-17 19,3-3,9-11,7-11,1 0,1 1,0 1,2-1,0 2,0 0,8-16,1-1,-1 0,1 1,-1-1,1 0,0 1,0-1,0 0,0 1,0-1,0 0,0 1,0-1,0 1,1-1,-1 0,1 1,-1-1,1 0,-1 0,1 0,0 1,-1-1,1 0,0 0,0 0,0 0,0 0,0 0,0 0,0 0,0-1,0 1,0 0,1-1,-1 1,1 0,53 11,10-9,-1-4,1-2,-1-3,0-3,55-15,-63 13</inkml:trace>
  <inkml:trace contextRef="#ctx0" brushRef="#br0" timeOffset="13996.795">1606 348,'2'0,"5"0,11 0,11 0,12 2,11 1,7 0,4-1,-1 0,-4 1,-7 1,-7-1,-10 1,-10 1</inkml:trace>
  <inkml:trace contextRef="#ctx0" brushRef="#br0" timeOffset="14247.152">1939 120,'-4'5,"-2"8,0 13,1 14,2 13,1 10,1 7,1 3,0-1,2-5,1-13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14.11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 0,'-4'0,"2"0,7 3,9 0,11 0,13-1,12 0,8-1,3 0,3-1,-2 0,-6 0,-7 2,-8 1,-8-1,-8 1,-7-2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15.15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15,'0'-3,"3"0,4 1,11-1,13 2,16 0,13 0,10 1,6 0,3 0,-6 0,-9 0,-12 0,-14 0,-12 3,-14 2,-10 1,-7-1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31.49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8,'21'30,"1"-1,1-1,1-1,2-1,1-1,0-1,2-2,1-1,18 10,70 39,4-5,2-5,2-6,3-5,2-6,99 18,72-2,1-13,2-14,1-12,211-18,-126-12,259-44,-416 22,-2-11,-2-10,89-39,-224 62,-2-4,-1-4,-1-4,-3-4,70-49,-138 80,1-1,-2-1,0 0,-1-2,-1 0,-1-1,-1 0,0-1,5-13,17-28,-32 59,0 3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35.02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1,'2'0,"10"0,17 0,17 0,16 0,12 2,4 3,-4 3,-12 3,-18-1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35.2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0,'20'5,"23"3,22 1,23-2,19-1,-8-3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36.69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38 14,'-5'-3,"-10"-2,-3-1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35.9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145 475,'-23'49,"3"1,2 1,2 1,3 0,2 1,2 0,2 1,3 0,2 33,-7 44,2-85,1-61,6-43,3 0,2 0,2 0,3 1,10-27,-13 54,6-34,14-54,-5-1,-6-1,-5-7,-14 34,-10 74,1 44,5 4,2 0,1 1,1 0,2 0,1-1,1 1,1 0,2 0,5 18,-5-34,1 0,0 0,0-1,2 0,0 0,0 0,1-1,0 0,1-1,1 0,0 0,0-1,5 3,-8-8,-1 1,1-1,1-1,-1 1,1-1,0-1,0 1,0-1,0-1,0 0,0 0,1 0,-1-1,1 0,0-1,-1 0,1 0,-1-1,1 0,-1-1,1 1,-1-2,2 0,-2 0,0-1,0-1,0 0,0 0,-1 0,1-1,-1 0,-1 0,1-1,-1 0,0 0,-1 0,0-1,0 0,-1 0,0 0,0-1,0 1,0-7,6-15,-2-2,-2 1,0-1,-3 0,0 0,3-91,-9-95,1 204,1 45,-9 658,-2-347,30-262,-4-60</inkml:trace>
  <inkml:trace contextRef="#ctx0" brushRef="#br0" timeOffset="516.618">867 796,'18'-7,"0"1,1 0,-1 2,1 0,0 1,0 1,1 0,-1 2,0 0,0 1,0 1,0 1,0 1,8 2,45 29,-70-34,0 1,0-1,0 1,0 0,0 0,0 0,-1 0,1 0,-1 0,1 0,-1 0,0 1,0-1,0 0,0 1,0-1,0 1,-1-1,1 1,-1 0,0-1,0 1,0-1,0 1,0-1,-1 1,1 0,-1 1,-3 3,0-1,-1 1,0-1,0 0,0 0,-1 0,1-1,-2 1,1-1,0-1,-1 0,0 0,0 0,0 0,-1-1,1 0,0 0,-169 60,151-56,8 2,41-4,11-4,0 3,0 1,0 1,-1 2,-1 2,1 0,-1 3,-1 0,9 8,-36-19,0 0,0 1,0-1,0 1,-1 1,1-1,-1 1,0-1,0 1,0 1,-1-1,1 0,-1 1,0-1,0 1,-1 0,1 0,-1 0,0 1,-1-1,1 0,-1 1,0-1,-1 1,1-1,-1 1,0 0,0-1,-1 1,1-1,-1 1,-1-1,1 1,-1-1,0 0,0 0,0 0,-2 3,-8 4,-1 0,0-1,0 0,-1-1,-1 0,1-2,-2 1,1-2,-1 0,0-1,0 0,-1-2,0 1,0-2,0-1,0 0,0-1,-3-1,-91-9,108 8,0 0,0 0,1 0,-1 0,0 0,0 0,0-1,1 1,-1-1,1 0,-1 0,1 0,0 0,0 0,0 0,0-1,0 1,0-1,1 1,-1-1,1 0,0 1,-1-1,1 0,1 0,-1 0,0 0,1 0,-1 0,1 0,0 0,0 0,1-3,-1 3,1 0,0 0,0 0,0 0,1 1,-1-1,1 0,-1 0,1 1,0-1,0 1,0 0,0 0,1-1,-1 1,1 1,-1-1,1 0,0 1,-1-1,1 1,0 0,0 0,0 0,0 0,0 0,0 1,1-1,22-4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20.01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1964,'9'-2,"10"-1,13-2,12 0,11 0,6 2,3 1,-3 1,-5 0,-10 1,-12 0</inkml:trace>
  <inkml:trace contextRef="#ctx0" brushRef="#br0" timeOffset="250.946">26 2205,'19'5,"16"1,17 0,13-2,7 0,-3-2,-7-1,-16-1</inkml:trace>
  <inkml:trace contextRef="#ctx0" brushRef="#br0" timeOffset="7734.665">4091 2192,'0'18,"0"13,0 10,0 7,0 5,0 0,0-2,0-5,-3-9,-2-7,-1-10</inkml:trace>
  <inkml:trace contextRef="#ctx0" brushRef="#br0" timeOffset="7950.615">3248 1310,'16'0,"17"0,18 0,17 0,14 0,10 0,3-3,-4 0,-17 1</inkml:trace>
  <inkml:trace contextRef="#ctx0" brushRef="#br0" timeOffset="9900.796">5788 1282,'19'5,"18"1,23 2,18 0,17-2,8 1,-2 1,-14-1,-22-1</inkml:trace>
  <inkml:trace contextRef="#ctx0" brushRef="#br0" timeOffset="9069.954">5815 1764,'4'21,"9"15,12 11,11 7,13 2,8 2,6-3,0-3,-5-7,-7-5,-11-9,-11-6,-12-8</inkml:trace>
  <inkml:trace contextRef="#ctx0" brushRef="#br0" timeOffset="9314.834">6256 1737,'-16'5,"-12"8,-8 13,-7 16,-3 16,0 13,0 8,4 3,4 0,7-3,8-8,9-16</inkml:trace>
  <inkml:trace contextRef="#ctx0" brushRef="#br0" timeOffset="9601.067">6471 2432,'7'8,"2"0,-1-1,1 0,1 0,-1-1,1-1,0 1,0-2,0 1,1-1,0-1,0 0,0-1,0 0,0 0,0-1,0-1,1 0,-1 0,0-1,4-1,-9 2,0 0,0 0,0 0,0-1,0 0,-1 0,1-1,0 0,0 0,-1 0,1-1,-1 1,0-1,0 0,0-1,0 1,-1-1,1 0,-1 0,0-1,0 1,0-1,-1 0,0 0,0 0,0 0,0-1,-1 1,0-1,0 0,0 1,-1-1,0 0,0 0,-1 0,1-1,-2-1,0 1,-1 0,0-1,0 1,0 0,-1 0,0 0,0 0,-1 0,0 1,0 0,-1-1,0 2,0-1,0 0,0 1,-1 0,0 0,0 1,0 0,-1 0,-4-2,-3-1,1 1,-1 0,0 1,0 1,0 0,-1 1,0 0,1 1,-1 1,0 1,-4 0,3 2,0 0,0 1,0 1,1 0,0 2,0-1,0 2,0 0,1 1,1 0,-1 1,-4 5,-15 12</inkml:trace>
  <inkml:trace contextRef="#ctx0" brushRef="#br0" timeOffset="8569.103">4692 2112,'18'0,"16"0,14-2,14-2,8 1,4 1,0 0,-4 1,-6 0,-11 1,-14 0</inkml:trace>
  <inkml:trace contextRef="#ctx0" brushRef="#br0" timeOffset="8814.295">5093 1791,'-11'16,"-6"14,-3 16,3 13,3 9,10 3,9 2,8-3,10-4,7-9,3-11,-4-15</inkml:trace>
  <inkml:trace contextRef="#ctx0" brushRef="#br0" timeOffset="5301.697">1016 1684,'13'20,"12"16,9 11,4 7,4 5,0 4,1 1,-1-2,0-2,-3-5,-1-6,-5-8,-6-9,-5-8,-6-12,-6-8</inkml:trace>
  <inkml:trace contextRef="#ctx0" brushRef="#br0" timeOffset="5550.6">1417 1684,'-16'22,"-10"20,-5 16,-1 14,-3 8,-2 4,-1 0,-2-6,3-7,6-16</inkml:trace>
  <inkml:trace contextRef="#ctx0" brushRef="#br0" timeOffset="6069.214">1711 2205,'13'-6,"1"0,0 1,1 0,-1 1,1 1,0 0,-1 1,1 1,13 0,-26 1,0 0,0 0,0-1,0 1,0 0,0 1,0-1,0 0,0 1,0-1,0 1,0-1,0 1,0 0,-1 0,1 0,0 0,0 0,-1 0,1 1,-1-1,1 0,-1 1,0-1,1 1,-1 0,0-1,0 1,0 0,0 0,0 0,-1-1,1 1,-1 0,1 0,-1 0,1 0,-1 0,0 0,0 0,0 0,-1 2,-3 9,-2 0,0 0,0-1,-1 0,0 0,-1-1,-1 0,0 0,0-1,-3 2,-2 4,-18 18,20-22,0 1,0 1,1 0,1 1,0 0,-6 12,16-26,-1 0,0 0,1 1,-1-1,1 0,0 1,-1-1,1 0,0 1,0-1,0 0,0 1,0-1,0 0,0 1,0-1,1 0,-1 1,0-1,1 0,-1 1,1-1,0 0,-1 0,1 1,0-1,0 0,-1 0,1 0,0 0,0 0,0 0,0-1,1 1,-1 0,0 0,0-1,1 1,53 11,-10-12,0-2,0-3,-1-1,0-2,26-9,-21 5</inkml:trace>
  <inkml:trace contextRef="#ctx0" brushRef="#br0" timeOffset="6697.754">2366 1951,'25'0,"20"0,15 0,14 0,8 0,1 0,-6 3,-10 2,-14 3,-16 0</inkml:trace>
  <inkml:trace contextRef="#ctx0" brushRef="#br0" timeOffset="6948.324">2674 1764,'-7'18,"-2"15,0 14,2 9,4 6,6 2,5 0,7-4,4-5,2-9,-3-10</inkml:trace>
  <inkml:trace contextRef="#ctx0" brushRef="#br0" timeOffset="7230.55">3222 1750,'16'16,"12"15,10 8,8 7,7 4,2 4,1-2,-3 1,-6-5,-6-6,-7-6,-8-6,-6-8,-7-11,-5-7</inkml:trace>
  <inkml:trace contextRef="#ctx0" brushRef="#br0" timeOffset="7487.862">3703 1791,'-16'4,"-12"11,-8 12,-7 11,-3 11,-1 13,4 8,4 4,6 1,10-3,10-8,7-14</inkml:trace>
  <inkml:trace contextRef="#ctx0" brushRef="#br0" timeOffset="14201.364">923 694,'12'-18,"2"1,0 0,0 1,2 0,0 1,1 1,0 1,1 0,1 1,14-7,26-10,1 3,62-19,113-25,4 10,103-7,329-31,575-6,-702 80,0 23,140 35,-486-15,0 9,-2 8,-2 9,-1 8,-4 9,-2 8,158 85,-239-100,-4 4,-2 5,-3 4,-2 5,-2 5,-49-38,-2 3,-2 1,-1 2,-3 1,-2 2,-2 1,-2 2,-2 1,-3 1,16 51,-25-41,-2 0,-3 1,-3 0,-3 1,-3-1,-2 1,-4-1,-2 1,-3-1,-3-1,-3 0,-3 0,-2-2,-21 42,-26 57,-7-2,-7-5,-7-2,-6-5,-22 17,53-79,-5-3,-3-3,-3-4,-3-2,-4-4,-2-4,-62 36,40-40,-3-5,-2-4,-2-6,-2-4,-2-5,-1-5,-69 7,-53-2,-2-10,-1-11,-73-11,32-14,2-12,0-12,2-13,-213-65,338 72,-493-137,540 141,2-5,1-4,-87-52,64 22,3 1,-3 5,-55-17,-331-95,473 163,2-1,0-3,1-1,1-2,1-1,2-2,-26-26,-119-101,161 130,1 0,0-2,2 0,1 0,1-1,1-1,1-2,-10-22,8 18,2-1,1 0,1 0,3-1,0 0,3 0,0-1,3 1,1 0,1 0,6-21,27-134,17-136,-47 257,3-38,5 0,7-13,97-319,-112 415,1 0,1 0,1 1,2 0,0 0,1 2,1-1,1 1,1 1,1 1,1 0,1 1,0 1,2 0,0 2,19-12,85-29,-66 36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43.6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415 112,'-16'-18,"-14"-9,-9-1,-7 4,-5 10,-2 15,0 18,5 15,11 13,11 11,11-6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43.4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318 1,'-16'1,"1"1,-1 1,1 1,0 0,0 1,0 0,1 1,0 1,0 1,0 0,1 0,0 1,1 1,0 0,1 1,0 0,0 1,-2 4,7-11,1 2,-1-1,1 1,1-1,-1 1,1 1,0-1,1 1,-1-1,2 1,-1 0,1 0,0 0,1 0,0 1,0-1,1 0,0 1,0-1,1 0,0 0,0 1,1-1,0 0,1 0,0 0,0-1,2 3,4 0,1-1,0 0,1-1,0-1,0 1,0-2,1 1,0-2,1 1,-1-2,1 0,0 0,0-1,0-1,0 0,1-1,-1 0,39 5,0-3,1-2,-1-2,0-3,0-1,0-3,-1-3,0-1,28-13,-66 22,0-1,-1-1,1-1,-1 1,0-2,-1 0,1 0,-1-1,-1 0,0-1,0 0,0-1,-9 9,0 0,0 0,-1 0,1 0,0 0,-1 0,1 0,0 0,-1 0,0 0,1 0,-1 0,0 0,1 0,-1-1,0 1,0 0,0 0,0 0,0 0,0-1,0 1,0 0,-1 0,1 0,0 0,-1 0,1 0,-1-1,1 1,-1 0,0 0,1 1,-1-1,0 0,0 0,1 0,-1 0,0 1,0-1,0 0,0 1,0-1,0 0,0 1,0 0,0-1,-1 1,1 0,0-1,0 1,0 0,0 0,-1 0,1 0,0 0,0 0,0 0,0 0,-1 1,1-1,0 0,0 1,0-1,0 1,0-1,0 1,-1 0,-2 1,0 0,0 0,1 0,-1 1,1-1,-1 1,1 0,0 0,0 0,0 0,0 0,1 1,-1-1,1 1,0 0,0 0,0 0,1 0,-1 0,1 0,0 0,0 1,1-1,-1 0,1 0,0 1,0-1,0 0,0 1,1-1,0 0,0 0,0 1,1-1,-1 0,1 0,0 0,0-1,0 1,0 0,1-1,0 1,4 2,1 0,-1-1,1 0,0-1,0 1,1-1,-1-1,1 0,0 0,0-1,0 0,0 0,0-1,0 0,0-1,1 0,-1 0,0-1,0 0,0-1,0 0,0-1,5-1,-8 1,-1 1,0-1,0 0,0-1,0 1,-1-1,1 0,-1 0,0 0,0 0,0-1,-1 0,0 0,0 0,0 0,0 0,-1-1,0 1,0-1,0 1,-1-1,0 0,0 0,0 0,-1 1,0-1,0 0,-1 0,1 0,-1 0,0 1,-1-1,1 0,-1 1,-1-1,1 1,-1-1,1 1,-1 0,-1 0,1 1,-1-1,-2-1,-1-2,0 1,0 0,-1 0,0 1,0 0,-1 1,0 0,0 0,0 1,0 0,-1 0,0 1,1 0,-1 1,0 0,0 1,-1 0,1 0,-3 1,6 0,0 1,-1-1,1 1,0 1,-1-1,1 1,0 0,0 1,1 0,-1 0,0 0,1 1,0 0,0 0,0 0,0 1,1 0,0 0,0 1,0-1,0 1,1 0,0 0,0 1,1-1,-2 7,3-8,0-1,1 1,0 1,0-1,1 0,-1 0,1 0,0 0,0 0,1 1,0-1,0 0,0 0,0 0,1 0,0-1,0 1,0 0,1-1,-1 1,1-1,0 0,0 0,1 0,-1 0,1 0,0-1,0 0,0 0,0 0,1 0,-1-1,3 2,34 16</inkml:trace>
  <inkml:trace contextRef="#ctx0" brushRef="#br0" timeOffset="419.944">1173 255,'20'12,"23"5,23 2,22 1,23-3,24-8,-13-4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39.5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355 1206,'-19'-3,"1"1,-1 0,0 2,1 0,-1 1,1 1,-1 1,1 0,-14 5,23-5,0 1,0-1,0 2,0-1,1 1,0 0,0 1,0 0,1 0,0 1,0-1,0 2,1-1,0 1,1 0,0 0,0 0,0 1,0 4,3-10,0 1,0-1,1 1,-1 0,1-1,0 1,0 0,0 0,1 0,-1 0,1 0,0 0,0 0,0 0,1 0,0-1,-1 1,1 0,1 0,-1 0,0-1,1 1,0-1,0 1,0-1,0 1,0-1,1 0,0 0,-1 0,1-1,0 1,0-1,1 1,-1-1,0 0,1 0,-1-1,1 1,0-1,-1 0,2 1,9-2,-1-1,0 0,0-1,0-1,0 0,0 0,0-2,-1 1,0-2,0 1,0-2,-1 1,0-2,0 1,0-2,-1 1,-1-1,0-1,2-2,8-7,-1 0,-1-2,-1 0,0-1,-2 0,-1-1,0-1,-2 0,-1-1,-1 0,-1 0,-1-1,-1 0,2-22,-4 13,0 0,-3 1,0-1,-3 0,0 0,-3 1,-1-1,-1 1,-4-7,-10 10,20 31,0 0,-1 0,1 0,0 0,0 0,0 0,0 0,0 0,0 1,0-1,0 0,0 1,0-1,0 1,0-1,1 1,-1-1,0 1,0 0,0-1,1 1,-1 0,0 0,1-1,-1 1,0 0,1 0,-1 0,1 0,-1 0,1 0,0 0,0 0,-1 0,1 0,-9 23,0 0,2 0,1 0,0 1,2 0,0 17,0-12,-7 57,3 0,4 1,4 0,5 15,-3-83,0 0,2 0,0 0,1-1,1 0,5 10,-8-23,-1 0,2 0,-1 0,1 0,0-1,0 1,0-1,1 0,0 0,0-1,0 1,0-1,1 0,0-1,0 1,0-1,0 0,0-1,1 0,3 1,5-2,0-1,-1 0,1-1,0-1,0-1,-1 0,1 0,-1-2,0 0,0 0,0-2,-1 1,0-2,-1 0,1 0,-1-1,-1 0,0-1,2-3,4 0,-2-1,1 0,-2-1,0-1,0 0,-2-1,0 0,-1-1,-1-1,0 1,-1-2,-2 1,0-1,-1 0,3-16,-15-26,6 61,0 0,-1-1,1 1,-1 0,1-1,-1 1,1 0,-1 0,0 0,1 0,-1 0,0-1,0 1,0 0,0 1,0-1,0 0,0 0,0 0,0 1,-1-1,1 0,0 1,0-1,-1 1,1 0,0-1,-1 1,1 0,0 0,-1 0,1 0,0 0,-1 0,1 0,0 0,-1 0,1 1,0-1,-1 1,1-1,0 1,-6 4,1 0,0 1,0 0,1 0,0 0,0 0,0 1,1 0,0 0,0 1,1-1,0 1,0-1,1 1,-1 0,2 0,-1 0,1 0,1 0,-1 1,2-1,-2 0,1 1,0 0,0 0,1-1,0 1,1 0,0-1,0 0,1 1,0-1,1 0,-1 0,2-1,-1 1,1-1,0 0,0 0,1 0,0-1,0 0,1 0,-1 0,1-1,1 0,-1-1,3 2,52 19,0-9</inkml:trace>
  <inkml:trace contextRef="#ctx0" brushRef="#br0" timeOffset="2102.16">1344 1059,'4'67,"2"0,4-1,2 0,7 13,-15-64,34 96,-37-110,0 1,0-1,0 1,0-1,0 0,0 1,0-1,0 0,0 0,0 0,1 0,-1 0,1 0,-1 0,1 0,-1 0,1-1,-1 1,1-1,-1 1,1-1,0 0,-1 1,1-1,0 0,-1 0,1 0,0 0,-1 0,1-1,0 1,-1-1,1 1,0-1,-1 1,1-1,-1 0,1 0,-1 1,0-1,1 0,-1 0,0-1,52-55,-37 32,-1-1,-1 0,-1-1,-1-1,-2 0,-1 0,-1-1,-1 0,2-22,-8 29,-8 33,2 7,1 1,1 0,1 0,1 0,1 0,0 0,1 1,4 15,-4-28,0-1,1 1,-1-1,1 1,1-1,0 0,-1 0,2 0,-1 0,1 0,0-1,0 1,0-1,1 0,0 0,0-1,0 0,1 0,-1 0,1 0,0-1,0 0,0 0,0 0,1-1,3 1,-4-2,0 0,-1 0,1-1,0 0,0 0,-1 0,1-1,0 0,0 0,-1 0,1-1,-1 0,1 0,-1 0,0-1,0 1,0-1,0 0,-1-1,1 1,-1-1,1 0,-1 0,-1-1,1 1,-1-1,4-4,3-7,-1-1,0 0,-1 0,-1 0,-1-1,0 0,2-18,7-52,-15 91,-6 30,2 0,1 0,2 0,2 1,2 13,-3-42,1 0,0 0,0 0,0 0,1 0,0 0,0 0,0-1,0 1,1-1,0 0,-1 0,2 1,-1-2,0 1,1 0,0-1,0 0,0 0,0 0,0 0,1 0,-1-1,1 0,0 0,-1 0,1-1,0 0,1 1,10-1,1-1,-1-1,1 0,-1-1,1 0,-1-1,0-1,0-1,0-1,-1 0,0 0,0-2,0 0,-1 0,-1-2,4-2,0 2,-16 10,0 0,0 1,0-1,0 0,-1 1,1-1,0 1,0-1,-1 1,1-1,0 1,-1 0,1-1,0 1,-1 0,1-1,-1 1,1 0,-1 0,1 0,-1 0,0-1,1 1,-1 0,0 0,0 0,0 0,0 0,1 0,-1 0,0 0,-1-1,1 1,0 0,0 0,0 0,-1 0,3 8,39 65,-40-72,0-1,1 1,-1 0,1-1,-1 0,1 1,0-1,-1 0,1 0,0 0,0 0,0 0,0 0,0-1,0 1,0-1,0 1,0-1,0 0,0 1,0-1,0 0,0-1,0 1,0 0,0 0,0-1,0 0,0 1,0-1,0 0,0 0,0 0,0 0,-1 0,1 0,0 0,1-2,3-5,-1 0,0-1,0 1,-1-1,0 0,0 0,-1 0,0-1,0 1,-1-1,-1 0,0 1,0-1,-1 0,0 0,0 0,-1 1,-1-1,0 0,-2-7,2 9,1 0,-1 0,-1 0,0 1,0-1,0 1,-1-1,0 1,0 1,-1-1,0 0,0 1,0 0,-1 1,0-1,0 1,-1 0,1 0,-1 1,0 0,-5-2,10 5,1 0,-1 1,1-1,-1 1,1 0,-1-1,0 1,1 0,-1 0,0 0,1 0,-1 0,1 0,-1 1,0-1,1 1,-1-1,1 1,-1-1,1 1,-1 0,1 0,-1-1,1 1,0 0,-1 0,1 1,0-1,0 0,0 0,0 0,0 1,0-1,0 1,1-1,-1 1,0-1,1 1,-1-1,1 1,-1-1,1 1,2 1,0-1,0 0,0 1,0-1,1 0,-1 0,0 0,1-1,0 1,-1-1,1 1,0-1,0 0,0 0,0 0,0 0,0-1,0 1,0-1,0 1,0-1,3-1,34 3,-1-1,1-3,-1-1,24-6,24-2,-68 10,-9-2,1 1,0 1,0 0,0 1,0 0,0 0,1 1,-2 1,1-1,0 2,0 0,-1 0,1 1,-1 0,9 6,-16-7,1 1,-1 0,0 0,0 0,-1 0,1 0,-1 1,0-1,0 1,0 0,-1 0,0-1,0 1,0 0,0 0,-1 0,0 0,0 0,0 3,-18 97,16-97,-1 5,-1 42,5-54,0 0,0 0,0 0,1-1,-1 1,0 0,0 0,1-1,-1 1,1-1,-1 1,0-1,1 1,-1-1,1 0,-1 0,1 0,-1 0,1 0,-1 0,1 0,-1 0,1-1,-1 1,1 0,-1-1,0 1,1-1,-1 0,0 1,1-1,-1 0,0 0,0 0,0 0,0 0,0 0,17-12,-2 0,1-1,-2-1,0-1,-1 0,-1 0,0-2,-1 1,9-20,20-55,-39 139,-3-22,1 1,0-1,2 0,1 0,1 0,1 0,1-1,5 11,-10-33,-1 0,1 0,-1 0,1 0,0 0,0 0,0-1,0 1,0 0,1-1,-1 1,0-1,1 1,-1-1,1 1,0-1,-1 0,1 0,0 0,0 0,0 0,-1 0,1-1,0 1,0 0,0-1,0 0,0 1,0-1,1 0,-1 0,0 0,0-1,0 1,0 0,0-1,0 1,0-1,1 0,7-7,0 0,-1-1,0 0,0 0,-1-1,0 0,-1-1,0 1,0-1,-2-1,4-6,-8 16,89-196,-81 194,-7 22,-2-15,1 9,0 0,1 0,0 0,1 0,1-1,0 1,0-1,1 0,1 0,0 0,0-1,1 0,0 0,1-1,0 0,0 0,1-1,0 0,0 0,1-1,0-1,1 1,-1-2,1 1,0-2,1 1,-1-1,13 2,-21-6,0 0,1 0,-1 0,1 0,-1 0,1-1,-1 1,1-1,-1 0,0 0,0 0,1-1,-1 1,0-1,0 0,0 1,0-1,-1-1,1 1,-1 0,1-1,-1 1,0-1,1 0,-2 0,1 0,0 0,0 0,-1 0,0 0,0 0,0-1,0 1,0 0,0-1,-1-3,39-225,-38 229,0 0,0 0,0 0,0 1,1-1,-1 0,1 0,-1 1,1-1,0 1,0 0,1-1,-1 1,0 0,1 0,-1 1,1-1,0 0,-1 1,1-1,0 1,0 0,0 0,0 0,0 1,0-1,0 1,0-1,0 1,0 0,0 0,1 0,-1 1,0-1,0 1,0 0,0 0,0 0,1 0,16 8,-1 0,0 1,-1 2,0-1,0 2,-2 0,1 1,-2 1,0 1,5 6,-6-8,-1 0,0 1,-1 0,-1 1,0 0,-1 1,-1 0,-1 1,0 0,-1 0,3 14,-10-30,0 1,1-1,-1 1,0-1,0 1,0-1,0 1,-1-1,1 0,-1 1,1-1,-1 1,0-1,0 0,0 0,0 0,0 1,-1-1,1 0,-1 0,1-1,-1 1,0 0,0 0,0-1,1 1,-2-1,1 0,0 1,0-1,0 0,0 0,-1-1,1 1,-1 0,1-1,0 1,-1-1,1 0,-1 0,-1 0,-2 0,0-1,1 0,-1-1,1 1,-1-1,1 0,0 0,0-1,0 1,0-1,0 0,0-1,1 1,0-1,-1 0,2 0,-1 0,0-1,1 1,0-1,0 0,0 0,0 0,1 0,0 0,0-1,0 1,1-1,0 1,0-1,0 1,1-1,0 0,0 0,0 1,1-1,-1 0,1 1,2-4,4-19,1-1,2 1,1 1,2 0,0 1,1 0,2 1,1 0,10-10,-10 10,77-113,48-98,-116 187,-2-1,-3-2,-1 0,-4-1,-1 0,7-54,-17 78,-1-1,-1 1,-2-1,-1 1,-1-1,-2 1,-1-1,-1 1,-6-19,11 48,0-1,0 0,0 0,0 0,0 0,-1 0,1 0,0 0,-1 0,1 0,0 0,-1 1,1-1,-1 0,1 0,-1 0,0 1,1-1,-1 0,0 1,1-1,-1 0,0 1,0-1,1 1,-1-1,0 1,0 0,0-1,0 1,0 0,0 0,0-1,0 1,0 0,0 0,0 0,1 0,-2 0,-17 37,9 12,3 0,1 1,3 0,3 32,0-73,2 142,6 0,8-1,5 0,8-2,5-1,40 99,-57-199,-7-30,-3-27,-8-16,-1 0,-2 0,0 1,-1 0,-2 0,-1-1,8 24,-15-48,-2 1,-2 0,-3 1,-1 1,-2 1,-3 2,-1 0,-2 2,-25-25,32 41,-1 0,-1 2,-2 1,0 1,-1 1,-2 2,0 0,0 3,-2 0,0 3,-1 0,0 2,-1 2,-16-2,48 10,-1 0,-1-1,0 1,0 1,1-1,-1 1,0-1,0 1,0 1,0-1,1 1,-1-1,0 1,0 1,1-1,-1 1,-2 1,15 14,5-10,-1 0,2-1,-1-1,1 0,-1-1,1-1,1 0,6 0,-15-2,140 20,2-6,78-5,-105-5,60 4,-23 0</inkml:trace>
  <inkml:trace contextRef="#ctx0" brushRef="#br0" timeOffset="3082.053">5020 1581,'9'-61,"3"-9,-3 0,-3-1,-4 0,-2 0,-5-22,5 89,0 0,0 0,0 0,0 0,0 0,-1 0,0 0,0 1,0-1,0 0,-1 0,0 1,1-1,-1 1,0 0,-1-1,1 1,0 0,-1 0,0 0,0 1,0-1,0 1,0-1,0 1,-1 0,1 0,-1 1,1-1,-1 1,0 0,0-1,0 2,0-1,-1 2,1 0,-1 0,0 1,0 0,1 0,-1 0,1 0,0 1,0 0,0 0,0 0,0 0,0 0,1 1,0 0,-1 0,1 0,-1 2,2-4,1 1,-1 0,0-1,1 1,-1 0,1 0,0 0,0 0,0 0,0 0,1 0,-1 1,1-1,0 0,0 0,0 0,0 1,1-1,-1 0,1 0,0 0,0 0,0 0,0 0,0 0,1 0,-1 0,1-1,0 1,5 3,0-1,0 0,1 0,-1-1,1 0,0 0,0-1,0 0,1-1,-1 0,1 0,-1 0,1-1,0-1,8 1,-13-1,138 6,-105-7,1 2,0 1,-1 2,0 2,25 7,-56-11,0 0,-1 0,1 0,-1 0,1 1,-1 0,0 0,1 0,-2 1,1 0,0 0,-1 0,0 0,0 1,0 0,0 0,-1 0,0 0,0 0,0 1,-1-1,0 1,0 0,0-1,0 1,-1 0,0 0,-1 0,1 3,-2 14,-1 0,-1 0,-1 0,0-1,-4 6,0 5,7-31,0 0,0 0,0 0,1 1,-1-1,0 0,1 0,0 1,-1-1,1 1,0-1,0 0,1 1,-1-1,0 0,1 1,-1-1,1 0,0 1,0-1,0 0,0 0,0 0,0 0,1 0,-1 0,1 0,-1-1,1 1,0 0,-1-1,3 2,6 0,0 0,0-1,1 0,-1-1,1 0,-1-1,1 0,-1 0,1-1,-1-1,5-1,-3 2,30-4,1-2,-1-2,-1-2,0-1,-1-2,0-2,21-12,-5-15,-54 42,-1 0,0 0,1-1,-1 1,0 0,0 0,0-1,0 1,0-1,-1 1,1-1,0 1,-1-1,1 1,-1-1,1 0,-1 1,0-1,0 0,1 1,-1-1,-1 0,1 1,0-1,0 0,0 1,-1-1,1 0,-1 1,0-1,1 1,-1-1,0 1,0-1,0 1,0 0,0-1,0 1,-6-3,1 0,-2 1,1 0,0 0,-1 1,1 0,-1 0,1 0,-1 1,0 1,0-1,0 1,1 0,-1 1,0 0,0 0,1 1,-1 0,2-1,1 0,-1 0,1 1,0 0,-1 0,1 0,0 1,0-1,1 1,-1 1,0-1,1 1,0-1,0 1,0 0,0 1,1-1,0 1,-1-1,2 1,-1 0,1 0,-1 0,1 1,1-1,-1 0,1 1,0-1,0 1,0 0,1-1,0 1,0-1,1 1,-1 0,1-1,0 1,1-1,-1 1,2 1,1 0,0-1,0 0,1 0,-1 0,1-1,1 1,-1-1,1 0,0-1,0 0,0 0,0 0,1 0,0-1,0 0,0-1,0 1,0-1,0-1,1 1,-1-1,0-1,1 1,-1-1,1-1,-1 1,1-1,-1-1,0 1,1-1,-1 0,0-1,0 0,-1 0,1 0,-1-1,1 0,-1 0,0-1,0 1,-1-1,3-3,-5 4,-3 3,0 1,0-1,1 1,-1-1,0 0,0 1,0 0,1-1,-1 1,0-1,0 1,1-1,-1 1,0-1,1 1,-1 0,1-1,-1 1,0 0,1-1,-1 1,1 0,-1 0,1-1,-1 1,1 0,-1 0,1 0,-1 0,1 0,-1 0,1 0,-1 0,1 0,-1 0,1 0,0 0,-1 0,1 0,-1 0,1 0,-1 1,1-1,-1 0,0 0,1 1,-1-1,1 0,-1 1,1-1,-1 0,0 1,1-1,-1 0,0 1,1-1,-1 1,13 24,-7-12,1-1,-1 0,2 0,0-1,0 0,1 0,0 0,1-2,0 1,1-1,-2-3,1 0,-1-1,1 0,-1-1,2 0,-1-1,0 0,0 0,1-1,0 0,-1-1,1 0,0-1,-1-1,1 1,0-1,0-1,-1 0,0-1,1 0,-1 0,0-1,0 0,-1-1,1 0,-1-1,0 0,0 0,-1-1,0 0,0-1,-1 1,0-2,6-7,-2-7,-1 0,-1-1,0-1,-2 0,-1 0,-1 0,-2 0,0-1,-1 1,-2-1,0 0,1 0,5-129,27-378,-26 435,-14 103,-22 105,6 3,5 0,4 2,6 0,5 16,3-89,3 0,1-1,2 1,2-1,4 11,-8-39,0 1,1-1,0-1,1 1,0-1,1 0,0 0,1-1,1 0,-1 0,2-1,0 0,0-1,0 0,1 0,0-1,10 4,27 6,-7-10</inkml:trace>
  <inkml:trace contextRef="#ctx0" brushRef="#br0" timeOffset="3330.389">6317 1072,'-16'-2,"-8"-1,1 3,13 0,27 4,37 0,44 0,48-3,43-4,-11-2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38.15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179 238,'-7'120,"-5"-1,-5 0,-5-1,-5-1,-34 87,31-115,27-94,36-181,12-122,28-148,-34 327,-39 127,0 0,1 1,-1-1,0 0,1 0,0 1,-1-1,1 0,0 1,0-1,0 1,0-1,0 1,0-1,0 1,1 0,-1-1,0 1,1 0,-1 0,1 0,-1 0,1 0,0 1,-1-1,1 0,0 1,-1-1,1 1,0-1,0 1,-1 0,1 0,0 0,0 0,0 0,0 0,-1 1,1-1,0 1,0-1,-1 1,1-1,0 1,-1 0,1 0,-1 0,1 0,-1 0,1 0,-1 0,0 1,1-1,7 12,0-1,0 1,-1 1,-1-1,0 1,4 15,27 81,-6 2,-4 1,-5 1,-5 1,-5 12,23 233,-33-311</inkml:trace>
  <inkml:trace contextRef="#ctx0" brushRef="#br0" timeOffset="667.87">125 760,'-12'-6,"0"0,-1 1,0 1,0 0,0 1,0 1,0 0,-3 0,28 7,45 0,1-3,-1-2,14-4,-6 1,-11 1,3-2,0 3,1 2,-1 3,0 2,20 6,-68-10,0 0,1 0,-1 1,0 0,0 1,0 0,-1 0,1 1,-1 0,0 1,-1-1,1 1,-1 1,0 0,0 0,-1 0,0 1,-1-1,1 2,-2-1,1 0,-1 1,3 8,1 102,-6-27,-2-91,0 1,1-1,-1 1,0 0,0-1,1 1,-1-1,1 1,-1-1,1 1,0-1,0 1,0-1,-1 0,1 0,0 1,1-1,-1 0,0 0,0 0,0 0,1 0,-1 0,0 0,1-1,-1 1,1 0,-1-1,1 1,-1-1,1 0,-1 1,1-1,0 0,-1 0,1 0,-1 0,1 0,0 0,-1 0,1-1,-1 1,1-1,-1 1,2-1,66-38,-50 25,1-1,-2-1,0-1,-1 0,-1-1,-1-1,0-1,-2 0,0-1,-1 0,-1-1,5-17,-14 101,-2-50,2 1,0-1,0 0,1 0,1 1,0-2,0 1,1 0,1-1,0 0,6 8,-9-14,1 0,0 0,1 0,-1 0,1-1,0 1,0-1,1-1,-1 1,1-1,0 0,-1 0,1 0,1-1,-1 0,0 0,0-1,1 0,-1 0,1 0,-1-1,1 0,3 0,-4-1,0 0,0 0,0-1,0 1,0-1,-1-1,1 1,0-1,-1 0,0 0,0-1,0 1,0-1,0 0,-1-1,0 1,0-1,0 0,0 0,-1 0,0 0,0-1,0 1,-1-1,0 0,0 0,0-1,4-12,-2 0,0-1,-1 1,-1-1,-1 1,-1-1,-2-19,-5-14,7 53,0 0,0 1,0-1,-1 0,1 0,0 0,0 0,0 1,0-1,0 0,0 0,0 0,-1 0,1 0,0 0,0 0,0 1,0-1,0 0,-1 0,1 0,0 0,0 0,0 0,0 0,-1 0,1 0,0 0,0 0,0 0,0 0,-1 0,1 0,0 0,0 0,0 0,0 0,-1 0,1 0,0 0,0 0,0-1,-4 26,4-24,-4 28,1 0,2 1,1-1,1 0,3 8,-4-30,2 1,-1-1,1 1,0-1,1 1,0-1,0 0,0 0,1-1,0 1,0-1,1 1,0-1,0-1,0 1,1-1,-1 0,1 0,1-1,-1 1,1-1,4 1,2 0,0 0,1-1,0-1,0-1,0 0,0 0,0-2,12 0,47-4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44.5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1446 1340,'-1'-13,"2"0,-1 0,2 0,-1 0,2 1,0-1,0 1,1-1,1 1,0 0,1 1,0-1,0 1,1 0,1 1,0 0,0 0,1 0,0 1,9-6,-15 13,-1 1,1-1,0 1,-1-1,1 1,0 0,0 0,0 0,0 1,0-1,0 1,0-1,0 1,0 0,0 0,0 1,0-1,0 0,0 1,0 0,0 0,0 0,0 0,0 0,0 1,-1-1,1 1,-1 0,1 0,-1-1,0 2,1-1,-1 0,0 0,-1 1,1-1,0 1,-1-1,1 1,0 1,7 18,0 0,-2 1,0 0,-1 0,-2 0,0 1,-2 0,0-1,-2 1,0-21,13 339,4-265,-17-75,1 0,0 1,1-1,-1 0,0 0,0 0,1 0,0 0,-1 0,1 0,0 0,0-1,0 1,0-1,0 1,0-1,0 0,0 0,1 0,-1 0,0 0,1 0,-1-1,1 1,-1-1,1 1,-1-1,2 0,5-3,0 1,0-1,0-1,-1 0,1 0,-1 0,0-1,0-1,-1 1,0-1,0 0,0-1,0 0,-1 0,0 0,-1-1,0 0,0 0,1-4,5-8,0 0,-2-1,-1-1,-1 1,0-1,-2 0,0-1,-2 1,0-1,-2 0,0 0,-2 0,0 1,-2-1,0 0,-4-9,-20-33,26 65,1-1,-1 1,0 0,1-1,-1 1,0 0,0 0,0 0,1-1,-1 1,0 0,0 0,1 0,-1 0,0 0,0 1,0-1,1 0,-1 0,0 0,0 1,1-1,-1 0,0 1,1-1,-1 1,0-1,1 1,-1-1,1 1,-1-1,0 1,1-1,0 1,-1 0,1-1,-1 1,1 0,0-1,-1 1,1 0,0 0,0 0,0-1,-1 1,1 0,0 0,0-1,0 2,-5 16,1 1,1 0,1 0,0 0,1 1,2-1,0 0,0 0,2 0,0 0,2 0,0-1,4 9,-5-13,1 0,0 0,1-1,1 0,0 0,1 0,0-1,1 0,0 0,1-1,9 8,-17-17,-1-1,1 1,-1-1,1 0,0 0,-1 1,1-1,0 0,0-1,0 1,0 0,0 0,0-1,0 1,0-1,0 0,0 0,0 0,0 0,0 0,0 0,0 0,1-1,-1 1,0-1,0 1,-1-1,1 0,0 0,0 0,0 0,0 0,-1 0,1 0,0-1,-1 1,1 0,-1-1,0 0,1 1,-1-1,0 0,1-1,10-19,0 0,-2-1,0-1,-2 1,0-1,0-6,-3 11,61-255,-60 231,-8 26,-8 27,-3 21,1 0,2 1,1 0,1 1,2-1,-1 25,4-41,0 0,2 0,0 0,1 0,1 0,0 0,1 0,1-1,0 1,1 0,1-1,0 0,1 0,1-1,0 1,1-1,1-1,5 7,1-5,0-1,1-1,1 0,0-1,0-1,1-1,1 0,0-2,0 0,20 6,34 7</inkml:trace>
  <inkml:trace contextRef="#ctx0" brushRef="#br0" timeOffset="525.593">2823 1781,'15'-3,"-1"-1,1 2,0 0,0 1,0 0,0 1,-1 1,1 0,0 1,0 1,-1 0,1 1,-1 0,0 1,0 1,-1 0,1 1,0 2,-11-8,0 1,0-1,0 1,0 0,0 0,-1 0,1 0,-1 0,1 1,-1-1,0 1,0 0,0 0,0 0,-1 0,1 0,-1 0,0 0,1 0,-2 0,1 1,0-1,-1 0,1 1,-1-1,0 0,0 1,0-1,0 1,-1-1,0 0,1 1,-1-1,0 0,-1 0,0 3,-9 5,0 0,-1-1,0-1,0 0,-1 0,0-2,0 1,-1-2,0 1,0-2,-1 0,1-1,-1 0,-4-1,-47 14,66-16,0-1,0 0,1 0,-1 0,0 0,0 0,0 1,1-1,-1 0,0 0,0 0,0 0,1 1,-1-1,0 0,0 0,0 1,0-1,0 0,0 0,0 1,0-1,0 0,0 0,1 1,-1-1,0 0,0 0,-1 1,1-1,0 0,0 0,0 1,0-1,0 0,0 0,0 1,0-1,0 0,0 0,-1 0,1 1,0-1,0 0,0 0,0 0,-1 1,1-1,0 0,0 0,-1 0,1 0,0 0,0 0,0 1,-1-1,1 0,0 0,0 0,-1 0,1 0,0 0,-1 0,28 9,-22-8,1 1,28 6,-1 1,-1 2,0 1,0 1,-1 2,-1 1,-1 2,20 15,-46-32,0 1,0 0,0 0,0 0,0 1,0-1,-1 1,1-1,-1 1,0 0,0 0,0 0,0 0,0 0,-1 0,0 1,1-1,-1 1,0-1,-1 1,1-1,-1 1,1-1,-1 1,0-1,0 1,-1 0,1-1,-1 1,1-1,-1 1,-1-1,1 0,0 1,-1-1,1 0,-1 0,-1 1,-11 8,-1-1,0-1,-1 0,0-1,-1-1,0 0,0-1,-1-1,0-1,0-1,0 0,0-1,-1-1,-1 0,0 0,7 1,1-1,-1-1,0 0,0 0,0-2,0 1,0-2,-5-1,1-7,12-2</inkml:trace>
  <inkml:trace contextRef="#ctx0" brushRef="#br0" timeOffset="1896.961">1232 672,'481'22,"240"20,-649-41,-92-8,-4 10,13-1</inkml:trace>
  <inkml:trace contextRef="#ctx0" brushRef="#br0" timeOffset="2428.978">3826 1179,'20'0,"19"0,15 0,13 2,9 2,4 1,-1 3,-8 1,-16 1</inkml:trace>
  <inkml:trace contextRef="#ctx0" brushRef="#br0" timeOffset="2678.31">3906 1487,'16'5,"18"3,23 1,21-2,18-1,11-3,-12-1</inkml:trace>
  <inkml:trace contextRef="#ctx0" brushRef="#br0" timeOffset="3360.338">5296 925,'-8'201,"-3"-69,7 0,5 0,14 98,-4-188,-7-45,7-111,-2-156,-20-196,-8 288,14 155,0 39,6 13,2 1,1 0,2-1,1 0,1 0,1 0,2-1,6 10,-10-19,1 0,1-1,0-1,2 0,0 0,0-1,2 0,0-1,1-1,0 0,1 0,16 9,-26-20,-1-2,1 1,0 0,0-1,-1 0,1 0,0 0,0-1,0 1,0-1,0-1,0 1,0-1,0 1,0-2,0 1,0 0,-1-1,1 0,0 0,-1 0,0-1,1 1,-1-1,0 0,0 0,-1-1,1 1,-1-1,1 0,-1 0,0 0,-1 0,1 0,-1-1,24-38,-3-2,-1 0,-3-1,-2-1,-1-1,-3 0,-2-1,3-37,0 13,-33 182,4 0,6 2,3 86,8-131,3-1,3 1,2-2,4 1,2-2,3 0,5 5,28 42,-31-75</inkml:trace>
  <inkml:trace contextRef="#ctx0" brushRef="#br0" timeOffset="4462.751">6178 1541,'22'-6,"0"0,0 2,0 0,0 2,0 0,1 2,-1 0,1 2,21 4,-28-5,0 0,0 2,0 0,0 1,0 1,-1 0,0 1,0 0,-1 2,1-1,-1 2,-1 0,-11-8,0 0,-1 0,1 1,0-1,-1 0,0 1,1-1,-1 1,0-1,0 1,0 0,0-1,0 1,0 0,0 0,0 0,-1 0,1 0,-1 0,0 0,1 0,-1 0,0 0,0 0,0 0,0 0,-1 0,1 0,-1 0,1-1,-1 1,1 0,-1 0,0 0,0 0,0-1,0 1,-2 1,-5 5,-2-1,1 0,-1-1,0 0,0 0,-1-1,0-1,0 0,0 0,0-1,-10 1,13-1,-92 23,99-26,0 0,0 0,0 0,0 1,0-1,0 0,0 0,1 1,-1-1,0 1,0-1,0 1,0-1,0 1,1-1,-1 1,0 0,0-1,1 1,-1 0,1 0,-1-1,0 1,1 0,0 0,-1 0,1 0,-1 0,1 0,0 0,0 0,0 0,-1 0,1 0,0 0,0 0,0 0,0-1,1 1,-1 0,0 0,0 0,1 0,-1 0,0 0,1 0,-1 0,1 0,-1 0,1-1,-1 1,1 0,0 0,0 0,45 34,244 98,-243-99,-47-33,0 1,1-1,-1 0,0 1,0-1,-1 0,1 1,0-1,0 0,-1 0,1 1,-1-1,1 0,-1 0,1 1,-1-1,0 0,1 0,-1 0,0 0,0 0,0 0,0 0,0 0,0 0,0-1,0 1,0 0,-1-1,1 1,0-1,0 1,-1-1,1 1,0-1,-1 0,1 0,0 0,-1 1,1-1,0-1,-1 1,0 0,1 0,-101 24,-99 9,132-23,48-7</inkml:trace>
  <inkml:trace contextRef="#ctx0" brushRef="#br0" timeOffset="6333.13">7689 524,'8'23,"5"50,-2 0,-4 0,-3 11,-3-58,30 1063,-9-197,-18-814,0 9,-3 0,-5 31,4-108,0 0,0 0,-1 1,-1-1,1 0,-2-1,1 1,-1 0,-1-1,0 1,0-1,-1 0,0 0,0-1,-1 1,0-1,-1-1,0 1,0-1,0 0,-1-1,0 0,-1 0,-5 3,-6-5,-2 0,1-1,0-1,0-1,-1-1,1-1,-1-1,1 0,0-2,-14-4,25 6,-175-33,-78-13,-4 12,-513-12,575 40,-2173-139,637 36,520 88,1178 24,-92 7,134-8,0-1,-1 1,1-1,0 1,0-1,0 1,0-1,0 0,0 1,1-1,-1 0,0 0,0 1,0-1,1 0,-1 0,0 0,1 0,-1 0,1 0,-1 0,1 0,0-1,-1 1,1 0,0 0,0 0,0 0,0 0,0 0,0-1,0 1,0 0,0 0,0 0,1 0,-1 0,0 0,1-1,-1 1,1 0,-1 0,1 0,0 0,-1 1,1-1,0-1,2-6,8-61,-3-1,-3 0,-3 0,-3-1,-3 1,-3 0,-4-5,11 69,-95-838,11-248,73 774,25 223,-14 94,0 0,1 0,-1 0,0 0,0 0,1 1,-1-1,1 0,-1 0,1 0,-1 1,1-1,-1 0,1 1,-1-1,1 0,0 1,-1-1,1 1,0-1,0 1,0-1,-1 1,1 0,0-1,0 1,0 0,0 0,-1 0,1-1,0 1,0 0,0 0,0 0,0 0,0 1,0-1,-1 0,2 0,32 22,-17-9,10 0,1-2,0-1,0-1,2-1,-1-2,0-1,1-1,0-1,12-2,-10 2,678 31,779 77,1227-37,-2211-69,467 10,-651-12,-201-16,294 12,-306 9,-91-9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58.0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87 26,'-13'-9,"-8"-3,1 7,3 17,5 23,8 27,8 25,6 24,4 12,4 7,0-2,2-3,-1-10,-1-11,-1-13,-1-15,-4-18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58.4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253 233,'1'1,"-1"-1,1 1,0 0,0-1,0 1,0-1,0 1,1-1,-1 1,0-1,0 0,0 0,0 1,0-1,1 0,-1 0,0 0,0 0,0 0,0-1,0 1,1 0,-1 0,0-1,0 1,0-1,0 1,0-1,0 1,0-1,0 0,0 1,0-1,-1 0,1 0,0 0,0 0,-1 0,1 0,0 0,-1 0,1 0,26-45,-24 41,-1 1,0-1,0 0,0 0,-1 0,1-1,-1 1,-1 0,1 0,-1-1,0 1,0 0,0 0,-1-1,0 1,0 0,0 0,0 0,-1-1,0 2,0-1,-1 0,1 0,-1 1,0-1,0 1,0 0,-1 0,0 0,1 0,-1 1,-4-3,-1 3,-1-1,1 1,-1 1,0 0,0 0,0 1,0 1,0-1,-1 2,1-1,0 1,0 1,0 0,0 0,1 1,-1 0,1 1,-1 0,1 0,0 1,1 0,-1 1,1 0,0 0,0 1,1 0,-4 5,9-10,0-1,0 1,0-1,1 1,-1 0,1 0,-1 0,1 0,0 0,0 0,0 0,0 0,0 0,0 1,1-1,-1 0,1 1,-1-1,1 0,0 1,0-1,0 0,0 1,1-1,-1 0,0 1,1-1,0 0,0 0,-1 1,1-1,0 0,1 0,-1 0,0 0,1 0,-1 0,1-1,-1 1,1 0,1 0,7 3,-1 0,1 0,1-1,-1-1,1 0,-1 0,1-1,0 0,1-1,53 7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1:52.8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2318 1240,'11'178,"-8"0,-11 67,4-205,3-34,2-26,6-185,-11-49,1 144,3 95,-2 0,1 1,1-1,1 0,0 0,1 1,0-1,1 1,1-1,0 1,1 0,1-1,-6 14,1-1,0 1,0 0,-1-1,1 1,0 0,0-1,0 1,0 0,1 0,-1 0,0 0,0 0,1 0,-1 0,0 0,1 1,-1-1,1 1,-1-1,1 1,-1-1,1 1,0 0,-1 0,1-1,-1 1,1 0,0 1,-1-1,1 0,-1 0,1 1,-1-1,1 1,-1-1,1 1,-1 0,1-1,-1 1,0 0,1 0,-1 0,0 0,0 0,1 1,8 11,-1 0,0 0,0 1,-2 0,0 1,0 0,-1 0,-1 0,-1 1,2 12,-2-14,49 197,-36-169,-17-41,1 0,-1 0,1-1,-1 1,1 0,0-1,-1 1,1 0,0-1,0 1,-1-1,1 1,0-1,0 0,0 1,0-1,-1 0,1 1,0-1,0 0,0 0,0 0,0 0,0 0,0 0,0 0,0 0,0 0,-1-1,1 1,0 0,0-1,0 1,0 0,0-1,-1 1,1-1,0 1,0-1,-1 1,1-1,0 0,-1 1,1-2,11-11,0-1,-1-1,-1 0,0-1,-1 0,0 0,-2-1,2-5,-4 11,24-63,-3-1,5-32,-22 75,-9 32,0 0,0 1,0-1,1 0,-1 0,0 0,0 0,0 1,0-1,1 0,-1 0,0 0,0 0,1 0,-1 0,0 1,0-1,1 0,-1 0,0 0,0 0,0 0,1 0,-1 0,0 495,1-449,2 0,2 0,3-1,1 0,5 13,0-20</inkml:trace>
  <inkml:trace contextRef="#ctx0" brushRef="#br0" timeOffset="436.381">3067 1561,'232'-19,"-228"19,0 0,0 0,-1 1,1-1,0 1,0 0,-1 1,1-1,-1 0,1 1,-1 0,0 0,1 0,-1 0,0 1,0-1,-1 1,1-1,0 1,-1 0,0 0,0 0,0 1,0-1,0 0,0 1,-1-1,0 1,0 0,0-1,0 1,0 0,-1 3,0 5,-1-1,0 1,-1-1,0 0,-1 1,0-1,-1 0,0-1,0 1,-1-1,-1 0,0 0,0 0,-1-1,-3 3,9-12,0 1,1-1,-1 0,0 0,1 1,-1-1,0 1,1-1,-1 0,1 1,-1-1,0 1,1-1,0 1,-1 0,1-1,-1 1,1-1,0 1,-1 0,1-1,0 1,-1 0,1-1,0 1,0 0,0 0,0-1,0 1,0 0,0-1,0 1,0 0,0 0,0-1,0 1,1 0,-1-1,0 1,0 0,1-1,-1 1,0 0,1-1,-1 1,1-1,-1 1,1-1,-1 1,1-1,-1 1,1-1,0 1,-1-1,1 0,0 1,-1-1,1 0,0 1,-1-1,1 0,0 0,-1 0,1 0,0 0,0 0,0 0,183-1,-169 2,1 2,-1 0,1 1,-1 1,0 0,0 1,-1 0,4 3,-14-7,0 0,0 1,0-1,0 1,-1 0,1-1,-1 2,0-1,0 0,0 1,0-1,0 1,-1 0,0 0,0 0,0 0,0 0,0 0,-1 1,0-1,0 0,0 1,-1-1,1 1,-1-1,0 1,0 0,-1-1,1 1,-2 2,0 1,-1-1,-1 1,1-1,-1 0,-1 0,1 0,-1 0,0-1,-1 0,1 0,-1 0,0 0,-1-1,0 0,1-1,-1 0,-5 2,-5 4,-1-2,0-1,-1 0,0-1,0-1,-17 2,17-4,0-1,0-2,0 0,0-1,0 0,-8-3,-34-9</inkml:trace>
  <inkml:trace contextRef="#ctx0" brushRef="#br0" timeOffset="981.735">1944 611,'14'7,"17"2,23 0,22-4,18-8,14-5,7-4,-2 1,-8 1,-11 3,-16 3,-16 2,-17 1,-17 1,-17 0,-12 0,-6 1</inkml:trace>
  <inkml:trace contextRef="#ctx0" brushRef="#br0" timeOffset="1485.562">4417 1240,'16'0,"19"-3,17-4,15-4,11-1,0 3,-8 3,-15 1</inkml:trace>
  <inkml:trace contextRef="#ctx0" brushRef="#br0" timeOffset="1727.92">4604 1574,'20'-2,"24"-3,21-8,19-6,12-4,-9 1</inkml:trace>
  <inkml:trace contextRef="#ctx0" brushRef="#br0" timeOffset="2265.478">5606 1146,'7'1,"0"1,0 0,0 0,-1 1,0 0,1 0,-1 0,0 1,0 0,-1 0,1 0,-1 1,0 0,0 0,-1 0,1 1,0 1,57 106,4 60,-66-172,0 0,0 1,1-1,-1 0,1 1,-1-1,1 0,-1 0,1 1,-1-1,1 0,0 0,0 0,0 0,0 0,0 0,0 0,0 0,0 0,0-1,0 1,0 0,1-1,-1 1,0-1,0 1,1-1,-1 1,0-1,1 0,-1 0,0 0,1 0,-1 0,0 0,1 0,-1 0,1 0,-1-1,0 1,0 0,1-1,-1 1,1-1,7-8,-1-1,1 0,-1 0,-1-1,0 0,-1 0,0-1,0 1,-1-1,-1-1,3-11,48-186,-55 210,0 0,0 0,0 0,0 1,0-1,0 0,0 0,0 0,0 0,0 0,0 0,1 1,-1-1,0 0,0 0,0 0,0 0,0 0,0 0,1 0,-1 0,0 0,0 0,0 1,0-1,1 0,-1 0,0 0,0 0,0 0,0 0,1 0,-1 0,0 0,0 0,0 0,0-1,0 1,1 0,2 24,-3-22,5 41,-2-7,2 0,1-1,1 0,12 32,-18-64,-1 1,1-1,0 1,0-1,1 0,-1 0,1 1,-1-1,1 0,0 0,0 0,0-1,1 1,-1 0,1-1,-1 0,1 1,0-1,0 0,0-1,0 1,0 0,0-1,1 0,-1 1,0-1,1-1,-1 1,1 0,-1-1,1 0,-1 0,1 0,-1 0,1 0,-1-1,1 0,-1 1,3-2,3-6,-1 1,0-2,0 1,-1-1,0 0,-1-1,0 1,0-1,-1-1,0 1,-1-1,0 1,-1-1,0 0,0-2,25-119,-26 202,-4-25,0-28,1 1,1-1,0 1,1-1,1 1,1-1,1 0,0 0,4 8,-4-18,0-1,1-1,-1 1,1-1,1 0,-1 0,1 0,0-1,0 1,0-2,0 1,1-1,0 0,0 0,0 0,0-1,0-1,0 1,0-1,0 0,1 0,6-1,34 4</inkml:trace>
  <inkml:trace contextRef="#ctx0" brushRef="#br0" timeOffset="2783.605">6930 1441,'4'-6,"0"0,0 0,1 0,-1 1,1 0,1 0,-1 0,1 1,-1 0,1 0,0 0,1 1,-1-1,1 2,-1-1,1 1,0 0,0 0,-3 1,0 0,1 0,-1 0,0 1,0-1,1 1,-1 0,0 0,0 1,1-1,-1 1,0 0,0 0,0 0,0 1,0 0,0-1,0 1,0 1,-1-1,1 0,-1 1,0 0,0 0,0 0,0 0,0 0,0 1,1 3,-1 1,0 0,0 1,-1-1,-1 1,1-1,-2 1,1 0,-1-1,0 1,-1 0,0 0,0-1,-1 1,0-1,-1 1,1-1,-2 0,1 0,-1 0,0-1,-1 1,0-1,0 0,-1 0,1-1,-1 1,-1-1,-2 2,-18 6,35-30,1 12,-1 0,1 0,-1 0,1 1,0 1,1-1,-1 1,0 1,1 0,-1 0,0 1,1 0,-1 1,1 0,-1 0,0 1,0 0,0 1,0 0,0 0,0 1,0 0,1 1,0 0,1 1,-2 0,1 0,-1 1,0 0,0 1,-1 0,0 0,5 7,-10-11,-1 0,1 0,-1 0,0 0,0 0,0 0,0 1,-1-1,0 1,0-1,0 1,0-1,-1 1,1 0,-1-1,-1 1,1 0,-1-1,1 1,-1-1,0 1,-1-1,1 1,-1-1,0 0,0 0,-2 3,-7 6,0-1,-1 0,-1-1,1-1,-2 0,1 0,-1-2,-1 1,0-2,0 0,0-1,-1 0,0-1,0-1,-11 1,15-1,0 0,-1-1,0-1,0 0,0-1,1 0,-1-1,0-1,0 0,0 0,0-1,0-1,1 0,0-1,-1 0,1-1,-8-9</inkml:trace>
  <inkml:trace contextRef="#ctx0" brushRef="#br0" timeOffset="3616.455">7117 504,'-106'-30,"1"-5,2-4,2-5,-7-9,26 12,-2 4,-2 3,0 4,-66-12,-27 14,0 8,-2 8,-168 11,198 2,-892-35,777 22,-424 0,-321 49,861-28,0 6,1 7,1 7,-107 36,135-23,2 5,2 5,2 5,3 5,-53 41,113-68,1 3,2 3,2 1,-27 33,51-50,2 0,0 2,2 0,1 1,2 0,0 2,2 0,1 0,-6 27,9-2,3 1,1 0,4 0,1 0,4 0,1 0,3 0,3-1,1-1,4 0,1 0,15 27,-2-1,3-2,3-1,4-1,17 19,-34-60,2-1,1-1,1-2,2 0,1-2,1-1,2-2,1-1,30 17,-4-13,0-3,2-2,1-3,0-2,2-4,-1-2,21-1,97 11</inkml:trace>
  <inkml:trace contextRef="#ctx0" brushRef="#br0" timeOffset="4545.969">6943 531,'242'-24,"-192"20,1 2,-1 2,0 3,1 1,-2 3,1 2,3 3,26 12,-2 3,-1 4,-1 2,-2 5,-1 2,29 24,15 18,-4 6,-3 3,27 38,-104-101,-1 1,-2 2,-1 1,-2 1,-1 1,-1 2,-2 0,-2 1,-1 1,-3 1,0 1,-3 0,1 9,-11-34,-2-1,0 1,0 0,-1 0,-1 0,0-1,-1 1,-1-1,-1 1,0-1,0 0,-1 0,-1-1,0 1,-1-1,-1 0,0-1,-1 0,0 0,-4 3,-16 11,-2-2,0-1,-1-1,-2-2,0-1,-1-1,0-2,-2-2,-35 9,-174 50,-222 36,445-104,-349 72,-4-16,-246 4,479-59,22-4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6:52:00.9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410 126,'-12'-12,"-2"0,1 0,-2 1,1 1,-2 0,1 2,-1-1,0 2,-1 0,0 1,0 0,0 2,-1 0,1 1,-1 1,-13-1,25 4,0-1,1 1,-1 0,1 1,-1-1,1 1,-1 0,1 1,0-1,0 1,0 0,0 0,0 1,1-1,0 1,-1 0,1 0,1 1,-1-1,1 1,-1-1,1 1,1 0,-1 1,1-1,0 0,0 1,0-1,1 1,0-1,0 1,0 0,1 0,0-1,0 1,0 0,1 0,0-1,0 1,1 1,1 4,1 0,1 0,0 0,0-1,1 0,1 0,-1 0,2-1,-1 0,1 0,1-1,-1 0,4 2,129 82,-49-45,85 51,-170-93,0 0,0 1,0 0,-1 1,0-1,0 1,0 0,-1 1,4 7,-8-13,0 1,0-1,0 1,0-1,0 1,0 0,-1-1,0 1,1 0,-1 0,0 0,0-1,0 1,-1 0,1 0,-1-1,0 1,1 0,-1-1,0 1,-1-1,1 1,0-1,-1 0,1 1,-1-1,0 0,0 0,1 0,-2 0,1 0,0-1,-1 2,-11 4,0 0,-1-1,1 0,-1-1,0-1,0-1,0 0,-1-1,1 0,-1-1,1-1,-1 0,1-2,-1 1,1-2,-7-2,4 2,0-1,0-1,0-1,1 0,0-1,-15-9,10-3,22 18,0 0,0 1,1-1,-1 0,0 1,0-1,0 0,1 1,-1-1,0 0,0 1,1-1,-1 1,1-1,-1 1,1-1,-1 1,1-1,-1 1,1-1,-1 1,1 0,-1-1,1 1,0 0,-1-1,1 1,-1 0,1 0,0 0,-1-1,1 1,0 0,0 0,-1 0,1 0,0 0,-1 0,1 0,0 1,177-17,-111 13,0-3,0-3,-1-3,-1-3,0-3,-1-2,18-11,-74 27,0 0,0 0,0-1,-1 0,0 0,0-1,0 0,0 0,5-7,-11 12,0-1,0 1,-1 0,1 0,0-1,0 1,-1-1,1 1,-1 0,1-1,-1 1,1-1,-1 0,0 1,0-1,0 1,0-1,0 1,0-1,0 1,-1-1,1 1,0-1,-1 1,1-1,-1 1,0-1,0 1,1 0,-1-1,0 1,0 0,0 0,0 0,0 0,0 0,-1 0,0-1,-57-21,49 22,0 0,0 1,0 1,0-1,0 1,0 1,0 0,1 1,-1-1,1 2,-1-1,1 2,-6 2,11-4,-1-1,1 1,0 0,-1 0,1 0,1 1,-1 0,0-1,1 1,0 0,0 1,0-1,0 1,1-1,0 1,0 0,0-1,0 1,1 0,0 0,0 1,0-1,1 0,-1 0,1 0,1 1,-1-1,2 3,0-1,0 0,0 0,1 0,0 0,1 0,0-1,0 1,0-1,0 0,1 0,0-1,1 0,-1 1,1-2,0 1,0-1,5 3,10 6,0-2,1 0,0-2,0 0,11 1,78 18,-1-9</inkml:trace>
  <inkml:trace contextRef="#ctx0" brushRef="#br0" timeOffset="801.909">2376 581,'-15'19,"0"1,2 1,1 0,0 1,1 0,2 0,0 1,2 0,0 1,1 0,2 0,0 0,2 1,0 12,-1 50,3 0,7 50,1 5,-8-132,1 2,0 1,-1 0,0-1,-1 1,-1 0,0-1,-1 1,0-1,0 0,-3 4,6-15,-1 0,1 0,0 0,-1 0,1 0,0 0,-1 0,1-1,-1 1,0 0,1 0,-1-1,0 1,1 0,-1 0,0-1,0 1,0-1,1 1,-1-1,0 1,0-1,0 0,0 1,0-1,0 0,0 0,0 0,0 1,0-1,0 0,0 0,0-1,0 1,0 0,0 0,0 0,0-1,0 1,0 0,1-1,-1 1,0-1,0 1,0-1,0 1,1-1,-1 0,0 1,0-1,1 0,-1 0,1 1,-1-1,0 0,-30-53,12-2,3-1,2-1,2 0,3-1,3 0,2-12,-1 25,2 0,2 0,2 0,2-1,2 1,2 1,3-2,-9 41,0 0,1 0,-1 0,1 0,0 1,1-1,0 1,-1 0,2-1,-1 1,1 1,-1-1,1 0,1 1,-1 0,0 0,1 0,0 1,0-1,0 1,0 0,1 1,-1-1,1 1,0 0,0 0,-1 1,1 0,0 0,0 0,0 1,0 0,2 0,1 2,0 1,0 0,-1 1,1-1,-1 2,0-1,0 1,0 0,-1 1,1 0,-1 0,-1 0,1 1,-1 0,0 1,-1-1,0 1,0 0,-1 0,0 1,0-1,-1 1,0 0,2 7,-3-10,-1 0,1 1,-1-1,0 1,0-1,-1 1,0 0,0-1,0 1,-1-1,0 1,-1-1,1 1,-1-1,0 0,-1 0,0 0,0 0,0 0,0 0,-1-1,0 0,0 1,-1-2,1 1,-1 0,0-1,0 0,0 0,-1 0,0-1,0 0,1 0,-6 1,8-2,1-1,-1 1,1-1,-1 0,1 0,-1 0,1 0,-1-1,0 1,0-1,1 0,-1 1,0-1,0 0,1-1,-1 1,0 0,0-1,1 0,-1 1,1-1,-1 0,0 0,1-1,0 1,-1 0,1-1,0 0,0 1,-1-1,1 0,1 0,-1 0,0 0,0-1,0-1,3 0,0 0,0-1,0 1,1 0,-1 0,1 0,0 0,1 0,-1 0,1 0,-1 1,1-1,0 1,1 0,-1 0,0 0,1 0,0 1,-1-1,1 1,0 0,0 0,4-1,9-7,2 1,0 1,0 1,0 0,1 1,-1 2,2 0,-1 0,0 2,1 1,-1 0,0 2,1 0,-1 1,0 2,0 0,15 5,-25-4,0 0,-1 1,0 1,0 0,0 0,-1 0,0 1,-1 0,0 1,0 0,0 0,-1 0,-1 1,0 0,0 0,-1 0,0 1,0 2,1-3,-5-9,1 1,0-1,-1 1,1-1,0 1,0-1,0 1,0-1,1 0,-1 0,0 1,0-1,1 0,-1 0,1 0,-1 0,1-1,-1 1,1 0,-1-1,1 1,0-1,-1 1,1-1,0 0,0 0,-1 0,1 0,0 0,-1 0,1 0,0 0,0-1,-1 1,1-1,-1 1,1-1,0 0,-1 1,1-1,-1 0,1 0,-1 0,8-5,-1 1,1-1,-1 0,-1-1,1 0,-1 0,0-1,-1 0,0 0,0 0,0-1,-1 0,-1 0,0 0,0 0,0-1,0-6,-2 10,0-1,-1 1,0 0,0-1,0 1,-1-1,0 1,-1 0,1-1,-1 1,0 0,-1-1,1 1,-1 0,-1 0,1 0,-1 0,0 0,0 1,-1 0,1-1,-1 1,0 0,-1 1,1-1,-1 1,0 0,-2-2,0 2,1 1,-1 0,0-1,0 2,0-1,0 1,-1 0,1 1,0 0,-1 0,1 0,-1 1,1 0,-1 1,1 0,-1 0,1 0,0 1,-1 0,1 1,0-1,0 1,1 1,-1-1,0 1,1 0,0 1,0 0,1-1,-1 2,1-1,0 1,0 0,1 0,0 0,-4 6,7-8,0-1,0 1,0-1,0 1,0-1,1 1,0 0,0-1,0 1,0 0,0-1,1 1,-1 0,1-1,0 1,0-1,0 1,1-1,-1 0,1 1,0-1,0 0,0 0,0 0,1-1,-1 1,2 1,3 3,1-1,0 1,1-2,-1 1,1-1,0 0,1-1,-1 0,6 2,65 14,1-7</inkml:trace>
  <inkml:trace contextRef="#ctx0" brushRef="#br0" timeOffset="1551.581">3512 822,'-22'-15,"-1"2,-1 0,1 2,-2 0,0 2,0 1,-12-3,32 10,1 0,-1 0,0 0,1 0,-1 1,0-1,0 1,0 0,1 1,-1-1,0 1,0 0,1 0,-1 1,0-1,1 1,0 0,-1 0,1 1,0-1,0 1,0 0,0 0,1 0,-1 1,1-1,0 1,0 0,0 0,1 0,-3 3,2-2,0 0,1 0,-1 1,1-1,0 1,1-1,-1 1,1-1,0 1,0 0,1 0,0 0,0-1,0 1,1 0,0 0,0-1,0 1,1 0,-1-1,2 1,-1-1,0 0,1 0,0 0,0 0,1 0,-1 0,1-1,0 0,0 0,1 0,-1 0,1-1,0 1,0-1,0-1,0 1,0-1,1 1,1-1,5 0,0-1,0 0,1 0,-1-2,0 1,0-2,0 0,0 0,0-1,0 0,0-1,-1-1,0 1,0-2,0 0,0 0,-1-1,0 0,-1-1,1 0,-2 0,1-1,-1 0,2-4,-8 11,-2 2,0 1,0-1,1 1,-1-1,0 1,0-1,0 1,1-1,-1 0,0 1,0-1,1 1,-1-1,0 0,1 1,-1-1,1 0,-1 1,0-1,1 0,-1 0,1 1,-1-1,1 0,-1 0,1 0,-1 0,1 0,-1 0,1 1,-1-1,1 0,-1-1,1 1,-1 0,1 0,-1 0,1 0,-1 0,1 0,-1 0,1-1,-1 1,0 0,1 0,-1-1,1 1,-1 0,0-1,1 1,-1 0,0-1,1 1,-1-1,0 1,0-1,1 1,-1 0,0-1,0 1,0-1,1 1,-1-1,0 1,0-1,0 0,1 14,0 0,1 0,1 0,0 0,1 0,0-1,1 0,0 0,1 0,1-1,0 1,0-1,7 7,-11-16,-1 0,1 0,-1 0,1 0,0-1,-1 0,1 1,0-1,0 0,0 0,0-1,0 1,0 0,0-1,0 0,0 0,0 0,1 0,-1 0,0-1,0 1,0-1,0 0,0 0,0 0,-1 0,1-1,0 1,0-1,-1 0,1 1,-1-1,0 0,2-2,6-5,-1 0,-1 0,1-1,-1 0,-1-1,0 0,5-11,6-22,-2-2,-1 0,-3-1,-2 0,-2-1,0-33,-2 37,29-302,-36 305,1 41,0 1,0-1,0 0,-1 0,1 0,0 0,0 0,0 1,-1-1,1 0,0 0,0 0,-1 0,1 0,0 0,0 0,-1 0,1 0,0 0,0 0,0 0,-1 0,1 0,0 0,0 0,-1 0,1 0,0 0,0 0,-1 0,1-1,0 1,0 0,0 0,-1 0,1 0,0 0,0-1,0 1,0 0,0 0,-1 0,1-1,0 1,0 0,0 0,0 0,0-1,0 1,0 0,0 0,0-1,0 1,0 0,0 0,0-1,0 1,0 0,0 0,0-1,0 1,0 0,0 0,0-1,-10 22,-6 28,3 1,2 0,2 1,3 1,0 20,2-21,2-1,3 1,1 0,4 10,-3-44,0 1,0-1,2 0,0 0,1-1,1 0,0 0,1 0,1-1,0 0,1 0,1-1,10 10,-14-17,0 0,1-1,-1 0,1-1,1 0,-1 0,0-1,1 0,0 0,0-1,1 0,-1 0,0-1,1-1,-1 1,1-2,0 1,-1-1,1-1,0 0,-1 0,1-1,-1 0,0 0,1-1,-1-1,0 1,-1-1,1-1,-1 0,0 0,0-1,0 0,-1 0,0 0,4-5,-3-1,0 0,0 0,-1-1,-1 0,0 0,-1-1,0 0,-1 0,-1 0,0 0,-1 0,-1-1,0 1,0-1,-3-13,2 28,-1 1,1 0,0-1,-1 1,1 0,-1-1,1 1,-1-1,0 1,1-1,-1 1,0-1,1 0,-1 1,0-1,1 0,-1 1,0-1,0 0,1 0,-1 0,0 1,0-1,1 0,-1 0,0 0,0 0,0-1,1 1,-1 0,0 0,0 0,1-1,-1 1,0 0,1-1,-1 1,0 0,1-1,-1 1,0-1,1 1,-1-1,1 1,-1-1,1 0,-1 1,1-1,-1 0,1 1,0-1,-1 0,1 1,0-1,0 0,0 0,-1 0,1 1,0-1,0 0,0 0,-6 15,1 1,0 0,1 0,1 1,0-1,1 1,0 0,2-1,0 1,0 0,3 7,-2-14,0 1,1-1,0 1,1-1,0 0,0 0,1 0,0 0,1-1,0 1,0-1,1 0,0-1,0 1,1-1,0-1,0 1,0-1,1 0,0-1,0 0,1 0,-1-1,1 0,0 0,0-1,1 0,-1-1,9 1,-13-2,0-1,-1 0,1 0,0 0,0 0,-1-1,1 0,0 0,-1 0,1-1,-1 0,1 0,0 0,15-12</inkml:trace>
  <inkml:trace contextRef="#ctx0" brushRef="#br0" timeOffset="1800.471">3699 393,'-16'-6,"-7"-3,2 0,16 2,27 2,35 2,40 4,39 4,34 3,-13 0</inkml:trace>
  <inkml:trace contextRef="#ctx0" brushRef="#br0" timeOffset="3282.833">490 1664,'-7'-1,"-1"2,1-1,0 1,-1 0,1 1,0-1,0 2,0-1,0 1,1 0,-1 0,1 1,-1-1,1 2,0-1,1 1,-1-1,1 2,0-1,0 1,0-1,1 1,0 0,0 1,1-1,-1 1,1 0,1-1,0 1,-1 3,4-7,0 0,0 0,0 0,0 0,1 0,-1 0,1 0,0 0,0 0,0-1,0 1,1-1,-1 1,1-1,-1 0,1 0,0 0,0 0,-1-1,1 1,1-1,-1 0,0 0,0 0,0 0,1 0,-1-1,0 1,1-1,-1 0,0 0,1 0,-1-1,0 1,1-1,-1 0,0 0,0 0,1 0,6-1,1-1,-1 0,0-1,0 0,0 0,0-1,-1-1,0 0,0 0,0 0,-1-1,0 0,0-1,-1 0,0 0,-1-1,1 1,-1-2,-1 1,0 0,0-1,-1 0,3-10,-12-4,-8 39,11-6,1 1,0 0,0-1,1 1,0-1,1 1,0 0,0-1,1 0,1 1,-1-1,2 0,-1 0,1 0,0-1,1 1,0-1,0 0,1 0,0-1,1 0,-1 0,1 0,0-1,1 0,0 0,0-1,0 0,0 0,1-1,0 0,0-1,0 0,0 0,1-1,-1 0,1 0,-1-1,1-1,-1 0,7 0,-10-1,0-1,0 0,0 1,0-2,0 1,0-1,-1 0,0 0,1 0,-1-1,0 0,-1 0,1 0,-1 0,0-1,0 0,0 0,0 0,-1 0,0-1,0 1,-1-1,1 0,-1 1,0-1,-1 0,0 0,1-1,-2 1,1 0,-1 0,0 0,0-1,-1 1,-1-5,-1-8,-1-1,-1 1,-1 1,0-1,-2 1,0 0,-10-16,18 34,0 0,-1-1,1 1,0 0,0 0,0 0,0-1,-1 1,1 0,0 0,0-1,0 1,0 0,0 0,0-1,0 1,0 0,0-1,0 1,0 0,0 0,0-1,0 1,0 0,0 0,0-1,0 1,0 0,0 0,1-1,-1 1,0 0,0 0,0-1,0 1,0 0,1 0,-1 0,0-1,0 1,1 0,-1 0,0 0,0 0,0 0,1 0,-1-1,0 1,1 0,-1 0,0 0,0 0,1 0,-1 0,0 0,0 0,1 0,-1 0,0 0,0 0,1 0,-1 0,0 0,0 1,1-1,-1 0,0 0,1 0,27 8,-16-4,31 4,0-2,0-2,28-2,89 11,-156-13,1 1,-1-1,0 1,1 0,-1 1,0-1,0 1,0-1,0 1,0 1,0-1,0 0,-1 1,1 0,-1 0,0 0,0 0,0 0,0 1,0-1,-1 1,0 0,0 0,0 0,0 0,0 0,-1 0,0 0,0 1,0-1,0 0,0 4,-2 52,0-50,0 0,1 0,0 1,1-1,0 0,1 1,0-1,2 7,-2-14,0 1,0-1,0 1,1-1,-1 0,1 0,0 0,0 0,0 0,0-1,1 1,-1-1,1 0,-1 0,1 0,0-1,0 1,0-1,0 0,0 0,0 0,0-1,3 1,96-4,-68-4,1-3,-1-1,0-1,-1-2,-1-2,6-4,-38 19,0 0,0 0,1 0,-1 0,0 1,0-1,1 0,-1 1,0-1,1 0,-1 1,1 0,-1-1,0 1,1 0,-1 0,1 0,-1 0,1 0,-1 0,1 0,-1 0,1 1,-1-1,1 0,-1 1,0-1,1 1,-1 0,0 0,0-1,1 1,-1 0,0 0,0 0,0 0,0 0,0 0,0 0,0 1,0 0,3 2,-1 0,1-1,-1 1,1-1,0 0,1 0,-1 0,0 0,1-1,0 0,-1 0,1 0,0-1,0 1,0-1,0 0,0-1,0 1,0-1,1 0,-3 0,0 0,1 0,-1-1,0 1,0-1,0 0,0 0,0 0,0 0,-1 0,1-1,0 0,-1 1,1-1,0 0,-1 0,0 0,0 0,0-1,0 1,0 0,0-1,0 0,-1 1,1-1,-1 0,0 0,0 0,0 0,0 0,0 0,-1 0,1-2,-2-1,0-1,-1 1,0 0,0 0,0 0,-1 0,0 0,0 1,0-1,-1 1,1 0,-2 0,1 0,0 0,-1 1,0 0,0 0,0 0,0 1,-1-1,1 1,-1 0,0 1,0 0,0-1,-6-2,1 1,-1 0,0 1,0 0,0 0,0 1,0 1,-1 0,1 1,0 0,-3 1,10 0,-1-1,0 1,0 0,1 1,-1-1,1 1,-1 0,1 1,0-1,0 1,0 0,0 1,0-1,1 1,-1 0,1 0,0 0,0 0,1 1,-1 0,1 0,0 0,0 0,0 3,1-5,1 0,0 0,0 1,1-1,-1 1,1-1,0 1,-1-1,2 0,-1 1,0-1,1 1,-1-1,1 1,0-1,0 0,1 0,-1 1,0-1,1 0,0 0,0 0,0-1,0 1,0 0,1-1,-1 1,1-1,0 0,-1 0,1 0,0 0,0 0,0-1,1 1,-1-1,0 0,31 12</inkml:trace>
  <inkml:trace contextRef="#ctx0" brushRef="#br0" timeOffset="4252.032">1827 1303,'-5'0,"1"-1,-1 2,0-1,0 1,1-1,-1 1,1 1,-1-1,1 1,-1-1,1 1,0 1,0-1,-1 0,2 1,-1 0,0 0,1 0,-1 1,1-1,0 1,0-1,0 1,1 0,-1 0,1 1,0-1,0 0,1 1,-1-1,1 1,0-1,0 1,0 0,1-1,0 1,0 0,0 0,0-1,1 6,1-1,0 1,0-1,1 0,0 0,0 0,1-1,0 1,1-1,0 0,0 0,1 0,0-1,0 0,0 0,2 1,14 11,0 0,2-1,0-1,16 7,325 176,-354-194,-7-2,-1-1,1 0,0 0,0-1,0 1,0-1,1 0,-1 0,1 0,-1-1,1 0,0 0,0 0,-1 0,1-1,0 1,0-1,0 0,-1-1,1 1,0-1,0 0,-1 0,1-1,0 1,-1-1,2-1,12-14,-1-1,0 0,-2-1,0-1,-2 0,0-1,-1 0,-1-1,-1 0,2-10,1 0,-2 0,-1-1,-2 0,-1 0,-2-1,-1 0,-1 0,-2 0,-4-33,-8 24,5 51,-2 136,8-100,2 1,2-1,2 0,10 35,-11-60,0 0,2-1,0 1,1-1,1-1,0 1,2-1,0-1,0 0,2-1,13 14,-25-28,-1 0,1 0,-1 0,1 0,0 0,-1 0,1 0,0 0,0 0,0 0,0 0,-1-1,1 1,0 0,0-1,0 1,1 0,-1-1,0 0,0 1,0-1,0 0,0 1,1-1,-1 0,0 0,0 0,0 0,0 0,1 0,-1 0,0-1,0 1,0 0,0-1,0 1,1 0,-1-1,0 0,0 1,0-1,0 0,0 1,-1-1,1 0,0 0,0 0,0-6,-1 0,1 1,-2-1,1 0,-1 0,0 1,0-1,-1 0,0 1,0-1,0 1,-1 0,0 0,-3-5,-9-16,0 0,-2 2,0 0,-2 1,-1 0,0 2,-2 0,-1 2,0 0,-24-14,89 39,58 8,-1-4,37-5,80 7,-236-9,0 1,0 1,0 1,1 1,0 1,-10 5,22-9,0 0,0 0,1 1,-1 0,1 0,0 1,0 0,1 0,-1 0,1 1,0-1,0 1,1 0,0 1,0-1,1 1,-1 0,1 0,1 0,-1 0,1 0,0 5,3-9,1 0,-1 0,1 0,0 0,0 0,0-1,0 1,1-1,-1 0,1 1,-1-1,1 0,0 0,0-1,0 1,0-1,0 1,0-1,0 0,1 0,-1 0,0-1,1 1,-1-1,0 0,1 0,-1 0,0 0,1 0,-1-1,0 0,3 0,6-1,0 0,0 0,0-2,0 1,-1-2,1 1,-1-1,0-1,-1 0,0-1,1 0,-2 0,1-1,-1-1,-1 1,1-1,4-7,1 40,-10-18,1 1,0-2,1 1,0 0,0-1,0 0,0 0,1-1,0 0,0 0,0 0,0-1,0 0,1-1,-1 0,1 0,0 0,3 0,101 12,56-21,67-31,56-35,0-11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25:33.52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27154 7126,'9'16,"12"15,12 15,11 11,10 8,5 3,4 3,-3-3,-4-3,-9-6,-11-7,-11-9,-10-12</inkml:trace>
  <inkml:trace contextRef="#ctx0" brushRef="#br0" timeOffset="243.348">27716 7087,'-16'-2,"-14"5,-16 15,-11 17,-10 21,-5 19,1 13,8 7,10 4,14-7,16-9,19-14,21-17,8-17</inkml:trace>
  <inkml:trace contextRef="#ctx0" brushRef="#br0" timeOffset="498.666">27984 7675,'-8'18,"0"-1,2 2,0-1,2 1,0 0,-1 7,5-22,-1 1,1-1,0 0,0 1,0-1,1 1,0-1,-1 0,1 1,1-1,-1 0,1 0,0 0,0 0,0 0,0 0,0 0,1-1,0 1,0-1,0 0,0 0,0 0,1 0,-1-1,1 1,0-1,0 0,0 0,1 0,7 2,0-1,1-1,-1 0,1-1,0 0,-1-1,1-1,-1 0,1 0,0-1,-1-1,0 0,0-1,0 0,0-1,0 0,-1-1,0 0,0-1,6-5,-10 7,-1 1,0-1,-1 0,1-1,-1 1,0-1,0 0,-1 0,0-1,0 1,0-1,-1 0,0 0,0 0,-1-1,0 1,0-1,-1 1,0-1,0 1,-1-1,0 0,0 1,-1-1,0 0,0 1,-1-1,1 1,-2 0,1-1,-1 1,0 0,-1 1,-2-5,0 4,1-1,-1 1,-1 1,1-1,-1 1,0 1,-1-1,1 1,-1 0,0 1,-1 0,1 0,-1 1,1 0,-1 0,0 1,0 0,0 1,0 0,0 0,-1 1,1 0,0 1,-3 0,-11 2,-1 1,1 1,0 2,1 0,-1 1,2 1,-1 1,-19 12,-39 30,11-2</inkml:trace>
  <inkml:trace contextRef="#ctx0" brushRef="#br0" timeOffset="-1025.259">25885 7167,'4'11,"11"13,12 14,13 12,10 8,7 7,4 2,-1 0,-1-2,-7-9,-10-11,-11-13</inkml:trace>
  <inkml:trace contextRef="#ctx0" brushRef="#br0" timeOffset="-768.944">26392 7140,'-18'16,"-15"21,-9 20,-6 19,-4 14,-5 11,-2 1,3-3,8-11,13-21</inkml:trace>
  <inkml:trace contextRef="#ctx0" brushRef="#br0" timeOffset="-523.601">26686 7555,'-4'16,"-4"16,-3 15,-2 10,1 7,3 4,3-1,2-4,3-14</inkml:trace>
  <inkml:trace contextRef="#ctx0" brushRef="#br0" timeOffset="-15821.481">25055 2100,'-17'-4,"-1"1,0 0,0 2,0 0,1 1,-1 1,0 0,0 2,0 0,1 1,-1 0,1 2,1 0,-1 1,1 0,0 2,0 0,1 0,0 2,1-1,0 2,1 0,1 1,-1 0,2 1,0 0,1 1,0 0,1 0,1 1,0 0,1 1,1 0,1 0,0 0,-1 11,5-19,0 1,1 0,0-1,0 1,1 0,0-1,1 1,0-1,1 1,0-1,0 0,1 0,0 0,0 0,1-1,0 0,1 0,0 0,0-1,7 7,12 9,0-1,2-1,0-2,1 0,14 5,25 13,-41-24,0 1,-1 1,0 1,-1 2,-1 0,-1 1,8 10,-27-26,0 0,-1 0,1 0,-1 0,0 0,1 0,-2 1,1-1,0 1,-1-1,1 1,-1-1,0 1,0 0,-1 0,1 0,-1 0,0-1,0 1,0 0,0 0,-1 0,1 0,-1 0,0-1,0 1,-2 2,-3 2,-1 0,-1-1,0 1,0-2,0 1,0-1,-1-1,0 1,-1-2,1 1,-1-1,0-1,0 1,0-2,0 1,0-2,-10 2,11-1,0 0,0 0,-1-1,1 0,-1-1,1 0,0 0,-1-1,1-1,0 1,-1-1,1-1,0 0,1 0,-1-1,0 0,1 0,0-1,0 0,0 0,1-1,0 0,0 0,0-1,1 0,0 0,-5-7,10 12,1 0,-1 0,0 1,1-1,-1 0,1 0,0 0,-1 1,1-1,0 0,0 0,0 0,1 0,-1 0,0 0,1 1,-1-1,1 0,-1 0,1 1,0-1,0 0,0 1,0-1,0 0,0 1,0 0,0-1,1 1,-1 0,1-1,-1 1,1 0,-1 0,1 0,0 0,-1 1,1-1,0 0,1 0,77-16,28 7,-61 9,0-3,0-1,-1-2,0-2,0-3,-1-1,0-2,-2-2,0-2,16-11,-49 24,1-1,-1 0,-1-1,1 0,-1-1,0 0,-1 0,0-1,-1 0,0 0,0-1,-1 0,-1 0,0 0,0-1,-1 0,2-9,-6 17,1 1,-1 0,0-1,0 1,-1 0,1-1,-1 1,1 0,-1-1,0 1,0 0,-1 0,1 0,0 0,-1 0,0 0,0 0,0 1,0-1,0 1,-1-1,1 1,-1 0,1 0,-1 0,0 0,0 0,0 1,0-1,0 1,0 0,0 0,0 0,-1 0,1 1,0-1,-1 1,1 0,-3 0,-1 0,1 0,0 1,-1-1,1 1,0 1,0-1,0 1,0 0,0 1,0-1,1 1,-1 0,1 1,0-1,0 1,0 0,0 1,1-1,0 1,0-1,0 1,0 1,1-1,0 0,0 1,0 0,0-1,1 1,0 0,1 0,-1 1,1-1,0 0,1 0,0 1,0-1,0 0,0 0,1 1,0-1,1 1,0 2,2 0,-1 0,1 0,1 0,0 0,0-1,0 0,1 0,1-1,-1 1,1-1,0-1,1 1,-1-1,1 0,1-1,-1 0,2 0,13 7,0-1,1-2,0 0,1-1,0-2,10 1,64 7,-7-8</inkml:trace>
  <inkml:trace contextRef="#ctx0" brushRef="#br0" timeOffset="-15339.768">26834 2541,'-3'19,"1"14,-1 11,0 5,4 1,1-4,3-7,0-8,-1-9</inkml:trace>
  <inkml:trace contextRef="#ctx0" brushRef="#br0" timeOffset="-15088.403">26821 2207,'9'2,"12"8,3 2</inkml:trace>
  <inkml:trace contextRef="#ctx0" brushRef="#br0" timeOffset="-14524.201">27396 2715,'-9'-13,"-1"0,0 0,0 1,-1 0,-1 1,0 0,0 1,-1 1,-1 0,-4-3,14 11,1 0,-1 0,1 0,-1 0,1 0,-1 1,1-1,-1 1,0 0,1 0,-1 0,0 1,1-1,-1 1,1 0,-1 0,1 0,-1 1,1-1,0 1,0-1,-1 1,1 0,1 1,-1-1,0 0,0 1,1 0,-1-1,1 1,0 0,-1 3,-4 3,1 1,1 0,0 0,0 0,1 1,1-1,-1 1,2 0,-1 1,1 0,1-6,0 0,0-1,0 1,1 0,0-1,0 1,0 0,0 0,1-1,0 1,1 0,-1-1,1 1,0-1,0 0,1 0,-1 1,1-2,0 1,1 0,-1-1,1 1,0-1,0 0,0 0,1 0,-1-1,1 0,0 0,0 0,0 0,0-1,1 0,-1 0,1 0,-1-1,2 1,2-3,0 1,0-1,0-1,0 0,0 0,-1-1,1 0,-1 0,0-1,0 0,0 0,-1-1,1 0,-1 0,0-1,0 0,1-3,8-7,-1-1,-1 0,0-1,-1-1,-1 0,3-9,2-12,-2 0,-2-1,-1-1,-2 0,-3-1,-1 1,-1-1,-3-1,-2 1,-1 0,-3 0,-3-11,-19-86,6 96,20 44,0-1,-1 0,1 1,-1-1,1 0,-1 1,0-1,1 1,-1-1,0 1,1-1,-1 1,0-1,0 1,1-1,-1 1,0 0,0 0,0-1,0 1,1 0,-1 0,0 0,0 0,0 0,0 0,1 0,-1 0,0 1,0-1,0 0,0 0,1 1,-1-1,0 0,0 1,1-1,-1 1,0-1,1 1,-1-1,0 1,1-1,-1 1,1 0,-1-1,1 1,-1 0,1 0,-1 0,-5 9,0 1,0 0,1 0,0 0,1 1,0-1,-1 10,-11 46,4 0,3 0,3 1,2 45,13 106,-7-201,1-1,1 1,1-1,0 0,1-1,1 1,1-1,0 0,1-1,1 0,2 2,-5-9,0 0,1-1,0 0,1-1,-1 0,1 0,0-1,1 0,-1-1,1 0,0 0,0-1,0 0,0-1,1 0,-1-1,1 0,-1-1,1 0,-1 0,1-1,-1-1,1 1,-1-2,0 1,0-2,0 1,0-1,-1-1,1 0,-1 0,0-1,-1 0,3-2,3-5,1 0,-2-1,0 0,-1-1,0-1,-1 0,-1 0,-1-1,0 0,-1-1,-1 0,-1 0,0-1,-1 0,-1 0,-1 0,-1 0,-1 0,0-1,-1 1,-2-8,-5-8,7 35,0-1,0 0,0 1,-1-1,1 1,0-1,0 0,-1 1,1-1,0 1,-1-1,1 1,0-1,-1 1,1-1,-1 1,1-1,-1 1,1 0,-1-1,1 1,-1-1,1 1,-1 0,0 0,1-1,-1 1,1 0,-1 0,0 0,1 0,-1 0,0 0,1 0,-1 0,1 0,-1 0,0 0,1 0,-1 0,0 1,1-1,-1 0,1 0,-1 1,0-1,1 0,-1 1,-4 4,0 1,0 0,1 0,0 1,0-1,0 1,1 0,0 0,0 0,1 0,0 0,0 1,0 5,2-13,-3 9,0-1,1 1,0-1,1 1,0 0,0 0,1 0,0 0,1 0,-1-1,2 1,-1 0,1 0,1-1,0 1,0-1,0 0,1 0,0 0,1 0,0-1,0 0,0 0,1 0,0-1,1 1,-1-1,1-1,2 2,43 16,1-8</inkml:trace>
  <inkml:trace contextRef="#ctx0" brushRef="#br0" timeOffset="-13901.695">28317 2475,'-5'7,"0"1,0-1,1 1,0 1,1-1,-1 0,2 1,-1 0,1-1,0 1,1 0,0 0,1 0,0 0,0 1,0-1,2 0,-1-1,1 1,0 0,1 0,0-1,0 1,1-1,0 0,0 0,1 0,0-1,1 0,-1 0,1 0,1 0,-1-1,1 0,0-1,5 3,-7-4,1-2,-1 1,1 0,0-1,0 0,0-1,0 1,1-1,-1 0,0-1,1 1,-1-1,0-1,0 1,1-1,-1 0,0 0,0-1,0 0,0 0,0 0,0-1,-1 0,1 0,-1 0,0-1,0 0,0 0,0 0,0 0,-1-1,0 0,0 0,-1 0,1 0,-1-1,1-2,3-7,0 0,-2 0,0-1,-1 1,0-1,-1 0,-1 0,-1 0,0 0,-1 0,-1-7,1 24,0-1,-1 0,1 0,0 1,0-1,0 0,0 0,-1 0,1 0,0 1,0-1,0 0,-1 0,1 0,0 0,0 0,-1 0,1 0,0 1,0-1,-1 0,1 0,0 0,0 0,-1 0,1 0,0 0,0 0,-1 0,1 0,0-1,0 1,-1 0,1 0,0 0,0 0,-1 0,1 0,0 0,0-1,0 1,-4 13,1-1,0 1,2 0,-1 0,1 0,1 0,0 0,1 0,1 0,0 0,0-1,2 1,-1-1,1 1,1-1,0 0,1-1,1 1,-1-1,2 0,-1-1,1 0,5 4,-9-11,1 1,-1-1,1 0,0-1,0 1,0-1,0 0,0 0,0 0,1-1,-1 0,0 0,1 0,-1-1,1 0,-1 0,1 0,0 0,-1-1,0 0,1-1,-1 1,0-1,1 0,-1 0,0 0,-1-1,1 0,0 0,-1 0,1 0,-1-1,0 0,0 0,-1 0,1 0,2-5,8-13,-1-1,-1-1,-1 0,-1 0,-1-1,-2 0,0-1,-2 0,0 0,-2 0,-1-7,9-81,-5-1,-5 0,-6 0,-4 0,-5-1,13 111,-1-10,0 1,-1 0,0 0,-1 1,0-1,-1 1,-2-1,7 13,0 0,-1 0,1 0,0 0,-1 1,1-1,-1 0,0 0,1 1,-1-1,1 0,-1 1,0-1,0 0,1 1,-1-1,0 1,0-1,0 1,0 0,0-1,1 1,-1 0,0 0,0-1,0 1,0 0,0 0,0 0,0 0,0 0,0 0,0 1,0-1,0 0,0 0,1 1,-1-1,0 0,0 1,0-1,0 1,1-1,-1 1,0 0,0-1,1 1,-1 0,0-1,1 1,-1 0,1 0,-1-1,1 1,-1 0,1 0,0 0,-7 11,1 0,0 0,0 0,2 1,-1 0,2 0,-3 12,-3 28,2 0,2 1,3-1,2 1,3 0,1-1,3 0,3 0,1 0,3-2,2 1,3-2,1 0,3-2,24 37,-47-83,5 9,1 0,0 1,1-2,0 1,1-1,0 0,0-1,1 0,0 0,1-1,0 0,0-1,10 6,-16-12,0 0,-1-1,1 1,0-1,0 0,0 0,-1 0,1 0,0-1,0 0,-1 1,1-1,-1-1,1 1,-1 0,1-1,-1 0,0 0,1 0,-1 0,0 0,0-1,23-17</inkml:trace>
  <inkml:trace contextRef="#ctx0" brushRef="#br0" timeOffset="-13653.225">29373 2528,'3'18,"0"15,2 9,1 2,0 0,1-3,0-6,4-9,2-8,4-9,-1-4</inkml:trace>
  <inkml:trace contextRef="#ctx0" brushRef="#br0" timeOffset="-13502.626">29427 2354,'-18'-4,"-15"-5,-11-2,1 1</inkml:trace>
  <inkml:trace contextRef="#ctx0" brushRef="#br0" timeOffset="-13204.412">28611 2020,'380'-16,"-78"2,234-43,-493 51,1-1,-1-3,-1-1,0-2,-1-2,36-19,-73 33,1-1,-1 1,0-1,0 0,0-1,0 1,0-1,0 1,-1-1,1 0,-1-1,0 1,0 0,0-1,0 0,-1 0,1 0,-1 0,0 0,0 0,-1 0,1-1,-1 1,0-1,0 1,0-1,-1 1,0-1,0 0,0 1,0-1,-1-2,-3 1,-1-1,1 1,-1 0,-1 1,1 0,-1-1,0 2,0-1,0 1,-1 0,1 0,-1 0,0 1,0 0,-1 1,1-1,0 2,-8-2,7 1,-1 0,1 1,-1 0,1 1,-1 0,1 0,-1 1,1 0,-1 0,1 1,-1 0,1 0,0 1,0 0,0 1,1 0,-1 0,1 0,0 1,0 0,0 1,1 0,0 0,0 0,0 0,1 1,0 0,0 0,0 3,-9 20,1 1,2 0,1 1,1 0,2 1,1 0,2 0,1 0,1 0,2 0,2 1,3 20,14 111,7-2,11 17,-9-44,4 13,-6 1,-7 1,-7 1,-6 101,-28-92,8-111</inkml:trace>
  <inkml:trace contextRef="#ctx0" brushRef="#br0" timeOffset="-12872.311">29761 2915,'30'-29,"2"1,1 2,0 1,2 2,1 1,1 1,0 3,2 1,20-6,89-24,-147 46,1 0,-1 1,1-1,-1 1,1 0,-1-1,1 1,-1 0,1 0,-1 0,1 0,-1 0,1 0,-1 1,1-1,-1 0,1 1,-1-1,1 1,-1-1,0 1,1 0,-1 0,0 0,1 0,-1 0,0 0,0 0,0 0,0 0,0 0,0 0,0 1,0-1,-1 0,1 1,0-1,-1 1,1-1,-1 1,1 0,0 123,-4-82,1-14,6 125,16-112,-7-34</inkml:trace>
  <inkml:trace contextRef="#ctx0" brushRef="#br0" timeOffset="-12697.303">30484 2354,'-16'-4,"-8"-2,1 4,6 10,11 11,15 8,6 0</inkml:trace>
  <inkml:trace contextRef="#ctx0" brushRef="#br0" timeOffset="-12169.376">31045 2662,'-19'-8,"1"2,-1 1,-1 0,1 1,0 1,-1 1,0 1,0 0,-11 2,16 0,-1 0,0 0,1 2,-1 0,1 1,0 0,-5 3,15-5,0 0,0 0,0 1,0-1,0 1,0 0,1 1,-1-1,1 1,0 0,0 0,1 1,-1-1,1 1,0-1,0 1,0 0,1 0,0 0,0 1,-2 4,4-6,-1 1,1-1,0 0,0 1,0-1,0 1,1-1,0 0,0 0,0 1,0-1,1 0,0 0,0 0,0 0,0 0,0-1,1 1,0-1,-1 1,1-1,3 2,3 3,0-1,0 1,1-2,0 1,0-2,0 1,1-1,1-1,13 5,0-1,1-1,0-2,0 0,0-2,1-1,0-1,-1-1,1-1,-1-2,0 0,1-2,-2-1,1-1,16-7,-31 9,0-1,0 1,-1-2,0 0,0 0,-1 0,0-1,0-1,-1 1,5-7,-9 52,-1-32,0-1,0 0,0 0,0 0,1 0,0-1,0 0,0 0,0 0,0 0,1 0,-1-1,1 0,0 0,-1 0,1 0,0-1,0 0,0 0,0 0,1-1,-1 1,0-1,0-1,0 1,0-1,0 0,0 0,0 0,0 0,4-3,-3 3,1 0,-1-1,1 0,-1 0,0-1,0 0,0 0,0 0,0-1,-1 1,1-1,-1-1,0 1,0-1,-1 0,0 0,1 0,-2-1,1 1,-1-1,1 0,-2 0,1 0,-1-1,0 1,0-1,0 1,-1-1,0 1,-1-1,1 0,-1 1,-1-1,1 0,-1 1,0-1,0 0,-1 1,-1-2,0 1,-1 0,0 0,0 1,0-1,-1 1,0 0,0 1,-1-1,0 1,0 0,0 0,0 1,-1 0,0 0,1 0,-2 1,1 0,0 1,0-1,-1 1,0 1,1 0,-1 0,0 0,1 1,-1 0,0 0,0 1,1 0,-1 0,1 1,-3 1,2-2,0 1,1 0,-1 1,1-1,0 2,0-1,0 1,0 0,1 0,-1 0,1 1,0 0,1 1,-1-1,1 1,0 0,0 0,1 1,0-1,0 1,0 0,1 0,0 0,1 1,-1-1,1 1,1 0,-1-1,2 1,-1 0,1 0,0 0,1-1,1 0,-1 0,2 0,-1-1,1 1,0-1,0 1,1-1,-1 0,1 0,1-1,-1 1,1-1,0 0,0 0,1-1,-1 1,1-1,0 0,0-1,1 0,-1 0,1 0,-1 0,1-1,1 0,40 13</inkml:trace>
  <inkml:trace contextRef="#ctx0" brushRef="#br0" timeOffset="-11919.512">31699 2127,'-18'-5,"-15"-1,-9 5,-4 7,2 11,3 13,8 12,11 8,8-5</inkml:trace>
  <inkml:trace contextRef="#ctx0" brushRef="#br0" timeOffset="-11753.954">31646 2876,'18'13,"13"8,13 1,7-2,7-5,3-5,-9-4</inkml:trace>
  <inkml:trace contextRef="#ctx0" brushRef="#br0" timeOffset="-11223.373">25350 3985,'-4'28,"-5"28,0 29,0 21,0 17,0 7,-1 2,-1-6,2-10,2-13,2-21,2-21,2-21</inkml:trace>
  <inkml:trace contextRef="#ctx0" brushRef="#br0" timeOffset="-10929.586">25269 4359,'-8'-70,"2"-1,3 0,6-45,-4 109,2 0,-1 0,1 0,0 0,0 0,1 0,0 0,0 0,1 0,0 0,0 1,1 0,-1-1,1 2,1-1,-1 0,1 1,0-1,0 1,1 1,-1-1,1 1,0 0,0 0,0 1,3-2,1 3,0 0,0 0,-1 1,1 0,0 0,0 1,0 1,0 0,0 0,0 1,0 0,-1 0,1 1,-1 1,1 0,-1 0,-1 1,1 0,0 0,-1 1,0 0,-1 0,1 1,-1 0,-1 0,1 1,-1 0,0 0,3 8,-6-11,-1 0,0 0,0 0,-1 0,0 0,0 0,0 0,0 1,-1-1,0 0,0 1,0-1,-1 0,1 1,-1-1,-1 0,1 0,-1 0,0 0,0 0,0 0,-1-1,0 1,0-1,0 1,0-1,0 0,-4 3,-5 4,-1 1,0-2,0 1,-1-2,0 0,-1 0,0-2,-9 4,13-6,0 1,-1-2,1 1,-1-2,0 0,0 0,-1-1,1 0,0-1,-1-1,1 0,0-1,-4 0,-2-7</inkml:trace>
  <inkml:trace contextRef="#ctx0" brushRef="#br0" timeOffset="-10339.147">25697 4346,'32'-102,"-5"21,-3-2,-4 0,8-80,-28 158,2 0,-1-1,0 0,0-1,-1 1,0 0,0 0,0 0,-1 0,1 0,-1 0,-1 0,0 0,1 0,-2 1,1-1,-1 1,1-1,-2 1,1 0,-3-4,3 8,0 0,0 1,0-1,0 1,0-1,0 1,0 0,0 0,0 1,0-1,0 0,0 1,0 0,0 0,0 0,0 0,1 0,-1 0,0 1,1 0,-1-1,1 1,0 0,-1 0,1 0,0 0,0 1,0-1,1 1,-1-1,1 1,-1-1,1 1,0 0,0 0,0 0,0-1,0 1,1 0,-1 0,1 0,0 0,0 0,0 0,0 0,1 0,-1 0,1 1,0 0,1-1,0 1,0 0,0 0,0-1,1 1,-1-1,1 0,0 0,0 0,0 0,0 0,1 0,-1-1,1 0,-1 0,1 0,0 0,0 0,3 0,87 22,34-11,-91-11,0 2,0 1,-1 2,29 9,-61-14,1-1,-1 0,0 1,1 0,-1 0,0 0,0 1,0-1,0 1,-1 0,1 0,-1 0,0 1,0-1,0 1,0-1,0 1,-1 0,0 0,0 1,0-1,0 0,-1 1,1-1,-1 1,0-1,0 1,-1-1,0 3,-27 158,27-161,0-1,1 0,-1 0,1 0,0 1,0-1,0 0,0 0,1 0,-1 0,1-1,0 1,0 0,0-1,0 1,0-1,0 0,1 1,-1-1,1 0,0 0,0-1,-1 1,1-1,0 1,0-1,0 0,0 0,1 0,-1-1,0 1,3-1,6 2,1 0,0-2,0 0,0 0,-1-1,1-1,11-2,-6 0,0-1,0-1,0-1,-1 0,0-2,0 0,-1 0,0-2,-1 0,0 0,-1-2,0 0,-1 0,0-1,-1-1,-1 0,0 0,-1-2,2-5,1-26,-13 48,0-1,0 1,-1 0,1-1,-1 1,1 0,0-1,-1 1,1 0,-1 0,1-1,-1 1,1 0,0 0,-1 0,1 0,-1-1,1 1,-1 0,1 0,-1 0,1 0,-1 0,1 0,-1 0,1 1,-1-1,1 0,-1 0,1 0,-1 0,1 1,-1-1,1 0,-1 0,1 1,0-1,-1 0,1 1,-1-1,1 0,0 1,0-1,-1 1,1-1,0 0,0 1,-1-1,1 1,0-1,0 1,0-1,0 1,-11 13,2 0,0 0,1 1,0 0,1 1,1 0,0 0,1 0,1 1,1-1,0 1,1 0,1 0,1 5,-1-13,1 0,0 1,1-1,0 0,0 0,1 1,0-1,1 0,0-1,0 1,1 0,0-1,1 0,-1 0,2 0,-1 0,1-1,0 0,1 0,-1-1,8 6,21 9</inkml:trace>
  <inkml:trace contextRef="#ctx0" brushRef="#br0" timeOffset="-10089.678">26634 3597,'4'14,"16"6,17 3,3-3</inkml:trace>
  <inkml:trace contextRef="#ctx0" brushRef="#br0" timeOffset="-9790.775">27074 3905,'0'18,"0"0,1 0,0 0,2 0,0-1,1 1,1-1,0 0,2 0,0 0,0-1,2 0,0 0,8 9,-16-24,0 1,0-1,0 0,0 0,0 0,1 0,-1 0,0 0,1 0,-1 0,1-1,-1 1,1-1,-1 1,1-1,-1 1,1-1,-1 0,1 0,0 0,-1 1,1-2,-1 1,1 0,0 0,-1 0,1-1,-1 1,1-1,-1 1,1-1,-1 0,1 0,-1 1,0-2,43-40,-39 36,23-27,-1-1,-2-1,-1-2,3-9,-23 36,-7 13,-10 17,8-11,1 0,-1 0,1 1,1-1,0 1,0 0,1 0,0 0,1 0,0 0,1 1,0-1,1 0,0 0,0 0,1 0,0 0,1 0,0 0,0 0,1-1,1 0,0 0,0 0,0 0,3 2,9 3,0-1,0 0,2-1,-1-1,1-1,1-1,0 0,0-2,1 0,0-1,0-1,0-1,11 0,47 9</inkml:trace>
  <inkml:trace contextRef="#ctx0" brushRef="#br0" timeOffset="-9303.458">25831 5295,'18'16,"13"17,11 18,6 17,5 10,2 8,1-2,0-6,-3-9,-3-12,-8-16,-9-14,-10-20,-9-10</inkml:trace>
  <inkml:trace contextRef="#ctx0" brushRef="#br0" timeOffset="-9052.615">26246 5228,'-9'21,"-8"17,-5 19,-6 18,-5 14,-6 10,-5 7,-5-2,2-4,9-19</inkml:trace>
  <inkml:trace contextRef="#ctx0" brushRef="#br0" timeOffset="-8540.305">26540 5870,'6'-2,"23"-6,-1 2,1 0,0 2,0 1,12 1,-39 1,1 1,-1 0,1-1,-1 1,1 0,-1 1,1-1,-1 0,1 1,-1-1,1 1,-1 0,0 0,1 0,-1 0,0 0,0 1,0-1,0 0,0 1,0 0,0-1,0 1,0 0,-1 0,1 0,-1 0,0 0,1 1,-1-1,0 0,0 1,-1-1,1 0,0 1,-1-1,1 1,-1-1,-2 7,0-1,0 0,-1 0,0 0,0 0,-1 0,0-1,0 0,-1 0,-4 6,-216 253,225-265,-2 0,0 1,0 0,0 0,0 0,0 0,0 0,1 0,-1 0,1 1,0-1,0 0,0 1,0-1,0 1,0-1,0 1,1 0,0-1,-1 1,1 0,0-1,0 1,1 0,-1-1,0 1,1 0,0-1,-1 1,1-1,0 1,0-1,1 1,-1-1,0 0,2 2,4-1,0 0,0 0,1 0,-1-1,1 0,0-1,0 0,-1 0,1 0,8-1,25-1,-1-1,1-2,0-2,-1-1,0-3,-1-1,0-1,22-12,-10 0</inkml:trace>
  <inkml:trace contextRef="#ctx0" brushRef="#br0" timeOffset="-8303.936">27061 5443,'23'-3,"23"0,22-2,18-1,8 2,-4 0,-16 4,-21 2</inkml:trace>
  <inkml:trace contextRef="#ctx0" brushRef="#br0" timeOffset="-8129.404">27194 5750,'16'2,"19"1,24 0,22-3,18-4,8-3,-7-1,-21 2</inkml:trace>
  <inkml:trace contextRef="#ctx0" brushRef="#br0" timeOffset="-1705.816">28531 5683,'-5'-15,"1"0,0-1,1 0,1 0,1 0,0 0,1 0,0 0,1 0,1 0,1 1,2-7,65-183,-38 126,-8 12,-36 115,2 0,2 1,2 0,2 1,3-1,2 0,4 27,18 163,-22-235,-1 0,1 1,0-1,-1 1,0-1,0 1,0-1,-1 1,1-1,-1 0,0 1,0-1,-1 0,1 0,-1 0,0 0,0 0,-1 0,1 0,-1-1,1 1,-1-1,0 0,-1 1,1-1,0-1,-1 1,0 0,1-1,-1 0,0 0,-3 1,2-2,0 0,0 0,0 0,-1 0,1-1,0 0,-1 0,1 0,0-1,-1 0,1 0,0 0,0-1,-3-1,21-5,203 2,39 4,-190 0</inkml:trace>
  <inkml:trace contextRef="#ctx0" brushRef="#br0" timeOffset="4742.271">29012 7247,'3'-2,"7"-1,11 2,16 2,17 0,16 1,6 1,3 1,-8 2,-14 1,-16 1</inkml:trace>
  <inkml:trace contextRef="#ctx0" brushRef="#br0" timeOffset="4993.601">29027 7448,'25'2,"24"1,24 0,23-3,14-4,8-1,-3-2,-21 1</inkml:trace>
  <inkml:trace contextRef="#ctx0" brushRef="#br0" timeOffset="5241.123">30029 7407,'20'-59,"-3"-1,-2-1,-3 0,1-32,-10-50,-8 124,1 38,5 28,1 0,3-1,8 39,5 35,-16-100,3 15,-2-1,-1 1,-2-1,-1 1,-2 0,-3 10,-3-12</inkml:trace>
  <inkml:trace contextRef="#ctx0" brushRef="#br0" timeOffset="5410.182">30055 7542,'0'0</inkml:trace>
  <inkml:trace contextRef="#ctx0" brushRef="#br0" timeOffset="5713.371">30430 7261,'-1'-72,"2"1,4-1,3 1,3 1,9-26,-13 83,-6 33,-34 221,20-168,2 1,4 0,3 0,3 1,6 34,5-46</inkml:trace>
  <inkml:trace contextRef="#ctx0" brushRef="#br0" timeOffset="9779.593">25082 5362,'-15'3,"0"0,-1 2,2 0,-1 0,0 1,1 1,0 1,1 0,0 0,0 2,0-1,1 2,1 0,0 0,0 1,2 0,-1 0,1 1,1 1,-2 5,-1-3,1 1,0 1,1-1,1 2,1-1,1 1,1 0,0 0,1 1,1 0,1-1,1 1,1 0,0 0,1 0,2-1,0 1,1-1,1 1,1 0,10 9,1-2,1 0,2-1,0-1,2-1,1-1,0-1,2-1,3 1,79 76,-51-23,-54-72,-1-1,0 1,1 0,-1 0,0 0,-1 0,1 0,0 0,-1 0,0 0,1 0,-1 0,-1 0,1 1,0-1,-1 0,1 0,-1 0,0 0,0-1,0 1,-1 0,1 0,-1 0,1-1,-1 1,0-1,-1 2,-9 6,0-1,-1 0,0-1,-1-1,0 0,0 0,0-2,0 0,-10 2,-5 3,-2 1,15-7,1 1,0 1,1 1,-1 0,1 0,0 1,-2 3,15-10,0 0,0 0,0 0,-1 1,1-1,0 0,0 1,1-1,-1 0,0 1,0-1,1 1,-1-1,1 1,-1 0,1-1,0 1,-1 0,1-1,0 1,0 0,0-1,1 1,-1-1,0 1,0 0,1-1,-1 1,1-1,0 1,-1-1,1 1,0-1,0 1,0-1,1 1,45 45,-43-44,4 4,13 8,-1 0,-1 2,-1 0,-1 1,0 1,-1 0,-1 2,-1-1,11 23,-16-22,-2 1,-1-1,0 1,-2 1,0-1,-1 1,-2 0,0-1,-2 1,-1 8,-7 44,-3-1,-13 36,-8 51,27-122,1-1,2 2,2-1,2 0,1 0,4 15,-4-38,1 0,1 0,0-1,2 0,-1 0,2 0,0 0,0-1,2 0,0-1,0 0,1 0,1-1,0 0,0-1,12 8,-6-8,0-1,1-1,0 0,0-2,1 0,0-1,0-1,1 0,0-2,18 2,86 3</inkml:trace>
  <inkml:trace contextRef="#ctx0" brushRef="#br1" timeOffset="-154620.831">5150 763,'-5'-25,"-1"0,-1 0,-1 1,-1 0,-2 1,0 0,-1 1,-1 0,-1 1,-1 0,-1 1,-6-5,20 22,1 1,-1-1,0 1,0 0,0 0,0 0,0 0,0 0,0 0,-1 0,1 1,-1-1,1 1,-1 0,1 0,-1 0,0 0,0 0,0 0,0 1,1-1,-1 1,0 0,0 0,0 0,0 0,0 1,0-1,0 1,1-1,-1 1,0 0,0 0,1 1,-1-1,1 0,-1 1,1 0,0-1,-1 1,1 0,0 0,0 0,-5 12,1 0,0 0,1 1,1 0,0-1,1 1,1 1,0-1,1 0,1 0,1 13,-1-17,0 0,1 0,0 0,1 0,1 0,0-1,0 1,1-1,0 0,1 0,-3-5,0-1,1 0,-1 0,1-1,0 1,1-1,-1 1,0-1,1 0,0 0,0 0,0-1,0 0,0 1,0-1,1-1,-1 1,1-1,-1 1,1-1,-1 0,1-1,0 1,1-1,5-2,0 0,0-1,0 0,-1 0,1-1,-1-1,0 0,0 0,0-1,-1 0,0-1,0 0,0 0,-1-1,0 0,-1 0,0-1,0 0,-1 0,0-1,0 0,-1 0,-1 0,0 0,0-1,-1 0,2-8,8-52,-18 59,-4 33,6-14,0 0,1 1,0-1,0 1,1 0,0-1,0 1,1 0,0 0,0-1,1 1,0 0,0-1,1 1,0 0,0-1,1 0,0 1,0-1,1-1,0 1,0 0,0-1,1 0,0 0,0 0,1 0,0-1,0 0,5 3,15 1,1-1,-1-1,1-1,0-2,1-1,-1-1,1-1,-1-2,1 0,-1-2,25-6,-18 5,0-2,0-1,-1-1,29-13,-56 20,-1-1,0 0,-1-1,1 1,0-1,-1 0,1 0,-1 0,0-1,0 0,0 1,-1-1,1-1,-1 1,0 0,0-1,0 0,-1 1,0-1,0 0,0 0,0 0,-1-1,0 1,0 0,0-1,-1 1,0-5,0 0,-2 0,1 1,-1-1,-1 0,0 1,0-1,-1 1,0 0,0 0,-1 1,0-1,-1 1,0 0,0 0,-1 1,0 0,0 0,-1 0,1 1,-1 1,-1-1,1 1,-1 0,0 1,0 0,0 1,-1 0,1 0,-1 1,-3-1,8 4,-1-1,1 1,0 0,0 0,0 1,0 0,0 0,1 0,-1 0,0 1,1-1,0 1,0 0,0 1,0-1,0 1,0 0,1-1,0 2,0-1,0 0,-2 5,0 0,0 0,1 1,0-1,1 1,0 0,0 0,1 0,0 1,1-1,0 1,1-1,0-5,0 1,0-1,1 0,0 0,0 0,0 0,1 0,0 0,0 0,0 0,0 0,1-1,0 1,0-1,0 0,0 0,1 0,0 0,-1-1,1 1,1-1,-1 0,0 0,1-1,-1 1,1-1,0 0,0 0,0-1,0 1,2-1,4 2,-1-2,1 1,0-1,-1-1,1 0,0-1,-1 0,1 0,-1-1,1 0,-1-1,0-1,0 1,0-2,1 0,24-16,-35 21,1 0,-1 0,0 0,1 0,-1 0,1 0,-1 0,1 0,-1 0,1 1,-1-1,1 0,-1 0,0 0,1 1,-1-1,1 0,-1 1,0-1,1 0,-1 1,0-1,0 0,1 1,-1-1,0 0,0 1,1-1,-1 1,0-1,0 1,0-1,0 1,0-1,0 1,0-1,0 0,0 1,0-1,0 1,0-1,0 1,0-1,0 1,0-1,0 1,0-1,-1 1,1 0,3 259,30 152,-6-141,-27-268,3 22,-1 0,-1 1,-2-1,0 0,-2 0,0 0,-7 20,9-41,0 0,0-1,0 1,-1-1,0 1,0-1,0 1,0-1,0 0,-1 0,1 0,-1 0,0-1,0 1,0-1,0 1,0-1,-1 0,1 0,-1-1,1 1,-1-1,1 0,-1 1,0-2,0 1,0 0,0-1,1 0,-1 0,0 0,0 0,0 0,0-1,0 0,1 0,-1 0,0 0,0-1,1 1,-1-1,-14-9,1-1,0-1,1 0,1 0,0-2,1 0,0-1,1 0,1-1,1 0,0-1,2 0,0-1,0 0,2-1,-2-1,0 1,2-2,1 1,0-1,2 1,0-2,2 1,0 0,2 0,0-1,1 1,2 0,0 0,1 0,1 0,1 1,1 0,1 0,1 0,10-15,5 0,2 2,1 0,2 2,1 2,1 0,28-19,4-1</inkml:trace>
  <inkml:trace contextRef="#ctx0" brushRef="#br1" timeOffset="-152138.827">9869 269,'43'128,"6"-1,5-3,45 71,-46-123,-52-71,0 0,0 0,0 0,0 0,0-1,0 1,0 0,0-1,1 1,-1-1,0 1,0-1,1 1,-1-1,0 0,0 0,1 0,-1 1,0-1,1-1,-1 1,0 0,1 0,-1 0,0-1,0 1,1-1,-1 1,0-1,0 1,0-1,1 0,-1 1,0-1,0 0,0 0,0 0,-1 0,1 0,0 0,0 0,0 0,0-1,25-56,3-57,-4-1,1-47,-12 72,8-47,-13 91</inkml:trace>
  <inkml:trace contextRef="#ctx0" brushRef="#br1" timeOffset="-151891.974">10671 148,'-2'23,"-3"21,-4 19,1 14,1 11,2 6,2-2,1-5,4-8,0-9,1-9,0-12,1-16,3-14,0-12</inkml:trace>
  <inkml:trace contextRef="#ctx0" brushRef="#br1" timeOffset="-151524.896">11072 135,'-205'449,"200"-441,-1 7,-1-1,-1 0,0 0,-1-1,-1 0,0-1,0 0,-1 0,-1-1,-3 1,15-11,-1 0,0 0,0-1,0 1,0-1,0 1,1 0,-1-1,0 0,0 1,0-1,-1 0,1 1,0-1,0 0,0 0,0 0,0 0,0 0,0 0,0 0,0 0,0-1,0 1,0 0,0-1,0 1,0-1,0 1,0-1,0 1,0-1,0 1,0-1,1 0,-1 0,0 1,0-1,1 0,-1 0,1 0,-1 0,1 0,-1 0,1 0,-1 0,1 0,0 0,-1 0,1 0,0 0,0-1,-1-57,1 58,0 0,0 0,0 0,0-1,0 1,0 0,1 0,-1 0,0 0,1 0,-1 0,0 0,1 0,0 0,-1 0,1 0,-1 1,1-1,0 0,0 0,-1 1,1-1,0 0,0 1,0-1,0 0,0 1,0 0,0-1,0 1,0-1,0 1,0 0,0 0,0 0,0 0,0-1,1 1,-1 1,0-1,0 0,0 0,0 0,0 1,0-1,0 0,0 1,0-1,0 1,0-1,0 1,0-1,0 1,-1 0,1 0,0-1,0 1,-1 0,1 0,0 0,-1 0,1 0,0 0,74 104,-68-90,1-1,1 0,1-1,0 0,0 0,1-1,1 0,0-1,0-1,15 9,-4-9,0-2,1-1,0-1,1-2,-1 0,1-1,0-1,-1-2,1 0,0-2,0 0,-1-2,8-2,5 1,104-10,-85 10</inkml:trace>
  <inkml:trace contextRef="#ctx0" brushRef="#br1" timeOffset="-151275.564">11875 816,'-9'0,"-15"0,-3 0</inkml:trace>
  <inkml:trace contextRef="#ctx0" brushRef="#br1" timeOffset="-153938.656">6407 870,'2'-46,"3"0,2 0,6-22,6-34,-12 62,-2 0,-2 0,-1-1,-2 1,-3-8,-9-2,11 49,1 0,0 0,-1 0,1 0,-1 0,1 0,-1 0,1 0,-1 0,0 0,0 0,1 0,-1 0,0 0,0 1,0-1,0 0,0 1,0-1,0 1,0-1,0 1,0-1,0 1,0 0,0-1,0 1,-1 0,1 0,0 0,0 0,0 0,0 0,0 0,-1 0,1 1,0-1,0 0,0 1,0-1,-4 4,1 0,0 0,0 1,0 0,1-1,-1 1,1 0,0 1,1-1,-1 0,1 1,0 0,0-1,1 1,0 0,0 0,0 0,1 0,0 0,0 0,0 0,1 0,0 3,0-4,1-1,-1 1,1 0,-1 0,1-1,1 1,-1-1,1 0,-1 0,1 0,1 0,-1 0,0 0,1-1,0 0,0 0,0 0,0 0,0 0,0-1,1 0,1 1,112 27,-69-22,-44-7,1 0,-1 1,0 0,0-1,0 1,0 1,0-1,-1 1,1 0,-1 0,1 0,-1 1,0-1,0 1,-1 0,1 0,-1 0,0 1,0-1,0 1,-1 0,0 0,1 0,-2 0,1 0,0 2,1 13,-1 0,-1 0,-1 0,-1 1,0-1,-1 0,-2 0,-5 18,-5 50,13-84,0 0,0 0,1 0,0 0,0 0,0 0,0 0,1 0,-1 0,1 0,0 0,0 0,0 0,1-1,0 1,-1 0,1-1,1 1,-1-1,0 0,1 0,-1 0,1 0,0 0,0-1,0 1,1-1,-1 1,1-1,-1-1,1 1,-1 0,1-1,0 0,1 1,16-1,0 0,0-1,0-1,-1-1,1-1,0-1,-1 0,1-2,-1-1,-1 0,6-4,-12 7,59-23</inkml:trace>
  <inkml:trace contextRef="#ctx0" brushRef="#br1" timeOffset="-152942.943">7422 750,'-3'-13,"-1"0,-1 1,0-1,-1 1,0 0,0 1,-2 0,1 0,-2 0,1 1,-1 0,-1 1,1 0,-2 0,1 1,-1 1,-8-5,15 10,-1 0,1 1,-1-1,1 1,-1 0,1 0,-1 1,0-1,1 1,-1 0,0 0,1 1,-1-1,0 1,1 0,-1 0,1 1,-1-1,1 1,0 0,-1 0,1 1,0-1,1 1,-1 0,0 0,1 0,-1 0,1 1,-2 2,-3 3,1 1,0 0,1 0,0 1,1 0,0 0,0 0,1 0,1 1,0 0,-1 6,3-11,0 0,0 0,1 0,0 0,0 0,1 0,0 0,0 0,0 0,1 0,0-1,0 1,1-1,0 1,0-1,0 0,1 0,0 0,0-1,0 1,1-1,0 0,0 0,0-1,1 1,0-1,-1 0,1-1,1 0,-1 0,0 0,1 0,3 0,1 0,1-1,-1 1,1-2,0 0,0 0,0-1,-1-1,1 0,0 0,0-2,-1 1,1-1,-1-1,0 0,0 0,0-1,-1-1,0 0,0 0,0-1,-1 0,1-1,-2 0,1 0,-1-1,-1 0,0 0,0-1,0 0,-1 0,-1-1,0 1,0-1,-1-1,-1 0,-1 0,0-1,-1 0,0 1,-1-1,0 0,-1 0,0 1,-1-1,-1 1,0-1,-1 0,4 12,1 0,-1 0,0 0,0 0,0 1,0-1,0 0,0 0,0 0,0 0,0 1,0-1,0 0,0 0,-1 0,1 1,0-1,-1 0,1 0,0 1,-1-1,1 0,-1 1,1-1,-1 0,0 1,1-1,-1 1,0-1,1 1,-1-1,0 1,1-1,-1 1,0 0,0-1,0 1,1 0,-1 0,0 0,0 0,0-1,0 1,1 0,-1 0,0 1,0-1,0 0,0 0,1 0,-1 0,0 1,0-1,1 0,-1 1,0-1,0 1,1-1,-1 1,0-1,1 1,-1-1,0 1,-3 10,0 0,1 0,0 0,0 0,1 0,1 1,0-1,0 1,1 0,0-4,-2 2,1 0,0 0,0 0,1 0,1 1,-1-1,2 0,-1 0,2 0,-1 0,1 0,1-1,0 1,0-1,0 0,2 0,-1 0,1-1,0 0,1 0,-1 0,2-1,-1 0,1-1,0 1,0-1,1-1,0 0,3 2,-2-5,0 0,1 0,-1-1,0 0,0-1,1 0,-1-1,0 0,0-1,0 0,0 0,0-1,0 0,-1-1,1 0,-1 0,0-1,0-1,-1 1,1-1,-1-1,-1 0,1 0,-1 0,0-1,-1 0,0 0,0-1,-1 1,0-1,0-1,-1 1,0-1,-1 1,1-3,0-3,0-1,-1 1,-1-1,0 0,-1 0,-1 0,0 0,-2 0,0-7,2 22,0 1,0-1,0 0,1 1,-1-1,0 0,0 0,0 1,0-1,0 0,0 0,-1 1,1-1,0 0,0 1,0-1,-1 0,1 1,0-1,-1 0,1 1,-1-1,1 1,-1-1,1 0,-1 1,1-1,-1 1,1 0,-1-1,0 1,1-1,-1 1,1 0,-1-1,0 1,0 0,1 0,-1 0,0 0,1-1,-1 1,0 0,0 0,1 0,-1 1,0-1,0 0,1 0,-1 0,0 0,1 1,-1-1,0 0,1 1,-1-1,0 0,1 1,-1-1,1 1,-1-1,1 1,-1-1,0 1,-5 10,1 0,0 1,0-1,1 1,0 0,1 0,1 0,0 1,1-1,0 1,0 0,0-6,0 0,0 0,0 0,1 0,0 0,0 0,1 0,0 0,0 0,0 0,1-1,0 1,1 0,-1-1,1 1,1-1,-1 0,1 0,0 0,0-1,1 1,-1-1,1 0,1-1,-1 1,0-1,1 0,0 0,0 0,0-1,1 0,5 1,-2-4,-1 0,1-1,-1-1,1 0,-1 0,1 0,-1-2,0 1,0-1,-1 0,1-1,-1 0,0 0,0-1,-1 0,1 0,-1-1,-1 0,1 0,-1 0,0-1,-1 0,0 0,0-1,-1 1,1-4,3-7,-1 0,0 0,-2-1,0 0,-1 0,-2 0,0 0,-1 0,0-1,-2 1,-1-1,-1 71,1-12,3 1,1-1,2 1,1-1,2 0,2 0,4 8,-13-43,1 1,0 0,0 0,0-1,0 1,1 0,0-1,-1 1,1-1,0 0,1 0,-1 0,0 0,1 0,0 0,0 0,0-1,0 0,0 1,0-1,1 0,-1-1,0 1,1-1,0 1,-1-1,1 0,0 0,0-1,0 1,3-1,2-3,0-1,-1-1,0 1,0-2,0 1,0-1,-1 0,0 0,0-1,-1 0,0 0,0-1,0 0,-1 0,0 0,-1 0,2-7,10-19,-1-1,-2-1,-2-1,-1 1,-2-2,-2 1,-1-1,-2 0,-1-12,-3 42,-1 14,-4 19,5-20,-2 8,-3 7,1 1,0 1,2-1,0 1,1-1,2 1,0-1,1 1,1 0,1-1,1 0,4 12,-3-25,0-1,0 0,1 0,0 0,0-1,1 0,-1 0,1 0,0-1,1 0,0 0,-1-1,1 0,1-1,-1 0,0 0,1 0,0-1,-1 0,1-1,0 0,0-1,0 1,0-2,0 1,0-1,-1-1,1 0,0 0,6-3,30-7</inkml:trace>
  <inkml:trace contextRef="#ctx0" brushRef="#br1" timeOffset="-152605.288">8893 723,'12'-1,"0"0,0-1,1-1,-2 0,1-1,0 0,-1 0,1-2,-1 1,-1-1,1-1,-1 0,4-4,-8 6,1 0,-1 0,-1-1,1 0,-1-1,0 1,0-1,0 0,-1 0,0 0,-1-1,0 1,0-1,0 0,-1 0,0 0,-1 0,0 0,0 0,0 0,-1-1,-1 1,1 0,-1 0,-2-5,2 10,0 1,0-1,-1 1,1 0,-1 0,0 0,1 0,-1 0,0 0,0 0,0 1,0-1,-1 1,1-1,0 1,-1 0,1 0,-1 0,1 0,-1 0,1 1,-1-1,0 1,1-1,-1 1,0 0,1 0,-1 1,-2-1,-74 26,62-15,1 0,0 2,1 0,0 0,1 2,1-1,0 2,1 0,1 0,0 1,1 1,1-1,-5 17,11-29,1 1,0-1,0 1,0 0,1 0,0-1,0 1,0 0,1 0,0 0,0 0,0 0,1 0,0 0,0 0,1-1,-1 1,1 0,0-1,1 1,-1-1,1 0,0 0,1 0,-1 0,1 0,0-1,0 0,0 0,5 4,13 2,-1 0,1-1,1-1,0-2,0 0,0-1,1-1,-1-2,1 0,0-1,0-2,10-1,57-1</inkml:trace>
  <inkml:trace contextRef="#ctx0" brushRef="#br1" timeOffset="-156354.895">3465 215,'0'18,"0"22,0 25,-2 24,-3 19,-1 8,1-5,1-17,1-24</inkml:trace>
  <inkml:trace contextRef="#ctx0" brushRef="#br1" timeOffset="-155776.668">3345 1,'-1'11,"1"0,0 0,0 0,1 0,1 0,0 0,1 0,-1 0,2-1,0 0,0 1,1-1,0-1,1 1,4 5,23 33,2-1,2-3,2 0,2-3,13 9,-14-14,-1 1,-3 2,-1 2,-2 1,-2 1,12 23,-37-53,1 0,-2 1,0 0,0-1,-2 1,0 1,0-1,-1 0,0 11,-2-21,0 1,0 0,-1 0,1-1,-1 1,0 0,0-1,-1 1,1-1,-1 0,0 1,0-1,0 0,-1 0,0 0,1 0,-1-1,-1 1,1-1,0 0,-1 0,0 0,0 0,1 0,-2-1,1 0,0 0,0 0,-1 0,1-1,-2 1,-6 0,0 0,0 0,-1-1,1-1,0 0,-1-1,1 0,0-1,-1 0,1-1,0 0,1-1,-12-5,-11-6,1-2,0-1,2-2,-1-1,-43-34,76 54,-1 0,1 0,-1 1,1-1,-1 0,1 0,0 0,-1 0,1 0,0 1,0-1,-1 0,1 1,0-1,0 0,0 1,0-1,0 1,0 0,0-1,0 1,0 0,0-1,0 1,0 0,0 0,0 0,0 0,0 0,0 0,0 0,1 0,-1 1,0-1,0 0,0 1,0-1,0 1,0-1,4 0,93-10,0-5,-1-5,0-3,-2-5,-1-3,-2-5,68-37,-153 69,-6 3,0 0,0 0,0 0,0 0,-1 1,2-1,-1 0,0 0,0 1,0-1,0 0,0 1,0 0,1-1,-1 1,0-1,0 1,1 0,-1 0,0 0,1 0,-1 0,0 0,0 0,1 0,-1 1,0-1,0 0,1 1,-1-1,0 1,0-1,0 1,0 0,0-1,1 1,-1 0,-1 0,1 0,0 0,0 0,0 0,0 0,0 0,-12 145,10-141,0 0,1 1,-1-1,1 1,1-1,-1 0,1 1,0-1,0 0,0 1,1-1,0 0,0 0,0 0,1-1,-1 1,1 0,0-1,1 0,-1 1,1-1,0-1,0 1,0-1,0 1,0-1,1 0,0-1,-1 1,1-1,0 0,1 0,24 1</inkml:trace>
  <inkml:trace contextRef="#ctx0" brushRef="#br1" timeOffset="-155517.344">4375 202,'-16'-2,"-10"-1,0 2,6 4,16 3,20 6,7 1</inkml:trace>
  <inkml:trace contextRef="#ctx0" brushRef="#br1" timeOffset="-108203.662">9428 9800,'12'0,"9"0,12 0,10 0,11 0,6 0,3 0,1 0,-2 0,-4 0,-4 0,-5-2,-10-1</inkml:trace>
  <inkml:trace contextRef="#ctx0" brushRef="#br1" timeOffset="-107805.194">9776 9506,'2'7,"-1"0,2 0,-1 0,1 0,0-1,1 1,-1-1,1 0,1 0,-1-1,1 1,0-1,0 0,0 0,1 0,0-1,0 0,0 0,0 0,5 1,15 6,0-1,1-1,1-1,20 3,10 3,-53-14,1 0,-1 1,0 0,1 1,-1-1,0 1,0 0,0 0,0 0,0 1,-1 0,1 0,-1 0,0 0,0 1,0 0,0 0,0 0,-1 0,0 0,0 1,0-1,0 1,-1 0,0 0,0 0,0 0,0 0,-1 1,0-1,0 3,-5 5,0 0,-1 0,-1 0,0-1,0 0,-2 0,1 0,-1-1,-1 0,0-1,-1 0,0 0,0-1,-6 4,-18 16,-2-2,0-1,-24 12,10-9</inkml:trace>
  <inkml:trace contextRef="#ctx0" brushRef="#br1" timeOffset="-109539.512">7583 9613,'6'-7,"1"0,0 0,0 1,0 0,1 1,0-1,0 1,0 1,1-1,-1 1,1 1,0 0,0 0,1 1,-1 0,0 0,1 1,-1 1,7 0,-11 1,-1 0,1 1,-1 0,0 0,0 0,0 1,0-1,-1 1,1 0,-1 0,1 1,-1-1,0 0,0 1,-1 0,1 0,-1 0,0 0,0 0,0 0,0 0,-1 2,22 101,-21-56,-2 0,-2 0,-2-1,-10 45,12-70,3-24,-1-1,0 0,0 1,0-1,0 0,0 1,0-1,0 0,0 0,0 1,1-1,-1 0,0 1,0-1,0 0,1 0,-1 1,0-1,0 0,1 0,-1 1,0-1,0 0,1 0,-1 0,0 0,1 0,-1 1,0-1,1 0,-1 0,0 0,1 0,-1 0,0 0,1 0,-1 0,0 0,1 0,-1 0,0 0,1 0,-1-1,0 1,1 0,-1 0,0 0,0 0,1 0,-1-1,0 1,1 0,-1 0,0-1,0 1,0 0,1 0,-1-1,0 1,0 0,0-1,0 1,1 0,-1-1,0 1,0 0,0 0,0-1,0 1,20-23,-1-1,-1-1,-1-1,-1 0,-1-1,-2 0,3-9,-6 8,-1 0,0 0,-3-1,0 0,-2 0,-1-1,-1 1,-2-1,-2-21,-8 170,3-47,-1 6,4 0,4 42,-1-113,1 1,1-1,-1 1,1-1,1 1,-1-1,1 0,1 1,-1-1,1 0,0-1,1 1,-1 0,2-1,-1 0,0 0,1 0,0-1,1 1,-1-1,1-1,0 1,0-1,0 0,1 0,0 0,-1-1,4 0,-4 0,0-1,1 0,0-1,-1 0,1 0,0 0,0-1,-1 0,1 0,0-1,0 0,0 0,-1 0,1-1,-1 0,1-1,-1 1,0-1,0 0,0-1,0 1,-1-1,1 0,3-4,3-7</inkml:trace>
  <inkml:trace contextRef="#ctx0" brushRef="#br1" timeOffset="-109291.152">7663 9827,'18'3,"18"0,18-3,16-5,14-9,12-9,7-3,-1 3,-10 6,-21 5</inkml:trace>
  <inkml:trace contextRef="#ctx0" brushRef="#br1" timeOffset="-108870.88">8493 10014,'4'0,"0"1,0-1,0 1,0-1,0 1,0 0,0 1,0-1,0 1,-1 0,1-1,-1 2,1-1,-1 0,1 1,-1-1,0 1,0 0,-1 0,1 0,-1 1,1-1,-1 1,0-1,0 1,0 0,-1-1,0 1,1 0,-1 2,2 5,-1-1,0 1,-1-1,0 1,-1 0,0-1,-1 1,0 0,-1-1,0 1,-1 4,-5 4,1 0,-2 0,-1-1,0 0,-1-1,-1 0,0-1,-2 0,0-1,0 0,-1-1,-1-1,-2 0,-20 24,39-35,-1-1,1 0,0 1,-1-1,1 0,0 1,0-1,0 0,-1 0,1 0,1 0,-1 1,0-2,0 1,0 0,0 0,1 0,-1 0,0-1,1 1,-1-1,1 1,-1-1,0 0,1 1,-1-1,1 0,-1 0,1 0,-1 0,1 0,-1 0,1 0,-1-1,2 0,0 2,46 0,0-2,0-2,1-2,-2-2,1-2,-1-2,11-7,-9 2</inkml:trace>
  <inkml:trace contextRef="#ctx0" brushRef="#br1" timeOffset="-106358.546">11580 9787,'-4'-6,"0"1,0 0,0 0,0 0,-1 0,0 0,0 1,0 0,-1 0,1 1,-1-1,0 1,0 0,0 1,-1 0,1-1,0 2,-1-1,1 1,-1 0,0 1,1-1,-1 1,0 1,1-1,-1 1,1 0,-1 1,1-1,-1 1,1 1,0-1,0 1,0 0,0 0,1 1,-5 3,3 0,0 1,1 0,0 0,0 0,1 1,0-1,0 1,1 1,0-1,1 0,0 1,1 0,0 0,0 0,1 0,0 0,1 0,0 0,1 0,0 0,0 0,1 0,0-1,2 2,-1-6,1 0,-1 0,2 0,-1 0,0-1,1 0,0 0,0 0,0-1,0 1,1-1,-1 0,1-1,0 0,0 0,0 0,0 0,0-1,0 0,0 0,0-1,1 1,-1-2,0 1,0-1,1 1,-1-2,0 1,0-1,0 0,0 0,-1 0,1-1,0 0,-1 0,0-1,0 1,2-3,3-3,-1 0,0 0,-1-1,0 0,0-1,-1 0,-1 0,0 0,0-1,-1 0,-1 0,0 0,0-1,-1 1,-1-1,0 0,-1 0,0 0,-1 1,-2-11,3 20,-1-1,0 1,0-1,0 1,-1-1,1 1,-1-1,0 1,0-1,0 1,-1 0,1 0,-1-1,0 1,1 0,-1 0,-2-1,2 4,1 0,0 0,-1 0,1 0,0 0,0 1,-1-1,1 1,0-1,0 1,0-1,0 1,-1 0,1-1,0 1,0 0,0 0,0 0,1 0,-1 0,0 0,0 0,1 0,-1 0,0 0,1 1,-1-1,1 0,-1 0,1 1,0-1,0 0,0 0,-1 1,1-1,0 0,1 1,-4 7,0 1,1-1,0 0,1 1,0-1,1 0,0 1,0-1,1 1,0-1,1 1,0-1,0 0,1 0,0 0,1 0,0-1,0 1,1-1,0 0,0 0,1 0,0-1,0 0,1 0,0-1,0 0,1 0,-1-1,1 1,0-2,1 1,111 22,-61-24</inkml:trace>
  <inkml:trace contextRef="#ctx0" brushRef="#br1" timeOffset="-105353.758">12315 9761,'-22'-6,"0"1,-1 1,1 1,-1 1,0 1,0 2,-17 1,32-1,0 0,-1 1,1 0,0 1,0-1,0 1,1 1,-1 0,1 0,0 0,0 1,0 0,0 0,1 1,0 0,0 0,1 0,-1 1,1 0,1 0,-1 0,1 2,1-4,0 0,1 0,0-1,0 1,1 0,-1 0,1 1,0-1,0 0,1 0,0 1,0-1,0 0,0 0,1 1,0-1,0 0,0 0,1 0,0 0,0 0,0 0,0 0,1-1,0 1,0-1,0 0,0 0,1 0,0 0,0-1,0 1,0-1,0 0,2 1,1 0,1-1,-1 0,1 0,0-1,0 0,0-1,0 1,0-2,0 1,0-1,0 0,0 0,0-1,0 0,0-1,0 0,-1 0,1-1,0 0,-1 0,0 0,6-5,-2 2,-1 0,-1-1,1 0,-1-1,0 0,-1-1,0 1,0-1,-1-1,0 0,-1 0,0 0,0-1,-1 0,1-3,2-22,-2-1,-1 1,-1-1,-3 0,-1 0,-1 1,-2-1,-2 0,-8-29,9 43,-3-23,-2 1,-2 0,-11-28,7 50,0 39,10 13,2-1,1 1,1-1,1 1,1 0,4 14,-4-35,3 57,2-1,4 0,2 0,3-1,8 14,-17-62,0 0,2-1,-1 0,2 0,0-1,1 0,0 0,1-1,3 2,-8-8,0 0,1-1,-1 0,1 0,0-1,1 0,-1 0,1 0,0-1,0-1,0 1,0-1,0-1,0 1,1-1,-1-1,0 1,6-2,-10 1,1-1,-1 0,1 0,-1 0,0-1,1 0,-1 0,0 0,0 0,0 0,0-1,-1 0,1 1,-1-1,0-1,1 1,-1 0,-1-1,1 0,0 0,-1 0,0 0,0 0,0 0,-1 0,1-1,-1 1,1-4,2-11,-1 0,-1 0,-1 0,0 1,-1-1,-2-8,-23-170,25 196,0-1,0 1,0-1,0 0,0 1,1-1,-1 1,1-1,-1 1,1-1,-1 1,1-1,0 1,0-1,0 1,-1 0,1 0,1-1,-1 1,0 0,0 0,0 0,1 0,-1 0,0 0,1 1,-1-1,1 0,-1 1,1-1,-1 1,1-1,0 1,58-4,-48 5,-8-1,15-1,-1 1,1 1,0 1,-1 1,1 0,-1 1,0 1,0 1,1 1,-13-3,-1 0,-1 1,1-1,-1 1,1 0,-1 0,-1 1,1-1,-1 1,0 0,0 0,-1 0,1 0,-1 0,-1 0,1 1,-1-1,0 1,-1-1,1 1,-1-1,-1 1,1-1,-2 6,8 60,-5-64,0-1,1-1,0 1,0 0,1 0,0-1,0 1,0-1,1 0,0 0,0 0,1 0,-1-1,1 0,0 0,1 0,-1-1,1 1,0-1,0-1,0 1,1-1,-1 0,1-1,0 1,-1-1,1 0,0-1,0 0,0 0,1-1,-1 1,0-2,5 1,-2-3,-1-1,1 1,-1-1,0-1,0 0,-1 0,1-1,-1 0,0 0,-1-1,0 0,0 0,0-1,-1 0,0 0,0-1,-1 1,0-1,-1 0,0 0,0-1,-1 0,0 1,-1-1,0 0,0 0,-1 0,-1 0,0 0,0 0,-1 0,0 0,0 0,-1 0,-1 0,0 0,0 1,-1-1,0 1,-1 0,-3-5,8 13,0 0,-1 0,1-1,-1 1,1 0,-1 0,0 0,1 0,-1 0,0 1,0-1,0 0,0 0,0 0,0 1,0-1,0 0,0 1,0-1,0 1,0-1,0 1,0 0,-1-1,1 1,0 0,0 0,0 0,-1 0,1 0,0 0,0 0,0 0,-1 1,1-1,0 0,0 1,0-1,0 1,0-1,0 1,0-1,0 1,0 0,0-1,0 1,0 0,-4 7,2 1,-1-1,1 1,0 0,1 0,0 0,0 0,1 0,0 0,0 0,1 1,1-1,0 0,0 0,0 0,2 3,-1-4,0 1,0 0,1-1,0 1,1-1,0 0,0 0,1 0,0-1,0 1,1-1,0 0,0-1,1 0,-1 0,1 0,1-1,-1 0,1 0,0-1,0 0,0 0,0-1,1 0,0 0,8 1,32 3</inkml:trace>
  <inkml:trace contextRef="#ctx0" brushRef="#br1" timeOffset="-104970.781">13719 9439,'-48'30,"1"2,2 2,-3 7,42-37,-38 41,43-44,0 1,0-1,0 0,1 1,-1-1,0 1,1-1,-1 1,1-1,-1 1,1-1,0 1,-1 0,1-1,0 1,0-1,0 1,1 0,-1-1,0 1,0-1,1 1,-1-1,1 1,0-1,-1 1,1-1,0 1,0-1,0 0,0 0,0 1,0-1,0 0,0 0,1 0,9 6,0-1,1 0,-1 0,1-1,1-1,-1 0,1-1,-1 0,1-1,6 0,7 2,11 3,-3-1,0 1,0 1,0 2,21 10,-54-20,1 0,-1 1,1-1,0 1,-1-1,1 1,-1 0,1-1,-1 1,0 0,1 0,-1 0,0 0,1 1,-1-1,0 0,0 0,0 1,0-1,0 0,-1 1,1-1,0 1,-1-1,1 1,-1 0,1-1,-1 1,0-1,0 1,1 0,-1-1,0 1,-1 0,1-1,0 1,0 0,-1 0,-5 5,0 0,0 0,-1 0,0-1,0 0,-1 0,0-1,0 0,0 0,0-1,-1 0,0 0,0-1,-8 2,-208 51,215-53,12-2</inkml:trace>
  <inkml:trace contextRef="#ctx0" brushRef="#br1" timeOffset="-104018.911">14227 9654,'-13'-5,"-1"2,0 0,0 0,0 1,0 1,0 0,-1 1,1 1,0 0,0 1,0 0,0 1,-8 4,13-5,1 2,0-1,0 1,0 0,1 1,-1-1,1 2,0-1,0 1,1 0,0 0,0 1,0 0,1 0,0 0,0 0,1 1,0 0,0 0,1 0,0 1,0 2,2-7,-1 1,1 0,0-1,0 1,1 0,0 0,0 0,0 0,0 0,1 0,-1-1,1 1,1 0,-1 0,1-1,-1 1,1-1,1 1,-1-1,1 0,-1 0,1 0,0 0,1-1,-1 1,1-1,-1 0,1 0,0 0,0 0,0-1,1 1,-1-1,1 0,-1 0,1-1,6 1,-1 0,1-1,0 0,0-1,0 0,0-1,0 0,-1 0,1-1,0-1,-1 0,0 0,0-1,0-1,0 0,0 0,-1 0,0-1,0-1,-1 0,1 0,-1 0,-1-1,0 0,0-1,0 1,-1-1,-1-1,1 1,-2-1,1 0,-1 0,2-10,0-26,-6 62,0 1,1 0,1-1,0 1,1-1,1 0,1 0,0 0,1 0,1-1,0 0,8 12,-13-25,0 0,0-1,0 1,0 0,0-1,0 1,0-1,1 0,-1 1,0-1,1 0,-1-1,1 1,-1 0,1-1,-1 1,1-1,0 0,-1 0,1 0,-1 0,1 0,0-1,-1 1,1-1,-1 0,1 1,-1-1,0 0,1-1,-1 1,0 0,0-1,0 1,1-1,-2 0,1 1,0-1,0 0,0 0,-1 0,1 0,-1-1,1-1,11-20,-1 0,-1-1,-1 0,-1 0,-2-1,0-1,-2 1,-1-1,-1 0,-1 0,-1 0,-2 0,-2-14,2 23,1 18,0 0,1 1,-1-1,0 0,0 0,1 0,-1 0,0 1,0-1,1 0,-1 0,0 0,1 0,-1 0,0 0,1 0,-1 0,0 0,1 0,-1 0,0 0,0 0,1 0,-1 0,0 0,1-1,-1 1,0 0,0 0,1 0,-1 0,0-1,0 1,1 0,-1 0,0 0,0-1,1 1,8 7,0-1,0 0,1 0,0-1,0-1,1 1,-1-2,1 1,0-2,0 1,0-1,0-1,0 0,1-1,-1 0,0 0,9-3,206-7,-223 10,0 0,0-1,0 1,0 1,0-1,0 0,-1 1,1 0,0-1,0 1,0 0,-1 1,1-1,0 0,-1 1,1-1,-1 1,0 0,0 0,1 0,-1 0,0 0,-1 1,1-1,0 0,-1 1,1 0,-1-1,0 1,0 0,0-1,0 1,0 0,-1 0,1 0,-1 0,1 1,-10 84,7-80,-1 0,1-1,1 1,-1 0,1 0,1 0,0 0,0 0,0 0,1 0,0 0,1 0,-1 0,2 0,-1 0,1-1,0 1,1-1,-1 0,2 0,-1 0,1-1,0 0,3 4,-2-5,1-1,0 0,0 0,0 0,0-1,0 0,1-1,-1 1,1-1,-1-1,1 0,0 0,0 0,0-1,0 0,0 0,-1-1,1 0,0-1,0 0,-1 0,8-3,1-1,0-1,0-1,-1 0,0-1,-1-1,1 0,-2-1,0 0,11-13,-14 15,-1-1,-1 0,0 0,0-1,-1 0,0 0,-1-1,-1 0,0 0,0 0,-1-1,0 1,-2-1,1 0,-1 0,-1 0,-1 0,1 0,-2 0,0-1,-1 1,0 0,-1 1,-4-14,7 24,-1 0,0 0,0 0,1-1,-2 1,1 0,0 0,0 0,0 0,-1 1,1-1,-1 0,0 1,0-1,1 1,-1-1,0 1,0 0,0 0,0 0,0 0,-1 0,1 0,0 0,0 1,-1-1,1 1,0 0,0 0,-1 0,1 0,0 0,-1 0,1 0,0 1,-1-1,1 1,0 0,0 0,0-1,0 2,0-1,0 0,0 0,0 1,-2 0,-6 9,1 1,0-1,1 2,0-1,1 1,0 0,1 0,0 1,1 0,1 0,0 0,1 1,1-1,0 1,0 0,2 3,-1-11,1 1,0-1,0 0,0 0,1 0,0 0,0 0,1 0,0 0,0 0,1-1,0 1,0-1,1 1,-1-1,1 0,0-1,1 1,0-1,0 1,0-2,0 1,1 0,0-1,-1 0,2 0,-1-1,0 0,3 1,10 2,0-2,0 0,0-1,0 0,1-2,-1 0,0-2,1 0,-1-1,0 0,6-3,54-12</inkml:trace>
  <inkml:trace contextRef="#ctx0" brushRef="#br1" timeOffset="-102371.099">16781 9707,'12'-2,"-1"-1,1-1,-1 0,1 0,-1-1,-1 0,1-1,-1-1,0 1,0-2,-1 1,0-1,0-1,-1 1,7-10,7-3,-1-2,0-1,-2 0,-1-1,0-1,-2-1,-2 0,0-1,-2-1,-1 0,-1 0,-1-1,0-12,-7 34,-1 1,0-2,0 1,-1 0,0 0,0 0,-1 0,0 0,-1 0,1 0,-2 0,1 1,-1-1,0 1,-1-1,1 1,-2 0,1 1,-1-1,0 1,0-1,0 2,-1-1,0 0,0 1,-1 0,0 1,1 0,-1 0,-1 0,1 1,-1 0,1 0,-7-1,9 3,0 1,0 0,0 0,1 0,-1 0,0 1,0 0,0 0,1 0,-1 0,0 1,1 0,-1 0,1 0,0 1,0-1,0 1,0 0,0 0,0 0,1 1,0-1,0 1,0 0,0 0,0 0,1 0,-1 1,1 0,-4 9,0 0,1 0,1 0,0 1,1 0,1-1,0 1,1 0,1 1,0 15,3 0,0 0,2-1,1 1,1-2,2 1,1-1,1 0,2-1,0 0,2-1,1-1,2 0,13 15,-24-31,0 0,1-1,0 0,0-1,1 1,0-1,1-1,0 0,0 0,0-1,1 0,0-1,0-1,0 1,1-2,-1 1,1-2,11 2,-15-7,1 0,-2-1,1 0,0 0,-1 0,0-1,0-1,0 1,-1-1,0 0,0 0,0-1,-1 0,0 0,0 0,-1-1,0 1,0-1,-1 0,0 0,2-6,-2 7,60-153,-51 150,-6 31,-2 3,26 120,-28-136,1 0,1 0,-1 0,1-1,0 1,1-1,0 0,0 0,1-1,-1 1,1-1,1 0,-1-1,1 0,5 4,11 2</inkml:trace>
  <inkml:trace contextRef="#ctx0" brushRef="#br1" timeOffset="-101702.933">17342 9212,'5'7,"0"-1,0 0,0 0,1 0,0-1,0 0,1 0,0-1,-1 1,1-1,1-1,-1 1,1-1,-1-1,1 1,3-1,134 32,28 9,-165-40,-1 1,0-1,0 1,0 0,0 1,-1 0,1 0,-1 0,-1 1,1 0,-1 0,0 0,0 1,-1-1,1 1,-2 0,1 1,-1-1,0 1,0-1,-1 1,1 7,9 206,-13-218,1-1,0 0,1 1,-1-1,0 0,1 1,-1-1,1 0,0 0,-1 0,1 0,0 1,0-1,1 0,-1-1,0 1,1 0,-1 0,1 0,0-1,-1 1,1-1,0 1,0-1,0 0,0 0,0 0,0 0,0 0,1 0,-1-1,0 1,0-1,1 1,-1-1,0 0,2 0,5-4,0 0,-1-1,0 0,0 0,0-1,-1 0,1 0,-1-1,-1 0,0 0,0-1,0 0,-1 0,0 0,0 0,-1-1,0 0,-1 0,2-7,40-126,-44 141,-1 1,1 0,-1 0,1-1,0 1,-1 0,1 0,-1 0,1 0,0 0,-1 0,1 0,0 0,-1 0,1 0,-1 1,1-1,0 0,-1 0,1 0,-1 1,1-1,-1 0,1 1,-1-1,1 0,-1 1,1-1,-1 1,1-1,-1 1,1-1,-1 1,0-1,0 1,1-1,-1 1,0 0,0-1,1 1,-1-1,0 1,0 0,0-1,0 1,0 0,0-1,0 1,0 0,0-1,0 1,0-1,-1 1,1 0,0-1,0 1,-1-1,2 3,12 36,-10-24,1 0,1 0,0-1,1 0,1 0,0 0,1-1,0 0,1-1,9 10,-16-20,0 0,1 0,0 0,-1 0,1 0,0-1,0 1,0-1,0 0,0 0,0 0,1 0,-1-1,0 1,0-1,1 0,-1 0,0 0,0 0,1 0,-1-1,0 1,0-1,1 0,-1 0,0 0,0-1,0 1,-1-1,1 0,0 1,0-1,-1-1,1 1,-1 0,0 0,0-1,0 1,2-3,9-12,-1-1,0 0,-1-1,-1 0,-1-1,-1 0,0 0,-2-1,0 0,-2 0,0 0,1-20,-16 130,9-75,1 0,0 0,1 0,0 0,1 0,1-1,0 1,1 0,0 0,1-1,1 0,0 0,1 0,29 14,-18-25</inkml:trace>
  <inkml:trace contextRef="#ctx0" brushRef="#br1" timeOffset="-101454.597">18372 9186,'11'13,"13"8,3-1</inkml:trace>
  <inkml:trace contextRef="#ctx0" brushRef="#br1" timeOffset="-101288.522">18773 9560,'0'16,"2"12,1 8,0 4,1 1,1-2,1-9,2-8,0-8</inkml:trace>
  <inkml:trace contextRef="#ctx0" brushRef="#br1" timeOffset="-101125.957">18786 8985,'0'0</inkml:trace>
  <inkml:trace contextRef="#ctx0" brushRef="#br1" timeOffset="-69559.59">7757 11458,'11'21,"13"15,12 11,8 9,9 2,4-1,-1-2,-3-4,-6-6,-9-9,-10-10</inkml:trace>
  <inkml:trace contextRef="#ctx0" brushRef="#br1" timeOffset="-69303.276">8091 11364,'-16'21,"-9"17,-6 17,0 12,2 11,0 6,3 4,5 1,4-5,6-18</inkml:trace>
  <inkml:trace contextRef="#ctx0" brushRef="#br1" timeOffset="-69051.945">8399 11779,'-10'16,"-4"12,0 10,1 6,5 6,2 5,5 3,5 2,3-4,4-3,0-11</inkml:trace>
  <inkml:trace contextRef="#ctx0" brushRef="#br1" timeOffset="-68787.856">8626 11431,'-2'16,"3"14,9 14,9 8,11 5,9 3,7-1,5-1,3-7,-1-5,-5-7,-6-9,-10-10</inkml:trace>
  <inkml:trace contextRef="#ctx0" brushRef="#br1" timeOffset="-68623.296">8987 11431,'-16'16,"-10"17,-2 16,-2 13,0 10,1 7,3 1,5-4,5-6,5-15</inkml:trace>
  <inkml:trace contextRef="#ctx0" brushRef="#br1" timeOffset="-68291.008">9227 11926,'0'6,"-1"0,1-1,0 1,1-1,-1 1,1-1,0 1,1-1,-1 1,1-1,0 0,0 0,1 0,0 0,0 0,0 0,0-1,1 1,-1-1,1 0,0 0,1-1,-1 1,1-1,-1 0,1 0,0 0,2 0,3 0,0 0,1-1,-1 0,1-1,0 0,-1-1,1 0,0-1,-1 0,1 0,-1-1,1-1,-1 0,0 0,0-1,0 0,-1-1,1 0,-1 0,0-1,-1 0,1-1,-1 0,0 0,-1-1,0 0,3-3,-8 7,1-1,-1 1,1 0,-1-1,-1 1,1-1,0 0,-1 1,0-1,0 0,-1 0,1 0,-1 1,0-1,0 0,-1 0,0 0,0 0,0 0,0 1,0-1,-1 0,0 1,0 0,0-1,-1 1,0 0,1 0,-1 0,-1 0,1 1,0-1,-1 1,0 0,0 0,0 0,-3-1,-2-2,0 1,-1 0,0 0,0 1,0 1,0 0,0 0,-1 1,1 0,-1 1,0 0,0 0,1 1,-1 1,-4 0,8 0,1 0,0 0,0 1,0-1,1 1,-1 1,0-1,1 1,-1 0,1 0,0 0,0 1,0 0,0 0,1 0,0 1,-1-1,2 1,-1 0,0 0,1 1,0-1,1 1,-1-1,1 1,0 0,0 0,-3 21</inkml:trace>
  <inkml:trace contextRef="#ctx0" brushRef="#br1" timeOffset="-67805.276">10137 11512,'20'4,"19"2,15 0,16-4,10-1,7-4,1-2,-3 1,-8 1,-16 3,-18 2</inkml:trace>
  <inkml:trace contextRef="#ctx0" brushRef="#br1" timeOffset="-67489.117">10457 11204,'23'22,"0"-2,2 0,0-1,1-1,1-2,0-1,28 11,-19-7,-7-5,-8-5,-1 1,0 0,-1 2,0 0,-1 1,-1 1,0 1,0 0,6 10,-21-22,1 1,-1 0,0 1,0-1,0 0,0 0,-1 1,0-1,0 1,0 0,0-1,-1 1,1 0,-1-1,-1 1,1-1,-1 1,1 0,-1-1,-1 1,1-1,-1 1,1-1,-1 0,0 0,-1 0,1 0,-1 0,-1 1,-7 10,-1-1,-1-1,0 0,-1-1,0 0,-13 8,-171 97,148-93</inkml:trace>
  <inkml:trace contextRef="#ctx0" brushRef="#br1" timeOffset="-62321.188">17181 11191,'-7'-2,"-1"0,0 0,1 1,-1 0,0 1,0 0,0 0,0 1,1-1,-1 2,0-1,1 1,-1 0,1 1,-1 0,1 0,0 1,1-1,-1 2,0-1,1 1,0 0,0 0,1 0,-1 1,1 0,0 0,1 0,-1 1,1 0,1 0,-1 0,1 0,0 1,2-5,-1 1,1-1,0 0,0 1,0-1,1 0,-1 1,1-1,0 1,0-1,0 1,1-1,-1 1,1-1,-1 1,1-1,1 1,-1-1,0 0,1 0,-1 0,1 0,0 0,0 0,0 0,0 0,1-1,-1 1,1-1,0 0,1 1,12 4,0-1,0 0,0-1,1-1,0-1,0 0,0-1,0-1,0-1,1 0,-1-1,0-1,0-1,12-3,22-2,-1-3,0-2,-1-2,6-4,-33 11,-21 8,-1 0,1 0,-1 1,0-1,1 0,-1 0,1 1,-1-1,0 0,1 0,-1 1,0-1,1 0,-1 1,0-1,0 1,1-1,-1 0,0 1,0-1,0 1,1-1,-1 0,0 1,0-1,0 1,0-1,0 1,0-1,0 1,0-1,0 1,0-1,0 1,0-1,0 0,-1 1,1-1,0 1,0-1,0 1,-1-1,1 0,0 1,0-1,-1 0,1 1,0-1,-1 0,1 1,0-1,-1 0,1 0,-1 1,1-1,-2 4,1-1,0-1,0 1,1-1,-1 1,1-1,-1 1,1-1,0 1,0 0,0-1,0 1,0-1,1 1,-1-1,1 1,0-1,0 1,0-1,0 1,0-1,0 0,1 0,-1 1,1-1,-1 0,1 0,0-1,0 1,0 0,0 0,0-1,0 0,0 1,1-1,-1 0,0 0,1 0,-1 0,1-1,-1 1,2 0,4 1,-1-1,1 0,0 0,0 0,0-1,-1 0,1-1,0 1,0-2,-1 1,1-1,-1 0,1-1,-1 1,0-1,0-1,1 0,-4 2,0-1,0 1,0-1,-1 0,1 0,-1 0,0-1,0 1,0-1,0 0,0 0,-1 0,0 0,0 0,0 0,0 0,-1-1,0 1,1-1,-2 1,1-1,0 0,-1 1,0-1,0 1,-1-1,1 0,-1 1,0-2,-1-2,-1 0,0 0,-1 0,0 1,0 0,0-1,-1 2,0-1,0 0,-1 1,0 0,0 0,0 1,-1 0,0 0,0 0,0 1,0 0,-1 1,1-1,-1 1,0 1,0 0,0 0,-1 0,1 1,0 0,-1 1,1 0,0 0,-1 0,1 1,0 1,0 0,-1 0,1 0,0 1,1 0,-1 0,1 1,-1 0,1 1,-5 3,10-6,1-1,-1 0,1 0,0 0,-1 1,1-1,0 1,0-1,0 1,0-1,0 1,0 0,0-1,0 1,1 0,-1 0,1-1,-1 1,1 0,0 0,0 0,0 0,0 0,0 0,0 0,0-1,1 1,-1 0,1 0,-1 0,1-1,0 1,-1 0,1 0,0-1,0 1,0-1,1 1,-1-1,0 1,0-1,1 0,-1 0,1 1,-1-1,1 0,0-1,-1 1,1 0,0 0,0-1,-1 1,1-1,2 1,12 2,0 0,0-2,1 1,-1-2,0-1,1 0,-1 0,0-2,0 0,0-1,0-1,0 0,9-5,0 1,0-1,-1-1,0-1,-1-1,0-1,-1-1,-1-1,0-1,-2-1,0-1,0 0,-2-1,-1-1,0-1,-1 0,-2-1,0-1,-2 0,9-24,-11 14,0 1,-3-2,-1 1,-1 0,-2-1,-1 0,-2 1,-3-19,-24-50,27 99,-1 0,0 0,0 0,-1 0,1 1,-1-1,0 0,0 1,0 0,-1 0,1 0,-1 0,1 0,-1 1,0 0,0 0,0 0,0 0,0 0,-1 1,-2-1,2 2,1 0,-1 0,0 0,1 1,-1-1,1 1,-1 0,1 1,-1-1,1 1,0 0,-1 0,1 0,0 1,1-1,-1 1,0 0,1 0,-1 0,1 1,0-1,-1 3,-54 91,47-66,0 2,3-1,0 1,3 0,0 0,2 1,2-1,1 1,1-1,2 1,1-1,7 23,-6-34,1 0,1-1,1 0,0-1,2 0,1 0,0-1,1-1,1 1,1-2,0 0,1-1,1 0,1-1,0-1,1-1,0 0,1-2,0 0,1-1,6 2,-21-10,0 1,1-1,-1-1,1 1,-1-1,1 0,0 0,-1-1,1 0,0 0,0 0,-1 0,1-1,0 0,-1 0,1-1,-1 0,1 0,-1 0,0 0,0-1,0 0,0 0,0 0,-1-1,0 1,1-1,-1 0,0 0,0-2,2-3,-6 8,1-1,-1 1,0 0,1-1,-1 1,1 0,0 0,-1 0,1-1,0 1,0 0,0 0,-1 0,1 0,0 0,1 0,-1 1,0-1,0 0,0 0,0 1,1-1,-1 1,0-1,0 1,1 0,-1-1,0 1,1 0,-1 0,0 0,1 0,-1 0,1 0,-1 0,0 0,1 1,-1-1,0 0,0 1,1-1,-1 1,0 0,27 24,38 23,-57-45,0 0,1-1,-1 1,1-2,0 0,-1 0,1 0,0-1,0-1,-1 0,1 0,0-1,-1 0,0-1,1 0,0-1,-5 3,-1-1,1-1,0 1,-1-1,0 1,0-1,0-1,0 1,0-1,-1 1,1-1,-1 0,0 0,0 0,0-1,-1 1,0-1,0 1,0-1,0 0,-1 0,1 0,-1 0,0 0,-1 0,0 0,1 0,-1 0,-1 0,1 0,-1-2,-1 1,0 0,0-1,0 1,0 0,-1 0,0 0,-1 0,1 1,-1 0,0-1,0 1,-1 0,1 1,-1-1,0 1,-1 0,1 0,-1 1,1 0,-1 0,0 0,0 0,-1 1,1 0,-4-1,2 1,0 0,0 0,0 1,-1 0,1 1,0-1,0 1,-1 1,1 0,0 0,0 0,0 1,0 1,0-1,1 1,-1 0,1 1,-1 0,1 0,-3 3,7-5,0 1,0-1,1 1,-1-1,1 1,0 0,0 0,0 0,0 0,0 0,1 0,0 1,-1-1,1 1,0-1,1 1,-1-1,0 1,1-1,0 1,0-1,0 1,0 0,1-1,-1 1,1-1,0 1,0-1,1 1,-1-1,0 0,1 0,0 0,0 0,0 0,0 0,0 0,1 0,-1-1,3 2,5 4,0 0,1 0,0-2,0 1,1-1,0-1,0 0,4 0,48 16</inkml:trace>
  <inkml:trace contextRef="#ctx0" brushRef="#br1" timeOffset="-61923.253">19133 11298,'-1'-10,"0"-1,-1 1,-1 0,1 0,-2 1,1-1,-2 1,1-1,-1 1,0 0,-1 1,0-1,0 1,-1 1,0-1,-1 1,0 0,0 1,0 0,0 0,-1 1,0 0,0 0,-1 1,1 0,-1 1,0 0,-10-2,15 5,0-1,0 1,0 0,0 1,0-1,0 1,0 0,0 0,0 0,0 1,1 0,-1 0,0 0,1 0,0 1,-1 0,1 0,0 0,0 0,1 0,-1 1,1 0,0 0,0 0,0 0,0 0,1 1,-1-1,1 3,-2 0,1 1,0 0,0 0,1 0,0 1,0-1,1 0,0 1,0-1,1 1,1-1,-1 1,1-1,1 1,-1-1,1 0,2 3,-3-7,1 0,0 0,0 0,0 0,0-1,1 1,-1-1,1 0,0 1,0-1,0-1,1 1,-1 0,1-1,-1 0,1 1,0-2,0 1,0 0,0-1,0 1,0-1,0 0,1-1,-1 1,0-1,0 0,3 0,2-1,-1 1,1-2,-1 1,0-2,1 1,-1-1,0 0,-1 0,1-1,0 0,-1-1,0 1,7-7,-4 1,1 0,-1 0,-1-1,0-1,-1 0,0 0,0 0,-2-1,1 0,-2-1,0 1,0-1,-1 0,-1 0,-1 0,0-1,0-5,-2 20,0 0,-1 1,1-1,-1 0,1 0,0 0,-1 0,1 0,0 0,-1 0,1 0,0 0,-1-1,1 1,0 0,-1 0,1 0,0 0,-1 0,1-1,0 1,-1 0,1 0,0 0,0-1,-1 1,1 0,0-1,0 1,-1 0,1 0,0-1,0 1,0 0,0-1,0 1,-1 0,1-1,0 1,0 0,0-1,0 1,0-1,0 1,0 0,0-1,0 1,-16 32,12-18,0 0,1-1,0 2,1-1,0 0,1 0,1 1,0 0,0-10,1-1,-1 1,1-1,-1 1,1-1,1 0,-1 1,0-1,1 0,0 0,0 0,0 0,1-1,-1 1,1 0,0-1,0 0,0 0,0 0,1 0,-1 0,1-1,0 1,0-1,0 0,0 0,0 0,1-1,25 4,-1-7</inkml:trace>
  <inkml:trace contextRef="#ctx0" brushRef="#br1" timeOffset="-61157.781">19414 11044,'16'32,"-3"1,0 1,-2 0,-2 0,-1 1,-2 0,0 8,-5-34,8 36,-8-44,-1 0,1 0,-1 0,1 0,0-1,-1 1,1 0,0 0,0-1,-1 1,1 0,0-1,0 1,0-1,0 1,0-1,0 0,0 1,0-1,0 0,0 0,0 0,0 1,0-1,0 0,0 0,0 0,0-1,0 1,0 0,0 0,0-1,0 1,0 0,0-1,0 1,0-1,-1 1,1-1,0 1,0-1,12-8,0-1,0-1,-1 1,-1-2,0 0,0 0,-1-1,-1 0,0-1,-1 0,5-11,46-136,-56 208,-3-39,-1 4,-1 0,2 1,0-1,0 0,1 0,1 0,0 0,0 0,1-1,1 1,0-1,1 1,0-1,6 9,-8-16,0-1,1 0,-1-1,1 1,0 0,0-1,0 0,0 0,0 0,0-1,1 1,-1-1,0 0,1 0,-1-1,1 1,-1-1,1 0,-1 0,1-1,-1 1,1-1,-1 0,1 0,-1 0,0-1,4-1,107-60,41-28,-77 30,-76 59,-1 0,0 0,-1 0,1-1,0 1,-1 0,1-1,-1 0,0 1,0-1,0 0,0 1,0-1,0 0,-1 0,0 0,1 0,-1 0,0 1,0-1,-1 0,1 0,-1 0,1 0,-1 0,0 1,0-1,0 0,0 1,-1-1,1 1,-2-2,1 0,-1 1,0 0,0 0,0 0,0 1,0-1,0 1,-1-1,1 1,-1 0,0 0,1 1,-1-1,0 1,0 0,0 0,0 0,0 1,-1-1,1 1,0 0,0 0,0 0,0 1,0-1,0 1,-3 1,-2 0,1 1,0 0,1 1,-1-1,1 1,-1 1,1 0,0 0,1 0,-1 0,1 1,0 0,0 2,1-3,0 0,1 0,0 0,0 1,0 0,1 0,-1 0,1 0,1 1,0-1,-1 1,2-1,-1 1,1 0,0 0,1 0,-1 0,1-1,1 1,-1 0,1 0,0 0,1 0,0-1,0 1,0-1,1 1,0-1,0 0,0 0,1 0,0 0,0-1,1 0,-1 0,3 2,9 3,0 0,1-1,0-1,0-1,0 0,1-2,0 0,0 0,1-2,-1 0,1-1,0-1,0-1,-1-1,1 0,0-2,10-2,47-11,-10-4</inkml:trace>
  <inkml:trace contextRef="#ctx0" brushRef="#br1" timeOffset="-65742.7">11914 11418,'-14'-6,"-1"1,1 1,-1 0,0 1,0 1,0 0,-13 0,23 3,0-1,-1 0,1 1,0 0,0 0,-1 1,1-1,0 1,1 1,-1-1,0 0,1 1,-1 0,1 0,0 0,0 1,0 0,0-1,0 1,1 0,0 1,0-1,-2 5,0 0,1 1,0-1,0 1,1 0,1 0,0 0,0 0,1 0,0 0,0 1,2-1,-1 0,2 5,-2-11,0 0,1 0,0-1,0 1,0 0,1 0,-1 0,1-1,0 1,0 0,0-1,0 0,1 0,0 1,-1-2,1 1,0 0,0 0,1-1,-1 0,0 1,1-1,-1-1,1 1,0 0,0-1,-1 0,1 0,0 0,0 0,0-1,0 1,0-1,4 0,0-1,-1 0,1 0,-1-1,1 0,-1 0,1-1,-1 1,0-2,0 1,-1-1,1 0,-1 0,0-1,0 0,0 0,0-1,-1 1,0-1,0 0,2-5,2-3,0 0,-1 0,0-1,-1-1,-1 1,0-1,-2 0,0 0,0-3,0 0,-1 0,-2 0,0 0,0-1,-3-17,-5 50,2 11,2 1,1-1,1 1,1-1,1 1,2-1,0 1,4 9,-6-28,2 0,-1 0,1 0,0 0,0-1,0 1,1-1,0 0,0 0,0 0,1-1,0 1,-1-1,2 0,-1-1,0 1,1-1,-1 0,1 0,0-1,0 0,0 0,0 0,1-1,-1 1,0-2,1 1,3-1,52-2,-2-6</inkml:trace>
  <inkml:trace contextRef="#ctx0" brushRef="#br1" timeOffset="-64789.247">12676 11324,'-17'0,"-1"2,1 0,-1 0,1 2,0 0,0 1,0 0,1 2,0 0,-15 9,22-11,1 0,0 0,1 1,-1 0,1 1,0 0,0 0,1 0,0 1,0 0,1 0,0 0,1 1,-1-1,2 1,-1 0,1 1,1-1,0 0,-1 5,2-10,1 0,0 0,0 0,0-1,0 1,1 0,-1 0,1 0,0 0,0-1,0 1,1-1,-1 1,1-1,0 1,0-1,0 0,0 0,1 0,-1 0,1 0,0 0,0-1,0 1,0-1,0 0,0 0,1 0,-1-1,1 1,3 0,2 1,0 0,0-1,0 0,0-1,0 0,1-1,-1 0,0 0,1-1,-1 0,0 0,9-3,-2-3,0 0,0-1,-1 0,0-1,0-1,-1-1,0 0,-1 0,-1-1,1-1,-2 0,0-1,-1 0,0-1,-1 0,0 0,-2-1,0 0,0 0,-2-1,0 0,-1 0,0 0,-2 0,0-1,-1 1,-1-13,-1-36,-3 0,-2 0,-4 1,-3 0,-8-22,-8 5,18 81,-2 80,10 11,4-1,3 1,4-1,5 0,16 57,-29-146,2 15,0 0,1-1,1 1,1-1,0 0,1 0,0-1,1 1,0-1,1-1,1 0,0 0,1 0,0-1,7 6,-13-15,0 0,1 0,-1 0,0 0,1-1,-1 0,1 0,0 0,-1 0,1-1,0 0,-1 0,1 0,0 0,-1-1,1 0,-1 0,1 0,-1 0,1-1,-1 0,0 0,0 0,1 0,-2-1,1 0,2-1,4-4,-1 0,-1 0,0-1,0 0,0 0,-1 0,-1-1,0 0,0-1,2-5,-4 5,1-1,-2 1,0-1,0 0,-1-1,0 1,-1 0,-1-1,0 1,0 0,-1-1,-1 1,0 0,-1 0,0 0,-1 0,0 1,-1-1,0 1,-1 0,0 0,-1 1,0 0,-1 0,0 1,-8-9,-5 7,31 15,0 1,0-2,1 0,0 0,0-1,0 0,0 0,10-1,1 1,-13-3,1 1,-1 0,0 1,1 0,-1 1,0 0,0 0,1 1,-2 0,1 0,0 1,-1 0,1 1,-1 0,-1 0,1 1,-1 0,0 0,0 1,0-1,-1 2,0-1,-1 1,0-1,2 4,-3 5,-1 0,0 0,-1 0,0 0,-2 0,0 1,-1 3,6 82,-4-99,0 1,0-1,0 1,0 0,0-1,1 0,0 1,-1-1,1 0,1 0,-1 0,0 0,1 0,-1-1,1 1,0-1,0 1,0-1,0 0,0 0,0 0,1-1,-1 1,1-1,-1 0,1 0,0 0,-1 0,1-1,2 1,2-1,0 0,0 0,0-1,1 0,-1 0,-1-1,1 0,0-1,0 1,-1-1,1-1,-1 1,5-5,0-1,-2-1,1 0,-1-1,0 0,-1-1,-1 0,0 0,0 0,-1-1,-1-1,0 1,-1-1,0 0,-1 0,-1 0,0-1,-1 1,-1-1,0 0,-1 1,-1-10,-8-32,9 55,0 0,-1-1,1 1,0-1,-1 1,0 0,1-1,-1 1,0 0,1-1,-1 1,0 0,0 0,0 0,0 0,0 0,-1 0,1 0,0 0,0 1,0-1,-1 0,1 1,0-1,-1 1,1-1,-1 1,1 0,-1-1,1 1,0 0,-1 0,1 0,-1 0,0 0,-2 3,-1-1,1 1,0 0,-1 1,1-1,1 1,-1-1,0 1,1 0,0 0,0 1,0-1,1 1,-1-1,1 1,0 0,-1 3,-2 4,-1 1,2 0,0 0,0 1,1-1,1 1,0 0,1-1,0 1,2 7,-1-15,1-1,-1 0,1 1,0-1,1 0,0 0,-1 0,2 0,-1 0,0 0,1 0,0-1,0 1,1-1,-1 0,1 0,0 0,0-1,0 1,0-1,0 0,1 0,0-1,0 1,-1-1,1 0,1 0,-1 0,96 5,-52-14</inkml:trace>
  <inkml:trace contextRef="#ctx0" brushRef="#br1" timeOffset="-64437.188">14026 11191,'-19'2,"-1"2,1 0,0 1,0 1,1 0,0 2,0 0,0 1,1 1,1 0,-6 6,20-15,0 0,1 0,-1 0,0 0,1 0,-1 1,1-1,0 1,0-1,-1 1,1-1,0 1,0 0,0 0,0-1,1 1,-1 0,1 0,-1 0,1 0,-1 0,1 0,0 0,0 0,0 0,0 0,0 0,0 0,1 0,-1 0,1 0,-1 0,1-1,0 1,0 0,0 0,0-1,0 1,0 0,0-1,1 1,-1-1,0 1,1-1,-1 0,2 1,15 11,1-2,1 0,-1-1,2 0,0-2,8 2,37 16,19 21,-81-45,-1 1,1 0,-1-1,1 1,-1 0,0 1,-1-1,1 1,0-1,-1 1,0 0,0 0,0 0,0 0,-1 0,1 0,-1 0,0 0,-1 1,1 2,-1-3,-1 0,1-1,-1 1,0-1,0 0,0 1,-1-1,1 0,-1 0,0 1,0-1,0-1,0 1,-1 0,1 0,-1-1,1 1,-1-1,0 0,0 0,0 0,0 0,0-1,-1 1,-82 26,75-25,-1-1,1 0,-1-1,1 0,-1-1,1 0,-1-1,1-1,0 1,-1-2,1 0,0 0,0-1,10 4,-1-1,1 1,0-1,0 1,0-1,0 0,0 0,0 0,0 1,0-1,0 0,0 0,0 0,0 0,0 0,1-1,-1 1,1 0,-1 0,1 0,-1-1,1 1,0 0,-1-1,1 1,0 0,0 0,0-1,0 1,0 0,0-1,0 1,1 0,-1-1,0 1,1 0,-1 0,1-1,-1 1,1 0,0 0,-1 0,1 0,0 0,0 0,0 0,0 0,0 0,1 0,18-19</inkml:trace>
  <inkml:trace contextRef="#ctx0" brushRef="#br1" timeOffset="-63558.992">14655 11392,'-17'-13,"-1"0,0 2,-1 0,0 1,-1 1,0 0,0 2,-1 1,0 0,-6 0,24 5,0 1,-1-1,1 1,-1 0,1 0,-1 0,1 0,-1 0,1 1,0 0,-1 0,1 0,0 0,-1 0,1 0,0 1,0 0,0-1,0 1,1 0,-1 1,0-1,1 0,0 1,-1 0,1-1,0 1,0 0,0 0,1 0,-1 0,1 0,0 0,0 1,0-1,0 1,-3 10,2-1,0 1,0-1,1 1,1 0,0 0,1-1,1 1,0 0,1 1,-2-9,1 0,-1 0,1 0,0 0,1-1,-1 1,1-1,0 1,1-1,-1 0,1-1,0 1,0-1,1 1,-1-1,1 0,0-1,0 1,0-1,0 0,1 0,-1-1,6 2,-5-3,-1 0,1 0,-1 0,1-1,-1 0,1 0,0-1,-1 0,1 0,-1 0,0 0,1-1,-1 0,0 0,0 0,0-1,0 0,0 0,-1 0,1 0,-1-1,0 0,0 1,0-2,2-3,4-4,0 0,-2-1,1-1,-2 0,0 0,0 0,-1-1,2-10,4-19,1 184,15-73,-26-65,-1 0,0 0,0-1,1 1,-1-1,1 1,0-1,-1 0,1 0,0 0,0 0,-1 0,1 0,0 0,0 0,0-1,0 1,0-1,0 1,1-1,-1 0,0 0,0 0,0 0,0 0,0-1,0 1,0-1,0 1,0-1,0 1,0-1,1-1,6-4,-1-1,1-1,-1 1,-1-1,1-1,-1 0,-1 0,1 0,-2 0,1-1,-2 0,1-1,-1 1,0-1,-1 1,1-12,6-18,-2-2,-2 1,-2-1,-1-21,-3 62,-1 0,1 0,-1 0,1 0,-1 0,1 0,0-1,0 1,0 0,-1 0,1 0,0 0,0 0,1 0,-1-1,0 1,0 0,0 0,1 0,-1 0,1 0,-1 0,1 0,-1 0,1 0,-1 0,1 0,0 0,0 0,-1 1,1-1,0 0,0 1,0-1,0 0,0 1,0-1,0 1,0-1,0 1,0 0,0-1,0 1,0 0,1 0,-1 0,0 0,0 0,0 0,0 0,0 0,0 0,1 0,-1 1,0-1,0 1,43 15,0-1,1-2,38 6,-65-15,-13-3,3-1,0 1,-1 0,1 0,-1 1,0 0,1 0,-1 0,0 1,0 1,-1-1,1 1,-1 0,1 0,-1 1,0 0,-1 0,1 0,-1 1,0-1,-1 1,1 1,-1-1,2 6,-4-3,-1 1,0-1,-1 1,0-1,0 1,-1 0,-1-1,1 0,-4 9,3-9,0 0,0 1,1-1,0 1,0-1,1 1,1-1,0 1,1 5,-1-12,0 0,0 0,1 0,-1 0,1 0,0 0,0 0,0-1,0 1,1-1,-1 0,1 1,-1-1,1 0,0-1,0 1,0 0,0-1,0 1,0-1,0 0,0 0,0 0,4 0,80 1,-70-4,-2 0,1-2,0 0,-1-1,1 0,-1-1,-1-1,1 0,-1-1,-1-1,1 0,-1-1,-1 0,0-1,-1-1,0 1,0-2,-1 0,-1 0,0 0,-1-1,0-1,1-6,-6 16,-2 1,1-1,0 1,-1-1,0 0,0 1,-1-1,1 0,-1 0,0 0,0 0,-1 1,1-1,-1 0,0 0,-1 1,1-1,-1 0,0 1,0 0,0-1,0 1,-1 0,0 0,0 0,0 0,0 1,0-1,-1 1,0 0,0 0,0 0,0 1,0-1,0 1,-4-2,4 4,1 0,-1-1,1 1,-1 1,0-1,1 0,-1 1,1 0,0 0,-1 0,1 0,0 0,-1 1,1-1,0 1,0 0,0 0,0 0,1 1,-1-1,0 1,1-1,0 1,0 0,-1 0,-2 5,-1 0,2 0,-1 0,1 0,1 1,-1-1,1 1,1 0,-1 2,2-4,0 0,0 0,1 0,0 0,0 0,1 0,0 0,0 0,0-1,1 1,0 0,0 0,1-1,0 0,0 1,0-1,1 0,0-1,0 1,1-1,-1 1,1-1,0-1,1 1,-1-1,1 0,0 0,5 3,13 3,0-1,1-1,0 0,0-2,0-1,1-2,0 0,-1-1,6-2,62 3</inkml:trace>
  <inkml:trace contextRef="#ctx0" brushRef="#br1" timeOffset="-140458.848">11219 3410,'-9'38,"2"0,1 0,3 1,0-1,3 1,1 0,2 2,-1-6,10 767,3-585,13 18,10 120,12 1011,-48-1037,1-286</inkml:trace>
  <inkml:trace contextRef="#ctx0" brushRef="#br1" timeOffset="-138388.991">11193 3424,'6'-4,"0"0,0 1,1 0,0 0,-1 0,1 1,0 0,0 1,1-1,-1 1,0 1,0-1,0 1,1 0,5 2,5-2,922-41,191-13,-121 4,-801 42,686-62,-715 53,237-7,103 20,-200 4,660-27,182 28,-597 26,-440-14,-122-11,0 0,-1 1,1-1,-1 1,0 0,0 0,0-1,0 1,0 1,0-1,-1 0,0 0,0 0,0 1,0-1,0 1,0-1,-1 1,0-1,0 1,0-1,0 1,0-1,-1 1,0-1,1 0,-1 1,0-1,-1 2,0 17,6 323,3-126,-7-116,0 85,8 0,23 128,125 481,-137-639,-13-91,3-1,3 0,4 4,25 60,-23-79,-1 1,-4 1,-1 0,-1 18,-4 163,-9-178,2 1,3-1,2 0,3 0,2-1,7 19,-16-71,1 4,0 1,0-1,1 0,-1 0,2 0,-1 0,1 0,0-1,0 1,1-1,0 0,0-1,0 1,5 3,3-4</inkml:trace>
  <inkml:trace contextRef="#ctx0" brushRef="#br1" timeOffset="-136591.556">11380 6900,'-15'116,"6"1,5 1,10 90,-5-191,0-6,-1 0,1-1,1 1,0-1,0 1,1-1,0 0,1 0,3 6,-5-14,0 0,1-1,-1 1,0-1,1 0,-1 0,0 0,1 0,0 0,-1 0,1-1,-1 1,1-1,0 0,-1 0,1 0,0 0,-1 0,1-1,0 1,-1-1,1 1,-1-1,1 0,-1 0,1 0,-1-1,0 1,0 0,1-1,-1 0,0 1,0-1,6-3,15-6,0 1,1 1,-1 1,2 1,-1 1,1 1,11 0,96-3,87 8,4 1,94-23,48-19,-25 1,702-33,-116-2,-675 50,896-31,-863 44,161-32,-207 16,176 4,369-10,-147-2,-31 14,-459 23,-86 13,-60-14,1 0,-1 1,0-1,0 0,0 1,0-1,0 0,0 1,0-1,0 0,0 0,0 1,0-1,0 0,0 1,0-1,0 0,0 1,0-1,0 0,0 0,-1 1,1-1,0 0,0 0,0 1,0-1,-1 0,1 0,0 1,0-1,-1 0,1 0,0 0,0 0,-1 1,1-1,0 0,-1 0,1 0,0 0,0 0,-1 0,1 0,0 0,-1 0,1 0,0 0,-1 0,1 0,0 0,0 0,-1 0,1 0,0 0,-1 0,1 0,-11 1</inkml:trace>
  <inkml:trace contextRef="#ctx0" brushRef="#br1" timeOffset="-134458.656">11259 5469,'193'-14,"18"15,84 16,-80-6,66-11,-128-2,15 3,424-12,234-19,15-5,-532 16,1017-88,-33 41,-566 38,-82-10,-522 26,-18-1,-49 2,-53 6</inkml:trace>
  <inkml:trace contextRef="#ctx0" brushRef="#br1" timeOffset="-133506.687">13318 3344,'23'222,"-8"-122,18 270,-17 12,-6-94,12 0,29 109,-25-264,4 20,3 86,-21-46,-9 0,-10 26,-31 247,45-368,-1-80</inkml:trace>
  <inkml:trace contextRef="#ctx0" brushRef="#br1" timeOffset="-132718.058">15845 3170,'20'518,"39"150,-58-666,21 216,48 564,-23 357,-28-943,-18-191,-1-3,1 0,-1-1,0 1,0 0,1 0,-1 0,0 0,-1-1,1 1,0 0,0 0,-1 0,1-1,-1 1,0 0,1 0,-1-1,0 1,0-1,0 1,-1 0,-6 4</inkml:trace>
  <inkml:trace contextRef="#ctx0" brushRef="#br1" timeOffset="-131775.538">17770 3183,'0'23,"16"896,-5-714,16 471,-22-463,27 169,-14-208,-5 163,-13-238,-2-4,4 0,12 63,7-39,11 101,-32-197</inkml:trace>
  <inkml:trace contextRef="#ctx0" brushRef="#br1" timeOffset="-130837.022">16072 6765,'0'3,"0"5,0 5,0 6,2 8,1 9,0 7,0 6,1 1,2-1,3-5,1-9,0-11</inkml:trace>
  <inkml:trace contextRef="#ctx0" brushRef="#br1" timeOffset="-129254.909">9000 2194,'27'25,"36"41,4-3,2-2,2-4,3-3,4-2,12 1,2-3,2-5,60 19,-94-42,-14-7,-1 2,-1 1,0 3,-2 1,0 3,-2 1,0 2,10 11,72 93,-95-98,2-3,0 0,2-1,1-2,2-2,0-1,4 1,101 53,-122-70,1 0,0-1,0-1,1 0,-1-2,2 0,8 1,55 16,92 41,-138-45,-37-15</inkml:trace>
  <inkml:trace contextRef="#ctx0" brushRef="#br1" timeOffset="-126771.707">13558 6939,'0'18,"3"11,0 5,0 3,2 1,2-3,0-2,0-4,1-6,-1-3,0-8,-1-11,-3-5</inkml:trace>
  <inkml:trace contextRef="#ctx0" brushRef="#br1" timeOffset="-99252.888">8759 2956,'22'-3,"133"-3,-148 7,-1 0,0 0,0 1,0-1,-1 1,1 1,0-1,-1 1,1 0,-1 0,0 0,0 1,0 0,0 0,-1 0,0 1,0-1,0 1,0 0,-1 0,1 1,-1-1,-1 1,1-1,-1 1,0 0,0 0,0 5,1 10,-1-1,-1 1,-1-1,-1 1,-1 0,-1-1,0 0,-2 0,-1 5,-14 83,20-108,0 1,-1-1,1 1,0-1,-1 1,1-1,0 1,-1-1,1 1,0-1,0 1,0-1,0 1,-1 0,1-1,0 1,0-1,0 1,0-1,0 1,0 0,1-1,-1 1,0-1,0 1,0-1,0 1,1 0,-1-1,0 1,1-1,-1 1,0-1,1 0,-1 1,0-1,1 1,-1-1,1 0,-1 1,1-1,-1 0,1 1,-1-1,1 0,-1 0,1 1,0-1,-1 0,1 0,-1 0,1 0,0 0,-1 0,1 0,-1 0,1 0,-1 0,1 0,0 0,-1-1,1 1,-1 0,1 0,-1-1,1 1,-1 0,32-30,-8-7,-1-1,-2-1,-2 0,-1-2,-3 0,-1-1,-2-1,1-11,4-5,-31 128,8-43,-7 24,3 1,2 1,1 0,3 21,4-63,0-1,1 1,0-1,1 1,0-1,0 0,1 0,1 0,-1 0,1 0,1-1,-1 1,2-1,-1 0,1-1,0 1,1-1,-1 0,2-1,-1 0,0 0,1 0,0-1,1-1,-1 1,1-1,0 0,0-1,0 0,0-1,5 1,31-7,-30-2</inkml:trace>
  <inkml:trace contextRef="#ctx0" brushRef="#br1" timeOffset="-98902.732">8866 3196,'12'-2,"12"-1,14-2,14 0,9-2,7 0,-1 0,-4 0,-6 2,-10 2,-11 1,-12 1</inkml:trace>
  <inkml:trace contextRef="#ctx0" brushRef="#br1" timeOffset="-98369.001">9495 3316,'59'-11,"-54"11,-1 0,0-1,-1 1,1 0,0 0,-1 1,1-1,0 1,-1 0,1 0,-1 0,1 0,-1 1,0-1,1 1,-1 0,0 0,0 0,0 0,0 1,-1-1,1 1,-1 0,1-1,-1 1,0 0,0 0,0 1,-1-1,1 0,-1 1,0-1,1 1,-2-1,1 1,0 0,0 3,-3 8,0 1,-1 0,-1-1,0 0,-1 0,-1 0,0-1,-1 1,-1-2,0 1,-1-1,0 0,-1-1,-6 7,14-16,-77 106,78-108,1-1,-1 1,1 0,-1 0,1 0,0-1,-1 1,1 0,0 0,0 0,0 0,0-1,-1 1,1 0,0 0,1 0,-1 0,0 0,0-1,0 1,0 0,1 0,-1 0,0-1,1 1,-1 0,0 0,1-1,-1 1,1 0,0-1,-1 1,1 0,-1-1,1 1,0-1,0 1,-1-1,1 1,0-1,0 0,-1 1,1-1,0 0,0 0,0 1,0-1,-1 0,1 0,1 0,50 0,-45-1,196-24,-162 28,-31 2</inkml:trace>
  <inkml:trace contextRef="#ctx0" brushRef="#br1" timeOffset="-95038.929">10310 4587,'-2'7,"-1"1,1 0,1 0,-1 0,1-1,1 1,-1 1,2-1,-1 0,1 0,0 0,0-1,1 1,0 0,1 0,-1-1,2 1,-1-1,1 0,0 0,0 0,5 4,-2-3,1-1,0 0,0-1,1 0,0 0,0-1,0 0,0 0,1-1,0 0,0-1,0 0,0-1,1 0,-1-1,1 0,-1 0,3-1,-9 0,-1-1,1 0,0 0,0 0,0 0,-1 0,1-1,0 0,-1 0,0 0,1 0,-1 0,0 0,0-1,0 0,0 0,-1 0,1 0,-1 0,0 0,1 0,-2-1,1 1,0-1,-1 0,1 1,-1-1,0-1,16-112,-25-14,6 126,1-1,-1 1,0 0,-1-1,1 1,-1 0,0 0,0 1,0-1,-1 1,0 0,0-1,0 2,0-1,0 0,-1 1,0 0,1 0,-1 0,-1 1,-3-2,-1 0,1 0,-1 1,0 0,0 1,0 0,0 1,0 0,0 1,0 0,-1 0,1 1,-9 2,14 0,1 1,-1-1,1 1,0 0,0 0,0 1,1-1,-1 1,1-1,0 1,1 0,-1 1,1-1,0 0,0 1,1-1,-1 1,1-1,0 1,1 0,-1 1,-2 12,0-1,1 0,1 1,1-1,0 1,1-1,1 0,1 1,3 9,4-5</inkml:trace>
  <inkml:trace contextRef="#ctx0" brushRef="#br1" timeOffset="-93502.868">10551 6592,'-1'-1,"1"1,-1-1,1 0,-1 1,1-1,0 1,-1-1,1 0,0 1,-1-1,1 0,0 0,0 1,0-1,-1 0,1 0,0 1,0-1,0 0,0 0,0 1,0-1,1 0,-1 0,0 1,0-1,0 0,1 0,-1 1,0-1,1 0,-1 1,1-1,80-141,-18 25,-63 116,0 1,0-1,0 1,1-1,-1 1,0-1,0 1,0-1,0 1,1-1,-1 1,0-1,0 1,1 0,-1-1,0 1,1-1,-1 1,0 0,1-1,-1 1,1 0,-1 0,1-1,-1 1,1 0,-1 0,0-1,1 1,-1 0,1 0,-1 0,1 0,-1 0,1 0,0 0,-1 0,1 0,-1 0,1 0,-1 0,1 0,-1 1,0-1,1 0,-1 0,1 0,-1 1,1-1,-1 0,1 1,-1-1,0 0,1 1,-1-1,0 0,1 1,-1-1,0 1,0-1,1 1,-1-1,0 1,0-1,0 1,1-1,-1 1,8 36,-8-36,6 61,-2 0,-3 1,-2-1,-8 44,-7 57,15-160,-1-1,1 0,-1 1,0-1,0 0,0 0,0-1,0 1,-1 0,1-1,0 1,-1-1,1 0,-1 0,0 0,1 0,-1 0,0 0,1-1,-1 1,0-1,0 0,0 0,1 0,-1 0,0-1,0 1,0-1,1 1,-1-1,0 0,-1-1,-13 0,2 2,-10-1,37 1,69-6,-1-2,0-4,-1-4,20-8,-64 15,-15 3,-22 5</inkml:trace>
  <inkml:trace contextRef="#ctx0" brushRef="#br1" timeOffset="-59239.361">9735 1913,'0'2,"3"6,2 5,5 8,8 7,8 6,6 3,4 3,1 1,-1-2,-3 0,-2-3,-6-5,-8-6,-6-6</inkml:trace>
  <inkml:trace contextRef="#ctx0" brushRef="#br1" timeOffset="-58990.455">9963 1872,'-2'3,"-4"4,-2 12,-5 10,-4 12,-7 13,-6 9,-2 4,0-2,3-5,6-8,8-13</inkml:trace>
  <inkml:trace contextRef="#ctx0" brushRef="#br1" timeOffset="-55790.419">10176 2181,'0'4,"0"11,0 12,0 10,0 11,-2 8,-1 1,-2-1,0-12</inkml:trace>
  <inkml:trace contextRef="#ctx0" brushRef="#br1" timeOffset="-55489.222">10390 1913,'12'18,"12"13,11 10,10 6,7 2,5 4,-1-2,-3-2,-6-2,-8-3,-12-7,-10-9</inkml:trace>
  <inkml:trace contextRef="#ctx0" brushRef="#br1" timeOffset="-55238.892">10751 1926,'-16'7,"-9"11,-8 12,-5 12,-1 13,3 10,1 6,8 2,8-5,7-13</inkml:trace>
  <inkml:trace contextRef="#ctx0" brushRef="#br1" timeOffset="-54941.343">10938 2381,'6'4,"0"0,1 0,0-1,-1 1,1-1,0-1,1 1,-1-1,0-1,1 1,-1-1,1-1,-1 1,1-1,-1 0,1-1,-1 0,1 0,-1-1,0 0,1 0,-1 0,0-1,-1 0,1-1,0 0,-1 0,0 0,0 0,0-1,0 0,-1-1,0 1,0-1,0 0,-1 0,0 0,0-1,-1 1,4-8,-6 10,1-1,-1 1,0-1,0 1,0-1,-1 1,1-1,-1 0,0 1,-1-1,1 0,-1 1,0-1,0 1,0-1,-1 1,1 0,-1-1,0 1,-1 0,1 0,-1 0,1 0,-1 1,0-1,-1 1,1 0,0 0,-1 0,0 0,-4-3,0 1,0 0,-1 0,1 1,-1 0,0 0,0 1,0 0,-1 1,1 0,-1 1,1 0,-1 0,-1 1,4 0,0 0,0 1,0 0,0 1,1-1,-1 1,0 1,1-1,0 1,-1 0,1 0,0 1,1 0,-1 0,1 0,0 1,0 0,0 0,0 0,1 1,0-1,0 1,-1 2,-10 24</inkml:trace>
  <inkml:trace contextRef="#ctx0" brushRef="#br1" timeOffset="-53853.77">12021 2662,'-7'18,"1"0,0 0,1 1,1 0,1 0,0 1,2-1,0 0,1 1,1-1,1 1,1-1,0 0,4 11,-5-25,0 1,1-1,-1 0,1 0,0 0,0 0,1 0,-1 0,1-1,0 0,1 0,-1 0,1 0,-1-1,1 0,0 0,0 0,0 0,1-1,-1 0,1 0,-1 0,1-1,0 0,0 0,-1 0,1-1,0 0,0 0,0 0,-1-1,1 0,0 0,0 0,-1-1,1 0,3-1,0-1,1 0,-1-1,0 0,0 0,-1-1,0 0,0 0,0-1,-1 0,1-1,-2 0,1 0,-1 0,0-1,-1 1,0-1,-1-1,0 1,0-1,-1 1,0-1,0 0,-1 0,-1-1,0 1,0 0,-1 0,0-1,-1 1,0 0,-2-7,-2 2,-1 0,0 0,-1 1,-1-1,0 2,-1-1,-1 1,0 1,0-1,-2 2,1-1,-9-4,19 14,-1 1,1-1,-1 1,0-1,0 1,1 0,-1 0,0-1,0 2,0-1,0 0,-1 0,1 1,0-1,0 1,0-1,-1 1,1 0,0 0,0 0,0 0,-1 0,1 1,0-1,0 1,0-1,-1 1,1 0,0 0,0 0,0 0,1 0,-1 1,0-1,0 0,0 1,0 1,-10 12,1 2,0-1,2 2,0-1,1 1,0 0,2 1,0 0,1 0,0 7,-3 18,3-7</inkml:trace>
  <inkml:trace contextRef="#ctx0" brushRef="#br1" timeOffset="-53402.976">12596 2756,'-4'16,"0"0,1 0,1 1,0-1,1 1,1-1,0 1,3 12,-3-23,1 0,0-1,1 1,-1-1,1 1,0-1,0 0,1 0,-1 0,1 0,0 0,1 0,-1-1,1 1,0-1,0 0,0-1,1 1,-1-1,1 1,0-1,0-1,0 1,0-1,0 0,1 0,-1 0,0-1,-1-1,0 1,1-1,-1 0,1 0,-1-1,1 1,-1-1,0 0,1 0,-1 0,0-1,0 0,0 1,0-2,0 1,0 0,0-1,-1 1,1-1,-1 0,0-1,59-80,-56 72,-1 0,-1 0,0 0,-1-1,-1 0,0 0,0 0,-1 0,-1 0,0 0,-1 0,0 0,-1 0,0 1,-1-1,-1 1,0-1,-1 1,0 0,-1 0,0 1,-1 0,0 0,-7-8,11 15,-1 0,0 1,0-1,-1 1,1-1,-1 1,0 1,0-1,0 1,0 0,0 0,0 0,-1 1,1-1,0 1,-1 1,1-1,-1 1,1 0,-1 0,1 1,-1-1,1 1,-1 1,1-1,0 1,0 0,-1 0,1 0,1 0,-1 1,0 0,1 0,-5 4,-1 3,0 0,0 0,1 1,0 0,1 1,0 0,1 1,0-1,1 1,1 0,0 1,0-1,2 1,-3 13,-4 26</inkml:trace>
  <inkml:trace contextRef="#ctx0" brushRef="#br1" timeOffset="-51873.417">14401 2608,'-3'12,"-1"-2,1 0,-1 0,2 1,0 0,0-1,1 1,0 0,1 0,0 0,0 0,2 0,-1-1,1 1,1 0,0-1,0 1,2 0,0-6,1 0,0-1,0 0,0-1,0 1,1-1,-1 0,1-1,0 1,0-1,0-1,0 1,0-1,0 0,0-1,0 0,0 0,1-1,-1 1,0-2,0 1,0-1,0 0,0 0,-1-1,1 0,-1 0,6-4,-4 3,0-1,-1 1,0-2,0 1,0-1,-1 0,1 0,-2 0,1-1,-1 0,0 0,0-1,-1 1,0-1,0 0,-1 0,0 0,0-1,-1 1,0-1,0 1,-1-1,-1 0,1 0,-1 1,-1-1,0 0,0 0,0 1,-1-1,-1 1,1-1,-1 1,-2-3,1 4,0-1,-1 1,0 0,0 0,-1 1,0-1,0 1,0 1,-1-1,1 1,-8-4,10 7,1 0,-1 0,0 0,1 1,-1-1,0 1,0 0,0 1,0-1,0 1,0-1,0 1,0 0,0 1,0-1,0 1,0-1,0 1,0 0,0 1,1-1,-1 1,0 0,1 0,-1 0,-1 1,-4 6,-1 1,1 0,1 1,0-1,0 2,1-1,1 1,0 0,0 0,1 1,1 0,0 0,1 0,-1 6,0-9,2 0,-1 0,1 1,1-1,0 0,0 1,1-1,1 1,-1-1,2 0,-1 1,1-1,1 0,2 7,10 5</inkml:trace>
  <inkml:trace contextRef="#ctx0" brushRef="#br1" timeOffset="-51521.36">15056 2715,'20'-127,"15"-152,-27 339,38 334,-40-348</inkml:trace>
  <inkml:trace contextRef="#ctx0" brushRef="#br1" timeOffset="-50404.184">18706 2662,'22'-132,"-9"62,-3 0,0-55,-22 285,11-145,-2 34,2 0,2 0,2 0,2 0,4 4,6-11,-7-30</inkml:trace>
  <inkml:trace contextRef="#ctx0" brushRef="#br1" timeOffset="-49939.159">19093 2421,'-8'11,"-1"-1,2 2,0-1,0 1,1 0,1 1,0-1,0 1,2 0,-1 0,2 0,-1 1,2 3,1-11,1 0,0 1,1-1,-1 0,1 0,0 1,1-2,0 1,0 0,0 0,0-1,1 0,0 0,0 0,1 0,-1 0,1-1,0 0,0 0,0 0,1-1,-1 0,1 0,0 0,0-1,0 1,0-2,0 1,1-1,-1 1,0-2,1 1,-1-1,1 0,-1 0,0-1,1 0,-1 0,0 0,1-1,-1 0,2-1,2 0,1 0,-1-1,0 0,0-1,0 0,-1-1,0 0,0 0,0-1,-1 0,0-1,0 0,-1 0,0-1,-1 1,1-1,-2-1,1 1,-1-1,-1 0,0 0,0-1,-1 1,0-1,-1 0,0 0,-1 1,0-1,-1 0,0 0,-1 0,0 0,0 0,-2 0,1 0,-1 1,-1-1,1 1,-2 0,0 0,-3-5,5 11,0 0,-1 0,1 0,-1 1,0-1,0 1,0 0,-1 0,1 0,-1 1,1-1,-1 1,0 0,0 1,0-1,0 1,0 0,0 0,-1 0,1 1,0 0,0 0,-1 0,1 1,-2 0,-2 1,-1 1,1-1,0 2,0-1,0 1,0 1,1-1,0 2,0-1,0 1,1 0,0 1,-3 2,-64 93,45-49</inkml:trace>
  <inkml:trace contextRef="#ctx0" brushRef="#br1" timeOffset="-49055.553">16633 2795,'42'-335,"-42"309,0 39,-1 460,1-440</inkml:trace>
  <inkml:trace contextRef="#ctx0" brushRef="#br1" timeOffset="-48685.518">16981 2595,'36'-203,"-32"195,-1 27,57 364,-51-335</inkml:trace>
  <inkml:trace contextRef="#ctx0" brushRef="#br1" timeOffset="-44343.351">19614 5108,'0'2,"3"1,4 0,7-1,5 2,5 0,5 0,3-2,1 0,-3 1,-4 1,-9-1,-7-1</inkml:trace>
  <inkml:trace contextRef="#ctx0" brushRef="#br0" timeOffset="-19101.656">17408 5563,'-18'-17,"0"1,-2 1,0 1,0 1,-2 0,1 2,-1 1,-1 0,0 2,-1 0,-3 1,-16-1,0 2,-1 3,1 1,-1 2,0 2,1 1,-1 3,1 2,0 1,1 2,0 3,1 1,-1 2,25-10,1 1,-1 0,2 1,-1 1,1 1,0 0,1 1,1 0,0 1,0 1,1 0,1 1,1 0,0 0,0 1,2 0,0 1,1 0,1 0,-2 9,-1 28,3 1,2 1,3-1,2 0,6 37,-4-38,3-1,3 1,12 42,-16-77,1-1,1 0,1 0,0 0,1-1,1 0,1 0,0-2,2 1,-1-1,2-1,3 2,10 4,1-1,1-2,1-1,0-1,1-2,0-1,1-1,0-2,1-1,0-2,1-1,-1-1,1-2,11-2,-26 1,0-1,0-1,0-1,-1 0,1-1,-1-1,1-1,-1-1,-1 0,1-2,-1 0,0 0,-1-2,4-2,25-24,-2-3,-1-1,25-32,-59 64,12-14,0-1,-1 0,-2-2,0 0,-2-1,0 0,-2-2,-1 1,-1-1,-2-1,-1 0,-1 0,2-22,-5 10,-1 1,-3-1,-1 0,-2 1,-2-1,-1 1,-3 0,-1 1,-5-12,7 29,-1 0,-1 0,0 1,-2 0,0 1,-1 1,-2 0,1 0,-2 2,-1 0,0 0,-1 2,0 0,-2 1,1 1,-15-6,2 6,-2 2,1 1,-1 1,-1 2,1 2,-1 1,0 1,0 2,0 2,0 1,0 2,0 1,1 1,-1 3,2 0,-1 2,2 2,-1 1,-3 4,14-8,2 0,0 2,0 0,1 2,0 0,-14 15,26-23,1 0,0 1,1 0,0 0,0 0,0 0,1 1,0 0,1 0,-1 0,2 0,-1 1,1-1,0 1,1-1,0 1,0 0,1 0,1 5,7 36</inkml:trace>
  <inkml:trace contextRef="#ctx0" brushRef="#br0" timeOffset="-17942.427">17329 5937,'30'-27,"718"-477,-300 219,13 20,11 21,10 20,9 22,204-43,-179 94,6 22,6 24,246-8,-619 96,-101 4,-53 12,-1 1,0-1,1 1,-1-1,1 0,-1 1,0-1,1 1,-1-1,0 0,0 1,0-1,1 0,-1 1,0-1,0 0,0 1,0-1,0 0,0 1,0-1,-1 1,1-1,0 0,0 1,0-1,-1 0,1 1,0-1,0 1,-1-1,1 0,-1 1,1-1,-1 1,1-1,0 1,-1 0,0-1,1 1,-1-1,1 1,-1 0,1 0,-1-1,0 1,1 0,-1 0,0 0,1-1,-1 1,0 0,1 0,-2 0,-4-3</inkml:trace>
  <inkml:trace contextRef="#ctx0" brushRef="#br0" timeOffset="-16990.909">21647 3611,'-62'66,"-3"-3,-2-3,-3-2,-2-4,-11 3,31-18,56-33,62-13,-26 1,1 1,0 2,-1 2,1 2,0 1,-1 2,1 2,15 6,72 36,45 11,-169-57,0-1,1 0,-1 0,0 0,0 0,0-1,0 1,1-1,-1 0,0-1,0 1,1-1,-1 0,0 0,0 0,0 0,0-1,0 1,-1-1,1 0,0-1,-1 1,1 0,-1-1,0 0,0 0,0 0,0 0,0 0,-1-1,1 1,-1-1,0 0,1-3,-1-9,-1 0,-1-1,0 1,-1 0,-1-1,-1 1,0 0,-1 0,-1 1,0-1,-1 1,0 0,-6-8,-13-33,-3 1,-2 2,-35-48,50 80</inkml:trace>
  <inkml:trace contextRef="#ctx0" brushRef="#br0" timeOffset="3392.985">17061 2033,'-42'-19,"0"2,-1 1,-1 3,-21-4,56 14,1 1,-1 0,1 1,-1 0,0 0,1 1,-1 0,0 0,1 1,-1 0,1 1,-1 0,1 0,-1 1,1 0,0 0,0 1,1 0,-1 0,1 1,-19 19,2 1,1 1,1 1,2 0,0 2,2 0,1 2,2 0,1 0,1 1,0 5,-7 12,3 1,1 1,3 0,2 1,2 0,3 0,2 1,2 0,3 0,1-1,5 16,-3-49,0 1,1-1,1 0,1 0,0-1,2 0,0 0,1 0,0-2,2 1,0-1,0-1,2 0,0-1,1-1,0 0,1 0,0-2,1 0,0-1,1-1,5 2,2-2,1-1,0-1,0-1,0-1,1-2,-1-1,1-1,-1-1,1-1,0-1,-1-2,0 0,1-2,-2-1,1-1,-1-1,-1-1,1-2,-2 0,0-1,0-2,-1 0,-1-2,11-10,-2-2,-1-1,-1-1,-2-2,-1-1,-2 0,-1-2,-2-1,-1 0,-2-1,-2-1,-1-1,-2 0,-2-1,-2 0,-2 0,-1-1,-2 1,-2-1,-2 0,-1 0,-3 1,-1-1,-2 1,-2 1,-2-1,-14-33,14 46,-1 1,-1 1,-1 0,-2 1,0 1,-2 0,0 1,-2 2,0 0,-5-2,14 13,0 1,-1 0,1 1,-2 0,1 1,-1 1,0 0,0 1,-1 0,0 1,1 1,-1 0,-1 1,1 1,0 0,0 2,0-1,0 2,-1 0,-11 3,-112 52,10 22</inkml:trace>
  <inkml:trace contextRef="#ctx0" brushRef="#br0" timeOffset="6858.715">10845 6084,'-19'-8,"-1"0,0 1,-1 1,1 1,-1 1,0 1,0 0,0 2,-1 0,1 2,0 0,0 2,0 0,0 1,0 1,-13 5,-1 3,0 1,1 1,0 2,1 1,2 2,0 1,0 1,2 2,1 1,10-9,1 0,0 1,1 1,1 0,1 1,0 1,2 0,0 0,2 2,0-1,1 1,1 1,1 0,1 0,1 0,2 0,0 1,1 0,1-1,1 1,2 0,0 0,5 18,1-17,1 0,1-1,1 0,1-1,1 0,1-1,1 0,1-1,0-1,2-1,1 0,0-1,1-1,1-1,0-1,1-1,1-1,0-1,1 0,0-2,1-1,2-1,0 1,0-1,0-2,1-1,0-1,0-1,1-1,-1-2,0-1,1-1,-1-2,0 0,-1-2,1-1,-1-1,0-2,-1 0,0-2,-1-1,0-1,9-8,-7-1,-1-1,-1-2,-2 0,0-2,-2 0,-1-1,-1-2,-2 0,-1 0,-1-2,-2 0,-2 0,0-1,-3-1,-1 1,-1-1,-2-1,-1 1,-2 0,-2-1,-1 1,-4-24,2 34,0 0,-2 0,-1 0,0 0,-2 1,-1 1,-1-1,-1 2,-13-20,17 31,0 0,0 1,-1 0,0 0,-1 1,0 0,-1 1,0 0,0 1,0 0,-1 1,0 0,-1 1,1 0,-1 1,0 0,0 1,0 1,-10-1,-2 3,0 1,1 2,0 1,-1 0,1 2,1 1,-1 1,1 1,1 0,0 2,-8 5,-121 69</inkml:trace>
  <inkml:trace contextRef="#ctx0" brushRef="#br0" timeOffset="24589.857">765 9560,'-3'-2,"0"0,-1 0,1 0,1 0,-1 0,0 0,0-1,1 0,0 1,-1-1,1 0,0 0,0 0,0 0,1 0,-1-1,1 1,0-2,-23-34,14 33,1-1,-1 2,0 0,0 0,-1 0,0 2,1-1,-1 1,0 1,-1 0,1 0,0 1,0 1,-1 0,1 0,0 1,-1 1,0 0,-31 0,23-2,0 1,-1 1,1 1,0 1,0 0,1 2,-1 0,1 1,1 1,-9 5,14-7,0 0,0 1,1 0,0 1,1 1,-1-1,2 2,-1-1,1 2,1-1,0 1,0 1,1 0,1 0,0 0,1 1,0 0,1 0,0 1,0 1,2 7,0 1,2-1,0 1,2 0,0-1,2 1,0-1,2 0,0 0,1 0,2-1,0 0,1 0,1-1,1 0,0-1,5 3,1-2,0 0,1-1,2 0,0-2,0 0,2-1,0-2,0 0,1-1,1-2,0 0,1-1,0-2,1 0,-1-2,27 3,-38-8,0 0,0-2,0 0,0 0,-1-1,1-1,0 0,-1-1,0 0,1-1,-2-1,1 0,-1-1,0 0,0 0,4-6,7-4,-2-2,0-1,-1 0,-1-2,-1 0,-1-1,9-15,-18 24,0 0,0-1,-1 1,-1-1,-1-1,0 1,-1-1,-1 0,0 0,-1 0,0 0,-2 0,0-1,-1 1,0 0,-1 0,-1 0,-1 0,0 0,-1 1,-1 0,0 0,-1 0,-1 1,-5-8,-1 1,-1 1,-1 1,0 0,-2 1,0 1,-1 1,-1 0,0 2,-1 0,-1 1,0 1,0 1,-1 2,-1 0,1 1,-8-1,23 7,0 1,0-1,0 1,1 1,-1 0,0 0,0 0,0 1,0 0,0 0,1 1,-1 0,0 1,1 0,0 0,0 0,0 1,0 0,-1 1,-30 32,8 2</inkml:trace>
  <inkml:trace contextRef="#ctx0" brushRef="#br0" timeOffset="25997.142">1767 9386,'-22'2,"-1"1,1 1,-1 1,1 1,1 1,-1 1,1 1,1 1,-1 1,2 0,-1 2,2 0,0 1,0 1,2 0,0 2,0 0,-4 7,-120 200,128-204,2 0,0 1,2 1,0-1,2 1,0 1,1-1,1 1,2 0,0 0,1 0,1 0,4 22,2-25,0 0,2 0,0-1,2 0,0 0,1-1,0 0,2-1,0-1,1 0,1-1,0 0,1-1,0-1,9 5,10 7,0-3,2 0,1-3,0-1,1-2,1-1,0-2,1-2,16 1,18 5,1-4,1-3,0-3,0-4,0-3,58-8,-102 3,-1-1,1-1,-2-2,1-1,-1-1,-1-2,0-1,-1-1,0-2,-1-1,-1-1,-1-1,-1-1,-1-2,-1 0,19-25,-22 25,-1-1,-1-1,-1 0,-1-1,-2-1,-1 0,0-1,-3-1,0 0,-2 0,-1 0,-1-1,2-28,-8 57,2-51,-2 1,-2-1,-3 1,-1 0,-6-13,7 50,0 0,0 0,-2 1,0 0,0 0,-1 0,0 1,-2 1,1-1,-1 1,-1 1,0 0,0 0,-1 1,-7-4,-15-7,0 0,-2 3,0 0,-1 3,-10-2,2 4,0 2,0 2,0 2,-1 1,0 3,0 2,0 2,-19 4,15 1,0 2,0 2,2 2,-1 3,2 1,-30 17,-41 25,-96 65,35-11</inkml:trace>
  <inkml:trace contextRef="#ctx0" brushRef="#br0" timeOffset="30128.627">3800 9493,'12'116,"-14"299,-23 28,40-277,-15-165,0 1,0 0,1 0,-1-1,1 1,-1-1,1 1,0 0,-1-1,1 1,0-1,0 1,0-1,0 0,1 1,-1-1,0 0,0 0,1 0,-1 0,1 0,-1 0,1 0,-1-1,1 1,-1 0,1-1,0 1,-1-1,1 0,0 1,-1-1,1 0,0 0,0 0,0 0,68-16,-51 10,39-6,1 2,0 3,0 3,1 2,30 4,-82-2,432-27,-404 29,60-8,-94 4,1-1,0 1,-1 0,0-1,1 0,-1 1,0-1,0 0,-1 0,1 0,-1 0,1-1,-1 1,0 0,0-1,0 1,-1 0,1-1,-1 1,0-1,0 1,0-1,0 1,-1-1,1 1,-1-1,0 1,0-1,-1-21,25-210,-20 126,-4 0,-6 0,-7-28,-11-7,24 141,0 0,-1-1,0 1,0 0,0 1,0-1,-1 0,1 1,-1-1,1 1,-1 0,0-1,0 1,0 1,0-1,0 0,0 1,-1 0,1-1,-1 1,1 1,0-1,-2 0,-86-3,68 5,-369 8,210 8,-62-15,137-15,107 13,-1 0,0 0,0 0,0 0,0 1,0-1,1 0,-1 0,0 1,0-1,0 1,1-1,-1 0,0 1,1 0,-1-1,0 1,1-1,-1 1,1 0,-1-1,1 1,-1 0,1 0,-1-1,1 1,0 0,-1 0,1 0,0-1,0 1,0 0,0 0,-1 0,1 0,0 0,1-1,-1 1,0 0,0 0,0 0,1 10</inkml:trace>
  <inkml:trace contextRef="#ctx0" brushRef="#br0" timeOffset="33691.458">4521 10188,'29'-26,"70"-72,-36 42,-36 31,1 1,1 1,1 1,0 2,19-9,303-158,12-25,107 9,-282 110,175-79,522-162,-210 79,-200 60,95-36,-132 55,367-105,-288 84,-89 58,190-72,-35 15,-275 98,-202 62,416-127,469-66,-351 111,-290 62,-273 45,2 3,-1 3,1 4,65 8,58-1,-15 21,-85-14,-23 0,93 28,-120-29,-72-11,-1-10,-3-1</inkml:trace>
  <inkml:trace contextRef="#ctx0" brushRef="#br0" timeOffset="34795.022">16446 5817,'7'16,"8"-2,0-2,1 1,0-2,1 0,0-2,5 3,-4-3,0 2,0 0,-1 1,0 0,11 12,104 136,-125-152,-1 1,0-1,0 1,-1 0,0 0,-1 0,0 1,-1 0,0 0,0 0,1 7,-6-13,1-1,-1 1,0-1,0 0,0 1,-1-1,1 0,-1-1,0 1,1 0,-1-1,0 1,-1-1,1 0,0 0,-1 0,1-1,-1 1,1-1,-1 0,0 0,1 0,-1 0,0-1,0 0,-169 19,48-6,124-13,1 1,-1-1,0 1,0-1,1 0,-1 1,0-1,0 0,0 1,0-1,1 0,-1 0,0 0,0 0,0 0,0 0,0 0,0 0,0 0,1 0,-1-1,0 1,0 0,0-1,0 1,1 0,-1-1,0 1,0-1,1 1,-1-1,0 1,1-1,-1 0,0 1,1-1,-1 0,1 0,-1 1,1-1,0 0,-1 0,1 0,0 0,-1 1,1-1,0 0,0 0,0 0,0 0,0 0,0 0,0 1,0-2,50-135,-30 72,-2-1,-3-1,-3 0,1-37,-13 78,-1 26,1 0,0 0,0 1,0-1,0 0,0 0,0 1,-1-1,1 0,0 0,0 1,0-1,0 0,-1 0,1 0,0 0,0 1,-1-1,1 0,0 0,0 0,-1 0,1 0,0 0,0 0,-1 1,1-1,0 0,-1 0,1 0,0 0,0 0,-1 0,1 0,0-1,-1 1,1 0,0 0,0 0,-1 0,1 0,0 0,0 0,-1-1,1 1,0 0,0 0,0 0,-1-1,1 1,0 0,0 0,0 0,0-1,-1 1,1 0,0 0,0-1,0 1,0 0,0 0,0-1,-6 11</inkml:trace>
  <inkml:trace contextRef="#ctx0" brushRef="#br2" timeOffset="44379.13">6847 6190,'-2'16,"-1"6</inkml:trace>
  <inkml:trace contextRef="#ctx0" brushRef="#br2" timeOffset="49577.164">271 5509,'-10'2,"0"0,1 0,-1 1,1 0,0 1,0 0,0 0,0 1,-5 4,5-4,-3 4,1-1,1 2,-1 0,2 0,-1 1,1 0,1 0,0 1,1 0,0 1,1 0,0 0,1 0,0 3,-16 91,15-51,1-21,1 0,1 1,3 0,0-1,3 1,0-1,7 24,62 126,-64-172,1-1,0 0,1 0,0-1,1 0,0 0,1-1,0-1,0 0,1-1,0 0,6 1,-8-3,-1 0,1-1,0-1,1 0,-1 0,1-1,-1-1,1 0,0 0,0-1,0-1,1 0,188-1,-184-2,-1 0,0-1,0-1,0 0,-1-2,1 1,13-10,15-5,-13 4,0-1,-1-1,-1-2,22-21,-43 36,2-4,0-2,0 1,-1-1,-1 0,0-1,0 0,-1 0,-1-1,-1 0,1 0,-2 0,0 0,1-16,2-3,-2-1,-1 0,-2 0,-2-18,0 35,-1 1,0-1,-2 0,0 1,-1-1,0 1,-2 0,-3-7,-10-30,14 38,0 0,-1 1,0 0,-1 0,-1 0,0 1,0 0,-5-3,-71-43,44 35,20 15,-1 0,0 1,0 2,0 0,-1 1,1 1,-1 1,-1 1,1 1,0 1,0 0,-15 4,-30-3,-106 0,157 2,0 0,0 2,0 0,1 0,-1 2,1 0,1 0,0 2,0 0,0 0,1 1,-6 7,-9 4,21-15</inkml:trace>
  <inkml:trace contextRef="#ctx0" brushRef="#br2" timeOffset="51963.441">11112 4493,'54'-45,"-7"18,1 3,1 1,0 3,2 2,1 2,0 3,0 1,2 3,-1 2,1 3,0 2,-1 2,4 3,-6 5,0 1,-1 3,-1 2,0 2,-1 2,-1 3,-1 1,-1 2,15 12,37 16,-80-42,0-1,1-1,-1-1,2 0,-1-1,1-1,0-1,0-1,0 0,0-2,0 0,0-1,1-1,-1-1,0 0,0-2,0 0,3-2,28-15,-2-1,0-3,28-21,-31 18,2 2,1 2,37-12,-38 23,1 3,0 2,0 2,1 2,0 3,42 3,27-2,679 7,-668 4,-1-7,1-5,-1-5,0-7,-1-4,0-7,5-6,492-174,-546 182,1 3,1 4,0 4,1 3,0 3,0 4,0 4,0 3,51 11,-30 3,41 9,2-6,83 0,-154-21,0-3,0-3,-1-4,52-12,95-33,100-19,-127 44,1 9,64 7,-146 11,0 4,94 17,-181-16,92 15,2-5,2-5,197-11,-216-12,-75 10</inkml:trace>
  <inkml:trace contextRef="#ctx0" brushRef="#br2" timeOffset="55575.719">3118 5656,'-2'-4,"1"1,-1-1,0 1,0 0,0 0,0-1,-1 1,1 1,-1-1,0 0,0 1,1-1,-2 1,1 0,0 0,0 0,-1 0,1 1,-1-1,0 1,1 0,-3 0,-13-8,-6-5,-1 2,0 1,0 1,-1 1,-1 1,1 2,-5-1,-331-30,268 29,0 5,-29 5,17-1,-134 1,205 5,0 2,1 1,0 1,1 2,1 2,-11 6,-3 1,38-16,0 0,0 0,1 1,0 0,1 1,-1 0,2 0,-1 1,1-1,0 1,1 1,0-1,0 1,1 0,0 0,-1 9,1-10,1 2,0 1,0 0,1 0,1 0,0 0,1 0,0 0,0 1,2-1,2 11,33 84,-30-84,1-2,1 1,0-1,2-1,0 0,2 0,0-1,1-1,0 0,11 9,-14-17,1-1,0 0,1 0,0-1,0-1,1 0,-1-1,1 0,6 0,106 35,-103-34,0 0,0-2,1 0,-1-2,1-1,4 0,135 11,546-14,-679 0,-1-1,1-1,0-2,-1-1,0-2,27-10,-46 14,1 0,-1-1,0 0,0 0,-1-1,0-1,0 0,0 0,-1 0,0-1,0 0,-1-1,0 0,-1 0,0 0,5-11,-2 1,-2-1,0-1,-1 1,-1-1,-1 0,-1 0,-1-1,-1 1,0-4,-3-131,0 145,1 0,-2-1,1 1,-2 0,1 1,-1-1,-1 1,0-1,0 2,-1-1,-1 0,1 1,-2 0,1 1,-1 0,0 0,-1 0,0 1,-2-1,-12-8,-1 1,-1 0,0 2,-1 1,0 1,-1 2,-4-1,-102-13,96 21</inkml:trace>
  <inkml:trace contextRef="#ctx0" brushRef="#br2" timeOffset="58394.786">16607 3531,'-14'5,"1"0,0 1,0 1,0 0,1 1,0 0,1 1,-1 1,2-1,-1 2,2-1,-1 1,1 1,1 0,0 0,1 1,0 0,1 0,0 0,1 2,0 0,0 0,2 1,0-1,0 1,2-1,0 1,1 0,0-1,1 1,1 0,0-1,2 1,-1-1,2 0,0 0,1 0,0-1,1 0,1 0,5 7,10 2,1-1,0-1,2-1,0-1,2-1,0-2,0-1,2-1,-1-1,17 4,-34-12,-5-3,1 0,-1 1,0 1,0-1,-1 1,1 0,-1 0,1 1,-1 0,-1 0,1 1,-1-1,0 1,0 0,-1 1,0-1,0 1,0 0,-1 0,0 0,0 0,-1 0,0 1,0-1,0 1,-1 7,-3 2,0 0,-2 0,0 0,-1-1,-1 1,0-1,-1-1,-1 1,0-1,-1-1,-1 1,0-1,-7 6,-18 30,15-22,1 2,1 0,2 1,1 1,1 1,2 0,1 0,2 1,1 1,-2 27,7-31,1-1,2 1,0-1,3 1,0-1,2 1,1-1,1-1,2 1,1-1,1-1,2 0,44 73,-28-52,-3 0,-1 2,-3 1,1 8,-14-29,-2 2,0-1,-3 0,0 1,-2 0,-2 0,-1 0,-1 0,-2-1,-1 1,-2-1,-1 0,-1 0,-2-1,-9 17,-80 155,96-189,0-1,0 1,1 0,1 0,1 0,0 0,0 7,1 7</inkml:trace>
  <inkml:trace contextRef="#ctx0" brushRef="#br2" timeOffset="58651.104">16874 7514,'5'16,"3"10,1 5,-2-3</inkml:trace>
  <inkml:trace contextRef="#ctx0" brushRef="#br2" timeOffset="63374.828">4628 5589,'3'593,"21"-313,-24-279,1 1,0 0,0 0,-1-1,1 1,-1 0,0 0,1 0,-1 0,0-1,0 1,0 0,0 0,0 0,-1 0,1 0,-1-1,1 1,-1 0,0 0,1-1,-1 1,0 0,0-1,0 1,0-1,-1 1,1-1,0 1,-1-1,1 0,0 0,-1 0,0 0,1 0,-1 0,0 0,1 0,-1-1,0 1,0-1,1 1,-1-1,0 0,0 1,0-1,0 0,-102-58,86 51,0 1,0 0,-1 1,0 2,0-1,-18 1,-8-3,-132-30,22 27,153 9,0 0,-1 0,1 0,-1 0,1 0,-1 0,1-1,-1 1,1-1,-1 1,1-1,0 0,-1 0,1 0,0-1,0 1,0 0,0-1,0 0,0 1,0-1,0 0,1 0,-1 0,1 0,-1 0,1 0,0 0,0-1,0 1,0 0,0-1,0 0,-7-49,3-1,1 1,3-1,3-4,-2 0,-2-54,-5 0,-16-80,4 50,20 141,0-1,-1 1,1-1,0 1,0-1,0 1,-1 0,1-1,0 1,0 0,0 0,-1 0,1 0,0 0,0 0,0 0,0 0,0 0,-1 0,1 0,0 0,0 1,0-1,0 0,-1 0,1 1,0-1,0 1,-1-1,1 1,0-1,-1 1,1-1,-1 1,1 0,0-1,-1 1,0 0,1-1,-1 1,1 0,-1 0,0 0,1-1,-1 1,0 0,0 0,0 0,5 4,-2-1,1 0,0 0,0-1,1 1,-1-1,1 0,0 0,-1 0,1-1,0 0,1 0,-1 0,0 0,1-1,-1 0,4 0,27 0,0-3,0-1,0-1,16-6,-3 2,19-3,146-22,27 8,-200 25,-37 4</inkml:trace>
  <inkml:trace contextRef="#ctx0" brushRef="#br2" timeOffset="65884.925">4495 6070,'27'-24,"177"-78,17 5,4 10,30 1,859-267,-229 113,-314 91,751-167,-498 164,458-35,-529 122,264 3,516 30,-1208 33,242 25,-125-1,-188 27,-175-28,-78-23,-1-1,0 0,1 0,-1 0,1 0,-1 0,1 1,-1-1,1 0,-1 0,1 0,-1 0,1 0,-1 0,0-1,1 1,-1 0,1 0,-1 0,1 0,-1 0,1-1,-1 1,0 0,1 0,-1-1,0 1,1 0,-1-1,0 1,1 0,-1-1,0 1,0-1,1 1,-1 0,0-1,0 1,0-1,1 1,-1-1,0 1,0-1,0 1,0 0,0-1,0 1,0-1,0 1,0-1,0 1,0-1,0 1,-1-1,1 1,0-1,0 1,0 0,-1-1,1 1,0-1,0 1,-1 0,-4-14</inkml:trace>
  <inkml:trace contextRef="#ctx0" brushRef="#br2" timeOffset="67378.95">16125 3745,'-9'-7,"34"27,240 260,-90-87,-173-191,-1-1,1 0,-1 1,1-1,-1 1,1 0,-1-1,0 1,0 0,0 0,0 0,0 0,0 0,0 0,-1 0,1 0,-1 0,1 0,-1 0,0 0,0 0,0 1,0-1,0 0,-1 0,1 0,-1 0,1 0,-1 0,0 0,1 0,-1 0,0 0,-1 0,1 0,0-1,0 1,-1 0,-13 7,-1 0,0-1,-1-1,0-1,0 0,0-1,-1-1,-6 1,-1 1,-339 67,313-69,51-4,-1-1,1 0,-1 1,1-1,-1 0,1 1,0-1,-1 0,1 0,0 1,0-1,-1 0,1 0,0 1,0-1,0 0,0 0,0 0,0 1,0-1,0 0,0 0,1 0,-1 1,0-1,0 0,1 0,-1 1,0-1,1 0,-1 1,1-1,-1 0,1 0,0 0,111-195,-92 156,-2-1,-2 0,-1-2,-2 0,-3 0,-1-1,-2 0,-2-1,-1-7,-6 24,2 29,0-1,0 0,0 0,0 1,-1-1,1 0,0 0,0 1,0-1,-1 0,1 0,0 0,0 1,-1-1,1 0,0 0,0 0,-1 0,1 0,0 0,0 0,-1 1,1-1,0 0,-1 0,1 0,0 0,0 0,-1 0,1 0,0 0,-1-1,1 1,0 0,0 0,-1 0,1 0,0 0,-1 0,1 0,0-1,0 1,0 0,-1 0,1 0,0-1,0 1,-1 0,-31 140,-65 340,87-426,30-214,-13 78,-3 0,-4 1,-5-17,2 75,3 23,0 0,0 0,-1 0,1 0,0 0,0 0,0 0,0 1,0-1,-1 0,1 0,0 0,0 0,0 0,0 0,0 0,-1 0,1 0,0 0,0 0,0 0,0 0,0 0,-1 0,1 0,0 0,0 0,-1 21,3-13,-1 0,1 1,1-1,0 0,0 0,0-1,1 1,0-1,1 1,-1-1,1-1,1 1,-1-1,1 0,0 0,7 4,6 6,2-2,-1 0,2-2,0 0,5 1,76 27,57 31,-158-70,0-1,-1 1,1-1,-1 1,0 0,1 0,-1-1,1 1,-1 0,0 0,0 0,1 1,-1-1,0 0,0 0,0 0,0 1,-1-1,1 1,0-1,0 1,-1-1,1 1,-1-1,1 1,-1-1,0 1,0 0,0-1,0 1,0-1,0 1,0 0,0-1,-1 1,1-1,0 1,-1 0,0 0,-4 2,0 0,0 0,0-1,0 0,-1 0,0-1,1 1,-1-1,0 0,0-1,0 1,0-1,0 0,0-1,-1 0,-3 2,-91 10,-1-4,0-5,-27-5,83-4,51 3,199-19,189-37,-384 53,-33 5,-269 28,279-29,31-4,247-58,-232 47,-32 17,0-1,1 1,-1-1,0 1,1 0,-1-1,0 1,0-1,0 1,1-1,-1 1,0-1,0 1,0-1,0 1,0-1,0 1,0-1,0 1,0-1,0 0,0 1,0-1,0 1,0-1,-1 1,1 0,0-1,0 1,-1-1,1 1,0-1,0 1,-1-1,1 1,0 0,-1-1,1 1,-1 0,1-1,-1 1,1 0,0 0,-1-1,1 1,-1 0,1 0,-1 0,1 0,-1 0,1-1,-1 1,1 0,-1 0,0 0,1 0,-1 1,1-1,-1 0,1 0,-1 0,1 0,-25-4,0 0,0 2,-1 0,1 2,0 1,0 1,-1 1,-4 2,22-4,-53 20,61-20,0 0,0-1,0 1,0 0,0 0,0 0,0 0,0-1,1 1,-1 0,0 0,1-1,-1 1,0 0,1 0,-1-1,1 1,-1 0,1-1,-1 1,1-1,0 1,-1-1,1 1,0-1,-1 1,1-1,0 0,0 1,-1-1,1 0,0 0,0 1,0-1,-1 0,1 0,0 0,0 0,0 0,0 0,-1 0,1 0,0-1,0 1,0 0,0-1,0 2,25 2</inkml:trace>
  <inkml:trace contextRef="#ctx0" brushRef="#br2" timeOffset="70163.068">17101 4092,'-1'-4,"0"1,0-1,1 0,-1 1,1-1,0 0,0 1,0-1,0 1,1-1,-1 0,1 1,0-1,0 1,0-1,1 1,-1 0,1-1,0 1,0 0,0 0,0 0,0 0,1 1,1-2,0-3,187-266,-154 212,-37 61,0 1,0-1,0 0,0 1,0-1,0 0,0 1,0-1,0 0,0 1,0-1,1 0,-1 0,0 1,0-1,0 0,0 0,1 1,-1-1,0 0,0 0,1 1,-1-1,0 0,0 0,1 0,-1 0,0 0,1 1,-1-1,0 0,1 0,-1 0,0 0,1 0,-1 0,0 0,1 0,-1 0,0 0,0 0,1 0,-1 0,0 0,1-1,-1 1,0 0,1 0,-1 0,0 0,0 0,1-1,-1 1,0 0,-21 141,0-32,5 1,5 1,5 0,5 0,9 67,20 31,-28-196,-4-17,-6-21,3-15,2 0,2 0,2 0,1-1,2 1,1 0,3 0,1 0,10-29,-6 14,-2 9,12-56,-5-1,-4 0,-2-63,-10 161,-4-27,4 32,0-1,0 1,-1-1,1 1,0-1,-1 1,1-1,0 1,-1 0,1-1,-1 1,1-1,-1 1,1 0,-1 0,1-1,-1 1,1 0,-1 0,1-1,-1 1,0 0,1 0,-1 0,1 0,-1 0,0 0,1 0,-1 0,1 0,-1 0,1 0,-1 1,0-1,1 0,-1 0,1 0,-1 1,1-1,-1 0,1 1,-1-1,1 0,0 1,-1-1,1 1,-1-1,1 1,0-1,-22 18,2 1,0 0,1 2,1 0,-4 8,-4 2,7-7,-83 99,-70 63,165-181,10-10,11-13,-12 15,377-513,-299 406,-80 110,0 0,0 1,0-1,0 0,0 0,0 1,0-1,0 0,0 1,0-1,0 0,0 0,0 1,0-1,0 0,0 0,0 0,0 1,1-1,-1 0,0 0,0 1,0-1,0 0,0 0,1 0,-1 0,0 1,0-1,0 0,1 0,-1 0,0 0,0 0,1 1,-1-1,0 0,0 0,1 0,-1 0,0 0,0 0,1 0,-1 0,0 0,0 0,1 0,-1 0,0 0,0 0,1 0,-1-1,0 1,0 0,0 0,1 0,-1 0,0 0,0 0,1-1,-1 1,0 0,0 0,0 0,0-1,0 1,1 0,-1 0,0-1,0 27,0-22,1 192,9 2,-10 27,6 123,-1-222,2-278,25-147,-4 57,-15-10,-16 228,3 24,0 1,0-1,0 0,0 0,0 1,0-1,0 0,-1 0,1 1,0-1,0 0,0 0,0 0,0 1,0-1,-1 0,1 0,0 0,0 1,0-1,-1 0,1 0,0 0,0 0,0 0,-1 1,1-1,0 0,0 0,-1 0,1 0,0 0,0 0,-1 0,1 0,0 0,0 0,-1 0,1 0,0 0,0 0,-1 0,1 0,0-1,-14 168,13-131,0 102,7 0,14 80,-13-171,2 7,-3 1,-2 0,-2-1,-5 52,0-87,-3-55,3-135,2 26,-15-103,-8 107,-6 0,-10-10,36 136,-15-70,15 104,-19 433,13 1,24-330,-8-108,-2-32,6-311,-8 258,2-113,-11-60,-3 162,1 68,3 39,-13 132,8 1,6 19,4-139,2 0,1-1,2 1,2-1,4 9,8-8,-10-43,13-60,4-68,-6-1,-6 0,-4-71,-11 136,-5 68,1 13,0-1,1 2,1-1,0 0,0 1,2-1,-1 4,-2 9,-7 25,3 1,3 0,1 0,3 0,2 1,0-47,0 0,0-1,0 1,1-1,0 1,0 0,0-1,1 0,-1 1,1-1,1 0,1 4,6-24,4-70,-9 55</inkml:trace>
  <inkml:trace contextRef="#ctx0" brushRef="#br2" timeOffset="72015.143">17369 4774,'213'13,"-177"-13,-28 0,-30 1,-20 0,1 3,0 2,0 1,-36 11,39 0,38-16,1-1,-1 0,1 0,-1 0,1 0,-1 0,1 0,0 0,0 0,-1 0,1 0,0 0,0 0,0 0,0-1,0 1,0 0,0-1,0 1,1-1,-1 1,0-1,0 1,0-1,1 0,-1 0,0 0,0 0,0 1,1-2,-1 1,0 0,0 0,1 0,176 6,-308-7,159 1,-22 0</inkml:trace>
  <inkml:trace contextRef="#ctx0" brushRef="#br0" timeOffset="81325.939">17021 6151,'18'-21,"-2"-1,-1-1,0 0,-2-1,-1-1,0 0,-2-1,0-4,8-16,20-45,-38 91,0 0,0 0,0 1,0-1,1 0,-1 0,0 0,0 1,0-1,0 0,1 0,-1 0,0 0,0 1,1-1,-1 0,0 0,0 0,1 0,-1 0,0 0,0 0,1 0,-1 0,0 0,0 0,1 0,-1 0,0 0,1 0,-1 0,0 0,0 0,1 0,-1 0,0 0,0 0,1 0,-1 0,0-1,0 1,0 0,1 0,-1 0,0-1,0 1,0 0,1 0,-1 0,0-1,0 1,0 0,0 0,0-1,0 1,1 0,-1 0,0-1,3 31,-3-23,22 494,18-217,-46-352,3 0,3 1,3-1,3 1,6-19,-3 24,11-145,-20 207,1-1,-1 0,0 1,0-1,0 0,0 1,0-1,0 0,0 1,0-1,0 1,0-1,0 0,-1 1,1-1,0 0,0 1,-1-1,1 1,0-1,-1 1,1-1,0 1,-1-1,1 1,-1-1,1 1,-1-1,1 1,-1 0,1-1,-1 1,1 0,-1-1,0 1,1 0,-1 0,1 0,-1 0,0-1,1 1,-1 0,0 0,1 0,-1 0,1 0,-1 1,-28 17,-214 257,149-179,94-96,0-1,0 1,-1 0,1 0,0 0,0 0,0-1,0 1,-1 0,1 0,0 0,0 0,-1 0,1 0,0 0,0 0,-1 0,1 0,0 0,0 0,0 0,-1 0,1 0,0 0,0 0,-1 0,1 0,0 0,0 0,-1 0,1 0,0 0,0 0,0 0,-1 1,1-1,0 0,0 0,0 0,-1 0,1 1,0-1,0 0,0 0,11-20,-11 19,76-121,85-103,-146 207,-20 33,-35 43,-4-3,-2-2,-1-1,-27 18,59-55,18-19,28-25,177-162,-265 241,70-53,153-122,-152 115,-22 50,-15 40,4 0,3 2,4 0,3 0,4 1,4 0,6 39,-5-121,1 15,2-31,95-499,-63 189,-34 427,5 0,18 100,6 59,-24-89,-5-168,2-27,-3 20,16-124,-6 0,-5 0,-6-1,-14-99,11 207,1 35,3 611,0-429,-1-867,-7 577,0 84,0 25,-1 25,2 0,2 1,0 39,2-27,-12 344,16-940,0 493,0 26,0 0,-2-1,0 1,-2 0,-1 0,-3-11,7 33,0 0,0-1,-1 1,1 0,0 0,-1 0,1-1,-1 1,1 0,-1 0,0 0,0 0,1 0,-1 0,0 0,0 0,0 0,0 0,0 0,0 1,0-1,0 0,-1 1,1-1,0 1,0-1,-1 1,1 0,0-1,0 1,-1 0,1 0,0 0,-1 0,1 0,0 0,0 0,-1 1,1-1,0 0,0 1,-1-1,1 1,0-1,0 1,0 0,0-1,-1 2,-20 13,0 1,2 2,0 0,1 1,0 0,-14 22,24-29,-4 1,2 2,0-1,0 1,1 1,1 0,-5 14,14-30,0 0,0 0,0 0,1-1,-1 1,0 0,0 0,1 0,-1 0,0 0,0 0,0 1,1-1,-1 0,0 0,0 0,0 0,1 0,-1 0,0 0,0 0,0 0,1 0,-1 1,0-1,0 0,0 0,0 0,1 0,-1 1,0-1,0 0,0 0,0 0,0 1,0-1,0 0,0 0,0 0,0 1,0-1,1 0,-1 0,0 1,0-1,0 0,-1 0,1 0,17-17,20-34,-3-1,-3-2,-1-1,17-47,-10 22,-33 71,-9 19,-141 227,115-203,31-39,4-5,1-1,0 1,1 1,0-1,1 1,0 0,0 0,1 1,7-6,-14 13,-1 1,1-1,0 1,-1-1,1 1,0-1,0 1,0-1,-1 1,1 0,0-1,0 1,0 0,0 0,0 0,-1 0,1 0,0 0,0 0,0 0,0 0,0 0,0 0,-1 0,1 1,0-1,0 0,0 1,0-1,-1 1,1-1,0 1,0-1,-1 1,1-1,-1 1,1 0,0-1,-1 1,1 0,-1-1,1 1,-1 0,0 0,1 0,-1 0,1 0,13 46,-4 22,-3 0,-4 1,-3 56,-1-117,-2 105,-5-1,-6 8,14-120,0 0,1-1,-1 1,0 0,0 0,1 0,-1 0,0 0,0 0,0 0,0 0,0 0,-1 0,1 0,0 0,0 0,0 0,-1-1,1 1,-1 0,1 0,-1 0,1 0,-1-1,1 1,-1 0,0 0,1-1,-1 1,0 0,1-1,-1 1,0-1,0 1,0-1,0 1,1-1,-1 0,0 0,0 1,0-1,0 0,0 0,0 0,0 0,0 0,0 0,0 0,0 0,0 0,0 0,0-1,0 1,1 0,-1-1,0 1,0-1,-9-6,0 1,0-1,0 2,-1-1,0 1,0 1,0 0,-5-1,67 0,166-2,-179 15,-37-8,-1 1,0 0,0-1,0 1,0 0,0-1,0 1,0 0,0-1,0 1,0 0,0-1,0 1,0 0,0-1,-1 1,1 0,0-1,0 1,-1-1,1 1,-1-1,1 1,0-1,-1 1,1-1,-1 1,1-1,-1 1,1-1,-1 0,1 1,-1-1,0 0,1 1,-1-1,0 0,1 0,-1 0,1 1,-1-1,0 0,1 0,-1 0,0 0,1 0,-1 0,0-1,-174 21,174-21,1 1,-1 0,1 0,-1 0,0 0,1 0,-1 0,1 0,-1 0,1 0,-1 0,0 0,1 0,-1 0,1 1,-1-1,1 0,-1 0,1 1,-1-1,1 0,-1 1,1-1,-1 0,1 1,-1-1,1 1,0-1,-1 1,1-1,0 1,-1-1,1 1,0-1,0 1,-1-1,1 1,0-1,0 1,0-1,0 1,0 0,0-1,0 1,0-1,0 1,0 0,0-1,0 1,0-1,1 1,-1-1,0 1,0-1,1 1,-1-1,0 1,1-1,-1 1,0-1,1 1,-1-1,1 1,-1-1,0 0,1 1,0-1,10 3,1 0,-1-1,1-1,-1 0,1 0,-1-1,1 0,0-1,4-2,25-3,-42 6,1 0,0 0,0 0,0 0,-1 0,1 0,0 0,0 0,-1-1,1 1,0 0,0 0,0 0,-1 0,1 0,0-1,0 1,0 0,-1 0,1 0,0 0,0-1,0 1,0 0,0 0,0-1,0 1,-1 0,1 0,0 0,0-1,0 1,0 0,0 0,0-1,0 1,0 0,0 0,0-1,0 1,0 0,1 0,-1-1,0 1,0 0,0 0,0 0,0-1,0 1,0 0,1 0,-1 0,0-1,0 1,0 0,0 0,1 0,-1 0,0-1,-22-4,16 4,5 1,-1 0,0 1,1-1,-1 0,0 0,0-1,1 1,-1 0,0 0,1-1,-1 1,0-1,1 0,-1 1,1-1,-1 0,1 0,-1 0,1 0,0 0,0 0,-1 0,1-1,0 1,0 0,0-1,0 1,0-1,1 1,-1-1,0 1,1-1,-1 1,1-1,-1 0,1 1,0-1,-1-1,17-123,-8-255,-9 224,7 0,7-7,-1 114,-26 92,2-20,-1-2,-1 1,-1-2,0 0,-2 0,0-2,-1 0,0-1,-2-1,-11 7,-41 26,43-32</inkml:trace>
  <inkml:trace contextRef="#ctx0" brushRef="#br0" timeOffset="87178.699">2677 13423,'-25'194,"3"-14,-30 106,47-270,1-27,27-239,-10 109,-1 12,22-97,-8 147,-25 78,-1 0,1 0,-1 0,1 0,0 0,-1 0,1 1,0-1,0 0,-1 0,1 1,0-1,0 1,0-1,0 1,0-1,0 1,0-1,0 1,0 0,0 0,1-1,-1 1,0 0,0 0,0 0,0 0,0 0,0 0,0 1,0-1,0 0,0 1,1-1,-1 0,0 1,-1-1,1 1,0 0,0-1,0 1,0 0,0-1,0 1,-1 0,1 0,0 0,-1 0,1 0,-1-1,1 2,33 52,-11 6,-2 1,-3 1,-3 1,7 62,-17-98,22 138,3 134,-28-261</inkml:trace>
  <inkml:trace contextRef="#ctx0" brushRef="#br0" timeOffset="87793.439">2370 13811,'32'4,"1"-2,0-1,0-1,-1-2,1-1,0-2,-1-1,0-1,-1-2,0-1,16-8,22-6,-1-2,-2-4,0-2,-2-3,-2-3,6-8,-51 33,0-1,-1-1,0 0,-1-1,-1-1,0 0,-2-1,5-9,-12 18,0 0,-1 0,0 0,-1-1,0 1,0-1,-1 0,0 0,-1 0,0 0,-1 0,0 0,0 0,-1 0,-1 0,1 1,-1-1,-1 0,-1-3,1 6,0 0,1 1,-2-1,1 1,-1 0,0 0,0 0,-1 1,0-1,0 1,-5-4,9 8,0 1,0-1,-1 0,1 1,0-1,0 1,-1 0,1-1,-1 1,1 0,0 0,-1 0,1 0,0 0,-1 0,1 0,0 0,-1 1,1-1,0 0,-1 1,1-1,0 1,0 0,-1-1,1 1,0 0,0 0,0-1,0 1,0 0,0 0,0 0,0 1,1-1,-1 0,0 0,0 0,1 0,-1 1,1-1,-1 0,1 1,0-1,0 0,-1 1,1-1,0 0,0 1,-7 24,1 0,2 0,0 0,1 0,2 0,1 5,-1 1,-3 87,5 1,5-2,17 85,-22-198,27 113,-26-112,1 1,-1-1,1 0,0 0,1 0,-1-1,1 1,0-1,1 0,-1 0,1 0,0-1,0 1,0-1,1 0,1 0,-3-2,0-1,1 1,-1-1,1 0,-1 0,0-1,1 1,0-1,-1 0,1-1,-1 1,1-1,-1 1,0-1,1-1,-1 1,0-1,1 1,-1-1,0 0,0-1,-1 1,1-1,2-1,77-80,-68 64,0-1,-1-1,-1 0,-1-1,-2 0,0-1,-1 0,-1 0,2-17,-11 15,1 26,-1-1,1 1,-1 0,1 0,0-1,-1 1,1 0,0 0,-1 0,1-1,-1 1,1 0,-1 0,1 0,-1 0,1 0,0 0,-1 0,1 0,-1 0,1 0,-1 0,1 0,-1 0,1 1,0-1,-1 0,1 0,-1 0,1 0,0 1,-1-1,1 0,0 1,-1-1,1 0,0 1,-1-1,1 0,0 1,0-1,-1 0,1 1,0-1,0 1,0-1,0 0,-1 1,1-1,0 1,0 0,-7 11,0 1,1 0,0 1,2 0,-1-1,1 1,1 1,1-1,0 0,0 15,1-22,0 0,0 0,1-1,0 1,0 0,1 0,0 0,0-1,1 1,-1-1,1 1,1-1,-1 1,1-1,0 0,1 0,-1 0,1-1,1 1,-1-1,1 0,-1 0,1-1,1 1,-1-1,1 0,-1-1,1 1,0-1,1 0,0 0,1-1,1 0,-1-1,1 1,0-2,0 1,-1-1,1-1,0 1,0-2,-1 1,1-1,-1 0,1-1,21-9</inkml:trace>
  <inkml:trace contextRef="#ctx0" brushRef="#br0" timeOffset="88730.976">3011 13450,'339'-26,"-242"14,0 4,0 5,45 5,-124-2,0 1,0 1,0 0,0 1,0 1,-1 1,0 1,0 0,0 1,0 1,-1 0,-1 1,1 1,-2 1,1 0,-1 0,-1 2,0 0,2 3,-4 4,-1 0,-1 1,-1 0,-1 0,-1 0,0 1,-2 0,-1 0,0 0,-2 1,0-1,-2 12,5 54,-3-79,-1-4,0-1,0 1,0 0,1 0,0-1,0 1,0 0,1-1,-1 1,1-1,0 0,1 1,-1-1,1 0,0 1,-1-5,1 0,-1 0,1 1,-1-2,0 1,1 0,-1 0,0-1,1 1,-1-1,0 0,0 0,1 0,-1 0,0 0,0 0,0-1,0 1,0-1,-1 1,1-1,0 0,-1 1,1-1,-1 0,0 0,1 0,0-2,-2 3,28-38,-1-1,-2-1,-2-1,-2-1,5-20,-19 48,6-12,-13 27,0 0,0 1,0-1,0 0,1 0,-1 1,0-1,0 0,0 0,0 1,1-1,-1 0,0 0,0 0,0 0,1 1,-1-1,0 0,0 0,1 0,-1 0,0 0,0 0,1 0,-1 0,0 0,1 0,-1 0,0 0,0 0,1 0,-1 0,0 0,1 0,-1 0,0 0,0 0,1 0,-1 0,0 0,0 0,1-1,-1 1,0 0,0 0,0 0,1 0,-1-1,0 1,0 0,0 0,0-1,1 1,-1 0,0 0,0-1,0 1,0 0,0 0,0-1,0 1,0 0,0 0,0-1,0 1,0-1,4 27,-3-22,1 17,0 11,2-1,1 0,2 0,8 25,-12-47,0-1,1 0,0-1,0 1,0-1,1 0,0 0,1 0,-1-1,1 1,1-1,-1-1,1 1,0-1,0-1,0 1,1-1,0 0,0-1,2 1,-1-1,1-1,0 0,0-1,0 0,-1 0,1-1,0-1,0 1,0-2,0 1,-1-1,1-1,-1 0,1 0,-1-1,0 0,0 0,-1-1,1-1,3-2,4-4,0 0,-2-1,1-1,-2 0,0 0,-1-2,0 0,-1 0,-1-1,0 0,1-7,-1-1,-1 0,-2 0,0-1,-1 1,-2-2,-1 1,-1 0,-1-1,-1 1,-3-25,-9-38,-4 0,-22-73,17 76,-32-148,43 212,9 60,16 223,40 202,-49-424,2 0,1-1,2-1,1 1,2-2,2 0,1-1,5 5,-19-34,0-1,0 0,0-1,0 1,1 0,0-1,0 0,0 0,0 0,1-1,0 1,-1-1,1 0,0 0,1-1,-1 1,0-1,1 0,-1-1,1 0,0 1,-1-2,1 1,0-1,0 0,0 0,-1 0,1-1,0 0,0 0,-1 0,1-1,-1 0,2-1,3-3,-1-2,1 0,-2 0,1 0,-1-1,-1 0,1-1,-2 0,1 0,-1 0,-1-1,0 0,0 0,12-22,-17 32,0 1,0-1,0 1,0-1,0 1,0-1,0 1,0 0,1-1,-1 1,0-1,0 1,0 0,1-1,-1 1,0-1,1 1,-1 0,0-1,1 1,-1 0,0 0,1-1,-1 1,0 0,1 0,-1-1,1 1,-1 0,0 0,1 0,-1 0,1 0,-1 0,1 0,-1 0,1 0,-1 0,1 0,-1 0,0 0,1 0,-1 0,1 0,-1 0,1 1,-1-1,0 0,1 0,-1 0,1 1,-1-1,0 0,1 1,-1-1,0 0,0 1,1-1,-1 0,0 1,0-1,1 1,-1-1,0 0,0 1,12 34,-10-28,2 7,44 121,-45-128,1 0,0 0,0-1,1 1,0-1,0 0,0 0,0-1,1 1,0-1,1 0,-1-1,1 0,-1 0,1 0,7 2,-11-5,1 0,-1 0,1-1,0 1,-1-1,1 0,0 0,-1 0,1 0,0-1,-1 1,1-1,-1 0,1 0,-1 0,1-1,20-11</inkml:trace>
  <inkml:trace contextRef="#ctx0" brushRef="#br0" timeOffset="88981.209">5364 13370,'-16'0,"-8"-2,-3-3,-3-6,4 0</inkml:trace>
  <inkml:trace contextRef="#ctx0" brushRef="#br0" timeOffset="89226.553">4642 13116,'14'-2,"20"-4,27-2,26-7,28-5,21-2,13 3,-19 4</inkml:trace>
  <inkml:trace contextRef="#ctx0" brushRef="#br0" timeOffset="89475.92">6072 13905,'21'-33,"-1"4,-1-1,-1 0,-2-2,-1 0,-1-1,-2 0,-1-1,0-9,-9 37,-1-1,0 1,0-1,0 1,-1-1,1 0,-2 1,1-1,-1 1,0-1,0 1,-1-1,0 1,0 0,0-1,-1 1,0 0,0 1,-1-1,0 1,0-1,0 1,0 0,-1 0,0 1,0 0,0-1,0 2,-1-1,1 1,-1-1,0 1,0 1,0-1,-1 1,1 1,-1-1,0 1,-3 1,1 1,0 0,0 1,0 0,0 0,1 1,-1 0,1 1,-1-1,1 2,0-1,1 1,-1 1,1-1,0 1,0 0,-1 2,-4 5,0 1,0 0,1 0,1 1,1 0,0 1,1 0,-2 7,6-14,0-1,1 1,0 0,0 0,1 0,0 0,1 0,0 1,0-1,1 1,0-1,1 0,0 1,0-1,1 0,0 0,1 0,0 0,0 0,1-1,0 1,1-1,0 0,0 0,0-1,1 0,1 2,11 2,0 0,1-1,0-1,1 0,0-2,0 0,0-1,1-1,0-1,0-1,0-1,0-1,0 0,1-2,-1-1,9-1,39-4,-1-3,0-2,1-5,61-17</inkml:trace>
  <inkml:trace contextRef="#ctx0" brushRef="#br0" timeOffset="89759.693">8572 13611,'30'0,"27"-2,28-4,21-2,18-3,8 1,1 3,-8 1,-13 3,-25 1</inkml:trace>
  <inkml:trace contextRef="#ctx0" brushRef="#br0" timeOffset="90075.44">9321 13223,'6'13,"0"1,1-1,0 0,1-1,1 0,0 0,0-1,1 0,1-1,0 0,0-1,1 0,0 0,0-1,1-1,9 4,394 178,-410-187,0 0,0 1,-1 0,1 0,-1 1,0 0,1 0,-2 0,1 0,0 1,-1-1,0 1,0 1,0-1,-1 0,0 1,0 0,0-1,-1 1,1 1,-2-1,1 0,0 5,-4-1,-2 0,1 0,-1-1,0 1,-1-1,0 0,-1 0,0-1,0 0,-1 0,0 0,0-1,-1 0,0 0,0-1,-1 0,-5 3,13-9,-49 36,-2-2,-1-2,-13 3,6-6</inkml:trace>
  <inkml:trace contextRef="#ctx0" brushRef="#br0" timeOffset="90327.851">11193 13116,'0'13,"0"22,0 21,0 23,-5 18,-6 11,-5 2,-5-5,-1-12,1-19,4-27,5-22</inkml:trace>
  <inkml:trace contextRef="#ctx0" brushRef="#br0" timeOffset="90580.934">10992 13169,'4'25,"9"25,9 18,12 15,11 4,10-1,9-6,7-12,3-16,-2-16,-6-15,-10-17,-15-10</inkml:trace>
  <inkml:trace contextRef="#ctx0" brushRef="#br0" timeOffset="90832.261">11540 13062,'-4'-22,"-2"-13,0-2,1 7,2 20,0 26,2 28,1 27,0 24,-2 19,-1 8,1-1,2-7,6-17,9-19,1-24</inkml:trace>
  <inkml:trace contextRef="#ctx0" brushRef="#br0" timeOffset="92175.19">11888 13477,'-7'20,"1"0,1 1,1-1,1 1,1 0,1 1,0-1,2 0,0 0,2 0,0 0,3 7,-5-23,1-1,0 1,1-1,-1 0,1 0,0 0,0 0,0 0,0 0,1-1,-1 0,1 1,0-2,0 1,0 0,0-1,1 1,-1-1,1-1,-1 1,1 0,0-1,-1 0,1 0,0-1,0 1,0-1,0 0,-1 0,1-1,0 0,0 1,0-1,-1-1,1 1,0-1,-1 0,2-1,6-4,0 0,0-1,0-1,-1 0,-1 0,1-1,-2-1,1 0,-2 0,1 0,-1-1,-1-1,0 1,-1-1,-1 0,0-1,0 1,-1-1,-1 0,0 0,-1 0,-1 0,0-1,-1 1,-1-4,-4-2,-6 35,6 8,0 0,2 0,1 1,1-1,1 1,2 12,-2-28,0-1,0 1,1 0,0 0,1-1,0 1,0-1,0 1,1-1,0 0,1 0,-1 0,1 0,1-1,-1 1,1-1,0 0,1-1,-1 1,1-1,0 0,0-1,1 1,0-1,-1 0,1-1,1 0,-1 0,7 2,-6-4,0-1,0 1,0-1,0 0,0-1,0 0,1 0,-1-1,-1 0,1 0,0-1,0 0,-1 0,0-1,0 0,0 0,0-1,0 0,-1 0,4-5,1 0,-1 0,0-1,-1-1,-1 1,1-2,-2 1,0-1,0 0,-1 0,-1-1,1-3,-1 0,-1-1,-1 1,-1-1,0 0,-1 0,-2-17,-4 63,5-11,-3 0,2 1,0 0,1-1,1 1,1 0,0-1,1 1,1-1,1 0,0 0,1 0,4 5,-8-19,0 0,0 0,1 0,-1-1,1 1,0-1,0 1,0-1,0 0,0 0,0 0,0-1,1 1,-1-1,1 0,-1 1,1-2,-1 1,1 0,0-1,-1 1,1-1,0 0,-1-1,1 1,0-1,-1 1,1-1,-1 0,1 0,1-1,7-3,1 0,-2-1,1-1,-1 0,0 0,0-1,-1 0,3-4,9-12,-1 0,-1-2,-2 0,0-1,-2-1,-1-1,-1 0,8-26,-19 48,-5 63,-1-31,1 0,2 0,0 0,2 0,3 14,-4-31,1 0,0-1,0 1,1-1,0 1,0-1,1 0,-1 0,2-1,-1 1,1-1,0 0,0 0,1 0,0-1,0 0,0 0,0-1,6 4,-2-4,-1 0,1 0,-1-1,1 0,0-1,0 0,1 0,-1-1,0-1,0 0,1 0,-1-1,0 0,0-1,0 0,0 0,0-1,0-1,-1 0,1 0,-1-1,6-3,-3 1,0-1,-1 0,0-1,0 0,-1 0,0-1,0-1,-1 0,0 0,-1 0,-1-1,0-1,0 1,-1-1,-1 0,1-5,-4 13,0 0,-1 0,0 0,0-1,0 1,-1 0,1-1,-1 1,0 0,-1-1,0 1,1 0,-2-1,1 1,-1 0,1 0,-1 0,-1 0,1 0,-1 1,0-1,0 1,0 0,0-1,-1 1,0 0,1 3,-1 1,1 0,0-1,0 1,0 1,-1-1,1 0,0 1,0-1,0 1,0 0,0 0,0 0,0 1,0-1,0 1,0-1,1 1,-1 0,0 0,1 0,0 1,0-1,-1 0,1 1,1 0,-1-1,0 1,1 0,-1 0,1 0,0 0,0 0,0 0,0 0,1 0,-1 2,-3 3,1 1,0 0,1 0,0 1,0-1,1 0,0 1,0-1,1 1,1-1,0 1,0-1,1 1,0-1,0 0,1 0,0 0,1 0,0-1,0 1,1-1,0 0,0 0,1-1,0 1,0-1,1-1,0 1,0-1,1 0,0-1,0 0,0 0,0-1,1 1,1-2,-1-1,1 1,-1-2,1 1,0-1,0-1,0 0,0 0,-1-1,1 0,0-1,-1 0,1 0,-1-1,1 0,-1-1,0 0,0-1,-1 1,0-2,1 1,-2-1,1 0,-1-1,0 0,0 0,0-1,-1 1,-1-1,1-1,-1 1,-1-1,1 0,-2 0,1 0,0-2,2-11,-1-1,-1 1,-1-1,-1 1,-1-1,0 0,-2 0,-1 0,-1 1,-1-1,-3-11,-14-22,21 56,0 0,0 0,0 1,0-1,0 0,-1 0,1 0,0 1,0-1,0 0,0 0,0 0,-1 0,1 1,0-1,0 0,0 0,0 0,-1 0,1 0,0 0,0 0,0 1,-1-1,1 0,0 0,0 0,-1 0,1 0,0 0,0 0,0 0,-1 0,1 0,0 0,0 0,-1-1,1 1,0 0,0 0,0 0,-1 0,1 0,0 0,0 0,0-1,0 1,-1 0,1 0,0 0,0 0,0-1,0 1,0 0,0 0,-1 0,1 0,0-1,0 1,0 0,0 0,0-1,0 1,1 19,4-12,-1 0,1-1,0 1,1-1,0 0,0 0,0-1,0 0,1 0,0 0,0-1,0 0,1-1,-1 1,1-1,0-1,0 1,0-1,0-1,0 0,2 0,180 37,-186-37,0 0,0 1,0 0,0 0,0 0,0 1,-1-1,1 1,-1 0,1 0,-1 0,0 0,-1 1,1-1,0 1,-1 0,0 0,0 0,0 0,0 0,-1 0,0 0,0 0,0 1,0-1,0 0,-1 3,3 26,-4-28,0 1,1-1,0 1,0-1,1 1,-1-1,1 0,0 1,1-1,-1 0,1 0,0 1,1-2,-1 1,1 0,0 0,0-1,0 1,1-1,-1 0,1 0,0 0,0-1,1 1,-1-1,1 0,2 1,8-2,-1 0,1-1,-1 0,1-2,0 1,-1-2,1 0,-1-1,0 0,0-1,0-1,0 0,-1-1,0 0,0-1,0 0,-1-1,4-4,64-40,-79 52,0 1,1-1,-1 1,0 0,0 0,0-1,0 1,0 0,0 0,0 0,0 0,0 0,0 0,0 0,-1 1,1-1,0 0,-1 0,1 1,-1-1,0 0,1 1,-1-1,0 0,0 1,0-1,1 0,-2 1,1-1,0 1,0-1,0 1,2 10,0-8,0 0,1 0,-1 0,1-1,0 1,0-1,0 1,1-1,-1 0,1 0,0-1,0 1,0-1,0 1,0-1,0-1,1 1,-1-1,0 1,1-1,0 0,-1-1,1 1,-1-1,1 0,0 0,-1 0,1-1,-1 0,1 0,0 0,-1 0,0-1,1 0,-1 1,0-2,0 1,0 0,0-1,0 0,-1 0,3-2,-1 1,0-1,0 0,0 0,-1-1,1 1,-1-1,-1 0,1 0,-1 0,0 0,0-1,-1 1,0-1,0 0,0 1,-1-1,0 0,-1 0,1 0,-1 0,-1 0,1 0,-1 0,0 0,-1 1,-1-6,-1-1,0 0,-1 0,-1 1,0 0,0 0,-1 1,0 0,-1 0,-1 0,1 1,-2 1,1-1,-7-3,13 10,0 0,0 1,0-1,-1 1,1 0,0 0,-1 0,0 0,1 1,-1-1,0 1,0 0,0 0,0 0,0 1,0 0,0-1,0 1,0 1,0-1,0 0,0 1,1 0,-1 0,0 0,0 1,0-1,0 1,-18 24,7 6</inkml:trace>
  <inkml:trace contextRef="#ctx0" brushRef="#br0" timeOffset="93794.981">14962 13757,'19'-48,"-2"-2,-3 0,-2-1,-2-1,-2 1,-2-1,-3-1,-2-22,0 41,29-624,-30 648,0 16,-2 13,-6 71,-16 187,10 103,13-346,2-1,1 0,1 0,2 0,1 0,2-1,1 0,1-1,10 19,-18-45,0 0,1 0,-1-1,1 1,0 0,1-1,-1 0,1 0,0 0,0 0,0 0,0-1,1 0,-1 0,1 0,0 0,0-1,0 0,0 0,1 0,-4-3,0 0,1 0,-1-1,0 1,0 0,0-1,0 0,-1 1,1-1,0 0,-1 0,1 0,-1 0,1 0,-1 0,0 0,0-1,0 1,0 0,0-1,-1 1,1-1,-1 1,0-1,1 1,-1 0,0-1,-1 1,1-1,0 1,-1-1,1 1,-1-1,0 0,-4-23,-1-1,-1 2,-2-1,0 1,-2 0,0 1,-2 0,-1 1,0 0,-9-8,-1-3,-2 0,-1 2,-1 0,-2 2,-1 2,-1 1,-2 1,0 1,-2 3,0 0,-1 3,-35-13,0 15,78 25,98 26,53-6,1-8,1-6,59-6,-141-5,179 8,-219-5,-37-6,1 1,0-1,-1 0,1 0,-1 0,1 1,0-1,-1 0,1 1,-1-1,1 0,-1 1,1-1,-1 1,1-1,-1 1,1-1,-1 1,1-1,-1 1,0-1,1 1,-1 0,0-1,0 1,0 0,1-1,-1 1,0-1,0 1,0 0,0-1,0 1,0 0,0-1,0 1,0 0,-1-1,1 1,0 0,0-1,0 1,-1 0,1-1,0 1,-1-1,1 1,-1-1,1 1,0-1,-1 1,1-1,-1 1,1-1,-1 0,0 1,0-1,-111 106,94-90,0 1,1 1,1 1,0 0,2 1,0 1,1 0,2 0,0 2,1-1,-6 20,15-39,0 1,0-1,0 1,1-1,-1 1,1 0,0-1,0 1,0 0,0-1,1 1,-1-1,1 1,0 0,0-1,0 0,1 1,-1-1,1 0,0 1,0-1,0 0,0 0,0-1,1 1,-1 0,1-1,0 0,0 1,0-1,0 0,0 0,0-1,0 1,1-1,-1 1,3-1,4-1,0-1,-1 0,1 0,-1-1,0-1,1 0,-1 0,0-1,-1 0,1 0,-1-1,0 0,0 0,0-1,-1 0,0-1,0 1,0-1,-1-1,0 1,0-1,-1 0,4-8,68-144,-69 155,-6 27,-1-16,0 19,-2-4,2 1,0-1,1 0,1 1,1-1,1-1,0 1,2-1,1 0,0 0,1-1,1 0,13 17,-21-33,1 0,0 0,0-1,0 1,0-1,0 0,1 0,-1 0,1 0,-1 0,1-1,0 0,0 0,-1 0,1 0,0 0,0-1,0 1,0-1,0 0,0-1,0 1,0-1,0 1,0-1,-1-1,1 1,0 0,-1-1,1 0,-1 1,1-1,-1-1,0 1,0 0,0-1,0 0,0 0,9-8,0-1,-1-1,0 1,-1-2,-1 0,0 0,-1 0,0-1,-1 0,-1-1,3-11,3-14,-2-1,-1 0,2-42,-9 66,1-8,0 0,-2 0,0 0,-2 0,-1-1,-3-7,5 34,0 0,0 0,0 0,0 0,-1 0,1 0,0 1,0-1,0 0,0 0,-1 0,1 0,0 0,0 0,0 0,-1 0,1 0,0 0,0 0,0 0,0-1,-1 1,1 0,0 0,3 9,0-1,1 0,0 0,1 0,0-1,0 0,0 0,1 0,0 0,0-1,1 0,0 0,0-1,0 0,1 0,-1 0,1-1,7 2,56 30,-50-28,-1 1,0 0,-1 2,0 0,-1 1,0 1,-1 1,-1 0,0 1,0 1,-2 0,0 1,0 2,69 180,-79-194,0 0,1 1,0-2,0 1,0-1,0 1,0-1,1-1,0 1,0-1,0 0,0 0,1-1,-1 0,1 0,-1 0,1-1,0 0,-1 0,1-1,0 0,0 0,0-1,1 0,9-1,0 0,0-2,-1 0,1-1,-1-1,0 0,0-1,-1-1,2-1,-2-1,-1-1,1 0,-2-1,1-1,-2 0,0-1,0 0,-1 0,-1-1,-1-1,0 0,-1 0,0-1,-2 0,0 0,-1 0,0-1,-2 0,0 0,-1 0,0 0,-2-2,-16-67,15 85,1-1,-1 1,0 0,0 0,-1 0,1-1,0 1,-1 0,1 0,-1 1,0-1,0 0,0 1,0-1,0 1,0-1,0 1,0 0,0 0,-1 0,1 0,0 0,-1 0,1 1,0-1,-1 1,1 0,-1 0,1 0,-1 0,1 0,-3 1,-4 2,1 2,0-1,1 1,-1 0,1 1,0 0,0 0,0 0,1 1,0 0,1 0,-1 1,1 0,1 0,-1 0,1 0,1 1,0-1,0 1,1 0,-1 0,1-1,-1 0,1 0,0 0,1 0,0 0,0 0,1 1,0-1,0 0,1 1,0-1,1 0,0 0,0 0,0 0,1 0,0-1,1 1,0-1,0 0,1 0,-1 0,1 0,1-1,0 0,9 4,0-1,1 0,1-1,-1-1,1-1,0 0,1-1,-1-1,1-1,0-1,0 0,0-1,0-1,10-1,6 2,0-2,0-1,-1-1,0-3,1 0,-2-2,1-1,-1-2,-1-1,0-2,2-2,-22 9,0 0,-1 0,0-2,0 1,0-1,-1 0,-1-1,6-8,-11 14,0-1,0 0,0 0,0 0,-1 0,0 0,0 0,0-1,-1 1,0-1,0 1,0-1,-1 1,1-1,-2 1,1-1,0 0,-1 1,0-1,0 1,-1-1,1 2,-1 0,0 1,0-1,0 1,0-1,0 1,-1 0,1 0,-1 0,0 0,0 0,0 0,0 1,-1 0,1 0,-1 0,1 0,-1 0,0 0,0 1,0 0,1 0,-1 0,0 0,0 1,-1 0,1-1,0 1,-3 1,-2-1,0 1,-1 1,1 0,0 0,0 1,0 0,0 0,1 1,-1 0,1 1,0-1,-3 4,1 0,1 0,0 1,0 0,1 0,1 1,-1 0,2 0,-1 1,1 0,1 0,-3 10,6-17,0 1,0-1,1 1,0 0,0-1,0 1,1 0,0 0,0 0,0 0,0 0,1-1,0 1,-1 0,2 0,-1-1,1 1,0-1,0 1,0-1,0 0,1 0,-1 1,1-2,0 1,1 0,-1-1,1 1,-1-1,1 0,0 0,2 1,0-1,1 0,-1 0,1 0,0 0,-1-1,1 0,0-1,0 0,1 0,-1 0,0-1,0 0,0 0,0-1,0 0,1 0,-1 0,-1-1,1 0,0-1,0 0,2-1,2-2,0 0,0 0,-1-1,0-1,-1 0,1 0,-2 0,1-1,-1-1,0 0,-1 0,0 0,0-3,-5 10,-2 4,0-1,0 0,1 1,-1-1,0 0,1 1,-1-1,0 0,1 0,-1 1,0-1,1 0,-1 0,1 0,-1 1,0-1,1 0,-1 0,1 0,-1 0,1 0,-1 0,0 0,1 0,-1 0,1 0,-1 0,1 0,-1 0,0-1,1 1,-1 0,1 0,-1 0,0 0,1-1,-1 1,0 0,1 0,-1-1,0 1,1 0,-1-1,0 1,0 0,1-1,-1 1,0-1,0 1,0 0,0-1,1 1,-1-1,0 1,0 0,0-1,0 1,0-1,0 1,0-1,0 1,0 0,0-1,0 1,0-1,-1 1,1 0,0-1,0 1,0-1,1 18,2 0,0-1,1 1,1-1,0 0,2-1,-1 1,2-1,0 0,6 7,-2-8,0-2,1 0,0 0,1-1,0-1,0 0,2-1,-1 0,1-1,0-1,0-1,1 0,0-1,0-1,10 1,48 9</inkml:trace>
  <inkml:trace contextRef="#ctx0" brushRef="#br0" timeOffset="94760.927">19855 13276,'-14'-3,"-1"1,1 0,-1 1,1 0,-1 1,0 1,1 0,-1 1,1 0,0 2,0-1,0 2,0 0,0 0,1 1,0 1,1 1,-1-1,1 2,1 0,0 0,0 1,-1 2,9-9,0 1,0-1,0 1,1 0,-1 0,1 1,0-1,0 0,1 1,-1-1,1 1,0 0,0-1,0 1,1 0,0 0,0-1,0 1,0 0,1 0,0-1,0 1,0 0,0-1,1 1,0-1,0 0,0 1,0-1,3 3,6 3,0 0,1-1,0 0,1-1,0 0,0-1,0-1,1 0,0 0,1-2,-1 0,1 0,-1-2,1 1,8-1,29 5,1-1,0-3,1-2,-1-3,0-1,0-4,-1-1,0-3,16-6,-53 13,0 0,0-2,0 1,-1-2,0 0,0 0,-1-1,0-1,11-9,-5-15,-20 32,1 1,-1 0,0 0,1 0,-1 0,0 0,0 0,1 0,-1 0,0 0,0 0,1 0,-1 1,0-1,1 0,-1 1,0-1,1 0,-1 1,0-1,1 0,-1 1,1-1,-1 1,1-1,-1 1,1 0,-1-1,1 1,-1-1,1 1,0 0,-1-1,1 1,0 0,0 0,0-1,-1 1,1 0,0 0,0-1,0 2,-1 2,0 0,0 1,0-1,1 0,0 1,0-1,0 1,0-1,1 0,-1 1,1-1,0 0,1 0,-1 1,1-1,-1 0,1 0,1 0,-1-1,0 1,1-1,0 1,0-1,0 0,0 0,0 0,1 0,5 5,0-1,1 0,-1-1,1 0,0-1,1 0,-1 0,1-1,0 0,0-1,-7-2,0 0,0 0,-1 0,1 0,0 0,0-1,0 0,0 1,0-2,0 1,0 0,0-1,0 0,0 0,0 0,0 0,-1-1,1 1,0-1,-1 0,1 0,-1 0,0-1,0 1,0-1,0 0,0 0,0 0,-1 0,0 0,1 0,-1-1,0 1,-1-1,1 1,-1-1,1 0,-1 0,0-3,-1 0,0 0,0 0,0 1,-1-1,0 0,0 0,0 0,-1 1,0-1,-1 1,0-1,0 1,0 0,0 0,-1 0,0 1,0-1,-1 1,0-1,-6-5,0 0,0 1,-1 0,0 1,-1 0,0 1,0 0,-9-3,11 6,0 0,-1 1,1 0,-1 1,0 0,0 1,0 0,-1 1,1 1,0 0,0 0,-1 1,1 1,-9 2,19-4,1 0,0 0,-1 0,1 0,-1 1,1-1,0 0,-1 1,1-1,0 1,0-1,-1 1,1 0,0-1,0 1,0 0,0 0,0 0,0 0,0 0,0 0,0 0,0 0,0 0,1 1,-1-1,0 0,1 0,-1 1,1-1,0 0,-1 1,1-1,0 1,0-1,0 0,0 1,0-1,0 1,0-1,1 0,-1 1,0-1,1 0,-1 1,1-1,-1 0,7 4,0-1,0 0,1 0,-1-1,1 0,0 0,0-1,0 0,0 0,0-1,0 0,0-1,1 1,-1-2,0 1,35-1,-1-3,1-1,-1-2,-1-1,1-3,-1-1,-1-3,-1 0,27-16,-32 15,0-2,-1-1,-1-2,0-1,-2-2,-1 0,-1-2,-1-1,-1-2,-2 0,-1-1,-1-2,-1 0,-2-1,-2-1,-1-1,-1 0,0-7,-6 11,-1 0,-1-1,-1 0,-2 0,-2 0,0 0,-3 0,0-1,1 26,0 1,-1 0,1 0,-1-1,0 1,-1 0,0 0,0 0,0 1,0-1,-1 0,0 1,0-1,-1 1,0 0,1 0,-2 1,1-1,0 1,-1 0,0 0,0 0,0 0,-1 1,1 0,-1 0,1 1,-4-1,-2 2,1 1,-1 1,0 0,1 1,-1 0,1 0,0 1,0 0,0 1,0 0,1 1,-1 0,1 1,0 0,1 0,-1 0,1 1,1 1,-1-1,-4 7,-10 11,0 1,2 1,1 0,1 1,2 2,0-1,2 2,1 0,2 1,1 0,2 0,1 1,1 0,2 0,1 1,2-1,1 1,1-1,7 31,-3-37,2 0,0 0,2 0,2-1,0-1,1 0,2 0,0-1,1-1,2 0,0-2,2 0,0 0,1-2,1-1,1 0,1-2,0 0,1-1,0-2,1-1,1 0,19 4,-35-13,1 0,-1-1,1 0,0-1,-1 0,1-1,0 0,0-1,-1 0,1 0,0-1,-1-1,0 0,1 0,-1-1,0 0,-1-1,1 0,-1-1,6-4,20-20</inkml:trace>
  <inkml:trace contextRef="#ctx0" brushRef="#br0" timeOffset="96825.582">22610 12247,'-9'16,"-13"28,-15 31,-16 35,-14 33,-12 26,-6 21,-5 12,0 4,3-5,6-10,11-17,16-26,17-27,17-34,12-30</inkml:trace>
  <inkml:trace contextRef="#ctx0" brushRef="#br0" timeOffset="98144.495">22756 13249,'26'-6,"0"-1,0-2,-1 0,0-2,-1-1,0 0,-1-2,0-1,-1-1,15-14,-17 15,-1-2,0 0,-1-1,0-1,-2-1,0 0,-2-1,0-1,-1 0,-1-1,-2 0,0-1,-1 0,-1 0,-2-1,0 0,-2 0,-1 0,0-1,-2 0,-1 1,-1-1,-4-15,3 28,-2 0,1-1,-2 1,0 1,0-1,-1 1,-1 0,-2-4,6 12,0-1,0 1,-1 0,0 0,1 0,-1 0,0 1,-1 0,1 0,0 0,-1 0,0 1,0-1,0 1,0 0,0 1,0-1,0 1,-1 0,1 1,0-1,-3 1,1 1,0 0,1 0,-1 1,0 0,0 0,1 0,0 1,-1 0,1 1,0-1,0 1,1 0,-1 1,1-1,0 1,0 0,1 0,-1 1,1-1,-3 6,-5 7,1 2,1 0,0 0,2 0,0 1,1 1,-3 15,1 1,2 0,1 1,2-1,2 1,2-1,1 1,2 0,1-1,3 0,1 0,1 0,2-1,2-1,1 0,2 0,2-2,1 0,1-1,2-1,16 17,36 15,-71-62,-1-1,1 1,0-1,0 0,0 0,0 0,0 0,0-1,0 1,0-1,1 0,-1 0,0 0,0 0,0 0,0-1,0 0,1 1,-1-1,0 0,-1 0,1-1,0 1,0-1,0 1,-1-1,1 0,-1 0,1 0,14-17,-1 0,-1-2,0 1,-2-2,0 0,-2 0,8-21,5-7,43-83,-52 112,-15 21,1-1,-1 1,0 0,1 0,-1 0,0 0,0-1,1 1,-1 0,0 0,1 0,-1 0,0 0,1 0,-1 0,0 0,1 0,-1 0,0 0,1 0,-1 0,0 0,1 0,-1 0,0 0,1 0,-1 0,0 0,1 1,-1-1,0 0,1 0,-1 0,0 1,0-1,1 0,-1 0,0 0,0 1,0-1,1 0,-1 1,0-1,0 0,0 1,0-1,0 0,0 1,1-1,-1 0,0 1,0-1,0 0,0 1,0-1,0 0,0 1,0-1,-1 0,1 1,0-1,0 0,0 1,0-1,0 0,16 221,-15-214,0-1,1 0,0 0,-1 0,2 0,-1 0,1-1,0 1,0-1,0 1,1-1,0 0,0-1,0 1,1-1,-1 1,1-1,0-1,0 1,1-1,-1 0,1 0,-1 0,2 0,22 2</inkml:trace>
  <inkml:trace contextRef="#ctx0" brushRef="#br0" timeOffset="98760.384">23505 12809,'6'9,"0"1,0-1,1 0,0 0,0-1,1 0,1-1,-1 1,1-1,0-1,1 0,-1 0,1-1,0 0,10 3,-10-3,59 27,-34-16,0 2,-1 0,-1 3,1 2,-25-16,0 0,0 1,-1 0,0 0,-1 0,0 1,0 1,-1-1,0 1,-1 0,0 0,0 1,-1-1,-1 1,0 0,0 1,4 47,-8-51,1 0,-1-1,2 1,-1 0,1-1,0 1,1 0,-1-1,2 0,-1 1,1-1,0 0,0 0,1 0,0-1,0 1,1-1,0 0,0-1,0 1,1-1,-1 0,1 0,4 2,1-4,1-1,0 0,0-1,-1 0,1-1,0-1,0 0,-1 0,1-1,0 0,-1-1,0-1,1 0,-1 0,-1-1,1 0,-1-1,0 0,0-1,-1 0,1 0,4-6,-3 2,1 0,-2-1,0 0,0-1,-1 0,-1 0,0-1,-1 0,0-1,-1 1,-1-1,0 0,-1-1,-1 1,0-1,-1 0,-1 1,0-1,-2 8,0 29,1-8,1 0,1 0,0 0,1 0,0-1,1 1,0-1,1 0,1 0,0 0,0-1,1 0,0 0,1-1,1 0,-1 0,2-1,-1 0,1-1,8 6,-15-13,0 1,1-1,-1 0,0 0,1 0,-1 0,1-1,-1 1,1-1,-1 0,1 0,-1 0,1 0,-1-1,1 0,-1 1,1-1,-1-1,0 1,1 0,-1-1,0 1,0-1,0 0,0 0,-1 0,1-1,0 1,1-3,4-4,0 0,-1-1,1-1,-2 1,0-1,0 0,4-11,41-145,-43 147,0 35,1 251,6-220,-8-39</inkml:trace>
  <inkml:trace contextRef="#ctx0" brushRef="#br0" timeOffset="99012.727">24615 12661,'4'14,"14"8,16 7,19 1,0-4</inkml:trace>
  <inkml:trace contextRef="#ctx0" brushRef="#br0" timeOffset="99260.128">25162 12969,'3'16,"0"12,0 10,-3 6,-1 4,-1 1,0-1,3-4,5-8,7-9,8-10,4-11,-1-8</inkml:trace>
  <inkml:trace contextRef="#ctx0" brushRef="#br0" timeOffset="99261.128">25149 12581,'-7'9,"7"6,4-1</inkml:trace>
  <inkml:trace contextRef="#ctx0" brushRef="#br0" timeOffset="100365.201">26767 13263,'1'-19,"0"0,1 0,1 0,1 0,0 0,2 0,0 1,1 0,1 1,1-1,0 1,9-11,-8 10,107-175,-115 190,-1 2,0-1,0 0,0 1,-1-1,2 0,-1 1,0-1,0 1,0 0,1-1,-1 1,1 0,-1 0,1 0,-1 0,1 0,-1 0,1 0,0 1,0-1,0 1,-1-1,1 1,0-1,0 1,0 0,0 0,-1 0,1 0,0 0,0 1,1-1,3 5,-1 0,0 1,-1-1,1 1,-1 0,-1 0,1 1,-1-1,0 1,2 6,3 5,101 218,-109-235,13 42,-13-42,0-1,0 1,1 0,-1 0,0-1,0 1,0 0,0 0,0-1,0 1,0 0,0 0,-1-1,1 1,0 0,0 0,-1-1,1 1,0 0,-1-1,1 1,-1 0,1-1,0 1,-1-1,0 1,1-1,-1 1,1-1,-1 1,0-1,1 1,-1-1,0 0,1 0,-1 1,0-1,1 0,-1 0,0 0,0 1,1-1,-1 0,0 0,0 0,1 0,-1-1,0 1,0 0,0 0,-7-3,1 0,-1 0,1-1,0 1,0-2,0 1,1-1,-1 0,1 0,0-1,1 0,-4-4,8 9,-1 0,1 1,0-1,0 0,-1 0,1 0,0 0,0-1,0 1,1 0,-1 0,0-1,0 1,1 0,-1-1,0 1,1-1,0 1,-1-1,1 1,0-1,0 1,0-1,0 1,0-1,0 1,0-1,0 1,1-1,-1 1,0-1,1 1,-1 0,1-1,0 1,0-1,-1 1,1 0,0 0,0 0,0-1,0 1,0 0,1 0,-1 0,0 1,0-1,1 0,-1 0,0 1,2-1,124-27,-96 25,-1-2,-1-1,1-2,-1-1,0-1,-1-1,0-2,-1 0,-1-2,17-13,-40 27,-1-1,1 1,-1-1,0 0,0 0,1 0,-1 0,-1 0,1-1,0 1,0 0,-1-1,0 1,1-1,-1 0,0 1,0-1,0 0,-1 0,1 0,-1 0,1 1,-1-1,0 0,0 0,-1 0,1 0,0 0,-1 0,0 1,1-1,-1 0,0 0,-1 1,1-1,0 1,-1-1,0 1,0-1,-2 0,0 1,0 1,0-1,-1 1,1-1,0 1,-1 0,1 1,-1-1,1 1,-1 0,1 0,-1 0,1 1,-1 0,1-1,-1 2,1-1,0 0,-1 1,1 0,0 0,0 0,0 0,1 1,-1 0,0-1,1 1,0 1,0-1,0 0,0 1,0-1,1 1,-1 0,-1 3,0 0,1 0,-1 0,1 0,0 0,0 1,1-1,0 1,1-1,-1 1,1 0,1 0,0-1,0 1,0 0,1 0,0-1,0 1,1 0,0-1,1 1,0-1,0 0,0 0,1 0,0 0,0-1,0 1,1-1,0 0,1-1,-1 1,1-1,0 0,0 0,4 1,13 7,1-1,0-1,0-1,1-2,0 0,0-2,1 0,0-2,0-1,24 0,66 3</inkml:trace>
  <inkml:trace contextRef="#ctx0" brushRef="#br0" timeOffset="100806.535">29173 12300,'21'9,"0"0,0-2,1-1,0-1,0 0,0-2,1 0,-1-2,1 0,-1-2,1 0,-1-2,0 0,1-1,-2-2,1 0,13-6,-28 8,1 1,0-1,-1-1,0 0,0 0,0 0,-1-1,0 1,0-2,0 1,-1-1,1 0,-2 0,1 0,-1-1,0 1,-1-1,0 0,0 0,0 0,-1-1,-1 1,1 0,-1-1,-1 1,1-1,-2 0,1 1,-1-2,0 1,1 1,-1-1,-1 1,0-1,0 1,-1 0,1 0,-2 0,1 0,-1 0,-1 1,1 0,-1 0,-2-2,6 8,-1 0,0 0,0 0,0 0,0 0,0 0,0 0,0 1,-1-1,1 1,0 0,0-1,0 1,0 0,-1 0,1 1,0-1,0 0,0 1,0-1,-1 1,1 0,0 0,0 0,0 0,1 0,-1 0,0 0,0 0,0 1,1-1,-1 1,1-1,-1 1,1 0,0 0,0 0,-1-1,1 1,1 0,-1 0,0 0,0 1,1-1,-1 1,-13 27,1 0,1 2,2-1,1 1,1 1,-2 32,-16 121,9 0,8 1,15 180,14-32,-22-293,-2-16</inkml:trace>
  <inkml:trace contextRef="#ctx0" brushRef="#br0" timeOffset="101295.231">29053 12875,'124'1,"1"-6,-1-5,-1-5,0-6,103-32,-104 6,-95 24,-26 22,-1 0,0 1,0-1,0 1,1-1,-1 0,0 1,0-1,0 0,0 1,0-1,0 0,-1 1,1-1,0 1,0-1,0 0,0 1,-1-1,1 1,0-1,-1 0,1 1,0-1,-1 1,1-1,-1 1,1 0,-1-1,1 1,-1-1,1 1,-1 0,1-1,-1 1,0 0,1 0,-1-1,1 1,-1 0,0 0,1 0,-1 0,0 0,1 0,-1 0,0 0,1 0,-1 0,-14-1,0 0,-1 1,1 1,0 0,0 1,0 1,0 0,1 1,-1 1,1 0,0 1,-7 4,6-3,1 0,1 1,-1 1,1 0,0 0,1 1,0 1,1 0,-3 5,10-12,1 0,-1 0,1 1,0-1,1 1,-1 0,1 0,-1 0,2 0,-1 0,0 1,1-1,0 0,0 1,1-1,0 1,0-1,0 0,0 1,1-1,0 1,0-1,0 0,1 1,0-1,0 0,0 0,2 2,-2-3,1 0,0 0,0-1,0 1,0-1,0 1,1-1,-1 0,1-1,0 1,0 0,0-1,0 0,1 0,-1 0,0-1,1 0,-1 1,1-2,-1 1,1 0,0-1,-1 0,1 0,0 0,-1-1,5 0,1-1,-1 0,1-1,-1 0,0 0,0-1,-1-1,1 1,-1-1,0 0,0-1,-1 0,1 0,0-2,4-6,-1-1,0 0,-1-1,-1 0,0 0,-2-1,5-13,18-35,-19 59,-10 26,-7 34,3-45,1-1,0 1,0 0,1-1,0 1,1 0,0 0,0 0,1 0,0 0,0 0,1-1,0 1,1-1,0 1,0-1,1 0,0 0,1 0,-1-1,1 1,1-1,0 0,5 0,0 0,0-1,0-1,1 1,0-2,0 0,0 0,1-2,-1 1,1-1,0-1,-1 0,1-1,9-1,51-2</inkml:trace>
  <inkml:trace contextRef="#ctx0" brushRef="#br0" timeOffset="101744.241">30830 12701,'-23'-2,"0"0,-1 2,1 0,-1 2,1 0,0 2,0 1,13-3,1 0,0 1,0 0,1 1,-1 0,1 0,0 1,0 0,0 1,0 0,1 0,0 0,1 1,-1 0,1 0,1 1,-1-1,-1 6,4-8,1 0,0 0,1 0,-1 0,1 0,0 1,0-1,1 0,0 1,0-1,0 1,0-1,1 0,0 1,0-1,0 0,1 0,0 0,0 0,0 0,0 0,1 0,0-1,0 1,0-1,1 0,-1 0,1 0,0 0,0-1,0 0,1 1,-1-2,1 1,2 1,15 6,0 0,0-2,1-1,0 0,0-2,0-1,1-1,0 0,-1-2,1-1,0-1,3-1,-5 2,0-1,0 0,0-2,0-1,0-1,-1 0,1-2,-1 0,-1-2,0 0,0-1,-1-1,0-1,-1-1,0 0,-1-1,0-1,-2-1,0 0,0-1,6-11,-12 14,-1-1,-1 1,0-1,0-1,-2 1,0-1,-1 0,0-1,0-4,-5 20,1 0,-1 0,0 0,1 0,-1 1,0-1,1 0,-1 0,0 0,0 1,0-1,0 0,0 1,1-1,-1 1,0-1,0 1,-1 0,1-1,0 1,0 0,0 0,0-1,0 1,0 0,0 0,0 0,0 0,0 1,0-1,-1 0,1 0,0 1,0-1,0 1,0-1,0 1,0-1,1 1,-1-1,0 1,0 0,0-1,0 1,1 0,-1 0,0 0,1 0,-1 0,1 0,-1 1,-20 11,0 2,2 1,0 0,1 2,0 0,2 0,0 2,1 0,-9 17,21-33,1 1,0-1,0 0,0 1,0 0,1-1,0 1,0 0,0 0,0-1,1 1,0 0,0 0,0 0,0 0,1 0,0-1,0 1,0 0,1-1,-1 1,1 0,0-1,1 0,-1 0,1 1,0-1,0-1,0 1,0 0,1-1,-1 0,1 1,2 0,13 7,0-2,1 0,0-1,1 0,0-2,0-1,0 0,0-2,1 0,0-2,13 0,-17 1,0-1,1 0,-1-1,0-2,1 1,-1-2,0-1,0 0,-1-1,1-1,1-1,3-8</inkml:trace>
  <inkml:trace contextRef="#ctx0" brushRef="#br0" timeOffset="106777.368">11072 15122,'0'13,"0"12,0 8,0 6,0 4,0 1,0-2,0-2,0-9</inkml:trace>
  <inkml:trace contextRef="#ctx0" brushRef="#br0" timeOffset="107265.063">10885 14880,'219'60,"-176"-52,-1 2,0 2,0 2,-1 1,18 11,-47-19,0 1,0 0,-1 1,0 0,-1 1,0 0,-1 0,0 1,0 0,-2 1,1 0,-1 0,-1 1,0-1,-1 1,0 1,-1-1,0 1,-1 0,-1 0,0 0,-1 1,13 87,-14-101,0 0,0 0,0 0,0 0,1 0,-1 0,0 0,1-1,-1 1,0 0,1 0,-1 0,1 0,0 0,-1-1,1 1,0 0,-1-1,1 1,0 0,0-1,-1 1,1-1,0 1,0-1,0 0,0 1,0-1,0 0,0 1,0-1,0 0,0 0,0 0,0 0,0 0,0 0,0 0,-1 0,1-1,0 1,0 0,0 0,0-1,0 1,0-1,0 1,0-1,-1 1,1-1,0 0,40-38,-36 34,26-34,-2-1,-1-1,-2-2,-1-3,-25 46,0-1,0 1,0-1,1 1,-1-1,0 1,0-1,0 1,0-1,0 1,1 0,-1-1,0 1,0-1,0 1,1-1,-1 1,0 0,1-1,-1 1,0 0,1-1,-1 1,1 0,-1 0,1-1,-1 1,0 0,1 0,-1 0,1-1,-1 1,1 0,-1 0,1 0,-1 0,1 0,-1 0,1 0,-1 0,1 0,-1 0,1 0,-1 1,1-1,-1 0,1 0,-1 0,1 1,9 24,-8-19,1 5,0-1,0 0,1 0,0 0,1-1,0 1,0-1,1 0,0-1,1 1,0-1,0-1,1 1,0-1,0 0,0-1,1 0,2 0,7 1,0-1,1-1,0-1,0-1,0-1,0 0,0-1,11-2,37 0</inkml:trace>
  <inkml:trace contextRef="#ctx0" brushRef="#br0" timeOffset="107909.861">13505 14974,'-7'1,"1"1,-1 0,1 0,0 1,0-1,0 1,0 1,0-1,1 1,-1 0,1 0,0 0,0 1,1 0,-1 0,1 0,0 1,1-1,-2 3,-4 8,1 0,1 0,0 1,1 0,1 0,-2 12,4-22,1 1,-1-1,2 1,-1 0,1 0,0 0,1 0,0 0,0 0,1 0,0 0,0-1,1 1,0 0,0-1,1 1,-1-1,2 1,-1-1,1 0,1-1,-1 1,1-1,0 0,0 0,1 0,0-1,0 1,0-1,0-1,6 4,1-4,1 0,-1 0,1-1,0-1,0 0,0-1,0-1,0 0,0-1,0 0,0-1,7-2,12-4,1-1,-1-2,0-1,15-9,-2-3,-1-1,0-2,32-28,-57 41,-19 14,-1 0,1 0,0 1,-1-1,1 0,-1 1,1-1,-1 0,1 1,-1-1,1 1,-1-1,1 1,-1-1,0 1,1-1,-1 1,0-1,1 1,-1-1,0 1,0 0,1-1,-1 1,0 0,0-1,0 1,0-1,0 1,0 0,0-1,0 1,0 0,0-1,0 1,-1 0,1-1,0 1,0-1,-1 1,1-1,0 1,-1 0,1-1,0 1,-1-1,1 1,-1-1,1 0,-1 1,0 3,0 1,-1 0,1 0,0-1,1 1,-1 1,1-1,0 0,0 0,1 0,0 0,-1 0,2 0,-1-1,0 1,1 0,0 0,0-1,1 1,-1-1,1 0,0 0,0 0,0 0,1 0,-1 0,1-1,0 0,0 0,0 0,0 0,1-1,-1 1,1-1,-1 0,2 0,3 0,0 0,0-1,0 0,0-1,0 0,0 0,1-1,-1 0,0 0,0-1,-1 0,1-1,0 0,-1-1,1 1,-1-1,0-1,0 0,-1 0,0 0,1-1,-2 0,1-1,-1 1,2-4,-6 8,0-1,0 1,-1-1,1 1,-1-1,1 0,-1 1,0-1,0 0,0 0,-1 0,1 0,-1 0,0 0,1 0,-1 0,-1 0,1 0,0 0,-1 0,1 0,-1 0,0 0,0 1,0-1,0 0,-1 0,1 1,-1-1,0 1,1-1,-1 1,0 0,-2-2,-2-1,-1-1,1 1,-1 0,-1 1,1 0,0 0,-1 1,0-1,0 2,0-1,0 1,-1 0,-1 0,0 0,0 0,0 1,-1 1,1 0,0 0,-1 1,1 0,0 0,0 1,0 1,0 0,0 0,1 1,-1 0,1 1,0 0,0 0,1 1,-1 0,1 1,1-1,-1 2,1-1,0 1,-5 7,11-12,0 0,0 0,0 0,0 0,1 0,-1 0,1 0,-1 0,1 0,0 0,0 0,1 0,-1 0,1 0,-1 0,1 0,0 0,0 0,0 0,1-1,-1 1,1 0,-1-1,1 1,0-1,0 1,0-1,0 0,0 0,1 0,-1 0,1 0,-1-1,3 2,31 17</inkml:trace>
  <inkml:trace contextRef="#ctx0" brushRef="#br0" timeOffset="108344.935">14936 15081,'-12'-5,"0"0,0 1,0 0,-1 1,1 0,-1 1,0 1,0 0,1 0,-1 2,0-1,0 1,0 1,1 1,-1 0,1 0,0 1,0 1,0 0,0 0,1 1,0 1,0 0,1 0,0 1,0 1,1-1,0 2,0-1,1 1,0 0,1 1,0 0,1 0,0 0,1 1,0 0,1 0,0 0,1 1,0-1,1 2,2-8,0 0,0 0,0 0,1 0,0 0,0 0,1 0,0 0,0 0,0-1,0 1,1-1,0 1,0-1,1 0,-1 0,1 0,0-1,1 0,-1 1,1-1,0-1,-1 1,2-1,-1 0,0 0,1 0,-1-1,1 0,0 0,0 0,0-1,4 1,7-1,0-1,-1 0,1-1,0-1,-1-1,0 0,1-1,-1 0,-1-2,1 0,-1-1,0 0,0-1,-1-1,0 0,-1-1,0 0,0-2,-1 1,-1-1,0-1,0 0,-2 0,1-1,-2 0,0-1,0 0,-2 0,4-11,-2-3,0-1,-2 0,-2-1,0 1,-2-1,-1 1,-2-1,-1-3,-39-244,35 246,-14-65,15 82,2 26,20 265,22 47,-36-304,1-1,1 1,0-1,1 0,1 0,1-1,1 0,0 0,1-1,0 0,2 0,0-2,1 1,0-1,60 38,0-14</inkml:trace>
  <inkml:trace contextRef="#ctx0" brushRef="#br0" timeOffset="108692.018">17569 14586,'-33'-5,"0"2,0 1,0 1,-1 2,1 1,0 2,0 2,0 0,1 2,0 2,1 1,0 1,0 1,2 2,0 2,0 0,2 2,0 0,1 2,1 2,-7 8,18-15,0 0,1 1,1 1,1 0,1 0,0 1,1 0,1 1,-2 8,7-17,0 0,1 1,0-1,1 1,0-1,0 1,2 0,-1 0,1-1,1 1,0-1,1 1,0-1,1 0,0 0,1 0,3 6,0-5,0 0,1 0,1-1,0 0,0-1,1 0,0 0,1-1,0-1,0 0,1-1,0 0,0-1,3 1,17 5,0-1,1-2,0-1,0-2,16 1,-8-3,0-1,0-2,0-2,0-2,1-2,15-6</inkml:trace>
  <inkml:trace contextRef="#ctx0" brushRef="#br0" timeOffset="108961.295">17075 15135,'51'2,"0"-1,0-3,0-3,42-8,55-5,-145 17,0 0,0 0,0 1,0-1,0 1,0-1,0 1,1 0,-1 0,0 1,0-1,0 1,0-1,0 1,0 0,0 0,0 0,0 1,0-1,-1 1,1-1,0 1,-1 0,1 0,-1 0,0 0,0 1,0-1,0 1,0-1,0 1,-1-1,1 1,-1 0,0 0,0 0,0 0,1 2,-2 8,-1-1,0 1,0 0,-2 0,1-1,-1 1,-1-1,-5 11,4-9,0-1,1 1,1 0,0 0,1 0,0 0,1 3,1-14,1 0,-1 0,0 0,1 0,0 0,-1-1,1 1,0 0,1 0,-1-1,0 1,1-1,-1 1,1-1,0 0,0 1,1 0,15 11</inkml:trace>
  <inkml:trace contextRef="#ctx0" brushRef="#br0" timeOffset="110311.343">18011 15402,'-59'-236,"-5"34,63 199,1 1,-1 1,0 0,0 0,1 0,-1-1,1 1,-1 0,1 0,-1-1,1 1,0 0,0-1,0 1,0-1,0 1,0 0,0-1,0 1,0 0,1-1,-1 1,0 0,1-1,-1 1,1 0,0 0,-1-1,1 1,0 0,0 0,0 0,-1 0,1 0,0 0,1 0,-1 0,0 1,0-1,0 0,0 1,1-1,-1 1,108 34,152 50,-256-83,0 1,0-1,0 1,0 0,0 1,-1-1,1 1,-1 0,1 0,-1 0,0 1,0-1,-1 1,1 0,-1 0,0 0,0 1,0-1,0 1,-1-1,0 1,0 0,0 0,0 1,3 178,-4-180,0 1,1-1,-1 0,1 0,0 0,0 0,0-1,0 1,1 0,0-1,0 0,0 1,0-1,0 0,0-1,1 1,-1-1,1 1,0-1,0 0,0 0,0-1,0 1,3 0,106 11,-80-15,0-1,-1-2,1-1,-1-1,-1-2,0-1,0-1,-1-2,4-3,-28 14,0-1,0 0,-1-1,1 1,-1-1,0 0,0-1,0 1,0-1,-1 0,0 0,0 0,0-1,-1 1,0-1,0 0,0 0,-1 0,1 0,-2-1,1 1,-1 0,0-1,0-2,-9-68,7 75,1 0,-1 0,1 0,-1 0,0 0,0 0,0 1,0-1,0 0,0 0,-1 1,1-1,-1 1,1-1,-1 1,1 0,-1 0,0-1,1 1,-1 0,0 0,0 1,0-1,0 0,0 1,0-1,0 1,0 0,0-1,0 1,0 0,0 0,0 0,0 1,-2-1,-10 5,1 1,0 1,-1 0,2 0,-1 1,1 1,1 0,-1 1,2 0,-1 0,0 3,0-2,1 0,0 1,0 0,1 1,1-1,0 2,1-1,0 2,6-13,0 0,1-1,-1 1,0 0,1-1,-1 1,1 0,0 0,-1 0,1-1,0 1,0 0,0 0,0 0,1-1,-1 1,0 0,1 0,-1 0,1-1,0 1,-1 0,1-1,0 1,0-1,0 1,0-1,1 1,-1-1,0 0,0 1,1-1,-1 0,1 0,-1 0,1 0,0 0,-1-1,1 1,0 0,-1-1,2 1,8 1,0-1,1-1,-1 1,0-2,1 0,-1 0,0-1,0 0,0-1,0 0,0-1,-1 0,1-1,-1 0,3-2,-3 3,-1-1,1 0,-1-1,0 0,-1 0,1-1,-1 0,-1 0,1-1,-1 0,0 0,-1-1,0 0,-1 0,1 0,-2-1,1 0,-1 0,-1 0,0 0,0 0,-1-1,0-1,-2 11,0 0,1 0,-1 1,0-1,0 0,1 0,-1 1,0-1,0 0,0 0,0 0,0 1,0-1,0 0,0 0,-1 0,1 1,0-1,0 0,-1 0,1 1,0-1,-1 0,1 1,-1-1,1 0,-1 1,1-1,-1 1,1-1,-1 1,0-1,1 1,-1-1,0 1,1-1,-1 1,0 0,0 0,1-1,-1 1,0 0,0 0,1 0,-1 0,0 0,0 0,0 0,1 0,-1 0,0 0,-3 7,1 1,0 0,1 0,-1 0,1 0,1 0,0 0,0 0,0 0,1 1,0-1,1 0,0 0,2 7,-3-9,1 1,0 0,0-1,1 1,0 0,0-1,0 0,1 1,0-1,0 0,1-1,-1 1,1-1,1 1,-1-1,1 0,0-1,0 1,0-1,0 0,1 0,0-1,0 1,0-1,0-1,0 1,1-1,-1 0,1 0,-1-1,1 0,0 0,0-1,4 0,-4-1,0 0,0 0,-1-1,1 0,0 0,-1-1,1 0,-1 0,0-1,0 1,0-1,0-1,-1 1,0-1,0 0,0 0,0 0,-1-1,0 0,0 0,-1 0,1-1,6-13,0 0,-2-1,-1 0,0 0,-1-1,0-9,14-108,-16 153,-3 4,1 0,1-1,0 1,1-1,1 0,1 0,0 0,1-1,1 0,1 0,0 0,1-2,0 1,9 8,-8-12,1 0,0 0,1-1,0-1,0 0,1-1,1 0,-1-1,1-1,0 0,1-1,-1-1,1 0,1-1,-7-1,0-1,1 0,-1-1,0 0,1-1,-1 0,1-1,-1 0,0 0,0-1,0-1,0 1,-1-2,0 1,1-1,-1-1,-1 1,1-2,-1 1,0-1,-1 0,1-2,3-5,-2-1,0-1,0 1,-2-2,0 1,-1-1,0 1,-1-2,-1 1,-1 0,-1-1,0 0,-1 1,-1-1,-1 0,0 0,-1 0,-3 58,4 122,21 157,-12-241,9 74,-6 1,-7 0,-9 42,4-167,-2 0,-1-1,-1 0,-1 0,-2 0,0-1,-2 0,-1-1,-1 1,9-21,1 0,-1 0,0-1,0 1,0-1,-1 1,1-1,-1 0,0 0,0-1,-1 1,1-1,-1 0,0 0,1-1,-1 1,-1-1,1 0,0 0,0-1,-1 0,1 0,0 0,-1 0,1-1,-1 0,0 0,-3-1,-5-4,1-1,-1-1,1 0,0-1,1 0,0-1,0 0,1-1,0 0,1-1,0 0,0-1,-6-10,-22-29,2-2,2-1,3-2,2-1,2-1,0-10,19 49,0 0,1 0,1 0,1-1,1 0,0 0,2-1,0 1,1 0,1-1,1 1,1-1,1 1,1 0,4-14,0 17,1 0,0 1,1 1,1-1,0 2,1-1,1 2,0 0,1 0,0 1,1 1,0 0,1 1,6-2,177-86,82-2,82-8,73-14,41-13,-26 7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46.5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4665 21,'-9'-2,"1"1,-1 0,0 0,1 1,-1 0,0 0,0 1,1 0,-1 1,1-1,-1 2,1-1,0 1,0 1,0 0,0 0,0 0,1 1,-7 5,-3 3,1 1,0 1,1 1,1 0,0 0,1 2,-5 9,0 3,1 0,2 1,1 1,2 0,1 1,1 0,2 1,1 0,2 0,-1 26,5-48,1 0,-1 0,2 1,0-1,0 0,1 0,1 0,0 0,1 0,0 0,0-1,2 0,-1 0,1 0,1 0,0-1,0 0,1-1,0 0,1 0,0-1,0 0,1 0,2 1,10 1,-1 0,1-1,1-1,-1-2,1 0,0-1,1-1,-1-1,1-2,0 0,-1-1,1-2,-1 0,1-1,-1-2,0 0,0-2,10-4,16-10</inkml:trace>
  <inkml:trace contextRef="#ctx0" brushRef="#br0" timeOffset="300.197">4465 556,'23'-2,"-1"-1,1-1,-1-1,0 0,0-2,14-7,23-6,-36 13,82-14,-103 21,0 1,0-1,0 0,1 1,-1-1,0 1,0 0,0 0,-1 0,1 0,0 0,0 0,0 0,-1 1,1-1,-1 1,1-1,-1 1,1-1,-1 1,0 0,0 0,0 0,0-1,0 1,0 0,-1 0,1 0,-1 1,1-1,-1 0,5 72,-5-62,-2 36,7 98,-4-138,1-1,-1-1,1 1,1 0,-1 0,1-1,0 1,1-1,-1 0,1 0,1 0,-1-1,1 1,0-1,0 0,0-1,1 1,4 2,27 10,-1-6</inkml:trace>
  <inkml:trace contextRef="#ctx0" brushRef="#br0" timeOffset="796.863">5240 770,'13'-185,"-7"133,-2 0,-2-1,-5-51,-7 53,18 59,0-1,1 0,0 0,0-1,1 0,-1-1,1 0,0 0,1-1,-1-1,12 3,34 15,-47-16,-1-1,0 1,1 1,-2-1,1 1,-1 1,0 0,0 0,-1 0,0 1,0-1,0 1,-1 1,-1-1,1 1,-1 0,-1 0,0 0,0 1,-1-1,1 6,9 43,-8-33,1 0,1 0,1-1,2 0,2 5,-8-23,1 1,0-1,0 1,0-1,1 0,0 0,0-1,0 0,1 0,0 0,0 0,0-1,0 0,1-1,0 1,0-1,0 0,0-1,6 2,3-1,-1-1,1 0,-1-2,1 1,-1-2,1 0,0-1,-1-1,0 0,0-1,4-2,157-67,-118 44</inkml:trace>
  <inkml:trace contextRef="#ctx0" brushRef="#br0" timeOffset="1802.178">6349 609,'-5'-8,"0"1,-1-1,0 1,-1 0,1 0,-1 1,-1 0,1 0,-1 1,0 0,0 0,-1 1,0 0,1 1,-1 0,0 0,0 1,-1 0,1 0,0 1,-1 0,1 1,-1 0,1 1,-1 0,-1 0,2 4,2 0,-1 0,1 0,-1 1,2 0,-1 1,1 0,0 0,0 0,1 0,0 1,0 0,1 0,0 1,0-1,1 1,0-1,0 1,1 0,0 0,1 0,0 1,1-1,0 0,0 7,0-10,0 0,1-1,-1 1,1-1,0 0,0 1,1-1,0 0,0 1,0-1,0 0,1 0,0-1,0 1,0 0,0-1,1 0,0 0,0 0,0 0,0-1,1 0,-1 1,1-2,0 1,0 0,0-1,0 0,0 0,0-1,1 1,-1-1,1 0,-1-1,1 1,-1-1,1 0,-1 0,1-1,-1 0,1 0,-1 0,1-1,1 0,2-2,-1-1,1 0,-1 0,0-1,-1 0,1 0,-1-1,0 0,-1 0,0-1,0 0,0 0,-1 0,0-1,-1 1,0-1,1-2,2-9,0-1,-2 1,0-1,-1 0,-1 0,-1 0,0-8,-4 15,-3 17,-5 26,7-21,1 0,0 0,0 0,0 0,1 1,1-1,-1 1,1-1,1 0,-1 1,1-1,1 0,0 1,0-1,0 0,1 0,1 0,-1-1,1 1,0-1,1 0,0 0,0 0,0-1,1 0,0 0,0 0,10 1,-1-1,1-1,0 0,0-1,1-1,-1-1,1 0,-1-1,1-1,0 0,-1-1,1-1,-1-1,1 0,-1-1,0-1,0 0,-1-2,0 1,0-2,3-2,-4 4,-1 0,0-1,0-1,-1 0,0-1,0 0,-1-1,0 0,-1-1,0 0,0 0,-2-1,1-1,-1 1,-1-1,0-1,-1 1,-1-1,0 0,-1 0,0-1,-1 1,-1-1,0 0,-1-5,-12-20,11 39,0 0,-1 0,1 1,0-1,-1 0,1 1,-1-1,1 0,-1 1,1-1,-1 0,1 1,-1-1,1 1,-1-1,0 1,1 0,-1-1,0 1,0-1,1 1,-1 0,0 0,0 0,0-1,1 1,-1 0,0 0,0 0,0 0,1 0,-1 0,0 0,0 1,0-1,1 0,-1 0,0 1,0-1,1 0,-1 1,0-1,1 1,-1-1,0 1,0 0,-4 5,-1 1,1-1,1 1,-1 1,1-1,0 1,1-1,0 1,0 0,1 0,0 1,0-1,0 8,1-12,0 1,1 0,0 0,-1-1,2 1,-1 0,1 0,-1-1,1 1,1 0,-1-1,1 1,-1-1,1 0,0 1,1-1,-1 0,1 0,0 0,0-1,0 1,0-1,1 1,0-1,-1 0,1-1,0 1,0-1,3 2,15 4,1-2,0 0,1-2,-1 0,1-1,0-2,-1 0,1-2,0 0,0-2,-1-1,3-1,8 0,-1-2,0-1,0-2,26-12,-47 17,-2 0,1 0,0-1,-1-1,0 0,-1 0,1-1,-2 0,1 0,-1-1,0 0,-1-1,0 0,0 0,1-4,-6 11,0 0,-1 0,1 0,-1 0,1 0,-1 0,0 0,0-1,-1 1,1 0,-1-1,1 1,-1 0,0-1,0 1,-1-1,1 1,-1 0,0-1,1 1,-1 0,-1 0,1 0,0 0,-1 0,0 0,1 0,-1 0,-1 0,1 1,0-1,-2-1,2 4,0 0,0 0,0 1,0-1,0 0,1 1,-1-1,0 1,0 0,1 0,-1-1,0 1,1 0,-1 1,1-1,-1 0,1 0,0 1,-1-1,1 0,0 1,0-1,0 1,0 0,0-1,0 1,0 0,1 0,-1-1,1 1,-1 1,-5 18,0 1,2 0,0 0,1 0,2 1,0-1,1 1,1-1,2 1,0-1,1 0,1 0,7 16,25 78,5-3,46 86,10 27,-72-163,-4 1,-2 2,2 23,-16 7,-6-93,-1 0,1 0,-1-1,1 1,-1 0,0 0,0-1,0 1,0 0,-1-1,1 1,-1-1,1 0,-1 1,0-1,0 0,0 0,0 0,0 0,-1-1,1 1,0-1,-1 1,1-1,-1 0,0 0,1 0,-1 0,0 0,-2 0,-4-2,0 0,0 0,0-1,1 0,-1 0,1-1,0 0,-1-1,1 1,1-2,-1 1,1-1,-1 0,2-1,-1 0,0 0,0-1,-28-25,2-1,1-2,2-1,1-1,2-2,2-1,-11-23,27 46,1-1,0 0,1 0,2 0,-1-1,0-10,5 22,0 0,1 0,-1 0,1 0,1 0,0 0,0 0,0 0,1 0,-1 0,2 1,-1-1,1 1,0-1,0 1,1 0,0 0,0 0,3-2,13-10,1 1,1 0,1 2,0 0,1 2,0 1,1 0,1 2,-1 1,14-2,51-17,-8 6</inkml:trace>
  <inkml:trace contextRef="#ctx0" brushRef="#br0" timeOffset="-1601.385">547 476,'-8'48,"-1"-94,7 32,-2 0,0 0,-1 1,0-1,-1 1,-1 1,0-1,0 1,-1 0,-1 1,0 0,-1 0,0 1,0 0,-1 1,0 0,-1 1,0 0,0 1,-1 0,0 1,0 0,0 1,-1 1,-6-2,11 6,1-1,0 1,0 1,0 0,0 0,0 0,0 1,0 0,1 1,-1 0,1 0,-1 0,1 1,0 0,0 1,1-1,0 1,-1 1,1-1,-3 5,-4 4,2 1,-1 0,2 0,0 1,1 0,1 1,0-1,-2 13,2-5,1 2,1-1,1 1,1 0,2 0,0 0,2 0,1 0,1 0,1 0,2 0,0 0,2-1,0 0,2 0,1-1,1 0,0-1,2 0,1-1,1 0,1-1,0-1,2-1,14 13,-19-18,1-1,0-1,0 0,2-1,-1-1,1 0,0-1,1-1,0 0,1-1,0-1,0-1,0-1,0 0,1-1,-1-1,1-1,2 0,-12-3,0 0,0-1,-1 0,1 0,0-1,-1 0,0 0,0-1,0 0,-1 0,1-1,-1 0,-1 0,1-1,-1 0,1-1,75-127,-80 131,-2 3,0 0,0 0,0 0,0 0,1 0,-1 0,0 0,1 0,-1 0,1 0,-1 0,1 0,-1 0,1 0,0 0,-1 0,1 0,0 0,0 1,-1-1,1 0,0 1,0-1,0 0,0 1,0-1,0 1,0 0,0-1,0 1,0 0,0 0,1-1,-1 1,0 0,0 0,0 0,0 0,0 1,1-1,41 105,-41-98,1 0,0 0,0 0,1 0,0-1,0 0,0 0,1 0,-1 0,2 0,-1-1,0 0,1 0,0-1,0 0,1 0,-1 0,1-1,0 0,0 0,0 0,0-1,0 0,1-1,-1 1,0-1,1-1,-1 0,1 0,6-1,-5-1,0-2,0 1,-1-1,1 0,-1-1,0 0,0 0,0-1,-1 0,0 0,0-1,-1 0,0 0,0 0,0-1,-1 0,0 0,-1 0,0-1,0 0,0 0,-1 0,0-3,-1 5,0 1,0-1,0 1,-1-1,0 0,-1 1,1-1,-1 0,-1 0,1 0,-1 1,0-1,-1 0,1 1,-1-1,-1 1,1 0,-1-1,0 1,-1 0,1 1,-1-1,0 1,-1-1,1 1,-1 1,0-1,0 1,0-1,-1 2,0-1,-3-1,2 2,-1 0,0 0,0 1,0 0,0 1,-1 0,1 0,0 1,-1 0,1 0,0 1,0 0,-1 0,1 1,0 0,0 1,0 0,1 0,-1 0,1 1,0 0,0 1,0-1,0 2,1-1,0 1,0-1,0 2,1-1,0 1,0-1,0 1,1 1,0-1,1 0,0 1,0 0,0 0,1 0,-1 8,3-12,0 1,0-1,1 0,-1 1,1-1,0 1,0-1,1 0,-1 0,1 1,0-1,0 0,0-1,1 1,-1 0,1-1,0 1,0-1,0 0,1 0,-1 0,1 0,-1-1,1 1,0-1,0 0,0 0,0-1,1 1,-1-1,0 0,1 0,-1 0,1 0,3-1,43 10</inkml:trace>
  <inkml:trace contextRef="#ctx0" brushRef="#br0" timeOffset="-419.877">1643 864,'-4'-6,"-1"1,0 0,-1 1,1-1,-1 1,0 0,0 0,0 1,-1 0,1 0,-1 0,0 1,0 0,0 0,0 1,0 0,0 0,0 1,0 0,0 0,0 0,0 1,0 0,0 1,0-1,-5 3,2 3,0 0,0 1,0 1,1 0,1 0,-1 1,1 0,1 0,0 1,0-1,1 2,1-1,0 1,0 0,1 0,1 0,0 0,-1 11,3-18,0 0,0 1,1-1,0 0,0 0,0 0,0 0,1 1,0-1,0 0,0 0,1 0,0 0,0-1,0 1,0 0,1-1,0 1,0-1,0 0,0 0,1 0,0-1,-1 1,1-1,1 0,-1 0,0 0,1 0,-1-1,6 2,2-2,0 0,0-1,0 0,1-1,-1-1,0 0,0-1,0 0,0 0,0-2,0 1,0-2,-1 1,0-1,0-1,0 0,-1-1,0 0,0 0,-1-1,0-1,0 1,-1-1,0-1,0 0,-1 0,1-2,0-3,0-1,-1 0,0 0,-1-1,-1 1,-1-1,-1-1,0 1,-1 0,0-1,-2-13,-22-193,9 149,-3 2,-3 0,-3 1,-4 1,-3-1,-16 0,45 71,-1 1,1-1,-1 1,0-1,1 1,-1-1,1 1,-1 0,0-1,1 1,-1 0,0-1,0 1,1 0,-1 0,0 0,1-1,-1 1,0 0,0 0,1 0,-1 0,0 1,0-1,1 0,-1 0,0 0,0 0,1 1,-1-1,0 0,1 1,-1-1,0 1,1-1,-1 0,1 1,-1 0,1-1,-1 1,1-1,-1 1,1-1,0 1,-1 0,1-1,0 1,-1 0,1 0,0-1,0 1,0 0,-1 0,-3 14,0 1,2 0,-1 0,2 0,0 0,1 0,0 0,2 0,1 9,10 60,3-1,4 0,4-2,25 59,-48-138,10 32,1 0,1-1,3-1,0 0,2 0,1-2,2-1,1 0,13 12,-31-37,1 0,-1-1,1 0,-1 0,1 0,0-1,1 1,-1-1,1-1,-1 1,1-1,0 0,0 0,0 0,0-1,0 0,0 0,0-1,0 1,1-1,-1-1,0 1,0-1,0 0,0-1,0 1,0-1,0 0,0-1,-1 1,1-1,-1 0,3-2,3-8,0 0,-1 0,-1-1,0-1,-1 1,0-1,-1 0,-1-1,-1 0,0 0,-1 0,0-1,-2 1,0-1,0-10,-3 51,-1-12,1-1,0 1,1 0,0 0,0 0,2 0,0-1,0 1,1 0,0-1,1 0,0 0,1 0,4 7,-7-15,1 0,0 0,0-1,0 1,0-1,0 0,1 0,-1 0,0 0,1-1,0 1,-1-1,1 0,0 0,0-1,-1 1,1-1,0 1,0-1,0 0,0-1,0 1,-1-1,1 1,0-1,0 0,3-2,1 0,-1 0,1 0,-1-1,0 0,0 0,0-1,0 0,-1 0,0 0,0-1,0 0,3-6,0-3,-1 0,0-1,-2 0,1-1,-2 1,0-1,-1 0,0-11,-3 27,-1 1,0 0,0 0,0 0,1 0,-1 0,0 0,0 1,1-1,-1 0,0 0,0 0,0 0,1 0,-1 0,0 0,0 0,1 0,-1 0,0 0,0 0,1 0,-1 0,0 0,0 0,1 0,-1-1,0 1,0 0,0 0,1 0,-1 0,0 0,0-1,0 1,1 0,-1 0,0 0,0 0,0-1,0 1,0 0,1 0,-1-1,0 1,0 0,0 0,0-1,0 1,0 0,0 0,0 0,0-1,0 1,0 0,0 0,0-1,0 1,8 24,-6-18,4 14,1 0,1 0,1-1,0 0,9 12,-14-26,0 1,0-1,1 0,0 0,-1 0,2-1,-1 1,0-1,1-1,0 1,0-1,0 0,0 0,0-1,1 0,-1 0,1 0,0-1,5 1,-1-3,0 0,1 0,-1-1,0-1,0 0,-1 0,1-1,-1 0,1-1,-1 0,0-1,-1 0,0-1,0 0,0 0,-1-1,0 0,0 0,-1-1,0 0,-1 0,0-1,0 1,-1-1,0-1,-1 1,0-1,0 0,-2 0,1-1,8-43,-3-1,-2 0,-3 0,-2 0,-3 0,-2 0,-2 0,-3 0,-4-6,8 31,-1 1,-2 0,-1 1,-1 0,-1 0,-2 1,-13-22,24 47,1 0,0 0,-1 1,1-1,-1 0,0 1,0 0,0-1,0 1,0 0,-1 0,1 0,-1 0,1 1,-1-1,0 1,1-1,-1 1,0 0,0 0,0 0,0 1,0-1,0 1,0-1,0 1,0 0,0 0,-1 1,1-1,-2 1,-2 4,0 1,0 0,1 0,-1 1,2 0,-1 0,1 0,0 1,0-1,1 1,0 0,1 1,-1-1,2 1,-1-1,1 1,0 2,-7 20,1 1,1 0,2 0,1 1,2-1,1 1,2-1,1 1,1-1,2 1,1-1,1 0,2-1,2 0,0-1,2 0,2 0,0-2,2 0,1 0,1-2,11 11,-7-13,2-2,0 0,1-2,1-1,1-1,1-1,1-1,0-2,0-1,1-2,1 0,0-3,1 0,11-1,25 3</inkml:trace>
  <inkml:trace contextRef="#ctx0" brushRef="#br0" timeOffset="3682.191">534 1679,'121'12,"51"-12,134-18,30-3,-175 20,266-15,117-41,533-56,-316 33,-292 27,-167 31,103-12,-343 25,74-12,1 7,20 5,432-32,113 8,-158 14,-96 6,-224 14,-191 4,-23-2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1.5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0 268,'80'8,"150"-3,46-12,-92 2,-123 9,-69 1,-1-3</inkml:trace>
  <inkml:trace contextRef="#ctx0" brushRef="#br0" timeOffset="779.913">481 0,'38'22,"219"103,-230-111,-3-3,-1 1,-1 0,0 2,-1 1,-1 0,14 14,-34-28,1-1,0 1,0-1,0 1,0-1,-1 1,1-1,0 1,-1 0,1 0,0-1,-1 1,1 0,-1 0,1 0,-1 0,1-1,-1 1,0 0,0 0,1 0,-1 0,0 0,0 0,0 0,0 0,0 0,0 0,0 0,0 0,0 0,-1 0,1 0,0 0,-1-1,1 1,0 0,-1 0,1 0,-1 0,1-1,-1 1,0 0,1 0,-1-1,0 1,0 0,-132 69,84-41,1 2,2 3,2 1,0 2,-5 10,26-17,35-26,-1-9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4.75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327 512,'-13'-4,"1"1,-1 1,0 0,1 1,-1 0,0 1,0 0,0 1,0 1,1 0,-1 0,1 1,-1 1,1 0,0 1,1 0,-1 1,1 0,-7 6,12-7,-1 2,1-1,0 1,0 0,1 0,0 1,1-1,-1 1,1 0,1 0,0 1,0-1,0 1,1-1,0 1,1 0,0 0,1 0,-1 0,2 0,-1 0,1-1,1 1,1 6,-2-12,0 0,0-1,0 1,1-1,-1 1,1-1,0 0,0 0,-1 0,1 0,1 0,-1 0,0 0,0-1,1 1,-1-1,1 1,-1-1,1 0,0 0,-1 0,1-1,0 1,0 0,-1-1,1 0,0 0,0 0,0 0,0 0,-1 0,1-1,0 0,0 1,0-1,5-2,0 0,-1 0,1 0,-1-1,0 0,0-1,0 0,-1 0,0 0,0-1,5-4,3-11,-2-1,0 0,-1-1,-1 0,-1-1,-1 0,-1 0,-1-1,-1 1,-2-1,0-1,-2 1,0 0,-3-12,4 1,-3-1,-1 0,-1 1,-3-1,0 1,-3 1,0-1,-11-22,7 36,13 22,0-1,-1 1,1 0,0 0,-1-1,1 1,-1 0,1 0,0 0,-1 0,1-1,-1 1,1 0,-1 0,1 0,0 0,-1 0,1 0,-1 0,1 0,-1 0,1 1,-1-1,1 0,0 0,-1 0,1 0,-1 1,1-1,0 0,-1 0,1 1,0-1,-1 0,1 1,0-1,-1 0,1 1,0-1,0 0,-1 1,1-1,0 1,0-1,0 0,0 1,0-1,0 1,-1-1,1 1,0-1,0 0,0 1,0-1,0 1,1-1,-1 1,0-1,0 1,0-1,0 0,0 1,1-1,-1 1,0-1,0 1,-1 17,1 1,1 0,0 0,1-1,5 19,-1-4,7 57,50 253,-59-326,1 0,1 0,0 0,1-1,1 0,1 0,4 5,-10-16,0-1,0 0,1 1,0-1,0-1,0 1,0 0,1-1,-1 0,1 0,0 0,0-1,0 0,0 0,0 0,1 0,-1-1,0 0,1 0,-1 0,1-1,-1 0,1 0,-1 0,4-1,3-2,-1-1,1 0,-1-1,0 0,0-1,0 0,-1-1,0 0,0 0,-1-1,0 0,0-1,-1 0,0 0,-1-1,0 0,0 0,-1-1,0 0,-1 0,0 0,-1-1,2-7,-7 16,-3 19,3-10,1 0,0 0,0 1,0-1,1 0,0 0,0 0,1 0,0 0,0 0,0-1,0 1,1 0,0-1,0 0,1 0,-1 0,1 0,0 0,1-1,-1 0,1 0,0 0,0 0,0-1,0 0,1 0,-1 0,1-1,0 1,-1-2,1 1,0 0,0-1,0 0,1-1,-1 1,0-1,0 0,0-1,0 0,5 0,-9 0,1 0,0 0,-1 0,1 0,-1 0,0 0,1-1,-1 1,0-1,0 0,1 0,-1 1,-1-1,1 0,0-1,0 1,-1 0,0-1,1 1,-1 0,0-1,0 1,0-1,0 0,-1 1,1-1,-1 0,1 0,-1 1,0-1,0 0,0 0,-1 1,1-3,-2-4,0-1,0 1,-1 0,0-1,-1 2,1-1,-2 0,1 1,-4-4,2 3,-1 0,0 0,-1 1,0 0,0 1,0-1,-1 2,0-1,-1 1,1 0,-1 1,-1 1,1-1,0 1,-1 1,0 0,0 1,0 0,0 0,0 1,0 1,0 0,0 0,-1 1,1 1,-1 0,13-2,-1 1,0-1,1 0,-1 1,0-1,1 0,-1 1,0-1,0 1,1-1,-1 1,0-1,0 0,0 1,0-1,0 1,0-1,0 1,0-1,0 1,0-1,0 1,0-1,0 1,0-1,0 1,0-1,0 0,-1 1,1-1,0 1,0-1,0 1,-1-1,1 0,0 1,-1-1,1 0,0 1,-1-1,1 0,-1 1,1-1,0 0,-1 0,1 1,-1-1,1 0,-1 0,1 0,0 0,-1 0,1 0,-1 0,1 0,-1 0,1 0,-1 0,1 0,-1 0,1 0,-1 0,1 0,-1 0,1-1,17 4,0-1,1-1,-1 0,1-1,-1-2,0 1,15-5,-1 2,22-3,-20 2,1 1,1 2,-1 1,17 2,-46-1,0 1,-1-1,1 1,-1 0,1 0,-1 0,1 1,-1 0,0 0,0 0,0 0,0 1,0-1,0 1,0 0,-1 0,0 0,1 1,-1-1,-1 1,1 0,0-1,-1 2,0-1,0 0,0 0,1 3,8 64,8 19,-17-86,1-1,-1 1,1-1,-1 0,1 0,0 0,0 0,0 0,0 0,1-1,-1 0,1 0,0 0,-1 0,1 0,0-1,0 1,0-1,0 0,0-1,0 1,0 0,1-1,-1 0,0 0,0-1,0 1,1-1,3 0,0-1,0 0,0 0,-1 0,1-1,-1-1,1 1,-1-1,0 0,0-1,-1 1,1-2,4-4,0-5,-1 0,-1-1,0 0,-1-1,-1 0,-1 0,0 0,-1-1,-1 0,0 0,-2 0,0 0,-1-1,-1 1,-1-15,-1 25,0 28,1-15,0 9,-3 15,1 1,1-1,2 0,1 1,1-1,4 16,-4-39,-1 0,1 0,1 0,-1 0,1 0,0 0,0-1,1 1,0-1,0 0,0 0,1 0,-1-1,1 0,0 0,0 0,1 0,-1-1,1 0,0 0,-1 0,1-1,1 0,-1 0,0 0,3 0,9 0,-1-1,1 0,0-1,0-1,0 0,0-2,-1 0,1-1,-1 0,0-2,0 0,10-5,24-12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5.1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85 79,'-1'9,"1"-1,-1 1,1 0,1 0,0-1,0 1,0-1,1 1,0-1,1 0,0 1,0-1,1-1,0 1,1 0,-1-1,1 0,1 0,-1-1,1 1,0-1,1 0,-1-1,1 1,5 1,-11-6,1 0,0 0,0 0,0 0,0 0,0-1,0 1,0-1,0 1,0-1,0 0,0 0,0 0,0 0,1 0,-1 0,0-1,0 1,0-1,0 1,0-1,0 0,0 0,-1 0,1 0,0 0,0 0,-1 0,1-1,0 1,-1 0,1-1,0 0,33-64,-32 56,-1 0,0 0,-1 0,0 0,-1 0,0 0,-1-1,0 1,0 0,-1 0,-1-2,2 7,-1 1,1 0,-1 0,0 0,0 0,0 0,0 1,0-1,-1 1,0-1,0 1,0 0,0 0,0 0,-1 0,1 1,-1-1,0 1,0 0,0 0,0 1,0-1,0 1,0-1,0 1,-1 1,0-1,-4 2,1 0,0 0,0 1,0 1,0-1,0 1,1 0,-1 1,1 0,0 0,0 1,0-1,1 1,-1 1,1 0,1-1,-1 2,1-1,0 1,0 0,1 0,0 0,0 0,0 2,0-4,1 1,-1 0,1 0,0 0,1 1,0-1,0 0,0 1,1 0,0-1,0 1,0 0,1 0,0-1,0 1,1 0,0 0,0-1,1 1,0-1,0 1,0-1,1 0,0 1,0-1,0-1,1 1,0 0,0-1,4 4,63 30,-36-30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5.3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213 3,'-16'-2,"-12"3,-6 7,-2 8,4 7,4 5,7 6,7 3,11 4,5-4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5.62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1,'9'16,"6"7,4 3,4-4,6-6,9-4,8-10,8-10,-5-3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6.6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6,'37'101,"-26"-65,0 4,2 1,2-2,2 0,3 3,-19-39,0-1,0 1,-1-1,2 0,-1 1,0-1,0 0,1 0,-1 0,1 0,0 0,0 0,-1 0,1-1,0 1,1-1,-1 1,0-1,0 0,1 0,-1 0,0 0,1 0,-1 0,1-1,-1 1,1-1,-1 0,1 0,0 0,-1 0,1 0,-1 0,1-1,-1 1,1-1,-1 0,2 0,7-8,-1 0,0-1,-1 1,0-2,-1 0,0 0,0 0,-1-1,-1 0,0 0,2-7,7-15,-2-1,-1 0,-2 0,-1-1,-2 0,-2-1,-8 65,-4 116,7-137,1 0,-1-1,2 1,-1 0,1-1,0 1,0-1,1 1,0-1,0 0,0 0,1 0,0-1,0 1,0-1,1 0,0 0,0 0,5 3,-6-5,1-1,0 1,0-1,0 0,1 0,-1-1,0 0,1 0,-1 0,1 0,-1-1,1 0,-1 0,1 0,-1-1,0 0,1 0,-1 0,0-1,1 0,-1 0,0 0,0 0,0-1,3-2,2-2,0 0,-1 0,0-1,0 0,0-1,-1 0,-1 0,0 0,0-1,0 0,1-6,24-100,-33 124,0 0,1 1,0-1,0 1,1-1,0 1,0-1,1 0,0 1,1-1,0 0,0 0,1-1,0 1,0-1,1 0,-1 0,2 0,-1-1,1 1,0-1,0-1,1 1,-1-1,1 0,1-1,-1 1,0-1,1-1,0 0,0 0,0 0,0-1,1 0,-1-1,3 1,-6-3,1 1,-1-1,0 0,0 0,1-1,-1 1,0-1,0 0,-1-1,1 1,0-1,-1 0,0 0,1 0,-1-1,0 0,-1 0,1 0,-1 0,0 0,0 0,0-1,0 0,-1 1,0-1,0 0,0 0,0-1,5-16,-1 0,-1-1,0 0,-2 0,0-19,-2 10,0 21,-1 18,-1 16,0 0,2 0,1-1,1 1,1-1,1 1,1-1,1-1,1 1,0-1,2 0,6 9,-13-25,0 0,1-1,0 1,0-1,0 1,1-1,-1-1,1 1,0-1,0 1,0-1,0-1,1 1,4 1,10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7.9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24,'1'6,"2"24,2-1,1 0,1 0,1 0,2-1,1 0,1-1,1 0,2-1,1 1,-14-24,-1 1,1-1,0 0,0-1,0 1,1 0,-1-1,1 1,-1-1,1 0,0 1,0-1,0-1,0 1,0 0,0-1,1 1,-1-1,0 0,1 0,-1-1,1 1,-1-1,1 1,-1-1,1 0,-1-1,1 1,-1 0,1-1,-1 0,1 0,-1 0,0 0,0-1,1 1,-1-1,2-1,5-10,0 0,-1 0,0-1,-1 0,-1-1,0 0,-1 0,-1 0,0-1,-1 1,-1-1,0 0,0-11,6-54,-15 104,3-2,1 0,1 0,1 1,1-1,0 0,2 1,-2-17,0 1,0-1,0 0,0 0,1 0,0 0,0 0,1 0,-1-1,1 1,0-1,0 0,0 1,1-1,0-1,-1 1,1 0,1-1,-1 0,0 0,1 0,-1-1,1 0,0 1,0-1,0-1,1 1,0-1,0 0,0-1,-1 1,1-1,0 0,0-1,0 1,0-1,0-1,0 1,-1-1,1 0,0 0,-1 0,0-1,1 0,-1 0,0 0,-1-1,1 0,-1 0,1 0,-1 0,0-1,0 1,4-7,0 0,-1 0,0-1,0 0,-1 0,-1-1,0 1,-1-1,0 0,1-7,1-67,-17 114,8-6,1 1,2-1,0 0,1 0,3 19,-3-34,0-1,0 0,1 1,0-1,0 0,0 0,0 0,1-1,0 1,0-1,0 1,1-1,-1 0,1 0,0 0,0-1,0 1,1-1,-1 0,1 0,0-1,0 0,0 1,0-1,3 0,3 1,0-1,0-1,0 1,0-2,1 0,-1 0,0-1,0 0,0-1,0 0,0-1,0 0,0-1,-1 0,0-1,0 0,0 0,0-1,1-2,-4 4,0-2,0 1,-1-1,0 1,0-2,0 1,-1-1,0 0,0 0,-1 0,0-1,0 1,-1-1,0 0,0 0,-1 0,0-1,0 1,-1 0,0-1,0 1,-1-1,0 1,-1-1,0-4,1 11,0 0,0-1,0 1,-1 0,1 0,0-1,-1 1,0 0,1 0,-1-1,0 1,0 0,0 0,0 0,-1 0,1 0,-1 0,1 1,-1-1,1 0,-1 1,0-1,0 1,0 0,0 0,0-1,0 1,0 0,0 1,0-1,0 0,-1 1,1-1,0 1,-1-1,1 1,0 0,-1 0,1 0,0 1,-1-1,1 0,0 1,0 0,-2 0,-1 5,1 0,-1 0,1 0,1 1,-1-1,1 1,0 0,0 0,1 0,0 1,0-1,1 0,0 1,0-1,1 1,0 0,0-1,1 1,0-1,0 1,2 6,1-4,-1-1,1 1,1-1,-1 0,1 0,1-1,0 1,0-1,1 0,0-1,0 1,1-2,0 1,0-1,0 0,9 4,-12-6,1-1,0 0,0 0,0-1,1 1,-1-1,0 0,1-1,0 0,-1 0,1 0,0-1,-1 0,1 0,0-1,-1 0,1 0,0 0,-1-1,0 0,1 0,-1-1,0 0,0 0,0 0,0-1,2-5,-2 0,1-1,-1 1,0-1,-1 0,-1-1,1 1,-2-1,1 0,-1 0,-1 0,0 0,-1 0,0-1,-1 1,0 0,0-1,-1 1,-2-6,3 16,0-13,0 0,-1 0,0 0,-1 1,-1-1,0 1,-1-1,-3-5,-7 5,19 24,5-6,0 0,0 0,0-1,0-1,1 1,-1-2,1 1,0-2,-1 1,16 1,-9 0,-7-2,0 0,0 0,0 1,0 1,-1-1,1 2,0-1,0 1,-1 1,0 0,0 0,0 1,0 0,-1 0,1 1,-2 0,1 0,0 1,-1 0,-1 1,4 3,-6 1,0-1,0 1,-1-1,-1 1,0 0,0 0,-1 0,-1 0,-1 12,6 56,-4-76,0 0,0 0,0 0,0 0,1 0,-1 0,1 0,0-1,0 1,1-1,-1 1,1-1,0 0,0 0,0 0,0-1,0 1,0-1,1 1,-1-1,1 0,0 0,-1-1,1 1,0-1,0 0,0 0,0 0,0-1,1 1,-1-1,8 1,0-1,0-1,0 0,0 0,0-1,-1-1,1 0,0-1,-1 0,4-2,-4 1,1 0,-1-1,0-1,0 0,-1 0,0-1,0-1,-1 1,0-2,0 1,-1-1,0 0,-1-1,0 0,-1 0,0 0,-1-1,0 0,-1 0,0 0,1-9,-3 14,0-1,0 1,-1 0,0-1,0 1,-1 0,0-1,0 1,-1-1,0 1,0 0,0-1,-1 1,-1 0,1 0,-1 0,0 0,-4-5,5 11,0 0,-1 0,1 0,-1 0,1 0,-1 1,1-1,-1 1,1 0,-1 0,0 0,1 0,-1 0,1 0,-1 1,1-1,-1 1,1 0,-1 0,1 0,0 0,-1 0,1 1,0-1,0 0,0 1,0 0,0-1,0 1,0 0,1 0,-1 0,0 0,1 1,0-1,0 0,0 1,0-1,-1 2,-4 5,0 1,0 0,1 0,1 1,0-1,0 1,1 0,0 0,1 0,-1 6,2-11,1-1,0 0,0 1,0-1,1 0,0 1,0-1,0 0,0 0,1 0,0 0,0 0,0 0,1-1,0 1,0-1,0 1,0-1,0 0,1 0,0 0,0-1,3 3,9 2,0 1,0-2,1 0,0-1,0-1,0-1,1 0,0-1,-1-1,9 0,50 5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8.6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69,'0'19,"2"0,0 0,1 0,1 0,1-1,1 0,0 0,1 0,1-1,1 0,0 0,1-1,1 0,1-1,0 0,11 10,-19-21,0 1,1 0,-1-1,1 0,0 0,0 0,0-1,1 0,-1 0,1 0,0-1,0 1,0-1,0-1,0 1,0-1,0 0,1-1,-1 1,0-1,1 0,-1-1,0 0,0 0,1 0,-1 0,0-1,0 0,-1-1,1 1,0-1,-1 0,1-1,-1 1,0-1,0 0,1-2,2-6,-1-1,-1 0,0-1,-1 1,-1-1,0 0,0-1,-2 1,1 0,-2-1,0 1,-1-1,-1 0,-1-9,9-93,-7 115,0-1,0 1,0 0,1-1,-1 1,1-1,0 1,0 0,0 0,0-1,0 1,0 0,1 0,-1 0,0 0,1 0,0 1,-1-1,1 0,0 1,0-1,0 1,0 0,1-1,11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8.9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1 293,'2'-1,"25"-18,0 0,-2-2,0-1,-1-1,-1-1,-2-1,0-1,3-7,-23 32,1-1,-1 1,1-1,-1 1,0-1,1 0,-1 1,0-1,0 0,0 0,0 0,-1 0,1 0,0 0,-1 0,0 0,1 0,-1 0,0 0,0 0,0 0,0-1,0 1,-1 0,1 0,-1 0,1 0,-1 0,0 0,0 0,0 0,0 1,0-1,0 0,0 0,-1 1,1-1,0 1,-1-1,0 1,1 0,-1 0,-1-2,-4 4,0-1,-1 1,1 0,0 1,0-1,1 2,-1-1,0 1,1-1,-1 2,1-1,0 1,0 0,0 0,1 1,0 0,-1 0,2 0,-1 0,1 1,-1 0,1 0,1 0,-1 1,-1-1,1 0,1 0,-1 0,1 0,0 0,0 1,1-1,-1 1,2 0,-1 0,1 0,0 0,0 0,1 0,0 0,0 0,1 0,0 0,0 0,0 0,1 0,0-1,1 1,-1-1,1 1,1-1,-1 0,1 0,0 0,0-1,1 1,9 3,1 0,0-2,0 0,1 0,0-2,0 0,0 0,0-2,1 0,0-1,-1-1,1 0,0-1,15-2,40-1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9.3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193 75,'-12'0,"0"0,-1 1,1 1,0 0,0 1,0 0,0 1,0 0,-7 4,14-6,1 1,0-1,0 1,0 0,0 0,1 0,-1 0,1 1,0-1,0 1,0 0,0 0,0 0,1 0,0 0,0 1,0-1,1 1,-1 0,1-1,0 1,0 0,1 0,-1-1,1 6,1-4,0 1,0-1,0 1,1-1,-1 0,2 1,-1-1,1 0,0-1,0 1,0 0,1-1,0 0,0 0,0 0,1 0,0 0,-1-1,2 0,-1 0,0-1,1 1,5 2,4 1,1 0,-1-1,1-1,0 0,0-1,0-1,1-1,15 1,-14-2,-1-1,0 0,0-1,1-1,-1-1,0-1,0 0,-1-1,0-1,1 0,-2-2,1 1,-1-2,0 0,-1-1,0 0,-1-1,0-1,0 0,-2 0,1-2,-2 1,1-1,-2-1,0 0,-1 0,0-1,-2 0,0 0,0 0,-1-1,0-5,-5 19,1 1,0-1,-1 0,1 1,-1-1,0 0,1 1,-1-1,0 0,-1 0,1 1,0-1,-1 0,0 1,1-1,-1 0,0 1,0-1,-1 1,1-1,-1 0,-17 23,12-1,2 0,0 0,1 0,1 0,1 1,0-1,2 1,0 0,1-1,4 18,-4-29,0 0,0 0,1-1,0 1,1-1,0 1,0-1,0 0,1 0,0 0,1 0,-1-1,1 0,0 0,1 0,-1-1,1 1,0-1,1-1,0 1,19 7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1:59.4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1,'7'16,"13"7,4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00.17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43,'9'39,"1"0,2-1,2 0,2 0,1-2,18 29,-35-64,1 0,-1 0,1 1,-1-1,1 0,-1 0,1 0,0 1,0-1,-1 0,1 0,0 0,0 0,0-1,0 1,0 0,1 0,-1-1,0 1,0 0,0-1,1 1,-1-1,0 0,0 1,1-1,-1 0,0 0,1 0,-1 0,0 0,1 0,-1 0,0 0,1 0,-1-1,0 1,1-1,-1 1,0-1,0 1,0-1,0 0,1 1,0-2,43-84,-32 56,58-109,-71 139,0-1,0 1,0-1,0 0,0 1,1-1,-1 1,0-1,1 1,-1-1,0 0,1 1,-1-1,0 1,1 0,-1-1,1 1,-1-1,1 1,-1 0,1-1,-1 1,1 0,0 0,-1-1,1 1,-1 0,1 0,0 0,-1 0,1 0,0-1,-1 1,1 1,-1-1,1 0,0 0,-1 0,1 0,0 0,-1 0,1 1,-1-1,1 0,-1 1,1-1,-1 0,1 1,-1-1,1 0,-1 1,1-1,-1 1,1-1,-1 1,0-1,1 1,-1-1,0 1,0 0,1-1,-1 1,9 45,-8-37,-1 1,1-1,1 1,-1-1,1 0,1 0,-1 0,2 0,-1 0,1-1,1 1,-1-1,1 0,1 0,-1-1,2 0,-1 0,1 0,0-1,0 1,0-2,1 1,0-1,0 0,0-1,1 0,0 0,4 0,-3-1,0-1,0-1,1 1,-1-2,0 1,0-1,1-1,-1 0,0-1,0 1,0-2,0 0,0 0,0-1,-1 0,0 0,0-1,0 0,0-1,-1 0,0 0,0-1,0 0,-1-1,0 1,4-8,-4 5,53-56,107-36,-165 101,0 0,0 1,-1-1,1 0,-1 0,1 0,-1 0,1 0,-1 0,1 0,-1-1,0 1,0 0,1-1,-1 1,0-1,-1 1,1-1,0 0,0 1,-1-1,1 0,-1 0,1 1,-1-1,0 0,1 0,-1 0,0 0,0 1,-1-1,1 0,0 0,-1 0,1 1,-1-1,1 0,-1 0,0 1,0-1,1 1,-1-1,0 0,-1 1,1 0,0-1,0 1,-1 0,1 0,-1-1,-9-1,0 1,-1 0,1 1,-1 0,1 1,-1 0,1 1,-1 0,1 1,-1 0,1 1,0 0,0 0,0 1,1 1,0 0,-1 1,-1 1,6-3,0-1,0 1,1 0,-1 0,1 1,0-1,1 1,-1 0,1 1,0-1,0 1,0-1,1 1,0 1,0-1,1 0,0 0,0 1,0 0,1-1,0 1,0 0,0-1,1 1,0 0,1 0,-1 0,1-1,1 1,-1 0,1-1,0 1,1-1,0 0,0 1,7 5,1-1,0 0,1-1,0 0,0 0,1-2,1 0,-1 0,1-1,0-1,1 0,0-1,0-1,0 0,0-1,15 2,188 18,-112-18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01.02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342 498,'-13'-9,"1"1,-1 0,-1 1,1 1,-1 0,0 1,0 0,-1 1,-9-1,18 4,-1 0,1 1,-1 0,0 0,1 0,-1 1,1 0,-1 0,1 0,-1 1,1 0,0 1,0-1,0 1,0 0,0 1,0-1,1 1,0 0,0 1,0-1,-2 3,1-1,1 0,0 1,0-1,1 1,-1 0,1 0,1 0,0 1,0-1,0 1,1 0,0-1,0 1,1 0,0 0,1 0,-1 1,2-1,-1 0,1 0,0 0,1 0,0 0,0-1,1 2,-2-6,1-1,0 1,0-1,0 1,0-1,0 1,0-1,1 0,-1 0,1 0,0-1,-1 1,1-1,0 1,0-1,0 0,0 0,0 0,0 0,0-1,0 1,1-1,-1 0,0 0,0 0,0 0,0 0,1-1,-1 1,2-2,4-1,0 0,0 0,0-1,-1 0,0 0,0-1,0 0,0-1,-1 1,0-2,7-6,-1-2,-1 0,0 0,-1-1,-1-1,0 1,-1-2,-1 1,-1-1,0-1,-1 1,-2-1,1 0,-2-3,3-15,-3 1,-1-1,-1 0,-2 0,-2 0,-7-36,8 61,1 5,1 0,-1 0,-1 1,1-1,-1 0,-1 0,1 1,-1-1,0 1,0 0,-1 0,0 0,0 1,-3-3,5 7,0 0,0 1,0-1,0 1,0 0,0 0,0 0,-1 0,1 0,0 0,0 1,0-1,0 0,0 1,0 0,0 0,0-1,0 1,0 0,0 0,1 1,-1-1,0 0,1 1,-1-1,1 1,-1-1,1 1,0 0,0-1,-1 1,1 0,1 0,-1 0,0 0,0 0,1 0,-1 1,-7 14,1 0,0 0,2 0,0 1,1 0,0 0,2 0,0 1,1-1,1 1,1-1,0 0,1 1,1-1,2 5,2 4,0 0,2-1,1 0,1-1,1 0,1-1,1 0,1-1,18 20,-22-29,1-2,1 1,0-1,1-1,0-1,1 0,0 0,1-2,15 7,-24-12,0 0,0-1,0 0,1 0,-1 0,1-1,-1 0,1-1,-1 0,1 0,-1 0,1-1,-1 0,0-1,1 0,-1 0,0 0,0-1,0 0,0 0,-1-1,1 0,-1 0,3-3,2-5,1 0,-2-2,0 1,-1-1,0 0,-1-1,0 0,-2-1,0 1,0-1,-1 0,-1-1,-1 1,-1-1,1-10,-2 5,-9 35,1 13,0 0,2 1,1 0,1-1,2 1,0 0,3 13,-3-37,2 1,-1-1,0 1,1 0,0-1,0 1,0-1,0 0,0 1,1-1,-1 0,1 0,0 0,0 0,0 0,0 0,1 0,-1-1,1 1,0-1,0 0,-1 0,1 0,1 0,-1 0,0-1,4 2,27-2,-1-8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01.26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 0,'-16'0,"-5"3,1 2,6 3,12 3,16 1,6-1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02.57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12 468,'43'-29,"-16"12,0-1,-1-1,-1-1,0-1,-2-1,-1-1,0-1,-2-1,-1-1,11-20,-27 42,0 0,0 0,-1-1,0 0,0 1,0-1,0 0,-1 0,0 0,0 0,0 0,-1 0,1 0,-1 0,0 0,-1 0,1-1,-1 1,0 0,-1 0,1 1,-1-1,0 0,0 0,0 1,-1-1,1 1,-1 0,0 0,0 0,-1 0,1 0,-1 1,0-1,0 1,-1-1,-1 2,1 1,0-1,-1 1,1 0,0 0,-1 0,0 1,1 0,-1 0,1 0,-1 1,1 0,-1 0,1 0,0 1,-1-1,1 1,0 1,0-1,0 1,0 0,1 0,-1 0,-1 3,-3 1,1 1,0 0,1 0,0 1,0 0,1 0,0 1,0 0,1 0,1 0,-4 10,0 10,1 1,1-1,2 1,1 0,1 0,2 1,1-1,3 10,7 47,4-1,11 25,20 70,-16-76,-5 2,-4 1,-5 1,-3 41,-20-84,7-66,-1-1,1 1,-1-1,1 1,-1 0,1-1,-1 1,0-1,1 1,-1-1,0 0,1 1,-1-1,0 0,0 1,1-1,-1 0,0 0,0 0,0 0,1 0,-1 0,0 0,0 0,0 0,0 0,1 0,-1 0,0 0,0-1,1 1,-1 0,0-1,0 1,1-1,-1 1,0 0,1-1,-1 0,1 1,-1-1,1 1,-1-1,1 0,-1 1,1-1,-1 0,1 1,0-1,-1 0,1 0,0 1,0-1,0 0,-1 0,1 0,0 1,0-1,0 0,0 0,0 0,-12-29,0 0,2-1,2 0,-4-26,-7-20,7 29,-3 1,-2 1,-2 1,-2 0,-22-32,40 72,2 4,0 0,0 1,0-1,0 0,1 0,-1 1,0-1,1 0,-1 0,0 0,1 0,-1 0,1 0,-1 0,1 0,0 0,-1 0,1 0,0 0,0 0,0-1,0 1,0 0,0 0,0 0,0 0,0 0,0 0,1 0,-1 0,0 0,1 0,-1 0,1 0,-1 0,1 0,0 0,-1 0,1 0,0 0,0 0,-1 1,2-2,123-19,-93 17,0-2,0-1,0-2,-1-1,0-1,-1-1,-1-2,0-1,-1-2,0 0,-1-2,-2-1,17-17,-41 37,3-4,-1 1,1 0,-1-1,0 0,0 0,0 0,-1 0,1 0,-1-1,0 1,0-1,-1 1,1-1,-1 0,0 1,0-1,0-5,-3 8,0 0,-1 0,1 0,0 0,-1 0,1 1,-1-1,0 1,1 0,-1-1,0 1,0 1,0-1,0 0,0 1,0-1,0 1,0 0,0 0,0 0,0 0,0 1,0-1,0 1,0 0,1 0,-1 0,0 0,0 0,-1 1,-2 0,0 0,0 0,0 1,0 0,0 0,1 0,-1 1,1 0,0 0,0 0,0 1,1 0,-1-1,1 2,0-1,1 0,-1 1,1 0,0-1,1 1,-1 1,1-1,0 0,1 0,-1 1,1-1,1 1,-1-1,1 1,0-1,1 1,-1-1,2 4,1 0,0 0,1 0,1 0,0 0,0-1,0 1,1-1,1-1,0 1,0-1,0-1,1 1,0-1,0 0,1-1,0 0,9 4,-2-1,0-1,1-1,-1 0,2-1,-1-1,1-1,-1-1,1 0,0-1,6 0,-17-2,0 0,0 0,0 0,0-1,0 0,0 0,0-1,0 0,-1 0,1-1,-1 0,1 0,-1 0,0-1,0 0,-1 0,1 0,-1-1,0 0,0 0,0 0,-1 0,0-1,0 0,0 0,-1 0,0 0,0-1,1-4,1-4,-2 0,0-1,0 1,-2-1,0 0,0 1,-2-1,0 0,-1 0,0 1,-1-1,-1 1,0 0,-2 0,1 0,-2 0,7 13,0 1,0 0,0 0,0 0,0 0,0 0,1-1,-1 1,0 0,1 0,-1 0,1 0,-1 0,1 0,-1 0,1 0,0 0,0 0,-1 1,1-1,0 0,0 0,0 1,0-1,0 0,0 1,0-1,0 1,0-1,0 1,0 0,1-1,-1 1,0 0,0 0,0 0,0 0,1 0,-1 0,0 0,0 0,0 1,0-1,0 0,0 1,1-1,-1 0,0 1,0-1,0 1,0 0,0 0,6-1,38 2,0 2,-1 2,1 2,15 6,-54-12,-1-1,1 1,-1-1,1 2,-1-1,0 0,0 1,0 0,0 0,-1 1,1 0,-1-1,0 1,0 0,0 1,-1-1,1 1,-1 0,0 0,0 0,-1 0,0 0,0 0,0 1,0-1,-1 1,1 2,-2 62,-1-61,0 1,1 0,0-1,0 1,1 0,0-1,1 1,0-1,0 1,1-1,3 5,-2-10,0 0,0-1,1 1,0-1,0 0,0 0,0 0,0-1,0 0,1 0,-1 0,1 0,-1-1,1 0,0 0,0-1,-1 0,1 0,0 0,0 0,-1-1,1 0,0 0,-1-1,5-1,2 0,0 0,0 0,0-1,0-1,0 0,-1 0,0-1,0-1,-1 0,0 0,0-1,0 0,-1-1,-1 0,1 0,-1-1,-1 0,0-1,4-7,-25 112,15-91,-1-1,0 1,1-1,0 0,0 1,-1-1,1 0,1 1,-1-1,0 0,0 0,1 0,-1 0,1 0,0 0,-1-1,1 1,0 0,0-1,0 0,0 1,1-1,-1 0,0 0,0 0,1 0,-1-1,1 1,-1 0,0-1,1 0,-1 0,1 0,-1 0,2 0,3 0,0-1,0 0,0 0,0 0,0-1,0 0,0-1,-1 1,1-1,-1-1,0 1,1-1,-1-2,1 1,-1-1,-1 0,1-1,-1 1,0-1,-1 0,0 0,0-1,0 1,-1-1,0 0,0 0,-1 0,0 0,-1 0,1 0,-1-6,-1 8,1 1,-1-1,0 0,-1 1,1-1,-1 0,0 1,-1-1,1 1,-1-1,0 1,0 0,-1-1,0 1,0 0,0 1,0-1,-1 1,1-1,-1 1,-1 0,1 0,0 1,-1-1,0 1,1 0,-4-1,0 1,0 1,0-1,-1 1,1 1,0 0,-1 0,1 0,-1 1,1 1,-1-1,1 1,-1 1,1-1,0 2,0-1,0 1,0 0,0 1,0 0,1 0,0 0,0 1,0 0,0 1,1-1,0 1,0 0,1 1,-1 0,1 0,1 0,-1 0,1 1,0 0,3-3,0 0,0 0,0 0,0 0,1 0,0 0,0 0,0 0,0 0,1 0,0 0,0 0,0-1,1 1,0 0,0-1,0 1,0-1,1 1,-1-1,1 0,0 0,1 0,-1-1,4 4,2 1,-1-1,2-1,-1 1,1-1,-1-1,2 0,-1 0,1-1,-1 0,1-1,0 0,39 6,-5-5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02.81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212 17,'-18'-5,"-11"-1,-7 1,-2 5,3 7,8 9,8 12,10 9,13 8,15 8,4-6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02.9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48,'16'5,"12"1,8-1,7-5,6-5,5-8,1-9,-10-1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18.3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 1,'-3'2,"0"3,0 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16.9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1,'10'19,"35"216,-41-217,-3-7,1-1,0 0,1 0,0-1,1 1,0-1,0 1,1-1,4 6,-8-14,1-1,0 1,0-1,0 1,-1-1,1 1,0-1,0 0,0 0,0 0,0 0,0 0,-1 0,1-1,0 1,0-1,0 1,-1-1,1 0,0 1,0-1,-1 0,1 0,-1 0,1 0,-1-1,1 1,-1 0,0-1,0 1,1-1,-1 1,0-1,0 1,-1-1,1 0,0 1,0-1,-1 0,1 0,-1 0,24-39,-3 0,-1-2,4-16,-5 13,8-22,-30 104,0-13,1 0,2 0,0 0,1 1,3 12,-3-31,-1 0,1-1,0 1,1 0,-1-1,1 1,0-1,0 1,1-1,-1 0,1 0,0 0,0 0,0 0,0-1,1 0,-1 1,1-1,0 0,0-1,0 1,1-1,-1 0,0 0,1 0,-1 0,1-1,0 0,0 0,0 0,0-1,1 0,0 0,-1 0,1 0,0-1,-1 0,1 0,-1-1,0 0,1 0,-1 0,0 0,0-1,0 0,-1 0,1 0,0 0,-1-1,0 0,0 0,0 0,-1 0,1-1,-1 0,0 1,0-1,1-3,4-8,-1 1,-1-2,0 1,-1-1,0 1,-2-1,0-1,0-5,-2 5,-1 21,0 12,0 0,2 1,-1-1,2 0,0 0,1 0,1 0,0-1,0 1,2-1,0-1,0 1,7 6,-13-17,1-1,0 1,0-1,1 0,-1 0,0 0,0 0,1 0,0 0,-1-1,1 1,0-1,-1 0,1 0,0 0,0 0,0 0,0-1,0 0,0 1,0-1,0 0,0 0,1 0,-1-1,0 1,0-1,0 0,-1 0,1 0,0 0,0 0,0 0,-1-1,1 0,-1 1,1-1,-1 0,1 0,-1 0,0-1,0 0,8-8,0-1,-1 0,-1 0,0-1,-1 0,0-1,-1 1,-1-1,0 0,-1-1,0 1,-1-1,-1 0,0 0,-1 0,-1-4,0 17,3-15,4 19,31 115,-32-92,1 0,1-1,1 0,1 0,1-1,2 0,3 4,-2-10</inkml:trace>
  <inkml:trace contextRef="#ctx0" brushRef="#br0" timeOffset="584.439">1110 68,'-2'11,"0"1,0 0,2 0,-1 0,1 0,1 0,0 0,1 0,0-1,1 1,0 0,1-1,0 0,1 0,0 0,1-1,0 1,0-1,1-1,1 1,-1-1,2 0,7 6,-13-13,-1 0,1 0,0-1,0 1,1-1,-1 0,0 0,0 0,1 0,-1 0,1-1,-1 1,0-1,1 0,-1 0,1 0,-1-1,0 1,1-1,-1 0,0 0,1 0,-1 0,0 0,0-1,0 1,0-1,0 0,0 0,-1 0,1-1,0 1,-1-1,0 1,0-1,0 0,0 1,0-1,1-2,5-11,-1 1,0-1,-1 0,0-1,-2 0,0 0,-1 0,0 0,-1 0,-1 0,-1-1,-1-2,0 52,10 92,-8-120,0 0,1 0,-1 0,1 0,0 0,0 0,0-1,1 1,-1 0,1-1,0 0,0 0,0 0,0 0,0 0,1-1,-1 1,1-1,0 0,0 0,0 0,0-1,0 1,0-1,0 0,0 0,0 0,3-1,-1 0,-1 0,1 0,-1-1,1 1,-1-1,0-1,1 1,-1-1,0 0,0 0,0 0,0-1,-1 0,1 0,-1 0,1-1,-1 1,0-1,0 0,-1 0,1 0,-1-1,1 0,3-5,-1 0,0-1,0 1,-1-1,-1 0,0 0,0-1,-1 1,-1-1,1-2,4 78,-4-58,1-1,0 1,1-1,-1 0,1-1,0 1,1-1,-1 0,1 0,-1-1,1 0,0 1,0-2,1 1,-1-1,6 1,106 18,-65-16</inkml:trace>
  <inkml:trace contextRef="#ctx0" brushRef="#br0" timeOffset="1154.914">2046 215,'-4'-8,"-1"0,0 0,0 1,-1-1,0 1,0 0,-1 1,0 0,0 0,0 0,-1 1,1 0,-4-1,7 4,0 0,0 0,0 1,0-1,-1 1,1 0,-1 0,1 1,-1-1,1 1,-1 0,1 0,-1 0,1 1,-1 0,1 0,0 0,-1 0,1 1,0-1,0 1,0 0,0 1,0-1,0 1,1-1,-3 4,0-1,1 0,1 0,-1 1,1 0,0 0,1 0,-1 0,1 1,0-1,1 1,0 0,0 0,0 0,1 0,0 0,0 5,0-8,1 0,0 1,0-1,1 0,-1 0,1 1,0-1,0 0,0 0,1 0,0 0,-1 0,1-1,1 1,-1 0,0-1,1 1,0-1,0 0,0 0,0 0,0-1,0 1,1-1,-1 1,1-1,0 0,2 1,-1-1,0-1,1 1,-1-1,0 0,1 0,-1 0,1-1,-1 0,0 0,1 0,-1-1,1 1,-1-1,0-1,1 1,-1-1,0 0,0 0,0 0,0-1,-1 0,1 0,-1 0,1 0,3-5,-1 1,-1 0,1 0,-1-1,0 0,-1-1,0 1,0-1,-1 0,0 0,-1 0,0-1,0 1,1-10,-1 0,-3 19,0 34,1-25,0 1,1-1,0 0,0 0,1 0,0 0,1 0,0-1,0 1,1-1,0 0,0-1,1 1,0-1,0 0,1 0,0-1,0 0,0 0,1-1,3 2,-8-6,-1 0,1 0,-1-1,1 1,0-1,0 1,-1-1,1 0,0 0,0-1,-1 1,1 0,0-1,-1 0,1 1,-1-1,1 0,0 0,-1-1,0 1,1 0,-1-1,0 1,0-1,0 0,0 0,0 0,0 0,0 0,0-1,40-75,-10-22,-45 125,9-10,0 0,1 0,1 0,0 0,1 1,1-1,0 1,1-1,1 0,0 0,1 1,1-1,2 5,27 19,-14-30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23.2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30,'11'16,"17"74,-25-76,0 0,1 0,0 0,1-1,1 0,0 0,0 0,2-1,-1 0,2 0,1 1,-7-10,-1 0,1-1,0 1,0-1,0 0,0 0,1 0,-1 0,1-1,-1 1,1-1,-1 0,1 0,0 0,-1-1,1 1,0-1,0 0,-1 0,1 0,0 0,0-1,0 1,-1-1,1 0,-1 0,1-1,-1 1,1-1,-1 0,1 1,-1-2,0 1,0 0,0-1,2-1,3-7,0 0,0 0,-1-1,0 0,-1 0,0-1,-1 0,-1 0,0 0,0 0,-2-1,1 1,-2-1,0 0,-1 0,0 1,-2-12,3 4,15 65,-10-27,40 88,-44-99,2-1,-1 0,0 0,1 0,0-1,0 1,1-1,-1 0,1 0,0-1,0 1,0-1,0 0,0 0,1-1,-1 1,3-1,-4-1,-1 0,1-1,0 1,-1-1,1 0,0 0,-1 0,1-1,0 1,0-1,-1 0,1 0,-1 0,1 0,-1-1,0 0,1 1,-1-1,0 0,0-1,0 1,0 0,-1-1,1 0,-1 1,1-1,-1 0,0 0,0-1,0 1,-1 0,5-8,-1 0,-1 0,0 0,-1 0,0-1,0 1,-2-1,1 0,-1-2,-2-94,1 208,2-89,0 0,0 0,1 0,0 0,1-1,1 1,-1-1,2 0,-1-1,1 1,1-1,-4-5,0 0,0-1,0 1,1-1,0 0,-1 0,1 0,0 0,1-1,-1 1,0-1,1 0,-1-1,1 1,0-1,-1 0,1 0,0 0,0-1,0 1,0-1,0-1,-1 1,1-1,0 1,1-2,-1 1,0 0,-1-1,1 0,-1 0,1 0,-1-1,0 0,0 1,0-1,0-1,-1 1,1 0,-1-1,0 0,0 0,0 0,0 0,-1 0,0-1,1 1,-2-1,1 1,0-1,-1 0,0 1,0-5,2-9,-1 0,-1 0,0-1,-2 1,0 0,-2-10,5 40,1-1,0 1,1-1,0 0,1 0,1 0,-1 0,2-1,-1 0,1 0,1-1,0 0,0 0,1-1,0 0,0 0,1-1,0 0,0-1,6 2,30 11,-2-6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26.42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18,'7'42,"26"159,-8 2,-9 5,-13-142,-3-66,0 0,1-1,-1 1,0 0,0 0,0-1,0 1,0 0,0 0,1-1,-1 1,0 0,0 0,0 0,1-1,-1 1,0 0,0 0,1 0,-1 0,0 0,0-1,1 1,-1 0,0 0,1 0,-1 0,0 0,0 0,1 0,-1 0,0 0,1 0,-1 0,0 0,0 0,1 0,-1 0,0 0,0 1,1-1,-1 0,0 0,0 0,1 0,-1 0,0 1,0-1,1 0,-1 0,0 0,0 1,0-1,0 0,1 0,-1 1,0-1,0 0,16-31,-15 27,5-8,5-15,1 0,2 1,0 0,2 1,17-20,-31 42,0 1,0-1,0 1,0 0,0 0,0-1,1 1,-1 1,1-1,-1 0,1 1,0-1,0 1,0 0,0 0,0 0,0 0,0 0,0 1,0 0,0-1,0 1,0 0,0 0,1 1,-1-1,0 1,0 0,0-1,0 1,0 0,-1 1,1-1,0 1,7 7,0 0,-1 0,0 1,-1 1,0 0,0 0,-1 0,-1 1,0 0,-1 0,0 0,0 1,-2 0,1 3,-3-14,0 0,0 0,0 0,0 0,-1 0,1 1,-1-1,0 0,1 0,-1 0,0 0,0 1,-1-1,1 0,0 0,-1 0,1 0,-1 0,1 1,-1-1,0 0,0 0,0-1,0 1,-1 0,1 0,0 0,-1-1,1 1,-1-1,0 1,1-1,-1 0,0 1,0-1,0 0,0 0,-4 1,1-1,-1 0,0 0,1 0,-1 0,0-1,0 0,0 0,0-1,1 1,-1-1,0-1,0 1,1-1,-1 0,1 0,0-1,-1 1,3 0,0 1,0-1,0 0,1 0,-1 0,0 0,1-1,0 1,-1-1,1 1,0-1,0 0,0 0,1 0,-1 0,1 0,0 0,-1 0,1 0,1-1,-1 1,0 0,1-1,0 1,0 0,0-1,0 1,0 0,1-1,-1 1,2-2,0-2,1 1,-1 0,2 0,-1 0,1 0,0 1,0-1,0 1,1 0,-1 0,1 1,1-1,-1 1,1 0,-1 1,1-1,4-1,6-2,0-1,1 2,-1 1,1 0,0 0,6 1,-22 4,3-2,1 0,-1 1,1 0,0 0,0 0,-1 0,1 1,0-1,0 1,0 0,0 1,-1-1,1 1,0 0,0 0,-1 1,1-1,-1 1,1 0,-1 0,0 1,1-1,-1 1,-1 0,1 0,0 0,-1 1,1-1,2 5,20 89,-24-84,0 1,1-1,1 0,0 0,1 0,0-1,1 0,0 1,1-2,0 1,3 2,-9-13,0 1,0-1,0 0,0 1,0-1,1 0,-1 0,0 0,1 0,-1 0,0 0,1 0,-1-1,1 1,0-1,-1 1,1-1,-1 1,1-1,0 0,-1 1,1-1,0 0,-1 0,1-1,0 1,-1 0,1 0,1-1,7-6</inkml:trace>
  <inkml:trace contextRef="#ctx0" brushRef="#br0" timeOffset="249.941">548 218,'0'2,"7"8,6 9,9 8,4 8,-1-1</inkml:trace>
  <inkml:trace contextRef="#ctx0" brushRef="#br0" timeOffset="528.247">895 659,'14'-25,"-1"0,-1-1,-2-1,0 0,-2-1,-1 1,-2-2,3-26,2-231,-10 256,-1-43,-6 123,3-4,-4 20,4 0,2 0,3 0,8 47,-8-100,1 0,0-1,1 1,0 0,1-1,1 0,0 0,1 0,0 0,0-1,1 0,1 0,0-1,0 0,1 0,0-1,1 0,0-1,0 0,1-1,0 0,0 0,1-1,0-1,0 0,0 0,6 0,-13-4,0-1,0 0,0 1,0-2,0 1,0-1,0 1,0-1,-1-1,1 1,0-1,-1 0,1 0,-1 0,1 0,-1-1,0 0,0 0,3-2,12-17</inkml:trace>
  <inkml:trace contextRef="#ctx0" brushRef="#br0" timeOffset="762.528">908 205,'21'2,"24"3,24 1,19-1,17-1,5-1,-7-2,-20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24.0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1 455,'2'-235,"9"194,-10 40,-1 0,1 1,-1-1,0 0,1 1,0-1,-1 0,1 1,-1-1,1 1,0-1,-1 1,1-1,0 1,0-1,-1 1,1 0,0-1,0 1,-1 0,1 0,0-1,0 1,0 0,0 0,0 0,-1 0,1 0,0 0,0 1,0-1,0 0,-1 0,1 0,0 1,0-1,-1 1,1-1,0 0,0 1,-1-1,1 1,0-1,-1 1,1 0,0 0,9 9,1 1,-1 1,-1 0,0 1,0-1,-2 1,5 11,9 11,78 134,-100-150,-21-28,17 6,1 0,-1-1,1 1,0-1,0 0,0 0,0 0,1-1,-1 0,1 1,0-1,1 0,-1 0,1 0,0-1,1 1,-1-1,1 1,0-1,0 1,1-1,-1 1,1-1,0 0,1 1,0-1,0 0,0 1,0-1,1 1,0 0,0 0,0-1,1 1,0 1,0-1,0 0,0 1,1-1,0 1,0 0,3-2,0 2,0 0,0 0,1 1,-1 0,1 0,0 1,0-1,0 2,0-1,0 2,0-1,0 1,1 0,-1 0,0 1,0 0,0 1,0 0,0 0,0 1,0-1,-1 2,1-1,-1 1,0 0,0 1,-1 0,1 0,-1 0,0 1,0 0,-1 0,0 0,0 1,0 0,0 0,52 97,-56-103,-1 1,1-1,0 0,0 0,1 0,-1 0,0 0,0-1,0 1,1 0,-1 0,0-1,1 1,-1-1,0 1,1-1,-1 0,1 0,-1 1,1-1,-1 0,0 0,1 0,-1 0,1-1,0 1,9-5</inkml:trace>
  <inkml:trace contextRef="#ctx0" brushRef="#br0" timeOffset="1634.791">376 1,'144'28,"-73"-16,0 3,43 17,-105-30,-1 1,1 0,0 0,-1 1,0 0,0 0,0 1,-1 0,1 1,-1-1,0 1,-1 1,1-1,-1 1,-1 0,1 1,-1-1,-1 1,1 0,1 5,8 87,-14-86,1 0,0-1,1 1,1-1,0 1,1-1,2 5,-5-15,1-1,-1 1,1-1,0 1,0-1,0 0,0 0,0 0,0 0,1 0,-1 0,1-1,-1 1,1-1,-1 0,1 1,0-1,0-1,0 1,-1 0,1-1,0 1,0-1,0 0,0 0,0 0,0 0,0-1,0 1,0-1,1 0,87-36,-80 30,0 0,0-2,0 1,-1-1,0-1,-1 1,0-2,-1 1,0-1,-1-1,0 1,0-1,-1-1,-1 1,0-1,-1 0,0 0,0-8,-7-11,3 32,0-1,-1 1,1-1,0 1,0 0,0-1,-1 1,1 0,0-1,-1 1,1 0,0-1,-1 1,1 0,0-1,-1 1,1 0,-1 0,1 0,0-1,-1 1,1 0,-1 0,1 0,-1 0,1 0,-1 0,1 0,0 0,-1 0,1 0,-1 0,1 0,-1 0,1 0,-1 0,1 0,0 1,-1-1,1 0,-1 0,1 1,0-1,-1 0,1 0,0 1,-1-1,1 0,0 1,-1-1,1 0,0 1,0-1,-1 1,1-1,0 0,0 1,0-1,0 1,0-1,0 1,-1-1,1 1,0-1,-3 5,0-1,0 1,1 0,-1 0,1 1,0-1,1 0,-1 1,1-1,0 1,0-1,1 1,0 0,0-1,0 1,0-1,1 1,0 0,0-1,1 1,0-1,0 0,0 0,0 0,1 0,0 0,0 0,0 0,0-1,1 0,0 1,0-1,0-1,0 1,1-1,-1 1,4 0,8 1,1 0,1-2,-1 0,0 0,1-2,-1 0,1-1,-1-1,1-1,-1 0,0-2,1 1,-2-2,1 0,0-2,-1 1,11-8,-15 10,-1-1,0 0,0 0,0-1,-1-1,0 0,0 0,-1-1,0 0,0 0,-1-1,0-1,0 1,-1-1,-1 0,1-2,-6 11,-1-1,1 1,-1-1,0 1,1-1,-1 1,0-1,0 0,0 1,0-1,0 1,0-1,0 1,-1-1,1 0,-1 1,1-1,-1 1,1-1,-1 1,0 0,0-1,0 1,0 0,0-1,0 1,0 0,0 0,0 0,0 0,-1 0,1 0,0 0,-1 1,1-1,-1 0,0 1,-59-13,45 12,1 1,-1 0,1 2,0-1,-1 2,1 0,-6 3,15-4,0-1,1 2,0-1,-1 0,1 1,0 0,0 0,0 1,1-1,-1 1,1 0,0 0,0 1,0-1,1 1,-1 0,1 0,1 0,-1 0,-2 5,4-7,1 0,-1-1,0 1,1 0,-1-1,1 1,0 0,0 0,0-1,0 1,1 0,-1 0,1-1,-1 1,1 0,0-1,0 1,0-1,0 1,1-1,-1 1,1-1,-1 0,1 0,0 0,0 0,0 0,0 0,0 0,0-1,1 1,-1-1,1 1,-1-1,1 0,6 3,1 0,0-1,1 0,-1 0,0-1,1 0,0-1,6 0,-6-1,1 0,-1-1,0 0,0 0,0-1,0-1,-1 0,1 0,-1-1,1 0,-1-1,0 0,-1-1,1 0,7-7,-17 13,0-1,1 1,-1-1,1 0,-1 1,0 0,1-1,-1 1,1-1,0 1,-1-1,1 1,-1 0,1-1,0 1,-1 0,1 0,0 0,-1-1,1 1,0 0,-1 0,1 0,0 0,-1 0,1 0,0 0,-1 0,1 1,0-1,-1 0,1 0,-1 0,1 1,0-1,-1 0,1 1,-1-1,1 1,0-1,-1 0,0 1,1-1,-1 1,1-1,-1 1,1 0,-1-1,0 1,1-1,-1 1,0 0,0-1,0 1,1 0,-1-1,0 1,0 0,0-1,0 1,0 0,0-1,0 1,0 0,-1-1,1 1,0 0,0 0,51 205,-3-73,-22-64,-3 0,-3 2,6 41,-24-106,-1-1,1 1,-1 0,0 0,-1 0,1 0,-1-1,-1 1,1 0,-1 0,0 0,0 0,0-1,-1 1,0 0,0-1,-1 0,1 1,-1-1,0 0,-1 0,1-1,-1 1,0-1,0 1,0-1,-1 0,1-1,-1 1,-5 2,3-4,-1 0,1 0,-1-1,0 0,0 0,0-1,0 0,0 0,1 0,-1-1,0-1,0 1,1-1,-1-1,1 1,-1-1,1-1,0 1,-6-5,1 0,0 0,0 0,0-2,1 1,1-1,0-1,0 0,1-1,0 1,-2-7,4 5,0-1,2 1,0-1,0 0,2 0,-1-1,2 1,0-1,1 0,0 1,1-1,1 0,0 0,1 1,1-1,0 1,1 0,0 0,5-11,9-15,0 0,3 1,1 1,2 1,2 2,3-2,8-11,3 1,1 2,6-1,-47 45,0 0,1 1,-1-1,0 0,1 1,-1-1,0 0,1 1,-1-1,1 0,-1 1,1-1,-1 1,1-1,-1 1,1-1,0 1,-1 0,1-1,0 1,-1 0,1-1,0 1,0 0,-1 0,1 0,0-1,0 1,-1 0,1 0,0 0,0 0,0 1,-1-1,1 0,0 0,-1 0,1 0,0 1,0-1,-1 0,1 1,0-1,-1 1,1-1,-1 1,1-1,0 1,-1-1,1 1,-1-1,1 1,-1 0,0-1,1 1,-1 0,0-1,1 1,-1 0,0 0,0-1,0 1,0 0,1 0,-1-1,0 1,0 0,4 57,-4-46,-1 1,2-1,0 0,0 1,1-1,1 0,0 0,1 0,0 0,0-1,2 1,-1-1,1 0,1-1,0 0,7 8,-11-15,0-1,0 1,0-1,1 0,-1 0,1 0,-1-1,1 1,0-1,-1 0,1 0,0 0,0 0,0-1,0 1,0-1,0 0,0-1,0 1,0 0,0-1,0 0,-1 0,1 0,0-1,0 1,-1-1,1 0,-1 0,0 0,1 0,-1-1,0 1,0-1,0 0,-1 0,1 0,-1 0,0-1,0 1,0 0,0-1,0 0,8-15,-2-1,0 0,-1-1,0 1,-2-2,1-10,-4 25,2-2,-3 30,-1-12,0 0,0 1,1 0,0-1,1 1,0-1,1 1,0-1,0 0,1 0,0 0,0-1,1 1,0-1,1 0,0 0,0-1,0 0,1 0,0 0,1-1,-6-4,0-1,0 0,0 1,0-1,0 0,0 0,0-1,0 1,1 0,-1-1,0 1,0-1,1 0,-1 0,0 0,1 0,-1 0,0 0,0-1,1 1,-1-1,0 1,0-1,0 0,1 0,-1 0,0 0,0 0,-1 0,1-1,0 1,0-1,-1 1,2-3,38-71,-33 39,0-1,-3 0,-1 0,-1-35,-2 45,5-1,16 35,72 66,-89-68,-1 1,0 0,0 0,0 0,-1 0,0 1,0-1,0 1,-1 0,0 0,0 0,-1 0,0 0,0 0,-1 0,0 0,0 1,0-1,-1 0,0 0,-1 0,1 0,-1 0,-1 0,-1 3,-8 81,14-86,-1-1,1 0,0 1,0-1,0 0,1 0,-1 0,1 0,0-1,0 1,0-1,1 0,-1 0,1 0,0 0,-1-1,1 1,0-1,1 0,-1 0,0 0,1-1,-1 0,1 0,-1 0,1 0,-1-1,1 1,0-1,-1 0,1-1,0 1,3-2,35 2,-1-1,0-3,0-1,11-5,24-5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21.3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233 134,'0'18,"0"18,0 13,2 15,3 10,3 6,3 3,1-1,1-3,1-6,-3-11,-2-16</inkml:trace>
  <inkml:trace contextRef="#ctx0" brushRef="#br0" timeOffset="570.473">85 254,'-8'-27,"1"1,1-2,1 1,2-1,0-25,2 51,1-1,0 0,1 1,-1-1,0 1,1-1,-1 1,1-1,0 1,0-1,0 1,0 0,0-1,0 1,1 0,-1 0,1 0,0 0,-1 0,1 0,0 1,0-1,0 0,0 1,1 0,-1-1,0 1,0 0,1 0,-1 0,1 1,-1-1,3 0,10 1,0 0,-1 1,1 0,0 1,0 1,-1 1,0 0,0 0,0 2,0 0,-1 0,1 1,-2 1,1 0,-1 1,-1 0,1 1,-3-3,-1 0,1 1,-1 1,-1-1,1 1,-2 0,1 1,-1 0,0 1,-4-8,-1 1,1-1,-1 1,0 0,0 0,0 0,0 0,-1 0,1 0,-1-1,0 1,0 0,-1 0,1 0,-1 0,0 0,0 0,0 0,-1-1,1 1,-1 0,0-1,0 1,0-1,0 0,-1 0,-1 3,-12 6,0 0,0-1,-1-1,0 0,-1-2,0 0,-1-1,1 0,-1-2,0 0,-1-1,1-1,-1-1,-16 0,-61 0,74-7,23 4,0 1,0-1,0 1,0-1,0 1,0-1,0 1,0-1,0 0,0 1,0-1,0 1,1-1,-1 1,0 0,0-1,1 1,-1-1,0 1,1-1,-1 1,0 0,1-1,-1 1,0 0,1-1,-1 1,1 0,-1-1,1 1,-1 0,1 0,-1 0,1-1,-1 1,1 0,-1 0,1 0,-1 0,1 0,-1 0,1 0,-1 0,1 0,-1 0,1 1,-1-1,1 0,191-25,-100 18,-50 3,0-1,0-2,0-2,-1-2,0-2,-1-1,-1-2,27-16,-6-19,-59 50,0-1,1 0,-1 0,0 0,0 0,0 0,0 0,0 0,-1 0,1-1,-1 1,1 0,-1 0,0 0,0-1,0 1,0 0,0 0,0-1,-1 1,1 0,-1 0,0 0,1 0,-1 0,0 0,0 0,0 0,-1 0,1 0,0 0,-2-1,-2-1,0 0,-1 0,1 0,-1 0,0 1,0 0,0 1,0-1,0 1,-1 0,1 1,-1-1,1 1,-1 1,0-1,1 1,-1 0,1 1,-1-1,0 1,1 1,-1-1,1 1,0 0,-1 1,1 0,0-1,1 2,-1-1,0 1,-2 2,4-2,0 0,0-1,0 1,1 1,-1-1,1 0,0 1,1 0,-1 0,1-1,0 2,0-1,0 0,1 0,0 0,0 1,0-1,1 0,0 1,0-1,0 1,1-1,-1 1,1-1,0 0,1 0,0 1,-1-1,2 0,-1 0,0-1,1 1,0 0,0-1,0 0,1 0,0 0,0 0,3 2,9 4,1-2,0 0,1-1,-1-1,1 0,1-2,-1 0,1-1,-1-1,1 0,0-2,0 0,0-1,-1-1,1 0,8-4,71-12,-11-4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32.7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0 600,'107'-220,"-106"218,12-22,-13 24,0 0,0-1,0 1,0 0,0-1,0 1,0 0,0 0,0-1,0 1,0 0,0 0,0-1,1 1,-1 0,0 0,0-1,0 1,0 0,1 0,-1 0,0-1,0 1,0 0,1 0,-1 0,0 0,0-1,1 1,-1 0,0 0,0 0,1 0,-1 0,0 0,0 0,1 0,-1 0,0 0,1 0,-1 0,0 0,0 0,1 0,-1 0,0 0,0 0,1 0,-1 0,0 1,0-1,1 0,-1 0,0 0,0 0,1 1,-1-1,0 0,0 0,0 0,0 1,1-1,-1 0,0 0,0 1,0-1,0 0,0 0,0 1,4 119,-8 244,-6-269,5-80</inkml:trace>
  <inkml:trace contextRef="#ctx0" brushRef="#br0" timeOffset="248.295">26 894,'5'-2,"8"-1,9 0,11 0,10 2,7 0,3-2,3-2,-5-1,-10 1</inkml:trace>
  <inkml:trace contextRef="#ctx0" brushRef="#br0" timeOffset="848.73">668 39,'45'161,"-17"-69,-5 2,2 32,-17-79,-3 2,-2-1,-2 0,-2 2,4-123,-2 67,0 0,1-1,0 1,0 0,0 0,1 1,0-1,0 0,0 1,1 0,0 0,0 0,0 0,0 0,1 1,0 0,0 0,0 0,1 1,-1 0,1 0,-1 0,1 0,0 1,0 0,0 0,1 1,-1 0,0 0,1 0,-1 1,7 0,-3 3,0-1,-1 2,1-1,-1 1,1 1,-1 0,-1 0,1 0,-1 1,0 1,0 0,0 0,-1 0,0 1,-1 0,0 0,0 0,-1 1,0 0,0 0,-1 0,0 1,-1 0,0 0,0-1,0 7,-3-13,0 0,0 1,0-1,-1 1,1-1,-1 0,0 1,0-1,0 0,0 0,-1 0,1 0,-1 0,0 0,0 0,0 0,0-1,0 1,-1-1,1 1,-1-1,1 0,-1 0,0 0,0 0,0-1,0 1,0-1,0 0,-1 0,1 0,0 0,-1-1,1 1,0-1,-1 0,1 0,-1 0,1 0,0 0,-1-1,1 0,0 0,-1 0,1 0,0 0,0 0,-3-3,2 2,1 0,0 0,0 0,0-1,0 0,0 1,0-1,1 0,-1 0,1-1,0 1,0 0,0-1,0 0,1 1,-1-1,1 0,0 0,0 1,0-1,1 0,-1 0,1 0,0 0,0 0,1-2,0-3,0-1,1 1,0 0,0 0,1 0,0 1,1-1,-1 1,2 0,4-8,0 4,0 0,1 0,1 1,0 1,0-1,1 2,0 0,1 0,0 1,0 0,1 2,0-1,0 2,1 0,-1 0,9 0,-18 4,0 0,0 1,0-1,0 1,0 0,0 1,0-1,0 1,0 0,-1 0,1 1,0 0,0-1,-1 1,1 1,-1-1,0 1,0 0,1 0,-2 0,1 0,0 1,-1-1,1 1,-1 0,0 0,-1 0,1 1,-1-1,0 0,0 1,0 0,0 2,13 97,-12-50,-3-51,-1-1,1 1,1-1,-1 1,0-1,1 1,-1-1,1 1,0-1,0 0,0 1,0-1,0 0,0 0,1 1,-1-1,1 0,0-1,-1 1,1 0,0 0,0-1,0 1,0-1,0 1,1-1,-1 0,0 0,0 0,1 0,-1-1,1 1,-1 0,1-1,-1 0,1 0,2 0,14-3</inkml:trace>
  <inkml:trace contextRef="#ctx0" brushRef="#br0" timeOffset="1096.031">1283 146,'5'16,"8"14,8 9,2-2</inkml:trace>
  <inkml:trace contextRef="#ctx0" brushRef="#br0" timeOffset="1435.12">1751 734,'13'-63,"-3"0,-3-1,-3 1,-3-1,-2 0,-9-48,2-65,11 114,-4 63,1 0,0 1,0-1,0 0,0 1,0-1,0 0,0 0,0 1,0-1,0 0,0 1,0-1,0 0,0 0,1 1,-1-1,0 0,0 1,0-1,0 0,0 0,1 1,-1-1,0 0,0 0,0 0,1 1,-1-1,0 0,0 0,1 0,-1 0,0 1,0-1,1 0,-1 0,0 0,1 0,-1 0,0 0,0 0,1 0,-1 0,0 0,1 0,-1 0,0 0,1 0,-1 0,0 0,0 0,1 0,-1-1,0 1,0 0,1 0,-1 0,0 0,0-1,1 1,-1 0,0 0,0 0,1-1,30 155,-27-124,6 44,-4-14,3 0,3 0,2-1,19 51,-29-100,-1 0,2 0,-1 0,1 0,1 0,0-1,0 0,1-1,0 1,0-1,1-1,0 1,1-1,-1 0,1-1,1 0,-1-1,1 0,0 0,0-1,0 0,1-1,-1 0,1-1,0 0,0-1,0 0,-1 0,4-2,-10 1,1-1,-1 0,1 0,-1 0,1-1,-1 0,0 0,0 0,0 0,0 0,0-1,0 0,-1 0,1 0,-1 0,0-1,0 1,0-1,0 0,-1 1,1-1,-1-1,0 1,0 0,-1 0,1-1,-1 1,0-1,0 1,0-1,-1 1,0-1,0-2,1-26</inkml:trace>
  <inkml:trace contextRef="#ctx0" brushRef="#br0" timeOffset="1678.472">1831 413,'-16'0,"0"-2,11-4,18-2,20-2,23-5,20-3,16-2,7-1,-12 2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28.4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456 7,'-16'-3,"0"1,1 1,-1 1,0 0,0 1,1 1,-1 0,1 1,-1 1,1 0,0 1,0 1,1 0,0 1,0 1,0 0,1 1,-2 2,-1 4,0 1,2 0,0 1,0 0,2 1,0 0,1 1,1 1,1 0,1 0,0 0,2 1,0 0,1 1,2-1,0 1,1 0,1-1,1 1,3 17,-2-30,0 0,1 0,0-1,0 1,1-1,0 0,1 0,-1 0,2 0,-1-1,1 1,0-1,1 0,0-1,0 1,0-1,1 0,0-1,0 0,0 0,1 0,-1-1,1 0,0 0,0-1,1 0,-1-1,1 0,0 0,92-3,-58-8</inkml:trace>
  <inkml:trace contextRef="#ctx0" brushRef="#br0" timeOffset="317.151">122 448,'230'1,"-226"-1,0 0,0 1,0 0,0 0,0 0,0 0,0 0,-1 1,1 0,0 0,-1 0,0 0,1 0,-1 1,0-1,0 1,0 0,0 0,-1 0,1 0,-1 0,0 1,0-1,0 1,0 0,-1-1,0 1,1 0,-1 0,-1 0,1 0,0 0,-1 3,4 83,9-59,-2-21</inkml:trace>
  <inkml:trace contextRef="#ctx0" brushRef="#br0" timeOffset="736.031">697 635,'-14'-51,"1"0,3-1,2-1,3 1,1-14,4 65,0-1,-1 1,0 0,1-1,-1 1,1-1,0 1,0-1,-1 1,1-1,0 1,0-1,0 1,0-1,1 1,-1-1,0 1,1-1,-1 1,1-1,-1 1,1 0,0-1,0 1,-1 0,1 0,0-1,0 1,0 0,0 0,0 0,1 0,-1 0,0 0,0 1,1-1,-1 0,0 0,1 1,-1-1,1 1,-1 0,1-1,-1 1,1 0,77 36,-72-33,1-1,-1 1,0 1,0-1,-1 1,1 0,-1 0,0 1,0 0,0 0,-1 1,0-1,0 1,0 0,-1 1,0-1,0 1,0 0,-1 0,0 0,2 6,-1 41,-5-48,0-1,1 1,0-1,0 1,1 0,-1-1,1 1,0-1,1 1,-1-1,1 1,0-1,0 0,1 0,0 0,0 0,0-1,0 1,1-1,0 1,0-1,0 0,0-1,0 1,2 0,2 0,0-1,0 0,1 0,-1-1,1 0,-1 0,1-1,0 0,-1-1,1 0,3 0,28-3</inkml:trace>
  <inkml:trace contextRef="#ctx0" brushRef="#br0" timeOffset="3316.167">1365 367,'-6'-2,"0"0,-1 1,1-1,-1 1,1 1,-1-1,1 1,-1 0,1 0,-1 1,1 0,-1 0,1 1,0 0,-1 0,1 0,0 1,0-1,1 1,-1 1,0-1,1 1,0 0,0 1,0-1,-1 3,-2 1,1-1,0 1,1 1,0-1,0 1,1 0,0 0,0 1,1-1,1 1,-1 0,2 0,-1 0,1 1,1-1,0 5,1-11,0 0,0 0,1 0,0 0,0 1,0-1,0 0,1-1,-1 1,1 0,0 0,0-1,0 1,1-1,-1 1,1-1,0 0,0 0,0-1,0 1,1 0,-1-1,1 0,-1 0,1 0,0 0,0-1,0 1,0-1,0 0,0 0,0 0,0-1,0 0,0 1,1-1,-1-1,0 1,0-1,0 1,3-2,-1 1,0-1,1 0,-1 0,0 0,0-1,-1 0,1 0,-1 0,1-1,-1 1,0-1,0-1,-1 1,1-1,-1 0,0 0,0 0,-1 0,1-1,-1 1,0-1,-1 0,1 0,-1 0,0 0,-1-1,0 1,0 0,0-1,-1 1,0-1,1-87,13 118,-14-24,4 12,-1-1,2 1,-1-1,2-1,-1 1,2-1,-1 0,1 0,1-1,0 0,0 0,0-1,1 0,1 0,6 3,36-8,-28-12</inkml:trace>
  <inkml:trace contextRef="#ctx0" brushRef="#br0" timeOffset="3848.707">1592 234,'-2'16,"1"0,1-1,0 1,1 0,0 0,1 0,1-1,1 1,0-1,3 5,-5-12,1-1,1 0,-1 1,1-2,1 1,-1 0,1-1,0 0,0 0,1 0,0-1,0 0,0 0,1 0,-1-1,1 0,0 0,1-1,-1 0,0 0,4 0,-6-2,0 0,1-1,-1 0,0 0,1 0,-1-1,0 0,0 0,0 0,0 0,0-1,0 0,0 0,0 0,0-1,-1 0,0 1,1-2,-1 1,0 0,0-1,-1 0,1 0,-1 0,0 0,0 0,0-1,0 0,-1 1,0-1,0 0,0 0,-1 0,1-2,4-9,-1-1,0 0,-1 0,-1 0,0 0,-2 0,0-1,-1-6,8 75,1-1,3-1,11 31,-11-38,15 48,-2-13,-3 1,-4 2,-3 0,-3 0,-3 25,-9-82,-1 0,-1 0,-1 0,-1 0,-1-1,-3 7,6-20,-1 0,-1 0,0 0,0-1,0 0,-1 0,0 0,-1 0,0-1,0 0,-1 0,1 0,-2-1,1 0,-1 0,-4 2,7-6,0 0,0 0,0 0,0-1,0 0,0 0,0 0,0-1,0 1,-1-1,1-1,0 1,0-1,0 0,0 0,0 0,0-1,0 1,0-1,0 0,1-1,-1 1,1-1,-3-2,-7-5,1-1,1 0,-1-1,2 0,0 0,0-1,1-2,-9-12,2-1,1-1,1-1,2 0,0 0,3-1,0-1,2 0,-3-25,10 51,0 0,0 0,0 0,0-1,1 1,0 0,1 0,-1 0,1 0,0 0,1 0,-1 0,1 0,1 0,-1 0,1 1,0-1,0 1,0 0,1 0,0-1,10-5,0 0,1 1,0 1,0 0,1 1,0 1,1 1,0 0,2 0,-5 1,58-19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36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112 38,'-9'10,"1"-1,-1 1,2 0,0 1,0 0,1 0,0 0,1 1,0 0,1 0,0 0,1 0,1 1,0-1,0 1,1 1,-1-6,0 0,1 0,0 1,0-1,1 0,0 1,1-1,-1 0,2 1,-1-1,1 0,0 0,1 0,0 0,0 0,1-1,0 1,0-1,1 0,0 0,0-1,0 1,1-1,0 0,0-1,1 1,0-1,-1 0,2-1,-1 0,0 0,1-1,0 0,-1-1,0 0,0-1,1 0,-1 0,1-1,-1 1,1-2,-1 1,1-1,-1 0,0-1,1 1,-1-2,0 1,0-1,0 0,-1 0,1-1,-1 0,1 0,-1 0,-1-1,1 0,-1 0,1-1,-1 1,-1-1,1 0,-1 0,0-1,0-1,0-3,0-1,0 1,-1-1,-1 0,0 0,-1 0,0 0,0 0,-2 0,1 0,-2 0,1 0,-2 1,1-1,-2 0,1 1,-2 0,0 0,0 0,-1 0,0 1,0 0,-1 0,-1 1,0 0,0 0,-1 0,0 1,0 1,-1 0,0 0,0 1,0 0,-1 0,0 2,0-1,-1 1,-3 0,10 3,1 0,0 1,-1 0,1 0,0 0,-1 0,1 1,0-1,0 1,-1 0,1 1,0-1,0 1,0 0,0 0,1 0,-1 0,0 1,1-1,-1 1,1 0,0 0,0 0,0 0,1 1,-1-1,1 1,-2 3,-3 6,1 1,0 0,1 0,0 0,1 1,1 0,-2 11,-3 42,4-4</inkml:trace>
  <inkml:trace contextRef="#ctx0" brushRef="#br0" timeOffset="752.026">219 1041,'0'-47,"3"0,1 0,3 0,1 1,3 0,11-28,-22 73,-1 1,1-1,0 1,0-1,0 1,0-1,0 1,0-1,0 1,0-1,0 1,0-1,0 1,1-1,-1 1,0-1,0 1,0-1,1 1,-1 0,0-1,0 1,1-1,-1 1,0 0,1-1,-1 1,0 0,1-1,-1 1,1 0,-1 0,1-1,-1 1,0 0,1 0,-1 0,1 0,-1 0,1-1,-1 1,1 0,-1 0,1 0,-1 0,1 0,-1 1,1-1,-1 0,1 0,-1 0,1 0,-1 1,12 27,3 50,-4 1,2 79,-2-20,4 73,-15-210,0 1,1-1,-1 1,0-1,0 1,0-1,0 0,0 1,-1-1,1 1,0-1,-1 0,1 1,-1-1,1 0,-1 1,1-1,-1 0,0 0,0 0,0 1,0-1,0 0,0 0,0 0,0 0,0-1,0 1,0 0,-1 0,1-1,0 1,-1-1,1 1,0-1,-1 1,1-1,-1 0,1 0,0 0,-1 0,1 0,-1 0,1 0,0 0,-1 0,1-1,-1 1,1-1,0 1,-1-1,1 1,-1-2,-44-29,46 30,0 0,0 1,0-1,0 0,0 1,0-1,0 0,0 1,0-1,0 0,1 1,-1-1,0 0,0 1,1-1,-1 1,1-1,-1 1,0-1,1 1,-1-1,1 1,-1-1,1 1,-1-1,1 1,-1 0,1-1,0 1,-1 0,1 0,0-1,-1 1,1 0,-1 0,1 0,0 0,-1 0,1 0,0 0,-1 0,1 0,0 0,-1 0,1 0,0 0,-1 1,1-1,0 0,-1 0,1 1,-1-1,1 0,0 1,1-1,278 1,-126-5,-87 3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2:43.891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05" units="cm"/>
      <inkml:brushProperty name="height" value="0.05" units="cm"/>
      <inkml:brushProperty name="color" value="#E71224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3462 576,'43'-19,"-31"14,1 1,-1 0,1 0,0 2,0-1,0 2,0 0,0 0,0 1,0 1,1 0,-1 1,0 0,3 2,-12-2,-1-1,0 1,0 0,0 0,0 1,0-1,0 1,0-1,-1 1,0 0,1 0,-1 0,0 0,0 0,-1 0,1 1,0-1,-1 1,0-1,0 1,0 0,-1-1,1 1,-1 0,0-1,0 1,0 0,0 0,-1-1,1 1,-1 0,0-1,0 1,-1 1,-4 11,0-1,-1 1,0-1,-1 0,-1-1,0 0,-2 0,-158 187,168-200,0-1,0 1,0 0,0 0,0 0,0 0,0 0,0 0,0 0,1 1,-1-1,1 0,-1 0,0 0,1 1,0-1,-1 0,1 1,0-1,0 0,0 1,0-1,0 0,0 1,0-1,0 0,0 1,1-1,-1 0,0 0,1 1,0-1,-1 0,1 0,-1 0,1 1,0-1,0 0,0 0,0 0,0 0,0-1,0 1,0 0,0 0,0-1,0 1,0 0,1-1,-1 1,0-1,1 1,22 4,-1 0,1-2,0-1,0 0,0-2,5-1,-12 1,189-15,-147 6</inkml:trace>
  <inkml:trace contextRef="#ctx0" brushRef="#br0" timeOffset="727.016">4291 269,'-2'-11,"4"20,10 71,-3 2,-4-1,-4 20,2 27,-1-96,-2-3,2 1,1-1,1 0,5 15,-9-44,0 0,1-1,-1 1,0 0,0-1,1 1,-1 0,0 0,0-1,1 1,-1 0,0 0,1 0,-1 0,0-1,1 1,-1 0,1 0,-1 0,0 0,1 0,-1 0,0 0,1 0,-1 0,1 0,-1 0,0 0,1 0,-1 0,0 0,1 1,-1-1,0 0,1 0,-1 0,0 1,1-1,-1 0,0 0,1 1,-1-1,0 0,0 0,1 1,-1-1,0 0,0 1,0-1,0 0,1 1,-1-1,0 0,0 1,0-1,9-34,-3-6,-5 26,1 0,0 0,1 1,1-1,0 1,0 0,2 0,2-5,-6 14,1 1,-1 1,0-1,1 0,0 0,-1 1,1 0,0-1,0 1,1 0,-1 1,0-1,1 1,-1-1,1 1,-1 0,1 0,-1 0,1 1,0-1,-1 1,1 0,0 0,0 0,-1 1,1-1,0 1,2 1,4 0,-1 1,1 0,-1 1,0 0,0 1,0-1,-1 2,0-1,0 1,2 2,52 69,-60-73,0-1,0 1,-1-1,1 1,-1 0,0 0,0 0,0 0,0 0,-1 0,0 0,1 0,-1 0,-1 0,1 0,-1-1,1 1,-1 0,0 0,-1 0,1 0,-1-1,0 2,0-2,-1 0,0 0,1-1,-1 1,0-1,-1 1,1-1,0 0,-1 0,1-1,-1 1,1-1,-1 1,0-1,0 0,1-1,-1 1,0-1,0 1,0-1,0 0,0-1,0 1,1-1,-1 1,0-1,0 0,0-1,1 1,-1-1,1 1,-1-1,1 0,0 0,0-1,0 1,0-1,0 0,0 1,1-1,-1 0,1 0,0-1,0 1,-1-3,0 0,1 1,1-1,-1 0,1 0,0 0,0 0,1-1,-1 1,2 0,-1 0,1 0,-1 0,2 0,-1 0,1 0,0 0,0 0,0 0,1 1,0 0,0-1,1 0,6-8,0 0,1 0,0 1,1 1,1 0,0 0,4-1,-11 7,0 2,0-1,0 1,1 0,-1 0,1 1,0-1,0 2,0-1,1 1,-1 0,1 0,-5 3,0 0,-1 0,1 0,-1 0,1 0,-1 0,0 1,1-1,-1 1,0 0,0 0,0 0,0 0,-1 0,1 0,0 0,-1 1,1-1,-1 0,0 1,0-1,0 1,0 0,-1-1,1 1,-1 0,1-1,-1 1,0 0,0-1,0 1,0 2,0 0,8 62,-7-44,2 0,0-1,2 0,0 0,8 19,-13-39,1 0,-1 0,1 0,0 0,0 0,0 0,0 0,0-1,0 1,0 0,1 0,-1-1,1 1,-1-1,1 0,-1 1,1-1,0 0,0 0,-1 0,1 0,0 0,0 0,0-1,0 1,0-1,0 1,1-1,-1 0,0 0,1 0,9-5</inkml:trace>
  <inkml:trace contextRef="#ctx0" brushRef="#br0" timeOffset="978.353">4679 348,'4'-2,"2"-1</inkml:trace>
  <inkml:trace contextRef="#ctx0" brushRef="#br0" timeOffset="1381.305">4946 54,'0'22,"113"253,-86-195,-3 2,-3 0,-4 2,3 56,-19-124,1-1,1 0,1 0,0 0,1 0,4 8,-8-20,0 0,1 0,0 0,-1 0,1-1,0 1,1-1,-1 1,0-1,1 0,-1 0,1 0,0 0,-1 0,1-1,0 1,0-1,0 0,0 0,1 0,-1 0,0 0,0-1,1 1,-1-1,0 0,0 0,1 0,-1-1,0 1,1-1,-1 1,2-2,8-3,0-1,0-1,-1 0,0-1,0 0,-1-1,0 0,0 0,-1-1,0-1,-1 0,0 0,4-9,61-106,-59 106,-4 36,-11-5,1 0,0 0,1 0,0 0,1 0,0-1,1 1,0-1,0 0,1 0,1 0,-1-1,2 0,-1 0,1 0,0-1,1 0,0 0,8 5,31-5,-25-12</inkml:trace>
  <inkml:trace contextRef="#ctx0" brushRef="#br0" timeOffset="1632.591">5655 496,'-14'0,"-9"0,-2 0,0 0,0 0,4 0</inkml:trace>
  <inkml:trace contextRef="#ctx0" brushRef="#br0" timeOffset="1799.149">5147 376,'4'-2,"11"-1,14-3,18-4,15-2,8-3,-3 3,-13 2</inkml:trace>
  <inkml:trace contextRef="#ctx0" brushRef="#br0" timeOffset="2278.866">5227 1138,'0'11,"0"11,0 11,0 8,0 7,0 2,0-8</inkml:trace>
  <inkml:trace contextRef="#ctx0" brushRef="#br0" timeOffset="-8421.75">0 1,'5'72,"3"0,4-1,2 0,4-1,19 46,8 43,30 171,26 300,39 236,-114-717,123 1146,-136-1149,14 227,-16 1,-16 0,-33 191,-15-108,-60 656,-1 86,16 428,64 349,72-789,-31-1067,5-1,6 0,5-1,8 13,-11-69</inkml:trace>
  <inkml:trace contextRef="#ctx0" brushRef="#br0" timeOffset="-2422.56">1082 456,'-15'0,"0"2,0 0,0 1,1 0,-1 1,1 1,0 0,0 1,0 0,1 1,0 1,0 0,1 1,0 0,1 1,0 0,0 1,1 0,0 1,1 0,1 0,0 1,0 0,1 1,1-1,0 1,1 0,1 1,-1 5,2-6,0-1,1 1,1 0,0 0,1 0,1 1,0-1,1 0,0-1,1 1,1 0,0-1,1 0,0 0,1 0,0 0,1-1,1 0,0-1,0 1,1-1,1-1,0 0,0 0,4 1,2-1,0-1,1 0,0-1,1-1,0-1,0 0,0-2,1 0,-1-1,1 0,0-2,11 0,24-2</inkml:trace>
  <inkml:trace contextRef="#ctx0" brushRef="#br0" timeOffset="-2105.408">909 857,'13'5,"153"-43,-146 34,0 1,0 0,0 2,0 0,0 2,3 0,-19-1,1 1,-1 0,1-1,-1 2,1-1,-1 0,0 1,0 0,0 0,0 0,0 1,0-1,-1 1,1 0,-1 0,0 0,1 0,-1 1,-1-1,1 1,-1 0,1-1,-1 1,0 1,0-1,-1 0,1 0,-1 1,1 3,-1 3,0 1,-1 0,0 0,-1-1,0 1,0 0,-2-1,1 1,-7 39,9-37,2-3</inkml:trace>
  <inkml:trace contextRef="#ctx0" brushRef="#br0" timeOffset="-1723.429">1537 951,'-11'-39,"2"1,1-2,2 1,2-1,1-18,3 55,-1 1,1-1,0 1,0 0,0-1,0 1,0-1,0 1,1 0,-1-1,1 1,-1-1,1 1,0 0,0 0,0 0,1-1,-1 1,0 0,1 0,-1 1,1-1,0 0,0 0,-1 1,1-1,0 1,0 0,0-1,1 1,-1 0,0 0,0 1,1-1,-1 0,0 1,1-1,-1 1,1 0,-1 0,0 0,3 0,8 3,-1 1,0 1,0 0,0 1,-1 0,0 0,0 2,0-1,-1 1,0 1,-1-1,0 2,0-1,5 9,-8-10,-1 0,0 1,0-1,-1 1,0 0,-1 0,0 0,0 1,-1-1,0 1,0 0,-1-1,-1 1,0 0,0 0,-1 0,0-1,-1 6,-2 6,3-18,-1 0,1 0,0 0,0 0,1 0,-1 1,0-1,1 0,0 1,0-1,0 0,0 0,1 1,-1-1,1 0,0 0,0 1,0-1,0 0,0 0,1 0,0 0,-1-1,1 1,0 0,0-1,0 1,1-1,1 2,5-1,0-1,0 0,0 0,1-1,-1 0,0-1,1 0,-1-1,0 1,3-2,29-3</inkml:trace>
  <inkml:trace contextRef="#ctx0" brushRef="#br0" timeOffset="-1303.553">2219 750,'-6'-4,"-1"1,0 0,1 0,-1 1,0-1,0 2,-1-1,1 1,0 0,-1 0,1 1,0 0,-1 1,1-1,0 1,0 1,-1-1,1 1,0 1,0-1,1 1,-1 0,1 1,-1 0,1 0,0 0,0 1,-1 1,0 1,1-1,0 1,0 1,1-1,0 1,0 0,1 0,0 0,0 1,1-1,0 1,0 0,1 0,1 0,-1 0,1 0,1 1,0-1,0 0,1 1,0-6,0 0,0 0,1 0,-1 0,1 0,0 0,1 0,-1 0,0-1,1 1,0-1,0 0,0 0,0 0,1 0,-1-1,1 1,-1-1,1 0,0 0,0 0,0 0,0-1,0 1,0-1,1 0,-1-1,4 1,2 0,0 0,0 0,0-1,0-1,0 0,1 0,-1-1,0 0,-1-1,1 0,8-4,-10 2,0 0,-1 0,1-1,-1 0,0 0,-1 0,0-1,0-1,0 1,-1-1,0 1,0-1,-1-1,0 1,0-1,-1 0,0 1,-1-1,0-1,0 1,-1 0,0 0,-1-1,0 1,0 0,-1 0,0-1,-3-7,-3 4,1 30,5-5,1-1,0 1,0 0,1 0,1-1,0 1,0-1,1 1,1-1,0 0,4 8,-5-13,0 0,0 0,1 0,0 0,0 0,0-1,0 0,1 0,0 0,0 0,1-1,-1 0,1 0,0 0,0-1,0 0,0 0,1-1,-1 1,5 0,15 0</inkml:trace>
  <inkml:trace contextRef="#ctx0" brushRef="#br0" timeOffset="-719.117">2553 643,'-2'0,"0"1,1 0,-1 0,0 0,1 0,-1 0,1 1,0-1,-1 0,1 1,0-1,0 1,0-1,0 1,0-1,0 1,0 0,1 0,-1-1,0 1,1 0,0 0,-1 0,1-1,0 1,0 0,0 0,0 0,0 0,1 0,-1 1,19 56,-14-50,1 0,0-1,1 0,-1 0,1 0,1-1,0 0,0 0,0-1,0 0,1-1,0 0,1 0,3 1,-8-4,0 0,1 0,-1 0,1-1,-1 0,1 0,0 0,-1-1,1 1,0-2,0 1,-1 0,1-1,0 0,-1-1,1 1,-1-1,0 0,1 0,-1-1,0 0,0 0,0 0,-1 0,1-1,1-2,1-3,-2 0,1-1,-1 0,-1 0,0-1,0 1,-1-1,0 0,-1 0,-1 0,1 0,-2 0,1 0,-2 0,1 0,-2 0,-1-9,3 15,-2-5,1 29,4 111,6-1,23 111,-1-15,-26-192,-1 0,-2 0,-1 0,-2 0,-1 0,-2 0,-1-1,-7 28,11-56,1 0,-1 0,0 0,0 0,-1 0,1 0,-1 0,0 0,0-1,0 1,0-1,-1 1,1-1,-1 0,0 0,0 0,0 0,0-1,-1 1,1-1,-1 0,1 0,-1 0,0 0,0-1,0 1,0-1,0 0,0 0,0-1,0 1,0-1,-1 0,1 0,0 0,0-1,-4 0,-4-8,0 0,1-1,0 0,0-1,1 0,0-1,1 0,1 0,0-1,0 0,1-1,1 1,-4-14,-4-1,1-1,2 0,0 0,2-1,2-1,1 1,1-1,1 0,2-2,2 29,0-1,1 1,-1-1,1 1,0-1,0 1,1 0,-1-1,1 1,0 0,0 0,1 0,-1 1,1-1,0 0,0 1,0 0,0 0,0 0,1 0,0 0,-1 1,1-1,0 1,0 0,0 0,0 1,1-1,-1 1,0 0,4-1,99-19,-53 12</inkml:trace>
  <inkml:trace contextRef="#ctx0" brushRef="#br0" timeOffset="4049.178">4157 2501,'-9'15,"0"1,1 1,0-1,1 1,1 0,1 1,0-1,2 1,0 0,0 0,2 1,0-1,2 0,-1 0,2 0,1 0,0 0,1 0,1 0,1-1,0 0,1 0,1-1,1 0,0 0,9 10,-14-20,1 0,0-1,0 1,1-2,-1 1,1 0,0-1,0 0,1 0,-1-1,1 0,-1 0,1-1,0 1,0-2,0 1,1-1,-1 0,0 0,1-1,-1 0,0 0,1-1,-1 0,0 0,0 0,0-1,0 0,6-3,-4-1,0 0,0 0,-1-1,1 0,-2-1,1 0,-1 0,0 0,-1-1,0 0,0 0,-1-1,0 0,-1 0,0 0,-1 0,2-6,0-6,0 0,-1-1,-2 0,0 0,-1 0,-1 0,-3-19,1 22,-1-1,-1 1,-1 0,0 0,-2 1,0-1,-1 1,-1 1,-1-1,0 2,-1-1,-1 2,-8-9,17 21,0 1,0 0,0 0,-1 0,1 1,0-1,-1 1,0-1,0 1,0 1,0-1,0 0,0 1,0 0,0 0,0 0,-1 1,1-1,0 1,-1 0,1 0,0 0,-1 1,1 0,0 0,0 0,-1 0,1 0,0 1,0 0,1 0,-1 0,0 0,1 1,-1-1,1 1,0 0,-2 1,-5 11,0 0,1 0,1 1,0 0,1 1,0-1,2 1,0 1,1-1,0 1,2-1,0 1,1 0,1 9,-3 46</inkml:trace>
  <inkml:trace contextRef="#ctx0" brushRef="#br0" timeOffset="4596.666">4224 3812,'76'-327,"-34"168,-33 133,-1 46,0 343,21-105,-18-189</inkml:trace>
  <inkml:trace contextRef="#ctx0" brushRef="#br0" timeOffset="9443.704">1844 4387,'2'0,"4"0,4 0,9 0,9-3,6-2,8-3,5-1,3 0,-6 1</inkml:trace>
  <inkml:trace contextRef="#ctx0" brushRef="#br0" timeOffset="9778.847">2660 4346,'2'0,"3"0,4 0,1 0,5 0,5 0,5 0,5 0,4 0,2 0,3 2,2 1,2 0,1 0,-7-2</inkml:trace>
  <inkml:trace contextRef="#ctx0" brushRef="#br0" timeOffset="10094.999">3409 4346,'4'0,"4"2,3 1,5 2,3 1,3-2,7-1,6 0,5-4,6-4,1-1,0 1,-4 1,-8 1</inkml:trace>
  <inkml:trace contextRef="#ctx0" brushRef="#br0" timeOffset="10417.101">4237 4306,'14'0,"6"0,5 0,3-2,3-1,0 0,3-2,0 1,-2-2,-1 0,-2 1,-3 2,-2 1,0 1,-4 0</inkml:trace>
  <inkml:trace contextRef="#ctx0" brushRef="#br0" timeOffset="10660.449">4986 4226,'20'2,"17"-1,10-3,9-2,6-2,2-2,-1 0,-7 1,-8 2,-10 2,-12 2</inkml:trace>
  <inkml:trace contextRef="#ctx0" brushRef="#br0" timeOffset="14513.187">4372 5055,'26'-73,"-8"16,-3 0,-2 0,-2-1,0-34,0 52,11 79,-19-20,0 0,-1-1,-1 1,-1 0,-1 18,-1 7,2 371,1-410,0-1,-1 1,1-1,-1 0,0 1,-1-1,1 1,-1-1,0 1,0-1,0 0,0 1,-1-1,1 0,-1 0,0 0,-1 0,1-1,-1 1,0-1,1 1,-1-1,-1 0,1 0,0 0,-1 0,0-1,1 1,-4 0,-11 4,44-15,0 1,1 1,-1 1,1 2,0 1,0 0,0 2,18 3,-30 0</inkml:trace>
  <inkml:trace contextRef="#ctx0" brushRef="#br0" timeOffset="15428.7">4505 5897,'-12'16,"1"0,1 0,0 0,2 2,0-1,0 1,2 0,0 0,1 1,1 0,1 0,0 0,2 0,0 0,1 0,1 1,1-1,0 0,2 0,5 18,-4-23,1 0,1 0,0-1,1 1,0-2,1 1,1-1,0 0,0-1,1-1,1 1,0-2,0 0,0 0,2-1,-1 0,1-2,0 1,0-2,0 0,1 0,8 0,-18-3,1-2,-1 1,0-1,0 1,0-1,0-1,1 1,-1-1,0 0,0 0,0 0,0-1,0 0,-1 0,1 0,0-1,-1 1,1-1,-1 0,0 0,0-1,0 1,-1-1,1 0,-1 0,0 0,0 0,0-1,-1 1,1-1,-1 1,0-1,0-1,8-28,0-1,-3-1,-1 0,-1 1,-2-2,-2 1,-1 0,-2-1,2 9,-2 1,0 0,-2-1,-1 1,-2 1,-2-7,5 23,1-1,-2 1,0 0,0 0,-1 1,0-1,0 1,-1 1,0-1,-1 1,0 0,0 1,-1 0,0 0,0 1,-7-4,7 6,0-1,0 1,0 1,-1 0,1 0,-1 0,0 2,1-1,-1 1,0 0,0 1,0 1,0-1,0 1,1 1,-1 0,0 0,1 1,-1 0,1 1,0 0,0 0,1 1,-1 0,1 1,0 0,0 0,1 1,0 0,0 0,0 0,1 1,-4 6,4-1,0 1,1-1,1 1,0 0,1 1,0-1,1 0,1 1,0 0,1-1,1 1,0-1,1 1,1-1,0 0,0 0,6 13,13 34</inkml:trace>
  <inkml:trace contextRef="#ctx0" brushRef="#br1" timeOffset="23813.279">4718 3571,'57'14,"49"4,-81-16,-1 1,1 0,0 2,-1 1,0 1,0 1,-1 1,0 0,0 2,-1 1,-1 1,0 1,0 1,-2 0,8 9,-6 5,-2 0,-1 1,-1 1,-2 1,-1 1,-1-1,4 22,-6-27,-2 1,0 0,-2 0,-1 1,-1 0,-2 0,-1 0,-1 0,-1 0,-2 1,-1-1,-1 0,-1 0,-2-1,-1 0,-1 0,-4 7,-6-4,-2 0,0-1,-2-1,-2-1,0-1,-10 6,-51 57,75-76,-1-2,0 1,-1-1,0-1,-1 0,0-1,-1-1,-5 3,-73 39,100-58,3 1</inkml:trace>
  <inkml:trace contextRef="#ctx0" brushRef="#br1" timeOffset="24411.713">5053 4707,'-2'0,"0"1,-1-1,1 1,0 0,0-1,0 1,1 0,-1 0,0 0,0 0,0 1,1-1,-1 0,1 1,-1-1,1 1,-1 0,1-1,0 1,0 0,0 0,0 0,0 0,0 0,1 0,-1 0,0 0,1 0,0 0,0 0,-1 0,1 1,0-1,1 0,-1 0,0 0,1 0,-1 0,1 1,-3 12,-3 20,-2-1,-2 0,0-1,-3 1,0-2,-3 0,0-1,-2 0,-4 3,15-19,24-27,-14 8,13-10,1-1,1 2,0 1,0 0,1 1,1 1,0 1,0 1,1 1,0 1,0 0,15 0,-31 6,-5 0,0 1,0-1,0 0,0 0,0 1,0-1,-1 0,1 0,0 0,0 0,0 0,0 0,0 0,0-1,0 1,-1 0,1 0,0-1,0 1,0 0,0-1,-1 1,1-1,0 1,0-1,-1 0,1 1,0-1,-1 0,1 1,-1-1,1 0,-1 0,1 1,-1-1,1 0,-1 0,0 0,0 0,1 1,-1-1,0 0,0 0,0 0,-42-91,33 72,-1-6,-2 1,-1 1,-1 0,-1 1,0 0,-18-18,23 32</inkml:trace>
  <inkml:trace contextRef="#ctx0" brushRef="#br1" timeOffset="25679.285">4652 3571,'0'0,"1"-1,0 1,0 0,0-1,1 1,-1 0,0 0,0 0,0 0,0 0,0 0,0 0,0 0,0 0,0 0,0 1,0-1,0 0,0 1,0-1,0 1,0-1,0 1,0-1,-1 1,1 0,0 0,0-1,-1 1,1 0,0 0,-1 0,1-1,-1 1,1 1,18 14,1 0,0-1,1-1,1-1,0-1,1-1,0-1,1-1,-1-1,5 0,-3 0,-18-5,-17-4,-15-7,1-1,0-1,1-1,0-1,0-1,2-1,-1-1,2-1,-6-6,-26-41,51 61,0 0,1 0,-1 0,0 0,1 0,-1 0,1 0,0 0,-1 0,1 0,0 0,0 0,0 0,1 0,-1 0,0 0,1 0,0 0,-1 0,1 0,0 0,0 1,0-1,0 0,0 0,0 1,1-1,-1 0,0 1,1 0,-1-1,1 1,0 0,-1 0,1 0,0 0,0 0,8-3,-1 0,1 1,0 1,0 0,0 0,0 1,0 0,0 1,1 0,-1 1,2 0,14 0,161-8,-187 7,1-1,-1 1,0 0,1 0,-1 0,1 0,-1 0,1 0,-1 0,1 0,-1 0,0 0,1 0,-1 0,1 0,-1 0,1 0,-1 0,0 0,1 1,-1-1,1 0,-1 0,0 1,1-1,-1 0,0 0,1 1,-1-1,0 0,1 1,-1-1,0 0,0 1,1-1,-1 1,0-1,0 0,0 1,0-1,1 1,-1-1,0 1,0-1,0 1,0-1,0 0,0 1,0-1,0 1,0-1,-1 1,1-1,-12 27,7-19,-15 33,-3 2,1 1,3 1,1 0,3 2,-5 23,20-7,8-46</inkml:trace>
  <inkml:trace contextRef="#ctx0" brushRef="#br1" timeOffset="28193.561">4612 2568,'51'46,"24"15,-46-50,1-2,-1-1,2-1,-1-1,23 0,33 7,-41-4,-1 2,1 2,-2 2,0 1,-1 3,-1 1,-1 2,1 3,273 178,-273-179,0 1,-2 3,-2 1,0 2,-2 1,-1 1,-2 3,-1 0,19 31,116 228,-153-271,-1 0,-1 0,-1 1,-1 0,-1 1,-1 0,-2 0,0 0,-2 1,-1 0,-5 69,-3 0,-5-1,-4 0,-24 80,13-89,-4 0,-3-2,-4-2,-42 69,48-91,-18 32,-4-3,-4-2,-3-2,-30 27,-156 176,220-265,-1-1,-2-1,0-2,-16 8,31-18,-171 105,76-36,109-78,0-1,1 1,-1 0,0 0,0 0,0-1,0 1,0 0,1 0,-1 0,0-1,0 1,0 0,0 0,0-1,0 1,0 0,0 0,0-1,0 1,0 0,0-1,0 1,0 0,0 0,0-1,0 1,0 0,0 0,0-1,0 1,-1 0,1 0,0 0,0-1,0 1,0 0,-1 0,1 0,0-1,0 1,0 0,-1 0,1 0,0 0,0 0,-1-1,1 1,0 0,0 0,-1 0,1 0,0 0,0 0,-1 0,1 0,0 0,11-26,205-350,-169 317,-46 59,-1 1,1 0,-1-1,1 1,-1 0,1-1,-1 1,1 0,-1 0,0 0,1-1,-1 1,0 0,0 0,0 0,0 0,0-1,0 1,0 0,0 0,0 0,0 0,0 0,0-1,-1 1,1 0,0 0,-1 0,1-1,-1 1,1 0,0 0,-1-1,0 1,1-1,-1 1,-19 40,-2-1,-2-1,-15 17,-17 29,-18 31,75-115,0 0,0 0,-1 0,1-1,0 1,0 0,0 0,0-1,0 1,0-1,0 1,0-1,0 1,0-1,0 0,0 1,0-1,1 0,-1 0,0 0,0 0,0 0,0 0,0 0,1 0,-1 0,0-1,0 1,0 0,0-1,0 1,0-1,0 1,0-1,1 0,2 1,109-20,95-30,-206 50,0 0,0 0,0 0,0 0,0-1,0 1,0-1,0 1,-1-1,1 1,0-1,0 0,0 0,0 0,-1 0,1-1,-1 1,1 0,-1-1,1 1,-1-1,0 1,1-1,-1 1,0-1,0 0,0 0,0 0,-1 1,1-1,0 0,-1 0,0 0,1 0,-1 0,0 0,0 0,0 0,0 0,-1-2,-65-139,50 113,12 21,1 1,-2-1,1 1,-1-1,0 1,-1 1,0-1,0 1,-1 0,1 0,-2 1,1 0,-1 0,0 1,0 0,0 0,-1 1,1 0,-1 0,0 1,0 0,-6 0,3 3</inkml:trace>
  <inkml:trace contextRef="#ctx0" brushRef="#br1" timeOffset="29432.248">4692 2662,'24'34,"12"2,2-3,2-1,0-1,27 13,-49-32,-4-5,-16-15,-21-20,19 24,-141-174,71 84,73 94,1 0,-1-1,1 1,0-1,-1 1,1 0,0-1,-1 1,1-1,0 1,0-1,-1 0,1 1,0-1,0 1,0-1,0 1,0-1,0 1,0-1,0 0,0 1,0-1,0 1,0-1,0 1,1-1,-1 1,0-1,0 1,0-1,1 1,-1-1,0 1,1-1,-1 1,0-1,1 1,-1 0,1-1,-1 1,1 0,-1-1,1 1,-1 0,1 0,-1-1,1 1,-1 0,1 0,-1 0,1 0,-1 0,1 0,34-1,-33 2,238 22,-208-22,76 12,-107-13,1 0,-1 1,0-1,0 1,1 0,-1-1,0 1,0 0,0 0,0 0,0 0,0 0,0 0,0 0,-1 0,1 0,0 0,-1 0,1 1,0-1,-1 0,0 1,1-1,-1 0,0 0,0 1,1-1,-1 0,0 1,0-1,0 1,-1-1,1 0,0 1,0-1,-1 0,1 0,-1 1,1-1,-29 51,25-45,-74 103,-48 82,113-150,17-34</inkml:trace>
  <inkml:trace contextRef="#ctx0" brushRef="#br2" timeOffset="39077.49">3315 2635,'-2'0,"1"-1,-1 0,1 1,-1-1,1 1,-1 0,1-1,-1 1,1 0,-1 0,1 0,-1 0,1 0,-1 0,1 0,-1 1,1-1,-1 1,1-1,-1 1,1-1,0 1,-1 0,1 0,0-1,-1 1,1 0,0 0,0 0,0 1,0-1,0 0,0 0,0 1,0-1,-32 52,32-50,-19 40,2 1,2 1,2 1,3 0,1 1,2 0,2 0,3 0,1 1,3 0,1 1,7 15,3-1,3 0,2-1,3-1,3-1,10 17,1 6,-24-56,0 0,0-1,2 0,1-1,16 24,-28-47,1 0,-1 1,1-1,0 0,-1 0,1 0,0 0,0 0,0 0,1 0,-1-1,0 1,1-1,-1 0,1 0,-1 0,1 0,0 0,-1 0,1-1,0 1,-1-1,1 0,0 1,0-2,-1 1,1 0,0 0,0-1,-1 1,1-1,0 0,-1 0,1 0,-1 0,1-1,-1 1,1-1,0 0,15-13,0-1,0-1,-2 0,0-2,-1 0,-1 0,0-1,-2-1,7-16,-6 4,0 0,-3-1,0-1,-3 1,-1-2,-1 1,-2 0,-1-1,-2 0,-5-33,0-9,-3 0,-3 1,-4 0,-4 1,-25-66,36 117,-1 0,-1 0,-1 1,-1 1,-1 0,-1 1,-1 0,-1 1,-17-17,25 33,0 0,0 0,0 1,-1 1,1-1,-1 1,0 1,0-1,0 2,0-1,0 1,-1 0,1 1,0 0,0 1,-1 0,1 0,0 1,0 0,0 1,1 0,-1 0,0 1,1 0,0 0,0 1,0 0,1 1,0 0,0 0,0 0,1 1,-6 6,-4 9,1 1,1 1,1 0,1 0,1 1,1 1,1 0,2 0,0 1,2 0,1 0,1 0,1 1,2 6,-5 57</inkml:trace>
  <inkml:trace contextRef="#ctx0" brushRef="#br2" timeOffset="40495.662">3288 5469,'27'-101,"113"-444,-118 447,-15 78,-3 21,1 115,6 52,24 114,-22-203,10 58,-5 0,-6 1,-6 49,-5-180,-1 0,0 0,0 0,-1 0,0 0,0 0,0 0,-1 0,0 0,-1-1,1 1,-1-1,-1 1,1-1,-1 0,0 0,0-1,-1 1,1-1,-1 0,-1 0,1-1,0 1,-3 0,2-2,-1 0,0 0,0 0,0-1,0 0,0 0,0-1,-1 0,1 0,0 0,-1-1,1 0,-4-1,11 1,1-1,-1 1,0 0,1 0,-1 0,0-1,0 1,0 0,1 0,-1-1,0 1,0 0,0-1,1 1,-1 0,0-1,0 1,0 0,0 0,0-1,0 1,0 0,0-1,0 1,0 0,0-1,0 1,0 0,0-1,0 1,0 0,0-1,0 1,-1 0,1-1,0 1,0 0,0 0,0-1,-1 1,1 0,0 0,0-1,-1 1,1 0,0 0,0-1,-1 1,1 0,0 0,-1 0,1 0,0 0,0 0,-1-1,1 1,0 0,-1 0,1 0,0 0,-1 0,1 0,0 0,-1 0,1 1,26-15,10 2,0 2,0 2,1 1,0 2,27 0,-47 3,0 2,0 0,0 0,0 2,0 0,0 1,-1 1,1 0,-1 2,0-1,0 2,-1 0,0 1,0 1,6 4,-4-4,-14-11</inkml:trace>
  <inkml:trace contextRef="#ctx0" brushRef="#br2" timeOffset="41434.151">3061 7368,'-2'22,"-1"18,0 14,3 10,1 10,1 6,0 3,-1-1,-2-5,-1-7,-1-11,1-11,0-13</inkml:trace>
  <inkml:trace contextRef="#ctx0" brushRef="#br2" timeOffset="41777.232">3007 7501,'21'14,"13"8,8 6,1 3,-2-3,-5-3,-8-3,-5-6,-7-6</inkml:trace>
  <inkml:trace contextRef="#ctx0" brushRef="#br2" timeOffset="42183.148">3409 7421,'-48'83,"-4"-3,-18 18,56-82,26-51,25-30,-3-2,-3-1,-2-1,-2-9,-23 68,-5 20,-23 140,6 0,8 1,6 0,7 27,0-132</inkml:trace>
  <inkml:trace contextRef="#ctx0" brushRef="#br2" timeOffset="42483.346">2834 8117,'4'4,"7"9,5 8,8 11,5 5,8 7,6 2,6 0,2-3,3-6,0-11,-1-8,-4-13,-9-6</inkml:trace>
  <inkml:trace contextRef="#ctx0" brushRef="#br2" timeOffset="42734.672">3649 7943,'7'-14,"2"-7,0 6,-4 13,-10 21,-11 23,-12 23,-7 19,-5 10,-3 6,4 1,8-16</inkml:trace>
  <inkml:trace contextRef="#ctx0" brushRef="#br2" timeOffset="43878.614">2379 9400,'-3'-1,"0"1,0 0,-1-1,1 1,0 0,0 1,0-1,0 0,0 1,0 0,0 0,0 0,0 0,0 0,0 1,1-1,-1 1,0-1,1 1,0 0,-1 0,1 0,0 1,0-1,0 1,0-1,0 1,1-1,-1 1,0 3,-3 4,1 1,1-1,0 1,0 0,1 0,1 0,-1 1,2 0,0 3,0 0,1 0,0-1,2 1,0-1,0 1,1-1,1 0,0 0,1-1,1 1,2 1,-5-8,0 0,1 0,-1 0,2-1,-1 0,1 0,0-1,0 1,0-1,1-1,-1 1,1-1,1 0,-1-1,0 1,1-2,0 1,-1-1,1 0,0 0,0-1,0 0,1-1,-3 0,1-1,0 0,-1 0,1 0,0-1,-1 0,0-1,1 1,-1-1,0 0,0-1,-1 1,1-1,-1-1,0 1,0 0,0-1,-1 0,1-1,-1 1,0 0,-1-1,1 0,-1 0,0-2,5-8,-1-1,-1-1,0 1,-2-1,0 0,-1 0,0 0,-1-16,-1 16,-1 0,-1 0,-1 0,0 0,-1 1,-1-1,-1 1,0 0,-2 0,0 0,0 1,-2 0,0 0,7 13,1 1,-1 0,1-1,-1 1,0 0,0 0,0 0,0 1,0-1,0 0,-1 1,1-1,0 1,-1 0,0 0,1 0,-1 0,1 0,-1 1,0-1,0 1,1-1,-1 1,0 0,0 0,1 1,-1-1,0 0,0 1,1 0,-1-1,1 1,-1 0,0 1,1-1,0 0,-1 1,1-1,0 1,0 0,0-1,-2 3,-8 11,0 0,1 1,1 1,0 0,1 0,1 0,1 1,0 1,2-1,0 1,1 0,0 0,2 0,0 1,2-1,0 5,15 60,0-58</inkml:trace>
  <inkml:trace contextRef="#ctx0" brushRef="#br2" timeOffset="44230.71">2874 9600,'3'11,"1"-1,-1 0,2 1,0-2,0 1,1 0,0-1,0 0,1-1,6 7,-9-12,-1 1,1-1,0 0,0 0,0 0,0-1,1 0,-1 0,1 0,-1 0,1 0,0-1,-1 0,1 0,0 0,0-1,0 0,0 0,0 0,0 0,0-1,-1 0,1 0,5-1,-3-1,0 0,0 0,0-1,0 0,0 0,-1-1,0 0,0 0,0 0,0 0,-1-1,0 0,0 0,-1-1,0 1,0-1,0 0,-1 0,0-1,0 1,-1 0,0-1,0 0,-1-1,2-4,-2-1,1 0,-2 0,0 1,-1-1,0 0,-1 0,0 1,-1-1,-1 1,0 0,-1 0,-2-5,1 6,-1 0,0 0,0 1,-1 0,-1 0,0 1,0 0,-4-2,11 10,-1-1,0 1,0-1,0 1,0 0,-1 1,1-1,0 0,-1 1,1 0,-1 0,0 0,1 0,-1 1,0-1,0 1,1 0,-1 0,0 0,1 1,-1-1,0 1,0 0,1 0,-1 0,1 0,-1 1,1-1,0 1,0 0,-1 0,1 1,-8 8,-1 1,2 1,0 0,0 0,1 1,1 0,0 1,1-1,1 2,0-1,1 1,1-1,0 1,0 12,-9 40</inkml:trace>
  <inkml:trace contextRef="#ctx0" brushRef="#br2" timeOffset="45310.786">2499 10282,'-11'8,"0"0,1 1,0 0,1 0,-1 1,2 0,0 1,0 0,1 0,-2 4,6-10,1 0,-1 1,1-1,0 0,1 1,-1 0,1-1,0 1,0 0,1 0,0-1,0 1,0 0,1 0,0-1,0 1,0 0,0-1,1 1,0-1,1 1,-1-1,1 0,2 3,1 0,1 0,0 0,0-1,1 0,0 0,1-1,-1 0,1 0,0-1,0 0,1-1,-1 0,1 0,0-1,0-1,10 2,-13-2,0-1,0-1,0 1,0-1,0 0,0-1,0 0,0 0,0 0,0-1,0 0,-1 0,1-1,-1 1,1-2,-1 1,0-1,0 0,-1 0,1 0,-1-1,0 0,0 0,0 0,0-2,1-4,0 1,0-1,-1 0,-1 0,0-1,-1 1,0-1,0 0,-1 0,-1 0,0 0,-1 0,0 0,-1-1,0 1,-1 0,0 0,-1 1,-1-1,1 1,-2-1,0 1,0 0,-1 1,0-1,-1 1,0 0,0 1,-1 0,-1 0,-5-4,9 9,1 1,-1 0,0 0,0 0,-1 1,1 0,0 0,-1 0,0 1,1 0,-1 0,0 0,1 1,-1 0,0 0,0 0,1 1,-1-1,0 1,1 1,-1-1,1 1,-1 0,1 0,0 1,0 0,0 0,0 0,0 0,1 1,-1-1,1 1,0 0,0 1,-5 7,0 0,0 0,2 0,-1 1,2 1,-1-1,2 1,0 0,1 0,0 0,1 1,1-1,0 1,1 2,-2 30</inkml:trace>
  <inkml:trace contextRef="#ctx0" brushRef="#br2" timeOffset="46443.757">3048 10495,'89'-211,"-74"177,-5 14,0-2,-2 1,-1-1,0-1,-2 1,0-3,-13 42,-1 26,2 0,1 1,3 0,2 0,2 22,10 59,-3-74</inkml:trace>
  <inkml:trace contextRef="#ctx0" brushRef="#br2" timeOffset="47110.969">2540 11392,'115'-444,"-115"443,9-24,-9 26,0-1,0 0,0 0,0 0,0 1,1-1,-1 0,0 0,0 0,0 0,0 0,0 1,1-1,-1 0,0 0,0 0,0 0,1 0,-1 0,0 0,0 0,0 0,1 0,-1 0,0 0,0 0,1 0,-1 0,0 0,0 0,0 0,1 0,-1 0,0 0,0 0,0 0,1 0,-1 0,0-1,0 1,0 0,0 0,1 0,-1 0,0 0,0-1,0 1,0 0,0 0,2 212,-13 106,9-262</inkml:trace>
  <inkml:trace contextRef="#ctx0" brushRef="#br2" timeOffset="47514.89">3088 11285,'1'-59,"3"1,2-1,2 1,3 1,14-42,-10 68,-10 34,0 84,-6-67,-10 129,1-39,7 107,5-176</inkml:trace>
  <inkml:trace contextRef="#ctx0" brushRef="#br2" timeOffset="48813.415">2606 12328,'11'-70,"19"-200,-27 216,5 94,1 150,-10 85,-2-217,2-13</inkml:trace>
  <inkml:trace contextRef="#ctx0" brushRef="#br2" timeOffset="49249.252">3061 12314,'3'188,"-3"-184,1 0,-1 0,1 0,-1 0,2 0,-1 0,0 0,1 0,-1 0,1-1,0 1,0-1,1 1,-1-1,1 0,-1 0,1 0,0 0,0 0,1-1,-1 1,1-1,-1 0,1 0,-1 0,1 0,0-1,0 0,0 0,0 0,0 0,0 0,0-1,4 0,4-2,-1-1,1-1,-1 0,0 0,0-1,-1-1,1 0,-1 0,0-1,-1 0,0-1,0 0,0 0,-1-1,-1 0,1-1,-1 1,-1-2,0 1,0 0,0-4,1 0,0 1,0-1,-2 0,0-1,0 1,-1-1,-1 0,-1 0,1-13,-3 21,0-1,0 0,-1 1,0-1,0 1,-1-1,0 1,0-1,-1 1,0 0,0 0,-1 0,0 1,0-1,-1 1,1 0,-1 0,-1 1,1-1,-2 0,1 1,0 0,-1 1,0 0,0 0,0 1,-1-1,1 2,-1-1,1 1,-1 0,0 1,0-1,0 2,0-1,0 1,0 0,0 1,0 0,0 0,0 1,0 0,1 0,-1 0,1 1,-1 1,1-1,0 1,0 0,1 1,-1 0,1 0,0 0,0 1,-1 1,-54 81,40-44</inkml:trace>
  <inkml:trace contextRef="#ctx0" brushRef="#br2" timeOffset="52248.224">3769 9012,'-8'521,"3"571,19-379,-32-80,-5-190,24 41,6-391,3-1,7 11,15 173,-32-98,1-177,-1 0,0-1,0 1,0 0,0 0,0-1,0 1,-1 0,1 0,0-1,0 1,0 0,-1-1,1 1,0 0,-1-1,1 1,-1 0,1-1,-1 1,1-1,-1 1,1-1,-1 1,1-1,-1 1,1-1,-1 0,0 1,1-1,-1 0,0 1,0-1,1 0,-1 0,0 0,1 0,-1 0,0 0,0 0,1 0,-1 0,0 0,0 0,1 0,-1 0,-36-19,25 11,-46-17,-2 3,0 3,0 2,-2 3,0 3,0 2,-1 3,0 3,-1 2,-126-13,-34-15,-111-9,-156 37,286 14,42-13,160-1,1 0,-1 0,1 0,-1 0,1 0,0-1,0 1,-1-1,1 0,0 0,0 0,1 0,-1 0,0 0,1 0,-1 0,1-1,-1 1,1 0,0-1,0 1,1-1,-1 0,0 1,1-1,-1 0,1 1,0-1,0 0,0 0,0 1,1-1,-1 0,1 1,-1-1,1 1,0-1,0 0,0-13,0-121,-5 1,-16-80,-126-951,112 677,-12-100,-21 154,62 402,1 0,2 0,1-1,2 1,1 0,2-1,1 1,2 1,1-1,1 1,2 1,6-9,-12 29,0 0,0 0,-1-1,-1 1,0-1,0 0,-1 0,-1 0,0-1,-2-256,5 247,1 1,1 0,0 0,2 0,6-12,25-79,-35 93,-4 14,0 1,1 0,0-1,0 1,0 0,1-1,0 1,0 0,0 0,1 0,-1 1,1-1,0 0,1 1,-1 0,1 0,0 0,0 0,0 1,0-1,0 1,1 0,31-11,0 1,0 1,1 3,0 1,21-1,-48 7,18-4,1 1,0 1,0 2,0 0,1 3,-1 0,0 2,0 1,17 4,9 5,0-3,2-2,-1-2,0-4,40-2,468-2,-408 29,-85-11,179 44,-83-54,-104-8,70 0,-123-1</inkml:trace>
  <inkml:trace contextRef="#ctx0" brushRef="#br2" timeOffset="53660.454">2031 13785,'-18'-4,"0"1,0 2,0-1,-1 2,1 1,0 0,-1 1,1 1,0 0,1 2,-1 0,1 1,0 1,0 0,0 1,-1 3,2 0,1 1,0 1,1 1,1 0,0 0,1 1,1 1,0 0,1 1,0 0,2 0,0 1,-2 9,6-16,0 0,1 0,1 1,0-1,0 0,1 1,0 0,1-1,1 1,0-1,0 1,1-1,1 0,-1 1,2-1,0-1,0 1,1 0,0-1,1 0,0 0,1-1,1 2,3-1,1 0,0 0,1-2,0 1,0-1,1-1,0-1,0 0,1-1,-1 0,1-1,0 0,0-2,1 0,-1 0,0-2,1 0,-1 0,1-2,-1 0,0 0,0-1,0-1,0-1,-1 0,1-1,2-2,24-13</inkml:trace>
  <inkml:trace contextRef="#ctx0" brushRef="#br2" timeOffset="53945.689">1857 14172,'-90'2,"79"3,25-1,213-13,-225 9,0 0,0 0,0 0,0 0,0 1,0-1,0 1,0-1,0 1,-1 0,1-1,0 1,0 0,-1 0,1 1,0-1,-1 0,1 0,-1 1,0-1,1 1,-1-1,0 1,0 0,0-1,0 1,0 0,0 0,-1 0,1 0,-1-1,1 2,3 69,-4-58,-1 10,0-17,0 0,1 0,0 0,0 0,0-1,1 1,0 0,0 0,1 0,0-1,0 1,1-1,-1 1,2 0,7 5</inkml:trace>
  <inkml:trace contextRef="#ctx0" brushRef="#br2" timeOffset="54363.613">2219 14306,'14'-113,"-1"-107,-13 218,-1 1,1 0,-1-1,1 1,0 0,0-1,-1 1,1 0,0-1,0 1,0-1,1 1,-1 0,0-1,0 1,1-1,-1 1,1 0,-1 0,1-1,0 1,-1 0,1 0,0 0,0-1,0 1,0 0,0 0,0 0,0 1,0-1,0 0,0 0,1 1,-1-1,0 0,0 1,1-1,-1 1,1 0,-1-1,0 1,1 0,-1 0,1 0,-1 0,0 0,1 0,-1 0,173 29,-76-22,-95-6,0 1,-1-1,1 1,-1 0,0 0,0 0,1 0,-1 0,0 0,-1 1,1-1,0 1,-1-1,1 1,-1 0,0 0,0 0,0-1,0 1,-1 0,1 0,-1 0,0 0,0 0,0 0,0 0,0 0,0 0,-1 0,0 0,1 0,-1 0,0 0,-1 0,1 4,-23 184,24-188,0 0,0 0,1 0,-1 0,1 0,0 0,0 0,0 0,0 0,0-1,0 1,1 0,0-1,-1 1,1-1,0 0,0 1,0-1,1 0,-1 0,0-1,1 1,-1 0,1-1,0 1,-1-1,1 0,0 0,0 0,0 0,0-1,0 1,0-1,2 1,73-5,-38-2</inkml:trace>
  <inkml:trace contextRef="#ctx0" brushRef="#br2" timeOffset="54799.41">3007 14052,'-3'-3,"-1"0,0 0,1 1,-1 0,-1 0,1 0,0 0,0 1,-1-1,1 1,-1 0,1 1,-1-1,1 1,-1 0,1 0,-1 0,1 0,-1 1,1 0,-1 0,1 0,0 1,-1-1,1 1,0 0,0 0,-2 2,-4 4,1 0,0 0,0 1,0 0,1 1,1-1,0 2,0-1,1 1,0 0,1 0,0 1,1 0,0-1,0 7,3-16,0 0,0 1,0-1,1 1,-1-1,1 1,-1-1,1 1,0-1,0 1,0-1,0 1,1-1,-1 0,0 1,1-1,0 1,0-1,0 0,0 1,0-1,0 0,0 0,1 0,-1 0,1 0,0 0,-1 0,1-1,0 1,0 0,0-1,0 0,1 1,-1-1,0 0,0 0,2 0,4-1,0-1,-1 0,1 0,-1-1,1 0,-1 0,1 0,-1-1,0-1,0 1,-1-1,1 0,-1 0,0-1,0 0,0 0,-1-1,1 1,-1-1,-1 0,1-1,0-1,4-5,-1-1,0 1,-1-1,0-1,-2 1,0-1,0 0,-1 0,-1-1,-1 1,0-1,-1 1,0-1,-2-7,2 22,-1 0,0 0,0 0,1 1,-1-1,0 0,0 0,0 0,0 0,0 0,0 1,0-1,0 0,0 0,-1 0,1 0,0 1,0-1,-1 0,1 0,-1 0,1 1,-1-1,1 0,-1 1,1-1,-1 0,1 1,-1-1,0 1,1-1,-1 1,0-1,0 1,1-1,-1 1,0 0,0-1,0 1,0 0,1 0,-1 0,0 0,0 0,0 0,0 0,0 0,-4 10,1 1,-1-1,1 1,1 0,0 1,1-1,0 0,1 1,0 0,1 1,-1 1,5 88,-3-99,0 0,0 0,0 0,0 0,1 0,-1 0,1 0,0 0,-1 0,1-1,0 1,1-1,-1 1,0-1,1 0,-1 0,1 0,0 0,0-1,0 1,0-1,0 0,0 1,0-1,0-1,0 1,0 0,1-1,1 1,7-2,-1-1,0 0,0 0,0-1,0 0,0-1,-1 0,1-1,-1 0,0-1,-1 0,1 0,-1-1,7-7,20-17</inkml:trace>
  <inkml:trace contextRef="#ctx0" brushRef="#br2" timeOffset="55317.022">3329 13892,'-4'4,"0"1,0 0,0 0,1 0,0 0,0 1,0-1,1 1,-1 0,2 0,-1-1,1 1,-1 0,2 1,-1-1,1 0,0 0,0 0,0 0,1 0,0 0,0 0,1 0,-1 0,2 0,-1 0,0-1,1 1,1 1,-1-1,1 1,0-1,1 0,-1 0,1 0,0-1,1 0,-1 0,1 0,0-1,0 1,0-1,1-1,0 1,-1-1,1 0,0-1,1 0,-1 0,0 0,0-1,1 0,-1-1,2 1,-3-2,0 0,0 0,-1 0,1-1,0 1,-1-1,1-1,-1 1,0-1,1 0,-1 0,-1-1,1 1,0-1,-1 0,0 0,0-1,0 1,0-1,-1 0,0 0,0 0,0 0,-1 0,2-5,3-8,-1 0,-1 0,0 0,-1-1,-1 0,-1 1,-1-10,-1-28,-2 97,5 64,4 0,5 0,5-2,10 25,35 156,-66-220,3-62,0-1,1 1,-1 0,0-1,0 1,-1-1,1 1,0-1,0 1,-1-1,1 0,0 0,-1 0,1 0,-1 0,0 0,1 0,-1 0,0-1,0 1,1-1,-1 1,0-1,0 1,0-1,0 0,1 0,-1 0,0 0,0-1,0 1,0 0,-13-4,1-1,-1-1,1 0,1-1,-1 0,1-1,0 0,1-1,0-1,0 0,1 0,0-1,-2-5,-8-2,2-1,0-1,1-1,1-1,1-1,1 0,1 0,1-2,-2-8,13 30,1 0,0 0,0 0,1-1,-1 1,1 0,-1-1,1 1,0 0,0-1,1 1,-1-1,1 1,-1 0,1 0,0-1,0 1,1 0,-1 0,1 0,-1 0,1 0,0 0,0 1,1-1,-1 1,0-1,1 0,12-7,0 0,0 1,1 0,0 1,0 1,1 1,0 0,0 1,1 1,9-4,203-55,-113 35</inkml:trace>
  <inkml:trace contextRef="#ctx0" brushRef="#br2" timeOffset="55765.862">4598 13772,'7'0,"-1"1,1 1,-1-1,0 1,1 0,-1 1,0 0,0 0,0 0,-1 0,1 1,-1 0,0 0,0 0,0 1,-1 0,1 0,-1 0,0 0,-1 1,1 0,-1-1,0 1,-1 1,1-1,-1 0,0 0,-1 1,0-1,0 1,0-1,0 1,-1 0,-1-1,0 6,-5 6,-1-1,0 0,-1 0,-1-1,-1 0,-1-1,0 0,0-1,-2 0,0 0,0-2,-1 1,-1-2,-8 6,-22 20,45-36,0-1,-1 0,1 1,0-1,0 0,0 1,0-1,0 1,0-1,0 0,0 1,0-1,0 1,0-1,0 0,0 1,0-1,0 1,0-1,0 0,0 1,0-1,0 0,1 1,-1-1,0 0,0 1,1-1,-1 0,0 1,0-1,1 0,-1 1,0-1,1 0,-1 0,0 0,1 1,-1-1,0 0,1 0,-1 0,0 0,1 0,-1 0,1 0,-1 0,0 1,1-1,-1-1,1 1,-1 0,0 0,1 0,-1 0,1 0,-1 0,0 0,1 0,-1-1,1 1,42 1,1-1,0-3,-1-1,43-11,-37 7,115-21,-125 21</inkml:trace>
  <inkml:trace contextRef="#ctx0" brushRef="#br2" timeOffset="56448.996">5267 13544,'-2'-16,"-33"-151,23 143,12 24,0-1,0 1,0 0,0-1,-1 1,1 0,0-1,0 1,0 0,-1-1,1 1,0 0,0-1,-1 1,1 0,0 0,-1-1,1 1,0 0,-1 0,1 0,-1 0,1-1,0 1,-1 0,1 0,0 0,-1 0,1 0,-1 0,1 0,0 0,-1 0,1 0,-1 0,1 0,0 1,-1-1,1 0,-1 0,1 0,0 0,-1 1,1-1,0 0,-1 0,1 1,0-1,0 0,-1 0,1 1,0-1,0 0,-1 1,1-1,0 0,0 1,0-1,0 1,0-1,-6 13,2 1,0-1,0 1,2-1,-1 1,2 0,-1 10,0 1,-8 80,5 1,5 0,8 58,13-51,-21-113,0 1,0-1,0 1,0-1,0 0,-1 1,1-1,0 1,0-1,0 0,0 1,0-1,0 0,1 1,-1-1,0 1,0-1,0 0,0 1,0-1,1 0,-1 1,0-1,0 0,0 1,1-1,-1 0,0 1,1-1,-1 0,0 0,1 1,-1-1,0 0,1 0,-1 0,0 0,1 1,-1-1,0 0,1 0,-1 0,1 0,-1 0,0 0,1 0,-1 0,1 0,-1 0,0 0,1 0,-1 0,1 0,-1-1,0 1,1 0,-1 0,0 0,1-1,-1 1,0 0,1 0,-1-1,12-26,-8 14,-3 8,1 0,0 0,0 0,1 0,-1 1,1-1,0 1,0-1,0 1,1 0,0 0,0 1,0-1,0 1,0 0,1 0,-1 0,1 0,0 1,-1 0,1 0,1 0,-1 1,0-1,0 1,0 1,1-1,-1 1,0-1,1 2,-1-1,0 1,1-1,-1 1,0 1,0-1,0 1,0 0,2 1,-1 2,0 0,0 0,0 0,0 1,-1 0,0 0,0 1,-1-1,0 1,0 0,-1 0,1 1,-2-1,1 1,-1-1,0 1,0 0,-1 0,0 0,-1 0,0 0,0 0,-1 7,0-12,0 0,0 1,-1-1,1 0,-1 0,0 0,0 0,0 0,0 0,0-1,0 1,-1-1,1 1,-1-1,0 0,0 0,0 0,0 0,0-1,0 1,0-1,-1 0,1 0,0 0,-1 0,1 0,-1-1,1 0,-1 0,1 0,-2 0,-1 0,0 0,1-1,-1 1,0-1,1-1,-1 1,1-1,-1 0,1 0,0 0,-1-1,1 0,1 0,-1 0,0-1,1 1,0-1,-4-5,5 6,1 0,0 0,0 0,0 0,1 0,-1-1,1 1,-1-1,1 0,0 1,1-1,-1 0,1 1,-1-1,1 0,0 0,1 1,-1-1,0 0,1 1,0-1,0 0,0 1,1-1,-1 1,1-1,0 1,0-1,3-3,0 0,1 0,0 1,0 0,0 0,1 0,-1 1,2 0,-1 0,0 1,9-4,0 1,1 0,0 2,0 0,0 0,1 2,0 0,0 1,-1 1,16 1,-29 0,0 0,0 0,0 0,0 1,0 0,0 0,0 0,0 0,-1 1,1-1,0 1,-1 0,1 0,-1 1,0-1,0 0,0 1,0 0,0 0,-1 0,1 0,-1 0,0 1,1-1,-2 0,1 1,0 0,-1-1,1 1,1 11,0-1,-1 1,-1-1,0 1,-1-1,-1 14,0 3,1-30,-1 0,1 1,0-1,0 1,0-1,0 0,0 1,0-1,0 1,0-1,0 0,1 1,-1-1,1 0,-1 1,1-1,-1 0,1 1,0-1,0 0,-1 0,1 0,0 0,0 0,0 0,0 0,0 0,1 0,-1 0,0-1,0 1,0 0,1-1,-1 1,0-1,1 1,-1-1,1 0,-1 0,0 1,1-1,-1 0,1 0,-1 0,0-1,1 1,-1 0,1 0,-1-1,0 1,1-1,-1 1,0-1,0 0,1 1,-1-1,0 0,1-1,18-15,-2-2</inkml:trace>
  <inkml:trace contextRef="#ctx0" brushRef="#br2" timeOffset="56698.329">5587 13504,'5'0,"1"0</inkml:trace>
  <inkml:trace contextRef="#ctx0" brushRef="#br2" timeOffset="57050.388">5855 13116,'-1'9,"0"1,0-1,1 1,0 0,1-1,0 1,0-1,1 1,0-1,2 4,2 10,5 27,19 79,-6 2,1 63,-16 71,-9-262,-1 0,1 0,-1 0,1 1,0-1,0 0,0 0,1 0,-1 1,1-1,0 0,0 0,0 0,0 0,0 0,1 0,-1-1,1 1,0 0,0-1,0 1,0-1,0 1,1-1,-1 0,1 0,-1 0,1-1,0 1,0-1,-1 1,1-1,0 0,0 0,1 0,-1 0,0-1,0 1,0-1,3 0,15-6,0-2,0 0,-1-2,-1 0,1-1,-2-1,0 0,14-14,54-38,-86 64,1-1,0 1,-1-1,1 1,0-1,0 1,0-1,-1 1,1 0,0-1,0 1,0 0,0 0,0 0,0 0,-1 0,1 0,0 0,0 0,0 0,0 0,0 0,0 0,-1 1,1-1,0 0,0 1,0-1,0 1,-1-1,1 1,0-1,-1 1,1-1,0 1,-1 0,1-1,-1 1,1 0,-1-1,1 1,10 39,-8-25,-1-6,0 1,0-1,1 0,0 0,0 0,1-1,0 1,1-1,0 0,0 0,1-1,0 0,0 1,1-2,-1 1,2-1,5 4,-11-9,0 0,1 0,-1 0,1-1,-1 1,1-1,-1 0,1 0,-1 1,0-2,1 1,-1 0,1 0,-1-1,1 1,-1-1,1 0,-1 0,0 0,0 0,1 0,-1 0,0-1,0 1,0-1,0 0,18-14</inkml:trace>
  <inkml:trace contextRef="#ctx0" brushRef="#br2" timeOffset="57293.738">6484 13598,'-16'0,"-8"2,-1 1,0 2,3 0,0 0,-2-2,2-1</inkml:trace>
  <inkml:trace contextRef="#ctx0" brushRef="#br2" timeOffset="57463.282">5802 13424,'13'-2,"19"-2,19-1,22-5,16-3,12-1,2-1,-8 2,-17 4,-22 2</inkml:trace>
  <inkml:trace contextRef="#ctx0" brushRef="#br2" timeOffset="58077.678">4652 13838,'-7'0,"-4"-2,-6-1,-1 0,0 0,-2 4,1 5,1 5,-2 5,4-1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3:49.7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1,'8'19,"-1"187,-7-132,1 1450,51-694,1 61,-51-692,0 91,15 18,16 222,-32-423,2 160,24 136,9-54,-10 157,-14-130,34 162,67 426,-91-472,-19-394,-2 602,-24-343,-5 160,28-352,-2 103,-13 20,-10 20,13 16,13-100,-11 375,-8-126,6 70,12-422,6 0,15 79,27 147,-44-290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5:07.5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1 267,'5'3,"7"0,10 0,7-1,8 0,7-1,3 0,2-3,0-2,-7-1,-7-1,-10 2</inkml:trace>
  <inkml:trace contextRef="#ctx0" brushRef="#br0" timeOffset="247.844">41 428,'19'5,"14"1,11 0,9-4,8-4,2-4,-3-6,-12-1</inkml:trace>
  <inkml:trace contextRef="#ctx0" brushRef="#br0" timeOffset="516.164">389 0,'-51'3,"51"-2,0 0,0 0,-1 0,1 0,0 0,0 0,0 0,0 0,0 0,0 0,1 0,-1 0,0 0,0 0,1 0,-1 0,1 0,-1 0,0 0,1 0,0 0,-1 0,1-1,0 1,-1 0,1 0,0-1,0 1,0-1,-1 1,1 0,0-1,0 0,0 1,0-1,0 1,0-1,0 0,0 0,0 0,1 0,269 116,-256-111,0 1,0 1,-1 0,0 1,-1 0,1 1,-2 1,1 0,-1 1,-1 0,0 1,-1 0,0 0,0 1,-2 1,0-1,4 11,-11-13,-1 0,0 0,-1 0,0 0,-1 0,0-1,-1 1,0 0,0-1,-1 0,-1 0,0 0,0 0,-1-1,0 0,0 0,-1 0,0-1,-1 0,0-1,0 1,-2-1,-199 170,95-86,79-61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3:53.589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2940 589,'195'-9,"-191"9,-1-1,1 1,0 0,0 0,0 1,0-1,-1 1,1 0,0 0,0 0,-1 1,1-1,-1 1,1 0,-1 0,0 0,0 0,0 0,0 1,0 0,0-1,-1 1,1 0,-1 0,0 0,0 1,0-1,0 1,0-1,-1 1,0-1,0 1,0 0,0 0,0-1,-1 1,1 2,-5 3,0-1,0 1,0-1,-1 0,0 0,-1 0,0-1,0 0,0 0,-1-1,0 0,-1 0,1 0,-1-1,0 0,0-1,-1 1,-2-1,-2 5,42 1,-9-7,0 2,0 0,0 1,-1 1,0 1,0 1,-1 1,0 0,0 1,11 10,-27-20,0 0,-1 0,1 0,0 0,-1 0,1 0,-1 0,0 1,1-1,-1 0,0 1,1-1,-1 1,0 0,0-1,-1 1,1 0,0 0,0-1,-1 1,1 0,-1 0,0 0,1 0,-1 0,0 0,0 0,0 0,-1-1,1 1,0 0,-1 0,1 0,-1 0,1 0,-1 0,-6 4,-1 0,1-1,-1 0,0 0,0 0,-1-1,1-1,-1 1,0-1,0-1,-8 2,8-2,-165 35,161-35</inkml:trace>
  <inkml:trace contextRef="#ctx0" brushRef="#br0" timeOffset="684.25">3809 161,'-7'14,"1"0,0 0,1 1,0-1,2 1,0 0,0 0,1 1,1-1,1 0,0 0,1 1,0 1,6 34,3-1,1 0,6 10,46 208,-30-342,-30 66,0 1,1 0,-1 0,1 1,1-1,-1 1,1 0,0 0,0 0,1 1,0 0,0 0,0 0,1 1,-1 0,1 0,0 1,0-1,0 2,1-1,-1 1,1 0,-1 0,1 1,0 0,0 1,-1 0,1 0,0 0,7 2,-10 0,-1 0,1 0,0 1,-1 0,0 0,0 0,0 0,0 0,0 1,-1 0,1-1,-1 2,0-1,0 0,-1 0,1 1,-1 0,0-1,0 1,-1 0,1 0,-1 0,0 0,0 0,-1 0,0 0,0 0,0 1,0-1,-1 0,0 0,0 0,0 0,0 0,-1 0,0-1,0 1,0 0,-1-1,0 1,0-1,0 0,0 0,0 0,-1-1,0 1,1-1,-2 0,0 1,1-1,0-1,0 0,-1 0,1 0,-1-1,0 1,1-1,-1 0,0-1,0 1,1-1,-1 0,0 0,0 0,1-1,-1 0,0 0,0 0,1 0,-1-1,1 0,-1 0,1 0,-3-2,5 1,1-1,1 1,-1-1,0 1,1-1,0 1,0-1,0 0,0 1,0-1,1 1,-1-1,1 1,0-1,0 1,1 0,-1-1,1 1,-1 0,1 0,0 0,0 0,0 0,1 0,-1 1,1-1,-1 1,1 0,0 0,2-2,8-8,0 1,0 0,1 0,1 1,0 1,0 1,1 0,0 1,0 0,0 2,1 0,0 0,0 2,12-1,-26 3,0 0,0 1,0 0,1-1,-1 1,0 0,0 1,0-1,1 0,-1 1,0 0,0 0,0 0,0 0,0 0,0 1,0-1,0 1,-1 0,1 0,0 0,-1 0,0 0,1 0,-1 1,0-1,0 1,-1 0,1-1,0 1,-1 0,0 0,1 0,-1 0,0 3,3 166,-4-171,0 1,0 0,1 0,-1 0,0 0,0-1,1 1,-1 0,1 0,0-1,-1 1,1 0,0-1,0 1,0 0,0-1,0 0,1 1,-1-1,0 0,1 1,-1-1,0 0,1 0,0 0,-1 0,1 0,0-1,-1 1,1 0,0-1,0 1,10-3</inkml:trace>
  <inkml:trace contextRef="#ctx0" brushRef="#br0" timeOffset="932.285">4277 348,'0'0</inkml:trace>
  <inkml:trace contextRef="#ctx0" brushRef="#br0" timeOffset="1297.045">4610 1,'0'0,"-1"0,0 0,1 0,-1 0,1 1,-1-1,1 0,-1 1,1-1,-1 0,1 1,-1-1,1 0,-1 1,1-1,-1 1,1-1,0 1,-1-1,1 1,0-1,0 1,-1 0,1-1,0 1,0-1,0 1,0 0,-1-1,1 1,0-1,0 1,0 0,0-1,1 1,-1-1,0 1,0 0,0-1,0 1,1-1,-1 1,0 0,17 230,-11-168,2 33,4-2,22 89,-34-178,1 0,-1 0,1 0,0 0,1 0,-1 0,1 0,0 0,0-1,0 1,1-1,-1 1,1-1,0 0,1 0,-1 0,1-1,-1 1,1-1,0 0,0 0,1 0,-1 0,1-1,-1 0,1 0,0 0,0 0,-1-1,1 0,0 0,2 0,9-5,-1-1,0-1,0 0,-1-1,0-1,0 0,0-1,-1 0,-1-1,0-1,0 0,-1 0,0-1,4-7,24-28,-39 47,0 1,0-1,0 0,0 1,1-1,-1 1,0-1,0 0,0 1,0-1,0 0,0 1,1-1,-1 0,0 1,0-1,0 0,1 1,-1-1,0 0,0 0,1 1,-1-1,0 0,1 0,-1 0,0 1,1-1,-1 0,0 0,1 0,-1 0,1 0,-1 0,0 0,1 0,-1 0,0 0,1 0,-1 0,1 0,-1 0,0 0,1 0,-1 0,0 0,1-1,-1 1,0 0,1 0,-1 0,0 0,1-1,-1 1,0 0,0 0,1-1,-1 1,0 0,0-1,0 1,1 0,-1-1,0 1,0 0,0-1,0 1,-2 35,2-29,-3 14,1 0,2 0,0 0,1 0,3 17,-4-33,1 1,0-1,0 0,0 0,1 0,-1 0,1 0,0 0,0-1,1 1,-1 0,1-1,-1 0,1 0,0 0,0 0,1 0,-1 0,1-1,-1 1,1-1,0 0,0 0,-1-1,2 1,-1-1,0 0,0 0,0 0,4 0,28-2,-2-5</inkml:trace>
  <inkml:trace contextRef="#ctx0" brushRef="#br0" timeOffset="1551.996">5252 495,'-16'0,"-7"0,-3-2,0-1,-2-5,5 0</inkml:trace>
  <inkml:trace contextRef="#ctx0" brushRef="#br0" timeOffset="1800.348">4691 241,'16'-2,"16"-1,17-2,16-5,12-3,8 1,-5 2,-13 3,-18 3</inkml:trace>
  <inkml:trace contextRef="#ctx0" brushRef="#br0" timeOffset="-2685.081">560 495,'-28'2,"-1"1,1 2,0 1,1 1,0 1,-1 2,14-6,-6 1,0 0,0 2,0 0,1 1,0 1,1 1,0 0,0 2,1 0,1 1,0 0,0 1,2 1,0 1,0 0,2 0,0 2,-7 12,14-20,1 1,0-1,0 1,1 0,1-1,-1 2,2-1,-1 0,2 0,0 0,0 0,1 1,0-1,1 0,0 0,0 0,2 0,-1-1,1 1,1-1,0 0,0 0,1-1,0 1,1-1,0-1,1 1,-1-1,1 0,1-1,0 0,0 0,2 0,7 2,0-1,1 0,0-1,1-2,-1 0,1-1,0 0,0-2,0 0,1-2,-1 0,0-1,3-2,37-5</inkml:trace>
  <inkml:trace contextRef="#ctx0" brushRef="#br0" timeOffset="-2369.835">172 923,'188'-32,"-164"28,10-3,1 1,0 1,0 2,0 2,0 1,9 3,-41-3,0-1,0 2,0-1,0 0,0 1,0-1,0 1,0 0,0 0,-1 0,1 0,0 1,-1-1,1 1,-1-1,1 1,-1 0,0 0,0 0,0 0,0 0,0 1,0-1,0 1,-1-1,1 1,-1 0,0-1,0 1,0 0,0 0,0 0,-1 0,1 0,-1 0,0 0,0 0,0 0,0 0,-1 0,1 0,-32 72,26-65,1 0,0 0,0 1,2-1,-1 1,1 0,-1 11,3-20,1 0,0 0,0 0,0 0,1 0,-1 0,0 0,1 0,0 0,-1 0,1 0,0 0,0 0,0 0,0 0,0-1,0 1,1-1,-1 1,1-1,-1 1,1-1,-1 0,1 1,0-1,-1 0,2 0,14 7</inkml:trace>
  <inkml:trace contextRef="#ctx0" brushRef="#br0" timeOffset="-1595.883">867 1097,'1'-296,"-2"295,1 0,0 0,-1 0,1 0,0 0,0 0,0 0,0 0,0 0,0 0,0 0,1 0,-1 0,0 0,0 0,1 0,-1 0,1 0,-1 0,1 0,-1 0,1 0,-1 0,1 0,0 1,0-1,-1 0,1 1,0-1,0 0,0 1,0-1,0 1,0-1,0 1,0 0,0-1,0 1,0 0,0 0,0-1,0 1,0 0,0 0,0 0,0 0,0 1,0-1,0 0,0 0,0 1,0-1,0 0,0 1,0-1,0 1,0 0,8 1,0 1,0 0,-1 0,0 1,1 0,-1 1,-1 0,1 0,-1 0,0 1,0 0,-1 1,1-1,-1 1,-1 0,1 1,-1 0,-1-1,0 2,0-1,0 0,-1 1,0-1,-1 1,0 0,0 0,-1 0,0 0,0 0,-1 1,-1 5,-29 99,30-112,0 0,0 0,0 0,1 0,-1 0,0 0,1 0,0 0,-1 0,1 0,0 0,0-1,0 1,0 0,0 0,1-1,-1 1,0-1,1 1,-1-1,1 1,-1-1,1 0,0 0,0 0,-1 0,1 0,0 0,0 0,0-1,0 1,0-1,0 1,0-1,0 0,2 0,77-2,-53-2,0-2,0-1,-1-1,0-2,-1 0,1-2,-2-1,21-14,-41 25,-1 0,1-1,-1 1,0-1,0 0,0 0,-1-1,1 1,-1-1,0 0,0 0,0 0,0 0,-1 0,1 0,-1-1,0 1,-1-1,1 0,-1 1,0-1,0 0,0 0,-1 0,1 0,-1 0,-1 0,1 0,-1 0,1 0,-2 1,0-4,0 2,-1 1,1 0,-1-1,-1 1,1 0,-1 0,0 1,0-1,0 1,-1 0,1 0,-1 0,0 1,0 0,-1 0,1 0,-1 0,1 1,-1 0,0 0,0 1,0-1,1 1,-2 1,1-1,0 1,0 0,0 0,0 1,0-1,0 1,0 1,0-1,1 1,-1 0,0 1,1-1,-1 1,-2 5,1 0,0 0,1 0,0 1,0 0,0 0,1 1,1-1,0 1,0 0,1 0,0 1,0-1,1 1,1-1,0 1,1 0,-1-1,2 1,0 4,0-12,-1 1,1 0,0 0,1-1,-1 1,0-1,1 1,0-1,0 0,0 1,0-1,1 0,-1 0,1-1,-1 1,1 0,0-1,0 0,1 1,-1-1,0-1,1 1,-1 0,1-1,-1 0,1 0,0 0,-1 0,1 0,0-1,0 1,0-1,-1 0,1-1,0 1,0-1,0 1,-1-1,2 0,4-3,1 0,-1 0,0-1,0-1,0 1,-1-1,1-1,-2 1,1-1,-1-1,0 1,0-1,-1-1,0 1,0-1,-1 0,-1 0,1-1,-1 1,-1-1,0 0,0 0,-1 0,0 0,-1-1,0 1,-1 0,0-1,-1-6,-4 78,5-56,0-1,0 1,1 0,-1-1,1 1,0-1,0 1,1-1,-1 1,1-1,0 0,0 0,1 0,-1 0,1 0,0 0,0-1,0 1,0-1,1 0,-1 0,1 0,0-1,0 1,0-1,0 0,0 0,0 0,1 0,-1-1,1 0,-1 0,1 0,-1 0,1-1,2 0,22-5,-2-3</inkml:trace>
  <inkml:trace contextRef="#ctx0" brushRef="#br0" timeOffset="-1064.108">1790 776,'-18'104,"17"-100,1 1,0-1,1 0,-1 0,1 1,0-1,0 0,0 0,0 0,1 0,-1 0,1 0,0-1,1 1,-1 0,0-1,1 0,0 1,0-1,0 0,0-1,1 1,0 0,8 3,1-2,-1 1,1-2,0 0,1 0,-1-1,0-1,1 0,-1-1,1 0,-1-1,0-1,1 0,-1-1,4-1,-9 2,1 0,-1 0,1-1,-1 0,0 0,0-1,0 0,0-1,-1 0,0 0,0 0,0-1,-1 0,1 0,-2-1,1 1,-1-2,0 1,0 0,-1-1,0 0,0 0,-1 0,0 0,0-1,-1 1,0-3,0 3,0 0,-1 0,0 0,-1 0,1 0,-2 0,1 0,-1 0,0 0,-1 0,0 0,-1-2,-5 25,2 190,16-23,13 50,8 111,-31-326,2-4,-1 1,-1 0,0 0,-1 0,0 0,-1 0,-1 0,0 0,-1-1,-4 9,8-20,-1 0,0 0,0 0,0 0,-1-1,1 1,0-1,0 1,-1 0,1-1,-1 0,0 1,1-1,-1 0,0 0,0 0,0 0,1 0,-1-1,0 1,0 0,0-1,0 0,-1 1,1-1,0 0,0 0,0 0,0 0,0-1,0 1,0 0,0-1,-2 0,-61-42,38 15,1-2,2-1,1-1,2-1,1-1,1-1,2-1,-10-30,23 58,0 1,0-1,1 0,0 0,0 0,1-1,0 1,1 0,0-1,0 1,1-1,0 0,0 1,1-1,0 1,1-1,0 1,0 0,0 0,1 0,1 0,-1 0,1 0,3-3,7 0,0 0,1 1,0 1,1 0,0 1,0 1,1 1,0 0,14-3,-13 4,61-20</inkml:trace>
  <inkml:trace contextRef="#ctx0" brushRef="#br0" timeOffset="23163.857">1054 5656,'-2'0,"1"0,6 0,6-3,9 0,7-2,8 0,7 0,6 2,4 0,4 2,2-2,-9 0</inkml:trace>
  <inkml:trace contextRef="#ctx0" brushRef="#br0" timeOffset="23501.892">2151 5535,'9'0,"8"0,7 0,7 0,5-2,5-1,3-2,2-1,1 2,-7 0</inkml:trace>
  <inkml:trace contextRef="#ctx0" brushRef="#br0" timeOffset="23825.678">3153 5521,'5'3,"5"0,4 0,7-3,3-4,5-3,5-1,3 2,2 1,3 1,2 3,0 0,-8 0</inkml:trace>
  <inkml:trace contextRef="#ctx0" brushRef="#br1" timeOffset="9982.283">3996 1952,'-9'6,"1"-1,0 2,1-1,-1 1,1 0,1 1,-1 0,1 0,1 0,-1 1,1 0,1 0,0 0,0 0,1 1,0-1,0 1,1 0,1 0,-1 0,2 0,-1 0,2 0,-1 0,1 0,1 0,-1 0,2 0,0 0,0-1,0 1,1-1,5 9,-5-13,0 0,0 0,1 0,-1 0,1-1,0 1,1-1,-1 0,1-1,-1 0,1 1,0-2,0 1,1-1,-1 0,0 0,1-1,-1 0,1 0,-1 0,1-1,0 0,-1 0,1-1,-1 1,1-2,-1 1,1-1,-1 0,0 0,0 0,0-1,0 0,0-1,0 1,-1-1,0 0,0 0,0-1,0 1,-1-1,1 0,-1-1,0 1,1-5,-1 0,0-1,0 0,-1 1,0-1,-1 0,0-1,-1 1,0 0,-1 0,0-1,-1 1,0 0,-1 0,0 0,0 0,-1 0,-1 0,0 1,-1-1,0 1,0 0,-1 1,0-1,-1 1,0 0,0 1,-4-4,8 9,0 0,0 0,0 0,0 1,0-1,-1 1,1 0,-1 0,1 0,-1 0,0 1,0 0,0-1,0 1,0 1,0-1,0 1,0-1,0 1,0 0,0 0,0 1,0-1,0 1,0 0,0 0,0 1,0-1,0 1,1-1,-4 3,-3 6,1 0,0 0,1 1,0 0,1 1,0 0,1 0,0 0,0 1,2 0,0 0,0 0,1 1,1-1,0 1,0 11,-3 21</inkml:trace>
  <inkml:trace contextRef="#ctx0" brushRef="#br1" timeOffset="10366.393">4344 2246,'-1'6,"0"-1,1 1,0-1,0 1,0-1,1 1,0-1,0 1,0-1,0 1,1-1,0 0,1 0,-1 0,1 0,0 0,0-1,0 1,0-1,1 0,0 0,0 0,0 0,0-1,1 1,0-1,-1 0,1-1,0 1,0-1,0 0,1 0,-1-1,0 1,1-1,3 0,-3-1,0 0,1-1,-1 0,0 0,0 0,0-1,0 1,0-2,0 1,0-1,-1 0,1 0,-1 0,0-1,0 0,0 0,0 0,-1 0,1-1,-1 0,0 0,-1 0,1 0,-1-1,1-2,1-2,0 0,-1 0,0 0,-1 0,0-1,-1 0,0 1,0-1,-1 0,-1 0,0 0,0 0,-1 1,-1-8,0 7,-1 0,0 1,0-1,-1 1,0 0,-1 0,0 1,-1-1,0 1,0 0,-1 0,0 1,-1 0,1 0,-1 1,-1 0,0 1,0-1,0 2,-1-1,-3-1,9 6,0 0,0 1,0-1,0 1,0 0,0 0,0 0,0 1,0-1,0 1,0 0,1 0,-1 0,0 0,0 1,1 0,-1 0,1 0,0 0,-1 0,1 1,0-1,0 1,0 0,1 0,-1 0,0 2,-5 5,1 0,1 0,0 1,1 0,0 1,0-1,1 1,0 3,-5 23</inkml:trace>
  <inkml:trace contextRef="#ctx0" brushRef="#br1" timeOffset="11514.487">3983 2915,'-10'10,"2"1,-1 0,1 0,1 1,0 0,1 0,0 0,1 1,0 0,1 0,0 0,1 1,1-1,0 1,1 0,0 0,1 8,1-19,-1 0,1 0,0 0,0-1,0 1,0 0,0-1,0 1,1-1,0 1,-1-1,1 0,0 1,0-1,0 0,0 0,0 0,1-1,-1 1,0-1,1 1,-1-1,1 0,0 0,-1 0,1 0,0 0,0 0,0-1,2 1,1-1,1 0,0 0,-1 0,1-1,-1 0,1 0,-1 0,1-1,-1 0,0-1,0 1,0-1,0 0,2-1,-1 0,0-1,0 0,0 0,0 0,-1-1,0 0,0-1,-1 1,0-1,0 0,0 0,-1 0,0-1,0 0,-1 1,0-1,-1-1,1 1,-2 0,1-1,-1 1,0 0,-1-1,0 1,0-1,-1 1,0-1,-1 1,0-1,0 1,0 0,-1 0,0 0,-1 0,0 1,0 0,-1-1,-4-5,6 9,0 1,0-1,-1 0,1 1,-1-1,0 1,0 0,0 1,0-1,-1 1,1-1,0 1,-1 1,0-1,1 0,-1 1,0 0,0 0,0 1,0 0,0-1,0 1,0 1,0-1,1 1,-1 0,0 0,0 0,0 1,1 0,-1 0,1 0,0 0,-1 1,1-1,0 1,0 0,1 1,-1-1,-2 3,2 0,1 1,-1-1,1 1,1 0,-1 0,1 0,0 0,1 1,0-1,0 0,1 1,-1-1,1 1,1-1,0 2,5 29</inkml:trace>
  <inkml:trace contextRef="#ctx0" brushRef="#br1" timeOffset="11813.4">4370 3115,'4'-13,"9"-31,-1 0,-2-1,-3 0,-1-2,-2-50,11 126,2 32,-2 0,-2 2,-1 25,-7-33</inkml:trace>
  <inkml:trace contextRef="#ctx0" brushRef="#br1" timeOffset="13201.912">4157 3997,'11'-167,"-5"128,-2-1,-2 0,-2 0,-2 1,-6-40,1 55,7 24,0 1,0-1,0 0,0 1,0-1,0 0,0 0,0 1,0-1,0 0,0 1,-1-1,1 0,0 1,0-1,0 0,-1 0,1 1,0-1,0 0,0 0,-1 0,1 1,0-1,0 0,-1 0,1 0,0 0,-1 1,1-1,0 0,-1 0,1 0,0 0,-1 0,1 0,0 0,0 0,-1 0,1 0,0 0,-1 0,1 0,0 0,-1 0,1 0,0-1,-1 1,1 0,0 0,0 0,-1 0,1-1,0 1,0 0,-1 0,1-1,0 1,-7 35,2 0,1 1,2-1,2 9,-1-14,-2 177,3-154</inkml:trace>
  <inkml:trace contextRef="#ctx0" brushRef="#br1" timeOffset="13484.046">4451 3797,'0'-324,"4"442,6-1,25 111,-27-181</inkml:trace>
  <inkml:trace contextRef="#ctx0" brushRef="#br1" timeOffset="47115.914">4223 7046,'120'-360,"-103"318,-14 47,-21 186,12-144,3 0,2 0,2 0,2 0,3 0,4 18,3-16</inkml:trace>
  <inkml:trace contextRef="#ctx0" brushRef="#br1" timeOffset="47529.085">4851 6939,'21'-175,"-20"170,2-13,0 0,1 0,0 1,2-1,0 1,1 0,2-1,-9 18,0 0,-1 1,1-1,0 0,0 1,0-1,0 0,0 1,0-1,0 0,0 1,0-1,1 0,-1 1,0-1,0 0,0 1,0-1,0 0,1 1,-1-1,0 0,0 0,0 1,1-1,-1 0,0 0,0 1,1-1,-1 0,0 0,1 0,-1 1,0-1,1 0,-1 0,0 0,1 0,-1 0,0 0,1 0,-1 0,0 0,1 0,-1 0,0 0,1 0,-1 0,0 0,1 0,-1 0,0 0,1-1,-1 1,0 0,1 0,-1 0,0 0,0-1,1 1,-1 0,-8 148,0-44,4 0,8 63,1-112</inkml:trace>
  <inkml:trace contextRef="#ctx0" brushRef="#br1" timeOffset="48900.592">4397 7821,'-9'3,"-1"0,1 0,0 1,0 0,0 0,1 1,-1 0,1 1,0 0,1 0,0 1,0 0,0 0,1 0,0 1,0 0,1 0,0 1,0-1,1 1,0 0,1 1,0-1,0 0,1 1,0 0,1-1,0 1,0 0,1 0,1 0,-1-1,2 1,-1 0,1-1,1 1,0-1,0 0,5 9,-3-10,0 0,1-1,0 0,1 0,-1-1,1 1,1-1,-1-1,1 1,0-2,0 1,0-1,1 0,0 0,0-1,0-1,0 1,0-1,5 0,-8-1,0 0,1 0,-1-1,0 0,0 0,0-1,1 1,-1-1,0-1,0 1,0-1,0 0,0 0,-1-1,1 0,-1 0,1 0,-1 0,0-1,0 0,-1 0,1 0,-1-1,0 0,0 0,0 0,-1 0,0 0,2-4,0-6,0 0,-1 0,-1-1,0 1,-2-1,1 1,-2-1,0 0,-1 0,0 1,-2-1,0 1,0-1,-1 1,-1 0,-1 1,0-1,-1 1,0 0,-1 0,-1 1,0 0,-1 1,0 0,-1 1,0 0,-1 0,0 1,-6-3,15 11,0 0,0 0,0 0,-1 1,1-1,-1 1,1 0,-1 0,1 0,-1 0,0 0,0 1,1 0,-1 0,0 0,1 0,-1 1,0-1,0 1,1 0,-1 0,1 0,-1 1,1-1,0 1,-1 0,1 0,0 0,0 0,0 0,0 1,1-1,-1 1,1 0,-1 0,1 0,0 0,0 0,-5 11,0 0,0 0,2 1,0-1,0 1,1 1,1-1,1 0,0 1,1-1,1 1,0-1,2 11,3 30</inkml:trace>
  <inkml:trace contextRef="#ctx0" brushRef="#br1" timeOffset="49267.971">4811 8062,'61'-336,"-53"263,-1 111,5 48,-4 0,-3 1,-4-1,-5 1,-9 57,6-72</inkml:trace>
  <inkml:trace contextRef="#ctx0" brushRef="#br1" timeOffset="53980.224">4503 8931,'0'-3,"-1"1,1-1,-1 1,0-1,0 1,0-1,0 1,0-1,0 1,-1 0,1 0,-1 0,0 0,1 0,-1 0,0 0,0 0,0 1,0-1,-1 1,1-1,0 1,-1 0,1 0,-1 0,1 0,-1 1,1-1,-1 1,0-1,1 1,-1 0,1 0,-1 0,0 0,1 1,-1-1,0 1,1 0,-1-1,1 1,0 0,-1 0,1 1,0-1,-1 0,1 1,-8 9,1-1,1 1,0 1,1 0,0 0,1 0,0 1,1-1,0 2,1-1,0 0,1 1,1 0,0-1,1 1,1 0,0 10,0-14,0-1,0 1,1 0,1 0,-1-1,2 1,-1-1,1 0,1 0,-1 0,2 0,-1 0,1-1,1 0,-1 0,1 0,1-1,-1 1,1-2,0 1,1-1,0 0,0 0,0-1,0 0,1-1,0 0,0 0,0-1,1 0,-1-1,1 0,-1 0,1-1,7 0,-11-1,-1-1,0 0,0 0,0-1,0 0,0 0,0 0,0 0,-1 0,1-1,-1 0,1 0,-1-1,0 1,0-1,-1 1,1-1,-1-1,0 1,0 0,0-1,-1 1,1-1,-1 0,0 0,0-1,4-13,-1 0,0 0,-2-1,0 1,-2-1,0-9,2-12,-2 1,-1-1,-3 0,-1 1,-2 0,-1 0,-9-22,16 59,0 0,0 1,-1-1,1 1,-1-1,0 1,0-1,0 1,0-1,0 1,0 0,-1-1,1 1,-1 0,1 0,-1 0,0 0,0 0,0 1,0-1,0 0,0 1,-1 0,1-1,0 1,-1 0,1 0,-1 0,1 1,-1-1,1 0,-1 1,0 0,1 0,-1 0,1 0,-1 0,0 0,1 1,-1-1,1 1,-1 0,0 0,-7 7,1 1,0 0,1 0,0 1,1 0,0 1,0 0,1 0,0 0,1 1,-2 6,-1 2,0-1,1 1,1 0,1 1,1 0,1-1,0 1,2 0,1 0,0 1,2 8,7 17</inkml:trace>
  <inkml:trace contextRef="#ctx0" brushRef="#br1" timeOffset="54383.782">4891 9038,'-4'12,"1"1,0 0,1-1,0 1,1 0,0 0,1 0,1 0,0 0,1 3,-1-10,0-1,0 1,1-1,0 0,0 0,0 0,0 0,1 0,0 0,0-1,0 1,1-1,-1 0,1 0,0 0,0-1,1 1,-1-1,1 0,-1 0,1-1,0 1,0-1,0 0,2 0,-3-1,1 0,-1 0,1-1,-1 1,1-1,-1 0,1-1,-1 1,1-1,-1 0,1 0,-1 0,0-1,1 1,-1-1,0 0,0 0,0-1,0 1,-1-1,4-2,60-76,-59 67,-1 0,0 0,-1-1,-1 0,-1 0,0 0,-1-1,0 1,-1-1,-1 0,-1 1,-1-13,1 19,-1 0,0 1,0-1,-1 0,0 0,-1 1,0-1,0 1,-1 0,0 0,-1 0,0 0,0 1,0 0,-1 0,0 0,0 1,-1 0,0 0,0 0,0 1,-7-3,8 5,0 0,0 1,0 0,-1 0,1 0,0 1,-1 0,0 0,1 1,-1 0,1 0,-1 1,0-1,1 1,0 1,-1-1,1 1,0 0,-1 1,1 0,0 0,1 0,-1 0,1 1,-5 3,-2 3,1 0,0 0,1 1,0 1,0-1,1 2,1-1,0 1,1 0,-5 13,-22 99,27-73</inkml:trace>
  <inkml:trace contextRef="#ctx0" brushRef="#br1" timeOffset="15285.528">4063 4773,'-7'17,"1"1,1-1,1 1,1 0,0 0,1 0,1 14,1-27,0 0,0 1,0-1,1 0,0 0,0 0,1 1,-1-1,1-1,0 1,1 0,-1 0,1-1,0 1,0-1,0 0,1 0,-1 0,1 0,0-1,0 1,0-1,1 0,-1 0,1-1,-1 1,1-1,2 0,-4 0,1-1,-1 0,1 0,0 0,0-1,-1 1,1-1,0 0,0 0,-1 0,1-1,0 1,-1-1,1 0,0 0,-1 0,1 0,-1-1,1 1,-1-1,0 0,0 0,0 0,0-1,0 1,0-1,-1 1,1-1,-1 0,1 0,-1 0,0 0,0-1,7-16,0 1,-1-1,-1-1,-1 1,-1-1,-1 0,-1-1,-1 1,0 0,-2-1,-1-13,1 26,0 0,-1 0,0 0,0 0,-1 0,0 0,0 0,-1 1,0-1,-1 1,0 0,0 0,-1 0,0 0,0 1,-1 0,0 0,0 1,-1-1,-3-1,8 6,0 1,0 0,-1 0,1 0,-1 0,1 0,-1 0,1 1,-1-1,1 1,-1 0,0 0,1 0,-1 0,1 0,-1 0,1 1,-1-1,1 1,-1 0,1 0,-1 0,1 0,0 0,-1 0,1 1,0-1,0 1,0-1,0 1,0 0,0 0,1 0,-2 2,-41 81,39-64,0 0,1 1,1 0,2-1,0 1,1 0,2 14,5 19</inkml:trace>
  <inkml:trace contextRef="#ctx0" brushRef="#br1" timeOffset="16019.564">4544 4733,'-9'193,"9"-186,0 0,1-1,0 1,0-1,1 1,-1-1,2 1,-1-1,0 0,1 0,0 0,1 0,-1-1,1 1,0-1,1 0,-1 0,1-1,0 1,0-1,1 0,-1 0,1-1,-1 1,1-1,0-1,1 1,-1-1,0 0,1 0,-1-1,1 0,-1 0,5 0,0-3,0 1,0-2,0 1,0-2,0 1,-1-1,0-1,0 0,0 0,-1-1,1 0,-1-1,-1 0,1 0,-1-1,0 0,-1 0,0-1,-1 0,1-1,-2 1,1-1,-1 0,-1 0,0-1,0 1,-1-1,-1 0,1 0,-2 0,0 0,0 0,-1 0,0 0,-1-1,-1-5,0 6,-1 1,0-1,0 1,-1 0,-1 0,0 0,0 1,0 0,-1 0,-1 0,0 0,0 1,0 0,-1 1,0 0,-1 0,0 1,0 0,0 0,-1 1,1 0,-1 1,0 0,-1 0,1 1,-7 0,11 3,0 0,0 0,0 1,0 0,0 1,0-1,1 1,-1 0,1 0,-1 1,1 0,0 0,0 0,0 0,0 1,0 0,1 0,0 0,0 1,0-1,0 1,1 0,0 0,0 0,0 0,0 1,-1 4,-4 12,0 0,1 0,2 1,0 0,1 0,0 11,-1 32</inkml:trace>
  <inkml:trace contextRef="#ctx0" brushRef="#br0" timeOffset="24121.958">4423 5495,'5'-2,"6"-1,5-2,5-3,3 0,5 0,1 0,3 2,3 3,4 0,4 0,2 0,2 0,-8 1</inkml:trace>
  <inkml:trace contextRef="#ctx0" brushRef="#br0" timeOffset="24364.057">5279 5375,'14'2,"13"1,11 0,11-3,11-4,10-3,10-1,5-1,1 1,-13 2</inkml:trace>
  <inkml:trace contextRef="#ctx0" brushRef="#br1" timeOffset="45713.49">4209 5963,'-1'-1,"0"0,0 0,0 0,0 0,0 1,0-1,0 0,0 1,0-1,-1 1,1-1,0 1,0-1,-1 1,1 0,0 0,-1 0,1 0,0 0,-1 0,1 0,0 0,-1 0,1 0,0 1,0-1,-1 1,1-1,0 1,0-1,0 1,-1 0,-7 4,1 1,0 0,0 0,1 1,0 0,0 0,0 0,1 1,0 0,1 0,-1 1,2 0,-1-1,1 2,1-1,-2 7,3-10,0 0,1 1,0-1,1 1,-1-1,1 1,0-1,1 1,0-1,0 0,0 1,0-1,1 0,0 0,1 1,0-2,-1 1,2 0,-1-1,1 1,0-1,0 0,0 0,1-1,-1 1,1-1,4 3,3 1,0 0,0 0,0-1,1-1,0 0,1-1,-1-1,1 0,0 0,0-1,0-1,3 0,-10-1,-1 0,1-1,0 1,0-1,0 0,0-1,-1 0,1 0,0 0,-1-1,1 0,0 0,-1-1,0 1,0-2,0 1,0-1,0 1,-1-1,0-1,1 1,-2-1,1 0,2-3,-1-8,0 0,-1-1,-1 0,-1 1,0-1,-1-1,-1 1,0 0,-2 0,0 0,-1 0,0-1,-1 2,-1-1,-5-11,5 10,-2 1,0-1,0 1,-2 1,0 0,-6-8,12 20,-1 0,0 0,0 1,0-1,0 1,0-1,-1 1,0 0,0 1,1-1,-1 1,-1-1,1 1,0 0,-1 1,1-1,-1 1,1 0,-1 0,0 0,1 0,-1 1,0 0,1 0,-1 1,0-1,0 1,-8 3,1 1,1 0,-1 1,1 0,0 1,0 0,1 1,0 0,0 1,1 0,0 0,0 1,1 0,1 1,-1-1,2 2,0-1,-5 11,7-15,1 0,-1 1,1-1,1 1,-1-1,1 1,1 0,-1 0,1 0,1 0,-1 0,1 0,1 0,0 0,0 0,0 0,1 0,0 0,1-1,-1 1,2-1,-1 1,2 1,25 24,2-7</inkml:trace>
  <inkml:trace contextRef="#ctx0" brushRef="#br1" timeOffset="46200.348">4825 5922,'-4'2,"0"0,0 0,1 0,-1 1,1-1,-1 1,1 0,0 0,0 0,0 0,1 0,-1 1,1-1,0 1,0 0,0 0,0-1,1 1,-1 0,1 0,0 1,0-1,1 0,-1 0,1 0,0 2,-2 4,1 0,0 1,1-1,0 0,1 1,0-1,0 0,1 0,1 1,-1-1,2-1,1 5,-3-10,0 1,0-1,0 0,0 0,1-1,-1 1,1 0,0-1,1 0,-1 0,0 0,1 0,0 0,-1 0,1-1,0 0,1 0,-1 0,0 0,0-1,1 0,-1 0,1 0,-1 0,1-1,-1 1,1-1,0 0,0-1,4-2,-1 0,1-1,-1 1,0-2,0 1,-1-1,1-1,-1 1,0-1,0 0,-1-1,0 0,0 0,-1 0,1-1,-2 1,1-1,-1-1,0 1,-1 0,0-1,0 0,-1 0,1-2,1-5,0-1,-1 0,-1-1,0 1,-1 0,-1-1,-1 1,0 0,-4-16,4 25,-1 1,0 0,0-1,-1 1,1 0,-2 1,1-1,-1 0,0 1,0 0,-1 0,1 0,-1 0,-1 1,1 0,-1 0,0 0,0 1,0 0,-1 0,0 1,1-1,-7-1,6 4,0 0,-1 0,1 1,0 0,-1 0,1 1,0 0,-1 0,1 1,0 0,0 0,0 1,1-1,-1 1,1 1,-1-1,1 1,0 1,0-1,1 1,-1 0,1 0,0 0,0 1,1 0,0 0,0 0,0 0,1 1,0-1,0 1,0 0,1 0,0 0,1 0,-1 3,-12 111,17-66</inkml:trace>
  <inkml:trace contextRef="#ctx0" brushRef="#br1" timeOffset="60345.588">5239 4840,'23'3,"-1"2,1 0,-1 1,0 1,0 1,-1 2,13 7,-18-10,22 11,0 1,-2 2,0 2,-2 1,0 2,-2 1,-1 2,-1 1,-2 1,-1 1,-1 2,-2 0,12 25,-24-30,-1 0,-2 1,-1 0,-1 1,-2-1,-1 1,-1 1,-2-1,-1 0,-1 0,-2 0,-1 0,-4 10,7-27,0-1,-1 1,-1-1,-1 1,1-1,-2 0,0 0,0-1,-2 1,1-1,-1-1,-1 1,0-1,-1-1,0 1,-1-1,1-1,-2 0,0 0,0-1,0-1,-1 0,0 0,0-1,-2 0,-8-1,-1-1,1-1,-1 0,0-2,0-1,-17-2,-47 2,83 0,0 1,-1 0,1 1,0-1,0 1,0 0,0 0,0 0,0 0,1 1,-1-1,1 1,-1 0,1 0,0 0,0 1,0-1,-1 4,-30 26,23-21,17-14</inkml:trace>
  <inkml:trace contextRef="#ctx0" brushRef="#br1" timeOffset="60862.654">5492 5909,'-10'7,"0"0,0 0,1 1,0 0,0 0,1 1,-7 9,-12 12,-62 52,89-82,0 0,0 1,0-1,0 0,0 0,0 1,0-1,-1 1,2-1,-1 0,0 1,0-1,0 0,0 0,0 1,0-1,0 0,0 1,0-1,1 0,-1 1,0-1,0 0,0 0,1 1,-1-1,0 0,0 0,1 1,-1-1,0 0,0 0,1 0,-1 0,0 1,1-1,-1 0,0 0,1 0,-1 0,0 0,1 0,-1 0,0 0,1 0,-1 0,0 0,1 0,-1 0,0 0,0 0,1 0,-1 0,0-1,1 1,-1 0,0 0,1 0,-1 0,0-1,0 1,1 0,-1 0,0-1,2 1,60-1,-37-1,0 1,0 1,0 1,0 2,0 0,0 2,0 0,-1 2,20 8,44 25,-88-39,1-1,0 0,-1 0,1 0,0 0,0 1,-1-1,1 0,0 0,0-1,-1 1,1 0,0 0,0 0,-1 0,1-1,0 1,-1 0,1-1,0 1,-1 0,1-1,0 1,-1-1,1 1,-1-1,1 1,-1-1,1 1,-1-1,1 0,-1 1,0-1,1 0,-1 1,0-1,0 0,1 0,-1 1,0-1,0 0,0 0,0 1,0-1,0 0,0 0,0 1,0-1,0 0,-1 0,-4-41,-1 24,-1 1,-1 0,-1 0,0 1,-2 0,1 1,-2 0,0 1,-1 0,0 1,-1 0,0 1,-1 1,0 0,-3-10,17 13</inkml:trace>
  <inkml:trace contextRef="#ctx0" brushRef="#br1" timeOffset="61801.27">5145 4773,'-8'-3,"8"2,0 1,0-1,-1 1,1-1,0 1,-1-1,1 1,-1-1,1 1,0 0,-1-1,1 1,-1 0,1-1,-1 1,1 0,-1 0,1-1,-1 1,1 0,-1 0,0 0,1 0,-1 0,1 0,-1 0,1 0,-1 0,1 0,-1 0,0 0,1 0,-1 0,1 0,-1 1,1-1,-1 0,1 0,-1 1,1-1,-1 0,1 1,-1-1,1 0,0 1,-1-1,1 1,0-1,-1 1,1-1,0 1,-1-1,1 1,0-1,0 1,-1 0,4 8,0 0,0 0,0 0,1-1,0 1,1-1,0 0,0 0,6 5,-8-9,114 150,-117-154,0 1,0-1,0 0,0 1,1-1,-1 0,0 1,0-1,0 0,0 1,1-1,-1 0,0 0,0 1,1-1,-1 0,0 0,1 0,-1 1,0-1,1 0,-1 0,0 0,1 0,-1 0,0 0,1 0,-1 1,0-1,1 0,-1 0,0 0,1 0,-1-1,0 1,1 0,-1 0,1 0,-1 0,0 0,0 0,1 0,-1-1,0 1,1 0,-1 0,0 0,1-1,-1 1,0 0,0-1,0 1,1 0,-1 0,0-1,0 1,0 0,0-1,1 1,-1 0,0-1,0 1,0 0,0-1,0 1,0 0,0-1,0 1,0-1,0 1,0-28,0 28,-5-28,-1 0,-2 1,0 0,-2 0,-1 1,-1 1,-1-1,-1 2,-4-4,-16-20,67 58,0-1,1-1,0-2,0-1,1-2,-1-2,14-1,66-4,-113 4,-1 0,1 0,0 0,0 0,-1 0,1 0,0 0,-1 0,1 0,0 0,-1 0,1 0,0 0,0 1,-1-1,1 0,0 0,-1 1,1-1,-1 0,1 1,-1-1,1 1,0-1,-1 1,1-1,-1 1,0-1,1 1,-1 0,1-1,-1 1,0 0,0-1,1 1,-1 0,0-1,0 1,0 0,0-1,0 1,0 0,0-1,0 1,0 0,0 0,0-1,0 1,0 0,0-1,-1 1,1 0,0-1,-1 1,-26 37,23-33,-44 49,15-18,2 0,2 2,-20 34,26-6,25-47</inkml:trace>
  <inkml:trace contextRef="#ctx0" brushRef="#br1" timeOffset="64818.736">4838 2019,'2'5,"0"0,0 1,0-1,1 0,0-1,0 1,1 0,-1-1,1 0,0 0,0 0,1 0,-1-1,1 1,-1-1,1 0,0 0,0-1,0 0,1 0,-1 0,1 0,3 0,-1 1,203 72,-143-54,-1 3,-1 2,-1 4,15 11,12 22,-3 3,-4 5,40 43,18 14,190 131,-253-199,-13-8,-1 2,-3 4,-3 2,-3 3,-2 3,43 67,215 362,-269-426,-3 1,-4 3,-2 0,-4 3,-3 0,-4 2,7 43,0 75,-10 2,-8 0,-11 161,-8-264,-3 0,-5-1,-3 0,-5-1,-17 40,-238 709,151-518,-90 151,147-341,-6-3,-6-4,-5-4,-97 107,148-192,-1-2,-3-1,0-2,-2-2,-2-1,-11 4,8-5,-1-2,-2-2,0-3,-1-1,-1-3,-1-2,-1-2,-25 2,-64 12,142-28,-1 0,1 1,-1-1,1 0,-1 0,0 0,1 1,-1-1,1 0,-1 0,0 0,1 0,-1 0,0 0,1 0,-1 0,1 0,-1 0,0 0,1-1,-1 1,0 0,1 0,-1-1,1 1,-1 0,1-1,-1 1,1 0,-1-1,1 1,-1-1,1 1,0-1,-1 1,1-1,0 1,-1-1,1 1,0-1,-1 0,1 1,0-1,0 1,0-1,0 0,0 1,0-1,0 1,0-1,0 0,0 1,0-1,0 0,0 1,0-1,19-38,-15 33,186-297,-120 207,-70 95,0 1,1-1,-1 1,0-1,0 1,1 0,-1-1,0 1,0-1,1 1,-1 0,1-1,-1 1,0 0,1 0,-1-1,1 1,-1 0,0 0,1-1,-1 1,1 0,-1 0,1 0,-1 0,1 0,-1 0,1 0,-1 0,1 0,-1 0,1 0,-1 0,1 0,-1 0,1 0,-1 1,1-1,-1 0,0 0,1 1,-1-1,1 0,-1 0,0 1,1-1,-1 0,0 1,1-1,-1 1,0-1,1 0,-1 1,0-1,0 1,0-1,1 1,-1-1,0 1,0-1,0 1,0-1,0 1,0-1,0 1,0-1,0 1,0-1,0 1,0-1,-3 40,3-38,-3 9,-1 0,-1 0,1 0,-2-1,0 0,0 0,-1 0,0-1,0 0,-1 0,0-1,-1 0,-4 3,-6 7,-29 30,15-18,2 2,1 2,-20 29,29-19,21-43,-1 0,1 0,0-1,0 1,0 0,-1 0,1 0,0 0,0 0,0 0,0 0,1-1,-1 1,0 0,0 0,0 0,1 0,-1 0,0-1,1 1,-1 0,1 0,-1 0,1-1,-1 1,1 0,0-1,-1 1,1-1,0 1,-1 0,1-1,0 0,0 1,0-1,-1 1,1-1,0 0,0 0,0 1,0-1,0 0,0 0,0 0,-1 0,1 0,0 0,0 0,1 0,91-27,-76 26,-1 1,1 0,-1 1,1 0,-1 2,0 0,1 1,-1 0,10 5,9 1,16 5,0-2,1-3,1-2,23 0,-74-8,0 1,0-1,0 0,0 1,0-1,0 0,0 0,0-1,0 1,0 0,0-1,0 1,0-1,-1 1,1-1,0 0,0 0,0 0,-1 0,1 0,0 0,-1-1,1 1,-1-1,0 1,1-1,-1 1,0-1,0 0,0 1,0-1,0 0,0-1,-2-6,0 0,-1 0,0 0,0 0,-1 0,0 0,-1 1,0-1,0 1,-1 0,-4-7,1 3,-60-107,-79-104,94 167,52 56,0 1,0-1,0 0,0 0,0 1,0-1,0 1,0-1,1 1,-1-1,0 1,0 0,0-1,1 1,-1 0,0-1,0 1,1 0,-1 0,1 0,-1 0,1 0,-1 0,1 0,0 0,-1 0,1 0,0 0,0 0,0 0,-1 0,1 0,0 0,1 0,-1 0,0 0,0 0,0 0,1 0,-1 0,0 0,1 0,-1 0,1 0,-1 3,3 182,-2-184,-1-1,0 1,1 0,-1-1,0 1,0 0,0-1,0 1,-1-1,1 1,0 0,-1-1,1 1,-1-1,1 1,-1-1,0 1,0-1,0 1,0-1,0 0,0 1,0-1,0 0,0 0,0 0,-1 0,1 0,0 0,-1 0,1-1,-1 1,1 0,-1-1,1 1,-1-1,0 1,1-1,-1 0,0 0,1 0,-1 0,1 0,-1 0,0 0,0 0,-3-2,-1-1,0 1,1-1,0 0,-1 0,1-1,1 1,-1-1,0 0,1 0,0-1,-2-2,5 7,1 0,0 0,-1-1,1 1,0 0,-1 0,1 0,0 0,0-1,-1 1,1 0,0 0,0 0,0-1,-1 1,1 0,0 0,0-1,0 1,-1 0,1 0,0-1,0 1,0 0,0-1,0 1,0 0,0-1,0 1,0 0,0-1,0 1,0 0,0 0,0-1,0 1,0 0,0-1,0 1,0 0,1-1,-1 1,0 0,0 0,0-1,0 1,1 0,-1 0,0-1,0 1,0 0,1 0,-1 0,0-1,1 1,-1 0,0 0,0 0,1 0,-1 0,0 0,1 0,-1 0,0-1,1 1,-1 0,0 0,0 0,1 0,-1 1,23 4,-7 2</inkml:trace>
  <inkml:trace contextRef="#ctx0" brushRef="#br1" timeOffset="66281.221">4838 2153,'22'16,"22"16,1-1,2-3,0-2,45 18,-53-26,-18-1,-32-22,1 1,-1-2,1 1,1-1,-1-1,1 0,0 0,-6-7,-4-4,1-1,1-1,1-1,0 0,2-1,0 0,2-1,0 0,1-1,2-1,1 0,-4-15,6-8,39 62,-11-4,2-1,-1-1,1 0,0-2,1-1,-1-1,1-1,0-1,0-2,0 0,11-2,39 2,-74 0,0 0,0-1,0 1,1 0,-1 0,0 0,0 0,0 0,0 0,0 0,0 0,0 0,0 1,0-1,0 0,0 1,0-1,0 1,0-1,0 1,0-1,0 1,0-1,-1 1,1 0,0 0,0 0,-1-1,1 1,0 0,-1 0,1 0,-1 0,1 0,-1 0,0 0,1 0,-1 0,0 0,0 0,0 0,0 0,0 0,0 0,0 0,0 1,0-1,0 0,0 0,-1 0,1 0,0 0,-1 0,-57 93,32-60,4-3,2 0,1 2,1 0,2 0,2 2,-5 19,5-4</inkml:trace>
  <inkml:trace contextRef="#ctx0" brushRef="#br1" timeOffset="70016.597">2352 2340,'-24'45,"1"0,3 2,2 0,2 1,2 1,2 0,2 1,-1 31,10-73,-32 226,10 1,11 0,10 1,11 16,1-127,5 0,6-2,34 115,-54-236,2 16,1 0,1 1,1-2,0 1,2-1,0 0,0 0,2-1,0 0,1-1,0 0,2 0,6 5,-7-14,0-1,0 0,0-1,1 0,0-1,0 0,0-1,0-1,0 0,0-1,1 0,-1-1,0 0,0-1,0-1,8-2,-3 3,0-1,-1-1,1 0,-1-2,1 0,-2 0,1-2,-1 0,0-1,0 0,-1-2,-1 0,0 0,0-1,-1-1,-1 0,0-1,-1 0,4-7,7-23,-3-2,-1 1,-3-2,-2 0,-1-1,-3-1,2-33,13-153,-7-213,-16 303,-6 1,-7 0,-20-92,17 146,-3 1,-5 1,-3 1,-4 1,-4 1,-3 2,-4 2,-51-74,-9 41,95 108,0 1,-1 0,0 1,0 0,0 0,-1 0,1 1,-1 0,0 1,0-1,0 1,0 1,0 0,0 0,0 0,0 1,-3 1,-12 3,0 1,1 0,-1 2,2 1,-1 1,1 1,0 0,-13 10,23-12,0 0,0 0,1 1,0 0,1 1,0 0,0 0,1 1,1 0,0 1,0 0,1 0,0 0,-3 12,-2 13,1 0,2 1,1 0,0 25,-8 156,10 56,5-262,-1 166</inkml:trace>
  <inkml:trace contextRef="#ctx0" brushRef="#br1" timeOffset="71951.405">2432 7246,'10'-16,"8"-7,-1-2,-2 0,0 0,-2-2,0 0,-2 0,-2-1,0 0,0-9,15-217,-21 186,3 0,3 0,2 1,13-37,-14 74,0 1,2 1,1 0,2 0,0 2,2 0,2-2,1 17,-15 37,-2 381,58 167,17 84,-57-487,-7 2,-8-1,-8 10,3-151,-3-1,0 1,-2 0,-1-1,-1 0,-2 0,-1-1,-2 0,-10 20,14-39,-2 0,1-1,-1 0,-1 0,0-1,0 0,-1-1,1 0,-1-1,-1 0,1-1,-1 0,0-1,0 0,-1-1,1-1,-1 0,0 0,1-1,-1-1,0 0,1 0,-14-3,19 3,0 2,0-1,0 1,0 0,0 1,0-1,1 1,-1 1,1-1,0 1,0 0,0 0,1 1,-1 0,0 1,6-6,1 0,-1 0,0-1,1 1,-1 0,0 0,1 0,-1 0,0 0,1 0,-1 0,0 0,1 0,-1 0,0 0,1 0,-1 0,0 0,1 0,-1 0,0 1,1-1,-1 0,0 0,1 0,-1 0,0 1,0-1,1 0,-1 0,0 1,0-1,1 0,-1 0,0 1,0-1,0 0,0 1,1-1,-1 0,0 1,0-1,0 0,0 1,0-1,0 0,0 1,0-1,0 0,0 1,0-1,0 0,0 1,0-1,0 0,0 1,-1-1,1 0,0 1,0-1,0 0,197-38,-47 5,185-33,143 12,-461 51,-12 1,-8 1</inkml:trace>
  <inkml:trace contextRef="#ctx0" brushRef="#br1" timeOffset="91181.365">3822 4693,'33'-19,"28"-18,-2-2,52-44,-64 34,-47 49,0 0,-1 1,1-1,0 0,0 1,0-1,0 0,0 1,0-1,0 0,0 1,0-1,0 0,0 1,0-1,1 0,-1 0,0 1,0-1,0 0,0 1,0-1,1 0,-1 0,0 1,0-1,0 0,1 0,-1 0,0 1,0-1,1 0,-1 0,0 0,1 0,-1 1,0-1,1 0,-1 0,0 0,0 0,1 0,-1 0,0 0,1 0,-1 0,0 0,1 0,-1 0,0 0,1 0,-1 0,0-1,0 1,1 0,-1 0,0 0,1 0,-1 0,0-1,0 1,1 0,-1 0,0-1,0 1,0 0,1-1,-2 36,1-27,1 99,5 0,5-1,4 0,11 26,-20-119,-6-40,1-7,-1-144,-19-145,5 254,3 56,4 32,2 204,6-185,1 56,5 0,15 68,-18-144,-4-18,1 0,-1 0,0 0,0 0,0 0,0 0,0 0,0 0,1 0,-1 0,0 0,0 0,0 0,0 0,0 0,0 0,1 0,-1 0,0 0,0 0,0 0,0 0,0 0,1 0,-1 0,0 0,0 0,0 0,0 0,0 0,0 0,0 1,1-1,-1 0,0 0,1-201,-1 116,-3 0,-5 0,-11-51,6 98,7 40,1 50,4 431,1-457,11 102,-3-113,-3-24,-1-28,-5-67,-4-1,-5 1,-8-18,7 68,10 55,1-1,0 0,0 0,0 0,0 1,0-1,0 0,0 0,0 0,0 1,0-1,0 0,-1 0,1 0,0 0,0 1,0-1,0 0,0 0,-1 0,1 0,0 0,0 0,0 1,-1-1,1 0,0 0,0 0,0 0,-1 0,1 0,0 0,0 0,0 0,-1 0,1 0,0 0,0 0,0 0,-1 0,1 0,0 0,0 0,0-1,-1 1,1 0,0 0,0 0,0 0,-1 0,1 0,0-1,0 1,0 0,0 0,-5 23,-1 34,2 1,4 0,1-1,7 36,-6-71,1-1,1 1,1-1,0 0,2 0,1-1,0 0,2 2,-10-22,0 1,0-1,0 0,0 1,0-1,0 1,0-1,0 0,1 1,-1-1,0 0,0 1,0-1,0 0,0 1,1-1,-1 0,0 1,0-1,1 0,-1 1,0-1,0 0,1 0,-1 1,0-1,1 0,-1 0,0 0,1 1,-1-1,0 0,1 0,-1 0,1 0,-1 0,0 0,1 0,-1 0,0 0,1 0,-1 0,1 0,-1 0,0 0,1 0,-1 0,0 0,1-1,-1 1,0 0,1 0,-1 0,0-1,1 1,-1 0,0 0,1-1,-1 1,0 0,0-1,0 1,1 0,3-27,-13-95,7 96</inkml:trace>
  <inkml:trace contextRef="#ctx0" brushRef="#br1" timeOffset="93033.959">3902 5950,'9'-15,"0"0,1 1,1 0,0 1,0 0,2 1,1 0,3-6,272-270,-257 260,-28 33,-24 84,8 4,4 1,4 0,4 0,8 49,-2 42,-4-50,-3-224,1-7,-4 0,-4 0,-6-10,6 63,-2 1,-2 0,-1 0,-6-6,11 32,7 16,1 0,0 0,-1 0,1 0,-1 0,1 0,0 0,-1 0,1 0,-1 0,1 0,0 0,-1 1,1-1,-1 0,1 0,0 0,-1 0,1 1,0-1,-1 0,1 0,0 1,0-1,-1 0,1 1,0-1,0 0,-1 1,1-1,0 0,0 1,0-1,0 0,0 1,-1-1,1 1,0-1,0 0,0 1,0-1,0 1,0-1,0 0,0 1,0-1,1 1,-1-1,0 0,0 1,0-1,0 0,0 1,1-1,-1 0,-2 232,4-192,19 241,-9-235,-12-46,1 0,-1 0,1 0,-1 0,1 0,-1 1,1-1,-1 0,0 0,1 0,-1 0,1-1,-1 1,1 0,-1 0,1 0,-1 0,0 0,1 0,-1-1,1 1,-1 0,0 0,1-1,-1 1,1 0,-1-1,0 1,0 0,1-1,-1 1,0 0,1-1,-1 1,0-1,0 1,0 0,0-1,1 1,-1-1,0 1,0-1,0 1,0-1,0 1,0 0,0-1,0 1,0-1,31-167,8-256,-31 360,-8 64,0 0,0 0,0 0,1 1,-1-1,0 0,0 0,0 0,1 0,-1-1,0 1,0 0,0 0,1 0,-1 0,0 0,0 0,0 0,0 0,1 0,-1 0,0 0,0-1,0 1,0 0,0 0,1 0,-1 0,0 0,0-1,0 1,0 0,0 0,0 0,0-1,0 1,0 0,1 0,2 24,-3-21,40 598,-31-547,-9-54,0 0,0 0,1-1,-1 1,0 0,0 0,0 0,0 0,1 0,-1 0,0-1,0 1,0 0,1 0,-1 0,0 0,0 0,1 0,-1 0,0 0,0 0,0 0,1 0,-1 0,0 0,0 0,0 0,1 0,-1 0,0 0,0 1,0-1,1 0,-1 0,0 0,0 0,0 0,1 0,-1 1,0-1,0 0,0 0,0 0,0 0,0 1,1-1,-1 0,0 0,0 0,0 1,0-1,0 0,0 0,0 1,0-1,0 0,0 0,0 0,0 1,5-21,5-82,-5-1,-4-46,6-132,-3 264,-1 26,1 29,30 440,-33-457,0-6,-1-21,-1-60,-10-166,6 201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5:12.5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2937 2634,'15'-40,"-1"0,-3-1,-1 0,-1-1,-1-19,-8 169,3-3,5 0,5 3,-6-54</inkml:trace>
  <inkml:trace contextRef="#ctx0" brushRef="#br0" timeOffset="-1297.596">1707 2527,'-6'7,"0"0,1 0,0 1,0 0,0 0,1 1,1-1,-1 1,1 0,1 0,0 0,0 0,1 0,0 1,0-1,1 0,1 2,2-5,1 0,1 0,-1 0,1-1,0 0,0 0,0 0,1-1,0 0,0 0,0 0,0-1,1 0,-1 0,1 0,0-1,-1 0,1 0,0-1,1 0,-1 0,0-1,3 0,98 4,-103-4,0-1,-1 1,1-1,-1 0,1-1,-1 1,0-1,0 1,1-1,-1 0,0-1,-1 1,1-1,0 0,-1 0,1 0,-1 0,0-1,0 1,0-1,-1 0,1-1,-1 1,-1 0,1-1,-1 1,-1-1,1 0,-1 1,1-1,-1 0,-1 1,1-1,-1 1,1-1,-1 0,-1 1,1-1,-1 1,1 0,-1 0,0-1,-1 1,1 0,-64-76,59 73,-1 0,0 1,-1 0,0 0,1 1,-2 0,1 1,-9-3,15 5,0 1,0 1,-1-1,1 0,0 1,0 0,0 0,0 0,-1 0,1 0,0 0,0 1,0 0,0-1,-1 1,1 1,0-1,1 0,-1 1,0-1,0 1,1 0,-1 0,1 0,-1 0,1 0,0 1,0-1,0 1,0-1,-28 73,22-36</inkml:trace>
  <inkml:trace contextRef="#ctx0" brushRef="#br0" timeOffset="-359.058">2282 2554,'-6'4,"0"0,1 0,-1 0,1 1,0 0,0 0,1 0,-1 1,1-1,1 1,-1 0,1 0,0 1,0-1,1 1,-1-1,1 1,1 0,0 0,0 0,0 0,0 2,2-6,0 0,0 0,0 0,1 0,-1 0,1 0,-1 0,1-1,0 1,0-1,0 1,0-1,1 0,-1 1,1-1,-1 0,1-1,0 1,-1 0,1-1,0 0,0 1,0-1,0 0,1-1,0 1,86 4,-83-6,1-1,-1 0,0-1,0 0,0 0,-1 0,1-1,-1 0,0 0,0-1,0 0,0 0,-1 0,0 0,0-1,0 0,-1 0,0-1,0 1,-1-1,0 1,0-1,0 0,-1-1,0 1,0 0,-1-1,0 1,0 0,-1-1,0 1,0-1,-1 1,1-1,-2 1,1-1,-1 1,0 0,-2-2,1 1,0 1,-1 0,0 0,0 0,-1 1,0-1,0 1,0 0,-1 0,0 1,-4-4,8 7,-1 1,1-1,-1 0,0 1,0 0,1 0,-1-1,0 1,0 1,0-1,0 0,0 1,0 0,0 0,0 0,0 0,0 0,0 0,0 1,0-1,0 1,0 0,0 0,0 0,0 0,1 1,-1-1,0 1,1 0,-1 0,-1 1,-2 4,-1 0,1 0,0 1,1 0,0 0,1 0,-1 1,1 0,1 0,0 0,0 0,1 0,0 0,0 1,1-1,0 1,1-1,0 1,2 7,3 18</inkml:trace>
  <inkml:trace contextRef="#ctx0" brushRef="#br0" timeOffset="-3277.875">1600 1778,'-4'8,"1"1,0 0,1 0,0 0,0 0,1 0,0 1,1-1,0 0,0 0,1 1,1-1,-1 0,1 0,1 0,-1 0,2 0,-1-1,1 1,0-1,1 0,0 0,0-1,1 1,0-1,0 0,1-1,0 1,0-1,0-1,1 1,0-1,0-1,0 0,0 0,1 0,0-1,0 0,0-1,0 0,0 0,8 0,-13-2,-1-1,1 1,-1-1,0 0,1 0,-1 0,0 0,1-1,-1 1,0-1,0 0,0 0,0 0,0 0,-1-1,1 1,-1-1,0 1,1-1,-1 0,0 0,0 0,-1 0,1 0,-1 0,0-1,1-1,2-5,-1 0,-1-1,0 1,0-1,-1 0,0 0,-1 1,-1-7,0 6,-1 0,0 0,0 0,-1 1,0-1,-1 1,-1 0,1 0,-2 0,1 0,-1 1,-1 0,1 0,-2 1,1 0,-1 0,0 1,-1 0,0 0,0 1,-6-3,13 7,-1 1,1-1,-1 1,1 0,-1 0,0 1,0-1,1 0,-1 1,0 0,0-1,0 1,0 0,0 1,1-1,-1 0,0 1,0 0,0-1,1 1,-1 0,0 1,1-1,-1 0,1 1,-1-1,1 1,0 0,0 0,0 0,0 0,0 0,0 0,0 0,1 1,-1 0,-3 5,0 1,1 0,0 0,1 1,0-1,1 1,-1-1,2 1,-1 0,1 0,1-1,-1 0,1-1,1 1,0 0,0-1,0 1,1-1,0 1,1-1,0 0,1 0,-1 0,4 4,13 18</inkml:trace>
  <inkml:trace contextRef="#ctx0" brushRef="#br0" timeOffset="-2879.276">2082 1792,'-6'9,"0"-1,1 2,0-1,1 1,-1-1,2 1,0 0,0 1,1-1,0 0,0 1,2 0,-1 3,1-9,0 1,1-1,-1 0,1 0,0 0,1 0,-1 0,1 0,0 0,0 0,1 0,-1-1,1 1,0-1,0 0,1 0,-1 0,1 0,0 0,0-1,0 0,0 0,1 0,-1 0,1-1,0 0,2 1,-1-1,0 0,1 0,-1 0,1-1,-1 0,1-1,0 0,-1 0,1 0,-1 0,1-1,0 0,-1-1,0 0,1 0,-1 0,0-1,0 1,0-1,0-1,-1 1,1-1,-1 0,0 0,0-1,0 0,-1 0,1 0,-1 0,-1 0,1-1,-1 0,0 0,0 0,2-6,-2 1,-1 0,0 0,0-1,-1 1,0-1,-1 1,-1-1,0 1,0 0,-1-1,-1 1,0 0,0 0,-1 0,-3-6,5 11,-1 0,0 1,0-1,-1 0,1 1,-1 0,0 0,-1 0,1 0,-1 1,0-1,0 1,0 0,-1 1,1 0,-1-1,0 2,0-1,0 1,0 0,0 0,-1 0,1 1,-1 0,1 0,-1 1,-5 0,6 1,-1 0,0 1,1 0,-1 0,1 0,-1 1,1 0,0 0,0 1,1 0,-1 0,1 0,0 0,0 1,0 0,0 0,1 0,0 1,0 0,1-1,-1 1,1 0,0 1,1-1,0 1,0-1,0 1,1-1,-1 1,2 0,-1 0,1 0,0-1,0 1,1 0,0 0,0 0,1-1,0 1,0-1,0 1,2 2,26 23,2-6</inkml:trace>
  <inkml:trace contextRef="#ctx0" brushRef="#br0" timeOffset="-2480.376">2643 1711,'-4'7,"0"0,0 0,1 0,0 1,0-1,1 1,0 0,0 0,1-1,0 1,0 0,1 0,0 0,0 0,1 0,0 0,1 0,0 0,0 0,0-1,1 1,0-1,1 0,0 0,0 0,0 0,1 0,0-1,1 2,3 0,0 1,1-2,0 1,0-1,1-1,-1 0,1 0,1-1,-1-1,1 0,-1 0,11 1,-16-4,1 0,-1 0,1-1,-1 1,0-1,1-1,-1 1,1-1,-1-1,0 1,1-1,-1 0,0 0,0-1,-1 1,1-1,0-1,-1 1,0-1,0 0,0 0,0-1,0 1,-1-1,0 0,1-2,-1-1,0 0,0 1,-1-1,0-1,0 1,0 0,-2-1,1 1,-1-1,0 0,0 1,-1-1,-1 0,1 0,-1 1,-1-1,0 1,0-1,0 1,-1 0,-1 0,1 0,-1 0,-1 0,1 1,-1 0,0 0,-1 0,0 1,0-1,0 1,-1 1,0-1,0 1,0 1,-4-3,5 3,-1 0,1 0,-1 1,0 0,1 0,-1 1,-1-1,1 1,0 1,0 0,-1 0,1 0,-1 1,1 0,-1 0,1 1,0 0,-1 0,1 1,0 0,0 0,0 1,0 0,0 0,0 1,1-1,0 1,0 1,0-1,-1 2,-1 2,0 1,0 0,1 0,0 0,1 1,0 0,0 0,1 1,0-1,1 1,-2 9,-5 22</inkml:trace>
  <inkml:trace contextRef="#ctx0" brushRef="#br0" timeOffset="3299.378">1774 3382,'-10'11,"0"-1,1 1,0 0,1 1,0 0,1 0,0 1,1 0,4-8,0-1,1 1,-1-1,1 1,0 0,0 0,1-1,0 1,-1 0,1 0,1 0,-1 0,1-1,0 1,0 0,0-1,1 1,0 0,-1-1,2 0,-1 1,0-1,1 0,0 0,0 0,5 3,0 0,1 0,0-1,0 0,1 0,-1-1,1 0,0-1,1 0,-1-1,1 0,-1 0,1-1,0-1,0 0,0 0,0-1,6-1,-12 0,0 1,-1-1,1 0,-1-1,1 1,-1-1,0 0,1 0,-1 0,0 0,0-1,0 0,-1 0,1 0,-1 0,1-1,-1 1,0-1,-1 0,1 1,0-1,-1-1,0 1,0 0,0-1,-1 1,0-1,1 1,-1-1,1-6,0-1,-1 1,0 0,-1 0,0-1,-1 1,0 0,-1-1,0 1,-1 0,-3-7,2 5,-2 0,1 0,-2 0,1 1,-2 0,0 1,-2-3,7 10,0 1,0-1,0 1,-1 0,1 0,-1 0,0 1,0-1,0 1,0 0,0 0,0 0,-1 1,1-1,-1 1,1 0,-1 0,1 1,-1-1,0 1,1 0,-1 1,-2-1,0 2,-1 0,1 0,0 1,-1 0,1 0,1 1,-1-1,0 2,1-1,0 1,0 0,0 0,1 0,-1 1,1 0,1 0,-5 7,6-9,0 0,1 1,0 0,0-1,0 1,0 0,1 0,-1 0,1 0,0 0,1 0,0 0,-1 0,1 0,1 0,-1 0,1 1,0-1,0 0,1-1,-1 1,1 0,0 0,0-1,1 1,-1-1,1 1,19 20</inkml:trace>
  <inkml:trace contextRef="#ctx0" brushRef="#br0" timeOffset="3652.857">2496 3490,'0'-274,"-14"317,7-7,-1-6,1 1,2 0,1 0,1 1,2-1,1 0,1 1,3 1,3-2</inkml:trace>
  <inkml:trace contextRef="#ctx0" brushRef="#br0" timeOffset="4019.958">2977 3409,'0'-242,"-1"278,0 0,3 0,1 0,1-1,2 1,2-1,1 0,1-1,15 31,-8-33</inkml:trace>
  <inkml:trace contextRef="#ctx0" brushRef="#br0" timeOffset="20122.086">1921 4238,'-1'-2,"0"1,0-1,-1 0,1 0,0 1,-1-1,0 0,1 1,-1 0,0-1,0 1,0 0,0 0,0 0,0 0,0 0,0 0,0 1,0-1,0 1,-1 0,1-1,0 1,0 0,0 0,-1 0,1 1,0-1,0 0,0 1,-1 0,1-1,0 1,0 0,0 0,0 0,0 0,0 1,1-1,-1 0,-1 2,-4 4,-1 1,2 1,-1-1,1 1,0 1,1-1,0 1,1-1,0 2,0-1,1 0,0 1,1-1,0 1,1-1,0 1,1 0,0 0,0 0,1-1,1 1,0 0,0-1,1 1,1-1,-1 0,2 0,-1 0,1-1,1 1,0-1,0-1,1 1,7 7,-2-7,1 0,1 0,-1-1,1-1,1 0,-1-1,1-1,0 0,0-1,1 0,-1-2,1 0,0 0,4-1,-15-1,0 0,1 0,-1 0,0-1,0 0,0 0,0 0,0 0,-1-1,1 0,0 0,-1 0,1 0,-1-1,0 0,1 0,-1 0,-1 0,1-1,0 0,-1 1,0-1,0-1,0 1,0 0,-1-1,0 1,1-1,-2 0,1 1,-1-1,1-4,2-16,-1 0,-1-1,-1 1,-2-1,0 1,-2 0,-1-1,0 2,-2-1,-7-17,9 28,-1 0,0 1,-1 0,-1 1,0-1,0 1,-7-7,12 16,-1 0,1 0,-1 0,1 1,-1-1,0 1,0 0,0 0,0 0,0 0,-1 0,1 1,-1-1,1 1,-1 0,1 0,-1 0,0 1,1-1,-1 1,0 0,1 0,-1 0,0 0,1 1,-1 0,0 0,1 0,-1 0,1 0,-2 1,-5 4,0 1,0 0,1 1,0 0,0 0,1 1,0 0,1 0,0 1,0 0,1 0,0 1,1 0,0 0,1 0,0 0,1 1,0 0,1-1,0 3,1-7,1 0,-1 0,1 1,1-1,-1 0,1 0,0 0,1 0,0 0,0 0,2 5,14 23</inkml:trace>
  <inkml:trace contextRef="#ctx0" brushRef="#br0" timeOffset="20467.424">2456 4345,'0'-309,"-23"714,23-402,-2 7,2 0,-1 0,2 1,-1-1,1 0,1 0,0 0,0 0,4 9,5 2</inkml:trace>
  <inkml:trace contextRef="#ctx0" brushRef="#br0" timeOffset="23100.127">2964 4185,'-8'15,"0"1,1 0,0 1,2-1,0 1,0 0,2 0,0 1,1-1,1 1,1-1,0 11,0-12,0-11,5 111,-4-112,0 1,0-1,0 0,1 1,0-1,0 0,0 0,0 0,0 0,1-1,-1 1,1 0,0-1,0 0,1 0,-1 0,1 0,-1 0,1-1,0 0,0 0,0 0,4 2,2-3,-1 0,1 0,0-1,-1 0,1 0,0-1,0-1,-1 1,1-2,-1 1,0-1,0-1,0 1,0-2,0 1,-1-1,0-1,0 1,0-1,-1-1,0 1,0-1,-1 0,1-1,-2 0,1 0,-1 0,0 0,-1-1,0 0,0 0,0-4,-1-2,-1-1,-1 1,-1-1,0 1,-1-1,-1 0,0 1,-1 0,0-1,-2 1,1 0,-2 1,0-1,-1 1,0 1,-1-1,-1 1,0 0,-1 1,0 0,-5-4,12 12,-1 0,1-1,-1 1,0 1,1-1,-2 0,1 1,0 0,-1 0,0 0,1 1,-1-1,0 1,0 0,0 1,-1-1,1 1,0 0,-1 0,1 1,-1-1,1 1,0 1,-1-1,1 1,-1 0,1 0,-1 0,-2 6,1 0,0 1,0-1,1 1,0 1,1-1,-1 1,2 0,-1 0,1 0,1 1,-1-1,2 1,-1 0,1 0,0 5,2-14,-17 85,5-2</inkml:trace>
  <inkml:trace contextRef="#ctx0" brushRef="#br0" timeOffset="29356.865">1855 5361,'30'-242,"-12"142,-18 100,0 1,0-1,0 0,0 0,0 0,0 0,1 1,-1-1,0 0,0 0,0 0,0 0,0 0,0 1,0-1,0 0,1 0,-1 0,0 0,0 0,0 0,0 0,0 0,1 1,-1-1,0 0,0 0,0 0,0 0,1 0,-1 0,0 0,0 0,0 0,0 0,1 0,-1 0,0 0,1 21,-2 521,1-540,0-1,-1 1,1-1,0 1,0-1,0 0,-1 1,1-1,1 0,-1 1,0-1,0 0,0 1,1-1,-1 0,1 1,-1-1,1 0,-1 0,1 1,0-1,-1 0,1 0,0 0,0 0,0 0,0 0,0 0,5-5</inkml:trace>
  <inkml:trace contextRef="#ctx0" brushRef="#br0" timeOffset="30105.68">2430 5361,'25'-57,"-3"-1,-2-1,-2-1,4-39,-23 219,3 236,7-292,-4-43</inkml:trace>
  <inkml:trace contextRef="#ctx0" brushRef="#br0" timeOffset="30691.091">2964 5214,'-4'3,"-1"0,1 1,0 0,1 0,-1 0,1 0,-1 0,1 1,1-1,-1 1,0 0,1 0,0 0,1 0,-1 1,1-1,0 0,0 1,0-1,1 1,0-1,0 0,0 1,1-1,0 1,0-1,0 0,0 1,1-1,0 0,0 0,1 0,-1 0,1-1,0 1,4 3,2 0,1 0,0-1,0 0,0-1,1 0,0-1,0 0,1 0,-1-1,1-1,0 0,0-1,0 0,7 0,-12-2,1 1,-1-1,0-1,0 1,0-1,0 0,0-1,-1 1,1-2,0 1,-1-1,1 1,-1-2,0 1,0-1,0 0,0 0,-1-1,0 1,0-1,0-1,0 1,-1-1,0 1,3-6,-2-1,0-1,-1 0,0 0,-1 0,-1-1,0 1,-1-1,0 1,-1-1,0 1,-1-1,-1 0,0 1,-1 0,-1 0,0 0,0 0,-1 0,-1 1,0 0,-1 0,0 0,-1 1,0 0,-1 1,-5-6,11 13,0 0,0-1,0 1,0 1,0-1,-1 0,1 1,-1 0,0 0,0 0,0 0,0 1,0-1,0 1,0 0,0 0,0 0,-1 1,1 0,0 0,-1 0,1 0,0 1,0-1,-1 1,1 0,0 0,0 1,0-1,0 1,0 0,1 0,-1 0,0 1,1-1,-3 3,-8 11,2 1,0 0,1 1,0 0,1 0,2 1,0 1,1 0,-3 11,8-25,-16 49</inkml:trace>
  <inkml:trace contextRef="#ctx0" brushRef="#br0" timeOffset="32617.642">1908 6404,'18'-74,"-4"-2,-3 1,-3-2,-4-1,-16 189,2 14,5 96,8-168</inkml:trace>
  <inkml:trace contextRef="#ctx0" brushRef="#br0" timeOffset="32972.662">2430 6230,'66'-222,"-63"253,-5 68,-1-27,3 0,4 0,5 17,-2-54,0-9</inkml:trace>
  <inkml:trace contextRef="#ctx0" brushRef="#br0" timeOffset="33324.934">3057 6270,'22'-69,"-4"-1,-2 0,-3-1,1-47,-6 356,21 42,-22-227</inkml:trace>
  <inkml:trace contextRef="#ctx0" brushRef="#br0" timeOffset="36586.148">2014 7112,'10'-45,"-2"0,-3-1,-1 1,-2-14,-11 133,3 268,22-226,-8-95</inkml:trace>
  <inkml:trace contextRef="#ctx0" brushRef="#br0" timeOffset="37037.24">2389 7059,'13'49,"31"84,-41-127,0-1,1 1,-1-1,1 1,1-1,-1 0,1-1,0 1,0-1,0 0,0 0,1 0,0-1,0 0,0 0,0 0,0-1,0 0,5 1,-5-2,1-1,-1 1,0-1,1 0,-1-1,0 0,0 0,0 0,1 0,-1-1,0 0,-1 0,1-1,0 0,-1 0,1 0,-1-1,0 1,0-1,0 0,-1-1,3-3,3-3,0 0,-1-2,0 1,-1-1,0 0,-1 0,-1-1,5-14,-8 22,0 0,-1-1,0 1,0-1,0 1,-1-1,0 0,-1 1,1-1,-1 0,0 0,-1 1,0-1,0 0,0 1,-1-1,0 0,0 1,0 0,-1 0,0 0,0 0,-1 0,0 0,0 1,0 0,-1-1,1 2,-5-4,1 4,-1 0,1 1,-1 0,0 1,0 0,0 0,0 1,0 0,-1 1,1 0,0 0,0 1,0 0,0 0,0 1,0 1,0-1,0 1,1 1,-1 0,1 0,0 1,0 0,1 0,0 0,-1 1,2 0,-1 1,1 0,0 0,0 0,1 0,-4 7,4-6,0 1,1-1,-1 1,2 0,-1 0,1 0,0 1,1-1,0 1,1 0,0-1,1 1,0 0,0-1,1 1,0 0,0-1,1 1,3 7,12 20</inkml:trace>
  <inkml:trace contextRef="#ctx0" brushRef="#br0" timeOffset="37388.89">3111 7139,'20'-55,"-1"0,-3-2,-3 0,-2 0,-3-1,1-47,-9 100,0 13,-1 19,-14 497,15-478</inkml:trace>
  <inkml:trace contextRef="#ctx0" brushRef="#br0" timeOffset="39256.979">2028 8209,'11'-25,"2"-56,-4-1,-3 0,-4-30,-13 561,10-442,0 3,1 1,0-1,0 1,1 0,0-1,1 1,0-1,1 1,2 5,6 5</inkml:trace>
  <inkml:trace contextRef="#ctx0" brushRef="#br0" timeOffset="39723.628">2630 8008,'-8'18,"0"0,2 0,0 1,2 0,0 0,1 0,-1 19,4-32,-1 0,2 0,-1 0,1 0,-1 0,2 0,-1-1,1 1,0 0,0 0,0-1,1 0,-1 1,2-1,-1 0,0 0,1-1,0 1,0-1,0 0,1 0,0 0,-1 0,1-1,0 0,1 0,1 1,-1-1,0 0,1 0,-1-1,1 0,-1 0,1 0,0-1,0 0,-1 0,1 0,0-1,0 0,0-1,0 0,0 0,-1 0,1-1,0 0,-1 0,1 0,-1-1,0 0,0 0,0-1,0 0,-1 0,1 0,-1-1,0 0,1-1,0-7,0-1,0 1,-1-1,-1 0,-1 0,0 0,-1-1,0 1,-1-1,-1 0,0 1,-1-1,0 1,-1-1,-2-1,2 2,-1 1,0-1,-2 1,1 0,-1 0,-1 0,-1 1,0 0,0 0,-1 1,5 7,0 0,0 0,0 0,-1 0,1 1,-1 0,0 0,0 0,0 0,-1 0,1 1,0 0,-1 0,0 0,1 0,-1 1,0 0,0 0,0 0,0 1,0-1,0 1,0 1,0-1,0 0,0 1,1 0,-1 0,-1 1,-3 3,1 0,0 0,0 0,0 1,1 1,0-1,0 1,0 0,1 1,0-1,1 1,0 0,0 1,0-1,1 1,1 0,-1 0,2 0,-1 1,1-1,0 1,1-1,0 1,1-1,0 1,0 0,1-1,1 1,-1-1,2 1,-1-1,1 0,0 0,3 5,17 24</inkml:trace>
  <inkml:trace contextRef="#ctx0" brushRef="#br0" timeOffset="40089.917">3192 8115,'-1'5,"0"1,1-1,0 1,0-1,1 1,0-1,0 1,0-1,0 0,1 1,0-1,0 0,0 0,1 0,0 0,0-1,0 1,0-1,1 0,-1 0,1 0,0 0,1-1,-1 1,0-1,1 0,0 0,0-1,0 0,0 1,0-2,0 1,1-1,-1 1,2-1,0 1,0 0,1 0,-1 0,1-1,-1 0,1-1,-1 1,1-2,-1 1,1-1,-1 0,1 0,-1-1,0 0,0-1,0 1,0-1,0-1,0 1,-1-1,1 0,-1-1,0 1,-1-1,1 0,-1-1,0 1,0-1,-1 0,0-1,0 1,0-1,0-2,-1-3,-1-1,0 1,-1-1,-1 1,0-1,-1 0,0 1,-1-1,0 1,-1-1,0 1,-1 0,-1 0,0 1,0-1,-1 1,-1 0,1 1,-2-1,0 1,0 1,0 0,-2 0,1 0,-10-5,15 11,0 0,0 0,0 1,-1-1,1 1,-1 0,0 1,1-1,-1 1,0 0,0 0,0 0,0 1,0 0,0 0,0 0,0 0,0 1,0 0,1 0,-1 0,0 1,0 0,1 0,-1 0,1 0,0 1,-1-1,1 1,0 0,-1 1,-9 11,0 1,0 0,2 1,0 0,1 1,1 0,-6 14,-10 21</inkml:trace>
  <inkml:trace contextRef="#ctx0" brushRef="#br0" timeOffset="48482.919">4488 67,'72'308,"-10"31,-43-202,-6 0,-6 1,-10 108,-5-84,6 1,13 76,3 14,-12 56,38 241,-27-21,0-65,-12-275,6-69,6 0,7 13,18 187,-24-78,30 135,-12-144,0 164,8 157,-12 106,-23-455,24 132,-13-129,-12 198,-5-269,-19 381,6-415,7-86</inkml:trace>
  <inkml:trace contextRef="#ctx0" brushRef="#br0" timeOffset="45437.377">5437 147,'0'504,"0"-1027,8 461,-8 61,0 1,1-1,-1 0,0 0,1 1,-1-1,1 0,-1 1,1-1,-1 1,1-1,-1 1,1-1,-1 1,1-1,-1 1,1-1,0 1,-1 0,1-1,0 1,0 0,-1 0,1 0,0-1,0 1,-1 0,1 0,0 0,0 0,-1 0,1 0,0 0,0 1,-1-1,1 0,0 0,-1 0,1 1,0-1,0 0,-1 1,1-1,-1 1,2 0,30 25,-28-22,7 5,0 0,-1 1,0 0,-1 1,0-1,0 2,-1-1,-1 1,0 1,-1-1,0 1,-1 0,0 0,-1 1,-1-1,1 4,-5-11,0 0,0-1,0 1,0 0,-1 0,0-1,0 1,0-1,-1 0,0 0,0 0,0 0,-1 0,0-1,0 1,0-1,0 0,0 0,-1-1,-4 4,-4 1,0 0,0 0,-1-1,0-1,0 0,-1-1,-6 1,7-2,22-6,24-3,-4 2,0 2,1 0,-1 2,0 2,3 1,-23-3,0 0,-1 1,1 0,-1 0,0 1,0 0,0 0,0 0,0 1,-1 0,0 1,0 0,0-1,0 2,-1-1,0 1,0 0,0 0,-1 0,1 1,0 2,-4-4,1 1,-1 0,0-1,0 1,-1 0,0 0,0 0,0-1,-1 1,1 0,-2 0,1-1,0 1,-1-1,0 1,-1-1,1 1,-1-1,0 0,0 0,0-1,-1 1,0-1,0 0,0 1,0-2,-1 1,1 0,-1-1,0 0,0 0,0-1,-1 1,1-1,0 0,-1 0,0-1,1 0,-5 1,8-2,1 1,-1-1,1 1,-1-1,1 0,-1 0,0 0,1 0,-1 0,0 0,1 0,-1-1,1 1,-1-1,0 1,1-1,-1 1,1-1,-1 0,1 0,0 1,-1-1,1 0,0 0,0-1,0 1,-1 0,1 0,0-1,1 1,-1 0,0-1,0 1,0-1,1 1,-1-1,1 1,-1-1,1 0,0 1,0-1,0 1,0-1,0 0,0 1,0-1,0 0,0 1,1-1,-1 1,1-1,-1 1,1-1,0-1,5-10,0 0,0 1,1 0,0 0,1 0,1 1,0 0,0 1,1 0,0 0,1 1,0 1,1-1,0 2,0 0,12-6,58-13,-79 26,0 0,0 0,-1 1,1-1,0 0,0 1,-1 0,1 0,0 0,-1 0,1 0,-1 0,1 1,-1-1,1 1,-1 0,0-1,0 1,0 0,0 0,0 1,-1-1,1 0,0 1,-1-1,0 0,0 1,0 0,1-1,16 84,-17-75,1 1,0 0,0 0,1-1,1 0,0 1,4 7,10-2,-11-15</inkml:trace>
  <inkml:trace contextRef="#ctx0" brushRef="#br0" timeOffset="46653.115">5812 200,'68'7,"-44"-7,0 2,-1 0,1 2,0 1,-1 0,0 2,0 1,-1 0,0 2,6 4,-22-9,0 0,0 0,0 1,0 0,-1 0,0 0,0 1,0 0,-1 0,0 0,-1 0,1 0,-2 1,1 0,-1 0,0-1,0 1,-1 4,1 150,-4-135,1-10,1 40,0-55,1-1,-1 1,0-1,1 0,0 1,-1-1,1 1,0-1,0 0,-1 0,1 0,0 1,0-1,0 0,1 0,-1 0,0 0,0-1,0 1,1 0,-1 0,0-1,1 1,-1-1,1 1,-1-1,1 0,-1 1,1-1,-1 0,1 0,-1 0,1 0,0 0,6-2,1-1,-1 0,0 0,0-1,0 1,0-2,-1 1,1-1,-1 0,0-1,-1 0,1 0,-1 0,-1-1,1 0,-1 0,0 0,0-1,-1 0,0 1,-1-2,0 1,0 0,0-1,-1 1,-1-1,-1-21,-11 46,9-12,1 1,-1 0,1 0,0 0,0 0,1 0,0 0,-1 0,2 0,-1 0,1 0,-1 0,1-1,1 1,-1 0,1 0,0 0,0-1,0 1,0-1,1 0,0 0,0 0,0 0,0 0,1 0,0-1,-1 0,1 0,0 0,1 0,3 2,4 1,0-1,0 0,1-1,-1 0,1-1,0 0,1-1,-1-1,0 0,0-1,1 0,-1-1,0 0,0-1,0-1,0 0,0 0,-1-2,1 1,-1-2,0 0,0 0,-1-1,0 0,0-1,-1 0,8-9,-13 12,-1-2,0 1,0-1,0 1,-1-1,0 0,0 0,0-1,-1 1,-1 0,1-1,-1 1,0-1,-1 0,0 1,0-1,0 0,-2-5,1 11,1 0,-1-1,0 1,0-1,0 1,0 0,-1 0,1 0,-1-1,1 1,-1 1,0-1,0 0,1 0,-1 1,-1-1,1 1,0-1,0 1,0 0,-1 0,1 0,-1 0,1 1,0-1,-1 0,1 1,-1 0,0 0,1 0,-1 0,0 0,-4 0,0 1,1 0,-1 0,0 0,1 1,-1 0,1 0,0 1,0 0,0 0,-5 4,5-3,0 1,0 0,1 1,0-1,0 1,0 0,1 1,-1-1,2 1,-1-1,1 1,0 1,0-1,1 0,0 0,0 1,1-1,0 1,0 0,1-1,0 7,1-12,-1 1,1 0,0-1,0 1,0-1,0 1,1-1,-1 1,1-1,0 0,-1 0,1 0,0 0,0 0,0 0,1 0,-1-1,0 1,1-1,-1 1,1-1,-1 0,1 0,-1 0,1-1,0 1,0 0,78 3,-74-5,1 0,0-1,-1 0,1-1,-1 1,0-1,0-1,0 1,0-1,0 0,-1-1,0 0,0 0,0 0,-1 0,3-3,-8 8,0 1,0-1,0 1,0-1,0 1,0-1,1 1,-1-1,0 1,0-1,1 1,-1-1,0 1,1-1,-1 1,0-1,1 1,-1-1,1 0,-1 1,1-1,-1 0,1 0,-1 1,1-1,-1 0,1 0,-1 0,1 1,-1-1,1 0,-1 0,1 0,0 0,-1 0,1 0,-1 0,1 0,-1 0,1-1,-1 1,1 0,-1 0,1 0,-1-1,1 1,-1 0,1 0,-1-1,1 1,-1 0,1-1,-1 1,0-1,1 1,-1-1,0 1,1-1,-1 1,0-1,0 1,1-1,-1 1,0-1,0 1,0-1,0 1,0-1,36 84,-35-80,1 0,0 0,1 0,-1 0,0 0,1 0,0-1,0 1,-1-1,1 0,1 0,-1 0,0 0,0 0,1-1,-1 0,1 1,-1-1,1 0,0-1,-1 1,1-1,0 0,-1 0,0 0,-1-1,1 0,0 1,-1-1,1 0,-1 0,1-1,-1 1,0 0,1-1,-1 0,0 1,0-1,0 0,0 0,0 0,-1 0,1-1,-1 1,1 0,-1-1,0 1,0-1,1-1,18-68,-7-126,-14 196,1 1,-1-1,1 0,0 0,0 1,0-1,0 0,0 0,0 0,0 1,0-1,1 0,-1 0,1 1,-1-1,1 0,0 1,0-1,0 1,-1-1,1 1,1-1,-1 1,0 0,0 0,1-1,-1 1,0 0,1 0,-1 0,1 0,-1 0,1 1,0-1,-1 0,1 1,0-1,1 1,4 1,0 1,0 0,0 0,0 0,0 1,0 0,-1 1,1 0,-1 0,0 0,0 0,-1 1,1 0,-1 0,0 1,0-1,-1 1,0 0,0 1,0-1,-1 1,1-1,-2 1,1 0,-1 0,0 0,0 0,-1 1,0-1,-1 0,1 1,-1-1,-1 0,1 1,-2 3,-5 43,4-36,0 0,2 0,0 1,1-1,0 0,2 5,-1-19,0 0,1 0,-1 1,1-1,0 0,0-1,1 1,-1 0,1-1,-1 1,1-1,0 0,0 0,1 0,-1 0,1 0,-1-1,1 0,0 1,0-1,0-1,0 1,0-1,0 1,4-1,110 10,-73-15,-5-2</inkml:trace>
  <inkml:trace contextRef="#ctx0" brushRef="#br0" timeOffset="42475.483">2149 174,'-37'1,"1"1,0 2,1 1,-1 2,1 2,0 1,1 1,0 2,-3 3,10-3,0 0,2 1,0 2,0 0,2 2,0 1,-12 13,27-24,0 0,1 0,1 1,-1 0,1 0,1 0,0 1,0 0,1 0,0 1,1-1,0 1,0-1,1 1,1 0,0 0,0 0,1 0,1 0,0 0,2 10,-1-11,1 1,1-1,-1 0,2 0,0 0,0-1,0 1,1-1,1 0,-1-1,2 0,-1 0,1 0,0-1,0 0,1 0,0-1,0-1,1 1,0-1,0-1,0 0,8 2,-1-1,1 0,0-1,0-1,1-1,-1-1,1 0,-1-1,0-1,1-1,-1-1,0 0,0-1,11-5,10-6</inkml:trace>
  <inkml:trace contextRef="#ctx0" brushRef="#br0" timeOffset="42788.718">1881 548,'-1'0,"1"1,-1-1,0 0,1 1,-1-1,1 1,-1-1,0 1,1-1,0 1,-1-1,1 1,-1 0,1-1,0 1,-1 0,1-1,0 1,0 0,-1-1,1 1,0 0,0 0,0-1,0 1,0 0,0 0,0-1,0 1,0 0,0-1,1 1,-1 0,0 0,0-1,1 1,-1 0,0-1,1 1,-1-1,1 1,-1 0,1-1,-1 1,1-1,-1 1,1-1,-1 0,1 1,0-1,-1 1,1-1,0 0,-1 0,1 1,0-1,0 0,-1 0,1 0,0 0,-1 0,2 0,49 5,89-30,-139 24,1 1,-1 0,1 0,0-1,-1 1,1 0,0 0,-1 1,1-1,-1 0,1 0,0 1,-1-1,1 1,-1-1,1 1,-1 0,1 0,-1 0,0 0,1 0,-1 0,0 0,0 0,0 0,0 0,0 1,0-1,0 0,0 1,0-1,-1 1,1-1,0 1,-1-1,0 1,1-1,-1 1,0 0,0-1,1 1,-1 0,-1-1,1 1,0 0,-6 61,4-58,1 0,-1 1,1-1,0 1,0-1,1 1,-1-1,1 1,0-1,1 1,0-1,-1 1,2-1,-1 0,1 1,-1-1,2 0,-1 0,0 0,1 0,0 0,0-1,0 1,1-1,0 0,0 0,3 2,14 6,-1-5</inkml:trace>
  <inkml:trace contextRef="#ctx0" brushRef="#br0" timeOffset="43187.037">2322 722,'-8'-33,"1"0,2 0,1-1,1 0,2-25,1 58,0 1,0-1,0 0,0 0,0 0,0 0,0 0,1 0,-1 0,0 0,0 0,1 0,-1 0,0 0,1 0,-1 0,1 1,-1-1,1 0,0 0,-1 1,1-1,0 0,0 1,-1-1,1 1,0-1,0 1,0-1,0 1,-1-1,1 1,0 0,0-1,0 1,0 0,0 0,0 0,0 0,0 0,40 13,-28-8,135 39,-146-44,1 1,-1-1,1 1,-1-1,1 1,-1 0,0 0,1 0,-1 0,0 0,0 0,0 1,0-1,0 1,0 0,0-1,0 1,-1 0,1 0,-1 0,1 0,-1 0,0 1,0-1,0 0,0 1,0-1,0 0,-1 1,1-1,-1 1,0-1,1 1,-1-1,0 1,-1-1,1 1,0-1,-1 1,0 0,-50 134,52-134,-1 1,1 0,0 0,0 0,0-1,1 1,-1 0,1-1,0 1,0-1,0 0,0 0,1 1,-1-1,1-1,0 1,-1 0,2-1,-1 1,0-1,0 0,1 0,-1-1,1 1,-1 0,1-1,0 0,0 0,-1 0,1-1,0 1,0-1,0 0,0 0,2 0,32 5</inkml:trace>
  <inkml:trace contextRef="#ctx0" brushRef="#br0" timeOffset="43606.144">2977 575,'-10'-4,"-1"1,0 0,0 1,0 0,0 1,0 0,0 1,0 0,0 1,0 0,0 0,0 1,0 1,0 0,0 0,1 1,0 1,0-1,0 2,0-1,1 1,0 1,0 0,0 0,1 1,1 0,-1 0,1 1,-6 8,11-14,1-1,-1 0,1 1,-1 0,1-1,0 1,0 0,0-1,0 1,0 0,1 0,-1 0,1 0,0 0,0 0,0 0,0-1,0 1,1 0,-1 0,1 0,0 0,0 0,0-1,0 1,0 0,1-1,-1 1,1-1,0 0,-1 1,1-1,0 0,1 0,-1 0,0 0,0 0,1-1,-1 1,1-1,0 0,-1 1,1-1,1 0,7 0,0 0,0-1,-1-1,1 1,0-2,0 1,-1-2,1 1,-1-1,0-1,0 0,0 0,0-1,-1-1,0 1,0-1,0-1,-1 0,1 0,-2 0,1-1,-1-1,-1 1,1-1,-1 0,-1 0,0-1,3-7,17-42,-19 84,-3-15,-1-1,1 0,1 0,-1-1,2 1,-1-1,1 0,0 0,1 0,0-1,0 1,0-1,1-1,0 0,1 0,-1 0,1-1,0 0,1 0,-1-1,8 3,9 1</inkml:trace>
  <inkml:trace contextRef="#ctx0" brushRef="#br0" timeOffset="44168.012">3285 455,'-1'7,"1"0,0 0,0 0,1-1,0 1,0 0,1 0,0-1,0 1,1-1,-1 1,1-1,1 0,-1 0,1 0,0-1,0 1,1-1,0 0,0 0,0-1,0 1,1-1,5 3,-7-4,1-1,-1 1,1-1,0 0,-1 0,1-1,0 1,0-1,0 0,0-1,0 1,0-1,1 0,-1 0,0 0,0-1,0 0,0 0,0 0,0-1,0 0,-1 1,1-2,-1 1,1 0,-1-1,0 0,1 0,-2 0,1-1,0 1,-1-1,1 0,-1 0,0-1,1-2,1 0,-2-1,1 0,-1 0,0 0,-1 0,1 0,-2 0,1-1,-1 1,-1-1,1 1,-1-1,-1-3,-2 138,28 333,-25-455,-4 60,4-63,0 0,0 0,-1 0,1 0,0 0,-1 0,1 1,-1-1,1 0,-1 0,0 0,1 0,-1-1,0 1,0 0,1 0,-1 0,0-1,0 1,0 0,0-1,0 1,0-1,0 1,0-1,-1 1,1-1,0 0,0 0,0 1,0-1,0 0,-1 0,1 0,0 0,0 0,0-1,0 1,-1 0,1 0,0-1,0 1,0-1,0 1,0-1,0 1,0-1,0 0,0 0,-14-9,1-1,1 0,0-1,0 0,1-1,1 0,0-1,1-1,0 0,0-2,-53-89,62 105,0 0,0 0,0 0,1 0,-1 0,0 0,1 0,-1 0,0 0,1 0,-1 0,1-1,0 1,-1 0,1 0,0 0,0-1,0 1,0 0,0 0,0-1,0 1,0 0,0 0,1-1,-1 1,1 0,-1 0,1 0,-1 0,1-1,-1 1,1 0,0 0,0 0,-1 0,1 1,0-1,0 0,0 0,0 0,0 1,0-1,0 0,1 1,-1-1,0 1,1-1,158-32,-90 20</inkml:trace>
  <inkml:trace contextRef="#ctx0" brushRef="#br0" timeOffset="50468.148">518 1337,'239'-13,"111"12,241-9,253-7,-209 4,-50-9,-215 4,415 5,96 27,-101-1,-738-13,48-1,0 5,23 6,4 4,0-5,35-5,-113 1,-40-2,-4-1</inkml:trace>
  <inkml:trace contextRef="#ctx0" brushRef="#br0" timeOffset="52449.367">825 0,'23'234,"-12"-153,36 412,-26-268,11 197,-33 614,2-439,10-169,-21-158,14 90,27 77,-18-250,-9 95,-4-87,41 402,-40-485,0 61,16 84,36 258,29 141,-59-423,-16-132,5 0,4-1,12 31,-9-57,-3 0,4 61,-11-46,3 0,5-1,4 0,3-1,13 47,-37-143</inkml:trace>
  <inkml:trace contextRef="#ctx0" brushRef="#br0" timeOffset="54368.381">5276 1618,'1'10,"1"-1,-1 1,2-1,-1 1,1-1,1 0,0 0,0-1,0 1,1-1,1 0,-1 0,1 0,1-1,-1 0,1 0,0 0,1-1,0-1,0 1,0-1,0 0,1-1,0 0,0 0,0-1,0 0,1-1,-1 0,1 0,-1-1,2-1,-6 0,0 0,1 0,-1-1,1 0,-1 0,0-1,0 0,0 1,0-2,0 1,0-1,0 1,-1-1,1 0,-1-1,0 1,0-1,0 0,0 0,-1 0,0 0,0-1,0 0,0 1,-1-1,1 0,0-4,1 0,-1-1,0 1,-1-1,0 1,0-1,-1 0,0 1,-1-1,0 0,0 0,-1 0,-1 0,0 1,0-1,-1-1,1 6,-1 0,1 0,-1 0,0 0,0 1,-1-1,1 1,-1 0,0 0,0 1,-1-1,1 1,-1 0,1 0,-1 0,0 0,0 1,0 0,-1 0,1 1,0-1,-1 1,1 0,-1 0,1 1,-1 0,1 0,-1 0,1 1,-1 0,1 0,-1 0,1 0,0 1,-3 1,-5 1,-1 1,1 1,1 0,-1 0,1 1,0 1,0 0,1 0,0 2,1-1,0 1,0 1,1-1,-4 9,12-18,0 1,0 0,0 0,0 0,0-1,1 1,-1 0,1 0,-1 0,1 0,0 0,0 0,0 0,0 0,0 0,0 0,0 1,1-1,-1-1,1 1,-1 0,1 0,0 0,0 0,0 0,0-1,0 1,0 0,1-1,-1 1,0-1,1 1,-1-1,1 0,0 1,-1-1,1 0,0 0,0 0,0 0,28 15</inkml:trace>
  <inkml:trace contextRef="#ctx0" brushRef="#br0" timeOffset="54752.901">5879 1751,'2'2,"6"3,1 1,1-1,-1 0,1-1,0 0,0-1,0 0,0-1,1 0,-1 0,0-1,1 0,0-1,-1 0,1-1,-1 0,1-1,0 0,-7 1,0-1,1 1,-1-1,0 0,0 0,0 0,0-1,0 1,0-1,-1 0,0 0,1 0,-1-1,0 1,0-1,-1 1,1-1,-1 0,0 0,0 0,0-1,0 1,-1 0,0-1,0 1,0-1,0 1,-1-1,0 1,0-1,0 0,0 1,-1-1,0 1,0-1,0 1,0-1,-1 1,0-2,-1-1,-1 0,0 0,-1 0,1 0,-1 1,0 0,-1 0,0 0,0 1,0 0,0 0,-1 0,0 1,0 0,0 0,0 1,-1 0,0 0,1 0,-1 1,0 1,0-1,0 1,0 1,0-1,0 1,0 1,0-1,0 1,0 1,-3 0,8-1,1-1,-1 1,0 0,1 0,-1 0,1 0,-1 1,1-1,-1 1,1-1,0 1,0 0,0 0,0 0,0 0,0 0,0 0,1 0,-1 1,1-1,0 1,-1-1,1 1,0-1,1 1,-1 0,0 0,1-1,0 1,-1 0,1 0,0-1,0 1,1 0,-1 0,1 0,-1-1,1 1,0 0,0-1,0 1,0-1,0 1,1-1,0 2,59 40,-24-28</inkml:trace>
  <inkml:trace contextRef="#ctx0" brushRef="#br0" timeOffset="55052.821">6386 1711,'7'8,"0"-1,0 0,1-1,0 1,0-1,1-1,0 0,0 0,0 0,0-1,1-1,0 0,0 0,0-1,0 0,0-1,0 0,0 0,0-1,1 0,4-2,-9 3,0-1,0 0,-1-1,1 1,0-1,0 0,-1 0,1-1,-1 0,1 0,-1 0,0-1,1 1,-1-1,-1-1,1 1,0-1,-1 1,0-1,0 0,0-1,0 1,-1-1,1 0,-1 0,0 0,-1 0,1 0,-1-1,0-3,0 0,-1 0,0 0,0 0,-1 0,0 0,-1 0,0 0,0 0,-1 0,0 0,-1 0,0 0,0 1,-1-1,0 1,0 0,-6-7,7 10,0 0,-1 1,0-1,0 0,0 1,-1 0,1 0,-1 1,0-1,0 1,-1 0,1 0,0 1,-1-1,0 1,1 0,-1 1,0 0,0-1,0 2,0-1,0 1,0 0,0 0,0 1,0 0,0 0,-5 1,-3 4,1 0,0 0,0 1,1 1,0 0,0 1,1 0,0 1,0 0,1 1,-4 6,-27 31</inkml:trace>
  <inkml:trace contextRef="#ctx0" brushRef="#br0" timeOffset="55936.288">5304 2393,'-7'3,"0"0,1 0,-1 1,1-1,0 2,0-1,0 0,1 1,0 0,0 1,-1 0,5-4,-1 0,1 0,-1 1,1-1,0 0,0 1,0-1,0 1,0-1,1 1,-1 0,1-1,0 1,-1 0,1-1,0 1,1 0,-1-1,0 1,1-1,0 1,-1 0,1-1,0 1,0-1,0 0,1 1,-1-1,1 0,-1 0,2 2,6 4,0 0,1 0,0-1,0 0,1-1,0 0,0 0,0-1,1-1,-1 0,1-1,0 0,0 0,0-1,1-1,-1 0,0-1,9-1,-13 2,-1-1,1 0,-1-1,1 0,-1 0,1 0,-1-1,0 0,1-1,-1 1,0-1,-1-1,1 1,-1-1,1 0,-1-1,0 0,-1 0,1 0,-1 0,0-1,0 0,-1 0,1 0,-2-1,1 1,0-1,-1 0,-1 0,1 0,-1 0,0-1,-1 1,1-3,-2 3,0 0,0 0,-1 0,1 0,-2 0,1 0,-1 0,0 1,0-1,-1 0,0 1,0 0,0-1,-1 1,0 1,0-1,0 1,-1-1,0 1,0 0,-1 1,1-1,-1 1,0 1,0-1,0 1,0 0,-1 0,1 0,-1 1,0 0,0 1,0-1,1 1,-1 0,-1 1,1 0,0 0,0 1,0 0,0 0,1 0,-1 1,0 0,0 0,1 1,-3 1,1 1,0 1,1 0,-1 0,1 1,1 0,-1 1,1-1,0 1,1 0,0 1,0-1,1 1,-1 2,-10 28</inkml:trace>
  <inkml:trace contextRef="#ctx0" brushRef="#br0" timeOffset="56356.092">5905 2326,'-6'11,"0"-1,1 1,1 0,0 0,0 1,1-1,0 1,1 0,1 2,0-10,1 0,0 0,0 1,0-1,1 0,-1 0,1 0,0 0,0 0,1 0,-1 0,1-1,0 1,0 0,0-1,0 1,1-1,-1 0,1 0,0 0,0 0,0 0,0 0,1-1,-1 0,1 0,2 2,2-1,0 0,0-1,1 0,-1 0,1-1,-1 0,1 0,-1-1,1 0,-1-1,1 0,-1 0,1-1,-1 0,0 0,0-1,0 0,0 0,0-1,0 0,-1-1,0 1,0-1,0-1,-1 1,0-1,0 0,0-1,-1 1,1-1,-2 0,1-1,-1 1,0-1,-1 0,0 0,3-8,-6 12,0-1,1 1,-2 0,1 0,0-1,-1 1,0 0,0 0,0 0,0-1,-1 1,1 1,-1-1,0 0,-1 0,1 1,0-1,-1 1,0 0,0-1,0 1,0 1,0-1,-1 0,1 1,-1 0,0 0,0 0,-2-1,-1 0,0 0,0 1,0 0,0 0,0 1,-1-1,1 2,-1-1,1 1,0 0,-1 1,1-1,-1 1,1 1,0 0,-6 2,7-2,-1 1,1 1,0-1,0 1,1 0,-1 1,1-1,0 1,0 0,0 0,1 1,0-1,0 1,-1 1,4-4,-1 0,1 0,-1 0,1 0,0 0,0 0,0 0,1 1,-1-1,1 0,0 0,-1 1,2-1,-1 0,0 0,1 1,-1-1,1 0,0 0,0 0,0 0,0 0,1 0,-1 0,1 0,0 0,0-1,0 1,0-1,1 2,21 16</inkml:trace>
  <inkml:trace contextRef="#ctx0" brushRef="#br0" timeOffset="56656.555">6467 2419,'80'-210,"-55"134,-23 103,-10 43,2-31,1 0,2 0,2 0,1 0,3 0,0 0,3-1,1 1,3 1,2-6</inkml:trace>
  <inkml:trace contextRef="#ctx0" brushRef="#br0" timeOffset="57699.685">5276 3275,'-10'3,"1"1,-1 0,1 0,-1 1,1 0,0 0,1 1,0 1,0-1,-3 4,8-7,0-1,1 1,-1 0,1 0,0 0,0 0,0 1,0-1,0 0,1 1,0-1,-1 1,1 0,1-1,-1 1,0 0,1 0,0-1,0 1,0 0,0 0,1 0,-1-1,1 1,0 0,0-1,1 1,-1-1,2 3,3 3,1-1,0 0,1 0,0-1,1 0,-1 0,1-1,0 0,1-1,-1 1,1-2,0 0,0 0,1-1,-1 0,1 0,0-1,-1-1,1 0,0 0,0-1,0-1,0 0,0 0,2-1,-4 0,0-1,1 1,-2-2,1 1,0-1,-1 0,1-1,-1 0,0 0,-1-1,0 0,1 0,-2-1,1 0,-1 0,0 0,-1-1,1 0,-2 0,1 0,-1-1,0 0,-1 0,0 0,0 0,-1 0,0 0,-1-1,0 1,-1-1,1 1,-2 0,0-4,0 8,0 0,-1 1,0-1,0 0,0 1,-1-1,1 1,-1 0,0 0,0 0,-1 0,1 0,-1 1,0 0,0-1,0 1,0 1,0-1,-1 1,1-1,-1 1,0 1,0-1,1 1,-1-1,0 1,-2 1,-3-2,-1 0,1 2,-1-1,0 1,0 1,1 0,-1 0,1 1,-1 0,1 1,0 0,-6 4,12-6,0 0,1 1,0-1,-1 1,1 0,0 0,0 0,0 1,0-1,0 1,0-1,1 1,-1 0,1 0,0 0,0 1,0-1,0 0,1 1,-1-1,1 1,0 0,0-1,0 1,1 0,-1-1,1 1,0 0,0 0,0 0,0-1,1 1,-1 0,1 0,19 24,7-4</inkml:trace>
  <inkml:trace contextRef="#ctx0" brushRef="#br0" timeOffset="58035.751">5918 3302,'13'-13,"-1"0,-1 0,0-1,0-1,-2 0,0 0,0-1,-2 0,0-1,-1 1,0-1,-1 0,-1-4,-4 12,-3 14,-6 18,1 2,1-1,1 1,1 0,1 0,2 1,0-1,2 1,0-1,2 1,1-1,1 0,1 0,6 17,5-9</inkml:trace>
  <inkml:trace contextRef="#ctx0" brushRef="#br0" timeOffset="58434.316">6413 3355,'3'7,"1"1,0-2,0 1,1 0,-1-1,1 0,1 0,-1 0,1-1,0 0,0 0,1 0,-1-1,1 0,0 0,0-1,1 1,-1-2,0 1,1-1,0 0,0-1,-1 0,1 0,0 0,0-1,0-1,0 1,0-1,0 0,0-1,5-2,-8 2,-1 0,1-1,-1 0,1 0,-1 0,0 0,0-1,-1 1,1-1,-1 0,1 0,-1-1,-1 1,1-1,0 1,-1-1,0 0,0 0,-1 0,1 0,-1 0,0 0,-1 0,1 0,-1-2,1-5,0 0,-2 0,1 0,-1 0,-1 0,0 1,-1-1,0 0,-1 1,-3-7,5 12,0 0,0 1,-1-1,0 1,0-1,0 1,0 0,-1 0,0 1,0-1,0 1,-1 0,0 0,1 0,-1 0,0 1,-1 0,1 0,-1 1,1-1,-1 1,0 0,0 1,0-1,0 1,0 0,0 1,-1 0,-8 4,1 1,0 1,0 0,0 2,0-1,1 1,1 1,-1 0,1 1,1 0,0 1,0 1,1-1,1 1,0 1,-1 2,-19 30</inkml:trace>
  <inkml:trace contextRef="#ctx0" brushRef="#br0" timeOffset="59402.038">5330 4238,'-14'14,"1"-1,1 2,0-1,1 2,0 0,-2 6,11-19,0 1,1-1,-1 1,1-1,-1 1,1-1,1 1,-1 0,0 0,1 0,0-1,0 1,0 0,0 0,0 0,1-1,0 1,0 0,0-1,0 1,0 0,1-1,0 0,-1 1,1-1,1 0,-1 0,0 0,1 0,-1 0,1 0,0-1,0 0,2 2,7 3,1-1,0-1,0 0,0 0,0-1,1-1,0 0,-1-1,1-1,0 0,0 0,0-2,0 0,5-1,-11 2,0-1,0 0,-1 0,1-1,0 0,-1 0,0-1,1 0,-1 0,0-1,0 1,-1-2,1 1,-1-1,0 0,0 0,-1-1,1 1,-1-1,-1-1,1 1,-1-1,0 1,0-1,-1 0,0-1,0 1,-1 0,1-2,-1-1,0-1,-1 1,0 0,-1-1,0 1,-1-1,0 1,0 0,-1-1,0 1,-1 0,0 0,-1 0,0 1,0-1,-1 1,-1 0,1 0,-1 1,-1-1,0 1,0 1,0 0,-1 0,0 0,0 1,-1 0,-2-1,7 5,1 0,-1 1,0-1,1 1,-1 0,0 0,0 0,0 1,0-1,0 1,0 0,0 0,0 1,0-1,0 1,1 0,-1 0,0 0,0 0,1 1,-1-1,0 1,1 0,0 0,-1 0,1 1,0-1,0 1,0 0,1 0,-1 0,1 0,-2 1,0 5,-1 1,1-1,0 1,1-1,0 1,1 0,0 0,1 0,0 0,0 1,1-1,0 0,1 0,0 0,1 0,0 0,2 8,10 22</inkml:trace>
  <inkml:trace contextRef="#ctx0" brushRef="#br0" timeOffset="59703.25">6106 4265,'-15'-234,"14"338,-1-61,1 0,3 0,1 0,2 0,2-1,2 0,2 1,2-9</inkml:trace>
  <inkml:trace contextRef="#ctx0" brushRef="#br0" timeOffset="60016.761">6520 4238,'13'-216,"-12"170,-15 564,14-470</inkml:trace>
  <inkml:trace contextRef="#ctx0" brushRef="#br0" timeOffset="63534.096">5370 5174,'80'-287,"-74"272,-7 34,-2 0,-6 26,2 0,1 1,3-1,2 1,2 0,3 18,24 1,-9-46</inkml:trace>
  <inkml:trace contextRef="#ctx0" brushRef="#br0" timeOffset="63954.838">5892 5093,'1'11,"1"-1,0 0,1 0,0-1,1 1,0-1,1 1,-1-1,2 0,-1-1,1 1,1-1,-4-4,0-1,1 1,0-1,-1 0,1 0,1 0,-1-1,0 1,0-1,1 0,-1 0,1-1,0 1,0-1,-1 0,1 0,0-1,0 1,0-1,0 0,0-1,0 1,-1-1,1 0,0 0,0 0,3-3,-1 0,0 0,0 0,0-1,-1 0,1 0,-1 0,0-1,-1 0,1 0,-1-1,0 0,-1 0,0 0,0 0,0 0,-1-1,0 0,-1 0,0 1,0-2,0 1,-1 0,0 0,-1 0,0 0,0-1,-1 1,0 0,0 0,-1 0,-2-8,2 13,1-1,0 1,-1 0,0 0,0 0,0 0,0 0,0 0,0 0,-1 1,1-1,-1 1,0 0,0 0,0 0,0 0,0 0,0 1,0-1,-1 1,1 0,-1 0,1 0,-1 0,1 1,-1-1,1 1,-1 0,1 0,-1 0,-2 1,-4 0,1 1,0 0,0 0,1 0,-1 1,0 1,1 0,0 0,0 0,0 1,-7 5,-41 58,54-66,1 0,0 0,0 0,0 1,0-1,0 0,0 0,0 1,1-1,-1 1,1-1,0 0,0 1,0-1,0 1,0-1,0 0,1 1,-1-1,1 1,-1-1,1 0,0 0,0 1,0-1,0 0,1 0,-1 0,1 0,-1 0,1-1,-1 1,1 0,1 0,28 13,5-5</inkml:trace>
  <inkml:trace contextRef="#ctx0" brushRef="#br0" timeOffset="64253.946">6413 5147,'8'7,"0"-1,0 1,0-2,1 1,0-1,0 0,0-1,1 0,-1-1,1 0,0 0,0-1,0 0,0-1,1 0,-1-1,0 0,0 0,1-1,-1 0,0-1,0 0,0-1,0 0,-1-1,1 0,0-1,-5 2,-1 0,0 0,-1-1,1 1,0-1,-1 0,0 0,0 0,0-1,0 1,-1-1,0 1,0-1,0 0,0 0,-1 0,0 0,0 0,0 0,0 0,-1 0,0-1,0 1,-1 0,1 0,-1 0,0 0,-1 0,1 0,-1 0,0 0,0 0,0 1,-1-1,1 1,-1 0,-1 0,1 0,0 0,-1 0,0 0,0 1,0 0,0 0,0 0,-1 0,1 1,-1 0,-2-2,-1 1,1 1,0 0,-1 0,1 0,-1 1,0 0,1 0,-1 1,0 0,0 0,1 1,-1 0,0 1,1-1,-1 1,1 1,0-1,-1 1,1 1,1-1,-1 1,0 1,1-1,0 1,0 0,0 0,1 1,0-1,0 1,0 1,1-1,0 1,0-1,0 1,-1 5,-12 27,4-3</inkml:trace>
  <inkml:trace contextRef="#ctx0" brushRef="#br0" timeOffset="67606.117">5370 6216,'16'-37,"-3"0,0-1,-3 0,-1-1,1-18,9-39,-3 29,-13 83,-3 61,-2-45,2 1,1-1,2 0,1 1,2-2,0 1,8 17,2-12</inkml:trace>
  <inkml:trace contextRef="#ctx0" brushRef="#br0" timeOffset="68021.26">5958 5962,'-4'12,"0"1,1-1,0 1,1-1,0 1,1 0,0 0,1 0,1-1,1 10,-1-17,-1 0,1-1,0 1,1 0,-1-1,1 1,0-1,0 0,0 0,0 0,1 0,0 0,0 0,0-1,0 1,0-1,1 0,-1 0,1 0,0 0,0-1,0 1,0-1,1 0,-1 0,1-1,-1 0,1 1,-1-1,2 0,-1-1,1 0,-1 0,0 0,1 0,-1-1,0 0,0 0,1 0,-1-1,0 0,0 0,-1 0,1 0,0-1,-1 0,1 0,-1 0,0 0,0-1,0 0,0 0,-1 0,2-2,2-3,-1-1,0 1,-1-1,0 0,-1 0,0 0,0 0,-1-1,0 0,-1 0,-1 0,1-1,-1-1,-1 0,0 0,-1 0,0 1,-1-1,0 0,-2-4,3 13,0 0,-1 0,1 1,-1-1,1 0,-1 1,0-1,0 1,-1-1,1 1,-1 0,0 0,0 0,0 1,0-1,0 1,0-1,-1 1,1 0,-1 0,1 1,-1-1,0 1,0 0,0 0,0 0,0 0,-1 1,-2 0,-1 1,1 1,-1-1,1 1,0 1,0-1,0 1,0 1,1-1,-1 1,1 0,0 1,0-1,0 1,1 0,-1 1,1-1,1 1,-1 0,1 0,0 1,0-1,1 1,0 0,0 0,0 0,1 0,0 0,0 8,-3 18</inkml:trace>
  <inkml:trace contextRef="#ctx0" brushRef="#br0" timeOffset="68355.939">6560 5962,'9'-44,"2"-1,2 1,14-28,2-11,-8 29,-21 53,0 1,1 0,-1 0,1 0,-1 0,1 0,-1 0,0 0,1 0,-1 0,1 0,-1 0,0 1,1-1,-1 0,1 0,-1 0,0 0,1 1,-1-1,0 0,1 0,-1 1,0-1,1 0,-1 1,0-1,0 0,1 1,-1-1,0 0,0 1,0-1,0 1,1-1,-1 0,0 1,0-1,0 1,0-1,0 0,0 1,0-1,0 1,0-1,0 0,0 1,0-1,-1 1,1-1,0 0,0 1,0-1,0 1,-1-1,1 0,0 1,11 358,10-248,-12-71</inkml:trace>
  <inkml:trace contextRef="#ctx0" brushRef="#br0" timeOffset="69954.045">5477 7112,'17'-30,"-1"-1,-2-1,-1-1,-1 0,-2 0,-2-1,-1 0,-1-1,-2 1,-1-20,-3 86,2 1,1 0,2-1,1 1,1-1,10 25,-8-33,1 0,0-1,2 0,1-1,6 7,5 2</inkml:trace>
  <inkml:trace contextRef="#ctx0" brushRef="#br0" timeOffset="70271.551">6159 7032,'12'-281,"-10"412,-2-88,8 125,17-103,-9-47</inkml:trace>
  <inkml:trace contextRef="#ctx0" brushRef="#br0" timeOffset="70636.477">6654 6952,'1'91,"-1"-88,1 0,0 0,0 0,0-1,1 1,-1 0,1-1,-1 0,1 1,0-1,0 0,0 0,0 0,0 0,1 0,-1 0,1-1,-1 1,1-1,-1 1,1-1,0 0,0 0,0-1,-1 1,1 0,0-1,0 0,3 1,4-2,-1-1,1 1,0-2,-1 1,1-1,-1 0,0-1,0 0,0-1,0 0,-1 0,0-1,0 0,0 0,-1-1,0 0,0 0,-1-1,0 0,0 0,-1 0,0-1,0 0,-1 0,0 0,-1 0,0-1,-1 1,1-1,-2 0,1 1,-2-1,1-4,-1 6,-1-1,0 0,0 0,-1 0,0 1,-1-1,0 1,0 0,0-1,-1 1,-1 1,1-1,-1 1,-4-4,7 7,-2 1,1-1,0 1,-1 0,1 0,-1 1,0-1,0 1,0 0,-1 0,1 0,0 0,-1 1,1 0,-1 0,1 0,-1 0,1 1,-1 0,0 0,1 0,-1 0,0 1,1-1,-1 1,1 1,-1-1,-1 1,-10 7,1 1,0 0,1 2,0-1,1 1,0 1,1 0,1 1,0 1,0-1,2 2,0-1,-6 15,10-21,-23 40</inkml:trace>
  <inkml:trace contextRef="#ctx0" brushRef="#br0" timeOffset="71320.972">5691 8209,'28'-76,"-3"-1,-3-1,8-65,-42 176,3 2,1 0,1 0,3 1,0-1,3 1,1 0,1 0,6 28,3-20</inkml:trace>
  <inkml:trace contextRef="#ctx0" brushRef="#br0" timeOffset="71604.527">6199 8102,'90'-226,"-81"207,-14 52,-4 9,3 0,1 1,1-1,3 1,2 8,18 45,-5-61</inkml:trace>
  <inkml:trace contextRef="#ctx0" brushRef="#br0" timeOffset="71905.525">6774 8035,'72'-276,"-68"256,1 58,-10 89,0-49,4-1,3 1,6 20,-3-62</inkml:trace>
  <inkml:trace contextRef="#ctx0" brushRef="#br0" timeOffset="73256.221">1494 9372,'25'4,"0"-2,0 0,0-1,1-2,-1-1,0-1,15-3,17-2,1263-74,-778 60,141-31,247-8,-83 23,-82-14,-547 40,222-6,-156 19,-316-3,13-1</inkml:trace>
  <inkml:trace contextRef="#ctx0" brushRef="#br1" timeOffset="80454.483">50 1818,'-2'6,"1"-1,-1 1,1-1,1 1,-1 0,1 0,0-1,0 1,1 0,-1-1,1 1,1 0,-1-1,1 1,0-1,0 0,0 1,1-1,0 0,0 0,0-1,1 1,-1-1,1 0,0 1,1-2,-1 1,1 0,-1-1,2 0,-1 0,0 0,1 0,0-1,0 0,-1 0,1 0,0-1,0 0,0 0,1-1,-1 1,0-2,0 1,0 0,0-1,0 0,0-1,0 1,0-1,0 0,-1-1,1 1,-1-1,1 0,-1 0,0-1,0 0,0 0,-1 0,0 0,0-1,0 0,0 1,0-1,1-5,1-1,-2 0,1 0,-2 0,1-1,-2 1,1-1,-2 0,1 0,-2 0,1 0,-2 0,0 0,0 0,0 6,1 0,-1 0,-1 0,1 1,-1-1,0 0,-1 1,1-1,-1 1,0 0,0 0,-1 0,1 0,-1 1,0-1,-1 1,1 0,-1 0,1 1,-1-1,-1 1,1 0,0 0,-1 1,1-1,-3 1,2 0,0 1,0 1,0-1,0 1,0 0,-1 0,1 1,0 0,1 0,-1 0,0 1,0-1,0 2,1-1,-1 0,1 1,0 0,0 1,0-1,0 1,0 0,1 0,0 0,-3 3,-4 6,0 0,1 1,1 0,0 1,0-1,2 2,0-1,0 3,-7 23</inkml:trace>
  <inkml:trace contextRef="#ctx0" brushRef="#br1" timeOffset="81084.102">250 2634,'88'-224,"-64"171,-16 42,-8 27,-26 334,25-286</inkml:trace>
  <inkml:trace contextRef="#ctx0" brushRef="#br1" timeOffset="81753.09">224 3475,'6'-6,"0"0,1 0,0 1,0 0,0 0,1 0,-1 1,1 0,0 0,1 1,-1 0,0 1,1 0,0 0,-1 1,1 0,0 0,4 1,-12 0,1 0,0-1,0 1,0 0,0 0,0 0,-1 1,1-1,0 0,0 1,0-1,-1 1,1-1,0 1,0 0,-1 0,1 0,-1 0,1 0,-1 0,1 0,-1 1,0-1,1 0,-1 1,0-1,0 1,0-1,0 1,0 0,0-1,-1 1,1 0,-1 0,1 0,-1-1,1 1,-1 0,0 0,0 0,0 0,0 0,0-1,-1 1,1 2,-6 12,-1-1,-1 1,0-1,0-1,-2 1,1-1,-2-1,0 0,-1-1,0 0,-1 0,-1 2,-92 107,105-120,0 0,0 0,1 0,-1 0,0 0,1 0,-1 0,0 0,1 0,0 0,-1 0,1 0,0 1,-1-1,1 0,0 0,0 0,0 1,0-1,0 0,0 0,0 0,0 1,1-1,-1 0,0 0,1 0,-1 0,1 0,-1 0,1 0,0 0,-1 0,1 0,0 0,0 0,0 0,0 0,0-1,0 1,0 0,0-1,0 1,0 0,0-1,0 1,0-1,0 0,0 1,1-1,-1 0,0 0,0 0,0 0,0 0,1 0,-1 0,0 0,0 0,0-1,1 1,35-1,1-1,-2-2,1-2,0-1,31-11,-45 12,40-10,-8 1</inkml:trace>
  <inkml:trace contextRef="#ctx0" brushRef="#br1" timeOffset="82570.734">411 4252,'22'-13,"0"2,1 1,0 0,1 2,0 1,1 0,-1 2,3 1,-25 3,0 0,1 0,-1 1,1-1,-1 1,1-1,-1 1,1 0,-1 0,1 0,-1 0,1 1,-1-1,1 1,-1-1,1 1,-1 0,1 0,-1 0,0 0,0 1,1-1,-1 0,0 1,0 0,-1-1,1 1,0 0,0 0,-1 0,1 0,-1 0,0 0,0 1,1-1,-2 0,1 1,0-1,0 1,-1-1,1 1,-1-1,0 1,0-1,0 1,0 0,-4 6,-1 1,0-1,-1 0,0-1,0 1,0-1,-2-1,1 1,0-1,-1 0,-1-1,1 0,-10 5,-38 25,55-35,1-1,-1 0,1 0,-1 1,1-1,0 0,-1 1,1-1,-1 1,1-1,0 1,0-1,-1 0,1 1,0-1,0 1,-1-1,1 1,0-1,0 1,0 0,0-1,0 1,0-1,0 1,0-1,0 1,0-1,0 1,0-1,0 1,0-1,1 1,-1-1,0 1,0-1,1 1,-1-1,0 1,1-1,-1 1,0-1,1 0,-1 1,0-1,1 0,-1 1,1-1,-1 0,1 0,-1 1,1-1,-1 0,1 0,0 0,34 13,-28-11,3 1,0-1,0 1,-1 1,1-1,-1 2,0-1,0 1,0 1,-1 0,1 0,-2 0,1 1,-1 1,0-1,0 1,-1 0,0 0,3 6,-9-11,1-1,-1 1,0-1,0 1,0 0,0-1,0 1,0-1,-1 1,1-1,-1 1,0-1,0 1,0-1,0 0,0 1,0-1,-1 0,1 0,-1 0,1 0,-1 0,0 0,0 0,0-1,0 1,0-1,0 1,0-1,-2 1,-72 31,43-24,0-1,-1-2,0-1,0-2,0-1,-21-3,47 0,17 0</inkml:trace>
  <inkml:trace contextRef="#ctx0" brushRef="#br1" timeOffset="83207.053">611 5014,'-21'55,"19"-41,-5 27,1 1,3 0,1 0,2 10,0-50,-1 0,1 0,0 0,-1 0,1 0,0 0,0 1,1-1,-1 0,0 0,1 0,-1 0,1 0,0 0,-1 0,1 0,0 0,0 0,0-1,1 1,-1 0,0 0,1-1,-1 1,1-1,-1 0,1 1,0-1,0 0,0 0,-1 0,1 0,0 0,0 0,0-1,0 1,0-1,1 1,-1-1,8-4,0 0,0 0,0-1,-1-1,0 1,0-1,0-1,-1 0,0 0,0-1,-1 0,0 0,0-1,4-7,15-20,-42 60,7 4,1 1,1 0,1 1,2-1,1 1,2 0,1 0,1 0,3 20,-2-8,1 18</inkml:trace>
  <inkml:trace contextRef="#ctx0" brushRef="#br1" timeOffset="83702.711">451 6177,'0'3,"-1"1,1 0,1 0,-1-1,0 1,1 0,0 0,0-1,0 1,0-1,1 1,-1-1,1 1,0-1,0 0,0 0,1 2,-1-2,63 86,-50-72,-1 1,0 0,-2 1,-1 0,0 1,7 19,-17-37,0 0,0 0,-1 0,1 0,-1 1,1-1,-1 0,0 0,0 1,0-1,0 0,0 1,0-1,-1 0,1 0,-1 1,1-1,-1 0,0 0,0 0,0 0,0 0,-1 0,1 0,0 0,-1 0,1-1,-1 1,0-1,0 1,1-1,-1 1,0-1,0 0,0 0,0 0,0 0,-1 0,-66 14,33-14</inkml:trace>
  <inkml:trace contextRef="#ctx0" brushRef="#br1" timeOffset="83904.739">490 6123,'19'-5,"14"-1,11-2,10-2,6-1,1 1,-4 2,-11 2</inkml:trace>
  <inkml:trace contextRef="#ctx0" brushRef="#br1" timeOffset="84638.857">597 7072,'-4'-2,"-1"0,0 0,0 0,0 0,0 1,0 0,0 0,0 1,0-1,-1 1,1 0,0 1,0-1,0 1,0 0,0 0,0 0,0 1,0 0,0 0,0 0,1 1,-1-1,1 1,0 0,0 1,0-1,0 1,0-1,1 1,-1 0,-1 4,-6 6,0 1,2 0,-1 0,2 1,0 0,1 1,1 0,0 0,1 0,1 1,1-1,0 1,2 0,0 0,1 0,0 0,2 0,0 0,1 0,4 12,-5-24,0 0,1 0,0 0,0-1,0 1,1-1,0 0,0 0,0 0,1 0,-1-1,1 1,0-1,1-1,-1 1,1-1,-1 0,1 0,0 0,0-1,0 0,1 0,-1-1,0 0,1 0,-1 0,1-1,-1 0,1 0,-1 0,1-1,-1 0,0 0,1-1,-1 0,0 0,4-2,-6 1,-1 1,1-1,-1 0,0 0,0 0,0-1,0 1,0-1,-1 1,1-1,-1 0,0 0,0 0,-1-1,1 1,-1 0,0-1,0 1,0 0,-1-1,1 1,-1-1,0 1,-1-1,1 0,0 2,-1 0,1 0,-1-1,0 1,0 0,0 0,0 0,0 0,-1 0,1 1,-1-1,0 0,0 1,0-1,0 1,0-1,0 1,-1 0,1 0,-1 0,1 0,-1 1,0-1,0 1,0-1,0 1,0 0,0 0,0 1,0-1,-1 0,1 1,0 0,-3 0,1 0,0 1,0 0,0 0,0 0,0 0,0 1,0 0,1 0,-1 0,1 1,-1-1,1 1,0 0,0 1,0-1,0 1,1-1,-1 1,1 0,0 0,0 1,-1 2,-1 2,0 1,0-1,1 1,1 0,-1 1,2-1,-1 0,2 1,-1 0,1 2,1 28</inkml:trace>
  <inkml:trace contextRef="#ctx0" brushRef="#br1" timeOffset="85105.235">411 8195,'13'-8,"0"0,1 2,0 0,1 0,-1 1,1 1,0 1,0 0,1 0,-1 2,1 0,-1 1,1 0,-11 1,-1 0,0 0,0 1,0-1,0 1,0 0,0 0,0 0,-1 1,1-1,-1 1,0 0,1 0,-1 0,-1 0,1 1,0-1,-1 1,0 0,0-1,0 1,0 0,0 0,-1 0,0 1,13 110,-46 308,31-396</inkml:trace>
  <inkml:trace contextRef="#ctx0" brushRef="#br1" timeOffset="85355.408">477 8516,'9'-5,"15"-1,16-2,20-4,16-3,10-2,3-2,-14 3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7:05.3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0 371,'24'20,"0"1,-2 1,-1 1,0 1,-2 1,-1 0,12 22,-19-30,54 74,-65-90,1 0,-1 0,1-1,-1 1,1 0,0-1,-1 1,1 0,0-1,-1 1,1-1,0 1,0-1,0 1,-1-1,1 0,0 1,0-1,0 0,0 0,0 1,0-1,-1 0,1 0,0 0,0 0,0 0,0 0,0-1,0 1,0 0,0 0,0-1,-1 1,1 0,0-1,0 1,0-1,-1 1,1-1,0 1,-1-1,1 0,0 1,-1-1,1 0,0 0,17-46,-15 37,40-154,-39 157,-4 17,-2 16,0-21,1 0,0 0,0-1,1 1,-1 0,1 0,0 0,1 0,-1 0,1-1,0 1,0 0,0 0,1-1,0 1,0-1,0 1,0-1,1 0,-1 0,1 0,0 0,0-1,1 1,-1-1,1 1,0-1,10 2,1 0,0-1,0 0,1-1,-1-1,0 0,1-1,0-1,-1 0,1-2,0 1,20-1,0-1,0-2,-1-1,1-2,-2-2,1 0,26-14,-59 24,1-1,-1 1,0-1,0 0,0 1,1-1,-1 0,0 0,0-1,0 1,0 0,-1-1,1 1,0-1,-1 1,1-1,-1 0,1 0,-1 0,0 0,1 0,-1 0,0 0,-1 0,1 0,0 0,-1-1,1 1,-1 0,1 0,-1-1,0 1,0 0,0-1,-1 1,1 0,0-1,-1 1,1 0,-1 0,0 0,0-1,0 1,0 0,0 0,0 0,-3 0,1-1,-1 1,1 0,-1 0,0 0,0 0,0 1,0 0,0-1,0 1,0 1,0-1,0 1,0-1,-1 1,1 1,0-1,0 0,0 1,-1 0,1 0,0 0,0 1,0-1,1 1,-1 0,0 0,1 0,-1 0,1 1,0 0,-1-1,1 1,1 0,-1 1,0-1,1 0,-1 1,1 0,0-1,0 1,1 0,-1 0,1 0,0 0,-1-1,0 0,1-1,-1 1,1 0,0 0,0 0,0 0,0 0,0 0,0 0,1 0,0 0,0 0,0 1,0-1,0 0,0 0,1 0,0 0,-1 0,1 0,0 0,1 0,-1 0,0 0,1 0,0-1,-1 1,1-1,0 1,1-1,-1 0,0 1,0-1,1 0,0-1,-1 1,1 0,0-1,1 1,2-1,0-1,0 0,0 0,0 0,0-1,0 0,0 0,-1 0,1-1,0 0,-1 0,1-1,-1 1,1-1,-1 0,0-1,0 1,-1-1,1 0,-1 0,0 0,0-1,0 0,-1 1,1-1,-1-1,0 1,-1 0,1-2,-2 7,0 0,0 0,0 0,-1 1,1-1,0 0,0 0,0 1,-1-1,1 1,0-1,0 0,-1 1,1-1,-1 1,1 0,0-1,-1 1,1-1,-1 1,1 0,-1 0,1-1,-1 1,0 0,1 0,-1-1,0 1,0 0,1 0,-1 0,0 0,0-1,0 1,0 0,0 0,0 0,2 5,1 0,1 0,-1 1,1-2,1 1,-1 0,1-1,0 0,0 0,0 0,1 0,5 3,-8-7,-1 1,1-1,0 1,0-1,0 0,-1 0,1 0,0-1,0 1,0-1,0 1,0-1,0 0,0 0,0-1,0 1,0-1,0 1,0-1,0 0,0 0,0 0,0 0,-1-1,1 1,0-1,-1 1,0-1,2-1,4-7,-1 1,0-1,-1-1,0 1,0-1,-1 0,0 0,-1-1,-1 0,0 1,0-1,-1 0,-1 0,1-12,2-8,-2 0,0 0,-3-1,0 1,-2-1,-2 1,0 0,-3 1,0-1,-8-16,15 46,1-1,0 1,-1 0,1 0,-1 0,0 0,0 0,0 0,0 0,0 0,0 0,0 0,0 0,-1 1,1-1,-1 1,0-1,1 1,-1-1,0 1,0 0,0 0,0 0,0 0,0 0,0 0,0 0,0 1,0-1,0 1,0 0,-1 0,1-1,0 1,0 1,-1-1,-1 0,-1 6,1 0,-1-1,1 1,0 1,1-1,0 1,0-1,0 1,1 0,0 0,0 0,0 0,1 0,0 1,1-1,0 1,-3 12,1-1,1 1,0 0,2 0,0 0,2-1,0 1,1-1,1 0,0 0,2 0,0-1,1 0,1 0,1-1,0 0,1-1,1 0,1 0,0-2,1 1,0-2,1 0,1-1,0 0,0-1,1-1,5 2,-19-11,0 0,0 0,0 0,0 0,0-1,0 1,0-1,0 1,0-1,0 0,0 0,1-1,-1 1,0-1,0 1,0-1,0 0,0 0,0 0,-1-1,1 1,0-1,0 1,-1-1,1 0,-1 0,0 0,0 0,1-1,-1 1,1-2,49-77,-52 80,0 1,0-1,1 0,-1 1,0-1,0 1,0-1,1 1,-1-1,0 1,0-1,1 1,-1-1,0 1,1-1,-1 1,1 0,-1-1,1 1,-1-1,1 1,-1 0,1 0,-1-1,1 1,-1 0,1 0,-1 0,1-1,-1 1,1 0,0 0,-1 0,1 0,-1 0,1 0,0 0,-1 0,1 1,-1-1,1 0,-1 0,1 0,-1 1,1-1,-1 0,1 0,-1 1,1-1,-1 0,1 1,-1-1,1 1,-1 0,12 32,-10-25,-1-3,-1-1,1 1,0 0,1-1,-1 0,1 1,0-1,0 0,0 0,1 0,-1 0,1 0,0 0,0-1,0 0,1 1,-1-1,1 0,0-1,0 1,0-1,0 1,0-1,0-1,1 1,-1 0,0-1,1 0,0 0,-1 0,1-1,0 0,-1 0,1 0,0 0,3-1,-2-2,0 1,0-1,-1 0,1-1,-1 1,0-1,0 0,0 0,0-1,-1 1,1-1,-1 0,0-1,-1 1,0-1,1 1,-2-1,1 0,-1 0,1-2,3-9,-2-1,0 1,0-1,-2 0,0 0,-1-12,-1 17,1 21,2 14,1-7,-1 0,2 0,0-1,1 0,0 0,1 0,1-1,0 0,0 0,2-1,2 2,-12-12,1-1,0 0,-1 0,1 0,0 0,0 0,0 0,0 0,0-1,-1 1,2 0,-1 0,0-1,0 1,0-1,0 1,0-1,0 1,1-1,-1 1,0-1,0 0,1 0,-1 0,0 0,0 0,1 0,-1 0,0 0,0 0,1-1,-1 1,0 0,0-1,0 1,1-1,-1 0,0 1,0-1,0 0,0 0,0 1,0-1,0-1,3-14,-4-2</inkml:trace>
  <inkml:trace contextRef="#ctx0" brushRef="#br0" timeOffset="246.499">882 131,'25'-2,"24"-1,20 0,16-2,10 1,4 0,-14 1</inkml:trace>
  <inkml:trace contextRef="#ctx0" brushRef="#br0" timeOffset="1475.783">2072 558,'4'0,"-6"-17,-68-209,62 211,9 15,-1 0,0 0,0 0,0 0,0 0,0 0,1 0,-1-1,0 1,0 0,0 0,0 0,0 0,0-1,5 5,0-1,0 1,1-2,-1 1,0 0,1-1,0 0,-1-1,1 1,0-1,0 0,0 0,0-1,6 0,-7 1,217 4,-220-6,0 1,0 0,0-1,0 1,0 0,0 0,0 0,0 0,0 1,0-1,0 0,0 1,0-1,0 1,0 0,0 0,0 0,0 0,-1 0,1 0,0 0,-1 1,1-1,-1 0,0 1,1 0,-1-1,0 1,0 0,0-1,0 1,0 0,0 0,0 0,0 1,0 56,-2-52,0 0,1 0,0 0,0 1,1-1,0 0,0 0,1 0,0 0,0 0,0 0,1 0,0-1,0 0,1 1,1 0,0-2,0 1,1-1,0 0,0 0,0-1,1 0,0 0,0 0,0-1,0 0,0-1,1 1,-1-1,1-1,-1 1,1-1,0-1,-1 1,1-1,0-1,0 0,-1 0,1 0,-1-1,1 0,-1 0,0-1,1 0,-1 0,-1-1,1 0,0 0,0-1,1-3,0-1,-1-1,0 1,0-1,-1 0,-1-1,1 1,-2-1,1 0,-2-1,1-2,2-1,-6 14,0 0,0 0,1 0,-1 0,0 0,0 0,0 0,0 0,0 0,0 0,0 0,0 0,0 0,-1 0,1 0,0 0,-1 0,1 0,-1 0,1 0,-1 0,1 0,-1 0,0 1,1-1,-1 0,0 0,0 1,1-1,-1 0,0 1,0-1,0 1,0-1,0 1,0 0,0-1,0 1,0 0,0 0,0-1,0 1,0 0,0 0,0 0,0 0,0 0,0 1,0-1,0 0,0 0,0 1,0-1,-1 1,-3-1,0 0,0 1,0 0,1-1,-1 2,0-1,1 0,-1 1,1 0,-1 0,1 1,0-1,0 1,0 0,0 0,0 0,1 0,-1 1,1-1,0 1,0 0,0 0,1 0,-1 0,1 1,0-1,0 1,1-1,-1 1,1 0,0 0,0-1,1 1,-1 0,1 0,0 0,1 2,2-2,1-1,0 1,0-1,0 0,1 0,-1 0,1-1,0 0,0 0,0 0,1 0,-1-1,1 0,-1 0,1 0,0-1,-1 0,1 0,0 0,0-1,0 0,0 0,-1-1,1 1,0-1,0 0,0-1,-1 0,1 1,1-2,-3 1,-1 0,1-1,-1 1,0-1,0 1,0-1,0 0,0 0,0 0,-1-1,0 1,1-1,-1 1,0-1,-1 0,1 1,-1-1,0 0,0 0,0 0,0 0,-1-1,1 1,-1 0,0 0,0 0,-1 0,1-1,-2 38,2-29,1 0,-1 1,1-1,0 1,0-1,0 0,0 0,1 1,0-1,0 0,0 0,0-1,1 1,-1 0,1-1,0 1,0-1,0 0,1 0,-1 0,1-1,-1 1,1-1,0 0,0 0,0 0,0 0,1-1,-1 0,0 0,1 0,1 0,13-2,-1-1,0-1,0 0,0-2,0 0,-1-1,1 0,-1-2,-1 0,0-1,0 0,10-9,-17 13,0 0,-1 0,0-1,0 0,0 0,-1-1,0 0,0 0,0-1,-1 0,0 0,-1-1,0 1,0-1,-1 0,0 0,-1-1,1-3,1-11,-1 0,-2 0,-1 0,0 0,-2-1,-1 1,0 0,-2 0,-1 1,-1-1,-6-14,-27-20,38 57,0-1,-1 1,1 1,-1-1,1 0,-1 0,1 1,-1-1,0 0,1 1,-1 0,0-1,1 1,-1 0,0 0,1 0,-1 0,0 0,1 0,-1 1,0-1,1 1,-1-1,0 1,1-1,-1 1,1 0,-1 0,1 0,-1 0,1 0,0 0,-1 0,1 0,0 0,0 1,0-1,0 0,0 2,-10 12,2 2,0-1,1 1,1 1,1-1,0 1,1 0,1 1,1-1,0 9,-1-12,0-1,1 1,1 0,1 0,0 0,1 1,0-1,1 0,1 0,1 0,0-1,1 1,0 0,1-1,1 0,0 0,1-1,0 0,1 0,1 0,0-1,0-1,1 1,11 8,-8-11,1-1,-1 0,2-1,-1-1,1 0,0-1,0 0,0-1,1-1,1 0,30 3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7:01.6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161 33,'-7'21,"-2"17,0 17,5 14,4 10,5 4,4 0,0-3,-1-8,-2-16</inkml:trace>
  <inkml:trace contextRef="#ctx0" brushRef="#br0" timeOffset="643.08">1 6,'11'-2,"1"0,-1 1,1 1,0 0,-1 0,1 1,0 1,-1 0,0 0,1 1,5 3,-13-5,10 2,0 0,0 1,0 0,0 1,-1 1,0 0,0 1,0 0,-1 1,0 1,-1 0,0 0,0 1,-1 0,0 1,-1 0,0 1,-1 0,6 10,-12-17,-1 1,1-1,-1 1,0 0,-1-1,1 1,-1 0,0-1,-1 1,1 0,-1-1,0 1,-1-1,1 1,-1-1,0 1,0-1,-1 0,1 0,-1 0,0 0,-1-1,1 1,-1-1,0 0,0 0,-1 1,-9 7,-1 0,0-1,-1-1,0 0,-1-1,0-1,-11 4,13-6,1 0,-1-1,0-1,-1 0,1-1,-1-1,-4 0,20-2,0 0,1 0,-1-1,0 1,0 0,0-1,0 1,0 0,0-1,0 1,0 0,0-1,0 1,0 0,0 0,0-1,0 1,0 0,0-1,0 1,0 0,0-1,0 1,-1 0,1 0,0-1,0 1,0 0,-1 0,1-1,0 1,0 0,0 0,-1-1,1 1,0 0,-1 0,1 0,0 0,0 0,-1-1,1 1,0 0,-1 0,1 0,0 0,-1 0,1 0,0 0,-1 0,1 0,0 0,0 0,-1 0,1 0,0 0,-1 1,1-1,0 0,9-4,1 0,0 1,0 0,0 0,1 1,-1 0,0 1,1 1,1-1,0 1,7-2,0 2,1 1,-1 0,0 1,0 1,0 1,0 1,-1 0,1 2,3 2,-12-5,-1 1,0 0,0 0,0 1,0 0,-1 0,0 1,-1 0,1 1,-1 0,-1 0,1 0,-1 1,-1 0,0 0,0 0,-1 1,0 0,2 6,-5-11,0-1,0 0,-1 1,1-1,-1 1,0-1,0 1,0-1,-1 1,1-1,-1 0,0 1,-1-1,1 0,-1 0,0 1,0-1,0-1,0 1,-1 0,1 0,-1-1,0 0,0 1,0-1,-1 0,1-1,-1 1,0 0,1-1,-1 0,0 0,0 0,-1-1,1 1,0-1,-1 0,-1 0,-1 0,0 0,-1 0,1-1,-1 0,1 0,-1-1,1 0,0 0,-1-1,1 0,0 0,0-1,0 0,0 0,1 0,-5-4,7 5,1 0,0 0,0-1,0 1,0-1,1 0,-1 0,1 0,0 0,-1 0,1 0,1 0,-1-1,0 1,1-1,0 1,0-1,0 0,0 1,0-1,1 0,-1 0,1 0,0 1,1-1,-1 0,1 0,-1 0,1 1,0-1,0 0,1 1,0-2,6-7,1 1,1-1,0 1,0 1,1 0,0 0,1 1,0 1,1 0,-1 1,1 0,1 1,-1 0,1 1,0 1,1 0,-1 1,10-1,-9-1,-1 1,1 0,-1 1,1 1,0 1,0 0,0 1,0 0,0 1,0 1,0 0,0 1,-1 1,1 0,9 5,-20-6,-1 1,1-1,-1 1,1 0,-1 0,0 0,-1 1,1-1,-1 1,0-1,0 1,0 0,-1 0,1 0,-1 0,0 0,-1 0,1 0,-1 0,0 0,0 0,-1 0,0 0,1 0,-2 2,6 70,-3-75,0 0,-1 0,1-1,0 1,0 0,0 0,1 0,-1-1,0 1,1-1,-1 1,1-1,-1 1,1-1,0 0,-1 0,1 0,0 0,0 0,0 0,0 0,0-1,0 1,0-1,0 1,0-1,0 0,0 0,0 0,0 0,1 0,-1 0,0-1,14-3</inkml:trace>
  <inkml:trace contextRef="#ctx0" brushRef="#br0" timeOffset="1110.751">669 153,'34'23,"1"-1,0-3,1 0,36 11,57 30,-121-56,0 0,0 0,0 1,-1 0,0 1,0 0,-1 0,1 0,-1 0,-1 1,1 0,-1 1,0-1,-1 1,0 0,0 0,-1 0,0 1,0-1,-1 1,0-1,0 7,-1 35,-2-42,0 0,1 0,0 0,0 0,1 0,0-1,1 1,-1 0,2-1,-1 1,1-1,1 2,-3-7,0 0,1 0,0 0,-1-1,1 1,0 0,0-1,0 0,0 1,0-1,0 0,0 0,1 0,-1 0,0 0,1-1,-1 1,0-1,1 0,-1 1,1-1,-1 0,0 0,1-1,-1 1,1 0,-1-1,0 1,1-1,-1 0,0 0,0 0,1 0,-1-1,6-1,-1-1,0-1,0 1,-1-1,1 0,-1 0,0-1,-1 0,4-5,0-2,-1 0,-1-1,0 0,-1 0,0 0,-1-1,-1 0,0 0,-1 0,0-6,-2-4,-1 26,0-1,0 0,0 0,0 1,0-1,0 0,-1 0,1 1,0-1,0 0,0 0,0 0,0 1,-1-1,1 0,0 0,0 0,0 0,0 1,-1-1,1 0,0 0,0 0,-1 0,1 0,0 0,0 0,-1 0,1 1,0-1,0 0,-1 0,1 0,0 0,0 0,-1 0,1-1,0 1,0 0,-1 0,1 0,0 0,0 0,0 0,-1 0,1 0,0 0,0-1,0 1,-1 0,-2 7,1 1,-1-1,1 1,0-1,1 1,0 0,0 0,1-1,0 1,0 0,1 0,0 0,0-1,0 1,1 0,1-1,-1 0,1 1,1-1,-1 0,1 0,0-1,1 1,-1-1,1 0,1 0,-1-1,1 1,0-1,0 0,2 0,79 13,-44-19</inkml:trace>
  <inkml:trace contextRef="#ctx0" brushRef="#br0" timeOffset="1808.879">1818 420,'-6'-4,"0"0,0 1,0-1,-1 1,0 1,0-1,0 1,0 0,0 1,0-1,0 2,0-1,-1 1,1 0,0 0,0 1,0 0,-1 0,1 1,0 0,0 0,1 0,-1 1,0 0,1 1,0-1,0 1,0 1,0-1,0 1,1 0,-4 4,8-7,-1 1,1-1,-1 1,1 0,0-1,0 1,0 0,1 0,-1 0,1 0,-1 0,1-1,0 1,0 0,0 0,1 0,-1 0,1 0,-1 0,1 0,0-1,0 1,0 0,1-1,-1 1,1 0,-1-1,1 0,0 1,0-1,0 0,0 0,0 0,0 0,1 0,4 3,0 0,0-1,1 1,0-1,0 0,0-1,0 0,0-1,1 1,-1-1,4-1,-7 0,0 0,0-1,1 0,-1 0,0 0,1-1,-1 0,0 0,0 0,0-1,1 0,-2 0,1 0,0 0,0-1,-1 0,1 0,-1 0,0 0,3-4,-6 7,0-1,0 1,1 0,-1-1,0 1,0 0,0-1,0 1,1 0,-1 0,0 0,0 0,0 0,0 1,1-1,-1 0,0 0,0 1,0-1,0 1,0-1,0 1,0-1,0 1,0 0,0-1,0 1,0 0,0 0,0 0,-1 0,1 0,0 0,-1 0,1 0,0 0,-1 0,1 0,-1 0,0 0,1 0,-1 0,0 1,0-1,7 10,-5-8,0 1,1-1,-1 1,0-1,1 0,0 0,0 0,0-1,0 1,0-1,0 1,1-1,-1 0,1 0,0-1,-1 1,1-1,0 0,0 0,0 0,0 0,0-1,0 0,0 1,0-1,0-1,0 1,0-1,0 1,0-1,0 0,0-1,0 1,-1-1,2 0,3-8,-1 0,0 0,0 0,-1-1,-1 0,0 0,0 0,-1-1,0 0,-1 0,-1 0,0 0,0 0,-1 0,-1-4,6-123,-5 137,0 1,0-1,0 1,0-1,0 1,0 0,1-1,-1 1,0 0,1 0,-1 0,1 0,-1 0,1 1,0-1,-1 0,1 1,0-1,-1 1,1-1,0 1,0 0,-1 0,1 0,0 0,0 0,-1 0,1 0,0 1,0-1,-1 1,1-1,0 1,-1-1,1 1,0 0,-1 0,1 0,-1 0,0 0,1 0,-1 1,7 1,20 6,57 28,-81-32,-1 0,0 1,0-1,0 1,-1 0,0-1,0 1,0 0,-1 0,0 0,0 0,0 1,-1-1,0 0,0 0,-1 0,0 0,0 0,0 0,-1 0,0 0,0 0,-1 1,2 1,-6 16,-6 47,13-69,0 1,1-1,-1 0,0 0,1 0,-1 0,1 0,0 0,0 0,-1 0,1 0,0 0,1 0,-1-1,0 1,1 0,-1-1,0 1,1-1,0 0,-1 1,1-1,0 0,0 0,0 0,0 0,0 0,0 0,0-1,1 1,12 1,-1-1,1-1,-1 0,1-1,-1-1,1 0,-1 0,0-2,0 0,0-1,-1 0,0-1,0 0,7-5,18-9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7:00.3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54 588,'23'0,"21"-2,16-3,17-3,11-5,6-2,-1-1,-10 2,-14 4,-26 3,-20 3</inkml:trace>
  <inkml:trace contextRef="#ctx0" brushRef="#br0" timeOffset="251.912">1 882,'13'0,"17"-2,16-5,14-4,9-3,5 0,2-1,-3 3,-7 2,-10 5,-10-1,-13 1</inkml:trace>
  <inkml:trace contextRef="#ctx0" brushRef="#br0" timeOffset="531.501">348 0,'-2'16,"1"19,4 24,0 22,3 23,2 18,0 11,-1 9,-2 2,-2-3,-2-7,0-12,-1-16,0-22,2-22,0-22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6:57.89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535 2,'-26'-1,"1"1,-1 2,1 1,-1 1,1 1,0 1,1 1,0 1,-21 10,21-9,1 1,0 1,0 1,1 1,1 1,0 1,-4 5,17-14,1 1,0 0,1 1,-1 0,2 0,-1 0,1 1,0 0,1-1,-1 2,2-1,0 0,0 1,0 0,1 0,1 0,0 0,0 0,1 8,1-5,1 0,0 0,1 0,1 0,0 0,0-1,1 0,1 0,0 0,1-1,0 1,0-2,2 1,-1-1,1 0,5 3,3 3,0-1,2-1,-1-1,2 0,0-1,0-2,1 0,1-1,0-1,-11-3,1-2,-1 0,1 0,-1-1,1 0,0-1,0 0,0-1,0-1,0 0,0 0,20-8</inkml:trace>
  <inkml:trace contextRef="#ctx0" brushRef="#br0" timeOffset="328.2">374 362,'0'0,"-1"0,1 0,-1 0,1 0,0 1,-1-1,1 0,-1 0,1 0,0 0,-1 0,1 1,0-1,-1 0,1 0,0 1,-1-1,1 0,0 0,0 1,-1-1,1 0,0 1,0-1,0 0,-1 1,1-1,0 1,0-1,0 0,0 1,0-1,0 1,0-1,0 0,0 1,0-1,0 1,0-1,0 0,0 1,0-1,0 0,0 1,0-1,1 1,-1-1,0 0,0 1,1-1,-1 0,0 1,0-1,1 0,-1 0,0 1,0-1,1 0,-1 0,0 1,1-1,-1 0,1 0,27 4,123-31,-149 27,0 0,0 0,0 0,0 0,0 0,0 0,0 0,0 1,0-1,0 1,0-1,0 1,0 0,0 0,0 0,0 0,-1 0,1 0,0 1,-1-1,1 0,-1 1,1 0,-1-1,0 1,0 0,0-1,0 1,0 0,0 0,0 0,0 0,-1 0,1 0,-1 0,0 0,1 0,-1 0,0 0,0 0,0 0,-1 0,1 0,-1 2,3 64,-3-54,0 0,1 0,1 0,0 0,1 1,0-2,1 1,1 0,0 0,1-1,0 0,1 0,1-1,2 4,3-3</inkml:trace>
  <inkml:trace contextRef="#ctx0" brushRef="#br0" timeOffset="876.731">762 604,'13'-40,"-1"-1,-3 1,-1-2,-2 1,-1-1,-2-18,-2 12,0 51,1 0,-1-1,1 1,0-1,0 1,0-1,0 0,0 1,1-1,-1 0,1 0,-1-1,1 1,0-1,-1 1,1-1,0 0,0 0,0 0,0 0,0-1,0 1,3-1,75 1,-80-1,22-2,-19 1,-1 0,1 0,0 0,0 0,0 1,0-1,0 1,0 0,-1 0,1 1,0-1,0 1,0 0,0 0,0 0,-1 0,1 1,-1-1,1 1,-1 0,1 0,-1 0,0 1,0-1,0 1,0 0,-1 0,1 0,-1 0,1 0,-1 1,17 107,-19-100,0 1,1-1,0 1,1-1,0 1,1-1,1 0,-1 0,2-1,-1 1,5 5,-5-12,0 0,0 0,1-1,-1 1,1-1,0 0,0 0,0-1,1 1,-1-1,1 0,-1-1,1 1,0-1,-1 0,1-1,0 1,0-1,-1 0,1-1,0 1,0-1,-1 0,1-1,0 1,-1-1,1 0,-1-1,0 1,4-3,0 0</inkml:trace>
  <inkml:trace contextRef="#ctx0" brushRef="#br0" timeOffset="1512.586">1618 390,'-11'-5,"-1"0,0 1,0 1,0 0,0 1,-1 0,1 1,-1 0,1 1,0 1,-1 0,1 0,-1 1,1 1,0 0,0 0,1 2,-1-1,1 1,0 1,0 0,0 1,1 0,0 0,0 1,1 1,0-1,1 1,-7 9,13-15,0 0,1 0,-1-1,1 1,-1 0,1 1,0-1,1 0,-1 0,0 0,1 0,0 1,-1-1,1 0,1 1,-1-1,0 0,1 0,0 1,-1-1,1 0,1 0,-1 0,0 0,1 0,-1 0,1-1,0 1,0 0,0-1,0 1,1-1,-1 0,1 0,-1 0,1 0,0 0,0-1,-1 1,1-1,0 1,1-1,0 0,5 2,-1 0,0 0,1-1,0 0,-1-1,1 0,0 0,0-1,0 0,0-1,-1 0,1 0,0-1,-1 0,1 0,-1-1,1 0,-1-1,0 0,0 0,-1 0,0-1,1-1,-1 1,-1-1,1 0,-1 0,0-1,-1 0,1 0,-2 0,1-1,-1 0,0 0,0 0,1-4,-3 5,-1 0,1 0,-1 0,0 0,0 0,-1-1,0 1,0 0,-1 0,0 0,0-1,-1 1,-2-4,4 10,0 1,0-1,0 1,0-1,0 1,0 0,0-1,0 1,0-1,0 1,-1 0,1-1,0 1,0-1,0 1,-1 0,1-1,0 1,-1 0,1 0,0-1,-1 1,1 0,0 0,-1-1,1 1,0 0,-1 0,1 0,-1-1,1 1,0 0,-1 0,1 0,-1 0,1 0,-1 0,1 0,0 0,-1 0,1 0,-1 0,1 0,-1 1,1-1,0 0,-1 0,1 0,0 0,-1 1,1-1,-1 0,1 0,0 1,-1-1,1 0,0 1,0-1,-1 0,-9 27,9-20,1 0,-1 1,1-1,1 0,-1 1,1-1,0 0,1 0,0 0,0 0,0 0,1 0,0-1,0 1,1-1,0 0,0 0,0 0,1 0,0-1,0 0,0 0,1 0,-1 0,1-1,0 0,1-1,-1 1,1-1,4 2,18 2</inkml:trace>
  <inkml:trace contextRef="#ctx0" brushRef="#br0" timeOffset="2129.941">1831 310,'0'9,"1"0,0 0,0 0,1 0,0 0,1 0,0-1,0 1,1-1,0 1,0-1,1-1,0 1,0-1,1 1,0-2,1 1,-1-1,1 0,0 0,1-1,-1 1,1-2,0 1,0-1,1-1,-1 1,1-1,0-1,-1 0,1 0,0 0,1-1,-1-1,0 0,0 0,0 0,0-1,0-1,0 0,7-2,-10 2,-1 0,1-1,-1 0,0 0,0 0,0-1,0 0,-1 0,1 0,-1 0,0-1,0 0,-1 0,1 0,-1 0,0 0,-1-1,1 1,-1-1,0 1,0-2,1-7,0-1,-1 0,0 1,-1-1,-1 0,0 0,-1 1,-1-2,-1 39,11 68,3-1,4-1,4 0,5-1,18 43,27 110,-56-192,-3 1,-3 0,1 24,-7-68,0-1,0 1,-1 0,0-1,0 1,0 0,-1-1,0 1,0 0,0-1,-1 1,1-1,-1 0,-1 1,1-1,-1 0,0 0,0 0,0-1,-1 1,1-1,-1 0,0 0,-1 0,1 0,-1-1,1 0,-1 0,0 0,0-1,-1 1,-8-2,0 0,1-1,-1-1,0 0,0-1,0 0,0-1,1-1,0 0,-1-1,2 0,-1-1,0 0,1-1,1 0,-2-2,-34-19,2-2,1-2,1-2,2-2,-28-32,64 64,0 0,1 0,-1-1,1 0,0 0,0 0,1 0,-1 0,1-1,1 1,-1-1,1 0,0 0,0 0,0 0,1 0,0 0,0 0,1-1,0 1,0 0,0-1,1 1,0 0,0 0,0 0,1-1,7-6,0 1,1 0,1 0,-1 1,2 1,0 0,0 0,0 1,1 1,1 0,12-5,-23 11,106-54,2 4,2 5,3 5,39-6,-72 24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8:16:55.6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59 416,'-26'-77,"26"77,0 1,0-1,0 1,-1-1,1 1,0-1,0 0,0 1,-1-1,1 1,0-1,0 0,-1 1,1-1,0 0,-1 1,1-1,-1 0,1 0,0 1,-1-1,1 0,-1 0,1 0,-1 0,1 1,0-1,-1 0,1 0,-1 0,1 0,-1 0,1 0,-1 0,1 0,-1 0,1 0,-1-1,1 1,0 0,-1 0,1 0,-1 0,1-1,-1 1,1 0,0-1,-1 1,1 0,0 0,-1-1,-2 19,0 1,1-1,1 1,1 0,0-1,2 1,0-1,1 1,1-1,0 0,2 0,0-1,1 1,0-1,2-1,6 11,-13-23,1 1,0-1,0 0,1-1,-1 1,1 0,-1-1,1 0,0 0,0 0,1 0,-1-1,1 0,-1 0,1 0,0 0,-1-1,1 1,0-1,0-1,0 1,0-1,0 0,0 0,0 0,0 0,0-1,0 0,0 0,0-1,0 1,-1-1,1 0,0 0,-1-1,0 1,1-1,-1 0,0 0,3-3,2-7,0 0,-1 0,0 0,-1-1,0 0,-1 0,-1-1,0 0,-1 0,-1 0,0 0,-1-1,-1 1,-1-1,0 1,0-1,-2 1,-1-11,1 8,-1-1,0 1,-1 0,-1 0,0 0,-2 1,0-1,-1 2,0-1,-2 1,0 0,0 1,-2 0,0 1,0 0,-7-4,16 15,0 1,0 0,0 0,0 0,0 0,-1 0,1 1,0 0,-1-1,0 1,1 0,-1 1,1-1,-1 1,0-1,0 1,1 0,-1 0,0 1,1-1,-1 1,0 0,1 0,-1 0,1 0,-1 1,1 0,0-1,0 1,0 0,0 0,0 1,0-1,0 1,1-1,-1 1,0 2,-5 5,1 1,0 0,1 1,1-1,0 1,0 0,1 1,1-1,0 1,1 0,0-1,1 1,0 0,1 0,0 0,1 0,1 0,0 0,1-1,0 1,1-1,0 0,1 0,0 0,1 0,1-1,0 0,0 0,2 0,29 24,0-9</inkml:trace>
  <inkml:trace contextRef="#ctx0" brushRef="#br0" timeOffset="518.608">487 82,'0'-81,"2"541,17-339,-19-120,0 0,0 0,1 0,-1 0,0 0,0 0,1 0,-1 0,0 0,1 0,-1 0,1-1,-1 1,1 0,0 0,-1 0,1-1,0 1,-1 0,1-1,0 1,0-1,0 1,0-1,0 1,-1-1,1 1,0-1,0 0,0 0,0 1,0-1,0 0,0 0,0 0,0 0,0 0,0 0,0 0,0-1,0 1,0 0,0 0,0-1,0 1,0-1,0 1,0-1,-1 1,1-1,0 1,0-1,-1 0,1 1,0-1,-1 0,1 0,0 0,-1 0,1 1,-1-1,0 0,1-1,6-10,0 0,-1-1,-1 0,0 0,-1 0,0 0,2-13,-3 12,0-1,1 1,1 0,0 1,1-1,1 1,1-2,-6 12,0 0,1 0,-1 0,1 1,-1-1,1 1,0-1,0 1,0 0,0 0,1 0,-1 1,0-1,1 1,-1 0,1 0,0 0,-1 0,1 1,0-1,-1 1,1 0,0 0,0 1,-1-1,1 1,0-1,-1 1,1 0,-1 1,1-1,2 2,6 2,-1 1,0 0,-1 1,0 0,0 0,0 1,-1 1,0 0,3 4,-8-10,-1-1,0 2,0-1,0 0,0 1,0-1,-1 1,0 0,0 0,0 0,0 0,0 0,-1 0,0 1,0-1,0 0,0 1,-1-1,1 1,-1-1,0 1,-1-1,1 1,-1-1,0 1,0-1,0 0,-1 0,1 1,-1-1,0 0,0 0,-10 4,0-1,0 0,0 0,-1-2,0 1,0-1,0-1,-1-1,0 0,1 0,-1-2,0 1,0-2,-1 0,-84-2,99 1,0 1,0 0,0 0,1 0,-1 0,0 0,0 0,0 0,1 0,-1-1,0 1,0 0,0 0,1 0,-1 0,0-1,0 1,0 0,0 0,0 0,0-1,1 1,-1 0,0 0,0 0,0-1,0 1,0 0,0 0,0-1,0 1,0 0,0 0,0-1,0 1,0 0,0 0,0 0,0-1,0 1,0 0,-1 0,1-1,0 1,0 0,0 0,0 0,0 0,-1-1,19-4</inkml:trace>
  <inkml:trace contextRef="#ctx0" brushRef="#br0" timeOffset="938.655">1356 95,'-18'3,"0"0,1 2,0 0,0 0,0 2,1 0,0 1,0 0,1 1,0 1,0 1,-10 10,14-14,0 1,1 0,0 1,1 0,0 1,1 0,-1 0,2 0,0 1,0 1,1-1,-1 4,6-14,1 0,-1 1,1-1,0 0,-1 1,1-1,0 1,0-1,0 0,0 1,0-1,0 1,1-1,-1 0,0 1,1-1,-1 0,1 1,-1-1,1 0,0 0,-1 0,1 1,0-1,0 0,0 0,0 0,0 0,0 0,0 0,0-1,0 1,0 0,1-1,-1 1,0 0,1-1,53 10,86-9,-97-3,0 2,0 2,25 5,19 24,-86-29,0-1,1 0,-1 1,0-1,0 1,0 0,-1-1,1 1,0 0,-1 0,1 0,-1 1,0-1,1 0,-1 0,0 1,0-1,-1 1,1-1,0 1,-1-1,0 1,1-1,-1 1,0-1,0 1,-1-1,1 1,0-1,-1 1,0-1,1 1,-1-1,-1 2,-4 5,-2 1,1-1,-1-1,0 0,-1 0,0 0,0-1,-1 0,1-1,-2 0,1-1,0 0,-1-1,0 0,0 0,-9 1,-14 5,0-2,0-1,-1-2,-8 0,14-4</inkml:trace>
  <inkml:trace contextRef="#ctx0" brushRef="#br0" timeOffset="1515.178">246 1018,'160'-32,"295"-35,2 19,118 17,-410 22,-82 0,-83 8,0 1,-1 0,1-1,0 1,0 0,0-1,0 1,0 0,0-1,0 1,-1 0,1-1,0 1,0 0,0-1,0 1,1 0,-1-1,0 1,0 0,0-1,0 1,0 0,0-1,0 1,1 0,-1-1,0 1,0 0,0 0,1-1,-1 1,0 0,0 0,1-1,-1 1,0 0,1 0,-1 0,0 0,1-1,-1 1,0 0,1 0,-1 0,0 0,1 0,-1 0,0 0,1 0,-31-6,14 6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6.44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13 116,'-2'5,"0"0,0 0,0 0,1 0,0 0,0 0,0 1,1-1,-1 0,1 1,0-1,1 1,-1-1,1 0,0 0,1 1,-1-1,1 0,0 0,0 0,1-1,-1 1,1 0,0-1,1 0,-1 0,1 0,-1 0,1 0,0-1,1 1,-1-1,0 0,1-1,0 1,0-1,-1 0,2 0,-2 0,0-1,0-1,0 1,0 0,0-1,0 0,0 0,0 0,0 0,0-1,0 0,0 0,0 0,0 0,0 0,-1-1,1 0,-1 1,1-1,-1-1,1 1,-1 0,0-1,0 0,0 0,-1 0,1 0,0 0,-1 0,0-1,0 1,0-1,0 1,-1-1,0 0,1-1,1-2,-1-1,1 0,-2 1,1-1,-1 0,0 0,-1 1,1-1,-2 0,1 0,-1 0,0 0,-1 0,0 1,0-1,0 1,-1-1,-1 1,1 0,-1 0,0 0,0 1,-1-1,0 1,0 0,-1 1,1-1,-2 1,6 3,0 1,-1 0,1-1,-1 1,1 0,-1 0,0 0,1 0,-1 0,0 1,0-1,0 0,1 1,-1 0,0-1,0 1,0 0,0 0,0 0,0 0,0 0,0 0,0 0,1 1,-1-1,0 1,0 0,0-1,0 1,1 0,-1 0,0 0,1 0,-1 0,1 1,-1-1,1 0,0 1,0-1,-1 1,-3 7,1 1,-1-1,2 1,-1 0,1 1,1-1,0 0,-1 10,2-14,-5 36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7.00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1 258,'0'-14,"0"-9,2-7,3-6,1-3,2 0,-1 5,-2 6,-1 14,-1 16,-2 18,-1 16,0 13,0 13,0 6,0 1,1-2,2-12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7.47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32,'13'-6,"-1"1,1 0,-1 1,1 1,1 0,-1 1,0 0,0 1,1 0,-1 1,6 1,-16 0,-1-1,0 0,1 1,-1 0,0-1,1 1,-1 0,0 0,0 1,0-1,0 0,0 1,0-1,0 1,-1 0,1-1,0 1,-1 0,1 0,-1 0,0 0,0 0,0 0,0 1,0-1,0 0,0 0,-1 1,1-1,-1 1,0-1,0 0,0 1,0-1,0 1,0-1,-1 0,1 1,-1-1,0 1,-38 91,-108 78,147-171,-1-1,1 0,-1 1,1-1,-1 0,1 1,-1-1,1 1,-1-1,1 0,0 1,-1-1,1 1,0-1,0 1,-1 0,1-1,0 1,0-1,0 1,0-1,0 1,-1 0,1-1,0 1,0-1,0 1,1 0,-1-1,0 1,0-1,0 1,0-1,1 1,-1-1,0 1,0 0,1-1,-1 0,0 1,1-1,-1 1,1-1,-1 1,29 3,144-34,-168 29,62-16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8.1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52,'8'-6,"0"0,1 1,0 0,0 0,0 0,0 1,1 1,-1 0,1 0,0 1,0 0,0 1,0 0,0 0,5 1,-13 1,0-1,0 1,0-1,0 1,-1 0,1 0,0 0,0 0,-1 0,1 0,-1 0,1 1,-1-1,1 1,-1-1,0 1,0-1,0 1,0 0,0-1,0 1,0 0,0 0,-1 0,1 0,-1 0,0 0,1 0,-1 0,0 0,0-1,0 1,0 1,-10 66,-39 22,49-91,-1 0,1 1,0-1,-1 1,1-1,0 0,0 1,0-1,-1 1,1-1,0 1,0-1,0 1,0-1,0 1,0-1,0 1,0-1,0 1,0-1,0 1,0-1,0 1,0-1,1 1,-1-1,0 0,0 1,1-1,-1 1,0-1,0 1,1-1,-1 0,0 1,1-1,-1 0,1 1,-1-1,0 0,1 0,-1 1,1-1,-1 0,1 0,-1 0,1 0,-1 0,1 1,-1-1,1 0,-1 0,1 0,-1 0,1 0,-1-1,36 2,-29-1,-5-1,1 1,0-1,0 1,0 0,-1 0,1 0,0 1,0-1,0 1,-1-1,1 1,0 0,-1 0,1 0,-1 0,1 1,-1-1,1 1,-1-1,0 1,0 0,0 0,0 0,0 0,0 0,0 0,-1 1,1-1,-1 1,0-1,1 3,0 4,0 0,0-1,-1 1,0 0,-1 1,0-1,-1 0,0 0,0 0,-1 0,0-1,0 1,-1 0,0-1,-1 1,0-1,0 0,-1-1,1 1,-2-1,1 1,-1-2,0 1,-1-1,0 0,0 0,0 0,0-1,-1-1,0 1,-18 6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8.6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69 0,'-16'51,"2"1,2 0,3 1,-1 20,8-56,0-11,1 0,0 0,0 0,1 0,-1 0,1 0,1 1,-1-1,1 0,0 0,0 0,1 0,0-1,1 3,0-6,0 0,0 0,0 0,0-1,0 1,1-1,-1 0,0 0,1 0,-1 0,1-1,-1 1,1-1,0 0,-1 0,1 0,-1-1,1 1,-1-1,1 0,-1 0,0 0,1 0,-1-1,0 1,0-1,0 0,0 0,0 0,0 0,2-2,6-5,-1-1,0 0,0 0,-1-1,0 0,-1-1,0 0,-1 0,0-1,3-8,-36 127,-3 68,22-118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9.7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186 0,'-18'17,"1"0,0 1,1 1,1 0,1 1,1 0,1 1,0 1,2 0,1 1,0-1,-4 23,11-39,0 0,0 1,0-1,1 1,0-1,1 1,-1-1,1 1,0-1,1 1,0 0,0-1,0 1,1-1,0 0,0 0,0 1,1-1,0-1,0 1,1 0,0-1,0 1,0-1,0 0,1-1,0 1,0-1,0 0,0 0,4 1,0-2,0 0,1-1,-1 0,1-1,-1 0,1-1,-1 0,1 0,-1-1,1 0,-1-1,1 0,-1-1,0 1,0-2,0 1,0-1,-1-1,1 0,-1 0,0 0,-1-1,1 0,-1-1,0 0,-5 5,-1 1,1-1,-1 1,1-1,-1 1,0-1,0 0,0 0,0 0,0 0,0 1,0-1,-1 0,1 0,-1-1,1 1,-1 0,0 0,0 0,0 0,0 0,0 0,0 0,0 0,-1 0,1 0,-1 0,0 0,0 0,1 0,-1 0,0 0,-1 0,1 1,0-1,0 0,-1 1,1-1,-1 1,1-1,-1 1,0 0,0 0,1 0,-1 0,0 0,-5-1,0 1,-1 0,1 1,0-1,0 2,0-1,0 1,-1 0,1 0,0 1,0-1,1 2,-1-1,0 1,1 0,-1 0,1 1,0 0,0 0,1 1,-1-1,1 1,0 0,0 1,0-1,1 1,0 0,0 0,1 0,-1 1,1-1,-1 4,-12 28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10.0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54 103,'3'-7,"0"0,0 0,1 1,0-1,0 1,1 0,-1 0,1 0,0 1,1-1,0 1,0 1,0-1,3-1,-6 4,-1 1,1-1,0 0,0 1,0 0,0 0,0 0,0 0,0 0,0 1,1-1,-1 1,0 0,0 0,1 0,-1 1,0-1,0 1,0-1,0 1,0 0,0 0,0 0,0 1,0-1,0 1,0 0,-1 0,1 0,-1 0,1 0,-1 0,0 1,1 0,6 12,-2 0,1 1,-2 0,0 0,-1 0,-1 0,0 1,-2 0,1 0,-2 0,0 0,-2 15,-1 159,1-180</inkml:trace>
  <inkml:trace contextRef="#ctx0" brushRef="#br0" timeOffset="253.542">1 316,'20'-11,"21"-13,21-12,19-11,10-6,7-1,-2 6,-18 11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9.0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0 237,'7'18,"7"13,3 6,3 3,3-1,0-2,-2-2,-2-6,-4-3,-8-1,-8-1,-14 1,-13 0,-12-4,2-6</inkml:trace>
  <inkml:trace contextRef="#ctx0" brushRef="#br0" timeOffset="248.04">0 184,'16'-19,"12"-9,9-6,3 1,3 4,-1 7,-6 10,-10 6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3:19.244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2795 2114,'16'527,"42"237,-50-544,36 601,72 213,-64-739,-41-261,-3-22,-2-15</inkml:trace>
  <inkml:trace contextRef="#ctx0" brushRef="#br0" timeOffset="1533.424">2808 2020,'59'8,"70"-5,0-5,40-10,-7 1,274 0,38 21,1102-15,-35-17,-155-11,-1238 27,813-41,-719 41,161-11,-401 17,0-1,-1 0,1 1,0-1,-1 1,1 0,0-1,0 1,0 0,-1 0,1 0,0 1,0-1,0 0,-1 1,1-1,0 1,0-1,-1 1,1 0,-1 0,1 0,-1 0,1 0,-1 0,1 0,-1 0,0 0,0 1,1-1,-1 1,0-1,0 1,0-1,-1 1,1 0,0 1,4 116,-6-80,13 585,27 61,-51 230,39-408,-1-61,-25-255,-1-36,6 0,9 20,27 104,-12-217,-20-52</inkml:trace>
  <inkml:trace contextRef="#ctx0" brushRef="#br0" timeOffset="2880.812">3183 5656,'-14'10,"1"1,0 1,1 0,0 1,1 0,0 1,1 0,1 0,0 1,1 1,1-1,0 1,1 0,0 1,2 0,0 0,1 0,1 0,0 0,1 0,1 1,1 1,-2-9,1-8,-1 0,1 1,0-1,-1 0,1 0,0 0,0 1,1-1,-1 0,0 0,1 0,-1 1,1-1,0 0,-1 0,1 0,0 0,0 0,1 0,-1-1,0 1,1 0,-1 0,1-1,0 2,85 5,-65-9,421-30,-196 9,775-18,-467 25,-302 5,914-23,732-6,-894 13,-917 24,0 5,54 10,165 9,-275-18,100 11,91-3,-118-11,-97 3,-19-3,-5-2</inkml:trace>
  <inkml:trace contextRef="#ctx0" brushRef="#br0" timeOffset="4230.981">3049 4012,'-101'26,"101"-26,1-1,-1 1,0 0,1 0,-1 0,1 0,-1-1,1 1,-1 0,1 0,-1 0,0 0,1 0,-1 0,1 0,-1 1,1-1,-1 0,1 0,-1 0,0 0,1 0,-1 1,1-1,-1 0,0 0,1 1,-1-1,1 0,-1 1,0-1,0 0,1 1,-1-1,0 0,0 1,1-1,-1 1,0-1,0 1,0-1,0 0,0 1,1-1,-1 1,0-1,0 1,0-1,0 1,0-1,0 1,-1-1,1 0,0 1,0-1,0 1,0-1,0 1,-1-1,1 0,0 1,0-1,-1 1,1-1,0 0,-1 1,1-1,0 0,33 5,1-2,0-1,-1-2,23-2,-4 0,1017-2,377-33,-1093 21,1903-15,-2172 34,368 13,38-22,274-36,-635 43,-80 14,-45-18,-5-3</inkml:trace>
  <inkml:trace contextRef="#ctx0" brushRef="#br0" timeOffset="4929.115">6418 1953,'3'468,"36"171,51 116,-12-127,-8 430,-90-608,6-239,12-185,0-14,0 0,1 1,1-1,0 0,0 0,1 0,1 0,0 0,0 0,2-1,-1 1,1-1,1 1,3 5,9-1</inkml:trace>
  <inkml:trace contextRef="#ctx0" brushRef="#br0" timeOffset="5648.191">4559 2073,'28'522,"-14"24,14 249,72 92,-20-217,-25-44,-49-553,3-1,3 0,21 66,-18-95</inkml:trace>
  <inkml:trace contextRef="#ctx0" brushRef="#br0" timeOffset="6547.268">8637 2020,'0'71,"28"977,69-142,-75-730,98 546,-89-570,-7 2,-7 0,-6 6,-4 45,-2-184</inkml:trace>
  <inkml:trace contextRef="#ctx0" brushRef="#br0" timeOffset="7898.255">1 95,'83'88,"4"-4,3-4,4-3,3-5,20 6,57 27,46 13,31 18,-167-84,-2 4,-2 4,-3 3,32 36,-56-47,3-2,1-4,3-1,30 14,277 127,-258-95,-23-25,-60-54,-1 2,-1 1,-1 1,0 1,-1 1,10 11,-20-25,-12-9</inkml:trace>
  <inkml:trace contextRef="#ctx0" brushRef="#br0" timeOffset="10426.785">549 1539,'11'13,"13"12,12 8,8 6,6 2,2 4,-2 1,-2-1,-5-3,-7-4,-10-7,-10-8</inkml:trace>
  <inkml:trace contextRef="#ctx0" brushRef="#br0" timeOffset="10644.72">870 1445,'-18'7,"-11"9,-5 8,-1 10,1 10,4 11,4 13,8 7,3 4,6-4,3-7,3-13,2-16</inkml:trace>
  <inkml:trace contextRef="#ctx0" brushRef="#br0" timeOffset="11027.225">1057 1605,'0'0,"120"13,-116-12,0 0,0 0,0 1,0 0,-1 0,1 0,0 0,-1 1,0-1,0 1,1 0,-1 0,-1 0,1 0,0 0,-1 1,0-1,0 1,0 0,0-1,-1 1,1 0,-1 0,0 0,0 0,0 0,-1 3,-1 11,-1 1,-1-1,0 1,-2-1,0-1,-1 1,0-1,-2 0,0 0,-1-1,-1 0,0 0,-1-1,-3 2,-85 114,99-130,0-1,-1 1,1 0,0 0,-1-1,1 1,0 0,0 0,0 0,0-1,0 1,0 0,0 0,0 0,0-1,0 1,0 0,0 0,1 0,-1-1,0 1,1 0,-1 0,0-1,1 1,-1 0,1-1,-1 1,1 0,-1-1,1 1,0-1,-1 1,1-1,0 1,-1-1,1 1,0-1,0 0,-1 1,1-1,0 0,0 0,-1 0,1 0,0 1,0-1,0 0,0 0,-1-1,1 1,0 0,0 0,0 0,-1 0,1-1,0 1,0 0,0-1,30-1,1 0,-1-3,0 0,0-2,23-9,-9 4,46-12,-6 3</inkml:trace>
  <inkml:trace contextRef="#ctx0" brushRef="#br0" timeOffset="11679.984">1939 3050,'0'39,"7"123,-5-152,0 1,0-1,1 0,0 0,1 0,0 0,1-1,0 1,0-1,1 0,0-1,1 1,6 5,-8-9,0-1,0 0,1 0,0 0,0 0,0-1,0 0,0 0,1-1,-1 0,1 0,0 0,0-1,-1 0,1 0,0-1,0 0,0 0,0 0,0-1,0 0,-1-1,1 1,0-1,1-1,6-3,0 0,-1-1,1 0,-2-1,1 0,-1-1,0-1,-1 0,0 0,0-1,0-2,0-1,-1 0,0 0,-1-1,0 0,-1 0,-1-1,-1 0,0 0,-1-1,0 0,0-11,-3 18,-1 1,-1-1,0 1,0-1,-1 1,0-1,0 1,-1 0,0-1,-1 1,0 0,-1 0,0 0,0 1,-1 0,0-1,0 1,-1 1,0-1,0 1,-6-5,4 6,1 0,-1 0,-1 0,1 1,-1 1,0-1,0 2,0-1,0 1,-1 0,1 1,-1 0,0 1,0 0,1 0,-1 1,0 0,0 1,0 0,1 1,-1 0,0 0,1 1,0 0,-1 1,1 0,1 1,-1-1,1 2,0-1,0 1,0 0,1 1,0 0,-6 7,3-2,0 0,2 1,-1 0,2 0,0 1,0 0,1 0,1 0,0 1,1 0,1 0,0 0,1 0,1 0,0 1,1-1,1 0,2 14,9 34</inkml:trace>
  <inkml:trace contextRef="#ctx0" brushRef="#br0" timeOffset="12278.449">2327 5068,'102'-233,"-42"107,-50 107,-5 20,-3 73,-4 65,-2-24,5 0,6 0,12 59,-6-107</inkml:trace>
  <inkml:trace contextRef="#ctx0" brushRef="#br0" timeOffset="13061.354">964 15,'9'23,"7"16,9 11,8 3,6 3,2 0,3-3,-4-3,-5-5,-6-7,-9-8</inkml:trace>
  <inkml:trace contextRef="#ctx0" brushRef="#br0" timeOffset="13298.748">1190 28,'-11'14,"-9"13,-5 16,-3 14,-3 14,-1 8,0 1,3-2,7-16</inkml:trace>
  <inkml:trace contextRef="#ctx0" brushRef="#br0" timeOffset="13749.533">1445 496,'4'-28,"7"-40,3 0,17-49,-23 98,-7 19,-1 0,1 0,-1 0,1 0,-1 0,1 0,-1 0,1 1,-1-1,1 0,0 0,-1 1,0-1,1 0,-1 0,1 1,-1-1,1 1,-1-1,0 0,1 1,-1-1,0 1,1-1,-1 1,0-1,1 1,-1-1,0 1,0-1,0 1,0-1,0 1,1-1,-1 1,0 0,0-1,0 1,0-1,-1 1,1-1,0 1,0-1,0 1,0 0,24 273,-22-255,0 1,1-1,1 1,0-1,2 0,0-1,2 1,0-1,3 4,6 1</inkml:trace>
  <inkml:trace contextRef="#ctx0" brushRef="#br0" timeOffset="13997.944">1726 1,'9'18,"10"15,10 12,13 8,7 5,5 2,2 0,-1-2,-4-3,-6-5,-7-8,-12-11</inkml:trace>
  <inkml:trace contextRef="#ctx0" brushRef="#br0" timeOffset="14231.353">2220 82,'-16'0,"-10"9,-9 16,-6 19,-5 16,-1 17,2 9,9 4,11-8,10-16</inkml:trace>
  <inkml:trace contextRef="#ctx0" brushRef="#br0" timeOffset="14485.542">2447 536,'0'1,"10"84,-10-82,1-1,0 0,0 0,0 1,1-1,-1 0,0 0,1 0,-1 0,1-1,0 1,0 0,-1-1,1 1,0-1,0 0,1 1,-1-1,0 0,0 0,0 0,1-1,-1 1,1-1,-1 1,0-1,1 0,-1 1,1-1,-1-1,0 1,1 0,1-1,4-1,0-1,0 0,0-1,-1 1,1-1,-1-1,0 0,0 0,-1 0,1-1,-1 0,0 0,-1 0,1-1,-1 0,-1 0,1 0,-1 0,0-1,-1 0,0 0,0-1,-1 3,0-1,-1 1,1 0,-1-1,-1 1,1-1,-1 1,0-1,-1 1,1-1,-1 1,-1-1,1 1,-1-1,0 1,-1 0,1 0,-1 0,0 1,-1-1,1 1,-1-1,0 1,-1 0,1 1,-1-1,0 1,0 0,0 0,-1 0,1 1,-1 0,0 0,0 0,0 1,0 0,-1 0,-4-1,5 2,-1 0,1 0,0 0,-1 1,1 0,0 0,-1 1,1 0,0 0,0 0,0 1,-1 0,1 0,1 0,-1 1,0 0,1 0,-1 0,1 1,0 0,0 0,0 0,1 1,0-1,0 1,0 0,0 0,1 1,-1-1,1 2,-20 47,8 1</inkml:trace>
  <inkml:trace contextRef="#ctx0" brushRef="#br0" timeOffset="15032.08">3289 1418,'-3'9,"0"0,0-1,1 1,0 0,1 0,0 0,0 1,1-1,0 0,1 0,0 0,1 0,-1 0,1 0,1 0,0-1,0 1,1-1,0 0,1 0,-1 0,1 0,1-1,0 0,0 0,0 0,5 3,-4-6,1 0,-1-1,1 0,-1 0,1-1,0 0,0 0,0-1,0 0,1 0,-1-1,0 0,0-1,0 0,0 0,0 0,0-1,0-1,1 0,-4 2,1-1,-1-1,0 1,-1-1,1 1,0-1,-1-1,0 1,1-1,-1 1,-1-1,1 0,-1-1,1 1,-1-1,0 1,-1-1,1 0,-1 0,0 0,0 0,-1-1,1 1,-1 0,0-1,-1 1,1-1,-1-4,-1 2,0 0,-1-1,0 1,0 0,-1 1,0-1,-1 0,1 1,-1-1,-1 1,1 0,-1 1,-1-1,1 1,-1 0,0 0,0 1,-1-1,-6-3,8 6,0-1,-1 1,1-1,-1 1,0 1,1-1,-1 1,-1 0,1 1,0-1,0 1,-1 0,1 1,0 0,-1 0,1 0,0 1,-1-1,1 2,0-1,0 1,-1 0,2 0,-1 0,0 1,0 0,3-1,0 0,0-1,0 1,0 0,0 0,1 1,-1-1,1 1,0-1,-1 1,1 0,0 0,1 0,-1 0,0 0,1 0,0 0,0 0,0 1,0-1,0 0,1 1,-1-1,1 1,0-1,0 0,0 1,1-1,-1 1,1-1,0 0,0 1,0-1,0 0,1 0,-1 0,2 3,26 16,5-5</inkml:trace>
  <inkml:trace contextRef="#ctx0" brushRef="#br0" timeOffset="15332.794">3744 1485,'-1'3,"0"1,1-1,0 0,-1 1,1-1,0 0,1 1,-1-1,1 0,-1 1,1-1,0 0,0 0,0 0,1 0,-1 0,1 0,0 0,0 0,-1-1,2 1,-1-1,0 1,1-1,-1 0,1 0,-1 0,1 0,0 0,0-1,0 1,2 0,2 1,0 0,0-1,1 1,-1-1,1-1,-1 0,1 0,0 0,-1-1,1 0,0 0,0-1,-1 0,1-1,-1 0,1 0,-1 0,0-1,0 0,0 0,0-1,0 0,-1 0,1-1,-1 1,0-1,-1-1,1 1,-1-1,3-5,-6 7,0 0,-1 0,0 0,0 0,0 0,0 0,-1 0,1 0,-1 0,0 0,0-1,-1 1,1 0,-1 0,0 0,0 0,0 0,-1 0,0 0,1 1,-1-1,0 0,-1 1,1-1,-1 1,1 0,-1 0,-3-3,0 0,0 0,-1 1,0-1,0 1,0 1,-1-1,1 1,-1 1,0-1,0 1,-1 1,1-1,-6 1,10 1,-1 1,1 0,-1 0,1 1,-1-1,1 1,-1 0,1 0,0 0,0 1,-1 0,1 0,0 0,0 0,0 0,1 1,-1 0,1 0,-1 0,1 0,0 0,0 1,0-1,1 1,-1 0,1 0,0 0,0 0,0 0,1 0,-1 1,1-1,0 0,0 1,1-1,-1 1,1-1,0 1,0-1,1 3,6 35,5-5</inkml:trace>
  <inkml:trace contextRef="#ctx0" brushRef="#br0" timeOffset="15880.062">5147 1526,'-3'5,"0"1,0 0,0 0,1 0,0 0,0 0,0 0,1 1,0-1,0 1,0-1,1 1,0-1,0 1,1-1,0 1,0-1,1 1,-1-1,1 0,1 0,-1 0,1 0,0 0,1-1,-1 1,1-1,3 4,2-4,0-1,0 1,0-1,1-1,0 0,-1 0,1-1,0 0,0-1,1 0,-1-1,0 0,0 0,0-1,0-1,0 1,0-2,0 1,0-1,-1-1,1 0,-1 0,0-1,0 0,-1-1,7-4,-11 7,0 0,-1-1,1 1,-1-1,1 0,-1 0,0 0,-1-1,1 1,-1-1,0 1,0-1,0 0,0 0,-1 0,0 0,0 0,0 0,-1 0,0 0,0 0,0 0,0 0,-1 0,0 0,0 0,0 0,-1 0,0 0,0 1,0-1,0 0,-1 1,1 0,-1-1,0 1,-1 1,1-1,-1 0,0 0,-4-3,-1 0,1 0,-2 0,1 1,-1 1,0-1,0 2,0-1,-1 1,1 1,-8-2,13 4,0 0,0 0,0 0,0 1,0 0,0 0,-1 0,1 1,0-1,0 1,0 0,0 1,1-1,-1 1,0 0,0 0,1 0,-1 1,1 0,0 0,0 0,0 0,0 1,1-1,-1 1,0 1,1 0,0-1,1 1,-1 0,1 0,0 1,1-1,-1 0,1 1,0-1,0 1,1-1,-1 1,1-1,0 1,1-1,0 1,-1-1,2 1,-1-1,1 0,0 1,0-1,2 5,19 32</inkml:trace>
  <inkml:trace contextRef="#ctx0" brushRef="#br0" timeOffset="16135.973">5750 1552,'-7'-14,"-5"-13,-2-11,-1-7,2 1,3 5,3 7,3 15,2 21,2 20,0 22,3 18,1 10,1 5,6-3,4-7,1-15</inkml:trace>
  <inkml:trace contextRef="#ctx0" brushRef="#br0" timeOffset="18182.543">9399 1391,'-5'-16,"-3"-9,-1-4,1 2,3 9,-1 18,1 19,1 18,1 15,2 7,0 2,1-1,2-8,6-9,6-10,0-11</inkml:trace>
  <inkml:trace contextRef="#ctx0" brushRef="#br0" timeOffset="18512.694">9680 1485,'0'6,"0"0,1 1,-1-1,1 0,1 0,-1 0,1 0,0-1,1 1,-1 0,1-1,0 0,1 1,-1-1,1-1,0 1,0 0,0-1,1 0,0 0,-1 0,1-1,1 1,-1-1,0 0,1-1,0 1,-1-1,1-1,0 1,0-1,0 0,0 0,4 0,-2 0,-1 0,1-1,0 0,0 0,0 0,0-1,-1-1,1 1,0-1,-1-1,1 1,-1-1,0 0,0-1,0 0,0 0,-1 0,0-1,0 0,0 0,0-1,-1 1,0-1,0-1,0 1,-1 0,0-1,0 0,-1 0,0 0,0-1,0 1,-1-1,0 0,-1 1,1-6,-2 3,-1 0,0 1,0-1,-1 0,0 0,-1 0,0 1,0-1,-1 1,0 0,-1 0,0 1,0-1,-1 1,0 0,-1 0,0 1,0 0,3 2,0 1,-1 0,0 0,0 0,0 1,-1-1,1 1,-1 1,1-1,-1 1,0 0,0 0,0 0,0 1,-1 0,1 0,0 1,0 0,-1 0,1 0,0 1,0 0,-1 0,1 0,0 1,0 0,1 0,-1 1,0 0,-7 5,0 1,1 0,1 0,-1 1,2 1,-1 0,0 2,-28 35</inkml:trace>
  <inkml:trace contextRef="#ctx0" brushRef="#br0" timeOffset="19179.424">7126 1605,'2'-20,"1"-14,3-8,-1-3,0 0,-2 7,-1 12,0 16,-2 20,-2 18,-1 14,-1 12,2 8,0 5,3 0,4-2,0-12</inkml:trace>
  <inkml:trace contextRef="#ctx0" brushRef="#br0" timeOffset="19429.24">7461 1432,'0'-16,"0"-10,0-5,0 5,2 14,3 18,3 24,5 22,2 22,1 13,0 8,-2-12</inkml:trace>
  <inkml:trace contextRef="#ctx0" brushRef="#br0" timeOffset="24864.616">3222 683,'611'0,"-340"27,-11-17,-191-6,0-4,51-7,46 0,674 7,-681-14,33 0,-118 12,-69 0</inkml:trace>
  <inkml:trace contextRef="#ctx0" brushRef="#br0" timeOffset="25494.787">5776 389,'-1'0,"1"1,-1-1,0 1,1 0,-1-1,1 1,-1 0,1-1,-1 1,1 0,-1 0,1-1,0 1,0 0,-1 0,1 0,0 0,0-1,0 1,0 0,0 0,0 0,0 0,0 0,0-1,0 1,0 0,1 0,-1 0,0 0,1-1,-1 1,0 0,1 0,-1-1,1 1,-1 0,7 9,0-1,1 1,-1-1,2 0,-1-1,1 0,1 0,-1-1,1-1,0 1,2-1,-2 1,55 31,-46-28,-1 0,0 1,0 0,-1 2,-1 0,0 1,-1 0,-1 2,6 7,-17-19,0 1,-1-1,0 1,0 0,0 0,0 0,-1 0,0 0,0 0,0 0,0 0,-1 0,0 0,0 0,-1 1,1-1,-1 0,0 0,-1 0,1 0,-1 0,0-1,0 1,0 0,-1-1,0 1,1-1,-2 0,-1 2,-18 18,-2-2,-1 0,0-2,-2 0,0-2,-1-1,0-2,-2-1,-1 0,-103 42,111-46</inkml:trace>
  <inkml:trace contextRef="#ctx0" brushRef="#br0" timeOffset="30544.694">10549 616,'-110'14,"-26"-4,88-3,-1-1,0-3,-20-2,-237 10,32-24,-36 13,122 2,-55 5,-131-1,4 35,329-41,-2 0,-1 1,1 2,0 2,-1 2,-9 5,-1-2,-1-3,0-2,-22-3,-68 12,65-14,81 0,-1 0,0-1,0 1,0 0,1 0,-1 0,0 0,0-1,0 1,0 0,0 0,0 0,1-1,-1 1,0 0,0 0,0 0,0-1,0 1,0 0,0 0,0-1,0 1,0 0,0 0,0 0,0-1,0 1,0 0,0 0,0-1,0 1,0 0,-1 0,1 0,0-1,0 1,0 0,0 0,0 0,-1-1,1 1,0 0,0 0,0 0,0 0,-1 0,1 0,0-1,0 1,0 0,-1 0,1 0,0 0,0 0,-1 0,1 0,0 0,0 0,22-16,-18 14,119-75,3 6,3 5,88-30,-198 90,-43 26,-190 94,-56 49,266-161,3-2,-1 0,1 0,-1 1,1-1,-1 1,1-1,0 1,-1-1,1 1,0 0,0-1,-1 1,1 0,0 0,0 0,0 0,0 0,0 0,0 1,0-1,0 0,1 0,-1 1,0-1,1 0,-1 1,1-1,-1 1,1-1,0 1,-1-1,1 0,0 1,0-1,0 1,0-1,1 1,-1-1,0 1,1-1,-1 2,10 8,0-1,1 0,0 0,1-1,0 0,10 5,-6-4,72 48,3-5,3-4,-18-17,-75-33,1 1,-1-1,1 0,-1 1,0-1,1 0,-1 0,0 0,0 0,0 0,0 0,0-1,0 1,0 0,0 0,0-1,0 1,-1-1,1 1,-1-1,1 1,-1-1,1 1,-1-1,0 1,0-1,0 1,0-1,0 0,0 1,0-1,0 1,-1-1,1 1,-1-1,1 1,-1-1,1-10,5-46,-3 0,-3 0,-2-1,-2 2,-3-1,-11-34,12 71,4 14,5 12,3 12,2 1</inkml:trace>
  <inkml:trace contextRef="#ctx0" brushRef="#br0" timeOffset="31814.361">10227 3971,'3'0,"2"0,6 0,5-2,6-1,9-2,11 0,7 0,4 2,2 1,-1 0,-5 2,-9 0,-7 0,-6 0,-6 0,-4 1,-5-1</inkml:trace>
  <inkml:trace contextRef="#ctx0" brushRef="#br1" timeOffset="52414.681">4199 3677,'-4'6,"1"-1,0 1,0 0,0 0,1 0,0 0,0 0,1 1,0-1,0 0,0 1,1-1,0 1,0-1,1 1,-1-1,1 1,1-1,-1 0,1 1,2 3,0-6,-1-1,1 0,-1 0,1 0,0 0,0-1,0 1,1-1,-1 0,0-1,1 1,-1-1,1 0,0 0,-1 0,1 0,0-1,0 0,0 0,-1 0,1-1,0 1,-1-1,1 0,0-1,-1 1,1-1,-1 0,0 0,1 0,-1-1,0 1,0-1,-1 0,1 0,-1 0,1-1,-1 1,0-1,1-1,-1 0,0-1,0 1,0-1,-1 0,0 0,0 0,0 0,-1 0,0 0,0 0,0-1,-1 1,0 0,0 0,-1-1,1 1,-1 0,-1 0,1 0,-1 0,0 0,-1 0,1 1,-1-1,0 0,-1 1,1 0,-1 0,0 0,0 1,-1-1,1 1,-1 0,0 0,0 0,0 1,-1 0,1 0,-1 0,0 1,0 0,3 1,-1 0,1 1,-1-1,1 1,-1 0,1 0,-1 0,1 0,0 1,-1 0,1-1,-1 1,1 1,0-1,0 0,0 1,0-1,0 1,0 0,0 0,0 0,1 1,-1-1,1 1,-1-1,1 1,-2 2,0 2,-1 1,1-1,1 1,-1 0,1 0,1 0,-1 0,1 1,1-1,-1 7,0 22</inkml:trace>
  <inkml:trace contextRef="#ctx0" brushRef="#br1" timeOffset="53164.238">5937 3677,'88'-191,"-66"138,-14 47,-7 28,-5 45,1-25,1 0,2 0,1 0,3-1,3 12,4-9</inkml:trace>
  <inkml:trace contextRef="#ctx0" brushRef="#br1" timeOffset="54078.308">10081 3383,'146'-11,"-144"11,0-1,0 1,-1 0,1 0,0 0,0 1,-1-1,1 0,0 1,0-1,-1 1,1-1,0 1,-1 0,1 0,-1 0,1 0,-1 0,1 0,-1 0,0 0,1 0,-1 1,0-1,0 1,0-1,0 1,0-1,0 1,-1-1,1 1,0 0,-1-1,1 1,-1 0,0 0,0-1,1 1,-1 0,0 0,-1 0,1-1,0 1,0 0,-1 0,1-1,-1 1,1 0,-2 1,-6 13,-1 1,-1-1,-1-1,0 0,0 0,-2-1,0-1,-5 4,2-1,-75 82,91-98,-1 1,0-1,1 1,-1 0,1-1,-1 1,0-1,1 1,-1 0,1 0,0-1,-1 1,1 0,0 0,-1-1,1 1,0 0,0 0,0 0,-1-1,1 1,0 0,0 0,0 0,1 0,-1-1,0 1,0 0,0 0,0 0,1-1,-1 1,0 0,1 0,-1-1,1 1,-1 0,1-1,-1 1,1 0,-1-1,1 1,0-1,-1 1,1-1,0 1,0-1,-1 1,1-1,0 0,0 0,-1 1,1-1,0 0,50 3,23-11,-1-3,39-12,-70 14,5-1</inkml:trace>
  <inkml:trace contextRef="#ctx0" brushRef="#br1" timeOffset="54966.479">8075 3357,'43'-1,"-24"0,0 0,1 2,-1 0,0 1,16 5,-33-7,0 1,1-1,-1 1,0 0,0 0,0 0,0 0,0 1,0-1,-1 0,1 1,0-1,-1 1,1 0,-1 0,1-1,-1 1,0 0,0 0,0 0,0 0,0 0,0 1,0-1,-1 0,1 0,-1 0,0 1,1-1,-1 0,0 1,0-1,-1 0,1 0,0 1,-1-1,0 0,1 0,-1 0,0 0,0 1,0-1,-1 1,-62 82,40-60,23-24,1-1,-1 1,1-1,-1 1,0-1,1 1,-1-1,1 1,-1-1,1 1,-1 0,1-1,-1 1,1 0,0-1,0 1,-1 0,1 0,0-1,0 1,0 0,0 0,-1 0,1-1,0 1,0 0,1 0,-1-1,0 1,0 0,0 0,0 0,1-1,-1 1,0 0,1-1,-1 1,1 0,-1-1,1 1,-1 0,1-1,-1 1,1-1,-1 1,1-1,0 1,-1-1,1 0,0 1,-1-1,1 0,0 1,0-1,-1 0,1 0,0 0,0 0,0 0,-1 0,1 0,0 0,0 0,-1 0,1 0,0 0,0 0,-1-1,1 1,1-1,-2 1,13 1,1 0,-1 1,1 0,-1 0,0 2,0 0,-1 0,1 1,-1 1,0 0,0 0,0 2,-1-1,5 6,-14-12,-1 0,0 1,1-1,-1 1,0-1,0 1,0-1,0 1,-1-1,1 1,0 0,-1-1,1 1,-1 0,1 0,-1 0,0-1,0 1,0 0,0 0,0 0,0-1,0 1,-1 0,1 0,-1 0,1-1,-1 1,0 0,1-1,-1 1,0-1,0 1,0-1,0 1,-1-1,1 1,0-1,-1 0,1 0,0 0,-1 0,0 0,1 0,-1 0,0 0,-21 10,-1-1,-1 0,0-2,0-1,-1-1,-18 2,16-3,-82 12,87-15</inkml:trace>
  <inkml:trace contextRef="#ctx0" brushRef="#br1" timeOffset="55946.405">4252 5428,'-29'151,"2"-30,27-121,-1 1,0 1,0-1,1 1,-1-1,1 1,0 0,-1-1,1 1,0-1,0 1,0 0,0-1,0 1,0 0,0-1,1 1,-1-1,1 1,-1-1,1 1,0-1,-1 1,1-1,0 1,0-1,0 0,0 1,0-1,0 0,0 0,0 0,1 0,-1 0,0 0,1 0,-1-1,1 1,4-3,-1 0,1-1,-1 0,0 0,1 0,-1-1,-1 0,1 0,0 0,-1 0,0-1,1-1,2-1,60-69,-67 76,0-1,0 1,0-1,1 1,-1 0,0-1,0 1,0-1,0 1,1 0,-1-1,0 1,0 0,1 0,-1-1,0 1,1 0,-1-1,0 1,1 0,-1 0,0 0,1-1,-1 1,0 0,1 0,-1 0,1 0,-1 0,0 0,1 0,-1 0,1 0,-1 0,0 0,1 0,-1 0,1 0,-1 0,0 0,1 0,-1 0,1 1,-1-1,0 0,1 0,-1 0,0 1,1-1,-1 0,0 1,0-1,1 0,-1 1,0-1,0 0,1 1,-1-1,0 0,0 1,0-1,0 0,0 1,1-1,-1 1,0-1,-1 32,0-27,-27 280,24-240</inkml:trace>
  <inkml:trace contextRef="#ctx0" brushRef="#br1" timeOffset="56546.823">6017 5442,'4'14,"2"9,2 5,2 2,2 1,-2-1,0-3,-1-1,-3-1,-2-2,-6-3,-8-5,-9-4,-9-5,-2-4</inkml:trace>
  <inkml:trace contextRef="#ctx0" brushRef="#br1" timeOffset="56800.842">5937 5362,'13'-7,"14"-4,14-6,9-3,7-1,5 0,2 2,-4 3,-8 0,-11 4</inkml:trace>
  <inkml:trace contextRef="#ctx0" brushRef="#br1" timeOffset="57680.476">10321 5188,'-25'12,"1"2,0 0,1 2,0 0,1 2,-9 10,24-21,0 0,1 0,0 1,1-1,0 1,0 0,0 1,1-1,0 1,1 0,0 0,1 0,0 1,0-1,0 0,2 1,-1-1,1 1,0 0,2 7,0-9,0 0,0-1,1 1,0 0,1-1,0 0,0 0,0 0,1 0,0-1,0 1,0-1,1-1,0 1,1-1,-1 0,1 0,0-1,0 0,0 0,0-1,1 0,0 0,-1 0,1-1,0 0,0-1,0 0,0 0,1-1,-1 0,0 0,0-1,0 0,7-2,-11 2,0 0,0 0,1-1,-1 1,-1-1,1 0,0 0,0 0,-1-1,1 1,-1-1,0 0,0 0,0 0,0 0,0 0,-1-1,1 1,-1-1,0 0,0 0,0 0,-1 0,1 0,-1 0,0 0,0 0,-1-1,1 1,-1 0,0-1,0 1,0 0,-1-1,1 1,-1 0,0 0,-1 0,1 0,-1 0,1 0,-2-1,1 2,0 0,0 0,0 1,-1-1,1 1,-1 0,1 0,-1 0,0 0,0 0,0 1,0-1,0 1,0 0,0 0,-1 0,1 0,0 0,-1 1,1-1,0 1,-1 0,1 0,-1 1,1-1,0 1,-1-1,1 1,0 0,0 0,0 0,-1 1,1-1,0 1,-8 4,0 0,0 1,0 1,1-1,0 2,0-1,1 2,-2 2,-15 19</inkml:trace>
  <inkml:trace contextRef="#ctx0" brushRef="#br1" timeOffset="58385.156">8115 5376,'37'-11,"-17"3,1 2,0 0,0 1,0 2,0 0,0 1,1 1,-1 1,6 1,-23 0,0-1,0 1,0 1,0-1,0 1,0-1,-1 1,1 0,0 0,-1 1,0-1,0 1,0 0,0-1,0 1,0 1,-1-1,1 0,-1 1,0-1,0 1,0 0,0-1,-1 1,0 0,0 0,1 3,0 6,0 0,-1 0,0 0,-1 0,-1 0,0 0,-1 0,-1 4,-63 220,65-236,0 1,0 0,1 0,-1 0,0 0,1 0,0 0,-1 0,1 0,0 0,0 0,0 0,0 0,0 0,0 0,1 0,-1-1,1 1,-1 0,1 0,0 0,0 0,0 0,1 1,5-4</inkml:trace>
  <inkml:trace contextRef="#ctx0" brushRef="#br1" timeOffset="58633.492">8223 5589,'24'-7,"30"-6,30-9,26-11,17-12,-14 2</inkml:trace>
  <inkml:trace contextRef="#ctx0" brushRef="#br2" timeOffset="70245.48">3597 2983,'-1'-3,"0"0,0-1,0 1,1 0,-1 0,1-1,-1 1,1 0,0-1,1 1,-1 0,0-1,1 1,0 0,0 0,0-1,0 1,0 0,1 0,0 0,0-3,97-302,-64 195,-28 108,-5 27,-2-21,-17 860,31-752,-14-109,0 0,0-1,0 1,0-1,0 1,1-1,-1 1,0-1,0 1,0 0,1-1,-1 1,0-1,1 1,-1 0,0-1,1 1,-1 0,0-1,1 1,-1 0,0 0,1-1,-1 1,1 0,-1 0,1 0,-1 0,1-1,-1 1,0 0,1 0,-1 0,1 0,-1 0,1 0,-1 0,1 0,-1 1,1-1,-1 0,1 0,-1 0,1 0,-1 1,0-1,1 0,-1 0,1 1,-1-1,0 0,1 1,-1-1,0 0,0 1,1-1,3-20</inkml:trace>
  <inkml:trace contextRef="#ctx0" brushRef="#br2" timeOffset="71196.299">5201 2983,'42'-117,"-18"55,-3-1,-2 0,-4-1,-2-1,3 9,-6 87,-9 454,-1-478,0 84,3 0,4 0,5 0,7 22,1-67,-16-46</inkml:trace>
  <inkml:trace contextRef="#ctx0" brushRef="#br2" timeOffset="73312.259">9465 2541,'-7'-1,"-78"-2,82 3,0 1,0 0,0 0,0 0,0 0,0 0,0 1,0-1,1 1,-1 0,1-1,-1 1,1 1,0-1,-1 0,1 1,0-1,1 1,-1-1,0 1,1 0,-1 0,1 0,0 0,0 1,-3 16,1 0,1 0,1 1,1-1,0 0,2 1,1-1,0 0,1 0,1-1,1 1,1-1,6 13,-8-15,0 0,1 0,1-1,1 0,0 0,1-1,0 0,1 0,1-1,1-1,0 1,0-2,1 0,1 0,0-2,0 1,1-2,1 0,14 6,-19-11,0-1,0-1,0 0,1 0,-1-1,0 0,1-1,-1 0,1-1,-1 0,0-1,0-1,0 1,0-2,0 1,0-2,-1 1,0-2,0 1,0-1,-1-1,1 1,-2-2,1 1,-1-1,0 0,-1-1,2-3,3-7,-1 0,-1-1,-1 0,0-1,-2 0,-1 0,0-1,-2 1,0-1,-1 0,-2-1,0 1,-1 0,-1 0,-2-1,0 1,-1 1,-1-1,-1 0,-1 1,-1 0,0 1,-2 0,-1 0,0 1,-1 1,-5-5,11 14,-1 0,0 0,0 1,-1 0,-1 1,1-1,-1 2,0-1,-1 1,1 1,-1-1,0 2,-1-1,1 2,-1-1,0 1,0 1,0 0,0 1,0 0,0 0,-9 1,5 3,0 0,0 0,1 2,0-1,0 2,0 0,0 1,1 0,0 1,1 0,0 1,0 1,1 0,0 0,-4 5,-3 6,0 1,1 1,1 1,2 0,0 0,1 2,-6 18,-5 26</inkml:trace>
  <inkml:trace contextRef="#ctx0" brushRef="#br2" timeOffset="73998.93">7113 2876,'70'-237,"-23"93,-8-4,-39 149,0-1,1 0,-1 0,0 0,0 1,0-1,1 0,-1 0,0 0,1 0,-1 1,0-1,0 0,1 0,-1 0,0 0,1 0,-1 0,0 0,0 0,1 0,-1 0,0 0,1 0,-1 0,0 0,1 0,0 247,9 338,-1-435,-7-140</inkml:trace>
  <inkml:trace contextRef="#ctx0" brushRef="#br2" timeOffset="77334.729">3624 4774,'-10'22,"2"1,1 0,0 0,2 1,1 0,1-1,1 2,1-1,1 6,1-10,0-1,1 1,2-1,0 1,1-1,0 0,2-1,6 12,-10-21,2 0,-1-1,1 0,0 0,1 0,0-1,0 0,1 0,-1 0,1-1,1 0,0 0,-1-1,1 0,1-1,-1 1,1-1,8 2,-12-5,0 0,1 0,-1-1,0 0,1 0,-1 0,1 0,-1-1,0 0,1 0,-1 0,0-1,0 0,0 0,0 0,0-1,0 1,-1-1,1 0,-1 0,0-1,0 0,0 1,0-1,-1 0,1-1,10-13,-1 0,-1-1,-1-1,-1 1,6-17,-7 20,-1-1,-1 1,-1-1,0-1,-1 1,-1-1,-1 0,0 0,-1 0,-1 0,-1 0,-1 0,0 0,-1 0,-1 0,-1 0,0 0,-2 1,0 0,-1 0,0 0,-1 1,-1 0,-1 1,-8-10,11 16,0 1,-1 1,0 0,0 0,-1 0,0 1,0 1,-1-1,1 2,-1-1,0 1,-1 1,1-1,-1 2,1 0,-1 0,0 1,0 0,1 1,-1 0,0 0,0 2,0-1,1 1,-1 1,1 0,0 0,-1 1,2 0,-2 1,-4 5,0 0,1 0,0 1,0 1,1 1,1 0,0 0,1 1,0 1,2-1,-1 2,2 0,0 0,1 0,0 1,1 0,1 0,1 0,1 1,0 0,1-1,1 1,1 0,0 0,1 0,2 3,10 43</inkml:trace>
  <inkml:trace contextRef="#ctx0" brushRef="#br2" timeOffset="77916.974">5349 4867,'132'-275,"-56"70,-73 200,-5 21,2-15,-21 138,5 0,3 120,13-234,1 0,1 0,2 0,0-1,2 1,7 22,4-7</inkml:trace>
  <inkml:trace contextRef="#ctx0" brushRef="#br2" timeOffset="83250.411">9480 4560,'-31'264,"29"-245,-2 12,2 0,1 1,2-1,3 21,-3-44,0-1,0 0,1 1,0-1,0 0,1 0,0 0,0-1,1 1,-1-1,2 0,-1 0,1 0,-1 0,2-1,-1 0,0 0,1 0,0-1,0 1,1-2,1 2,2-1,-1 0,2-1,-1 0,0 0,1-1,-1 0,1-1,0-1,-1 1,1-2,0 1,-1-1,1-1,-1 0,1-1,-1 0,0 0,0-1,0 0,-1-1,1 0,-1-1,0 0,-1 0,1-1,-1 0,-1 0,1-1,-1 0,0 0,4-9,1-10,-1-1,-1 0,-1-1,-2 0,-1 0,-1-1,-2 0,-1 0,-1 0,-2-21,3 29,-1 0,-1 1,-1-1,-1 0,-1 1,-1-1,-1 1,0 0,-2 0,0 0,-1 1,-2 1,0-2,6 16,0 1,0-1,-1 1,1 0,-1 0,0 0,0 1,0 0,0 0,-1 0,1 0,-1 1,0 0,0 0,1 1,-1-1,0 1,0 1,-1-1,1 1,0 0,0 0,0 1,0 0,0 0,0 0,0 1,0 0,1 0,-5 3,-13 7,0 2,1 0,1 1,1 1,0 1,1 1,1 1,1 1,0 0,2 1,0 0,1 2,-7 17,-11 20</inkml:trace>
  <inkml:trace contextRef="#ctx0" brushRef="#br2" timeOffset="84134.056">7420 4894,'54'-178,"-35"125,81-254,-92 288,-7 19,-1 0,1-1,-1 1,0 0,1 0,-1 0,0 0,1 0,-1 0,1 0,-1 0,0 0,1 0,-1 0,1 0,-1 0,0 1,1-1,-1 0,0 0,1 0,-1 0,0 1,1-1,-1 0,0 0,1 1,-1-1,0 0,0 0,1 1,-1-1,0 0,0 1,0-1,0 0,1 1,-1-1,0 1,0-1,0 0,0 1,0-1,0 1,0-1,0 0,0 1,0-1,0 0,0 1,0-1,0 1,0-1,-1 0,1 1,0-1,0 0,0 1,0-1,-1 0,1 1,0-1,15 270,8-7,21 54,-42-302,8 52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47.6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257 237,'0'18,"0"13,0 11,0 4,-3 4,0 0,1-4,-1-5,2-5,0-6,0-7,1-6</inkml:trace>
  <inkml:trace contextRef="#ctx0" brushRef="#br0" timeOffset="367.018">3 63,'-2'-2,"3"-1,7 0,11 1,13-2,11 0,9-1,5-3,-1 0,-2 0,-9 0,-10 2,-10 5,-10 4,-7 2</inkml:trace>
  <inkml:trace contextRef="#ctx0" brushRef="#br0" timeOffset="736.594">110 932,'18'0,"20"0,17-2,13-3,6-3,-1 0,-5 1,-10 2,-13 2,-11-1,-10 0,-8 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54.86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166 752,'-11'6,"0"0,0 1,1 0,-1 0,2 1,-1 0,1 1,0 0,1 1,0 0,0 0,1 1,1-1,0 2,0-1,1 0,1 1,-3 10,6-21,0 1,0-1,0 1,0-1,0 1,1-1,-1 1,0 0,1-1,0 1,-1 0,1 0,0-1,0 1,0 0,0 0,0-1,0 1,1 0,-1-1,1 1,-1 0,1-1,-1 1,1 0,0-1,0 1,0-1,0 1,0-1,0 0,0 1,0-1,1 0,-1 0,0 0,1 0,-1 0,1 0,-1 0,1 0,0-1,-1 1,1-1,0 1,-1-1,1 0,0 1,-1-1,1 0,1 0,8-3,0-1,0 0,-1-1,1 0,-1 0,-1-1,1 0,-1-1,0 0,0 0,-1-1,0-1,-1 1,1-1,-2 0,6-9,3-11,-1-1,-1 0,-2-1,-1 0,-1-1,-2 0,-1 0,-2 0,-1-1,-2 0,-1 1,-1-1,-2 0,-2-6,4 19,0-1,-2 1,0 0,-1 0,-1 0,-1 0,-1 1,-1 0,0 0,-2 1,-4-6,14 23,-1-1,0 1,0 0,0 0,1 0,-1 0,0 0,0 0,0 1,-1-1,1 0,0 0,0 1,0-1,0 0,-1 1,1-1,0 1,-1 0,1 0,0-1,-1 1,1 0,0 0,-1 0,1 0,0 0,-1 1,1-1,0 0,-1 0,1 1,0-1,-1 1,1 0,0-1,0 1,0 0,0-1,0 1,0 0,0 0,0 0,0 0,0 0,-1 1,-31 60,22-24,2 0,1 1,2 0,1 0,3 1,1-1,2 1,1-1,6 30,-5-49,-1 0,2 1,1-1,0-1,2 1,0-1,1 0,1-1,1 1,0-2,1 0,1 0,1-1,0 0,1-1,1-1,0 0,1-1,1-1,10 6,-21-15,0 0,-1 0,1-1,0 0,1 0,-1-1,0 0,0 0,1 0,-1-1,0 0,1 0,-1 0,1-1,-1 0,0 0,0-1,0 0,0 0,0 0,0-1,0 0,-1 0,1 0,-1-1,0 0,0 0,0 0,0 0,-1-1,4-5,2-3,-1-1,-1-1,0 0,-1 0,-1 0,0-1,-1 0,0 0,-2 0,0-1,0 1,-2-1,0-3,-9 27,4 7,0 0,0 0,2 0,0 1,0-1,1 1,1 0,1-1,0 1,1-1,2 9,-3-19,0 0,1 0,-1 0,1 0,0-1,0 1,1-1,-1 1,1-1,0 0,0 0,0 0,0 0,0-1,1 1,-1-1,1 0,-1 0,1 0,0 0,0-1,1 1,21 4</inkml:trace>
  <inkml:trace contextRef="#ctx0" brushRef="#br0" timeOffset="248.336">647 338,'-7'16,"7"12,13 8,4-2</inkml:trace>
  <inkml:trace contextRef="#ctx0" brushRef="#br0" timeOffset="901.753">1089 846,'-17'-15,"-2"0,1 1,-2 0,0 2,0 0,-1 2,-12-5,27 13,1 1,-1-1,0 1,0 0,0 1,1 0,-1 0,0 0,0 0,0 1,0 0,1 0,-1 1,0-1,1 1,-1 1,1-1,0 1,0 0,0 0,0 0,0 1,1-1,-1 1,1 0,0 1,0-1,1 1,-1 0,1 0,0 0,0 0,1 0,-3 6,2-5,0 0,0 0,0 0,1 0,0 0,0 1,1-1,-1 1,1-1,1 1,-1 0,1-1,0 1,1 0,0-1,0 1,0-1,1 1,0-1,0 1,1-1,-1 0,1 0,1 0,-1-1,1 1,0-1,0 0,1 0,-1 0,1 0,0-1,0 0,1 0,-1 0,1-1,0 0,1 1,2-2,0 0,0-1,1 1,-1-2,1 1,-1-1,0-1,1 0,-1 0,0-1,0 0,1 0,-1-1,-1-1,1 1,-1-1,1-1,-1 1,0-2,-1 1,1-1,-1 0,0 0,0-1,-1 0,0 0,-1-1,1 1,-1-1,-1-1,1 1,-1-1,-1 1,0-1,0 0,-1 0,0 0,0-1,-1 1,0 0,-1-6,0 14,1-1,-1 0,0 1,0-1,0 0,-1 0,1 1,0-1,-1 0,1 1,-1-1,1 0,-1 1,0-1,0 1,0-1,0 1,0 0,0-1,0 1,0 0,0 0,-1-1,1 1,0 0,-1 0,1 1,-1-1,1 0,-1 0,0 1,1-1,-1 1,0-1,1 1,-1 0,0 0,1-1,-1 1,0 0,0 1,1-1,-1 0,0 0,1 1,-1-1,-1 1,-1 3,1 0,0-1,0 1,0 0,1 0,-1 1,1-1,0 1,0-1,0 1,1-1,0 1,-1 0,2 0,-1 0,1 0,-1 0,1-1,1 1,-1 0,1 0,0 0,0 0,0 0,0-1,1 1,0-1,0 1,0-1,1 0,0 1,3 3,0 0,1 0,0-1,0 0,1-1,0 0,0 0,0 0,1-1,0 0,0-1,0 0,0-1,1 1,7 0,5 1,0 0,0-2,0-1,1 0,-1-2,14-1,-17-1,-1 0,0-1,-1-1,1-1,0-1,-1 0,8-4,-18 7,-1-1,1 1,-1-1,0 0,0 0,0-1,-1 0,1 0,-1 0,0-1,-1 1,0-1,1 0,-2-1,1 1,-1-1,0 1,0-1,1-6,-3 8,-1-1,1 1,-1 0,0-1,0 1,-1 0,0 0,0-1,0 1,0 0,-1 0,0 0,0 0,0 0,-1 1,0-1,1 1,-2-1,1 1,0 0,-1 0,0 1,0-1,0 1,0-1,-1 1,1 1,-5-3,0 0,0 0,1 1,-1 0,-1 1,1 0,0 0,-1 1,1 1,-1-1,0 1,0 1,1 0,-1 0,0 1,-5 1,8 0,1 0,0 0,0 1,0 0,0 0,0 0,1 1,0 0,-1 0,1 0,1 0,-1 1,1 0,0 0,0 0,0 1,2-3,0 0,0 0,1 0,0 0,-1 0,1 0,0 0,1 0,-1 1,0-1,1 0,0 1,0-1,0 0,0 1,0-1,1 0,0 1,-1-1,1 0,0 0,1 0,-1 0,1 0,-1 0,1 0,0 0,0 0,0-1,0 1,0-1,1 0,9 9,1-1,0-1,1 0,0-1,0 0,13 4,58 36,-74-39,-1 0,-1 1,0 0,0 0,-1 1,0 0,-1 1,0-1,-1 1,0 1,-1-1,0 1,-1 0,0 0,-2 0,2 10,1 16,-2 1,-2-1,-2 0,-1 1,-3 5,-26 159,30-201,1 0,0 0,-1 0,0 0,0 0,0 0,0 0,0 0,0 0,-1 0,1 0,-1-1,0 1,0-1,0 1,0-1,0 0,-1 0,1 0,-3 2,-9 1</inkml:trace>
  <inkml:trace contextRef="#ctx0" brushRef="#br0" timeOffset="1381.274">1811 1061,'-2'-33,"1"1,2-1,2 1,1-1,1 1,1 0,2 1,2 0,3-7,-8 22,66-205,-70 220,0 0,-1 0,1 0,0 0,-1 0,1 0,0 0,-1 0,0 0,1 0,-1-1,0 1,1 0,-1 0,0 0,0 0,0-1,0 1,0 0,0 0,0 0,-1-1,1 1,0 0,-1 0,1 0,-1 0,1 0,-1 0,1 0,-1 0,0 0,1 0,-1 0,0 0,0 0,0 0,0 1,0-1,0 0,0 1,0-1,0 1,0-1,0 1,0-1,0 1,-1 0,1 0,0-1,0 1,0 0,-1 0,-1 1,0 1,1-1,-1 0,1 1,-1 0,1-1,0 1,0 0,0 0,0 1,0-1,0 0,1 0,-1 1,1-1,-1 1,1 0,0-1,0 1,0 0,1 0,-1 0,0-1,1 1,0 0,0 0,0 0,0 0,0 0,1 0,-1 0,1-1,0 1,0 0,0 0,0-1,0 1,0-1,1 1,-1-1,1 1,0-1,0 0,86 84,-78-80,0 1,-1 1,0-1,0 1,-1 1,0 0,0 0,-1 1,-1 0,1 0,-1 0,-1 1,0 0,0 1,3 50,-9-57,0 0,1 0,0 0,1 0,-1 0,1 0,0 0,0 0,0 0,1 0,-1 0,1 0,1-1,-1 1,1-1,-1 0,1 0,0 1,1-2,-1 1,1 0,-1-1,1 0,0 0,5 3,62 13,-32-14</inkml:trace>
  <inkml:trace contextRef="#ctx0" brushRef="#br0" timeOffset="2579.587">2706 819,'-10'-12,"1"0,-2 1,0 0,0 1,-1 0,0 1,-1 0,0 1,0 1,0 0,-1 0,-1 2,1-1,-1 2,1 0,-1 1,0 0,-4 1,13 3,-1 0,1 0,0 1,-1 0,1 0,0 0,0 1,0 0,0 0,1 1,-1-1,1 1,0 0,0 1,1-1,-1 1,1 0,0 0,0 1,0-1,1 1,0-1,0 1,0 0,1 1,0-1,0 0,1 1,-1-1,2 0,-1 1,0 0,1-1,1 1,-1-1,1 1,0-1,0 1,1-1,0 0,0 0,0 1,1-1,0-1,0 1,1 0,3 3,-1-2,1-2,0 1,1-1,-1 0,1-1,0 0,0 0,1 0,-1-1,1-1,-1 1,1-2,0 1,0-1,0 0,0-1,0 0,0 0,0-1,0 0,0-1,0 0,-1 0,1-1,-1 0,1 0,-1-1,0 0,0-1,-1 0,1 0,-1-1,0 1,-1-2,1 1,-1-1,3-4,-2 1,-1 0,0-1,-1 1,0-1,0-1,-2 1,1-1,-1 1,-1-1,0 0,0 0,-2 0,1-2,-1 14,0-1,1 0,-1 1,0-1,1 0,-1 1,0-1,0 0,0 0,0 1,0-1,0 0,0 1,0-1,0 0,0 0,0 1,0-1,-1 0,1 1,0-1,-1 0,1 1,0-1,-1 1,1-1,0 0,-1 1,1-1,-1 1,1-1,-1 1,0-1,1 1,-1 0,1-1,-1 1,0 0,1-1,-1 1,0 0,1 0,-1 0,0-1,1 1,-1 0,0 0,0 0,1 0,-1 0,0 0,0 1,-5 8,-1 0,2 0,-1 1,1 0,1 0,0 1,0-1,1 1,0 0,1 2,-1-7,1 1,0-1,0 1,1 0,0-1,0 1,1 0,0 0,0-1,0 1,1 0,0 0,0-1,1 1,0-1,0 1,1-1,-1 0,1 1,1-2,-1 1,1 0,0-1,0 1,1-1,-1 0,1-1,0 1,1-1,-1 0,6 3,-4-4,0-1,1 0,-1 0,1 0,-1-1,1 0,0-1,-1 1,1-2,0 1,-1-1,1 0,0 0,-1-1,1 0,-1-1,0 0,0 0,0 0,0-1,-1 0,1 0,-1-1,0 1,0-1,0-1,-1 1,0-1,0 0,-1 0,1-1,-1 1,0-1,0-3,3-3,-1-1,-1 0,0 0,-1-1,0 0,-1 1,-1-1,0 0,-2 0,1 0,-2-12,0 27,1 1,0-1,0 0,-1 1,1-1,0 0,0 1,-1-1,1 0,0 1,-1-1,1 0,-1 0,1 1,0-1,-1 0,1 0,-1 0,1 0,0 0,-1 0,1 1,-1-1,1 0,-1 0,1 0,-1 0,1 0,0-1,-1 1,1 0,-1 0,1 0,-1 0,1 0,0-1,-1 1,1 0,0 0,-1-1,1 1,0 0,-1 0,1-1,0 1,-1 0,1-1,0 1,0-1,-1 1,1 0,0-1,0 1,0-1,0 1,0 0,-1-1,1 1,0-1,0 1,0-1,0 1,0 0,0-1,0 1,1-1,-1 1,0-1,0 1,-18 31,-1 68,18-95,1 1,0-1,0 1,1-1,-1 1,1-1,0 0,0 1,1-1,-1 0,1 0,0 1,0-1,0-1,1 1,-1 0,1-1,0 1,0-1,0 0,2 2,-2-4,-1 1,1 0,1-1,-1 1,0-1,0 0,1 0,-1 0,0-1,1 1,-1-1,0 0,1 0,-1 0,1 0,-1-1,0 1,1-1,-1 0,0 0,1 0,-1 0,0 0,0-1,0 0,0 1,0-1,1-2,4-2,0 0,-1-1,0 0,0 0,0-1,-1 0,-1 0,1 0,1-4,1-4,-1 0,-1 0,0 0,-1-1,-1 0,0 0,-1 0,-6 7,-6 25,4-6,2-1,0 1,0 0,0 0,1 0,0 1,1-1,0 0,1 1,0-1,0 1,1-1,0 0,1 1,0-1,0 0,2 5,-1-11,-1 0,0 0,1 0,0 0,-1 0,1 0,1-1,-1 0,0 1,0-1,1 0,-1-1,1 1,0-1,-1 1,1-1,0 0,0 0,0-1,0 1,0-1,0 0,0 0,-1 0,1-1,0 1,3-2,3 1,0-1,-1-1,1 0,0 0,-1-1,0 0,0-1,0 0,0 0,2-3,2-3,-1-1,0 0,-1 0,-1-2,0 1,-1-1,0 0,-1-1,0 0,4-15,-18 48,1 0,0 0,1 1,1 0,1 0,0 3,2-20,0 0,1 0,-1 0,0 0,1 0,0 0,-1 0,1-1,0 1,0 0,0 0,0 0,0-1,0 1,0 0,1-1,-1 1,1-1,-1 0,1 1,0-1,-1 0,1 0,0 0,0 0,0 0,-1-1,1 1,0 0,0-1,0 0,0 1,0-1,0 0,1 0,0 0,75-16,-64 7,0-1,0 0,-1-1,-1-1,0 0,0 0,-1-1,-1-1,0 0,-1 0,4-8,4-5,-32 108,12-71,1 0,0 0,1 0,0 0,1 0,0 1,0-1,1 0,1 0,0 0,0 0,1 0,0-1,0 1,1-1,1 0,-1 0,5 6,-5-12,-1-1,1 0,0 1,0-1,0-1,0 1,0 0,0-1,0 0,0 0,1 0,-1-1,0 1,1-1,-1 0,1-1,-1 1,0-1,1 1,-1-1,0 0,0-1,0 1,3-2,11-4</inkml:trace>
  <inkml:trace contextRef="#ctx0" brushRef="#br0" timeOffset="2829.918">3896 525,'-9'18,"-3"13,0 8,3 2,3-4,4-8,2-9</inkml:trace>
  <inkml:trace contextRef="#ctx0" brushRef="#br0" timeOffset="3017.95">3936 18,'-5'-5,"1"-1,2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50.8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320 779,'6'44,"3"-58,-7 3,-2-1,1 1,-2 0,0 0,0-1,0 1,-2 0,1 0,-2 1,1-1,-1 1,-1-1,0 1,0 0,-1 1,0 0,-1-1,0 2,-1-1,1 1,-1 0,-1 1,0 0,0 0,-2 0,7 4,0 0,0 0,0 0,0 1,-1-1,1 1,-1 0,0 1,0-1,1 1,-1 0,0 0,0 0,0 1,0-1,0 1,0 1,0-1,-1 1,2-1,-1 2,0-1,0 0,0 1,0 0,1 0,-1 1,-2 2,1 2,0-1,0 0,1 1,0 0,0 0,0 1,1-1,0 1,1 0,0 0,0 1,0-1,0 9,-12 123,14-109,2 1,2 0,1-1,1 1,1-1,2 0,2-1,0 0,2-1,4 5,-13-26,0-1,1 0,1 0,-1 0,1-1,0 1,0-1,1 0,0-1,0 0,0 1,1-2,0 1,0-1,0 0,0-1,1 1,-1-1,1-1,0 0,-1 0,1 0,0-1,1 0,-1-1,0 1,0-2,5 0,10-5,0-1,0-1,0-1,-1-2,0 0,-1-1,0-1,-1 0,-1-2,0-1,-1 0,-1-1,0-1,-2-1,0 0,8-14,-22 72,-3-19,0-14,2 1,-1-1,1 1,0 0,0-1,0 1,1-1,0 1,1-1,-1 1,1-1,1 0,-1 1,1-1,0-1,0 1,1 0,0-1,0 1,0-1,0 0,1-1,0 1,0-1,0 0,1 0,-1 0,1-1,0 0,0 0,3 0,-5-1,1-1,0 0,0 0,0 0,0-1,0 0,0 0,0 0,-1 0,1-1,0 0,0 0,0 0,0-1,-1 0,1 1,-1-2,1 1,-1 0,0-1,0 0,0 0,0 0,-1 0,1-1,-1 0,0 1,0-1,0 0,0-1,-1 1,1 0,-1-1,-1 1,1-1,0 0,-1 1,0-1,0 0,-1 0,1 0,-1 0,0 0,0 0,-1-2,-2-4,-1 0,0 0,0 1,-1 0,-1 0,0 0,0 1,-1-1,0 1,0 1,-1 0,0 0,-1 0,0 1,0 0,0 1,-1 0,-9-4,14 8,0-1,0 1,1 1,-1-1,0 1,0-1,-1 2,1-1,0 0,0 1,0 0,0 0,-1 1,1-1,0 1,0 0,-3 2,8-3,1 0,-1 0,1 0,-1 0,1 0,-1 0,1 0,-1 0,1 0,-1 1,1-1,-1 0,1 0,-1 1,1-1,-1 0,0 0,1 1,-1-1,0 1,1-1,-1 0,0 1,1-1,-1 1,0-1,1 1,-1-1,0 1,0-1,0 1,0-1,1 1,-1-1,0 1,0-1,0 1,0-1,0 1,0-1,0 1,-1-1,1 1,0-1,0 1,0-1,0 1,-1-1,1 1,0-1,0 1,-1-1,1 0,0 1,-1-1,1 1,0-1,-1 0,1 1,-1-1,1 0,-1 0,1 1,-1-1,1 0,-1 0,1 0,-1 0,21 4,-1-2,1 0,0-1,0-1,-1-1,1 0,3-3,22 1,7-2,-27 2,1 0,0 2,0 0,0 2,0 1,-1 1,1 1,-1 1,19 7,-37-9,0 1,-1 0,0 0,0 1,0 0,0 0,-1 0,1 1,-1 0,-1-1,1 2,-1-1,0 1,-1-1,0 1,0 0,0 0,0 0,-1 1,-1-1,1 0,-1 1,0 0,-1-1,0 1,0 0,0-6,-1 0,1 1,-1-1,1 0,0 1,-1-1,1 0,0 1,1-1,-1 0,0 1,1-1,-1 0,1 1,0-1,-1 0,1 0,0 1,1-1,-1 0,0 0,0 0,1-1,-1 1,1 0,0 0,0-1,-1 1,1-1,0 0,0 1,0-1,1 0,-1 0,0 0,0-1,0 1,1 0,-1-1,0 1,1-1,-1 0,0 0,1 0,1 0,5-4,1 0,-1-1,1 0,-1-1,-1 1,1-2,-1 1,0-1,0 0,-1-1,0 0,-1 0,1-1,-2 1,3-4,1-4,0 1,-2-1,1-1,-2 1,0-1,-1 0,-1-1,-1 1,1-7,-6 45,1 0,0 0,2 0,1 0,0-1,2 1,4 15,-5-30,-1 0,1-1,1 0,-1 0,1 0,0 0,0 0,0-1,1 1,0-1,0-1,0 1,0-1,0 1,1-1,-1-1,1 1,0-1,0 0,0-1,0 1,0-1,3 0,27 4</inkml:trace>
  <inkml:trace contextRef="#ctx0" brushRef="#br0" timeOffset="599.395">2018 765,'-15'0,"1"0,-1 0,1 2,0 0,-1 1,1 0,0 1,1 0,-1 1,1 1,0 0,0 1,1 0,-9 7,19-12,0 0,0 0,0 0,0 0,1 0,-1 0,0 1,1-1,0 1,0-1,-1 1,1-1,1 1,-1 0,0-1,1 1,-1 0,1 0,0 0,0-1,0 1,0 0,1 0,-1-1,1 1,-1 0,1 0,0-1,0 1,0-1,1 1,-1-1,1 1,-1-1,1 0,1 1,79 67,2-23,-55-33,-2 2,1 0,-2 2,12 11,-35-27,-1-1,0 0,1 1,-1 0,0-1,0 1,0 0,0 0,-1 0,1 0,-1 0,1 1,-1-1,0 0,1 1,-1-1,0 1,-1-1,1 1,0 0,-1-1,0 1,1 0,-1-1,0 1,0 0,-1-1,1 1,0 0,-1-1,0 1,0 0,1-1,-1 1,-1-1,1 0,-1 1,1 0,-1-1,0 0,0 0,0 0,0-1,0 1,0 0,-1-1,1 1,-1-1,1 0,-1 0,1 0,-1 0,0 0,1-1,-1 1,0-1,1 0,-1 0,0 0,0 0,0 0,1 0,-1-1,0 1,1-1,-1 0,0 0,1 0,-1 0,1 0,-1-1,1 1,0-1,0 1,0-1,-1 0,1 0,1 0,-1 0,0 0,1 0,-1-1,1 1,-1-1,1 1,0-1,0 1,0-1,0 0,2-13,0 0,1 0,1 1,0-1,1 1,1 0,0 0,1 1,1-1,0 1,1 1,2-3,3-10,26-49,3 0,-2-2,-5-2,-3-1,-3-1,-4-1,10-64,-33 134,0 0,-1 0,0 0,-1 0,0-1,-1 1,-1 0,0 0,0 0,-1 1,-1-1,-3-6,7 17,0 0,0 0,0 1,0-1,0 0,0 0,0 1,-1-1,1 0,0 1,0-1,-1 0,1 1,0-1,-1 1,1-1,-1 0,1 1,-1-1,1 1,-1-1,1 1,-1 0,0-1,1 1,-1 0,0-1,1 1,-1 0,0-1,1 1,-1 0,0 0,1 0,-1 0,0 0,0 0,1 0,-1 0,0 0,0 0,1 0,-1 0,0 1,1-1,-1 0,0 0,1 1,-1-1,0 1,1-1,-1 0,1 1,-4 9,1 1,0 0,1 0,0 0,0 0,1 0,1 0,0 6,0 2,2 121,6 0,13 57,-8-84,-8-61,0 2,1 1,4-1,1-1,6 12,-14-57,0 0,1 0,0 0,0 0,0-1,1 1,0-1,1-1,0 1,1 0,-5-5,0 0,0 0,1 0,-1-1,1 1,-1-1,1 1,0-1,-1 0,1 0,0 0,0 0,0-1,0 1,-1-1,1 0,0 0,0 0,0 0,0 0,0-1,0 1,0-1,0 0,-1 0,1 0,0 0,-1 0,1-1,1 0,22-17</inkml:trace>
  <inkml:trace contextRef="#ctx0" brushRef="#br0" timeOffset="863.753">2057 418,'21'-2,"29"-3,31-4,25 1,14 1,-12 2</inkml:trace>
  <inkml:trace contextRef="#ctx0" brushRef="#br0" timeOffset="1739.598">2726 1113,'13'-332,"-13"240,0 92,-1 0,1 0,-1 0,1 0,-1 0,1 0,-1 0,1 0,-1 0,1 0,-1 1,1-1,-1 0,1 0,-1 1,1-1,-1 0,1 0,-1 1,1-1,0 1,-1-1,1 0,0 1,-1-1,1 1,0-1,0 1,-1-1,1 1,0-1,0 1,0-1,0 1,-1-1,1 1,0-1,0 1,0-1,0 1,0-1,0 1,1-1,-1 1,0 0,0-1,0 1,-2 3,0 1,0 0,1-1,-1 1,1 0,0 0,0 0,1 0,-1 0,1 0,0 0,1-1,-1 1,1 0,0 0,0 0,0 0,1 0,0-1,0 1,0-1,0 1,1-1,0 0,0 0,0 0,0 0,4 2,1-2,1 0,0-1,0 0,0-1,0 0,1-1,-1 0,1 0,4-1,-8 0,-1-1,1 1,0 0,-1 1,1-1,0 1,-1 0,1 0,-1 1,1 0,-1 0,0 0,1 1,-1-1,-1 1,1 0,0 1,-1-1,1 1,-1 0,0 0,0 0,-1 1,1-1,1 5,-1 2,0 0,-1-1,-1 1,0 1,0-1,-1 0,-1 0,0 7,11 67,-10-82,-1-1,1 0,0 0,1 1,-1-1,0 0,1 0,-1 0,1 0,-1 0,1-1,0 1,0 0,0-1,0 1,0-1,0 0,0 0,0 0,1 0,-1 0,0 0,1-1,-1 1,1-1,-1 1,1-1,-1 0,1 0,-1 0,0 0,1-1,-1 1,1-1,-1 1,2-2,6 0,-1-1,0 0,0-1,-1 0,1-1,-1 1,0-2,8-5,-8 4,-1 0,1 0,-1-1,-1 0,1 0,-1-1,-1 0,0 0,0 0,0 0,-2-1,1 0,-1 0,0 0,-1 0,0 0,-1-1,0 1,-1-8,-13 105,13-82,-1 0,1 0,0 0,0 0,1 0,-1 0,1 0,1 0,-1 0,0 0,1 0,0-1,0 1,1-1,-1 1,1-1,0 0,0 0,0 0,1 0,-1-1,1 1,0-1,0 0,0 0,0 0,1-1,-1 1,1-1,0 0,-1-1,1 1,0-1,0 0,0 0,0 0,3-1,-2 0,0-1,0 1,-1-2,1 1,0-1,0 1,-1-1,1-1,-1 1,0-1,0 0,0-1,0 1,0-1,-1 0,1 0,-1 0,0 0,-1-1,1 0,-1 0,0 0,0 0,0 0,0-2,7-15,0-1,-2 0,-1-1,0 0,-1-8,-1 6,-4 17,-4 14,-5 15,-10 90,18-106,1 1,-1 0,1-1,0 1,0-1,0 1,0-1,1 0,0 0,0 1,0-1,0 0,1-1,-1 1,1 0,0-1,0 1,1-1,-1 0,1 0,-1 0,1-1,2 2,33 11,1-5</inkml:trace>
  <inkml:trace contextRef="#ctx0" brushRef="#br0" timeOffset="2385.869">4009 819,'-8'4,"0"1,-1 0,1 1,1 0,-1 0,1 0,0 1,1 0,0 1,0-1,0 1,1 1,0-1,1 1,0-1,0 1,1 0,0 1,0-1,1 0,1 1,-1-1,2 1,-1 0,1 3,1-8,1-1,-1 1,1 0,0 0,0-1,1 1,0-1,-1 0,1 1,0-1,1-1,-1 1,1 0,0-1,0 0,0 0,0 0,0 0,1-1,-1 1,1-1,0 0,0-1,-1 1,1-1,2 0,6 2,1 0,-1-1,1-1,-1 0,1-1,0-1,-1 0,1-1,4-1,-3-1,0 0,-1-1,0 0,0-2,0 1,-1-2,0 0,0 0,-1-1,0-1,0 0,-1-1,-1 0,0 0,0-1,1-3,3-7,0-1,-2-1,0 0,-2-1,0 0,-2 0,-1-1,4-24,0-19,-3-1,-4 1,-2-1,-3 0,-4 0,-2 1,-16-66,21 124,-1-1,0 1,0 1,-1-1,0 0,-1 1,0 0,-1-1,6 11,-1-1,1 0,-1 0,1 1,-1-1,1 0,-1 1,0-1,1 0,-1 1,0-1,0 1,1-1,-1 1,0-1,0 1,0 0,0-1,0 1,1 0,-1 0,0 0,0 0,0-1,0 1,0 1,0-1,0 0,0 0,0 0,1 0,-1 0,0 1,0-1,0 1,0-1,0 0,1 1,-1-1,0 1,0 0,1-1,-1 1,0-1,1 1,-1 0,1 0,-25 39,14-5,1 0,2 0,1 1,2 0,1 0,2 0,3 36,1-10,3 0,2 0,3-1,3 0,2-1,3-1,3 0,7 9,-27-63,0 0,0 0,1 0,0 0,0 0,1-1,-1 1,1-1,0 1,0-1,0 0,1 0,-1 0,1-1,0 1,0-1,0 0,1 0,-1-1,1 1,-1-1,1 0,0 0,0 0,0-1,0 0,0 0,0 0,1 0,-1-1,3 0,8-6,-1 0,0-1,-1-1,0 0,0-1,-1-1,0 0,0 0,-1-1,-1-1,0 0,0-1,6-11,44-71,-77 133,12-24,1 0,0 0,1-1,0 1,1 1,0-1,2 0,0 5,-1-15,1 1,0-1,0 0,0 1,0-1,1 0,-1 0,1 0,0 0,0-1,1 1,-1 0,1-1,0 1,0-1,0 0,0 0,0 0,1-1,-1 1,1-1,0 0,0 0,0 0,0 0,0-1,0 0,3 1,56-5,-35-8</inkml:trace>
  <inkml:trace contextRef="#ctx0" brushRef="#br0" timeOffset="2634.72">4972 712,'-14'0,"-6"0,-3 0,1-2,2-6,3-1</inkml:trace>
  <inkml:trace contextRef="#ctx0" brushRef="#br0" timeOffset="2887.044">4089 311,'28'0,"28"0,34-2,29-4,26-2,14-2,-20 0</inkml:trace>
  <inkml:trace contextRef="#ctx0" brushRef="#br0" timeOffset="3287.73">5560 899,'-13'-6,"1"1,-1 0,1 1,-1 0,0 1,-1 0,1 1,-1 1,1 0,-9 1,17 0,-1 0,1 1,-1 0,1 0,-1 0,1 0,0 1,-1 0,1 0,0 1,0 0,1-1,-1 1,0 1,1-1,0 1,0 0,0 0,0 0,1 0,-1 1,1-1,0 1,1 0,-1 0,0 2,1-3,0 1,0-1,1 0,-1 1,1-1,0 0,1 1,-1 0,1-1,-1 1,1-1,1 1,-1-1,1 1,0-1,0 1,0-1,0 1,1-1,0 0,0 0,0 0,0 0,0 0,1 0,0-1,0 1,0-1,0 1,1-1,-1 0,1-1,1 2,2-1,0-1,0 0,0 0,0-1,1 1,-1-2,0 1,1-1,-1 0,0 0,1-1,-1 0,0-1,0 1,0-1,0-1,0 1,0-1,0-1,-1 1,0-1,1 0,-2 0,1-1,0 0,-1 0,0 0,0 0,0-1,-1 0,0 0,0 0,0-1,-1 1,0-1,1-3,0-2,-1 0,0 0,0-1,-1 1,-1-1,0 1,-1-1,0-9,1 64,2-31,1 1,0 0,1-1,0 1,1-1,0-1,1 1,0-1,1 0,0-1,0 0,1 0,0-1,1 0,-1 0,8 3,35 22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05.9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15.33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2795 2114,'16'527,"42"237,-50-544,36 601,72 213,-64-739,-41-261,-3-22,-2-15</inkml:trace>
  <inkml:trace contextRef="#ctx0" brushRef="#br0" timeOffset="1">2808 2020,'59'8,"70"-5,0-5,40-10,-7 1,274 0,38 21,1102-15,-35-17,-155-11,-1238 27,813-41,-719 41,161-11,-401 17,0-1,-1 0,1 1,0-1,-1 1,1 0,0-1,0 1,0 0,-1 0,1 0,0 1,0-1,0 0,-1 1,1-1,0 1,0-1,-1 1,1 0,-1 0,1 0,-1 0,1 0,-1 0,1 0,-1 0,0 0,0 1,1-1,-1 1,0-1,0 1,0-1,-1 1,1 0,0 1,4 116,-6-80,13 585,27 61,-51 230,39-408,-1-61,-25-255,-1-36,6 0,9 20,27 104,-12-217,-20-52</inkml:trace>
  <inkml:trace contextRef="#ctx0" brushRef="#br0" timeOffset="2">3183 5656,'-14'10,"1"1,0 1,1 0,0 1,1 0,0 1,1 0,1 0,0 1,1 1,1-1,0 1,1 0,0 1,2 0,0 0,1 0,1 0,0 0,1 0,1 1,1 1,-2-9,1-8,-1 0,1 1,0-1,-1 0,1 0,0 0,0 1,1-1,-1 0,0 0,1 0,-1 1,1-1,0 0,-1 0,1 0,0 0,0 0,1 0,-1-1,0 1,1 0,-1 0,1-1,0 2,85 5,-65-9,421-30,-196 9,775-18,-467 25,-302 5,914-23,732-6,-894 13,-917 24,0 5,54 10,165 9,-275-18,100 11,91-3,-118-11,-97 3,-19-3,-5-2</inkml:trace>
  <inkml:trace contextRef="#ctx0" brushRef="#br0" timeOffset="3">3049 4012,'-101'26,"101"-26,1-1,-1 1,0 0,1 0,-1 0,1 0,-1-1,1 1,-1 0,1 0,-1 0,0 0,1 0,-1 0,1 0,-1 1,1-1,-1 0,1 0,-1 0,0 0,1 0,-1 1,1-1,-1 0,0 0,1 1,-1-1,1 0,-1 1,0-1,0 0,1 1,-1-1,0 0,0 1,1-1,-1 1,0-1,0 1,0-1,0 0,0 1,1-1,-1 1,0-1,0 1,0-1,0 1,0-1,0 1,-1-1,1 0,0 1,0-1,0 1,0-1,0 1,-1-1,1 0,0 1,0-1,-1 1,1-1,0 0,-1 1,1-1,0 0,33 5,1-2,0-1,-1-2,23-2,-4 0,1017-2,377-33,-1093 21,1903-15,-2172 34,368 13,38-22,274-36,-635 43,-80 14,-45-18,-5-3</inkml:trace>
  <inkml:trace contextRef="#ctx0" brushRef="#br0" timeOffset="4">6418 1953,'3'468,"36"171,51 116,-12-127,-8 430,-90-608,6-239,12-185,0-14,0 0,1 1,1-1,0 0,0 0,1 0,1 0,0 0,0 0,2-1,-1 1,1-1,1 1,3 5,9-1</inkml:trace>
  <inkml:trace contextRef="#ctx0" brushRef="#br0" timeOffset="5">4559 2073,'28'522,"-14"24,14 249,72 92,-20-217,-25-44,-49-553,3-1,3 0,21 66,-18-95</inkml:trace>
  <inkml:trace contextRef="#ctx0" brushRef="#br0" timeOffset="6">8637 2020,'0'71,"28"977,69-142,-75-730,98 546,-89-570,-7 2,-7 0,-6 6,-4 45,-2-184</inkml:trace>
  <inkml:trace contextRef="#ctx0" brushRef="#br0" timeOffset="7">1 95,'83'88,"4"-4,3-4,4-3,3-5,20 6,57 27,46 13,31 18,-167-84,-2 4,-2 4,-3 3,32 36,-56-47,3-2,1-4,3-1,30 14,277 127,-258-95,-23-25,-60-54,-1 2,-1 1,-1 1,0 1,-1 1,10 11,-20-25,-12-9</inkml:trace>
  <inkml:trace contextRef="#ctx0" brushRef="#br0" timeOffset="8">549 1539,'11'13,"13"12,12 8,8 6,6 2,2 4,-2 1,-2-1,-5-3,-7-4,-10-7,-10-8</inkml:trace>
  <inkml:trace contextRef="#ctx0" brushRef="#br0" timeOffset="9">870 1445,'-18'7,"-11"9,-5 8,-1 10,1 10,4 11,4 13,8 7,3 4,6-4,3-7,3-13,2-16</inkml:trace>
  <inkml:trace contextRef="#ctx0" brushRef="#br0" timeOffset="10">1057 1605,'0'0,"120"13,-116-12,0 0,0 0,0 1,0 0,-1 0,1 0,0 0,-1 1,0-1,0 1,1 0,-1 0,-1 0,1 0,0 0,-1 1,0-1,0 1,0 0,0-1,-1 1,1 0,-1 0,0 0,0 0,0 0,-1 3,-1 11,-1 1,-1-1,0 1,-2-1,0-1,-1 1,0-1,-2 0,0 0,-1-1,-1 0,0 0,-1-1,-3 2,-85 114,99-130,0-1,-1 1,1 0,0 0,-1-1,1 1,0 0,0 0,0 0,0-1,0 1,0 0,0 0,0 0,0-1,0 1,0 0,0 0,1 0,-1-1,0 1,1 0,-1 0,0-1,1 1,-1 0,1-1,-1 1,1 0,-1-1,1 1,0-1,-1 1,1-1,0 1,-1-1,1 1,0-1,0 0,-1 1,1-1,0 0,0 0,-1 0,1 0,0 1,0-1,0 0,0 0,-1-1,1 1,0 0,0 0,0 0,-1 0,1-1,0 1,0 0,0-1,30-1,1 0,-1-3,0 0,0-2,23-9,-9 4,46-12,-6 3</inkml:trace>
  <inkml:trace contextRef="#ctx0" brushRef="#br0" timeOffset="11">1939 3050,'0'39,"7"123,-5-152,0 1,0-1,1 0,0 0,1 0,0 0,1-1,0 1,0-1,1 0,0-1,1 1,6 5,-8-9,0-1,0 0,1 0,0 0,0 0,0-1,0 0,0 0,1-1,-1 0,1 0,0 0,0-1,-1 0,1 0,0-1,0 0,0 0,0 0,0-1,0 0,-1-1,1 1,0-1,1-1,6-3,0 0,-1-1,1 0,-2-1,1 0,-1-1,0-1,-1 0,0 0,0-1,0-2,0-1,-1 0,0 0,-1-1,0 0,-1 0,-1-1,-1 0,0 0,-1-1,0 0,0-11,-3 18,-1 1,-1-1,0 1,0-1,-1 1,0-1,0 1,-1 0,0-1,-1 1,0 0,-1 0,0 0,0 1,-1 0,0-1,0 1,-1 1,0-1,0 1,-6-5,4 6,1 0,-1 0,-1 0,1 1,-1 1,0-1,0 2,0-1,0 1,-1 0,1 1,-1 0,0 1,0 0,1 0,-1 1,0 0,0 1,0 0,1 1,-1 0,0 0,1 1,0 0,-1 1,1 0,1 1,-1-1,1 2,0-1,0 1,0 0,1 1,0 0,-6 7,3-2,0 0,2 1,-1 0,2 0,0 1,0 0,1 0,1 0,0 1,1 0,1 0,0 0,1 0,1 0,0 1,1-1,1 0,2 14,9 34</inkml:trace>
  <inkml:trace contextRef="#ctx0" brushRef="#br0" timeOffset="12">2327 5068,'102'-233,"-42"107,-50 107,-5 20,-3 73,-4 65,-2-24,5 0,6 0,12 59,-6-107</inkml:trace>
  <inkml:trace contextRef="#ctx0" brushRef="#br0" timeOffset="13">964 15,'9'23,"7"16,9 11,8 3,6 3,2 0,3-3,-4-3,-5-5,-6-7,-9-8</inkml:trace>
  <inkml:trace contextRef="#ctx0" brushRef="#br0" timeOffset="14">1190 28,'-11'14,"-9"13,-5 16,-3 14,-3 14,-1 8,0 1,3-2,7-16</inkml:trace>
  <inkml:trace contextRef="#ctx0" brushRef="#br0" timeOffset="15">1445 496,'4'-28,"7"-40,3 0,17-49,-23 98,-7 19,-1 0,1 0,-1 0,1 0,-1 0,1 0,-1 0,1 1,-1-1,1 0,0 0,-1 1,0-1,1 0,-1 0,1 1,-1-1,1 1,-1-1,0 0,1 1,-1-1,0 1,1-1,-1 1,0-1,1 1,-1-1,0 1,0-1,0 1,0-1,0 1,1-1,-1 1,0 0,0-1,0 1,0-1,-1 1,1-1,0 1,0-1,0 1,0 0,24 273,-22-255,0 1,1-1,1 1,0-1,2 0,0-1,2 1,0-1,3 4,6 1</inkml:trace>
  <inkml:trace contextRef="#ctx0" brushRef="#br0" timeOffset="16">1726 1,'9'18,"10"15,10 12,13 8,7 5,5 2,2 0,-1-2,-4-3,-6-5,-7-8,-12-11</inkml:trace>
  <inkml:trace contextRef="#ctx0" brushRef="#br0" timeOffset="17">2220 82,'-16'0,"-10"9,-9 16,-6 19,-5 16,-1 17,2 9,9 4,11-8,10-16</inkml:trace>
  <inkml:trace contextRef="#ctx0" brushRef="#br0" timeOffset="18">2447 536,'0'1,"10"84,-10-82,1-1,0 0,0 0,0 1,1-1,-1 0,0 0,1 0,-1 0,1-1,0 1,0 0,-1-1,1 1,0-1,0 0,1 1,-1-1,0 0,0 0,0 0,1-1,-1 1,1-1,-1 1,0-1,1 0,-1 1,1-1,-1-1,0 1,1 0,1-1,4-1,0-1,0 0,0-1,-1 1,1-1,-1-1,0 0,0 0,-1 0,1-1,-1 0,0 0,-1 0,1-1,-1 0,-1 0,1 0,-1 0,0-1,-1 0,0 0,0-1,-1 3,0-1,-1 1,1 0,-1-1,-1 1,1-1,-1 1,0-1,-1 1,1-1,-1 1,-1-1,1 1,-1-1,0 1,-1 0,1 0,-1 0,0 1,-1-1,1 1,-1-1,0 1,-1 0,1 1,-1-1,0 1,0 0,0 0,-1 0,1 1,-1 0,0 0,0 0,0 1,0 0,-1 0,-4-1,5 2,-1 0,1 0,0 0,-1 1,1 0,0 0,-1 1,1 0,0 0,0 0,0 1,-1 0,1 0,1 0,-1 1,0 0,1 0,-1 0,1 1,0 0,0 0,0 0,1 1,0-1,0 1,0 0,0 0,1 1,-1-1,1 2,-20 47,8 1</inkml:trace>
  <inkml:trace contextRef="#ctx0" brushRef="#br0" timeOffset="19">3289 1418,'-3'9,"0"0,0-1,1 1,0 0,1 0,0 0,0 1,1-1,0 0,1 0,0 0,1 0,-1 0,1 0,1 0,0-1,0 1,1-1,0 0,1 0,-1 0,1 0,1-1,0 0,0 0,0 0,5 3,-4-6,1 0,-1-1,1 0,-1 0,1-1,0 0,0 0,0-1,0 0,1 0,-1-1,0 0,0-1,0 0,0 0,0 0,0-1,0-1,1 0,-4 2,1-1,-1-1,0 1,-1-1,1 1,0-1,-1-1,0 1,1-1,-1 1,-1-1,1 0,-1-1,1 1,-1-1,0 1,-1-1,1 0,-1 0,0 0,0 0,-1-1,1 1,-1 0,0-1,-1 1,1-1,-1-4,-1 2,0 0,-1-1,0 1,0 0,-1 1,0-1,-1 0,1 1,-1-1,-1 1,1 0,-1 1,-1-1,1 1,-1 0,0 0,0 1,-1-1,-6-3,8 6,0-1,-1 1,1-1,-1 1,0 1,1-1,-1 1,-1 0,1 1,0-1,0 1,-1 0,1 1,0 0,-1 0,1 0,0 1,-1-1,1 2,0-1,0 1,-1 0,2 0,-1 0,0 1,0 0,3-1,0 0,0-1,0 1,0 0,0 0,1 1,-1-1,1 1,0-1,-1 1,1 0,0 0,1 0,-1 0,0 0,1 0,0 0,0 0,0 1,0-1,0 0,1 1,-1-1,1 1,0-1,0 0,0 1,1-1,-1 1,1-1,0 0,0 1,0-1,0 0,1 0,-1 0,2 3,26 16,5-5</inkml:trace>
  <inkml:trace contextRef="#ctx0" brushRef="#br0" timeOffset="20">3744 1485,'-1'3,"0"1,1-1,0 0,-1 1,1-1,0 0,1 1,-1-1,1 0,-1 1,1-1,0 0,0 0,0 0,1 0,-1 0,1 0,0 0,0 0,-1-1,2 1,-1-1,0 1,1-1,-1 0,1 0,-1 0,1 0,0 0,0-1,0 1,2 0,2 1,0 0,0-1,1 1,-1-1,1-1,-1 0,1 0,0 0,-1-1,1 0,0 0,0-1,-1 0,1-1,-1 0,1 0,-1 0,0-1,0 0,0 0,0-1,0 0,-1 0,1-1,-1 1,0-1,-1-1,1 1,-1-1,3-5,-6 7,0 0,-1 0,0 0,0 0,0 0,0 0,-1 0,1 0,-1 0,0 0,0-1,-1 1,1 0,-1 0,0 0,0 0,0 0,-1 0,0 0,1 1,-1-1,0 0,-1 1,1-1,-1 1,1 0,-1 0,-3-3,0 0,0 0,-1 1,0-1,0 1,0 1,-1-1,1 1,-1 1,0-1,0 1,-1 1,1-1,-6 1,10 1,-1 1,1 0,-1 0,1 1,-1-1,1 1,-1 0,1 0,0 0,0 1,-1 0,1 0,0 0,0 0,0 0,1 1,-1 0,1 0,-1 0,1 0,0 0,0 1,0-1,1 1,-1 0,1 0,0 0,0 0,0 0,1 0,-1 1,1-1,0 0,0 1,1-1,-1 1,1-1,0 1,0-1,1 3,6 35,5-5</inkml:trace>
  <inkml:trace contextRef="#ctx0" brushRef="#br0" timeOffset="21">5147 1526,'-3'5,"0"1,0 0,0 0,1 0,0 0,0 0,0 0,1 1,0-1,0 1,0-1,1 1,0-1,0 1,1-1,0 1,0-1,1 1,-1-1,1 0,1 0,-1 0,1 0,0 0,1-1,-1 1,1-1,3 4,2-4,0-1,0 1,0-1,1-1,0 0,-1 0,1-1,0 0,0-1,1 0,-1-1,0 0,0 0,0-1,0-1,0 1,0-2,0 1,0-1,-1-1,1 0,-1 0,0-1,0 0,-1-1,7-4,-11 7,0 0,-1-1,1 1,-1-1,1 0,-1 0,0 0,-1-1,1 1,-1-1,0 1,0-1,0 0,0 0,-1 0,0 0,0 0,0 0,-1 0,0 0,0 0,0 0,0 0,-1 0,0 0,0 0,0 0,-1 0,0 0,0 1,0-1,0 0,-1 1,1 0,-1-1,0 1,-1 1,1-1,-1 0,0 0,-4-3,-1 0,1 0,-2 0,1 1,-1 1,0-1,0 2,0-1,-1 1,1 1,-8-2,13 4,0 0,0 0,0 0,0 1,0 0,0 0,-1 0,1 1,0-1,0 1,0 0,0 1,1-1,-1 1,0 0,0 0,1 0,-1 1,1 0,0 0,0 0,0 0,0 1,1-1,-1 1,0 1,1 0,0-1,1 1,-1 0,1 0,0 1,1-1,-1 0,1 1,0-1,0 1,1-1,-1 1,1-1,0 1,1-1,0 1,-1-1,2 1,-1-1,1 0,0 1,0-1,2 5,19 32</inkml:trace>
  <inkml:trace contextRef="#ctx0" brushRef="#br0" timeOffset="22">5750 1552,'-7'-14,"-5"-13,-2-11,-1-7,2 1,3 5,3 7,3 15,2 21,2 20,0 22,3 18,1 10,1 5,6-3,4-7,1-15</inkml:trace>
  <inkml:trace contextRef="#ctx0" brushRef="#br0" timeOffset="23">9399 1391,'-5'-16,"-3"-9,-1-4,1 2,3 9,-1 18,1 19,1 18,1 15,2 7,0 2,1-1,2-8,6-9,6-10,0-11</inkml:trace>
  <inkml:trace contextRef="#ctx0" brushRef="#br0" timeOffset="24">9680 1485,'0'6,"0"0,1 1,-1-1,1 0,1 0,-1 0,1 0,0-1,1 1,-1 0,1-1,0 0,1 1,-1-1,1-1,0 1,0 0,0-1,1 0,0 0,-1 0,1-1,1 1,-1-1,0 0,1-1,0 1,-1-1,1-1,0 1,0-1,0 0,0 0,4 0,-2 0,-1 0,1-1,0 0,0 0,0 0,0-1,-1-1,1 1,0-1,-1-1,1 1,-1-1,0 0,0-1,0 0,0 0,-1 0,0-1,0 0,0 0,0-1,-1 1,0-1,0-1,0 1,-1 0,0-1,0 0,-1 0,0 0,0-1,0 1,-1-1,0 0,-1 1,1-6,-2 3,-1 0,0 1,0-1,-1 0,0 0,-1 0,0 1,0-1,-1 1,0 0,-1 0,0 1,0-1,-1 1,0 0,-1 0,0 1,0 0,3 2,0 1,-1 0,0 0,0 0,0 1,-1-1,1 1,-1 1,1-1,-1 1,0 0,0 0,0 0,0 1,-1 0,1 0,0 1,0 0,-1 0,1 0,0 1,0 0,-1 0,1 0,0 1,0 0,1 0,-1 1,0 0,-7 5,0 1,1 0,1 0,-1 1,2 1,-1 0,0 2,-28 35</inkml:trace>
  <inkml:trace contextRef="#ctx0" brushRef="#br0" timeOffset="25">7126 1605,'2'-20,"1"-14,3-8,-1-3,0 0,-2 7,-1 12,0 16,-2 20,-2 18,-1 14,-1 12,2 8,0 5,3 0,4-2,0-12</inkml:trace>
  <inkml:trace contextRef="#ctx0" brushRef="#br0" timeOffset="26">7461 1432,'0'-16,"0"-10,0-5,0 5,2 14,3 18,3 24,5 22,2 22,1 13,0 8,-2-12</inkml:trace>
  <inkml:trace contextRef="#ctx0" brushRef="#br0" timeOffset="27">3222 683,'611'0,"-340"27,-11-17,-191-6,0-4,51-7,46 0,674 7,-681-14,33 0,-118 12,-69 0</inkml:trace>
  <inkml:trace contextRef="#ctx0" brushRef="#br0" timeOffset="28">5776 389,'-1'0,"1"1,-1-1,0 1,1 0,-1-1,1 1,-1 0,1-1,-1 1,1 0,-1 0,1-1,0 1,0 0,-1 0,1 0,0 0,0-1,0 1,0 0,0 0,0 0,0 0,0 0,0-1,0 1,0 0,1 0,-1 0,0 0,1-1,-1 1,0 0,1 0,-1-1,1 1,-1 0,7 9,0-1,1 1,-1-1,2 0,-1-1,1 0,1 0,-1-1,1-1,0 1,2-1,-2 1,55 31,-46-28,-1 0,0 1,0 0,-1 2,-1 0,0 1,-1 0,-1 2,6 7,-17-19,0 1,-1-1,0 1,0 0,0 0,0 0,-1 0,0 0,0 0,0 0,0 0,-1 0,0 0,0 0,-1 1,1-1,-1 0,0 0,-1 0,1 0,-1 0,0-1,0 1,0 0,-1-1,0 1,1-1,-2 0,-1 2,-18 18,-2-2,-1 0,0-2,-2 0,0-2,-1-1,0-2,-2-1,-1 0,-103 42,111-46</inkml:trace>
  <inkml:trace contextRef="#ctx0" brushRef="#br0" timeOffset="29">10549 616,'-110'14,"-26"-4,88-3,-1-1,0-3,-20-2,-237 10,32-24,-36 13,122 2,-55 5,-131-1,4 35,329-41,-2 0,-1 1,1 2,0 2,-1 2,-9 5,-1-2,-1-3,0-2,-22-3,-68 12,65-14,81 0,-1 0,0-1,0 1,0 0,1 0,-1 0,0 0,0-1,0 1,0 0,0 0,0 0,1-1,-1 1,0 0,0 0,0 0,0-1,0 1,0 0,0 0,0-1,0 1,0 0,0 0,0 0,0-1,0 1,0 0,0 0,0-1,0 1,0 0,-1 0,1 0,0-1,0 1,0 0,0 0,0 0,-1-1,1 1,0 0,0 0,0 0,0 0,-1 0,1 0,0-1,0 1,0 0,-1 0,1 0,0 0,0 0,-1 0,1 0,0 0,0 0,22-16,-18 14,119-75,3 6,3 5,88-30,-198 90,-43 26,-190 94,-56 49,266-161,3-2,-1 0,1 0,-1 1,1-1,-1 1,1-1,0 1,-1-1,1 1,0 0,0-1,-1 1,1 0,0 0,0 0,0 0,0 0,0 0,0 1,0-1,0 0,1 0,-1 1,0-1,1 0,-1 1,1-1,-1 1,1-1,0 1,-1-1,1 0,0 1,0-1,0 1,0-1,1 1,-1-1,0 1,1-1,-1 2,10 8,0-1,1 0,0 0,1-1,0 0,10 5,-6-4,72 48,3-5,3-4,-18-17,-75-33,1 1,-1-1,1 0,-1 1,0-1,1 0,-1 0,0 0,0 0,0 0,0 0,0-1,0 1,0 0,0 0,0-1,0 1,-1-1,1 1,-1-1,1 1,-1-1,1 1,-1-1,0 1,0-1,0 1,0-1,0 0,0 1,0-1,0 1,-1-1,1 1,-1-1,1 1,-1-1,1-10,5-46,-3 0,-3 0,-2-1,-2 2,-3-1,-11-34,12 71,4 14,5 12,3 12,2 1</inkml:trace>
  <inkml:trace contextRef="#ctx0" brushRef="#br0" timeOffset="30">10227 3971,'3'0,"2"0,6 0,5-2,6-1,9-2,11 0,7 0,4 2,2 1,-1 0,-5 2,-9 0,-7 0,-6 0,-6 0,-4 1,-5-1</inkml:trace>
  <inkml:trace contextRef="#ctx0" brushRef="#br1" timeOffset="31">4199 3677,'-4'6,"1"-1,0 1,0 0,0 0,1 0,0 0,0 0,1 1,0-1,0 0,0 1,1-1,0 1,0-1,1 1,-1-1,1 1,1-1,-1 0,1 1,2 3,0-6,-1-1,1 0,-1 0,1 0,0 0,0-1,0 1,1-1,-1 0,0-1,1 1,-1-1,1 0,0 0,-1 0,1 0,0-1,0 0,0 0,-1 0,1-1,0 1,-1-1,1 0,0-1,-1 1,1-1,-1 0,0 0,1 0,-1-1,0 1,0-1,-1 0,1 0,-1 0,1-1,-1 1,0-1,1-1,-1 0,0-1,0 1,0-1,-1 0,0 0,0 0,0 0,-1 0,0 0,0 0,0-1,-1 1,0 0,0 0,-1-1,1 1,-1 0,-1 0,1 0,-1 0,0 0,-1 0,1 1,-1-1,0 0,-1 1,1 0,-1 0,0 0,0 1,-1-1,1 1,-1 0,0 0,0 0,0 1,-1 0,1 0,-1 0,0 1,0 0,3 1,-1 0,1 1,-1-1,1 1,-1 0,1 0,-1 0,1 0,0 1,-1 0,1-1,-1 1,1 1,0-1,0 0,0 1,0-1,0 1,0 0,0 0,0 0,1 1,-1-1,1 1,-1-1,1 1,-2 2,0 2,-1 1,1-1,1 1,-1 0,1 0,1 0,-1 0,1 1,1-1,-1 7,0 22</inkml:trace>
  <inkml:trace contextRef="#ctx0" brushRef="#br1" timeOffset="32">5937 3677,'88'-191,"-66"138,-14 47,-7 28,-5 45,1-25,1 0,2 0,1 0,3-1,3 12,4-9</inkml:trace>
  <inkml:trace contextRef="#ctx0" brushRef="#br1" timeOffset="33">10081 3383,'146'-11,"-144"11,0-1,0 1,-1 0,1 0,0 0,0 1,-1-1,1 0,0 1,0-1,-1 1,1-1,0 1,-1 0,1 0,-1 0,1 0,-1 0,1 0,-1 0,0 0,1 0,-1 1,0-1,0 1,0-1,0 1,0-1,0 1,-1-1,1 1,0 0,-1-1,1 1,-1 0,0 0,0-1,1 1,-1 0,0 0,-1 0,1-1,0 1,0 0,-1 0,1-1,-1 1,1 0,-2 1,-6 13,-1 1,-1-1,-1-1,0 0,0 0,-2-1,0-1,-5 4,2-1,-75 82,91-98,-1 1,0-1,1 1,-1 0,1-1,-1 1,0-1,1 1,-1 0,1 0,0-1,-1 1,1 0,0 0,-1-1,1 1,0 0,0 0,0 0,-1-1,1 1,0 0,0 0,0 0,1 0,-1-1,0 1,0 0,0 0,0 0,1-1,-1 1,0 0,1 0,-1-1,1 1,-1 0,1-1,-1 1,1 0,-1-1,1 1,0-1,-1 1,1-1,0 1,0-1,-1 1,1-1,0 0,0 0,-1 1,1-1,0 0,50 3,23-11,-1-3,39-12,-70 14,5-1</inkml:trace>
  <inkml:trace contextRef="#ctx0" brushRef="#br1" timeOffset="34">8075 3357,'43'-1,"-24"0,0 0,1 2,-1 0,0 1,16 5,-33-7,0 1,1-1,-1 1,0 0,0 0,0 0,0 0,0 1,0-1,-1 0,1 1,0-1,-1 1,1 0,-1 0,1-1,-1 1,0 0,0 0,0 0,0 0,0 0,0 1,0-1,-1 0,1 0,-1 0,0 1,1-1,-1 0,0 1,0-1,-1 0,1 0,0 1,-1-1,0 0,1 0,-1 0,0 0,0 1,0-1,-1 1,-62 82,40-60,23-24,1-1,-1 1,1-1,-1 1,0-1,1 1,-1-1,1 1,-1-1,1 1,-1 0,1-1,-1 1,1 0,0-1,0 1,-1 0,1 0,0-1,0 1,0 0,0 0,-1 0,1-1,0 1,0 0,1 0,-1-1,0 1,0 0,0 0,0 0,1-1,-1 1,0 0,1-1,-1 1,1 0,-1-1,1 1,-1 0,1-1,-1 1,1-1,-1 1,1-1,0 1,-1-1,1 0,0 1,-1-1,1 0,0 1,0-1,-1 0,1 0,0 0,0 0,0 0,-1 0,1 0,0 0,0 0,-1 0,1 0,0 0,0 0,-1-1,1 1,1-1,-2 1,13 1,1 0,-1 1,1 0,-1 0,0 2,0 0,-1 0,1 1,-1 1,0 0,0 0,0 2,-1-1,5 6,-14-12,-1 0,0 1,1-1,-1 1,0-1,0 1,0-1,0 1,-1-1,1 1,0 0,-1-1,1 1,-1 0,1 0,-1 0,0-1,0 1,0 0,0 0,0 0,0-1,0 1,-1 0,1 0,-1 0,1-1,-1 1,0 0,1-1,-1 1,0-1,0 1,0-1,0 1,-1-1,1 1,0-1,-1 0,1 0,0 0,-1 0,0 0,1 0,-1 0,0 0,-21 10,-1-1,-1 0,0-2,0-1,-1-1,-18 2,16-3,-82 12,87-15</inkml:trace>
  <inkml:trace contextRef="#ctx0" brushRef="#br1" timeOffset="35">4252 5428,'-29'151,"2"-30,27-121,-1 1,0 1,0-1,1 1,-1-1,1 1,0 0,-1-1,1 1,0-1,0 1,0 0,0-1,0 1,0 0,0-1,1 1,-1-1,1 1,-1-1,1 1,0-1,-1 1,1-1,0 1,0-1,0 0,0 1,0-1,0 0,0 0,0 0,1 0,-1 0,0 0,1 0,-1-1,1 1,4-3,-1 0,1-1,-1 0,0 0,1 0,-1-1,-1 0,1 0,0 0,-1 0,0-1,1-1,2-1,60-69,-67 76,0-1,0 1,0-1,1 1,-1 0,0-1,0 1,0-1,0 1,1 0,-1-1,0 1,0 0,1 0,-1-1,0 1,1 0,-1-1,0 1,1 0,-1 0,0 0,1-1,-1 1,0 0,1 0,-1 0,1 0,-1 0,0 0,1 0,-1 0,1 0,-1 0,0 0,1 0,-1 0,1 0,-1 0,0 0,1 0,-1 0,1 1,-1-1,0 0,1 0,-1 0,0 1,1-1,-1 0,0 1,0-1,1 0,-1 1,0-1,0 0,1 1,-1-1,0 0,0 1,0-1,0 0,0 1,1-1,-1 1,0-1,-1 32,0-27,-27 280,24-240</inkml:trace>
  <inkml:trace contextRef="#ctx0" brushRef="#br1" timeOffset="36">6017 5442,'4'14,"2"9,2 5,2 2,2 1,-2-1,0-3,-1-1,-3-1,-2-2,-6-3,-8-5,-9-4,-9-5,-2-4</inkml:trace>
  <inkml:trace contextRef="#ctx0" brushRef="#br1" timeOffset="37">5937 5362,'13'-7,"14"-4,14-6,9-3,7-1,5 0,2 2,-4 3,-8 0,-11 4</inkml:trace>
  <inkml:trace contextRef="#ctx0" brushRef="#br1" timeOffset="38">10321 5188,'-25'12,"1"2,0 0,1 2,0 0,1 2,-9 10,24-21,0 0,1 0,0 1,1-1,0 1,0 0,0 1,1-1,0 1,1 0,0 0,1 0,0 1,0-1,0 0,2 1,-1-1,1 1,0 0,2 7,0-9,0 0,0-1,1 1,0 0,1-1,0 0,0 0,0 0,1 0,0-1,0 1,0-1,1-1,0 1,1-1,-1 0,1 0,0-1,0 0,0 0,0-1,1 0,0 0,-1 0,1-1,0 0,0-1,0 0,0 0,1-1,-1 0,0 0,0-1,0 0,7-2,-11 2,0 0,0 0,1-1,-1 1,-1-1,1 0,0 0,0 0,-1-1,1 1,-1-1,0 0,0 0,0 0,0 0,0 0,-1-1,1 1,-1-1,0 0,0 0,0 0,-1 0,1 0,-1 0,0 0,0 0,-1-1,1 1,-1 0,0-1,0 1,0 0,-1-1,1 1,-1 0,0 0,-1 0,1 0,-1 0,1 0,-2-1,1 2,0 0,0 0,0 1,-1-1,1 1,-1 0,1 0,-1 0,0 0,0 0,0 1,0-1,0 1,0 0,0 0,-1 0,1 0,0 0,-1 1,1-1,0 1,-1 0,1 0,-1 1,1-1,0 1,-1-1,1 1,0 0,0 0,0 0,-1 1,1-1,0 1,-8 4,0 0,0 1,0 1,1-1,0 2,0-1,1 2,-2 2,-15 19</inkml:trace>
  <inkml:trace contextRef="#ctx0" brushRef="#br1" timeOffset="39">8115 5376,'37'-11,"-17"3,1 2,0 0,0 1,0 2,0 0,0 1,1 1,-1 1,6 1,-23 0,0-1,0 1,0 1,0-1,0 1,0-1,-1 1,1 0,0 0,-1 1,0-1,0 1,0 0,0-1,0 1,0 1,-1-1,1 0,-1 1,0-1,0 1,0 0,0-1,-1 1,0 0,0 0,1 3,0 6,0 0,-1 0,0 0,-1 0,-1 0,0 0,-1 0,-1 4,-63 220,65-236,0 1,0 0,1 0,-1 0,0 0,1 0,0 0,-1 0,1 0,0 0,0 0,0 0,0 0,0 0,0 0,1 0,-1-1,1 1,-1 0,1 0,0 0,0 0,0 0,1 1,5-4</inkml:trace>
  <inkml:trace contextRef="#ctx0" brushRef="#br1" timeOffset="40">8223 5589,'24'-7,"30"-6,30-9,26-11,17-12,-14 2</inkml:trace>
  <inkml:trace contextRef="#ctx0" brushRef="#br2" timeOffset="41">3597 2983,'-1'-3,"0"0,0-1,0 1,1 0,-1 0,1-1,-1 1,1 0,0-1,1 1,-1 0,0-1,1 1,0 0,0 0,0-1,0 1,0 0,1 0,0 0,0-3,97-302,-64 195,-28 108,-5 27,-2-21,-17 860,31-752,-14-109,0 0,0-1,0 1,0-1,0 1,1-1,-1 1,0-1,0 1,0 0,1-1,-1 1,0-1,1 1,-1 0,0-1,1 1,-1 0,0-1,1 1,-1 0,0 0,1-1,-1 1,1 0,-1 0,1 0,-1 0,1-1,-1 1,0 0,1 0,-1 0,1 0,-1 0,1 0,-1 0,1 0,-1 1,1-1,-1 0,1 0,-1 0,1 0,-1 1,0-1,1 0,-1 0,1 1,-1-1,0 0,1 1,-1-1,0 0,0 1,1-1,3-20</inkml:trace>
  <inkml:trace contextRef="#ctx0" brushRef="#br2" timeOffset="42">5201 2983,'42'-117,"-18"55,-3-1,-2 0,-4-1,-2-1,3 9,-6 87,-9 454,-1-478,0 84,3 0,4 0,5 0,7 22,1-67,-16-46</inkml:trace>
  <inkml:trace contextRef="#ctx0" brushRef="#br2" timeOffset="43">9465 2541,'-7'-1,"-78"-2,82 3,0 1,0 0,0 0,0 0,0 0,0 0,0 1,0-1,1 1,-1 0,1-1,-1 1,1 1,0-1,-1 0,1 1,0-1,1 1,-1-1,0 1,1 0,-1 0,1 0,0 0,0 1,-3 16,1 0,1 0,1 1,1-1,0 0,2 1,1-1,0 0,1 0,1-1,1 1,1-1,6 13,-8-15,0 0,1 0,1-1,1 0,0 0,1-1,0 0,1 0,1-1,1-1,0 1,0-2,1 0,1 0,0-2,0 1,1-2,1 0,14 6,-19-11,0-1,0-1,0 0,1 0,-1-1,0 0,1-1,-1 0,1-1,-1 0,0-1,0-1,0 1,0-2,0 1,0-2,-1 1,0-2,0 1,0-1,-1-1,1 1,-2-2,1 1,-1-1,0 0,-1-1,2-3,3-7,-1 0,-1-1,-1 0,0-1,-2 0,-1 0,0-1,-2 1,0-1,-1 0,-2-1,0 1,-1 0,-1 0,-2-1,0 1,-1 1,-1-1,-1 0,-1 1,-1 0,0 1,-2 0,-1 0,0 1,-1 1,-5-5,11 14,-1 0,0 0,0 1,-1 0,-1 1,1-1,-1 2,0-1,-1 1,1 1,-1-1,0 2,-1-1,1 2,-1-1,0 1,0 1,0 0,0 1,0 0,0 0,-9 1,5 3,0 0,0 0,1 2,0-1,0 2,0 0,0 1,1 0,0 1,1 0,0 1,0 1,1 0,0 0,-4 5,-3 6,0 1,1 1,1 1,2 0,0 0,1 2,-6 18,-5 26</inkml:trace>
  <inkml:trace contextRef="#ctx0" brushRef="#br2" timeOffset="44">7113 2876,'70'-237,"-23"93,-8-4,-39 149,0-1,1 0,-1 0,0 0,0 1,0-1,1 0,-1 0,0 0,1 0,-1 1,0-1,0 0,1 0,-1 0,0 0,1 0,-1 0,0 0,0 0,1 0,-1 0,0 0,1 0,-1 0,0 0,1 0,0 247,9 338,-1-435,-7-140</inkml:trace>
  <inkml:trace contextRef="#ctx0" brushRef="#br2" timeOffset="45">3624 4774,'-10'22,"2"1,1 0,0 0,2 1,1 0,1-1,1 2,1-1,1 6,1-10,0-1,1 1,2-1,0 1,1-1,0 0,2-1,6 12,-10-21,2 0,-1-1,1 0,0 0,1 0,0-1,0 0,1 0,-1 0,1-1,1 0,0 0,-1-1,1 0,1-1,-1 1,1-1,8 2,-12-5,0 0,1 0,-1-1,0 0,1 0,-1 0,1 0,-1-1,0 0,1 0,-1 0,0-1,0 0,0 0,0 0,0-1,0 1,-1-1,1 0,-1 0,0-1,0 0,0 1,0-1,-1 0,1-1,10-13,-1 0,-1-1,-1-1,-1 1,6-17,-7 20,-1-1,-1 1,-1-1,0-1,-1 1,-1-1,-1 0,0 0,-1 0,-1 0,-1 0,-1 0,0 0,-1 0,-1 0,-1 0,0 0,-2 1,0 0,-1 0,0 0,-1 1,-1 0,-1 1,-8-10,11 16,0 1,-1 1,0 0,0 0,-1 0,0 1,0 1,-1-1,1 2,-1-1,0 1,-1 1,1-1,-1 2,1 0,-1 0,0 1,0 0,1 1,-1 0,0 0,0 2,0-1,1 1,-1 1,1 0,0 0,-1 1,2 0,-2 1,-4 5,0 0,1 0,0 1,0 1,1 1,1 0,0 0,1 1,0 1,2-1,-1 2,2 0,0 0,1 0,0 1,1 0,1 0,1 0,1 1,0 0,1-1,1 1,1 0,0 0,1 0,2 3,10 43</inkml:trace>
  <inkml:trace contextRef="#ctx0" brushRef="#br2" timeOffset="46">5349 4867,'132'-275,"-56"70,-73 200,-5 21,2-15,-21 138,5 0,3 120,13-234,1 0,1 0,2 0,0-1,2 1,7 22,4-7</inkml:trace>
  <inkml:trace contextRef="#ctx0" brushRef="#br2" timeOffset="47">9480 4560,'-31'264,"29"-245,-2 12,2 0,1 1,2-1,3 21,-3-44,0-1,0 0,1 1,0-1,0 0,1 0,0 0,0-1,1 1,-1-1,2 0,-1 0,1 0,-1 0,2-1,-1 0,0 0,1 0,0-1,0 1,1-2,1 2,2-1,-1 0,2-1,-1 0,0 0,1-1,-1 0,1-1,0-1,-1 1,1-2,0 1,-1-1,1-1,-1 0,1-1,-1 0,0 0,0-1,0 0,-1-1,1 0,-1-1,0 0,-1 0,1-1,-1 0,-1 0,1-1,-1 0,0 0,4-9,1-10,-1-1,-1 0,-1-1,-2 0,-1 0,-1-1,-2 0,-1 0,-1 0,-2-21,3 29,-1 0,-1 1,-1-1,-1 0,-1 1,-1-1,-1 1,0 0,-2 0,0 0,-1 1,-2 1,0-2,6 16,0 1,0-1,-1 1,1 0,-1 0,0 0,0 1,0 0,0 0,-1 0,1 0,-1 1,0 0,0 0,1 1,-1-1,0 1,0 1,-1-1,1 1,0 0,0 0,0 1,0 0,0 0,0 0,0 1,0 0,1 0,-5 3,-13 7,0 2,1 0,1 1,1 1,0 1,1 1,1 1,1 1,0 0,2 1,0 0,1 2,-7 17,-11 20</inkml:trace>
  <inkml:trace contextRef="#ctx0" brushRef="#br2" timeOffset="48">7420 4894,'54'-178,"-35"125,81-254,-92 288,-7 19,-1 0,1-1,-1 1,0 0,1 0,-1 0,0 0,1 0,-1 0,1 0,-1 0,0 0,1 0,-1 0,1 0,-1 0,0 1,1-1,-1 0,0 0,1 0,-1 0,0 1,1-1,-1 0,0 0,1 1,-1-1,0 0,0 0,1 1,-1-1,0 0,0 1,0-1,0 0,1 1,-1-1,0 1,0-1,0 0,0 1,0-1,0 1,0-1,0 0,0 1,0-1,0 0,0 1,0-1,0 1,0-1,-1 0,1 1,0-1,0 0,0 1,0-1,-1 0,1 1,0-1,15 270,8-7,21 54,-42-302,8 52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15.3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257 237,'0'18,"0"13,0 11,0 4,-3 4,0 0,1-4,-1-5,2-5,0-6,0-7,1-6</inkml:trace>
  <inkml:trace contextRef="#ctx0" brushRef="#br0" timeOffset="1">3 63,'-2'-2,"3"-1,7 0,11 1,13-2,11 0,9-1,5-3,-1 0,-2 0,-9 0,-10 2,-10 5,-10 4,-7 2</inkml:trace>
  <inkml:trace contextRef="#ctx0" brushRef="#br0" timeOffset="2">110 932,'18'0,"20"0,17-2,13-3,6-3,-1 0,-5 1,-10 2,-13 2,-11-1,-10 0,-8 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15.4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35.5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10,'-9'17,"-57"348,59-295,14-467,5 333,-6 64,-3 17,-3-14,3 29,0 5,2 0,1-1,2 1,7 20,-4-30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40.9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1 948,'19'-108,"5"1,15-34,-35 126,-1 4,-2 6,0-1,0 1,1 0,-1 0,1 1,0-1,1 0,-1 1,1-1,0 1,0 0,0-1,4-2,-5 7,1 0,-1 0,0 0,1 1,-1-1,1 1,-1-1,0 1,0 0,1 0,-1 0,0 0,0 0,0 0,0 1,0-1,0 1,-1-1,1 1,0 0,-1-1,1 1,-1 0,0 0,1 0,0 2,1 0,29 40,-2 2,-1 1,16 40,-44-85,42 101,-42-102,-1 0,0 0,1 0,-1 0,0 0,0 0,1 0,-1 0,0 0,0 0,0 0,0 1,0-1,0 0,-1 0,1 0,0 0,-1 0,1 0,0-1,-1 1,1 0,-1 0,1 0,-1 0,0 0,1 0,-1-1,0 1,1 0,-1-1,0 1,0 0,0-1,0 1,0-1,0 1,0-1,0 0,0 1,0-1,0 0,0 0,0 0,0 0,0 0,0 0,0 0,0 0,0 0,0 0,0 0,0-1,0 1,0 0,0-1,0 1,0-1,1 1,-1-1,0 1,0-1,0 0,-4-2,0 0,0 0,0-1,0 0,1 0,-1 0,1 0,0-1,1 0,-1 0,1 0,0 0,0 0,0 0,1-1,0 0,0 1,0-1,1 0,0 0,0 0,1 0,-1 0,1 0,0 0,1 0,-1 0,1 1,1-1,-1 0,1 0,0 0,0 1,1-1,-1 1,1 0,0 0,3-3,2-2,1 1,0 0,0 0,1 1,1 1,-1-1,1 2,0-1,1 1,-1 1,1 0,0 1,0 0,1 1,-1 1,1-1,7 1,-17 2,1-1,-1 1,0 0,1 0,-1 0,1 0,-1 1,1-1,-1 1,0 0,1 0,-1 0,0 0,0 1,0-1,0 1,0 0,0 0,0 0,-1 0,1 1,-1-1,1 1,-1-1,0 1,0 0,0 0,0 0,-1 0,1 0,-1 0,0 0,0 1,0-1,0 3,-1 74,-2-71,1 1,0 0,1 0,0 0,1-1,0 1,0 0,1 0,1 3,-1-9,1 0,-1 0,0 0,1 0,0 0,0 0,0-1,1 1,-1-1,1 0,0 0,-1 0,1 0,1-1,-1 0,0 0,0 0,1 0,-1-1,1 1,0-1,-1-1,1 1,0 0,2-1,6 1,1-1,-1 0,1-1,-1-1,1 0,-1 0,0-2,6-1,-5-1,-1 0,0 0,-1-1,0-1,0 0,0-1,-1 0,-1-1,1 0,-2 0,1-1,-1 0,-1-1,0 0,-1 0,0-1,-1 0,0 0,-1-1,-1 1,0-1,-1 0,0 0,0-13,-3-19,-6 48,3 6,0 0,0 0,1 0,0 1,0-1,1 1,0-1,1 1,0 6,0-11,0 10,0 0,2 0,-1 0,2 0,0-1,0 1,1-1,1 0,0 0,1 0,5 8,-7-14,1 0,0 0,0 0,0 0,1-1,0 0,0 0,0 0,1-1,0 0,0-1,0 1,1-1,0-1,-1 1,1-1,0-1,1 1,5 0,-10-3,0 1,0-1,0 0,1-1,-1 1,0 0,0-1,0 0,0 0,0-1,0 1,0-1,0 1,-1-1,1 0,-1-1,1 1,-1-1,0 1,0-1,0 0,0 0,0-1,-1 1,1 0,-1-1,0 0,0 1,0-1,-1 0,1 0,-1-1,6-14,-1-1,-2 0,0-1,0 1,-1-19,1-208,-5 229,0 29,-9 422,-23 231,25-573,1-85,4-24,-1-41,3-1,3 1,4-22,-2 26,43-630,-33 580,-14 104,0 0,0 0,0 0,0 0,0 0,1-1,-1 1,0 0,1 0,-1 0,1 0,-1 0,1 0,-1 0,1 0,0 1,0-1,-1 0,1 0,0 0,0 1,0-1,0 0,0 1,0-1,0 1,0-1,0 1,0 0,0-1,0 1,0 0,0 0,1 0,-1-1,0 1,0 1,0-1,0 0,0 0,0 0,0 0,1 1,-1-1,0 1,0-1,0 1,0-1,0 1,0-1,0 1,-1 0,1-1,0 1,0 0,0 0,-1 0,1 0,148 127,-131-113,-2-2,1 1,-2 0,0 1,-1 1,11 15,-24-30,-1 0,1 0,-1 0,1 0,0 0,-1 0,0 0,1 0,-1 0,0 1,1-1,-1 0,0 0,0 0,0 0,0 1,0-1,0 0,0 0,-1 0,1 0,0 0,-1 1,1-1,-1 0,1 0,-1 0,1 0,-1 0,0 0,1 0,-1-1,0 1,0 0,0 0,0 0,0-1,0 1,0 0,0-1,0 1,0-1,0 1,0-1,0 0,0 1,0-1,-60 13,56-13,-98 11,85-9</inkml:trace>
  <inkml:trace contextRef="#ctx0" brushRef="#br0" timeOffset="1453.234">1979 869,'1'1,"-1"0,0 0,1 0,-1 0,1 1,-1-1,1 0,0 0,-1 0,1 0,0 0,0-1,0 1,0 0,0 0,0 0,0-1,0 1,0-1,0 1,0-1,0 1,0-1,0 1,1-1,-1 0,0 0,0 0,1 1,-1-1,0 0,0-1,0 1,1 0,-1 0,0 0,0-1,0 1,1-1,-1 1,0-1,0 1,0-1,0 0,0 1,0-1,0 0,0 0,-1 0,2 0,3-82,-6 48,-2 0,-1 0,-2 1,-2 0,-1 0,-1 1,-2 0,-1 1,-1 0,-19-29,-13 6,45 54,0-1,-1 1,1 0,0 0,-1-1,1 1,-1 0,1 0,-1 1,1-1,-1 0,0 0,1 1,-1-1,0 1,0 0,1-1,-1 1,0 0,0 0,0 0,1 0,-1 0,0 1,0-1,0 1,1-1,-1 1,0-1,1 1,-1 0,0 0,1 0,-1 0,1 0,-1 1,0-1,1 1,-1 0,1 0,0 0,-1 0,1 0,0 0,0 0,1 0,-1 0,0 0,1 1,-1-1,1 0,0 0,-1 1,1-1,0 0,1 1,-1-1,0 0,1 1,-1-1,1 0,0 0,-1 0,1 0,0 1,1-1,-1 0,0 0,53 50,-28-40,1-2,-1-2,1 0,1-2,-1 0,1-2,0-1,5-2,91 15,-122-16,1 0,0 0,0 0,0 1,-1-1,1 1,0 0,0-1,-1 1,1 1,-1-1,1 0,-1 0,1 1,-1 0,0-1,0 1,1 0,-1 0,-1 0,1 0,0 1,0-1,-1 0,0 1,1-1,-1 1,0-1,0 1,0 1,-2 5,-1 0,-1 0,1 0,-2-1,1 1,-1-1,0 0,-1 0,0 0,0 0,-6 5,-9 17,15-20,-1-1,1 1,1 0,0 0,0 0,1 1,0-1,1 1,0 0,2-7,0-1,0 1,0-1,0 1,0 0,1-1,0 1,-1-1,1 0,0 1,1-1,-1 0,1 1,-1-1,1 0,0 0,0 0,1-1,-1 1,0 0,1-1,0 0,-1 1,1-1,0 0,0 0,0-1,1 1,0 0,4 1,1 1,1-1,-1-1,0 0,1 0,-1 0,1-2,-1 1,1-1,0 0,-1-1,1 0,-1-1,1 0,-1 0,0-1,0 0,0-1,0 0,-1 0,1-1,-1 0,0 0,0-1,-1 0,0-1,0 1,0-1,-1-1,0 1,-1-1,1 0,-1 0,-1-1,0 0,0 1,-1-1,0-1,1-4,3-44,-7 56,0 1,-1 0,1-1,0 1,0 0,-1-1,1 1,-1 0,1 0,-1-1,1 1,-1 0,0 0,1 0,-1 0,0 0,0 0,0 0,0 0,0 0,0 1,0-1,0 0,0 0,-1 1,1-1,0 1,0-1,-1 1,1 0,0-1,-1 1,1 0,0 0,0 0,-1 0,1 0,0 0,-1 0,1 1,-1-1,-10 3,1 1,0 0,0 1,1 0,-1 1,1 0,0 0,1 1,-1 1,1-1,1 2,0-1,0 1,0 0,-5 10,11-18,1 0,0 1,0-1,0 0,0 0,0 1,0-1,0 1,0-1,0 1,0-1,1 1,-1 0,1-1,-1 1,1 0,0-1,0 1,-1 0,1-1,0 1,1 0,-1 0,0-1,0 1,1 0,-1-1,1 1,-1 0,1-1,0 1,0-1,0 1,-1-1,1 0,1 1,-1-1,0 0,0 1,0-1,1 0,-1 0,1 0,-1 0,1-1,-1 1,1 0,9 1,-1 0,1-1,1 0,-1 0,0-2,0 1,0-1,0-1,0 0,0 0,-1-1,1-1,-1 0,0 0,0-1,0 0,6-5,24-22,-46 41,1 0,0 0,1 1,0-1,0 1,1 0,0 0,0 6,3-15,-1 0,1-1,0 1,-1 0,1 0,0 0,0-1,0 1,0 0,-1 0,1 0,0-1,1 1,-1 0,0 0,0 0,0-1,0 1,1 0,-1 0,0-1,1 1,-1 0,0 0,1-1,-1 1,1 0,-1-1,1 1,-1-1,1 1,0-1,-1 1,1-1,0 1,-1-1,1 0,0 1,0-1,-1 0,1 1,0-1,0 0,0 0,-1 0,1 0,0 0,0 0,0 0,0 0,-1 0,1 0,0 0,0-1,-1 1,2 0,42-23,-18-1,0 0,-2-2,-1-1,-2-1,0-1,-2 0,-1-2,-2 0,0-1,-1-5,6-8,-1-2,-3 0,-2-1,-2 0,-2-1,-3-1,-1 1,-3-3,-17-35,13 85,-1 0,0 0,0 0,0 0,-1 0,1 0,0 0,-1 0,1 0,-1 1,0-1,1 1,-1-1,0 1,0 0,0-1,0 1,0 0,0 0,-1 0,1 1,0-1,0 1,-1-1,1 1,0 0,-1-1,1 1,0 0,-1 1,1-1,0 0,0 1,-2 0,-5 3,0 0,0 0,1 1,-1 1,1-1,1 1,-1 1,1-1,0 1,0 1,1-1,0 1,1 0,-1 1,2-1,-4 7,-8 16,2 0,0 2,3-1,0 1,2 1,2 0,1 0,1 1,1 20,2 48,4 0,11 60,-5-79,1-16,-3 1,-3 0,-3 0,-3 0,-3 0,-4 8,8-65,-1 0,1 0,-2 0,1 0,-2-1,0 0,0 0,-1 0,0-1,-1 1,0-1,0-1,-1 0,-6 5,-6-5,5-9</inkml:trace>
  <inkml:trace contextRef="#ctx0" brushRef="#br0" timeOffset="2189.265">2608 1082,'8'-26,"1"1,2 1,1 0,0 0,2 1,0 1,2 0,0 1,2 1,0 1,1 0,17-12,-10 4,-42 29,8 5,1-1,-1 1,1 0,1 1,-1-1,2 1,-1 1,1-1,0 1,0 0,1 0,1 0,-1 0,2 1,-3 8,4-13,0 0,0 1,0-1,1 0,-1 1,1-1,1 1,-1-1,1 0,0 1,0-1,0 0,1 0,0 0,0 0,0 0,0 0,1 0,0-1,0 1,0-1,1 0,-1 0,1 0,0-1,0 1,0-1,1 0,3 3,-4-4,0-1,0 1,0-1,0 0,0 0,0 0,1 0,-1-1,0 1,0-1,0 0,1-1,-1 1,0-1,0 0,0 0,1 0,-1 0,-1-1,1 1,0-1,0 0,0 0,-1-1,0 1,1-1,-1 0,0 0,0 0,0 0,-1 0,1-1,-1 1,1-1,-1 0,-1 1,2-4,8-20,-1 0,-1 0,-2-1,0 0,-2-1,-1-4,2-8,3-21,3 1,2 0,3 0,3 2,2 0,14-23,-52 119,-12 18,3 1,3 2,2 0,3 1,2 1,3 1,2 0,3 0,2 54,4-109,1 0,-1 0,2-1,-1 1,1 0,0 0,0-1,0 1,1 0,0-1,0 1,0-1,1 0,0 0,0 0,0 0,0 0,1-1,0 1,0-1,0 0,1 0,0 0,1-4,0 0,-1-1,1 0,-1-1,1 1,-1-1,1 0,-1 0,0-1,0 1,0-1,0 0,-1-1,1 1,-1-1,0 0,0 0,0 0,0 0,-1-1,0 0,0 0,1-1,12-15,-1-1,-2 0,0-1,-1-1,-1 0,2-8,-6 6,-7 26,0 1,0-1,0 0,-1 0,1 1,0-1,0 0,0 1,0-1,-1 0,1 0,0 0,0 1,0-1,-1 0,1 0,0 0,-1 1,1-1,0 0,0 0,-1 0,1 0,0 0,-1 0,1 0,0 1,0-1,-1 0,1 0,0 0,-1 0,1 0,0-1,-1 1,1 0,0 0,-1 0,1 0,0 0,0 0,-1 0,1-1,0 1,-1 0,1 0,0 0,0-1,0 1,-1 0,1 0,0 0,0-1,-9 16,0 0,1 1,1 0,0 0,2 0,0 1,0 0,2 0,0 0,1 1,0 14,2-23,1 0,-1 0,2 0,-1 0,2 0,-1 0,1-1,0 1,3 4,-5-11,0 0,0 1,0-1,1 0,-1 0,0 0,1 0,0-1,-1 1,1 0,0-1,0 1,0-1,0 1,0-1,0 0,1 0,-1 0,0 0,1-1,-1 1,0 0,1-1,-1 0,1 1,-1-1,1 0,-1 0,1-1,-1 1,0 0,1-1,-1 0,1 1,-1-1,1 0,19-10</inkml:trace>
  <inkml:trace contextRef="#ctx0" brushRef="#br0" timeOffset="2435.607">3035 614,'-13'-7,"-8"-2,3 1,14 3,18 3,23 4,24 2,14 0,4-1,-11 0</inkml:trace>
  <inkml:trace contextRef="#ctx0" brushRef="#br0" timeOffset="6598.732">562 2084,'-12'-7,"-1"-1,0 2,0-1,-1 2,1 0,-1 1,0 0,-1 1,1 0,-1 1,1 1,-1 1,-6 0,13 0,0 1,0 0,0 0,0 1,0 0,0 1,1 0,-1 0,1 0,0 1,0 0,0 1,0-1,1 1,-1 1,1-1,1 1,-1 0,1 0,0 1,0-1,1 1,0 0,-1 3,2-5,1-1,0 1,1-1,-1 1,1 0,0-1,0 1,0 0,0 0,1 0,0 0,0 0,0 0,1 0,0 0,0-1,0 1,0 0,1-1,0 1,0 0,0-1,0 0,1 0,0 1,0-1,0-1,0 1,0 0,1-1,0 0,0 0,0 0,0 0,9 2,0-1,1 0,-1-1,0-1,1 0,0-1,-1 0,1-1,0-1,-1 0,1-1,-1 0,1-1,-1 0,0-2,0 1,-1-1,1-1,-1 0,0-1,-1-1,1 1,6-8,-6 5,1 0,-2-1,1-1,-1 0,-1-1,0 0,-1 0,-1-1,0 0,0-1,-2 0,0 0,0 0,-2-1,0 1,-1-1,0 0,-1 0,-1-1,0 1,-2-15,0 7,-1-1,-1 1,-1 0,-1 0,-1 0,-1 1,-1 0,-1 0,-1 1,-1 0,-4-5,14 24,-1 0,1 0,-1 0,0 0,0 0,0 0,0 0,0 1,-1-1,1 1,-1 0,1-1,-1 1,0 0,0 1,0-1,0 0,0 1,-1 0,1 0,0 0,-1 0,1 0,-1 1,1-1,0 1,-1 0,1 0,-1 0,1 1,-1-1,0 1,-3 5,1 0,0 0,1 1,-1-1,1 1,1 1,-1-1,1 0,1 1,-1 0,1 0,1 0,-1 0,2 1,-1-1,1 1,0-1,-5 20,1 1,2-1,1 0,1 1,1 0,2-1,0 1,3-1,0 0,1 0,2-1,1 1,1-2,1 1,2-1,0-1,2-1,3 5,-9-19,0 0,0 0,1-1,1 0,-1 0,1-1,1-1,-1 0,1-1,10 5,-16-9,-1 0,1 0,0 0,0-1,0 0,0 0,0 0,0-1,0 1,0-2,1 1,-1-1,0 0,0 0,0 0,-1-1,1 0,0 0,0-1,-1 1,0-1,1-1,-1 1,3-3,0-4,0-1,-1 1,0-2,-1 1,0-1,0 0,-1 0,-1 0,0-1,-1 0,0 1,-1-1,-1 0,0 0,0-1,-1 1,-1 0,-2-8,-11-68,-2 65,15 24,1 0,-1 0,0 0,1 0,-1 0,1 0,-1 0,0 0,1 0,-1 1,0-1,1 0,-1 0,1 1,-1-1,1 0,-1 1,1-1,-1 1,1-1,-1 0,1 1,-1-1,1 1,0-1,-1 1,1 0,0-1,0 1,-1-1,1 1,0 0,0-1,0 1,0-1,0 1,-1 0,1-1,1 1,-1 0,0-1,0 1,-2 8,0 1,1-1,0 0,1 1,0-1,0 1,1-1,1 0,-1 1,1-1,1 0,0 0,0 0,1 0,0-1,0 0,1 1,0-1,4 4,3 3,0 0,1-1,1 0,0-1,1-1,0 0,1-1,0-1,7 3,11 3,0-2,1-1,0-1,26 3,35 5</inkml:trace>
  <inkml:trace contextRef="#ctx0" brushRef="#br0" timeOffset="7116.499">2033 2138,'1'-26,"1"0,1 1,1-1,2 1,0 0,2 0,0 1,3-2,-3 10,-8 16,1 0,-1 0,0 0,0-1,0 1,1 0,-1 0,0 0,1 0,-1 0,0 0,0 0,1 0,-1-1,0 1,1 0,-1 0,0 0,0 1,1-1,-1 0,0 0,1 0,-1 0,0 0,0 0,1 0,-1 0,0 0,0 1,1-1,-1 0,0 0,0 0,0 1,1-1,-1 0,0 0,0 0,0 1,0-1,1 0,-1 1,0-1,0 0,0 0,0 1,0-1,0 0,0 0,0 1,0-1,0 0,0 1,0-1,0 0,0 0,0 1,0-1,0 0,0 1,0-1,-1 0,1 0,0 1,0-1,0 0,0 0,-1 1,8 253,2-186,4 0,2-1,19 49,-18-63,-15-51,0 0,0-1,0 1,0-1,0 1,0-1,0 1,-1 0,1-1,0 1,-1 0,0 0,1-1,-1 1,0 0,0 0,0 0,0-1,0 1,0 0,0 0,-1 0,1-1,-1 1,1 0,-1 0,0-1,0 1,0-1,0 1,0-1,0 1,0-1,0 1,0-1,-1 0,1 0,-1 0,1 1,-1-1,1-1,-1 1,1 0,-1 0,0-1,0 1,1-1,-7 1,0-1,0 0,0-1,0 0,0 0,1 0,-1-1,0-1,1 1,0-1,-1 0,1-1,0 0,1 0,-1 0,-1-2,8 6,0 0,1-1,-1 1,0 0,0 0,0 0,1 0,-1 0,0 0,0 0,0-1,0 1,0 0,1 0,-1 0,0 0,0 0,0-1,0 1,0 0,0 0,0 0,0-1,0 1,1 0,-1 0,0 0,0-1,0 1,0 0,0 0,0 0,0-1,0 1,-1 0,1 0,0 0,0-1,0 1,0 0,0 0,0 0,0 0,0-1,0 1,-1 0,1 0,0 0,0 0,0 0,0-1,0 1,-1 0,1 0,0 0,0 0,0 0,-1 0,1 0,21 2,-18-1,130 17,0-6,107-4,-188-8</inkml:trace>
  <inkml:trace contextRef="#ctx0" brushRef="#br0" timeOffset="7367.372">2728 2620,'0'0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36.3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445 213,'-5'16,"-1"14,1 14,0 15,2 11,3 7,4 2,2-1,-1-4,-1-11,-1-14,-4-15,-1-13</inkml:trace>
  <inkml:trace contextRef="#ctx0" brushRef="#br0" timeOffset="249.335">71 66,'-16'-2,"-10"-1,4 2,15 4,25 4,29 0,32-3,30-7,24-7,13-3,2 2,-26 3</inkml:trace>
  <inkml:trace contextRef="#ctx0" brushRef="#br0" timeOffset="2144.083">846 921,'1'-85,"1"27,-3-1,-2 0,-7-31,10 86,-1 0,1 0,-1-1,0 1,0 0,-1 0,1 0,-1 0,0 0,0 1,0-1,0 0,-1 1,1-1,-1 1,0 0,0 0,0 0,0 0,-1 1,1-1,-4-1,7 5,1-1,-1 1,1-1,-1 0,1 1,-1-1,0 1,1-1,-1 1,0-1,0 1,1 0,-1-1,0 1,0-1,0 1,1-1,-1 1,0 0,0-1,0 1,0-1,0 1,0 0,-1-1,1 1,0-1,0 1,0-1,0 1,-1 0,1-1,0 1,-1-1,1 1,0-1,-1 1,1-1,0 0,-1 1,1-1,-1 1,1-1,-1 0,1 1,-1-1,1 0,-1 0,0 0,1 1,-1-1,1 0,-1 0,1 0,-1 0,0 0,1 0,-1 0,0 0,12 4,0 0,1-1,-1 0,1-1,0-1,-1 1,1-2,4 0,4 1,54 0,-48-1,0 0,0 2,0 0,0 2,14 4,-36-6,1 0,0-1,-1 2,1-1,-1 0,0 1,0 0,0 0,0 0,0 0,0 1,-1-1,0 1,0 0,0 0,0 1,-1-1,1 0,-1 1,0-1,0 1,-1 0,1 0,-1 0,0-1,-1 1,1 0,-1 0,0 0,0 5,-30 181,29-187,0-1,1 1,0 0,0-1,0 1,0 0,0 0,1-1,0 1,0-1,0 1,0-1,0 1,1-1,-1 1,1-1,0 0,0 0,0 0,1 0,-1 0,1 0,-1-1,1 1,0-1,0 0,0 0,0 0,2 1,11 1,0 0,0 0,0-2,0 0,0-1,1-1,-1 0,0-1,1-1,-1 0,0-1,0-1,-1-1,1 0,1-2,8 0,-1-1,0-1,0-1,-1-1,0-2,-1 0,0-1,-1-1,-1-1,0-1,-1-1,-1 0,-1-2,1-2,-15 19,0 0,0 0,-1-1,1 1,-1-1,0 1,0-1,0 0,0 0,-1 0,1 0,-1 0,0-1,0 1,-1 0,1 0,-1-1,0 1,0 0,-1-1,1 1,-1 0,0 0,0-1,0 1,-1 0,1 0,-1 0,0 1,0-1,-1 0,1 1,-2-2,-3 2,0 0,-1 1,1 0,-1 1,0 0,1 0,-1 0,0 1,0 0,1 1,-1 0,0 0,1 0,-1 1,1 0,0 1,-1 0,1 0,0 0,1 1,-1 0,1 0,-1 1,1 0,0 0,-3 4,0-1,1 0,0 0,1 0,0 1,0 0,1 1,0 0,0-1,1 2,1-1,0 1,0-1,1 1,0 0,1 0,0 1,1-1,0 0,1 10,1-18,0 1,0-1,0 0,0 1,1-1,-1 0,1 0,0 1,0-1,0-1,0 1,1 0,-1 0,1-1,-1 0,1 1,0-1,0 0,0 0,0-1,0 1,1 0,-1-1,0 0,1 0,-1 0,1 0,-1-1,1 1,0-1,-1 0,3 0,6 0,0-1,0 0,0 0,0-1,-1-1,1 0,-1-1,0 0,5-2,-4 0,1 0,-1-1,-1 0,1-1,-1 0,-1-1,0 0,0 0,0-1,-2-1,1 0,-1 0,-1 0,0-1,0 0,-1 0,-1-1,0 0,-1 0,0 0,-1 0,1-12,-5 17,-3 20,0 10,0 1,1 0,1-1,2 1,0 0,1 0,2 0,4 20,-6-37,1 1,0-1,0 0,0 1,1-1,0 0,1 0,-1-1,1 1,0-1,0 1,1-1,0-1,-1 1,2-1,-1 0,0 0,1 0,0-1,0 1,0-2,0 1,0-1,1 1,-1-2,1 1,-1-1,1 0,0 0,0-1,-1 0,1 0,0-1,-1 0,1 0,5-2,-3 0,0-1,-1 0,0-1,0 0,0 0,0-1,-1 0,0-1,0 1,-1-1,0 0,0-1,0 0,-1 1,0-2,-1 1,2-5,51-157,-52 151,1-3,-4 7,1 1,1 0,0 0,1 0,0 1,2 0,-1 0,1 0,1 1,0 0,7-7,-13 18,0-1,0 0,0 1,0 0,0-1,0 1,0 0,1 0,-1 0,0 0,1 1,-1-1,1 1,-1-1,1 1,-1 0,1 0,-1 0,1 0,-1 1,1-1,-1 0,0 1,1 0,-1 0,0 0,1 0,-1 0,0 0,0 0,0 1,2 1,56 59,-38-32,-1 1,-2 0,0 2,-3 0,11 28,-26-58,1 1,-1-1,0 0,1 0,-1 0,-1 1,1-1,-1 1,1-1,-1 0,0 1,0-1,0 1,-1-1,1 1,-1-1,0 0,0 1,0-1,0 0,0 0,-1 0,0 0,1 0,-1 0,0 0,-1-1,1 1,0 0,-1-1,1 0,-4 2,0-1,-1 0,0 0,-1-1,1 0,0 0,-1-1,1 0,0 0,-1-1,1 0,-1 0,1-1,-1 0,1 0,-1-1,1 0,0 0,0-1,0 0,0 0,-3-2,9 4,0 1,0-1,-1 0,1 1,0-1,0 0,0 0,0 0,0 0,0 0,1 0,-1 0,0 0,0 0,1 0,-1-1,0 1,1 0,-1 0,1-1,0 1,-1 0,1-1,0 1,0 0,0-1,0 1,0 0,0-1,0 1,1 0,-1-1,0 1,1 0,-1 0,1-1,-1 1,1 0,0-1,44-34,-6 19,2 2,-1 1,2 3,25-4,29-9,160-57,-206 50,-50 30,0 0,0 1,0-1,0 0,0 0,0 1,0-1,-1 0,1 0,0 1,0-1,0 0,-1 1,1-1,0 0,-1 1,1-1,-1 1,1-1,-1 0,1 1,-1-1,1 1,-1-1,1 1,-1 0,0-1,1 1,-1-1,0 1,1 0,-1 0,0-1,0 1,1 0,-1 0,0 0,1 0,-1 0,0 0,0 0,0 0,-10-3,0 1,0 0,0 0,0 1,-1 1,1 0,-1 0,1 1,0 1,0 0,-1 0,1 1,1 1,-1 0,0 0,1 1,0 0,0 1,-6 4,12-6,1 1,-1-1,1 1,0 0,0 0,0 0,1 0,-1 0,1 1,1-1,-1 1,1-1,0 1,0 0,1-1,-1 1,1 0,1 0,-1-1,1 1,0 0,0-1,0 1,1-1,0 1,0-1,1 0,-1 0,1 0,0 0,1 0,-1 0,1-1,0 0,0 0,0 0,0 0,1-1,0 1,-1-1,1 0,0-1,1 1,0-1,4 2,1 0,0-1,0-1,0 0,0 0,0-1,0-1,1 0,-1 0,0-1,0-1,0 0,0 0,0-1,0 0,-1-1,1 0,-1-1,0 0,-1-1,1 0,-1 0,0-1,0 0,-1-1,0 1,-1-2,1 1,-2-1,1 0,-1-1,1-2,37-75,-37 84,-7 21,0-15,0 0,-2 9,1 0,1 0,0 0,1 0,0 0,0-1,2 1,-1 0,1-1,1 1,0-1,1 0,0 0,1 0,1 0,-6-9,1 0,0 0,-1-1,1 1,0-1,0 0,0 1,0-1,0 0,0 0,0 0,0 0,0 0,1-1,-1 1,0-1,1 0,-1 1,0-1,1 0,-1 0,0 0,1-1,-1 1,0-1,0 1,1-1,-1 0,0 1,0-1,0 0,0-1,0 1,0 0,0-1,1 0,3-3,1-1,-2 0,1 0,-1 0,1 0,-2-1,1 0,-1 0,3-8,2-10,-2-1,-1 0,-2 0,0-1,-1 1,-2-1,-1 0,-1 1,-1-1,-1 1,-2-3,4 23,0 5,1 0,-1 0,1 0,-1 0,1 0,-1-1,1 1,0 0,-1 0,1 0,0-1,0 1,0 0,0 0,0 0,0-1,0 1,0 0,1 0,-1 0,0-1,1 1,-1 0,1 0,-1 0,1 0,0 0,-1 0,1 0,0 0,0 0,0 0,0 1,0-1,0 0,0 0,0 1,0-1,0 1,0-1,0 1,0-1,0 1,1 0,96 47,-19-10,-45-23,-1 2,0 2,-2 0,3 4,-29-18,-1-1,1 1,-1 1,0-1,0 1,0-1,0 1,-1 0,0 0,0 1,0-1,-1 1,0-1,0 1,0 0,-1 0,1 0,-1 0,-1 0,1 0,-1 0,0 0,-1 0,1 0,-1 0,-1 0,-1 5,-5 20,6-28,0 0,0 1,1 0,-1-1,1 1,0 0,0-1,0 1,0 0,0 0,1 0,0 0,0 0,0 0,1 0,-1 0,1 0,0-1,0 1,0 0,0 0,1-1,-1 1,1-1,0 1,0-1,1 0,-1 1,1-1,-1-1,1 1,2 1,5 0,1-1,0 0,-1-1,1 0,0-1,0 0,0-1,0 0,0-1,0 0,0-1,0 0,-1-1,1 0,0 0,-1-1,0-1,5-3,-3 2,0 0,0-1,-1-1,0 0,-1 0,0-1,0 0,-1-1,0 0,-1 0,0-1,0 0,-1-1,-1 0,0 0,-1 0,0 0,0-1,-2 0,0 0,0 0,0-11,-2 18,-1-1,0 0,0 1,-1-1,0 1,0-1,-1 1,0-1,0 1,0 0,-2-4,3 8,0 0,0 0,-1 0,1 0,0 0,-1 0,1 1,-1-1,0 0,0 1,1 0,-1-1,0 1,0 0,0 0,0 0,0 0,-1 0,1 0,0 1,0-1,0 1,-1 0,1 0,0-1,-1 1,1 1,0-1,0 0,-1 0,1 1,0 0,0-1,-2 2,-5 3,1 0,0 0,1 1,-1 1,1-1,0 1,1 0,0 1,0-1,0 1,1 0,0 1,1-1,0 1,0 0,1 0,0 1,0-1,1 0,1 1,-1 0,2 0,-2-3,1 0,0 0,0 0,1 1,-1-1,2 0,-1 0,1 1,0-1,1 0,0 0,0 0,0 0,1-1,0 1,0-1,1 1,0-1,0 0,0 0,1-1,-1 1,2-1,-1 0,0 0,2 0,16 6,0-1,1-2,0 0,0-1,0-1,1-2,0 0,0-2,0-1,0 0,0-2,7-2,185-21,-121 7</inkml:trace>
  <inkml:trace contextRef="#ctx0" brushRef="#br0" timeOffset="2594.287">5110 654,'-11'-12,"-1"-1,0 2,-1 0,0 0,-1 1,0 0,0 2,-2-1,12 7,-1-1,1 1,-1 0,0 1,0-1,0 1,0 0,0 0,0 0,-1 1,1 0,0 0,0 0,0 0,0 1,-1 0,1 0,0 1,0-1,1 1,-1 0,0 0,1 1,-1-1,1 1,0 0,-4 3,2 1,0-1,0 2,1-1,0 0,0 1,1 0,0 0,0 1,1-1,0 1,0-1,1 1,0 0,1 0,0 0,0 0,1 0,0 0,1 0,0 0,1 8,-1-13,1-1,-1 1,1-1,-1 0,1 1,0-1,0 0,1 0,-1 0,0 0,1 0,0-1,0 1,0-1,0 0,0 0,0 0,0 0,1 0,-1-1,1 1,-1-1,1 0,0 0,-1-1,1 1,0-1,0 1,0-1,5 0,0-1,-1 1,1-2,0 1,-1-1,1 0,-1-1,0 0,1 0,-1-1,-1 0,2-1,1-2,0-1,-1 0,1-1,-2 0,1 0,-1-1,-1 0,0-1,0 0,-1 0,0 0,-1-1,0 1,-1-1,-1 0,0-1,0 1,-1-1,0-2,-5-20,-3 36,3 4,0 0,1 0,0 0,0 0,0 0,1 0,0 1,0-1,0 0,0 1,1-1,0 1,0-1,1 1,-1-1,1 1,0-1,1 0,-1 0,1 1,2 2,1 1,1-1,0-1,0 1,1-1,0 0,1 0,-1-1,1 0,0 0,1-1,-1 0,1-1,0 0,1 0,-1-1,0 0,7 1,54 16</inkml:trace>
  <inkml:trace contextRef="#ctx0" brushRef="#br0" timeOffset="3264.11">6782 520,'-9'-6,"1"0,-1 1,0 0,0 0,-1 1,0 1,1-1,-1 2,0-1,-1 1,1 1,0 0,0 0,-1 1,1 0,-1 1,1 0,0 1,0 0,0 0,0 1,0 0,-5 4,9-3,0 1,0-1,1 1,0 1,0-1,0 1,1 0,0 0,0 0,0 0,1 1,0 0,0-1,-1 6,3-8,0-1,1 0,-1 1,1 0,-1-1,1 1,0-1,0 1,1-1,-1 1,1-1,0 1,0-1,0 1,0-1,0 0,1 0,0 1,-1-1,1 0,0-1,1 1,-1 0,0 0,1-1,0 0,-1 1,1-1,0 0,3 1,1 1,0-1,0 0,0 0,1-1,-1 0,1-1,0 1,-1-1,1-1,0 1,0-1,-1-1,1 1,0-2,0 1,-1-1,1 0,-1 0,0-1,3-1,5-2,0-2,0 0,-1 0,0-2,0 1,-1-2,-1 0,1 0,0-3,-1-3,-1 0,0-1,-1-1,-1 0,0 0,-2-1,0 1,-1-2,-2 1,0-1,-1 1,0-1,-2 0,-1 0,0 0,-2 0,0 0,-2 0,0 1,-1-1,-1 1,-1 0,0 1,-7-9,-31-46,43 73,1 0,0 0,0 0,0 0,-1 0,1 1,0-1,-1 0,1 1,-1-1,1 1,-1-1,1 1,-1 0,1-1,-1 1,1 0,-1 0,1 0,-1 0,0 1,1-1,-1 0,1 1,-1-1,1 1,0-1,-1 1,1-1,-1 1,1 0,0 0,0 0,-1 0,1 0,0 0,0 0,0 0,0 1,0-1,0 0,0 2,-31 62,21-30,1 0,2 1,2-1,1 1,2 0,1 1,2-1,2 0,2 10,-1-29,0 0,1 0,1-1,0 1,2-1,0 0,0-1,1 0,1 0,1-1,8 10,-13-17,1 0,0-1,1 0,-1 0,1-1,0 1,1-1,-1-1,1 0,0 0,0 0,0-1,0 0,1-1,-1 0,1 0,0 0,0-2,-1 1,1-1,0 0,0 0,5-2,-4-1,0 1,-1-1,1-1,-1 0,0 0,0-1,0 0,0-1,-1 1,0-2,0 1,-1-1,0 0,0-1,-1 0,0 0,0 0,0-1,0-2,4-8,-1 0,0-1,-1 0,-2 0,0-1,-1 1,-1-1,1-16,-4 31,0-1,0 1,-1 0,1-1,-2 1,1-1,-1 1,0-1,0 1,0-1,-1 1,0 0,0 0,-1 0,0 0,0 0,-1 0,2 5,1 0,-1 1,0-1,0 0,0 1,0 0,0-1,0 1,-1 0,1 0,0 0,0 0,0 1,0-1,0 1,0-1,0 1,0-1,1 1,-1 0,0 0,0 0,0 0,1 0,-1 1,1-1,-1 0,1 1,-1-1,1 1,0 0,-1-1,1 1,0 0,0 0,1 0,-1-1,0 3,-5 4,1-1,0 1,0 0,1 1,0-1,1 1,0 0,0 0,0 0,2 0,-1 0,1 1,0-1,1 0,0 1,1-1,-1 0,2 1,0-1,0 0,0 0,1 0,0 0,1-1,0 1,1-1,-1 0,2 0,-1-1,1 1,0-1,0 0,1-1,0 1,3 1,56 25,2-11</inkml:trace>
  <inkml:trace contextRef="#ctx0" brushRef="#br0" timeOffset="8160.201">927 1938,'7'17,"-10"-23,-1 1,1 0,-1 0,0 0,-1 1,1-1,-1 1,1 0,-2 0,1 1,0-1,0 1,-1 0,0 1,0-1,0 1,0 1,0-1,0 1,0 0,0 0,0 0,-1 1,1 0,0 0,-1 1,1 0,0 0,0 0,0 1,-1 0,-1 3,0 0,1 0,0 1,0-1,0 2,1-1,0 1,0 0,0 0,1 0,0 1,1 0,0 0,0 0,1 0,0 1,0-1,0 1,2 0,-1 0,1 0,0 0,1 0,0 0,0 0,1 0,0 0,1 0,0-1,0 1,1 0,0-1,0 1,1-1,0 0,1 0,0-1,5 7,5-1,-1-1,2-1,-1 0,2-1,-1-1,1 0,1-2,0 0,0 0,0-2,0 0,1-2,0 0,0-1,0 0,0-2,0 0,0-1,12-3,-13 4,0-2,0 0,0-1,0-1,-1 0,1-1,-1-1,0-1,-1-1,0 0,0-1,0 0,-1-2,-1 1,0-2,0 0,-1-1,-1 0,0-1,-1 0,0-1,-1 0,-1-1,6-14,-10 20,-2 1,0-2,0 1,-1 0,0-1,0 1,-1-1,-1 1,0-1,0 1,-1-1,-1 1,1-1,-2 1,-2-10,5 20,0-1,0 1,0-1,0 1,0-1,0 1,0-1,0 1,0-1,0 1,0-1,0 1,0-1,0 1,-1-1,1 1,0-1,0 1,-1-1,1 1,0-1,-1 1,1 0,0-1,-1 1,1-1,0 1,-1 0,1-1,-1 1,1 0,-1 0,1 0,-1-1,1 1,-1 0,1 0,-1 0,1 0,-1 0,1 0,-1 0,1 0,-1 0,1 0,-1 0,1 0,-1 0,1 0,-1 0,1 0,-1 1,1-1,-1 0,1 0,-1 1,1-1,0 0,-1 1,1-1,-1 0,1 1,0-1,-1 1,1-1,0 0,0 1,-1-1,1 1,0 0,-9 39,8-27,1 0,1 0,0 0,1 0,0-1,1 1,1-1,0 1,0-1,1 0,1-1,0 1,0-1,1-1,1 1,0-1,0 0,1-1,0 0,0 0,1-1,1 0,-1-1,1 0,0 0,1-2,0 1,-1-1,13 3,-19-8,0 1,-1 0,1-1,0 0,0 0,0 0,-1-1,1 0,0 0,0 0,-1 0,1-1,-1 1,1-1,-1 0,0-1,0 1,0-1,0 0,0 0,0 0,-1 0,0-1,1 1,-1-1,-1 0,1 0,0 0,-1-1,0 1,0 0,0-1,-1 1,1-1,-1-1,5-23,-1 0,-2 0,-1 0,-1-1,-2-4,3 49,0 0,0-1,1 1,1-1,1 0,0 0,0 0,2-1,-1 0,2 0,0 0,0-1,1-1,1 1,0-1,0-1,1 0,0 0,1-1,3 1,4 0,0-1,1-1,0-1,0-1,1-1,9 1,47 7</inkml:trace>
  <inkml:trace contextRef="#ctx0" brushRef="#br0" timeOffset="8564.12">3213 1710,'-1'20,"1"0,1-1,1 1,1-1,0 1,2-1,0 0,1 0,1-1,1 0,0 0,2-1,0 0,0 0,2-1,0-1,1 0,0-1,1 0,7 5,58 31,-76-49,-1 0,1 0,0 0,-1 0,1 0,0 0,-1-1,1 0,0 1,-1-1,1 0,0 0,0 0,-1-1,1 1,0-1,0 0,-1 1,1-1,-1 0,1 0,-1-1,1 1,-1-1,0 1,1-1,-1 0,0 1,0-1,0 0,-1-1,1 1,4-11,-1 1,0-1,-1-1,-1 1,0 0,-1-1,0 0,-1 1,-1-1,0 0,-1-6,1-1,-1-167,1 186,0 0,0 0,0 0,0 0,1 0,-1 0,0 0,1 0,0 1,-1-1,1 0,0 0,0 1,0-1,0 0,0 1,1-1,-1 1,0-1,1 1,-1 0,1-1,-1 1,1 0,0 0,-1 0,1 0,0 1,0-1,0 0,-1 1,1-1,0 1,2 0,27-3,3 2</inkml:trace>
  <inkml:trace contextRef="#ctx0" brushRef="#br0" timeOffset="9428.327">4135 1737,'-9'-4,"-1"1,1 0,-1 1,0 0,0 0,0 1,0 0,0 1,0 0,0 1,0 0,0 0,0 1,0 1,0 0,1 0,-1 0,1 1,0 1,0 0,0 0,1 1,0-1,0 2,0-1,1 1,0 1,0-1,1 1,0 0,0 1,1-1,0 1,1 0,0 0,-2 7,4-12,1-1,-1 1,1-1,0 1,0-1,1 1,-1 0,1-1,0 1,0 0,0-1,0 1,0 0,1-1,0 1,0 0,0-1,0 1,0-1,1 0,0 1,-1-1,1 0,1 0,-1 0,0 0,1 0,-1-1,1 1,0-1,0 1,0-1,0 0,0 0,0-1,0 1,2 0,2 0,0-1,0 0,0 0,0 0,0-1,0 0,1-1,-1 1,0-1,0-1,0 1,-1-1,1-1,0 1,-1-1,1 0,-1 0,0-1,3-2,10-7,-1-1,0-1,-1 0,-1-1,6-8,-19 20,17-14,-10 36,16 94,-24-108,-1-1,1 1,-1-1,1 0,0 0,1 0,-1 0,0 0,1 0,0 0,-1-1,1 1,0-1,0 0,1 0,-1 0,0 0,1-1,-1 1,1-1,-1 0,1 0,0 0,-1-1,1 1,0-1,0 0,0 0,0 0,7-3,0-1,0 0,-1-1,1 0,-1-1,0 0,-1 0,0-1,0-1,0 1,-1-1,0-1,0 1,-1-1,0-1,-1 1,3-8,12-21,-2 0,-1-2,-2-1,-2 0,-2 0,-2-1,-1-1,-3 0,-1 0,-2 0,-2-22,-1 58,2-14,-1-1,-1 1,-1 0,-1 0,-1 0,0 0,-2 0,-6-19,10 38,0 0,1 0,-1 0,0 1,0-1,0 1,0-1,0 0,-1 1,1 0,0-1,-1 1,1 0,-1 0,1-1,-1 1,0 0,1 1,-1-1,0 0,0 0,1 1,-1-1,0 1,0 0,0-1,0 1,0 0,0 0,0 0,1 0,-1 1,0-1,0 0,0 1,0 0,0-1,1 1,-1 0,0 0,1 0,-1 0,0 0,1 0,-1 0,1 1,0-1,-1 0,1 1,0-1,0 1,0-1,0 1,0 0,0 0,0 0,-14 22,0 1,2 0,1 1,0 1,3-1,0 2,1-1,2 1,1 0,-2 25,3-22,1 1,1 0,2 0,1 0,2 0,6 28,-7-46,2-1,-1 0,2 0,0-1,0 1,1-1,0 0,1-1,1 1,0-2,0 1,1-1,1 0,-1-1,2 0,-1 0,6 3,-4-5,-1 0,2-1,-1 0,1-1,-1 0,1-1,1 0,-1-1,0 0,1-2,0 1,-1-2,1 0,0 0,-1-1,1-1,-1 0,1-1,-1 0,0-2,0 1,0-1,-1-1,0 0,0-1,0 0,-1-1,0 0,0-1,-1 0,0-1,7-9,7-17,-17 50,-6-8,0 0,1-1,0 1,0 0,1-1,0 1,0-1,0 0,0 0,1 0,0 0,0 0,0-1,1 0,-1 0,1 0,0-1,0 1,0-1,1 0,-1-1,1 1,-1-1,1 0,0 0,0-1,6 1,-7-1,-1 0,1-1,0 1,0-1,0 0,-1-1,1 1,0-1,0 0,-1 0,1 0,0-1,-1 0,1 0,-1 0,0 0,0-1,0 1,0-1,0 0,0 0,-1-1,0 1,1-1,-1 1,-1-1,1 0,0 0,-1-1,0 1,0 0,0-1,-1 1,1-1,-1 0,0 1,0-1,-1 0,0 0,1 0,-3-5,0 0,-1 0,0 1,0-1,-1 1,0-1,0 1,-1 0,-1 1,1-1,-1 1,-1 0,0 1,0 0,0 0,-1 0,0 1,0 0,0 0,-1 1,0 0,0 1,0 0,-1 0,0 1,1 0,-8 0,11 1,0 1,-1 0,1 0,-1 1,1 0,0 0,-1 0,1 1,-1 0,1 0,0 1,0-1,-1 1,1 1,1-1,-1 1,0 0,1 1,-1-1,1 1,0 0,0 0,0 1,1-1,0 1,0 0,0 0,0 1,1-1,0 1,0 0,0-1,1 1,0 1,0-1,0 0,1 0,0 1,0-1,1 1,0-1,0 0,1 4,1-3,0 0,1 0,0 0,0 0,0-1,1 0,0 1,1-1,-1-1,1 1,0-1,1 0,-1 0,1 0,0-1,0 0,0 0,1 0,-1-1,1 0,6 2,45 17</inkml:trace>
  <inkml:trace contextRef="#ctx0" brushRef="#br0" timeOffset="10545.991">5645 1777,'-3'-8,"-1"0,0 0,0 0,-1 0,0 1,0 0,-1 0,0 0,0 1,-1-1,1 2,-1-1,-1 1,1 0,-1 0,1 1,-2 0,1 1,0-1,-1 2,1-1,-1 1,0 0,1 1,-3 0,4 3,0 1,1-1,-1 2,1-1,0 1,0-1,0 2,1-1,-1 1,1 0,0 0,0 0,1 0,0 1,0 0,0 0,0 0,1 1,0-1,1 1,-1-1,1 1,0 0,1 0,0 0,0 0,0 0,1 0,0 1,1-1,-1 0,1 0,1 0,-1 0,1 0,1 0,-1-3,0 0,0 0,1-1,0 1,0-1,0 1,0-1,0 0,0 0,1-1,0 1,-1-1,1 1,0-1,0 0,0-1,0 1,1-1,-1 0,0 0,1 0,-1 0,1-1,-1 0,1 0,1 0,9-1,-1 0,1-1,-1 0,1-1,-1-1,0 0,6-3,81-49,-100 55,-1 0,1 1,-1-1,1 1,0-1,-1 0,1 1,0-1,-1 1,1 0,0-1,0 1,0 0,-1-1,1 1,0 0,0 0,0 0,0 0,0-1,-1 1,1 0,0 1,0-1,0 0,0 0,0 0,0 0,-1 1,1-1,0 0,0 1,-1-1,1 1,0-1,0 1,-1-1,1 1,0 0,-1-1,1 1,-1 0,1-1,-1 1,1 0,-1-1,0 1,1 0,-1 0,0 0,1 0,-1-1,0 1,0 0,0 0,0 0,10 56,-10-50,0 1,1-1,-1 0,1 0,1 0,-1 1,1-1,0-1,1 1,0 0,0-1,0 1,1-1,0 0,0 0,0 0,1-1,0 1,0-1,1 0,-1-1,7 5,-10-8,1-1,-1 1,0 0,1-1,-1 1,1-1,-1 0,1 0,-1 0,1 0,-1 0,1 0,-1-1,0 1,1-1,-1 0,1 1,-1-1,0 0,0-1,1 1,-1 0,0-1,0 1,0-1,-1 1,1-1,0 0,-1 0,1 0,34-69,-29 36,-1 0,-2 0,-1-1,-2 1,-2-22,0 2,1 51,0 2,-1 0,1 0,0 0,-1 0,1 0,0 0,0 0,0 0,1 0,-1 0,0 0,1 0,0 0,-1 0,1 0,0 0,0 0,0 0,0 0,0 1,0-1,1 0,-1 1,0-1,1 1,-1-1,1 1,0 0,-1 0,1 0,0 0,0 0,0 0,0 0,12 1,1 0,-1 1,1 0,-1 1,1 1,-1 0,0 1,0 1,-1 0,10 5,-16-6,0-1,0 1,0 0,-1 0,1 1,-1 0,0 0,-1 0,1 1,-1 0,0 0,-1 0,1 0,-1 1,0 0,-1 0,0 0,0 0,0 1,-1-1,0 1,-1-1,0 1,0 0,0 2,1 43,10 48,-11-97,1-1,-1 1,1 0,0 0,0-1,0 1,1-1,-1 1,1-1,0 0,0 0,0 0,0-1,1 1,-1-1,1 0,-1 0,1 0,0 0,0 0,0-1,3 1,8 1,-1-2,1 0,0 0,0-1,-1-1,1-1,0 0,-1-1,1 0,-1-1,0-1,0 0,-1-1,1 0,-1-1,-1-1,1 0,-1-1,-1 0,1-1,0-1,-5 3,0 0,0 0,0-1,-1 0,-1 0,1 0,-2-1,1 0,2-9,-6 15,1 1,-1-1,-1 1,1-1,0 1,-1-1,0 0,0 1,0-1,0 0,-1 1,1-1,-1 0,0 1,0-1,0 1,-1 0,1-1,-1 1,0 0,0 0,0 0,0 0,0 0,-1 0,1 1,-1-1,0 1,0-1,0 1,-1 0,0 0,0 0,-1 0,1 1,0-1,-1 1,1 0,0 1,-1-1,1 1,-1 0,1 0,-1 0,1 1,-1-1,1 1,-1 0,1 0,0 1,0-1,-1 1,1 0,0 0,1 1,-1-1,0 1,1-1,-1 1,1 1,0-1,0 0,0 1,0-1,1 1,-1 0,1 0,0 0,0 0,1 0,-1 0,1 1,0-1,0 0,0 1,1-1,-1 1,1-1,0 1,1-1,-1 1,1-1,0 1,0-1,0 0,0 1,1-1,0 1,2 2,0 0,0 0,0 0,1-1,0 0,0 0,1 0,-1 0,1-1,1 0,-1-1,1 1,0-1,0 0,0-1,0 0,0 0,2 0,15 5,1-1,-1-2,1 0,0-2,2 0,5 0,0-1,0-2,0-1,0-1,0-2,0-1,0-2,-1-1,0-1,-1-2,17-8,-42 17,-1 1,1-1,-1 0,0-1,1 1,-1 0,0-1,0 0,0 0,-1 0,1-1,-1 1,0-1,0 0,0 0,0 0,-1 0,0 0,1-1,-1 1,-1-1,1 0,-1 1,0-1,0 0,0 0,-1 1,1-1,-1 0,-1 0,1 0,0 0,-1-1,-2 1,0-1,-1 0,1 1,-1 0,0 0,0 0,-1 0,1 1,-1-1,0 1,0 0,-1 1,1-1,-1 1,0 0,0 1,-3-2,5 3,0-1,0 1,0 0,0 0,0 0,0 1,0 0,0-1,0 1,0 1,0-1,0 1,0-1,0 1,0 0,0 1,0-1,0 1,1-1,-1 1,0 0,1 0,0 1,-1-1,1 1,0 0,0 0,0 0,-3 7,0 0,0 0,1 1,0 0,1 0,0 0,1 1,0-1,1 1,0 0,1-1,0 1,1 0,0 0,1 0,2 10,-3-18,1 0,-1-1,1 1,0-1,0 1,0-1,1 0,-1 1,1-1,-1 0,1 0,0 0,0 0,1 0,-1-1,1 1,-1-1,1 1,0-1,0 0,0 0,0 0,0 0,0-1,0 1,1-1,-1 0,1 0,-1 0,1 0,-1-1,1 0,-1 1,1-1,1-1,3 0,0-1,1 0,-1-1,0 0,-1 0,1-1,0 0,-1 0,0 0,0-1,0-1,-1 1,0-1,0 0,0 0,-1-1,1 0,5-7,-2-1,1 1,-2-2,0 1,-1-1,0 0,3-15,0-23,-10 62,0 0,0-1,0 1,1 0,0 0,1-1,-1 1,1 0,1-1,0 0,0 1,0-1,1-1,0 1,0 0,1-1,0 0,0 0,0 0,1-1,0 1,0-1,6 4,10 3,0 0,0-1,1-2,0 0,1-1,0-2,0 0,0-1,19 0,52 7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7:08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3295 3236,'12'-559,"13"-30,-23-74,-7 563,-4 0,-14-55,-1-12,19 115,3 24,-2 0,0 0,-2 1,-7-22,-7-4,-1 0,-3 1,-2 2,-16-22,23 46,-2 0,-1 2,-1 0,-2 2,0 0,-23-14,22 20,0 2,0 1,-2 1,1 2,-1 0,-15-2,3 0,-36-12,-1 3,-1 4,-1 3,-29 1,-82-5,27 3,-59 5,121 14,-1 4,-80 18,137-16,-1 3,1 2,1 2,0 2,20-9,-231 93,207-82,0 3,2 1,1 3,1 1,1 3,2 1,1 2,2 2,2 1,1 2,-6 11,19-24,1 1,1 1,1 1,2 0,1 2,1 0,2 0,-2 12,-100 312,108-324,2 1,1-1,2 1,1 0,3 32,-1-9,1 595,0-583,4 0,2 0,4-1,2 0,3-1,17 39,4-3,109 322,-111-322,5-2,4-2,57 91,-66-123,18 35,5-3,29 33,-59-92,3 6,1-2,3-1,1-2,42 35,103 70,-154-123,1-1,0-1,2-2,0-1,1-1,0-2,25 6,-21-9,0-1,1-2,0-2,0-1,1-2,22-1,246-3,-259-5,0-1,-1-2,0-3,45-16,-24 7,-52 17,0 0,-1-1,0-1,0 0,0-1,-1 0,1-1,-2-1,1 0,-2-1,10-9,103-112,-96 105,0-1,-2-1,-1-1,-2-1,-1-2,12-22,56-78,-36 65,-3-2,21-41,-49 68,-3-1,-1-1,-2 0,8-35,-17 53,27-133,4-31,-29-10,5 94,-7 48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7:45.4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1,'3'0,"0"0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7:57.6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3026 955,'1'1,"0"1,0-1,0 1,0 0,0-1,0 1,0 0,-1 0,1 0,0 0,-1 0,0-1,1 1,-1 0,0 0,0 0,0 0,0 0,-1 0,1 0,0 0,-1 1,-2 10,-1 1,0-1,0 0,-2 0,1 0,-2 0,0-1,0 0,-1-1,0 0,-1 0,-1 0,0-1,0-1,0 0,-1 0,-1-1,0 0,0-1,0-1,-1 0,-11 4,-234 118,208-112,-1-2,-1-3,0-2,-30 1,-26 5,-448 76,452-78,-150 20,-256-2,258-38,234 3,1-2,0-1,0 0,0-1,1 0,0-2,1 0,0 0,0-2,2 0,-1 0,1-1,1-1,0 0,1-1,0-2,-65-119,56 94,-2-2,2 8,1-1,2 0,1-2,2 0,2 0,2-1,1-1,2 0,1-17,10-181,-3 215,1-1,2 1,1 0,0 0,2 0,1 1,0 0,2 0,1 1,8-12,-9 16,2-1,0 2,2 0,0 1,0 0,2 1,-1 0,2 1,0 1,8-4,15-2,1 2,1 1,1 2,0 2,0 2,1 2,0 2,0 2,1 1,-1 3,38 4,199 5,31-12,-214-1,-56 5,0 2,-1 1,0 3,35 9,-69-14,59 8,0-3,0-2,1-4,5-3,5 1,0 4,61 9,188 26,-318-37,12-2,-1 2,0 0,1 1,-1 1,0 1,0 1,-1 1,1 0,-1 1,0 1,-1 1,10 6,121 114,-141-121,-1 1,0 0,-1 0,0 0,-1 1,0-1,0 1,-1 0,0 0,-1 1,0-1,-1 1,0-1,0 1,-1-1,-1 1,0 1,5 54,0-47,-2 0,0 0,-1-1,-1 1,0 0,-2 0,0 0,-1-1,-1 1,-4 11,-7 12,12-30,0-1,-1 1,-1-1,1 0,-2 0,1-1,-1 1,-1-1,0-1,-1 1,1-1,-2-1,1 1,-5 2,-153 62,87-43,-2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6.443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13 116,'-2'5,"0"0,0 0,0 0,1 0,0 0,0 0,0 1,1-1,-1 0,1 1,0-1,1 1,-1-1,1 0,0 0,1 1,-1-1,1 0,0 0,0 0,1-1,-1 1,1 0,0-1,1 0,-1 0,1 0,-1 0,1 0,0-1,1 1,-1-1,0 0,1-1,0 1,0-1,-1 0,2 0,-2 0,0-1,0-1,0 1,0 0,0-1,0 0,0 0,0 0,0 0,0-1,0 0,0 0,0 0,0 0,0 0,-1-1,1 0,-1 1,1-1,-1-1,1 1,-1 0,0-1,0 0,0 0,-1 0,1 0,0 0,-1 0,0-1,0 1,0-1,0 1,-1-1,0 0,1-1,1-2,-1-1,1 0,-2 1,1-1,-1 0,0 0,-1 1,1-1,-2 0,1 0,-1 0,0 0,-1 0,0 1,0-1,0 1,-1-1,-1 1,1 0,-1 0,0 0,0 1,-1-1,0 1,0 0,-1 1,1-1,-2 1,6 3,0 1,-1 0,1-1,-1 1,1 0,-1 0,0 0,1 0,-1 0,0 1,0-1,0 0,1 1,-1 0,0-1,0 1,0 0,0 0,0 0,0 0,0 0,0 0,0 0,1 1,-1-1,0 1,0 0,0-1,0 1,1 0,-1 0,0 0,1 0,-1 0,1 1,-1-1,1 0,0 1,0-1,-1 1,-3 7,1 1,-1-1,2 1,-1 0,1 1,1-1,0 0,-1 10,2-14,-5 36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7.00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1 258,'0'-14,"0"-9,2-7,3-6,1-3,2 0,-1 5,-2 6,-1 14,-1 16,-2 18,-1 16,0 13,0 13,0 6,0 1,1-2,2-12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7.471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32,'13'-6,"-1"1,1 0,-1 1,1 1,1 0,-1 1,0 0,0 1,1 0,-1 1,6 1,-16 0,-1-1,0 0,1 1,-1 0,0-1,1 1,-1 0,0 0,0 1,0-1,0 0,0 1,0-1,0 1,-1 0,1-1,0 1,-1 0,1 0,-1 0,0 0,0 0,0 0,0 1,0-1,0 0,0 0,-1 1,1-1,-1 1,0-1,0 0,0 1,0-1,0 1,0-1,-1 0,1 1,-1-1,0 1,-38 91,-108 78,147-171,-1-1,1 0,-1 1,1-1,-1 0,1 1,-1-1,1 1,-1-1,1 0,0 1,-1-1,1 1,0-1,0 1,-1 0,1-1,0 1,0-1,0 1,0-1,0 1,-1 0,1-1,0 1,0-1,0 1,1 0,-1-1,0 1,0-1,0 1,0-1,1 1,-1-1,0 1,0 0,1-1,-1 0,0 1,1-1,-1 1,1-1,-1 1,29 3,144-34,-168 29,62-16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8.1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52,'8'-6,"0"0,1 1,0 0,0 0,0 0,0 1,1 1,-1 0,1 0,0 1,0 0,0 1,0 0,0 0,5 1,-13 1,0-1,0 1,0-1,0 1,-1 0,1 0,0 0,0 0,-1 0,1 0,-1 0,1 1,-1-1,1 1,-1-1,0 1,0-1,0 1,0 0,0-1,0 1,0 0,0 0,-1 0,1 0,-1 0,0 0,1 0,-1 0,0 0,0-1,0 1,0 1,-10 66,-39 22,49-91,-1 0,1 1,0-1,-1 1,1-1,0 0,0 1,0-1,-1 1,1-1,0 1,0-1,0 1,0-1,0 1,0-1,0 1,0-1,0 1,0-1,0 1,0-1,0 1,0-1,1 1,-1-1,0 0,0 1,1-1,-1 1,0-1,0 1,1-1,-1 0,0 1,1-1,-1 0,1 1,-1-1,0 0,1 0,-1 1,1-1,-1 0,1 0,-1 0,1 0,-1 0,1 1,-1-1,1 0,-1 0,1 0,-1 0,1 0,-1-1,36 2,-29-1,-5-1,1 1,0-1,0 1,0 0,-1 0,1 0,0 1,0-1,0 1,-1-1,1 1,0 0,-1 0,1 0,-1 0,1 1,-1-1,1 1,-1-1,0 1,0 0,0 0,0 0,0 0,0 0,0 0,-1 1,1-1,-1 1,0-1,1 3,0 4,0 0,0-1,-1 1,0 0,-1 1,0-1,-1 0,0 0,0 0,-1 0,0-1,0 1,-1 0,0-1,-1 1,0-1,0 0,-1-1,1 1,-2-1,1 1,-1-2,0 1,-1-1,0 0,0 0,0 0,0-1,-1-1,0 1,-18 6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8.6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69 0,'-16'51,"2"1,2 0,3 1,-1 20,8-56,0-11,1 0,0 0,0 0,1 0,-1 0,1 0,1 1,-1-1,1 0,0 0,0 0,1 0,0-1,1 3,0-6,0 0,0 0,0 0,0-1,0 1,1-1,-1 0,0 0,1 0,-1 0,1-1,-1 1,1-1,0 0,-1 0,1 0,-1-1,1 1,-1-1,1 0,-1 0,0 0,1 0,-1-1,0 1,0-1,0 0,0 0,0 0,0 0,2-2,6-5,-1-1,0 0,0 0,-1-1,0 0,-1-1,0 0,-1 0,0-1,3-8,-36 127,-3 68,22-118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9.72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186 0,'-18'17,"1"0,0 1,1 1,1 0,1 1,1 0,1 1,0 1,2 0,1 1,0-1,-4 23,11-39,0 0,0 1,0-1,1 1,0-1,1 1,-1-1,1 1,0-1,1 1,0 0,0-1,0 1,1-1,0 0,0 0,0 1,1-1,0-1,0 1,1 0,0-1,0 1,0-1,0 0,1-1,0 1,0-1,0 0,0 0,4 1,0-2,0 0,1-1,-1 0,1-1,-1 0,1-1,-1 0,1 0,-1-1,1 0,-1-1,1 0,-1-1,0 1,0-2,0 1,0-1,-1-1,1 0,-1 0,0 0,-1-1,1 0,-1-1,0 0,-5 5,-1 1,1-1,-1 1,1-1,-1 1,0-1,0 0,0 0,0 0,0 0,0 1,0-1,-1 0,1 0,-1-1,1 1,-1 0,0 0,0 0,0 0,0 0,0 0,0 0,0 0,-1 0,1 0,-1 0,0 0,0 0,1 0,-1 0,0 0,-1 0,1 1,0-1,0 0,-1 1,1-1,-1 1,1-1,-1 1,0 0,0 0,1 0,-1 0,0 0,-5-1,0 1,-1 0,1 1,0-1,0 2,0-1,0 1,-1 0,1 0,0 1,0-1,1 2,-1-1,0 1,1 0,-1 0,1 1,0 0,0 0,1 1,-1-1,1 1,0 0,0 1,0-1,1 1,0 0,0 0,1 0,-1 1,1-1,-1 4,-12 28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10.07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54 103,'3'-7,"0"0,0 0,1 1,0-1,0 1,1 0,-1 0,1 0,0 1,1-1,0 1,0 1,0-1,3-1,-6 4,-1 1,1-1,0 0,0 1,0 0,0 0,0 0,0 0,0 0,0 1,1-1,-1 1,0 0,0 0,1 0,-1 1,0-1,0 1,0-1,0 1,0 0,0 0,0 0,0 1,0-1,0 1,0 0,-1 0,1 0,-1 0,1 0,-1 0,0 1,1 0,6 12,-2 0,1 1,-2 0,0 0,-1 0,-1 0,0 1,-2 0,1 0,-2 0,0 0,-2 15,-1 159,1-180</inkml:trace>
  <inkml:trace contextRef="#ctx0" brushRef="#br0" timeOffset="253.542">1 316,'20'-11,"21"-13,21-12,19-11,10-6,7-1,-2 6,-18 11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4:09.00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0 237,'7'18,"7"13,3 6,3 3,3-1,0-2,-2-2,-2-6,-4-3,-8-1,-8-1,-14 1,-13 0,-12-4,2-6</inkml:trace>
  <inkml:trace contextRef="#ctx0" brushRef="#br0" timeOffset="248.04">0 184,'16'-19,"12"-9,9-6,3 1,3 4,-1 7,-6 10,-10 6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05.9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15.337"/>
    </inkml:context>
    <inkml:brush xml:id="br0">
      <inkml:brushProperty name="width" value="0.1" units="cm"/>
      <inkml:brushProperty name="height" value="0.1" units="cm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2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2795 2114,'16'527,"42"237,-50-544,36 601,72 213,-64-739,-41-261,-3-22,-2-15</inkml:trace>
  <inkml:trace contextRef="#ctx0" brushRef="#br0" timeOffset="1">2808 2020,'59'8,"70"-5,0-5,40-10,-7 1,274 0,38 21,1102-15,-35-17,-155-11,-1238 27,813-41,-719 41,161-11,-401 17,0-1,-1 0,1 1,0-1,-1 1,1 0,0-1,0 1,0 0,-1 0,1 0,0 1,0-1,0 0,-1 1,1-1,0 1,0-1,-1 1,1 0,-1 0,1 0,-1 0,1 0,-1 0,1 0,-1 0,0 0,0 1,1-1,-1 1,0-1,0 1,0-1,-1 1,1 0,0 1,4 116,-6-80,13 585,27 61,-51 230,39-408,-1-61,-25-255,-1-36,6 0,9 20,27 104,-12-217,-20-52</inkml:trace>
  <inkml:trace contextRef="#ctx0" brushRef="#br0" timeOffset="2">3183 5656,'-14'10,"1"1,0 1,1 0,0 1,1 0,0 1,1 0,1 0,0 1,1 1,1-1,0 1,1 0,0 1,2 0,0 0,1 0,1 0,0 0,1 0,1 1,1 1,-2-9,1-8,-1 0,1 1,0-1,-1 0,1 0,0 0,0 1,1-1,-1 0,0 0,1 0,-1 1,1-1,0 0,-1 0,1 0,0 0,0 0,1 0,-1-1,0 1,1 0,-1 0,1-1,0 2,85 5,-65-9,421-30,-196 9,775-18,-467 25,-302 5,914-23,732-6,-894 13,-917 24,0 5,54 10,165 9,-275-18,100 11,91-3,-118-11,-97 3,-19-3,-5-2</inkml:trace>
  <inkml:trace contextRef="#ctx0" brushRef="#br0" timeOffset="3">3049 4012,'-101'26,"101"-26,1-1,-1 1,0 0,1 0,-1 0,1 0,-1-1,1 1,-1 0,1 0,-1 0,0 0,1 0,-1 0,1 0,-1 1,1-1,-1 0,1 0,-1 0,0 0,1 0,-1 1,1-1,-1 0,0 0,1 1,-1-1,1 0,-1 1,0-1,0 0,1 1,-1-1,0 0,0 1,1-1,-1 1,0-1,0 1,0-1,0 0,0 1,1-1,-1 1,0-1,0 1,0-1,0 1,0-1,0 1,-1-1,1 0,0 1,0-1,0 1,0-1,0 1,-1-1,1 0,0 1,0-1,-1 1,1-1,0 0,-1 1,1-1,0 0,33 5,1-2,0-1,-1-2,23-2,-4 0,1017-2,377-33,-1093 21,1903-15,-2172 34,368 13,38-22,274-36,-635 43,-80 14,-45-18,-5-3</inkml:trace>
  <inkml:trace contextRef="#ctx0" brushRef="#br0" timeOffset="4">6418 1953,'3'468,"36"171,51 116,-12-127,-8 430,-90-608,6-239,12-185,0-14,0 0,1 1,1-1,0 0,0 0,1 0,1 0,0 0,0 0,2-1,-1 1,1-1,1 1,3 5,9-1</inkml:trace>
  <inkml:trace contextRef="#ctx0" brushRef="#br0" timeOffset="5">4559 2073,'28'522,"-14"24,14 249,72 92,-20-217,-25-44,-49-553,3-1,3 0,21 66,-18-95</inkml:trace>
  <inkml:trace contextRef="#ctx0" brushRef="#br0" timeOffset="6">8637 2020,'0'71,"28"977,69-142,-75-730,98 546,-89-570,-7 2,-7 0,-6 6,-4 45,-2-184</inkml:trace>
  <inkml:trace contextRef="#ctx0" brushRef="#br0" timeOffset="7">1 95,'83'88,"4"-4,3-4,4-3,3-5,20 6,57 27,46 13,31 18,-167-84,-2 4,-2 4,-3 3,32 36,-56-47,3-2,1-4,3-1,30 14,277 127,-258-95,-23-25,-60-54,-1 2,-1 1,-1 1,0 1,-1 1,10 11,-20-25,-12-9</inkml:trace>
  <inkml:trace contextRef="#ctx0" brushRef="#br0" timeOffset="8">549 1539,'11'13,"13"12,12 8,8 6,6 2,2 4,-2 1,-2-1,-5-3,-7-4,-10-7,-10-8</inkml:trace>
  <inkml:trace contextRef="#ctx0" brushRef="#br0" timeOffset="9">870 1445,'-18'7,"-11"9,-5 8,-1 10,1 10,4 11,4 13,8 7,3 4,6-4,3-7,3-13,2-16</inkml:trace>
  <inkml:trace contextRef="#ctx0" brushRef="#br0" timeOffset="10">1057 1605,'0'0,"120"13,-116-12,0 0,0 0,0 1,0 0,-1 0,1 0,0 0,-1 1,0-1,0 1,1 0,-1 0,-1 0,1 0,0 0,-1 1,0-1,0 1,0 0,0-1,-1 1,1 0,-1 0,0 0,0 0,0 0,-1 3,-1 11,-1 1,-1-1,0 1,-2-1,0-1,-1 1,0-1,-2 0,0 0,-1-1,-1 0,0 0,-1-1,-3 2,-85 114,99-130,0-1,-1 1,1 0,0 0,-1-1,1 1,0 0,0 0,0 0,0-1,0 1,0 0,0 0,0 0,0-1,0 1,0 0,0 0,1 0,-1-1,0 1,1 0,-1 0,0-1,1 1,-1 0,1-1,-1 1,1 0,-1-1,1 1,0-1,-1 1,1-1,0 1,-1-1,1 1,0-1,0 0,-1 1,1-1,0 0,0 0,-1 0,1 0,0 1,0-1,0 0,0 0,-1-1,1 1,0 0,0 0,0 0,-1 0,1-1,0 1,0 0,0-1,30-1,1 0,-1-3,0 0,0-2,23-9,-9 4,46-12,-6 3</inkml:trace>
  <inkml:trace contextRef="#ctx0" brushRef="#br0" timeOffset="11">1939 3050,'0'39,"7"123,-5-152,0 1,0-1,1 0,0 0,1 0,0 0,1-1,0 1,0-1,1 0,0-1,1 1,6 5,-8-9,0-1,0 0,1 0,0 0,0 0,0-1,0 0,0 0,1-1,-1 0,1 0,0 0,0-1,-1 0,1 0,0-1,0 0,0 0,0 0,0-1,0 0,-1-1,1 1,0-1,1-1,6-3,0 0,-1-1,1 0,-2-1,1 0,-1-1,0-1,-1 0,0 0,0-1,0-2,0-1,-1 0,0 0,-1-1,0 0,-1 0,-1-1,-1 0,0 0,-1-1,0 0,0-11,-3 18,-1 1,-1-1,0 1,0-1,-1 1,0-1,0 1,-1 0,0-1,-1 1,0 0,-1 0,0 0,0 1,-1 0,0-1,0 1,-1 1,0-1,0 1,-6-5,4 6,1 0,-1 0,-1 0,1 1,-1 1,0-1,0 2,0-1,0 1,-1 0,1 1,-1 0,0 1,0 0,1 0,-1 1,0 0,0 1,0 0,1 1,-1 0,0 0,1 1,0 0,-1 1,1 0,1 1,-1-1,1 2,0-1,0 1,0 0,1 1,0 0,-6 7,3-2,0 0,2 1,-1 0,2 0,0 1,0 0,1 0,1 0,0 1,1 0,1 0,0 0,1 0,1 0,0 1,1-1,1 0,2 14,9 34</inkml:trace>
  <inkml:trace contextRef="#ctx0" brushRef="#br0" timeOffset="12">2327 5068,'102'-233,"-42"107,-50 107,-5 20,-3 73,-4 65,-2-24,5 0,6 0,12 59,-6-107</inkml:trace>
  <inkml:trace contextRef="#ctx0" brushRef="#br0" timeOffset="13">964 15,'9'23,"7"16,9 11,8 3,6 3,2 0,3-3,-4-3,-5-5,-6-7,-9-8</inkml:trace>
  <inkml:trace contextRef="#ctx0" brushRef="#br0" timeOffset="14">1190 28,'-11'14,"-9"13,-5 16,-3 14,-3 14,-1 8,0 1,3-2,7-16</inkml:trace>
  <inkml:trace contextRef="#ctx0" brushRef="#br0" timeOffset="15">1445 496,'4'-28,"7"-40,3 0,17-49,-23 98,-7 19,-1 0,1 0,-1 0,1 0,-1 0,1 0,-1 0,1 1,-1-1,1 0,0 0,-1 1,0-1,1 0,-1 0,1 1,-1-1,1 1,-1-1,0 0,1 1,-1-1,0 1,1-1,-1 1,0-1,1 1,-1-1,0 1,0-1,0 1,0-1,0 1,1-1,-1 1,0 0,0-1,0 1,0-1,-1 1,1-1,0 1,0-1,0 1,0 0,24 273,-22-255,0 1,1-1,1 1,0-1,2 0,0-1,2 1,0-1,3 4,6 1</inkml:trace>
  <inkml:trace contextRef="#ctx0" brushRef="#br0" timeOffset="16">1726 1,'9'18,"10"15,10 12,13 8,7 5,5 2,2 0,-1-2,-4-3,-6-5,-7-8,-12-11</inkml:trace>
  <inkml:trace contextRef="#ctx0" brushRef="#br0" timeOffset="17">2220 82,'-16'0,"-10"9,-9 16,-6 19,-5 16,-1 17,2 9,9 4,11-8,10-16</inkml:trace>
  <inkml:trace contextRef="#ctx0" brushRef="#br0" timeOffset="18">2447 536,'0'1,"10"84,-10-82,1-1,0 0,0 0,0 1,1-1,-1 0,0 0,1 0,-1 0,1-1,0 1,0 0,-1-1,1 1,0-1,0 0,1 1,-1-1,0 0,0 0,0 0,1-1,-1 1,1-1,-1 1,0-1,1 0,-1 1,1-1,-1-1,0 1,1 0,1-1,4-1,0-1,0 0,0-1,-1 1,1-1,-1-1,0 0,0 0,-1 0,1-1,-1 0,0 0,-1 0,1-1,-1 0,-1 0,1 0,-1 0,0-1,-1 0,0 0,0-1,-1 3,0-1,-1 1,1 0,-1-1,-1 1,1-1,-1 1,0-1,-1 1,1-1,-1 1,-1-1,1 1,-1-1,0 1,-1 0,1 0,-1 0,0 1,-1-1,1 1,-1-1,0 1,-1 0,1 1,-1-1,0 1,0 0,0 0,-1 0,1 1,-1 0,0 0,0 0,0 1,0 0,-1 0,-4-1,5 2,-1 0,1 0,0 0,-1 1,1 0,0 0,-1 1,1 0,0 0,0 0,0 1,-1 0,1 0,1 0,-1 1,0 0,1 0,-1 0,1 1,0 0,0 0,0 0,1 1,0-1,0 1,0 0,0 0,1 1,-1-1,1 2,-20 47,8 1</inkml:trace>
  <inkml:trace contextRef="#ctx0" brushRef="#br0" timeOffset="19">3289 1418,'-3'9,"0"0,0-1,1 1,0 0,1 0,0 0,0 1,1-1,0 0,1 0,0 0,1 0,-1 0,1 0,1 0,0-1,0 1,1-1,0 0,1 0,-1 0,1 0,1-1,0 0,0 0,0 0,5 3,-4-6,1 0,-1-1,1 0,-1 0,1-1,0 0,0 0,0-1,0 0,1 0,-1-1,0 0,0-1,0 0,0 0,0 0,0-1,0-1,1 0,-4 2,1-1,-1-1,0 1,-1-1,1 1,0-1,-1-1,0 1,1-1,-1 1,-1-1,1 0,-1-1,1 1,-1-1,0 1,-1-1,1 0,-1 0,0 0,0 0,-1-1,1 1,-1 0,0-1,-1 1,1-1,-1-4,-1 2,0 0,-1-1,0 1,0 0,-1 1,0-1,-1 0,1 1,-1-1,-1 1,1 0,-1 1,-1-1,1 1,-1 0,0 0,0 1,-1-1,-6-3,8 6,0-1,-1 1,1-1,-1 1,0 1,1-1,-1 1,-1 0,1 1,0-1,0 1,-1 0,1 1,0 0,-1 0,1 0,0 1,-1-1,1 2,0-1,0 1,-1 0,2 0,-1 0,0 1,0 0,3-1,0 0,0-1,0 1,0 0,0 0,1 1,-1-1,1 1,0-1,-1 1,1 0,0 0,1 0,-1 0,0 0,1 0,0 0,0 0,0 1,0-1,0 0,1 1,-1-1,1 1,0-1,0 0,0 1,1-1,-1 1,1-1,0 0,0 1,0-1,0 0,1 0,-1 0,2 3,26 16,5-5</inkml:trace>
  <inkml:trace contextRef="#ctx0" brushRef="#br0" timeOffset="20">3744 1485,'-1'3,"0"1,1-1,0 0,-1 1,1-1,0 0,1 1,-1-1,1 0,-1 1,1-1,0 0,0 0,0 0,1 0,-1 0,1 0,0 0,0 0,-1-1,2 1,-1-1,0 1,1-1,-1 0,1 0,-1 0,1 0,0 0,0-1,0 1,2 0,2 1,0 0,0-1,1 1,-1-1,1-1,-1 0,1 0,0 0,-1-1,1 0,0 0,0-1,-1 0,1-1,-1 0,1 0,-1 0,0-1,0 0,0 0,0-1,0 0,-1 0,1-1,-1 1,0-1,-1-1,1 1,-1-1,3-5,-6 7,0 0,-1 0,0 0,0 0,0 0,0 0,-1 0,1 0,-1 0,0 0,0-1,-1 1,1 0,-1 0,0 0,0 0,0 0,-1 0,0 0,1 1,-1-1,0 0,-1 1,1-1,-1 1,1 0,-1 0,-3-3,0 0,0 0,-1 1,0-1,0 1,0 1,-1-1,1 1,-1 1,0-1,0 1,-1 1,1-1,-6 1,10 1,-1 1,1 0,-1 0,1 1,-1-1,1 1,-1 0,1 0,0 0,0 1,-1 0,1 0,0 0,0 0,0 0,1 1,-1 0,1 0,-1 0,1 0,0 0,0 1,0-1,1 1,-1 0,1 0,0 0,0 0,0 0,1 0,-1 1,1-1,0 0,0 1,1-1,-1 1,1-1,0 1,0-1,1 3,6 35,5-5</inkml:trace>
  <inkml:trace contextRef="#ctx0" brushRef="#br0" timeOffset="21">5147 1526,'-3'5,"0"1,0 0,0 0,1 0,0 0,0 0,0 0,1 1,0-1,0 1,0-1,1 1,0-1,0 1,1-1,0 1,0-1,1 1,-1-1,1 0,1 0,-1 0,1 0,0 0,1-1,-1 1,1-1,3 4,2-4,0-1,0 1,0-1,1-1,0 0,-1 0,1-1,0 0,0-1,1 0,-1-1,0 0,0 0,0-1,0-1,0 1,0-2,0 1,0-1,-1-1,1 0,-1 0,0-1,0 0,-1-1,7-4,-11 7,0 0,-1-1,1 1,-1-1,1 0,-1 0,0 0,-1-1,1 1,-1-1,0 1,0-1,0 0,0 0,-1 0,0 0,0 0,0 0,-1 0,0 0,0 0,0 0,0 0,-1 0,0 0,0 0,0 0,-1 0,0 0,0 1,0-1,0 0,-1 1,1 0,-1-1,0 1,-1 1,1-1,-1 0,0 0,-4-3,-1 0,1 0,-2 0,1 1,-1 1,0-1,0 2,0-1,-1 1,1 1,-8-2,13 4,0 0,0 0,0 0,0 1,0 0,0 0,-1 0,1 1,0-1,0 1,0 0,0 1,1-1,-1 1,0 0,0 0,1 0,-1 1,1 0,0 0,0 0,0 0,0 1,1-1,-1 1,0 1,1 0,0-1,1 1,-1 0,1 0,0 1,1-1,-1 0,1 1,0-1,0 1,1-1,-1 1,1-1,0 1,1-1,0 1,-1-1,2 1,-1-1,1 0,0 1,0-1,2 5,19 32</inkml:trace>
  <inkml:trace contextRef="#ctx0" brushRef="#br0" timeOffset="22">5750 1552,'-7'-14,"-5"-13,-2-11,-1-7,2 1,3 5,3 7,3 15,2 21,2 20,0 22,3 18,1 10,1 5,6-3,4-7,1-15</inkml:trace>
  <inkml:trace contextRef="#ctx0" brushRef="#br0" timeOffset="23">9399 1391,'-5'-16,"-3"-9,-1-4,1 2,3 9,-1 18,1 19,1 18,1 15,2 7,0 2,1-1,2-8,6-9,6-10,0-11</inkml:trace>
  <inkml:trace contextRef="#ctx0" brushRef="#br0" timeOffset="24">9680 1485,'0'6,"0"0,1 1,-1-1,1 0,1 0,-1 0,1 0,0-1,1 1,-1 0,1-1,0 0,1 1,-1-1,1-1,0 1,0 0,0-1,1 0,0 0,-1 0,1-1,1 1,-1-1,0 0,1-1,0 1,-1-1,1-1,0 1,0-1,0 0,0 0,4 0,-2 0,-1 0,1-1,0 0,0 0,0 0,0-1,-1-1,1 1,0-1,-1-1,1 1,-1-1,0 0,0-1,0 0,0 0,-1 0,0-1,0 0,0 0,0-1,-1 1,0-1,0-1,0 1,-1 0,0-1,0 0,-1 0,0 0,0-1,0 1,-1-1,0 0,-1 1,1-6,-2 3,-1 0,0 1,0-1,-1 0,0 0,-1 0,0 1,0-1,-1 1,0 0,-1 0,0 1,0-1,-1 1,0 0,-1 0,0 1,0 0,3 2,0 1,-1 0,0 0,0 0,0 1,-1-1,1 1,-1 1,1-1,-1 1,0 0,0 0,0 0,0 1,-1 0,1 0,0 1,0 0,-1 0,1 0,0 1,0 0,-1 0,1 0,0 1,0 0,1 0,-1 1,0 0,-7 5,0 1,1 0,1 0,-1 1,2 1,-1 0,0 2,-28 35</inkml:trace>
  <inkml:trace contextRef="#ctx0" brushRef="#br0" timeOffset="25">7126 1605,'2'-20,"1"-14,3-8,-1-3,0 0,-2 7,-1 12,0 16,-2 20,-2 18,-1 14,-1 12,2 8,0 5,3 0,4-2,0-12</inkml:trace>
  <inkml:trace contextRef="#ctx0" brushRef="#br0" timeOffset="26">7461 1432,'0'-16,"0"-10,0-5,0 5,2 14,3 18,3 24,5 22,2 22,1 13,0 8,-2-12</inkml:trace>
  <inkml:trace contextRef="#ctx0" brushRef="#br0" timeOffset="27">3222 683,'611'0,"-340"27,-11-17,-191-6,0-4,51-7,46 0,674 7,-681-14,33 0,-118 12,-69 0</inkml:trace>
  <inkml:trace contextRef="#ctx0" brushRef="#br0" timeOffset="28">5776 389,'-1'0,"1"1,-1-1,0 1,1 0,-1-1,1 1,-1 0,1-1,-1 1,1 0,-1 0,1-1,0 1,0 0,-1 0,1 0,0 0,0-1,0 1,0 0,0 0,0 0,0 0,0 0,0-1,0 1,0 0,1 0,-1 0,0 0,1-1,-1 1,0 0,1 0,-1-1,1 1,-1 0,7 9,0-1,1 1,-1-1,2 0,-1-1,1 0,1 0,-1-1,1-1,0 1,2-1,-2 1,55 31,-46-28,-1 0,0 1,0 0,-1 2,-1 0,0 1,-1 0,-1 2,6 7,-17-19,0 1,-1-1,0 1,0 0,0 0,0 0,-1 0,0 0,0 0,0 0,0 0,-1 0,0 0,0 0,-1 1,1-1,-1 0,0 0,-1 0,1 0,-1 0,0-1,0 1,0 0,-1-1,0 1,1-1,-2 0,-1 2,-18 18,-2-2,-1 0,0-2,-2 0,0-2,-1-1,0-2,-2-1,-1 0,-103 42,111-46</inkml:trace>
  <inkml:trace contextRef="#ctx0" brushRef="#br0" timeOffset="29">10549 616,'-110'14,"-26"-4,88-3,-1-1,0-3,-20-2,-237 10,32-24,-36 13,122 2,-55 5,-131-1,4 35,329-41,-2 0,-1 1,1 2,0 2,-1 2,-9 5,-1-2,-1-3,0-2,-22-3,-68 12,65-14,81 0,-1 0,0-1,0 1,0 0,1 0,-1 0,0 0,0-1,0 1,0 0,0 0,0 0,1-1,-1 1,0 0,0 0,0 0,0-1,0 1,0 0,0 0,0-1,0 1,0 0,0 0,0 0,0-1,0 1,0 0,0 0,0-1,0 1,0 0,-1 0,1 0,0-1,0 1,0 0,0 0,0 0,-1-1,1 1,0 0,0 0,0 0,0 0,-1 0,1 0,0-1,0 1,0 0,-1 0,1 0,0 0,0 0,-1 0,1 0,0 0,0 0,22-16,-18 14,119-75,3 6,3 5,88-30,-198 90,-43 26,-190 94,-56 49,266-161,3-2,-1 0,1 0,-1 1,1-1,-1 1,1-1,0 1,-1-1,1 1,0 0,0-1,-1 1,1 0,0 0,0 0,0 0,0 0,0 0,0 1,0-1,0 0,1 0,-1 1,0-1,1 0,-1 1,1-1,-1 1,1-1,0 1,-1-1,1 0,0 1,0-1,0 1,0-1,1 1,-1-1,0 1,1-1,-1 2,10 8,0-1,1 0,0 0,1-1,0 0,10 5,-6-4,72 48,3-5,3-4,-18-17,-75-33,1 1,-1-1,1 0,-1 1,0-1,1 0,-1 0,0 0,0 0,0 0,0 0,0-1,0 1,0 0,0 0,0-1,0 1,-1-1,1 1,-1-1,1 1,-1-1,1 1,-1-1,0 1,0-1,0 1,0-1,0 0,0 1,0-1,0 1,-1-1,1 1,-1-1,1 1,-1-1,1-10,5-46,-3 0,-3 0,-2-1,-2 2,-3-1,-11-34,12 71,4 14,5 12,3 12,2 1</inkml:trace>
  <inkml:trace contextRef="#ctx0" brushRef="#br0" timeOffset="30">10227 3971,'3'0,"2"0,6 0,5-2,6-1,9-2,11 0,7 0,4 2,2 1,-1 0,-5 2,-9 0,-7 0,-6 0,-6 0,-4 1,-5-1</inkml:trace>
  <inkml:trace contextRef="#ctx0" brushRef="#br1" timeOffset="31">4199 3677,'-4'6,"1"-1,0 1,0 0,0 0,1 0,0 0,0 0,1 1,0-1,0 0,0 1,1-1,0 1,0-1,1 1,-1-1,1 1,1-1,-1 0,1 1,2 3,0-6,-1-1,1 0,-1 0,1 0,0 0,0-1,0 1,1-1,-1 0,0-1,1 1,-1-1,1 0,0 0,-1 0,1 0,0-1,0 0,0 0,-1 0,1-1,0 1,-1-1,1 0,0-1,-1 1,1-1,-1 0,0 0,1 0,-1-1,0 1,0-1,-1 0,1 0,-1 0,1-1,-1 1,0-1,1-1,-1 0,0-1,0 1,0-1,-1 0,0 0,0 0,0 0,-1 0,0 0,0 0,0-1,-1 1,0 0,0 0,-1-1,1 1,-1 0,-1 0,1 0,-1 0,0 0,-1 0,1 1,-1-1,0 0,-1 1,1 0,-1 0,0 0,0 1,-1-1,1 1,-1 0,0 0,0 0,0 1,-1 0,1 0,-1 0,0 1,0 0,3 1,-1 0,1 1,-1-1,1 1,-1 0,1 0,-1 0,1 0,0 1,-1 0,1-1,-1 1,1 1,0-1,0 0,0 1,0-1,0 1,0 0,0 0,0 0,1 1,-1-1,1 1,-1-1,1 1,-2 2,0 2,-1 1,1-1,1 1,-1 0,1 0,1 0,-1 0,1 1,1-1,-1 7,0 22</inkml:trace>
  <inkml:trace contextRef="#ctx0" brushRef="#br1" timeOffset="32">5937 3677,'88'-191,"-66"138,-14 47,-7 28,-5 45,1-25,1 0,2 0,1 0,3-1,3 12,4-9</inkml:trace>
  <inkml:trace contextRef="#ctx0" brushRef="#br1" timeOffset="33">10081 3383,'146'-11,"-144"11,0-1,0 1,-1 0,1 0,0 0,0 1,-1-1,1 0,0 1,0-1,-1 1,1-1,0 1,-1 0,1 0,-1 0,1 0,-1 0,1 0,-1 0,0 0,1 0,-1 1,0-1,0 1,0-1,0 1,0-1,0 1,-1-1,1 1,0 0,-1-1,1 1,-1 0,0 0,0-1,1 1,-1 0,0 0,-1 0,1-1,0 1,0 0,-1 0,1-1,-1 1,1 0,-2 1,-6 13,-1 1,-1-1,-1-1,0 0,0 0,-2-1,0-1,-5 4,2-1,-75 82,91-98,-1 1,0-1,1 1,-1 0,1-1,-1 1,0-1,1 1,-1 0,1 0,0-1,-1 1,1 0,0 0,-1-1,1 1,0 0,0 0,0 0,-1-1,1 1,0 0,0 0,0 0,1 0,-1-1,0 1,0 0,0 0,0 0,1-1,-1 1,0 0,1 0,-1-1,1 1,-1 0,1-1,-1 1,1 0,-1-1,1 1,0-1,-1 1,1-1,0 1,0-1,-1 1,1-1,0 0,0 0,-1 1,1-1,0 0,50 3,23-11,-1-3,39-12,-70 14,5-1</inkml:trace>
  <inkml:trace contextRef="#ctx0" brushRef="#br1" timeOffset="34">8075 3357,'43'-1,"-24"0,0 0,1 2,-1 0,0 1,16 5,-33-7,0 1,1-1,-1 1,0 0,0 0,0 0,0 0,0 1,0-1,-1 0,1 1,0-1,-1 1,1 0,-1 0,1-1,-1 1,0 0,0 0,0 0,0 0,0 0,0 1,0-1,-1 0,1 0,-1 0,0 1,1-1,-1 0,0 1,0-1,-1 0,1 0,0 1,-1-1,0 0,1 0,-1 0,0 0,0 1,0-1,-1 1,-62 82,40-60,23-24,1-1,-1 1,1-1,-1 1,0-1,1 1,-1-1,1 1,-1-1,1 1,-1 0,1-1,-1 1,1 0,0-1,0 1,-1 0,1 0,0-1,0 1,0 0,0 0,-1 0,1-1,0 1,0 0,1 0,-1-1,0 1,0 0,0 0,0 0,1-1,-1 1,0 0,1-1,-1 1,1 0,-1-1,1 1,-1 0,1-1,-1 1,1-1,-1 1,1-1,0 1,-1-1,1 0,0 1,-1-1,1 0,0 1,0-1,-1 0,1 0,0 0,0 0,0 0,-1 0,1 0,0 0,0 0,-1 0,1 0,0 0,0 0,-1-1,1 1,1-1,-2 1,13 1,1 0,-1 1,1 0,-1 0,0 2,0 0,-1 0,1 1,-1 1,0 0,0 0,0 2,-1-1,5 6,-14-12,-1 0,0 1,1-1,-1 1,0-1,0 1,0-1,0 1,-1-1,1 1,0 0,-1-1,1 1,-1 0,1 0,-1 0,0-1,0 1,0 0,0 0,0 0,0-1,0 1,-1 0,1 0,-1 0,1-1,-1 1,0 0,1-1,-1 1,0-1,0 1,0-1,0 1,-1-1,1 1,0-1,-1 0,1 0,0 0,-1 0,0 0,1 0,-1 0,0 0,-21 10,-1-1,-1 0,0-2,0-1,-1-1,-18 2,16-3,-82 12,87-15</inkml:trace>
  <inkml:trace contextRef="#ctx0" brushRef="#br1" timeOffset="35">4252 5428,'-29'151,"2"-30,27-121,-1 1,0 1,0-1,1 1,-1-1,1 1,0 0,-1-1,1 1,0-1,0 1,0 0,0-1,0 1,0 0,0-1,1 1,-1-1,1 1,-1-1,1 1,0-1,-1 1,1-1,0 1,0-1,0 0,0 1,0-1,0 0,0 0,0 0,1 0,-1 0,0 0,1 0,-1-1,1 1,4-3,-1 0,1-1,-1 0,0 0,1 0,-1-1,-1 0,1 0,0 0,-1 0,0-1,1-1,2-1,60-69,-67 76,0-1,0 1,0-1,1 1,-1 0,0-1,0 1,0-1,0 1,1 0,-1-1,0 1,0 0,1 0,-1-1,0 1,1 0,-1-1,0 1,1 0,-1 0,0 0,1-1,-1 1,0 0,1 0,-1 0,1 0,-1 0,0 0,1 0,-1 0,1 0,-1 0,0 0,1 0,-1 0,1 0,-1 0,0 0,1 0,-1 0,1 1,-1-1,0 0,1 0,-1 0,0 1,1-1,-1 0,0 1,0-1,1 0,-1 1,0-1,0 0,1 1,-1-1,0 0,0 1,0-1,0 0,0 1,1-1,-1 1,0-1,-1 32,0-27,-27 280,24-240</inkml:trace>
  <inkml:trace contextRef="#ctx0" brushRef="#br1" timeOffset="36">6017 5442,'4'14,"2"9,2 5,2 2,2 1,-2-1,0-3,-1-1,-3-1,-2-2,-6-3,-8-5,-9-4,-9-5,-2-4</inkml:trace>
  <inkml:trace contextRef="#ctx0" brushRef="#br1" timeOffset="37">5937 5362,'13'-7,"14"-4,14-6,9-3,7-1,5 0,2 2,-4 3,-8 0,-11 4</inkml:trace>
  <inkml:trace contextRef="#ctx0" brushRef="#br1" timeOffset="38">10321 5188,'-25'12,"1"2,0 0,1 2,0 0,1 2,-9 10,24-21,0 0,1 0,0 1,1-1,0 1,0 0,0 1,1-1,0 1,1 0,0 0,1 0,0 1,0-1,0 0,2 1,-1-1,1 1,0 0,2 7,0-9,0 0,0-1,1 1,0 0,1-1,0 0,0 0,0 0,1 0,0-1,0 1,0-1,1-1,0 1,1-1,-1 0,1 0,0-1,0 0,0 0,0-1,1 0,0 0,-1 0,1-1,0 0,0-1,0 0,0 0,1-1,-1 0,0 0,0-1,0 0,7-2,-11 2,0 0,0 0,1-1,-1 1,-1-1,1 0,0 0,0 0,-1-1,1 1,-1-1,0 0,0 0,0 0,0 0,0 0,-1-1,1 1,-1-1,0 0,0 0,0 0,-1 0,1 0,-1 0,0 0,0 0,-1-1,1 1,-1 0,0-1,0 1,0 0,-1-1,1 1,-1 0,0 0,-1 0,1 0,-1 0,1 0,-2-1,1 2,0 0,0 0,0 1,-1-1,1 1,-1 0,1 0,-1 0,0 0,0 0,0 1,0-1,0 1,0 0,0 0,-1 0,1 0,0 0,-1 1,1-1,0 1,-1 0,1 0,-1 1,1-1,0 1,-1-1,1 1,0 0,0 0,0 0,-1 1,1-1,0 1,-8 4,0 0,0 1,0 1,1-1,0 2,0-1,1 2,-2 2,-15 19</inkml:trace>
  <inkml:trace contextRef="#ctx0" brushRef="#br1" timeOffset="39">8115 5376,'37'-11,"-17"3,1 2,0 0,0 1,0 2,0 0,0 1,1 1,-1 1,6 1,-23 0,0-1,0 1,0 1,0-1,0 1,0-1,-1 1,1 0,0 0,-1 1,0-1,0 1,0 0,0-1,0 1,0 1,-1-1,1 0,-1 1,0-1,0 1,0 0,0-1,-1 1,0 0,0 0,1 3,0 6,0 0,-1 0,0 0,-1 0,-1 0,0 0,-1 0,-1 4,-63 220,65-236,0 1,0 0,1 0,-1 0,0 0,1 0,0 0,-1 0,1 0,0 0,0 0,0 0,0 0,0 0,0 0,1 0,-1-1,1 1,-1 0,1 0,0 0,0 0,0 0,1 1,5-4</inkml:trace>
  <inkml:trace contextRef="#ctx0" brushRef="#br1" timeOffset="40">8223 5589,'24'-7,"30"-6,30-9,26-11,17-12,-14 2</inkml:trace>
  <inkml:trace contextRef="#ctx0" brushRef="#br2" timeOffset="41">3597 2983,'-1'-3,"0"0,0-1,0 1,1 0,-1 0,1-1,-1 1,1 0,0-1,1 1,-1 0,0-1,1 1,0 0,0 0,0-1,0 1,0 0,1 0,0 0,0-3,97-302,-64 195,-28 108,-5 27,-2-21,-17 860,31-752,-14-109,0 0,0-1,0 1,0-1,0 1,1-1,-1 1,0-1,0 1,0 0,1-1,-1 1,0-1,1 1,-1 0,0-1,1 1,-1 0,0-1,1 1,-1 0,0 0,1-1,-1 1,1 0,-1 0,1 0,-1 0,1-1,-1 1,0 0,1 0,-1 0,1 0,-1 0,1 0,-1 0,1 0,-1 1,1-1,-1 0,1 0,-1 0,1 0,-1 1,0-1,1 0,-1 0,1 1,-1-1,0 0,1 1,-1-1,0 0,0 1,1-1,3-20</inkml:trace>
  <inkml:trace contextRef="#ctx0" brushRef="#br2" timeOffset="42">5201 2983,'42'-117,"-18"55,-3-1,-2 0,-4-1,-2-1,3 9,-6 87,-9 454,-1-478,0 84,3 0,4 0,5 0,7 22,1-67,-16-46</inkml:trace>
  <inkml:trace contextRef="#ctx0" brushRef="#br2" timeOffset="43">9465 2541,'-7'-1,"-78"-2,82 3,0 1,0 0,0 0,0 0,0 0,0 0,0 1,0-1,1 1,-1 0,1-1,-1 1,1 1,0-1,-1 0,1 1,0-1,1 1,-1-1,0 1,1 0,-1 0,1 0,0 0,0 1,-3 16,1 0,1 0,1 1,1-1,0 0,2 1,1-1,0 0,1 0,1-1,1 1,1-1,6 13,-8-15,0 0,1 0,1-1,1 0,0 0,1-1,0 0,1 0,1-1,1-1,0 1,0-2,1 0,1 0,0-2,0 1,1-2,1 0,14 6,-19-11,0-1,0-1,0 0,1 0,-1-1,0 0,1-1,-1 0,1-1,-1 0,0-1,0-1,0 1,0-2,0 1,0-2,-1 1,0-2,0 1,0-1,-1-1,1 1,-2-2,1 1,-1-1,0 0,-1-1,2-3,3-7,-1 0,-1-1,-1 0,0-1,-2 0,-1 0,0-1,-2 1,0-1,-1 0,-2-1,0 1,-1 0,-1 0,-2-1,0 1,-1 1,-1-1,-1 0,-1 1,-1 0,0 1,-2 0,-1 0,0 1,-1 1,-5-5,11 14,-1 0,0 0,0 1,-1 0,-1 1,1-1,-1 2,0-1,-1 1,1 1,-1-1,0 2,-1-1,1 2,-1-1,0 1,0 1,0 0,0 1,0 0,0 0,-9 1,5 3,0 0,0 0,1 2,0-1,0 2,0 0,0 1,1 0,0 1,1 0,0 1,0 1,1 0,0 0,-4 5,-3 6,0 1,1 1,1 1,2 0,0 0,1 2,-6 18,-5 26</inkml:trace>
  <inkml:trace contextRef="#ctx0" brushRef="#br2" timeOffset="44">7113 2876,'70'-237,"-23"93,-8-4,-39 149,0-1,1 0,-1 0,0 0,0 1,0-1,1 0,-1 0,0 0,1 0,-1 1,0-1,0 0,1 0,-1 0,0 0,1 0,-1 0,0 0,0 0,1 0,-1 0,0 0,1 0,-1 0,0 0,1 0,0 247,9 338,-1-435,-7-140</inkml:trace>
  <inkml:trace contextRef="#ctx0" brushRef="#br2" timeOffset="45">3624 4774,'-10'22,"2"1,1 0,0 0,2 1,1 0,1-1,1 2,1-1,1 6,1-10,0-1,1 1,2-1,0 1,1-1,0 0,2-1,6 12,-10-21,2 0,-1-1,1 0,0 0,1 0,0-1,0 0,1 0,-1 0,1-1,1 0,0 0,-1-1,1 0,1-1,-1 1,1-1,8 2,-12-5,0 0,1 0,-1-1,0 0,1 0,-1 0,1 0,-1-1,0 0,1 0,-1 0,0-1,0 0,0 0,0 0,0-1,0 1,-1-1,1 0,-1 0,0-1,0 0,0 1,0-1,-1 0,1-1,10-13,-1 0,-1-1,-1-1,-1 1,6-17,-7 20,-1-1,-1 1,-1-1,0-1,-1 1,-1-1,-1 0,0 0,-1 0,-1 0,-1 0,-1 0,0 0,-1 0,-1 0,-1 0,0 0,-2 1,0 0,-1 0,0 0,-1 1,-1 0,-1 1,-8-10,11 16,0 1,-1 1,0 0,0 0,-1 0,0 1,0 1,-1-1,1 2,-1-1,0 1,-1 1,1-1,-1 2,1 0,-1 0,0 1,0 0,1 1,-1 0,0 0,0 2,0-1,1 1,-1 1,1 0,0 0,-1 1,2 0,-2 1,-4 5,0 0,1 0,0 1,0 1,1 1,1 0,0 0,1 1,0 1,2-1,-1 2,2 0,0 0,1 0,0 1,1 0,1 0,1 0,1 1,0 0,1-1,1 1,1 0,0 0,1 0,2 3,10 43</inkml:trace>
  <inkml:trace contextRef="#ctx0" brushRef="#br2" timeOffset="46">5349 4867,'132'-275,"-56"70,-73 200,-5 21,2-15,-21 138,5 0,3 120,13-234,1 0,1 0,2 0,0-1,2 1,7 22,4-7</inkml:trace>
  <inkml:trace contextRef="#ctx0" brushRef="#br2" timeOffset="47">9480 4560,'-31'264,"29"-245,-2 12,2 0,1 1,2-1,3 21,-3-44,0-1,0 0,1 1,0-1,0 0,1 0,0 0,0-1,1 1,-1-1,2 0,-1 0,1 0,-1 0,2-1,-1 0,0 0,1 0,0-1,0 1,1-2,1 2,2-1,-1 0,2-1,-1 0,0 0,1-1,-1 0,1-1,0-1,-1 1,1-2,0 1,-1-1,1-1,-1 0,1-1,-1 0,0 0,0-1,0 0,-1-1,1 0,-1-1,0 0,-1 0,1-1,-1 0,-1 0,1-1,-1 0,0 0,4-9,1-10,-1-1,-1 0,-1-1,-2 0,-1 0,-1-1,-2 0,-1 0,-1 0,-2-21,3 29,-1 0,-1 1,-1-1,-1 0,-1 1,-1-1,-1 1,0 0,-2 0,0 0,-1 1,-2 1,0-2,6 16,0 1,0-1,-1 1,1 0,-1 0,0 0,0 1,0 0,0 0,-1 0,1 0,-1 1,0 0,0 0,1 1,-1-1,0 1,0 1,-1-1,1 1,0 0,0 0,0 1,0 0,0 0,0 0,0 1,0 0,1 0,-5 3,-13 7,0 2,1 0,1 1,1 1,0 1,1 1,1 1,1 1,0 0,2 1,0 0,1 2,-7 17,-11 20</inkml:trace>
  <inkml:trace contextRef="#ctx0" brushRef="#br2" timeOffset="48">7420 4894,'54'-178,"-35"125,81-254,-92 288,-7 19,-1 0,1-1,-1 1,0 0,1 0,-1 0,0 0,1 0,-1 0,1 0,-1 0,0 0,1 0,-1 0,1 0,-1 0,0 1,1-1,-1 0,0 0,1 0,-1 0,0 1,1-1,-1 0,0 0,1 1,-1-1,0 0,0 0,1 1,-1-1,0 0,0 1,0-1,0 0,1 1,-1-1,0 1,0-1,0 0,0 1,0-1,0 1,0-1,0 0,0 1,0-1,0 0,0 1,0-1,0 1,0-1,-1 0,1 1,0-1,0 0,0 1,0-1,-1 0,1 1,0-1,15 270,8-7,21 54,-42-302,8 52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15.3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257 237,'0'18,"0"13,0 11,0 4,-3 4,0 0,1-4,-1-5,2-5,0-6,0-7,1-6</inkml:trace>
  <inkml:trace contextRef="#ctx0" brushRef="#br0" timeOffset="1">3 63,'-2'-2,"3"-1,7 0,11 1,13-2,11 0,9-1,5-3,-1 0,-2 0,-9 0,-10 2,-10 5,-10 4,-7 2</inkml:trace>
  <inkml:trace contextRef="#ctx0" brushRef="#br0" timeOffset="2">110 932,'18'0,"20"0,17-2,13-3,6-3,-1 0,-5 1,-10 2,-13 2,-11-1,-10 0,-8 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15.4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35.5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82 10,'-9'17,"-57"348,59-295,14-467,5 333,-6 64,-3 17,-3-14,3 29,0 5,2 0,1-1,2 1,7 20,-4-30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40.9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1 948,'19'-108,"5"1,15-34,-35 126,-1 4,-2 6,0-1,0 1,1 0,-1 0,1 1,0-1,1 0,-1 1,1-1,0 1,0 0,0-1,4-2,-5 7,1 0,-1 0,0 0,1 1,-1-1,1 1,-1-1,0 1,0 0,1 0,-1 0,0 0,0 0,0 0,0 1,0-1,0 1,-1-1,1 1,0 0,-1-1,1 1,-1 0,0 0,1 0,0 2,1 0,29 40,-2 2,-1 1,16 40,-44-85,42 101,-42-102,-1 0,0 0,1 0,-1 0,0 0,0 0,1 0,-1 0,0 0,0 0,0 0,0 1,0-1,0 0,-1 0,1 0,0 0,-1 0,1 0,0-1,-1 1,1 0,-1 0,1 0,-1 0,0 0,1 0,-1-1,0 1,1 0,-1-1,0 1,0 0,0-1,0 1,0-1,0 1,0-1,0 0,0 1,0-1,0 0,0 0,0 0,0 0,0 0,0 0,0 0,0 0,0 0,0 0,0 0,0-1,0 1,0 0,0-1,0 1,0-1,1 1,-1-1,0 1,0-1,0 0,-4-2,0 0,0 0,0-1,0 0,1 0,-1 0,1 0,0-1,1 0,-1 0,1 0,0 0,0 0,0 0,1-1,0 0,0 1,0-1,1 0,0 0,0 0,1 0,-1 0,1 0,0 0,1 0,-1 0,1 1,1-1,-1 0,1 0,0 0,0 1,1-1,-1 1,1 0,0 0,3-3,2-2,1 1,0 0,0 0,1 1,1 1,-1-1,1 2,0-1,1 1,-1 1,1 0,0 1,0 0,1 1,-1 1,1-1,7 1,-17 2,1-1,-1 1,0 0,1 0,-1 0,1 0,-1 1,1-1,-1 1,0 0,1 0,-1 0,0 0,0 1,0-1,0 1,0 0,0 0,0 0,-1 0,1 1,-1-1,1 1,-1-1,0 1,0 0,0 0,0 0,-1 0,1 0,-1 0,0 0,0 1,0-1,0 3,-1 74,-2-71,1 1,0 0,1 0,0 0,1-1,0 1,0 0,1 0,1 3,-1-9,1 0,-1 0,0 0,1 0,0 0,0 0,0-1,1 1,-1-1,1 0,0 0,-1 0,1 0,1-1,-1 0,0 0,0 0,1 0,-1-1,1 1,0-1,-1-1,1 1,0 0,2-1,6 1,1-1,-1 0,1-1,-1-1,1 0,-1 0,0-2,6-1,-5-1,-1 0,0 0,-1-1,0-1,0 0,0-1,-1 0,-1-1,1 0,-2 0,1-1,-1 0,-1-1,0 0,-1 0,0-1,-1 0,0 0,-1-1,-1 1,0-1,-1 0,0 0,0-13,-3-19,-6 48,3 6,0 0,0 0,1 0,0 1,0-1,1 1,0-1,1 1,0 6,0-11,0 10,0 0,2 0,-1 0,2 0,0-1,0 1,1-1,1 0,0 0,1 0,5 8,-7-14,1 0,0 0,0 0,0 0,1-1,0 0,0 0,0 0,1-1,0 0,0-1,0 1,1-1,0-1,-1 1,1-1,0-1,1 1,5 0,-10-3,0 1,0-1,0 0,1-1,-1 1,0 0,0-1,0 0,0 0,0-1,0 1,0-1,0 1,-1-1,1 0,-1-1,1 1,-1-1,0 1,0-1,0 0,0 0,0-1,-1 1,1 0,-1-1,0 0,0 1,0-1,-1 0,1 0,-1-1,6-14,-1-1,-2 0,0-1,0 1,-1-19,1-208,-5 229,0 29,-9 422,-23 231,25-573,1-85,4-24,-1-41,3-1,3 1,4-22,-2 26,43-630,-33 580,-14 104,0 0,0 0,0 0,0 0,0 0,1-1,-1 1,0 0,1 0,-1 0,1 0,-1 0,1 0,-1 0,1 0,0 1,0-1,-1 0,1 0,0 0,0 1,0-1,0 0,0 1,0-1,0 1,0-1,0 1,0 0,0-1,0 1,0 0,0 0,1 0,-1-1,0 1,0 1,0-1,0 0,0 0,0 0,0 0,1 1,-1-1,0 1,0-1,0 1,0-1,0 1,0-1,0 1,-1 0,1-1,0 1,0 0,0 0,-1 0,1 0,148 127,-131-113,-2-2,1 1,-2 0,0 1,-1 1,11 15,-24-30,-1 0,1 0,-1 0,1 0,0 0,-1 0,0 0,1 0,-1 0,0 1,1-1,-1 0,0 0,0 0,0 0,0 1,0-1,0 0,0 0,-1 0,1 0,0 0,-1 1,1-1,-1 0,1 0,-1 0,1 0,-1 0,0 0,1 0,-1-1,0 1,0 0,0 0,0 0,0-1,0 1,0 0,0-1,0 1,0-1,0 1,0-1,0 0,0 1,0-1,-60 13,56-13,-98 11,85-9</inkml:trace>
  <inkml:trace contextRef="#ctx0" brushRef="#br0" timeOffset="1453.234">1979 869,'1'1,"-1"0,0 0,1 0,-1 0,1 1,-1-1,1 0,0 0,-1 0,1 0,0 0,0-1,0 1,0 0,0 0,0 0,0-1,0 1,0-1,0 1,0-1,0 1,0-1,0 1,1-1,-1 0,0 0,0 0,1 1,-1-1,0 0,0-1,0 1,1 0,-1 0,0 0,0-1,0 1,1-1,-1 1,0-1,0 1,0-1,0 0,0 1,0-1,0 0,0 0,-1 0,2 0,3-82,-6 48,-2 0,-1 0,-2 1,-2 0,-1 0,-1 1,-2 0,-1 1,-1 0,-19-29,-13 6,45 54,0-1,-1 1,1 0,0 0,-1-1,1 1,-1 0,1 0,-1 1,1-1,-1 0,0 0,1 1,-1-1,0 1,0 0,1-1,-1 1,0 0,0 0,0 0,1 0,-1 0,0 1,0-1,0 1,1-1,-1 1,0-1,1 1,-1 0,0 0,1 0,-1 0,1 0,-1 1,0-1,1 1,-1 0,1 0,0 0,-1 0,1 0,0 0,0 0,1 0,-1 0,0 0,1 1,-1-1,1 0,0 0,-1 1,1-1,0 0,1 1,-1-1,0 0,1 1,-1-1,1 0,0 0,-1 0,1 0,0 1,1-1,-1 0,0 0,53 50,-28-40,1-2,-1-2,1 0,1-2,-1 0,1-2,0-1,5-2,91 15,-122-16,1 0,0 0,0 0,0 1,-1-1,1 1,0 0,0-1,-1 1,1 1,-1-1,1 0,-1 0,1 1,-1 0,0-1,0 1,1 0,-1 0,-1 0,1 0,0 1,0-1,-1 0,0 1,1-1,-1 1,0-1,0 1,0 1,-2 5,-1 0,-1 0,1 0,-2-1,1 1,-1-1,0 0,-1 0,0 0,0 0,-6 5,-9 17,15-20,-1-1,1 1,1 0,0 0,0 0,1 1,0-1,1 1,0 0,2-7,0-1,0 1,0-1,0 1,0 0,1-1,0 1,-1-1,1 0,0 1,1-1,-1 0,1 1,-1-1,1 0,0 0,0 0,1-1,-1 1,0 0,1-1,0 0,-1 1,1-1,0 0,0 0,0-1,1 1,0 0,4 1,1 1,1-1,-1-1,0 0,1 0,-1 0,1-2,-1 1,1-1,0 0,-1-1,1 0,-1-1,1 0,-1 0,0-1,0 0,0-1,0 0,-1 0,1-1,-1 0,0 0,0-1,-1 0,0-1,0 1,0-1,-1-1,0 1,-1-1,1 0,-1 0,-1-1,0 0,0 1,-1-1,0-1,1-4,3-44,-7 56,0 1,-1 0,1-1,0 1,0 0,-1-1,1 1,-1 0,1 0,-1-1,1 1,-1 0,0 0,1 0,-1 0,0 0,0 0,0 0,0 0,0 0,0 1,0-1,0 0,0 0,-1 1,1-1,0 1,0-1,-1 1,1 0,0-1,-1 1,1 0,0 0,0 0,-1 0,1 0,0 0,-1 0,1 1,-1-1,-10 3,1 1,0 0,0 1,1 0,-1 1,1 0,0 0,1 1,-1 1,1-1,1 2,0-1,0 1,0 0,-5 10,11-18,1 0,0 1,0-1,0 0,0 0,0 1,0-1,0 1,0-1,0 1,0-1,1 1,-1 0,1-1,-1 1,1 0,0-1,0 1,-1 0,1-1,0 1,1 0,-1 0,0-1,0 1,1 0,-1-1,1 1,-1 0,1-1,0 1,0-1,0 1,-1-1,1 0,1 1,-1-1,0 0,0 1,0-1,1 0,-1 0,1 0,-1 0,1-1,-1 1,1 0,9 1,-1 0,1-1,1 0,-1 0,0-2,0 1,0-1,0-1,0 0,0 0,-1-1,1-1,-1 0,0 0,0-1,0 0,6-5,24-22,-46 41,1 0,0 0,1 1,0-1,0 1,1 0,0 0,0 6,3-15,-1 0,1-1,0 1,-1 0,1 0,0 0,0-1,0 1,0 0,-1 0,1 0,0-1,1 1,-1 0,0 0,0 0,0-1,0 1,1 0,-1 0,0-1,1 1,-1 0,0 0,1-1,-1 1,1 0,-1-1,1 1,-1-1,1 1,0-1,-1 1,1-1,0 1,-1-1,1 0,0 1,0-1,-1 0,1 1,0-1,0 0,0 0,-1 0,1 0,0 0,0 0,0 0,0 0,-1 0,1 0,0 0,0-1,-1 1,2 0,42-23,-18-1,0 0,-2-2,-1-1,-2-1,0-1,-2 0,-1-2,-2 0,0-1,-1-5,6-8,-1-2,-3 0,-2-1,-2 0,-2-1,-3-1,-1 1,-3-3,-17-35,13 85,-1 0,0 0,0 0,0 0,-1 0,1 0,0 0,-1 0,1 0,-1 1,0-1,1 1,-1-1,0 1,0 0,0-1,0 1,0 0,0 0,-1 0,1 1,0-1,0 1,-1-1,1 1,0 0,-1-1,1 1,0 0,-1 1,1-1,0 0,0 1,-2 0,-5 3,0 0,0 0,1 1,-1 1,1-1,1 1,-1 1,1-1,0 1,0 1,1-1,0 1,1 0,-1 1,2-1,-4 7,-8 16,2 0,0 2,3-1,0 1,2 1,2 0,1 0,1 1,1 20,2 48,4 0,11 60,-5-79,1-16,-3 1,-3 0,-3 0,-3 0,-3 0,-4 8,8-65,-1 0,1 0,-2 0,1 0,-2-1,0 0,0 0,-1 0,0-1,-1 1,0-1,0-1,-1 0,-6 5,-6-5,5-9</inkml:trace>
  <inkml:trace contextRef="#ctx0" brushRef="#br0" timeOffset="2189.265">2608 1082,'8'-26,"1"1,2 1,1 0,0 0,2 1,0 1,2 0,0 1,2 1,0 1,1 0,17-12,-10 4,-42 29,8 5,1-1,-1 1,1 0,1 1,-1-1,2 1,-1 1,1-1,0 1,0 0,1 0,1 0,-1 0,2 1,-3 8,4-13,0 0,0 1,0-1,1 0,-1 1,1-1,1 1,-1-1,1 0,0 1,0-1,0 0,1 0,0 0,0 0,0 0,0 0,1 0,0-1,0 1,0-1,1 0,-1 0,1 0,0-1,0 1,0-1,1 0,3 3,-4-4,0-1,0 1,0-1,0 0,0 0,0 0,1 0,-1-1,0 1,0-1,0 0,1-1,-1 1,0-1,0 0,0 0,1 0,-1 0,-1-1,1 1,0-1,0 0,0 0,-1-1,0 1,1-1,-1 0,0 0,0 0,0 0,-1 0,1-1,-1 1,1-1,-1 0,-1 1,2-4,8-20,-1 0,-1 0,-2-1,0 0,-2-1,-1-4,2-8,3-21,3 1,2 0,3 0,3 2,2 0,14-23,-52 119,-12 18,3 1,3 2,2 0,3 1,2 1,3 1,2 0,3 0,2 54,4-109,1 0,-1 0,2-1,-1 1,1 0,0 0,0-1,0 1,1 0,0-1,0 1,0-1,1 0,0 0,0 0,0 0,0 0,1-1,0 1,0-1,0 0,1 0,0 0,1-4,0 0,-1-1,1 0,-1-1,1 1,-1-1,1 0,-1 0,0-1,0 1,0-1,0 0,-1-1,1 1,-1-1,0 0,0 0,0 0,0 0,-1-1,0 0,0 0,1-1,12-15,-1-1,-2 0,0-1,-1-1,-1 0,2-8,-6 6,-7 26,0 1,0-1,0 0,-1 0,1 1,0-1,0 0,0 1,0-1,-1 0,1 0,0 0,0 1,0-1,-1 0,1 0,0 0,-1 1,1-1,0 0,0 0,-1 0,1 0,0 0,-1 0,1 0,0 1,0-1,-1 0,1 0,0 0,-1 0,1 0,0-1,-1 1,1 0,0 0,-1 0,1 0,0 0,0 0,-1 0,1-1,0 1,-1 0,1 0,0 0,0-1,0 1,-1 0,1 0,0 0,0-1,-9 16,0 0,1 1,1 0,0 0,2 0,0 1,0 0,2 0,0 0,1 1,0 14,2-23,1 0,-1 0,2 0,-1 0,2 0,-1 0,1-1,0 1,3 4,-5-11,0 0,0 1,0-1,1 0,-1 0,0 0,1 0,0-1,-1 1,1 0,0-1,0 1,0-1,0 1,0-1,0 0,1 0,-1 0,0 0,1-1,-1 1,0 0,1-1,-1 0,1 1,-1-1,1 0,-1 0,1-1,-1 1,0 0,1-1,-1 0,1 1,-1-1,1 0,19-10</inkml:trace>
  <inkml:trace contextRef="#ctx0" brushRef="#br0" timeOffset="2435.607">3035 614,'-13'-7,"-8"-2,3 1,14 3,18 3,23 4,24 2,14 0,4-1,-11 0</inkml:trace>
  <inkml:trace contextRef="#ctx0" brushRef="#br0" timeOffset="6598.732">562 2084,'-12'-7,"-1"-1,0 2,0-1,-1 2,1 0,-1 1,0 0,-1 1,1 0,-1 1,1 1,-1 1,-6 0,13 0,0 1,0 0,0 0,0 1,0 0,0 1,1 0,-1 0,1 0,0 1,0 0,0 1,0-1,1 1,-1 1,1-1,1 1,-1 0,1 0,0 1,0-1,1 1,0 0,-1 3,2-5,1-1,0 1,1-1,-1 1,1 0,0-1,0 1,0 0,0 0,1 0,0 0,0 0,0 0,1 0,0 0,0-1,0 1,0 0,1-1,0 1,0 0,0-1,0 0,1 0,0 1,0-1,0-1,0 1,0 0,1-1,0 0,0 0,0 0,0 0,9 2,0-1,1 0,-1-1,0-1,1 0,0-1,-1 0,1-1,0-1,-1 0,1-1,-1 0,1-1,-1 0,0-2,0 1,-1-1,1-1,-1 0,0-1,-1-1,1 1,6-8,-6 5,1 0,-2-1,1-1,-1 0,-1-1,0 0,-1 0,-1-1,0 0,0-1,-2 0,0 0,0 0,-2-1,0 1,-1-1,0 0,-1 0,-1-1,0 1,-2-15,0 7,-1-1,-1 1,-1 0,-1 0,-1 0,-1 1,-1 0,-1 0,-1 1,-1 0,-4-5,14 24,-1 0,1 0,-1 0,0 0,0 0,0 0,0 0,0 1,-1-1,1 1,-1 0,1-1,-1 1,0 0,0 1,0-1,0 0,0 1,-1 0,1 0,0 0,-1 0,1 0,-1 1,1-1,0 1,-1 0,1 0,-1 0,1 1,-1-1,0 1,-3 5,1 0,0 0,1 1,-1-1,1 1,1 1,-1-1,1 0,1 1,-1 0,1 0,1 0,-1 0,2 1,-1-1,1 1,0-1,-5 20,1 1,2-1,1 0,1 1,1 0,2-1,0 1,3-1,0 0,1 0,2-1,1 1,1-2,1 1,2-1,0-1,2-1,3 5,-9-19,0 0,0 0,1-1,1 0,-1 0,1-1,1-1,-1 0,1-1,10 5,-16-9,-1 0,1 0,0 0,0-1,0 0,0 0,0 0,0-1,0 1,0-2,1 1,-1-1,0 0,0 0,0 0,-1-1,1 0,0 0,0-1,-1 1,0-1,1-1,-1 1,3-3,0-4,0-1,-1 1,0-2,-1 1,0-1,0 0,-1 0,-1 0,0-1,-1 0,0 1,-1-1,-1 0,0 0,0-1,-1 1,-1 0,-2-8,-11-68,-2 65,15 24,1 0,-1 0,0 0,1 0,-1 0,1 0,-1 0,0 0,1 0,-1 1,0-1,1 0,-1 0,1 1,-1-1,1 0,-1 1,1-1,-1 1,1-1,-1 0,1 1,-1-1,1 1,0-1,-1 1,1 0,0-1,0 1,-1-1,1 1,0 0,0-1,0 1,0-1,0 1,-1 0,1-1,1 1,-1 0,0-1,0 1,-2 8,0 1,1-1,0 0,1 1,0-1,0 1,1-1,1 0,-1 1,1-1,1 0,0 0,0 0,1 0,0-1,0 0,1 1,0-1,4 4,3 3,0 0,1-1,1 0,0-1,1-1,0 0,1-1,0-1,7 3,11 3,0-2,1-1,0-1,26 3,35 5</inkml:trace>
  <inkml:trace contextRef="#ctx0" brushRef="#br0" timeOffset="7116.499">2033 2138,'1'-26,"1"0,1 1,1-1,2 1,0 0,2 0,0 1,3-2,-3 10,-8 16,1 0,-1 0,0 0,0-1,0 1,1 0,-1 0,0 0,1 0,-1 0,0 0,0 0,1 0,-1-1,0 1,1 0,-1 0,0 0,0 1,1-1,-1 0,0 0,1 0,-1 0,0 0,0 0,1 0,-1 0,0 0,0 1,1-1,-1 0,0 0,0 0,0 1,1-1,-1 0,0 0,0 0,0 1,0-1,1 0,-1 1,0-1,0 0,0 0,0 1,0-1,0 0,0 0,0 1,0-1,0 0,0 1,0-1,0 0,0 0,0 1,0-1,0 0,0 1,0-1,-1 0,1 0,0 1,0-1,0 0,0 0,-1 1,8 253,2-186,4 0,2-1,19 49,-18-63,-15-51,0 0,0-1,0 1,0-1,0 1,0-1,0 1,-1 0,1-1,0 1,-1 0,0 0,1-1,-1 1,0 0,0 0,0 0,0-1,0 1,0 0,0 0,-1 0,1-1,-1 1,1 0,-1 0,0-1,0 1,0-1,0 1,0-1,0 1,0-1,0 1,0-1,-1 0,1 0,-1 0,1 1,-1-1,1-1,-1 1,1 0,-1 0,0-1,0 1,1-1,-7 1,0-1,0 0,0-1,0 0,0 0,1 0,-1-1,0-1,1 1,0-1,-1 0,1-1,0 0,1 0,-1 0,-1-2,8 6,0 0,1-1,-1 1,0 0,0 0,0 0,1 0,-1 0,0 0,0 0,0-1,0 1,0 0,1 0,-1 0,0 0,0 0,0-1,0 1,0 0,0 0,0 0,0-1,0 1,1 0,-1 0,0 0,0-1,0 1,0 0,0 0,0 0,0-1,0 1,-1 0,1 0,0 0,0-1,0 1,0 0,0 0,0 0,0 0,0-1,0 1,-1 0,1 0,0 0,0 0,0 0,0-1,0 1,-1 0,1 0,0 0,0 0,0 0,-1 0,1 0,21 2,-18-1,130 17,0-6,107-4,-188-8</inkml:trace>
  <inkml:trace contextRef="#ctx0" brushRef="#br0" timeOffset="7367.372">2728 2620,'0'0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5:36.3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445 213,'-5'16,"-1"14,1 14,0 15,2 11,3 7,4 2,2-1,-1-4,-1-11,-1-14,-4-15,-1-13</inkml:trace>
  <inkml:trace contextRef="#ctx0" brushRef="#br0" timeOffset="249.335">71 66,'-16'-2,"-10"-1,4 2,15 4,25 4,29 0,32-3,30-7,24-7,13-3,2 2,-26 3</inkml:trace>
  <inkml:trace contextRef="#ctx0" brushRef="#br0" timeOffset="2144.083">846 921,'1'-85,"1"27,-3-1,-2 0,-7-31,10 86,-1 0,1 0,-1-1,0 1,0 0,-1 0,1 0,-1 0,0 0,0 1,0-1,0 0,-1 1,1-1,-1 1,0 0,0 0,0 0,0 0,-1 1,1-1,-4-1,7 5,1-1,-1 1,1-1,-1 0,1 1,-1-1,0 1,1-1,-1 1,0-1,0 1,1 0,-1-1,0 1,0-1,0 1,1-1,-1 1,0 0,0-1,0 1,0-1,0 1,0 0,-1-1,1 1,0-1,0 1,0-1,0 1,-1 0,1-1,0 1,-1-1,1 1,0-1,-1 1,1-1,0 0,-1 1,1-1,-1 1,1-1,-1 0,1 1,-1-1,1 0,-1 0,0 0,1 1,-1-1,1 0,-1 0,1 0,-1 0,0 0,1 0,-1 0,0 0,12 4,0 0,1-1,-1 0,1-1,0-1,-1 1,1-2,4 0,4 1,54 0,-48-1,0 0,0 2,0 0,0 2,14 4,-36-6,1 0,0-1,-1 2,1-1,-1 0,0 1,0 0,0 0,0 0,0 0,0 1,-1-1,0 1,0 0,0 0,0 1,-1-1,1 0,-1 1,0-1,0 1,-1 0,1 0,-1 0,0-1,-1 1,1 0,-1 0,0 0,0 5,-30 181,29-187,0-1,1 1,0 0,0-1,0 1,0 0,0 0,1-1,0 1,0-1,0 1,0-1,0 1,1-1,-1 1,1-1,0 0,0 0,0 0,1 0,-1 0,1 0,-1-1,1 1,0-1,0 0,0 0,0 0,2 1,11 1,0 0,0 0,0-2,0 0,0-1,1-1,-1 0,0-1,1-1,-1 0,0-1,0-1,-1-1,1 0,1-2,8 0,-1-1,0-1,0-1,-1-1,0-2,-1 0,0-1,-1-1,-1-1,0-1,-1-1,-1 0,-1-2,1-2,-15 19,0 0,0 0,-1-1,1 1,-1-1,0 1,0-1,0 0,0 0,-1 0,1 0,-1 0,0-1,0 1,-1 0,1 0,-1-1,0 1,0 0,-1-1,1 1,-1 0,0 0,0-1,0 1,-1 0,1 0,-1 0,0 1,0-1,-1 0,1 1,-2-2,-3 2,0 0,-1 1,1 0,-1 1,0 0,1 0,-1 0,0 1,0 0,1 1,-1 0,0 0,1 0,-1 1,1 0,0 1,-1 0,1 0,0 0,1 1,-1 0,1 0,-1 1,1 0,0 0,-3 4,0-1,1 0,0 0,1 0,0 1,0 0,1 1,0 0,0-1,1 2,1-1,0 1,0-1,1 1,0 0,1 0,0 1,1-1,0 0,1 10,1-18,0 1,0-1,0 0,0 1,1-1,-1 0,1 0,0 1,0-1,0-1,0 1,1 0,-1 0,1-1,-1 0,1 1,0-1,0 0,0 0,0-1,0 1,1 0,-1-1,0 0,1 0,-1 0,1 0,-1-1,1 1,0-1,-1 0,3 0,6 0,0-1,0 0,0 0,0-1,-1-1,1 0,-1-1,0 0,5-2,-4 0,1 0,-1-1,-1 0,1-1,-1 0,-1-1,0 0,0 0,0-1,-2-1,1 0,-1 0,-1 0,0-1,0 0,-1 0,-1-1,0 0,-1 0,0 0,-1 0,1-12,-5 17,-3 20,0 10,0 1,1 0,1-1,2 1,0 0,1 0,2 0,4 20,-6-37,1 1,0-1,0 0,0 1,1-1,0 0,1 0,-1-1,1 1,0-1,0 1,1-1,0-1,-1 1,2-1,-1 0,0 0,1 0,0-1,0 1,0-2,0 1,0-1,1 1,-1-2,1 1,-1-1,1 0,0 0,0-1,-1 0,1 0,0-1,-1 0,1 0,5-2,-3 0,0-1,-1 0,0-1,0 0,0 0,0-1,-1 0,0-1,0 1,-1-1,0 0,0-1,0 0,-1 1,0-2,-1 1,2-5,51-157,-52 151,1-3,-4 7,1 1,1 0,0 0,1 0,0 1,2 0,-1 0,1 0,1 1,0 0,7-7,-13 18,0-1,0 0,0 1,0 0,0-1,0 1,0 0,1 0,-1 0,0 0,1 1,-1-1,1 1,-1-1,1 1,-1 0,1 0,-1 0,1 0,-1 1,1-1,-1 0,0 1,1 0,-1 0,0 0,1 0,-1 0,0 0,0 0,0 1,2 1,56 59,-38-32,-1 1,-2 0,0 2,-3 0,11 28,-26-58,1 1,-1-1,0 0,1 0,-1 0,-1 1,1-1,-1 1,1-1,-1 0,0 1,0-1,0 1,-1-1,1 1,-1-1,0 0,0 1,0-1,0 0,0 0,-1 0,0 0,1 0,-1 0,0 0,-1-1,1 1,0 0,-1-1,1 0,-4 2,0-1,-1 0,0 0,-1-1,1 0,0 0,-1-1,1 0,0 0,-1-1,1 0,-1 0,1-1,-1 0,1 0,-1-1,1 0,0 0,0-1,0 0,0 0,-3-2,9 4,0 1,0-1,-1 0,1 1,0-1,0 0,0 0,0 0,0 0,0 0,1 0,-1 0,0 0,0 0,1 0,-1-1,0 1,1 0,-1 0,1-1,0 1,-1 0,1-1,0 1,0 0,0-1,0 1,0 0,0-1,0 1,1 0,-1-1,0 1,1 0,-1 0,1-1,-1 1,1 0,0-1,44-34,-6 19,2 2,-1 1,2 3,25-4,29-9,160-57,-206 50,-50 30,0 0,0 1,0-1,0 0,0 0,0 1,0-1,-1 0,1 0,0 1,0-1,0 0,-1 1,1-1,0 0,-1 1,1-1,-1 1,1-1,-1 0,1 1,-1-1,1 1,-1-1,1 1,-1 0,0-1,1 1,-1-1,0 1,1 0,-1 0,0-1,0 1,1 0,-1 0,0 0,1 0,-1 0,0 0,0 0,0 0,-10-3,0 1,0 0,0 0,0 1,-1 1,1 0,-1 0,1 1,0 1,0 0,-1 0,1 1,1 1,-1 0,0 0,1 1,0 0,0 1,-6 4,12-6,1 1,-1-1,1 1,0 0,0 0,0 0,1 0,-1 0,1 1,1-1,-1 1,1-1,0 1,0 0,1-1,-1 1,1 0,1 0,-1-1,1 1,0 0,0-1,0 1,1-1,0 1,0-1,1 0,-1 0,1 0,0 0,1 0,-1 0,1-1,0 0,0 0,0 0,0 0,1-1,0 1,-1-1,1 0,0-1,1 1,0-1,4 2,1 0,0-1,0-1,0 0,0 0,0-1,0-1,1 0,-1 0,0-1,0-1,0 0,0 0,0-1,0 0,-1-1,1 0,-1-1,0 0,-1-1,1 0,-1 0,0-1,0 0,-1-1,0 1,-1-2,1 1,-2-1,1 0,-1-1,1-2,37-75,-37 84,-7 21,0-15,0 0,-2 9,1 0,1 0,0 0,1 0,0 0,0-1,2 1,-1 0,1-1,1 1,0-1,1 0,0 0,1 0,1 0,-6-9,1 0,0 0,-1-1,1 1,0-1,0 0,0 1,0-1,0 0,0 0,0 0,0 0,0 0,1-1,-1 1,0-1,1 0,-1 1,0-1,1 0,-1 0,0 0,1-1,-1 1,0-1,0 1,1-1,-1 0,0 1,0-1,0 0,0-1,0 1,0 0,0-1,1 0,3-3,1-1,-2 0,1 0,-1 0,1 0,-2-1,1 0,-1 0,3-8,2-10,-2-1,-1 0,-2 0,0-1,-1 1,-2-1,-1 0,-1 1,-1-1,-1 1,-2-3,4 23,0 5,1 0,-1 0,1 0,-1 0,1 0,-1-1,1 1,0 0,-1 0,1 0,0-1,0 1,0 0,0 0,0 0,0-1,0 1,0 0,1 0,-1 0,0-1,1 1,-1 0,1 0,-1 0,1 0,0 0,-1 0,1 0,0 0,0 0,0 0,0 1,0-1,0 0,0 0,0 1,0-1,0 1,0-1,0 1,0-1,0 1,1 0,96 47,-19-10,-45-23,-1 2,0 2,-2 0,3 4,-29-18,-1-1,1 1,-1 1,0-1,0 1,0-1,0 1,-1 0,0 0,0 1,0-1,-1 1,0-1,0 1,0 0,-1 0,1 0,-1 0,-1 0,1 0,-1 0,0 0,-1 0,1 0,-1 0,-1 0,-1 5,-5 20,6-28,0 0,0 1,1 0,-1-1,1 1,0 0,0-1,0 1,0 0,0 0,1 0,0 0,0 0,0 0,1 0,-1 0,1 0,0-1,0 1,0 0,0 0,1-1,-1 1,1-1,0 1,0-1,1 0,-1 1,1-1,-1-1,1 1,2 1,5 0,1-1,0 0,-1-1,1 0,0-1,0 0,0-1,0 0,0-1,0 0,0-1,0 0,-1-1,1 0,0 0,-1-1,0-1,5-3,-3 2,0 0,0-1,-1-1,0 0,-1 0,0-1,0 0,-1-1,0 0,-1 0,0-1,0 0,-1-1,-1 0,0 0,-1 0,0 0,0-1,-2 0,0 0,0 0,0-11,-2 18,-1-1,0 0,0 1,-1-1,0 1,0-1,-1 1,0-1,0 1,0 0,-2-4,3 8,0 0,0 0,-1 0,1 0,0 0,-1 0,1 1,-1-1,0 0,0 1,1 0,-1-1,0 1,0 0,0 0,0 0,0 0,-1 0,1 0,0 1,0-1,0 1,-1 0,1 0,0-1,-1 1,1 1,0-1,0 0,-1 0,1 1,0 0,0-1,-2 2,-5 3,1 0,0 0,1 1,-1 1,1-1,0 1,1 0,0 1,0-1,0 1,1 0,0 1,1-1,0 1,0 0,1 0,0 1,0-1,1 0,1 1,-1 0,2 0,-2-3,1 0,0 0,0 0,1 1,-1-1,2 0,-1 0,1 1,0-1,1 0,0 0,0 0,0 0,1-1,0 1,0-1,1 1,0-1,0 0,0 0,1-1,-1 1,2-1,-1 0,0 0,2 0,16 6,0-1,1-2,0 0,0-1,0-1,1-2,0 0,0-2,0-1,0 0,0-2,7-2,185-21,-121 7</inkml:trace>
  <inkml:trace contextRef="#ctx0" brushRef="#br0" timeOffset="2594.287">5110 654,'-11'-12,"-1"-1,0 2,-1 0,0 0,-1 1,0 0,0 2,-2-1,12 7,-1-1,1 1,-1 0,0 1,0-1,0 1,0 0,0 0,0 0,-1 1,1 0,0 0,0 0,0 0,0 1,-1 0,1 0,0 1,0-1,1 1,-1 0,0 0,1 1,-1-1,1 1,0 0,-4 3,2 1,0-1,0 2,1-1,0 0,0 1,1 0,0 0,0 1,1-1,0 1,0-1,1 1,0 0,1 0,0 0,0 0,1 0,0 0,1 0,0 0,1 8,-1-13,1-1,-1 1,1-1,-1 0,1 1,0-1,0 0,1 0,-1 0,0 0,1 0,0-1,0 1,0-1,0 0,0 0,0 0,0 0,1 0,-1-1,1 1,-1-1,1 0,0 0,-1-1,1 1,0-1,0 1,0-1,5 0,0-1,-1 1,1-2,0 1,-1-1,1 0,-1-1,0 0,1 0,-1-1,-1 0,2-1,1-2,0-1,-1 0,1-1,-2 0,1 0,-1-1,-1 0,0-1,0 0,-1 0,0 0,-1-1,0 1,-1-1,-1 0,0-1,0 1,-1-1,0-2,-5-20,-3 36,3 4,0 0,1 0,0 0,0 0,0 0,1 0,0 1,0-1,0 0,0 1,1-1,0 1,0-1,1 1,-1-1,1 1,0-1,1 0,-1 0,1 1,2 2,1 1,1-1,0-1,0 1,1-1,0 0,1 0,-1-1,1 0,0 0,1-1,-1 0,1-1,0 0,1 0,-1-1,0 0,7 1,54 16</inkml:trace>
  <inkml:trace contextRef="#ctx0" brushRef="#br0" timeOffset="3264.11">6782 520,'-9'-6,"1"0,-1 1,0 0,0 0,-1 1,0 1,1-1,-1 2,0-1,-1 1,1 1,0 0,0 0,-1 1,1 0,-1 1,1 0,0 1,0 0,0 0,0 1,0 0,-5 4,9-3,0 1,0-1,1 1,0 1,0-1,0 1,1 0,0 0,0 0,0 0,1 1,0 0,0-1,-1 6,3-8,0-1,1 0,-1 1,1 0,-1-1,1 1,0-1,0 1,1-1,-1 1,1-1,0 1,0-1,0 1,0-1,0 0,1 0,0 1,-1-1,1 0,0-1,1 1,-1 0,0 0,1-1,0 0,-1 1,1-1,0 0,3 1,1 1,0-1,0 0,0 0,1-1,-1 0,1-1,0 1,-1-1,1-1,0 1,0-1,-1-1,1 1,0-2,0 1,-1-1,1 0,-1 0,0-1,3-1,5-2,0-2,0 0,-1 0,0-2,0 1,-1-2,-1 0,1 0,0-3,-1-3,-1 0,0-1,-1-1,-1 0,0 0,-2-1,0 1,-1-2,-2 1,0-1,-1 1,0-1,-2 0,-1 0,0 0,-2 0,0 0,-2 0,0 1,-1-1,-1 1,-1 0,0 1,-7-9,-31-46,43 73,1 0,0 0,0 0,0 0,-1 0,1 1,0-1,-1 0,1 1,-1-1,1 1,-1-1,1 1,-1 0,1-1,-1 1,1 0,-1 0,1 0,-1 0,0 1,1-1,-1 0,1 1,-1-1,1 1,0-1,-1 1,1-1,-1 1,1 0,0 0,0 0,-1 0,1 0,0 0,0 0,0 0,0 1,0-1,0 0,0 2,-31 62,21-30,1 0,2 1,2-1,1 1,2 0,1 1,2-1,2 0,2 10,-1-29,0 0,1 0,1-1,0 1,2-1,0 0,0-1,1 0,1 0,1-1,8 10,-13-17,1 0,0-1,1 0,-1 0,1-1,0 1,1-1,-1-1,1 0,0 0,0 0,0-1,0 0,1-1,-1 0,1 0,0 0,0-2,-1 1,1-1,0 0,0 0,5-2,-4-1,0 1,-1-1,1-1,-1 0,0 0,0-1,0 0,0-1,-1 1,0-2,0 1,-1-1,0 0,0-1,-1 0,0 0,0 0,0-1,0-2,4-8,-1 0,0-1,-1 0,-2 0,0-1,-1 1,-1-1,1-16,-4 31,0-1,0 1,-1 0,1-1,-2 1,1-1,-1 1,0-1,0 1,0-1,-1 1,0 0,0 0,-1 0,0 0,0 0,-1 0,2 5,1 0,-1 1,0-1,0 0,0 1,0 0,0-1,0 1,-1 0,1 0,0 0,0 0,0 1,0-1,0 1,0-1,0 1,0-1,1 1,-1 0,0 0,0 0,0 0,1 0,-1 1,1-1,-1 0,1 1,-1-1,1 1,0 0,-1-1,1 1,0 0,0 0,1 0,-1-1,0 3,-5 4,1-1,0 1,0 0,1 1,0-1,1 1,0 0,0 0,0 0,2 0,-1 0,1 1,0-1,1 0,0 1,1-1,-1 0,2 1,0-1,0 0,0 0,1 0,0 0,1-1,0 1,1-1,-1 0,2 0,-1-1,1 1,0-1,0 0,1-1,0 1,3 1,56 25,2-11</inkml:trace>
  <inkml:trace contextRef="#ctx0" brushRef="#br0" timeOffset="8160.201">927 1938,'7'17,"-10"-23,-1 1,1 0,-1 0,0 0,-1 1,1-1,-1 1,1 0,-2 0,1 1,0-1,0 1,-1 0,0 1,0-1,0 1,0 1,0-1,0 1,0 0,0 0,0 0,-1 1,1 0,0 0,-1 1,1 0,0 0,0 0,0 1,-1 0,-1 3,0 0,1 0,0 1,0-1,0 2,1-1,0 1,0 0,0 0,1 0,0 1,1 0,0 0,0 0,1 0,0 1,0-1,0 1,2 0,-1 0,1 0,0 0,1 0,0 0,0 0,1 0,0 0,1 0,0-1,0 1,1 0,0-1,0 1,1-1,0 0,1 0,0-1,5 7,5-1,-1-1,2-1,-1 0,2-1,-1-1,1 0,1-2,0 0,0 0,0-2,0 0,1-2,0 0,0-1,0 0,0-2,0 0,0-1,12-3,-13 4,0-2,0 0,0-1,0-1,-1 0,1-1,-1-1,0-1,-1-1,0 0,0-1,0 0,-1-2,-1 1,0-2,0 0,-1-1,-1 0,0-1,-1 0,0-1,-1 0,-1-1,6-14,-10 20,-2 1,0-2,0 1,-1 0,0-1,0 1,-1-1,-1 1,0-1,0 1,-1-1,-1 1,1-1,-2 1,-2-10,5 20,0-1,0 1,0-1,0 1,0-1,0 1,0-1,0 1,0-1,0 1,0-1,0 1,0-1,0 1,-1-1,1 1,0-1,0 1,-1-1,1 1,0-1,-1 1,1 0,0-1,-1 1,1-1,0 1,-1 0,1-1,-1 1,1 0,-1 0,1 0,-1-1,1 1,-1 0,1 0,-1 0,1 0,-1 0,1 0,-1 0,1 0,-1 0,1 0,-1 0,1 0,-1 0,1 0,-1 0,1 0,-1 1,1-1,-1 0,1 0,-1 1,1-1,0 0,-1 1,1-1,-1 0,1 1,0-1,-1 1,1-1,0 0,0 1,-1-1,1 1,0 0,-9 39,8-27,1 0,1 0,0 0,1 0,0-1,1 1,1-1,0 1,0-1,1 0,1-1,0 1,0-1,1-1,1 1,0-1,0 0,1-1,0 0,0 0,1-1,1 0,-1-1,1 0,0 0,1-2,0 1,-1-1,13 3,-19-8,0 1,-1 0,1-1,0 0,0 0,0 0,-1-1,1 0,0 0,0 0,-1 0,1-1,-1 1,1-1,-1 0,0-1,0 1,0-1,0 0,0 0,0 0,-1 0,0-1,1 1,-1-1,-1 0,1 0,0 0,-1-1,0 1,0 0,0-1,-1 1,1-1,-1-1,5-23,-1 0,-2 0,-1 0,-1-1,-2-4,3 49,0 0,0-1,1 1,1-1,1 0,0 0,0 0,2-1,-1 0,2 0,0 0,0-1,1-1,1 1,0-1,0-1,1 0,0 0,1-1,3 1,4 0,0-1,1-1,0-1,0-1,1-1,9 1,47 7</inkml:trace>
  <inkml:trace contextRef="#ctx0" brushRef="#br0" timeOffset="8564.12">3213 1710,'-1'20,"1"0,1-1,1 1,1-1,0 1,2-1,0 0,1 0,1-1,1 0,0 0,2-1,0 0,0 0,2-1,0-1,1 0,0-1,1 0,7 5,58 31,-76-49,-1 0,1 0,0 0,-1 0,1 0,0 0,-1-1,1 0,0 1,-1-1,1 0,0 0,0 0,-1-1,1 1,0-1,0 0,-1 1,1-1,-1 0,1 0,-1-1,1 1,-1-1,0 1,1-1,-1 0,0 1,0-1,0 0,-1-1,1 1,4-11,-1 1,0-1,-1-1,-1 1,0 0,-1-1,0 0,-1 1,-1-1,0 0,-1-6,1-1,-1-167,1 186,0 0,0 0,0 0,0 0,1 0,-1 0,0 0,1 0,0 1,-1-1,1 0,0 0,0 1,0-1,0 0,0 1,1-1,-1 1,0-1,1 1,-1 0,1-1,-1 1,1 0,0 0,-1 0,1 0,0 1,0-1,0 0,-1 1,1-1,0 1,2 0,27-3,3 2</inkml:trace>
  <inkml:trace contextRef="#ctx0" brushRef="#br0" timeOffset="9428.327">4135 1737,'-9'-4,"-1"1,1 0,-1 1,0 0,0 0,0 1,0 0,0 1,0 0,0 1,0 0,0 0,0 1,0 1,0 0,1 0,-1 0,1 1,0 1,0 0,0 0,1 1,0-1,0 2,0-1,1 1,0 1,0-1,1 1,0 0,0 1,1-1,0 1,1 0,0 0,-2 7,4-12,1-1,-1 1,1-1,0 1,0-1,1 1,-1 0,1-1,0 1,0 0,0-1,0 1,0 0,1-1,0 1,0 0,0-1,0 1,0-1,1 0,0 1,-1-1,1 0,1 0,-1 0,0 0,1 0,-1-1,1 1,0-1,0 1,0-1,0 0,0 0,0-1,0 1,2 0,2 0,0-1,0 0,0 0,0 0,0-1,0 0,1-1,-1 1,0-1,0-1,0 1,-1-1,1-1,0 1,-1-1,1 0,-1 0,0-1,3-2,10-7,-1-1,0-1,-1 0,-1-1,6-8,-19 20,17-14,-10 36,16 94,-24-108,-1-1,1 1,-1-1,1 0,0 0,1 0,-1 0,0 0,1 0,0 0,-1-1,1 1,0-1,0 0,1 0,-1 0,0 0,1-1,-1 1,1-1,-1 0,1 0,0 0,-1-1,1 1,0-1,0 0,0 0,0 0,7-3,0-1,0 0,-1-1,1 0,-1-1,0 0,-1 0,0-1,0-1,0 1,-1-1,0-1,0 1,-1-1,0-1,-1 1,3-8,12-21,-2 0,-1-2,-2-1,-2 0,-2 0,-2-1,-1-1,-3 0,-1 0,-2 0,-2-22,-1 58,2-14,-1-1,-1 1,-1 0,-1 0,-1 0,0 0,-2 0,-6-19,10 38,0 0,1 0,-1 0,0 1,0-1,0 1,0-1,0 0,-1 1,1 0,0-1,-1 1,1 0,-1 0,1-1,-1 1,0 0,1 1,-1-1,0 0,0 0,1 1,-1-1,0 1,0 0,0-1,0 1,0 0,0 0,0 0,1 0,-1 1,0-1,0 0,0 1,0 0,0-1,1 1,-1 0,0 0,1 0,-1 0,0 0,1 0,-1 0,1 1,0-1,-1 0,1 1,0-1,0 1,0-1,0 1,0 0,0 0,0 0,-14 22,0 1,2 0,1 1,0 1,3-1,0 2,1-1,2 1,1 0,-2 25,3-22,1 1,1 0,2 0,1 0,2 0,6 28,-7-46,2-1,-1 0,2 0,0-1,0 1,1-1,0 0,1-1,1 1,0-2,0 1,1-1,1 0,-1-1,2 0,-1 0,6 3,-4-5,-1 0,2-1,-1 0,1-1,-1 0,1-1,1 0,-1-1,0 0,1-2,0 1,-1-2,1 0,0 0,-1-1,1-1,-1 0,1-1,-1 0,0-2,0 1,0-1,-1-1,0 0,0-1,0 0,-1-1,0 0,0-1,-1 0,0-1,7-9,7-17,-17 50,-6-8,0 0,1-1,0 1,0 0,1-1,0 1,0-1,0 0,0 0,1 0,0 0,0 0,0-1,1 0,-1 0,1 0,0-1,0 1,0-1,1 0,-1-1,1 1,-1-1,1 0,0 0,0-1,6 1,-7-1,-1 0,1-1,0 1,0-1,0 0,-1-1,1 1,0-1,0 0,-1 0,1 0,0-1,-1 0,1 0,-1 0,0 0,0-1,0 1,0-1,0 0,0 0,-1-1,0 1,1-1,-1 1,-1-1,1 0,0 0,-1-1,0 1,0 0,0-1,-1 1,1-1,-1 0,0 1,0-1,-1 0,0 0,1 0,-3-5,0 0,-1 0,0 1,0-1,-1 1,0-1,0 1,-1 0,-1 1,1-1,-1 1,-1 0,0 1,0 0,0 0,-1 0,0 1,0 0,0 0,-1 1,0 0,0 1,0 0,-1 0,0 1,1 0,-8 0,11 1,0 1,-1 0,1 0,-1 1,1 0,0 0,-1 0,1 1,-1 0,1 0,0 1,0-1,-1 1,1 1,1-1,-1 1,0 0,1 1,-1-1,1 1,0 0,0 0,0 1,1-1,0 1,0 0,0 0,0 1,1-1,0 1,0 0,0-1,1 1,0 1,0-1,0 0,1 0,0 1,0-1,1 1,0-1,0 0,1 4,1-3,0 0,1 0,0 0,0 0,0-1,1 0,0 1,1-1,-1-1,1 1,0-1,1 0,-1 0,1 0,0-1,0 0,0 0,1 0,-1-1,1 0,6 2,45 17</inkml:trace>
  <inkml:trace contextRef="#ctx0" brushRef="#br0" timeOffset="10545.991">5645 1777,'-3'-8,"-1"0,0 0,0 0,-1 0,0 1,0 0,-1 0,0 0,0 1,-1-1,1 2,-1-1,-1 1,1 0,-1 0,1 1,-2 0,1 1,0-1,-1 2,1-1,-1 1,0 0,1 1,-3 0,4 3,0 1,1-1,-1 2,1-1,0 1,0-1,0 2,1-1,-1 1,1 0,0 0,0 0,1 0,0 1,0 0,0 0,0 0,1 1,0-1,1 1,-1-1,1 1,0 0,1 0,0 0,0 0,0 0,1 0,0 1,1-1,-1 0,1 0,1 0,-1 0,1 0,1 0,-1-3,0 0,0 0,1-1,0 1,0-1,0 1,0-1,0 0,0 0,1-1,0 1,-1-1,1 1,0-1,0 0,0-1,0 1,1-1,-1 0,0 0,1 0,-1 0,1-1,-1 0,1 0,1 0,9-1,-1 0,1-1,-1 0,1-1,-1-1,0 0,6-3,81-49,-100 55,-1 0,1 1,-1-1,1 1,0-1,-1 0,1 1,0-1,-1 1,1 0,0-1,0 1,0 0,-1-1,1 1,0 0,0 0,0 0,0 0,0-1,-1 1,1 0,0 1,0-1,0 0,0 0,0 0,0 0,-1 1,1-1,0 0,0 1,-1-1,1 1,0-1,0 1,-1-1,1 1,0 0,-1-1,1 1,-1 0,1-1,-1 1,1 0,-1-1,0 1,1 0,-1 0,0 0,1 0,-1-1,0 1,0 0,0 0,0 0,10 56,-10-50,0 1,1-1,-1 0,1 0,1 0,-1 1,1-1,0-1,1 1,0 0,0-1,0 1,1-1,0 0,0 0,0 0,1-1,0 1,0-1,1 0,-1-1,7 5,-10-8,1-1,-1 1,0 0,1-1,-1 1,1-1,-1 0,1 0,-1 0,1 0,-1 0,1 0,-1-1,0 1,1-1,-1 0,1 1,-1-1,0 0,0-1,1 1,-1 0,0-1,0 1,0-1,-1 1,1-1,0 0,-1 0,1 0,34-69,-29 36,-1 0,-2 0,-1-1,-2 1,-2-22,0 2,1 51,0 2,-1 0,1 0,0 0,-1 0,1 0,0 0,0 0,0 0,1 0,-1 0,0 0,1 0,0 0,-1 0,1 0,0 0,0 0,0 0,0 0,0 1,0-1,1 0,-1 1,0-1,1 1,-1-1,1 1,0 0,-1 0,1 0,0 0,0 0,0 0,0 0,12 1,1 0,-1 1,1 0,-1 1,1 1,-1 0,0 1,0 1,-1 0,10 5,-16-6,0-1,0 1,0 0,-1 0,1 1,-1 0,0 0,-1 0,1 1,-1 0,0 0,-1 0,1 0,-1 1,0 0,-1 0,0 0,0 0,0 1,-1-1,0 1,-1-1,0 1,0 0,0 2,1 43,10 48,-11-97,1-1,-1 1,1 0,0 0,0-1,0 1,1-1,-1 1,1-1,0 0,0 0,0 0,0-1,1 1,-1-1,1 0,-1 0,1 0,0 0,0 0,0-1,3 1,8 1,-1-2,1 0,0 0,0-1,-1-1,1-1,0 0,-1-1,1 0,-1-1,0-1,0 0,-1-1,1 0,-1-1,-1-1,1 0,-1-1,-1 0,1-1,0-1,-5 3,0 0,0 0,0-1,-1 0,-1 0,1 0,-2-1,1 0,2-9,-6 15,1 1,-1-1,-1 1,1-1,0 1,-1-1,0 0,0 1,0-1,0 0,-1 1,1-1,-1 0,0 1,0-1,0 1,-1 0,1-1,-1 1,0 0,0 0,0 0,0 0,0 0,-1 0,1 1,-1-1,0 1,0-1,0 1,-1 0,0 0,0 0,-1 0,1 1,0-1,-1 1,1 0,0 1,-1-1,1 1,-1 0,1 0,-1 0,1 1,-1-1,1 1,-1 0,1 0,0 1,0-1,-1 1,1 0,0 0,1 1,-1-1,0 1,1-1,-1 1,1 1,0-1,0 0,0 1,0-1,1 1,-1 0,1 0,0 0,0 0,1 0,-1 0,1 1,0-1,0 0,0 1,1-1,-1 1,1-1,0 1,1-1,-1 1,1-1,0 1,0-1,0 0,0 1,1-1,0 1,2 2,0 0,0 0,0 0,1-1,0 0,0 0,1 0,-1 0,1-1,1 0,-1-1,1 1,0-1,0 0,0-1,0 0,0 0,2 0,15 5,1-1,-1-2,1 0,0-2,2 0,5 0,0-1,0-2,0-1,0-1,0-2,0-1,0-2,-1-1,0-1,-1-2,17-8,-42 17,-1 1,1-1,-1 0,0-1,1 1,-1 0,0-1,0 0,0 0,-1 0,1-1,-1 1,0-1,0 0,0 0,0 0,-1 0,0 0,1-1,-1 1,-1-1,1 0,-1 1,0-1,0 0,0 0,-1 1,1-1,-1 0,-1 0,1 0,0 0,-1-1,-2 1,0-1,-1 0,1 1,-1 0,0 0,0 0,-1 0,1 1,-1-1,0 1,0 0,-1 1,1-1,-1 1,0 0,0 1,-3-2,5 3,0-1,0 1,0 0,0 0,0 0,0 1,0 0,0-1,0 1,0 1,0-1,0 1,0-1,0 1,0 0,0 1,0-1,0 1,1-1,-1 1,0 0,1 0,0 1,-1-1,1 1,0 0,0 0,0 0,-3 7,0 0,0 0,1 1,0 0,1 0,0 0,1 1,0-1,1 1,0 0,1-1,0 1,1 0,0 0,1 0,2 10,-3-18,1 0,-1-1,1 1,0-1,0 1,0-1,1 0,-1 1,1-1,-1 0,1 0,0 0,0 0,1 0,-1-1,1 1,-1-1,1 1,0-1,0 0,0 0,0 0,0 0,0-1,0 1,1-1,-1 0,1 0,-1 0,1 0,-1-1,1 0,-1 1,1-1,1-1,3 0,0-1,1 0,-1-1,0 0,-1 0,1-1,0 0,-1 0,0 0,0-1,0-1,-1 1,0-1,0 0,0 0,-1-1,1 0,5-7,-2-1,1 1,-2-2,0 1,-1-1,0 0,3-15,0-23,-10 62,0 0,0-1,0 1,1 0,0 0,1-1,-1 1,1 0,1-1,0 0,0 1,0-1,1-1,0 1,0 0,1-1,0 0,0 0,0 0,1-1,0 1,0-1,6 4,10 3,0 0,0-1,1-2,0 0,1-1,0-2,0 0,0-1,19 0,52 7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7:08.55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3295 3236,'12'-559,"13"-30,-23-74,-7 563,-4 0,-14-55,-1-12,19 115,3 24,-2 0,0 0,-2 1,-7-22,-7-4,-1 0,-3 1,-2 2,-16-22,23 46,-2 0,-1 2,-1 0,-2 2,0 0,-23-14,22 20,0 2,0 1,-2 1,1 2,-1 0,-15-2,3 0,-36-12,-1 3,-1 4,-1 3,-29 1,-82-5,27 3,-59 5,121 14,-1 4,-80 18,137-16,-1 3,1 2,1 2,0 2,20-9,-231 93,207-82,0 3,2 1,1 3,1 1,1 3,2 1,1 2,2 2,2 1,1 2,-6 11,19-24,1 1,1 1,1 1,2 0,1 2,1 0,2 0,-2 12,-100 312,108-324,2 1,1-1,2 1,1 0,3 32,-1-9,1 595,0-583,4 0,2 0,4-1,2 0,3-1,17 39,4-3,109 322,-111-322,5-2,4-2,57 91,-66-123,18 35,5-3,29 33,-59-92,3 6,1-2,3-1,1-2,42 35,103 70,-154-123,1-1,0-1,2-2,0-1,1-1,0-2,25 6,-21-9,0-1,1-2,0-2,0-1,1-2,22-1,246-3,-259-5,0-1,-1-2,0-3,45-16,-24 7,-52 17,0 0,-1-1,0-1,0 0,0-1,-1 0,1-1,-2-1,1 0,-2-1,10-9,103-112,-96 105,0-1,-2-1,-1-1,-2-1,-1-2,12-22,56-78,-36 65,-3-2,21-41,-49 68,-3-1,-1-1,-2 0,8-35,-17 53,27-133,4-31,-29-10,5 94,-7 48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7:45.409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1,'3'0,"0"0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7:57.657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3026 955,'1'1,"0"1,0-1,0 1,0 0,0-1,0 1,0 0,-1 0,1 0,0 0,-1 0,0-1,1 1,-1 0,0 0,0 0,0 0,0 0,-1 0,1 0,0 0,-1 1,-2 10,-1 1,0-1,0 0,-2 0,1 0,-2 0,0-1,0 0,-1-1,0 0,-1 0,-1 0,0-1,0-1,0 0,-1 0,-1-1,0 0,0-1,0-1,-1 0,-11 4,-234 118,208-112,-1-2,-1-3,0-2,-30 1,-26 5,-448 76,452-78,-150 20,-256-2,258-38,234 3,1-2,0-1,0 0,0-1,1 0,0-2,1 0,0 0,0-2,2 0,-1 0,1-1,1-1,0 0,1-1,0-2,-65-119,56 94,-2-2,2 8,1-1,2 0,1-2,2 0,2 0,2-1,1-1,2 0,1-17,10-181,-3 215,1-1,2 1,1 0,0 0,2 0,1 1,0 0,2 0,1 1,8-12,-9 16,2-1,0 2,2 0,0 1,0 0,2 1,-1 0,2 1,0 1,8-4,15-2,1 2,1 1,1 2,0 2,0 2,1 2,0 2,0 2,1 1,-1 3,38 4,199 5,31-12,-214-1,-56 5,0 2,-1 1,0 3,35 9,-69-14,59 8,0-3,0-2,1-4,5-3,5 1,0 4,61 9,188 26,-318-37,12-2,-1 2,0 0,1 1,-1 1,0 1,0 1,-1 1,1 0,-1 1,0 1,-1 1,10 6,121 114,-141-121,-1 1,0 0,-1 0,0 0,-1 1,0-1,0 1,-1 0,0 0,-1 1,0-1,-1 1,0-1,0 1,-1-1,-1 1,0 1,5 54,0-47,-2 0,0 0,-1-1,-1 1,0 0,-2 0,0 0,-1-1,-1 1,-4 11,-7 12,12-30,0-1,-1 1,-1-1,1 0,-2 0,1-1,-1 1,-1-1,0-1,-1 1,1-1,-2-1,1 1,-5 2,-153 62,87-43,-2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00.2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1,'3'46,"1"0,3 0,2-1,2 1,6 11,17 30,-33-86,0-1,0 1,0-1,0 1,0-1,0 0,0 1,0-1,0 0,0 0,0 0,0 0,0 0,0 0,0 0,1 0,-1 0,0-1,0 1,0 0,0-1,0 1,0-1,0 1,0-1,0 1,-1-1,1 0,0 1,0-1,0 0,-1 0,1 1,0-1,-1 0,1 0,-1 0,1 0,-1 0,1 0,-1 0,0 0,1 0,-1 0,0 0,0-1,0 1,62-165,-35 81,-16 60,-11 26,0-1,0 0,0 0,1 1,-1-1,0 0,0 1,0-1,0 0,1 0,-1 0,0 1,0-1,1 0,-1 0,0 0,0 1,1-1,-1 0,0 0,0 0,1 0,-1 0,0 0,1 0,-1 0,0 0,0 0,1 0,-1 0,0 0,1 0,-1 0,0 0,1 0,-1 0,0 0,0 0,1 0,-1 0,0 0,1-1,-1 1,0 0,0 0,0 0,1-1,-1 1,0 0,0 0,0 0,1-1,-1 1,0 0,0-1,0 1,0 0,0 0,0-1,1 1,-1 0,0-1,0 1,0 0,0 0,0-1,0 1,0 0,0-1,0 1,2 13,0 1,-1 0,0-1,-1 1,0 0,-1-1,-1 7,-1 10,0 6,1-18,0 1,2-1,0 1,1-1,1 1,1 4,-3-22,1 1,-1 0,0 0,1 0,0 0,-1 0,1-1,0 1,0 0,0 0,0-1,0 1,0-1,0 1,1-1,-1 0,1 1,-1-1,1 0,-1 0,1 0,0 0,-1 0,1 0,0-1,0 1,0 0,-1-1,1 0,0 1,0-1,0 0,0 0,0 0,0 0,0 0,0 0,0-1,-1 1,1-1,0 1,0-1,0 0,10-6,0-1,-1 0,1-1,-2 0,1 0,-2-1,1-1,-1 0,-1 0,0 0,0-1,-1-1,-1 1,0-1,-1 0,0 0,-1-1,0 1,-1-1,-1-2,9-46,-24 183,11-92,1 0,1 0,2 0,1 0,1 0,1 0,5 10,0-12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00.55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164 33,'-20'-4,"-14"-4,-4-1,4 1,8 5,14 5,21 4,23 3,28 1,29-2,23-2,19-3,9-1,-1 2,-10 4,-28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00.79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0,'18'5,"15"1,14 0,11-1,11-4,6-4,3-2,-1 0,-14 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08.3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300 765,'-19'-3,"-1"2,0 0,0 1,1 1,-1 0,1 2,-9 2,21-3,-1 0,0 0,1 1,-1 0,1 0,0 1,0 0,0 0,1 1,0 0,-1 0,2 0,-1 1,1-1,-1 2,2-1,-1 0,1 1,-2 3,4-7,1 0,0 0,0 0,0 0,0 0,1 0,-1 0,1 0,0 0,0 0,0 0,0 0,0 0,1 0,-1 0,1 0,0 0,0 0,0 0,0-1,0 1,1 0,-1-1,1 1,0 0,0-1,0 0,0 0,0 1,0-1,1 0,-1-1,1 1,-1 0,1-1,0 1,0-1,-1 0,1 0,0 0,0 0,0-1,2 1,10 1,0 0,0-1,0 0,0-1,0-1,0-1,0 0,0-1,0 0,-1-1,1-1,-1 0,0-1,-1-1,1 0,-1 0,-1-2,0 1,0-2,0 0,7-9,-13 14,0-2,0 1,-1 0,0-1,0 0,-1 0,0 0,0-1,0 0,-1 1,0-1,-1 0,0-1,0 1,-1 0,0-4,0 12,-1-1,0 1,0 0,0 0,0-1,0 1,0 0,0-1,1 1,-1 0,0 0,0-1,0 1,0 0,0-1,0 1,0 0,0-1,-1 1,1 0,0 0,0-1,0 1,0 0,0-1,0 1,-1 0,1 0,0-1,0 1,0 0,-1 0,1 0,0-1,0 1,0 0,-1 0,1 0,0 0,-1-1,1 1,0 0,0 0,-1 0,1 0,0 0,-1 0,1 0,0 0,0 0,-1 0,1 0,0 0,-1 0,1 0,0 0,-1 0,1 0,0 1,0-1,-1 0,1 0,0 0,0 0,-1 0,1 1,0-1,0 0,-1 0,1 1,-13 19,10-14,1 1,-1-1,1 1,0 0,1 0,-1 0,1 0,1 0,-1 0,1 0,1 0,-1 0,1 0,0 0,1 0,0 0,0-1,0 1,1 0,0-1,0 0,0 0,1 0,0 0,0 0,1-1,0 1,0-1,0-1,0 1,1-1,0 0,-1 0,4 1,4-1,0-1,0-1,1 0,-1-1,0 0,1-1,-1 0,0-1,1-1,-1 0,0-1,0 0,0-1,-1-1,1 0,-1 0,0-2,0 1,-1-1,0-1,0 0,-1 0,0-1,0-1,-1 0,-1 0,4-5,4-10,-2-1,-1-1,-1 0,-1 0,-1-2,-2 1,-1-1,-1 0,-1 0,-2-1,-1 1,-1-1,-1-1,2-8,-2 0,-1-1,-2 1,-1 1,-3-1,0 1,-3 0,-4-7,11 37,0 1,-1-1,1 1,-2 0,1-1,-1 2,0-1,-1 1,0-1,-3-2,6 7,0 0,1 0,-1 1,0-1,0 1,0-1,0 1,0 0,0 0,0 0,-1 1,1-1,0 1,0 0,-1-1,1 2,0-1,-1 0,1 1,0-1,0 1,0 0,-1 0,1 0,0 1,0-1,-1 2,-7 5,1 1,1 0,0 1,0 0,1 1,0-1,1 2,1-1,-1 1,2 0,-1 0,2 0,0 1,0 0,1 0,1 0,0 0,1 0,0 0,1 6,-1 8,2 0,1 0,1 1,1-1,2-1,0 1,2-1,1 0,1-1,1 0,1 0,2-1,0-1,1 0,1-1,2-1,0 0,1-2,12 11,-14-15,0-1,1 0,0-1,1-1,0 0,1-2,1 0,-1-2,1 0,1-1,-1-1,1-1,0-1,1-1,-1-1,0-1,1-1,-1-1,0-1,1-1,-1 0,0-2,20-7,-19 3,-1-1,0 0,-1-2,0 0,-1-2,-1 0,0-1,-1-1,0 0,9-14,1-14,-28 43,1 0,-1 0,0-1,0 1,0 0,0 0,0-1,0 1,0 0,0 0,0-1,-1 1,1 0,0 0,-1 0,1-1,-1 1,1 0,-1 0,0 0,1 0,-1 0,0 0,0 0,0 0,0 1,0-1,0 0,0 0,0 1,0-1,0 0,0 1,0-1,0 1,-1 0,1-1,0 1,-1 0,-14-5,-1 2,0 0,-1 0,1 2,0 0,-1 1,1 1,0 0,-1 1,1 1,0 1,0 0,1 2,0-1,-1 2,-14 8,-16 27,46-40,0-1,0 1,0-1,1 0,-1 1,0 0,1-1,-1 1,1-1,-1 1,1 0,0-1,-1 1,1 0,0 0,0-1,0 1,0 0,1-1,-1 1,0 0,1-1,-1 1,1 0,0-1,0 1,-1-1,1 1,0-1,0 0,0 1,0-1,1 0,-1 1,7 3,-1-1,1 1,0-2,0 1,0-1,0 0,1-1,0 1,-1-2,1 1,0-1,-1-1,1 0,1 0,-6 0,22 2,-1-1,1-2,0-1,-1 0,23-7,-39 7,-1 0,1 0,-1-1,0 0,0-1,0 1,0-2,0 1,-1-1,0 0,0-1,0 0,-1 0,0 0,0-1,0 1,-1-2,4-5,-8 12,0-1,0 1,0-1,0 0,0 1,-1-1,1 0,0 1,-1-1,1 0,-1 0,1 1,-1-1,0 0,0 0,0 0,0 0,0 1,-1-1,1 0,0 0,-1 0,1 1,-1-1,0 0,1 1,-1-1,-1-1,1 4,-1-1,0 1,1-1,-1 1,1 0,0-1,-1 1,1 0,0 0,-1 0,1 0,0 0,0 0,0 1,0-1,0 0,0 1,0-1,0 0,0 1,1-1,-1 2,-7 16,2 0,0 1,1-1,1 1,1 0,0 0,2 0,0 0,3 19,4 26,2 0,3 0,4-1,2-1,16 40,-7-25,-4 0,-4 2,1 20,-22-13,3-85,-1 1,0 0,0 0,0 0,0 0,0 0,-1-1,1 1,-1-1,1 1,-1-1,0 1,0-1,0 0,-1 0,1 0,0 0,-1-1,1 1,-1 0,0-1,1 0,-1 0,0 0,0 0,-2 1,-4-3,0 0,0-1,0 0,0 0,0-1,1 0,-1-1,1 1,0-2,0 1,0-1,0 0,1-1,0 0,0 0,1 0,-1-1,1 0,1 0,0-1,-3-3,-12-15,0 0,2-1,1-1,1 0,1-2,2 1,1-2,1 0,2 0,1-3,6 26,0 0,1 1,0-1,0-1,1 1,0 0,0 0,1 0,0 0,1 0,-1 0,2 1,-1-1,1 0,0 1,1 0,-1-1,1 2,1-1,0 0,-1 1,2 0,-1 0,1 0,0 1,3-2,17-8,2 1,0 1,0 1,1 2,0 1,1 2,0 0,1 2,-1 1,14 1,56-7,1 5,73 6,-123 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06.04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1 415,'27'-12,"-1"-1,-1-2,0-1,-1 0,0-2,-2-1,0 0,-1-2,-1-1,2-4,-16 19,0 0,-1-1,0 0,0 0,-1 0,0 0,-1 0,0-1,0 0,0 1,-1-1,-1 0,1 0,-1-6,-2 13,0 1,1-1,-1 1,0-1,0 0,0 1,0 0,0-1,0 1,0 0,0-1,-1 1,1 0,0 0,-1 0,1 0,-1 0,1 1,-1-1,1 0,-1 1,0-1,1 1,-1-1,0 1,1 0,-1 0,0 0,0 0,1 0,-1 0,0 0,0 1,1-1,-1 1,0-1,1 1,-1-1,1 1,-1 0,1 0,-1 0,1 0,-1 0,1 0,0 0,0 0,0 1,-1 0,-5 2,1 1,0 0,0 0,1 1,-1 0,1 0,0 0,1 0,0 1,0-1,0 1,1 0,0 1,0-1,1 0,-1 1,2 0,-1-1,1 1,0 0,1 0,0-1,0 1,1 0,0 0,0 0,1-1,0 1,0-1,1 1,0-1,0 0,1 0,-1 0,2-1,-1 1,1-1,4 5,4-2,0-1,1-1,0 0,0-1,1-1,0 0,0 0,0-2,0 0,0-1,1 0,-1-1,1-1,-1 0,1-2,-1 1,1-2,-1 0,7-3,32-10</inkml:trace>
  <inkml:trace contextRef="#ctx0" brushRef="#br0" timeOffset="248.384">628 1,'9'16,"10"12,13 10,15 6,13-1,8 0,3-3,-3-6,-7-7,-8-7,-12-8,-13-5</inkml:trace>
  <inkml:trace contextRef="#ctx0" brushRef="#br0" timeOffset="495.727">1057 40,'-16'9,"-12"13,-11 10,-7 15,0 10,2 7,10 4,9-3,17-6,9-12</inkml:trace>
  <inkml:trace contextRef="#ctx0" brushRef="#br0" timeOffset="861.763">1538 1,'-9'13,"0"1,1 0,1 0,1 0,0 1,0 0,2 0,0 1,0-1,1 2,-5 29,3 1,1 0,2 0,2 0,2 0,2 0,3 4,20 95,28 82,-29-128,-19-72,-3-16,-1 0,0 0,0 1,-2-1,1 1,-2 0,1-1,-2 4,1-15,0-1,0 1,0-1,0 1,0 0,0-1,0 1,0-1,0 1,0-1,-1 1,1-1,0 1,0-1,0 1,-1-1,1 1,0-1,-1 0,1 1,0-1,-1 1,1-1,-1 0,1 1,0-1,-1 0,1 1,-1-1,1 0,-1 0,1 0,-1 1,1-1,-1 0,1 0,-1 0,1 0,-1 0,0 0,1 0,-1 0,1 0,-1 0,1 0,-1 0,1-1,-1 1,1 0,-1 0,1-1,-1 1,1 0,-1 0,1-1,0 1,-1 0,1-1,-1 1,1-1,0 1,-10-10,2 0,-1 0,1 0,1-1,0-1,1 1,0-1,0 0,0-4,2 6,-24-62,4-1,3-1,3 0,3-2,4 0,-2-62,13 130,-4-22,2 0,1-1,2 1,1-1,1 1,6-22,-8 47,0 0,1 0,0 0,0 0,0 0,0 1,1-1,0 1,0 0,0 0,0 0,1 0,-1 0,1 1,0-1,0 1,1 0,-1 0,0 1,1 0,0-1,0 1,-1 1,1-1,0 1,0 0,1 0,-1 0,0 1,0-1,0 1,0 1,4 0,11 1,0 2,0 0,-1 2,0 0,0 1,0 1,-1 0,0 2,-1 0,0 1,0 1,14 13,-27-23,-1 1,1-1,-1 1,0 0,0 0,0 0,0 0,0 1,0-1,-1 1,0 0,0-1,0 1,0 0,-1 0,1 1,-1-1,0 0,0 0,-1 1,1-1,-1 0,0 0,0 1,0-1,-1 0,0 1,1-1,-2 0,1 0,0 0,-2 4,-6 1,0-1,-1 0,1 0,-1-1,-1 0,0-1,0 0,0 0,0-1,-1-1,0 0,0-1,0 0,-10 1,-101 11,105-17</inkml:trace>
  <inkml:trace contextRef="#ctx0" brushRef="#br0" timeOffset="1114.086">2166 415,'-16'0,"-7"0,-3 0,9 0,13-2,8-1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01.8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94 277,'-8'102,"4"-1,6 51,0-106,1 1,3-1,10 39,-13-70,2 1,0-1,0 0,2 0,0 0,0-1,1 0,1-1,0 0,1 0,1-1,11 10,-15-15,1-1,0-1,0 0,0 0,1 0,0-1,0-1,0 1,0-2,1 1,-1-1,1 0,-1-1,1 0,0-1,-1 0,1 0,0-1,-1-1,1 1,-1-1,1-1,-1 0,0 0,0-1,0 0,-1-1,1 1,-1-2,0 1,6-7,25-26,-10 0</inkml:trace>
  <inkml:trace contextRef="#ctx0" brushRef="#br0" timeOffset="250.9">0 732,'19'-2,"21"-3,18-4,15-1,8-2,3-1,-5-1,-11 0,-17 2</inkml:trace>
  <inkml:trace contextRef="#ctx0" brushRef="#br0" timeOffset="502.219">81 211,'25'-9,"24"-6,22-1,18-2,8 3,-11 4</inkml:trace>
  <inkml:trace contextRef="#ctx0" brushRef="#br0" timeOffset="665.785">696 464,'0'14,"4"14,9 8,14 7,13 4,13 3,10-1,7-1,1-3,-3-4,-7-6,-13-10,-15-14,-12-8</inkml:trace>
  <inkml:trace contextRef="#ctx0" brushRef="#br0" timeOffset="821.899">1030 464,'-13'23,"-10"23,-7 23,-6 14,-1 12,2 4,3-4,9-12,7-19</inkml:trace>
  <inkml:trace contextRef="#ctx0" brushRef="#br0" timeOffset="1109.129">1311 104,'3'-96,"3"88,1 22,23 145,-24-115,11 103,-7-44,4-1,5-1,4 0,5 1,-22-85,0 1,1-1,0 0,2-1,0 1,0-2,2 1,5 4,-16-19,0 0,1 0,-1 0,1 0,-1 0,1 0,0 0,-1 0,1 0,0-1,-1 1,1 0,0-1,0 1,0 0,0-1,0 1,0-1,0 1,0-1,0 0,0 1,0-1,0 0,0 0,0 0,0 0,0 0,0 0,0 0,0 0,0 0,0 0,1-1,-1 1,0 0,0-1,0 1,0 0,-1-1,1 0,0 1,0-1,0 1,0-1,0 0,-1 0,1 0,0 1,-1-1,1 0,-1 0,1 0,-1 0,1 0,6-21</inkml:trace>
  <inkml:trace contextRef="#ctx0" brushRef="#br0" timeOffset="1279.878">1324 357,'-16'-6,"-9"-6,-4 1,2 1,12 5,17 6,23 4,27 2,25 0,22 0,-5 0</inkml:trace>
  <inkml:trace contextRef="#ctx0" brushRef="#br0" timeOffset="3652.22">2020 893,'10'-39,"-1"0,-1-1,-3 0,-1 0,-2 0,-3-32,2 65,-1 0,0 0,-1 0,1 0,-2 0,1 0,-1 0,0 0,0 0,0 1,-1-1,0 1,-1 0,1 0,-1 0,0 0,-1 1,1-1,-1 1,0 0,-1 1,1-1,-1 1,6 4,1 1,-1-1,0 1,1 0,-1-1,0 1,0-1,1 1,-1-1,0 1,0 0,0-1,0 1,0-1,0 1,0 0,0-1,0 1,0-1,0 1,-1 0,1-1,0 1,0-1,0 1,-1-1,1 1,0-1,-1 1,1-1,0 1,-1-1,1 1,-1-1,1 1,-1-1,1 0,-1 1,1-1,-1 0,1 0,-1 1,0-1,0 0,22 7,-1-1,1 0,0-2,1 0,-1-2,0 0,18-2,-3 2,3 0,-10-2,1 2,-1 1,0 1,-1 1,1 2,-1 0,0 2,-22-6,0 0,-1 0,1 0,-1 1,0-1,0 1,0 1,0-1,-1 1,1-1,-1 1,-1 0,1 1,-1-1,1 1,-2 0,1-1,-1 1,1 0,-2 1,1-1,-1 0,0 0,0 1,0-1,0 48,6 35,-6-86,0 0,0 0,1 1,-1-1,1 0,0 0,0-1,0 1,0 0,1-1,-1 1,1-1,0 0,-1 1,1-1,0-1,0 1,0 0,0-1,1 0,-1 1,0-1,1 0,0 0,14 0,0 0,0-1,0-1,0-1,0 0,0-2,-1 0,1 0,-1-2,0 0,0-1,-1-1,7-5,1 2,0-2,-2 0,1-2,-2 0,3-4,-16 12,-1 1,0-1,0 0,0-1,-1 0,0 0,-1 0,0-1,0 1,-1-1,0 0,0-1,-1 1,0-1,-1-2,-1 8,-1 0,1-1,-1 1,0 0,-1-1,1 1,-1 0,0-1,0 1,0 0,-1 0,1 0,-1 0,0 0,0 0,0 1,-1-1,1 0,-1 1,0 0,0 0,0 0,-1 0,1 0,-1 1,1-1,-1 1,0 0,0 0,0 0,-4-1,0 0,0 0,-1 1,1 0,0 0,-1 1,0 0,1 1,-1 0,1 0,-1 1,1 0,-1 0,-8 3,7 0,0 0,0 0,0 1,0 1,1-1,-1 2,2-1,-1 1,1 1,0 0,0 0,1 0,0 1,-3 5,6-9,1 1,-1 0,1 1,0-1,0 0,1 1,0 0,0-1,1 1,-1 0,1 0,1 0,0 0,0 0,0 0,1 0,-1 0,2 0,-1 0,1-1,0 1,1 0,1 3,-1-5,1 1,0 0,0-1,0 1,1-1,0-1,0 1,0 0,1-1,-1 0,1-1,0 1,0-1,0 0,1-1,-1 1,0-1,1 0,0-1,0 0,-1 0,1 0,0-1,3 1,1-1,-1 0,0-1,0 0,0-1,0 0,0-1,0 0,-1 0,1-1,-1 0,0-1,0 0,0 0,2-3,-1-1,-1 0,1-1,-2-1,1 1,-1-1,-1-1,0 1,-1-1,0-1,-1 1,0-1,-1 0,0 0,-1 0,0-6,-3-15,-5 41,2 1,1-1,0 1,0 0,1 0,0 1,0-1,1 0,0 0,0 0,1 1,0-1,1 0,-1 0,2 0,-1-1,1 1,0 0,1-1,0 0,0 0,0 0,1 0,0-1,0 1,1-1,0-1,0 1,0-1,1 0,1 1,13 4,1 0,1-1,-1-1,1 0,1-2,-1-1,1-1,0-2,0 0,0-1,0-1,0-1,0-2,0 0,0-1,-1-2,1 0,19-9,-31 12,1-1,-1 0,0-1,-1 0,1 0,-1-1,0-1,0 0,-1-1,0 1,-1-2,1 0,-1 0,-1 0,0-1,0-1,-1 1,-1-1,1 0,-2-1,0 1,3-10,-7 17,-1 0,1 0,-1 0,0 0,0 0,0 0,-1 0,1 0,-1 0,0 0,0 0,-1 1,1-1,-1 0,0 1,0-1,0 1,0 0,0-1,-1 1,0 0,1 0,-1 1,0-1,-1 1,1-1,0 1,-1 0,1 0,-1 0,1 1,-1-1,0 1,0 0,-3-1,-5 1,0 1,0-1,1 2,-1 0,0 0,1 1,-1 0,1 1,0 1,0 0,0 0,0 1,1 0,-1 1,1 0,1 1,-1 0,1 0,0 1,1 0,0 1,-6 8,12-16,0 1,1-1,-1 1,0 0,1 0,-1 0,1 0,-1 0,1 0,0 0,0 1,0-1,0 0,1 1,-1-1,1 0,-1 1,1-1,0 1,0-1,0 1,0-1,0 0,0 1,1-1,-1 1,1-1,0 0,0 1,0-1,0 0,0 0,0 0,1 0,-1 0,0 0,1 0,0 0,0 0,-1-1,1 1,0-1,0 1,0-1,2 1,11 1,1-1,-1 0,1-1,-1-1,1 0,0-2,-1 1,1-2,-1 0,0-1,0 0,0-1,-1-1,1 0,7-6,-3 3,0-2,0 0,-1-1,-1 0,0-2,12-12,-38 63,-2 13,2 1,3 1,2-1,1 1,4 0,1 0,3-1,2 0,2 0,10 29,84 296,-102-374,-1 0,1 0,0 0,0 0,-1 0,1 0,-1 0,0 0,0 0,1 0,-2 0,1 1,0-1,0 0,0 0,-1 0,1 0,-1 0,0 0,0 0,0 0,0 0,0 0,0 0,0-1,0 1,-1 0,1-1,-1 1,1-1,-1 1,0-1,1 0,-1 0,0 0,0 0,0 0,0 0,0 0,-1 0,-4-3,1 0,-1 0,0 0,1-1,0 0,-1 0,1 0,0-1,1 0,-1 0,1-1,0 1,0-1,0 0,0-1,1 1,0-1,-3-5,-5-8,1 0,0-1,2 0,0-1,2 0,0-1,1 1,1-1,1-1,1 1,1 0,1-1,1 1,1-1,1 1,1-1,1 1,0 0,2 1,1-1,1 1,0 0,2 1,3-5,16-20,3 0,1 3,2 1,2 1,32-26,-26 24,-30 31,0-2,0 0,-1 0,-1-1,0-1,-1 1,0-2,-2 1,0-2,0 1,-2-1,0 0,2-8,-8 22,0 0,1 0,-1 0,0 0,0 0,-1 1,1-1,-1 0,1 0,-1 0,0 1,0-1,0 0,-1 1,1-1,0 1,-1-1,0 1,1 0,-1-1,0 1,0 0,0 0,-1 1,1-1,0 0,-1 1,1-1,-1 1,0 0,1 0,-1 0,0 0,0 0,1 1,-1-1,0 1,0 0,0 0,0 0,0 0,-2 1,1-1,1 0,-1 0,1 0,-1 1,1 0,-1 0,1 0,-1 0,1 0,0 1,0-1,-1 1,1 0,0 0,1 0,-1 0,0 1,0-1,1 1,0 0,-1 0,1 0,0 0,1 0,-1 0,0 0,1 0,0 1,0-1,0 1,0-1,0 2,-1 5,0 1,1-1,1 1,-1 0,2 0,-1-1,2 1,-1 0,1-1,2 5,1 0,1 0,0 0,0-1,2 0,0 0,0-1,1 0,1 0,0-1,1 0,0-1,1 0,0-1,1-1,0 0,0 0,1-1,0-1,0 0,1-1,0-1,12 3,-21-7,0 0,0-1,-1 1,1-1,0-1,0 1,0-1,-1 0,1 0,0-1,-1 1,1-1,-1-1,0 1,0-1,0 0,0 0,0 0,0-1,-1 1,0-1,1-1,-1 1,-1 0,1-1,-1 0,0 0,0 0,0 0,-1 0,0 0,0-1,0 1,0-4,6-22,-3 0,0 0,-2 0,-2 0,0 0,-4-22,2-3,1 52,-1 2,1 1,-1-1,1 1,0-1,0 1,0-1,0 1,0-1,0 1,0-1,0 1,0-1,1 1,-1 0,1-1,-1 1,1-1,-1 1,1 0,0-1,0 1,0 0,0 0,0 0,0-1,0 1,0 0,0 0,0 1,0-1,1 0,-1 0,0 1,1-1,-1 0,2 0,11 2,1 0,-1 1,0 1,0 0,0 1,13 5,4 0,-11-3,98 37,-113-40,0 0,0 0,0 0,-1 1,1 0,-1 0,0 0,0 0,-1 1,1-1,-1 1,0 0,0 0,-1 0,0 1,1-1,-2 0,1 1,-1 0,1 2,1 70,5 27,-7-100,1-1,-1 1,1-1,0 1,1-1,-1 0,1 0,0 0,0-1,0 1,0-1,1 1,-1-1,1 0,0 0,0-1,0 1,0-1,1 0,-1 0,1 0,7 1,1 0,0-1,1 0,-1-2,0 1,0-1,1-1,-1 0,0-1,0-1,0 0,0-1,-1 0,0 0,1-2,-1 0,-1 0,1-1,-1 0,-1-1,1 0,-1-1,-1 0,7-7,-7 5,-1-1,-1 1,0-1,-1 0,0-1,-1 0,0 1,-1-2,0 1,-1 0,-1-1,0 0,-1 1,0-1,-1 0,0 0,-3-13,2 24,1 1,0 0,-1-1,1 1,-1-1,0 1,0 0,0-1,0 1,0 0,0 0,-1 0,1 0,-1 0,1 0,-1 0,0 1,0-1,0 0,0 1,0 0,0-1,0 1,0 0,0 0,-1 0,1 0,0 1,-1-1,1 1,-1-1,1 1,-1 0,1 0,-1 0,1 0,-1 0,1 1,0-1,-1 1,1-1,-1 1,1 0,0 0,-2 1,-1 3,1-1,-1 1,1-1,1 1,-1 0,1 1,0-1,0 1,0-1,1 1,0 0,0 0,0 0,1 0,0 0,0 0,0 1,1 3,-2 0,0-1,0 1,1-1,1 1,0 0,0-1,1 1,0 0,0-1,1 0,0 1,1-1,0 0,1 0,0 0,0 0,1-1,0 0,0 0,1 0,0 0,0-1,1 0,0-1,0 1,1-1,0-1,0 1,0-1,0-1,1 1,11 0,0-1,0-1,1-1,-1 0,1-1,0-2,-1 0,1-1,-1-1,0-1,0-1,0 0,0-2,-1 0,0-1,-1-1,0-1,0-1,-1 0,0-1,-1-1,1-1,49-58,-65 70,1 0,-1 0,1-1,-1 1,0-1,0 1,0-1,0 1,0-1,-1 1,1-1,-1 0,0 1,0-1,0 0,0 1,0-1,0 0,-1 1,1-1,-1 0,0 1,0-1,0 1,0-1,0 1,-1 0,1-1,-1 1,1 0,-1 0,0 0,0 0,0 0,-6-3,0 0,0 1,0 0,-1 0,1 1,-1 0,0 0,0 1,0 1,0-1,0 1,0 1,0 0,0 0,-1 1,1 0,0 0,0 1,0 0,1 1,-1 0,-6 3,11-5,0 1,1 0,-1 0,0 0,1 0,-1 1,1-1,-1 1,1 0,0 0,0 0,1 0,-1 1,1-1,-1 1,1-1,0 1,1 0,-1 0,1 0,-1 0,1 0,0 0,1 0,-1 1,1-1,-1 0,1 0,1 1,-1-1,1 0,-1 0,1 0,0 0,1 0,-1 0,1 0,0 0,0 0,0 0,0-1,1 1,4 1,0-1,0 0,1 0,0-1,0 0,0 0,0-1,0 0,0 0,1-1,-1 0,0 0,1-1,-1-1,1 1,-1-1,1 0,-1-1,0 0,0-1,0 1,0-1,0-1,-1 0,7-4,-8 4,0-1,-1 0,1 0,-1 0,0-1,0 1,-1-1,0-1,0 1,0-1,-1 1,0-1,0 0,-1 0,0 0,0 0,0-1,-1 1,0-1,-1 1,0 0,0-4,-6-10,-3 37,9-11,-1 0,1 0,0 0,1 0,-1 0,1 0,0 0,0 0,0 0,1 0,0 0,0-1,0 1,0-1,1 1,0-1,0 0,0 0,0 0,0 0,1-1,0 1,0-1,0 0,1 1,8 4,0 0,1 0,0-2,0 1,1-2,-1 0,14 2,55 10,-2-7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01.1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1 309,'24'2,"23"1,21 0,22-5,18-7,11-4,4-5,-5-1,-15 3,-23 3</inkml:trace>
  <inkml:trace contextRef="#ctx0" brushRef="#br0" timeOffset="315.429">669 1,'369'162,"-347"-153,-1 2,0 1,-1 0,0 2,-1 0,0 1,15 17,-31-29,0 1,-1 0,1-1,-1 1,1 0,-1 0,0 0,0 1,-1-1,0 0,1 1,-1-1,-1 1,1-1,-1 1,1-1,-1 1,-1-1,1 1,-1-1,1 1,-1-1,0 1,-1-1,1 0,-1 1,0-1,0 0,0 0,-1 0,0-1,1 1,-20 21,-1-2,0 0,-2-2,0 0,-2-2,0-1,-1-1,0-1,-6 0,-141 76,154-76,14-6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8:57.40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23 107,'-22'467,"21"-461,1 0,0-1,0 1,1 0,0 0,0 0,0 0,0-1,1 1,0 0,0-1,1 0,0 1,0-1,0 0,0 0,1-1,0 1,0-1,0 0,0 0,1 0,-1 0,1-1,0 0,0 0,0 0,5 1,8 0,-1-1,1-1,-1-1,1-1,-1 0,1-1,-1-1,1-1,-1 0,0-1,0-1,0-1,-1 0,0-1,0-1,1-1,15-8</inkml:trace>
  <inkml:trace contextRef="#ctx0" brushRef="#br0" timeOffset="326.442">64 468,'7'0,"9"-2,10-4,14-2,7-5,8-4,2-5,-5 0,-11 4</inkml:trace>
  <inkml:trace contextRef="#ctx0" brushRef="#br0" timeOffset="787.884">91 94,'0'0,"-1"0,1 0,-1 0,1 0,-1 0,1 0,0 0,-1-1,1 1,-1 0,1 0,0 0,-1 0,1-1,0 1,-1 0,1 0,0-1,-1 1,1 0,0 0,-1-1,1 1,0-1,0 1,-1 0,1-1,0 1,0 0,0-1,0 1,0-1,-1 1,1 0,0-1,0 1,0-1,0 1,0-1,0 1,0 0,0-1,1 1,-1-1,0 1,0-1,0 1,0 0,0-1,1 1,-1 0,0-1,0 1,1 0,-1-1,0 1,1 0,-1-1,0 1,1 0,-1 0,0-1,1 1,-1 0,33-6,194-6,184-40,-405 51,-4 0,0 1,-1-1,1 1,0-1,0 1,0 0,-1 0,1 0,0 0,0 0,0 0,-1 0,1 0,0 1,0-1,-1 1,1-1,0 1,-1 0,1 0,0 0,-1 0,1 0,-1 0,1 0,-1 0,0 1,0-1,2 2,0 6,0 0,-1 0,0 0,0 0,-1 1,0-1,-1 1,0-1,0 4,0 10,17 578,-12-539,-3-58,-1-13,0-9</inkml:trace>
  <inkml:trace contextRef="#ctx0" brushRef="#br0" timeOffset="2235.15">559 388,'-53'5,"53"-5,0 0,0 0,1 1,-1-1,0 0,0 0,1 0,-1 0,0 0,0 0,0 0,1 0,-1 0,0 1,0-1,1 0,-1 0,0 0,0 0,0 1,0-1,1 0,-1 0,0 0,0 1,0-1,0 0,0 0,0 1,0-1,0 0,1 0,-1 1,0-1,0 0,0 0,0 1,0-1,0 0,0 0,-1 1,1-1,0 0,0 0,0 1,0-1,0 0,0 0,0 0,0 1,-1-1,1 0,0 0,23 3,1-1,-1-1,0 0,1-2,-1-2,0 0,6-2,9 0,29-4,26-5,1 4,-1 4,1 4,80 9,-108 10,-66-17,1 0,0 1,0-1,-1 1,1-1,-1 0,1 1,0-1,-1 1,1 0,-1-1,1 1,-1-1,1 1,-1 0,0-1,1 1,-1 0,0-1,1 1,-1 0,0 0,0-1,0 1,0 0,0 0,0-1,0 1,0 0,0 0,0 0,0-1,0 1,0 0,-1-1,1 1,0 0,-1 0,1-1,0 1,-1 0,1-1,-1 1,1-1,-1 1,1-1,-1 1,0-1,1 1,-1-1,0 1,-36 23,-70 26,75-37,2 0,0 2,0 2,1 0,2 2,-19 17,43-35,0 1,0 0,1 0,-1 0,0 0,1 1,0-1,0 1,0-1,0 1,0 0,0 0,1 0,-1 0,1 0,0 0,0 0,0 0,0 1,1-1,-1 0,1 1,0-1,0 0,0 1,0-1,1 0,-1 0,1 1,0-1,0 0,0 0,0 0,1 0,-1 0,6 2,0-1,0 0,0-1,0 0,0 0,1 0,-1-1,1 0,0-1,0 0,-1 0,1 0,0-1,0 0,0-1,0 0,0 0,-1-1,8-2,-2 1,1 0,-1-1,0-1,0 0,-1-1,0 0,0-1,0 0,-1-1,0 0,-1-1,1 0,-2-1,1 0,-1 0,-1-1,0-1,-1 1,0-1,0 0,-1-1,-1 1,0-1,-1 0,-1 0,0-1,2-13,-21 198,14-163,1 0,1 1,-1-1,2 1,-1-1,1 1,0-1,1 0,0 0,0 0,1 0,0 0,0 0,1 0,0-1,0 0,1 0,0 0,0 0,1-1,0 0,0 0,0 0,1-1,-1 0,1 0,1-1,5 3,-4-4,0-1,0 0,0 0,0-1,1 0,-1-1,0 0,1-1,-1 1,0-2,0 1,0-2,0 1,0-1,0 0,-1-1,1 0,-1 0,0-1,0 0,4-4,-1 1,0-2,-1 1,0-2,-1 1,1-1,-2-1,0 1,0-1,-1-1,-1 1,0-1,-1-1,4-11,-3-1,0 0,-1 0,-2-1,-1 0,-1 1,-1-1,-2 0,0 1,-2-1,-4-14,8 40,0 1,1-1,-1 1,0-1,0 1,0-1,1 1,-1-1,0 1,0-1,0 1,0-1,0 1,0-1,0 1,0-1,0 1,0-1,-1 1,1-1,0 1,0-1,0 1,0-1,-1 1,1 0,0-1,-1 1,1-1,0 1,-1 0,1-1,0 1,-1 0,1-1,-1 1,1 0,0 0,-1-1,1 1,-1 0,1 0,-1 0,1 0,-1 0,1-1,-1 1,1 0,-1 0,1 0,-1 0,1 1,-1-1,1 0,-1 0,1 0,-1 0,1 0,-1 1,1-1,-1 0,1 0,0 1,-1-1,1 0,-1 1,1-1,0 0,-12 88,12 21,6 1,4-1,5-1,5 0,12 31,31 182,-57-231,-6-91,0 0,-1 0,1 1,0-1,-1 0,1 1,-1-1,1 1,-1-1,1 0,-1 1,0-1,1 1,-1 0,0-1,1 1,-1-1,0 1,0 0,1 0,-1-1,0 1,0 0,1 0,-1 0,0 0,0 0,0 0,1 0,-1 0,0 0,0 0,0 0,1 1,-1-1,0 0,0 1,1-1,-1 0,0 1,1-1,-1 1,0-1,1 1,-1-1,1 1,-1-1,1 1,-1 0,1-1,-1 1,1 0,0 0,-1-1,1 1,0 0,0 0,-1-1,1 1,0 0,0 0,0-1,0 1,0 1,-12-28,1 0,0-1,2 0,2 0,0-1,2 0,1 0,0-19,3 43,-14-148,7 0,7-1,15-128,-12 261,-1-6,2 0,0 0,2 0,1 0,1 1,10-24,-17 47,1-1,0 0,1 1,-1 0,0-1,1 1,-1-1,1 1,0 0,-1 0,1 0,0 0,1 0,-1 1,0-1,0 1,1-1,-1 1,1 0,-1 0,1 0,-1 0,1 0,0 0,0 1,-1 0,1-1,0 1,0 0,-1 0,1 0,0 1,0-1,-1 1,3 0,11 6,0 1,-1 0,0 1,0 0,-1 1,-1 1,0 0,0 1,-1 0,1 2,-8-9,0-1,0 1,-1-1,1 2,-1-1,0 0,-1 1,1-1,-1 1,0 0,0 0,-1 1,0-1,0 0,-1 1,1-1,-1 1,-1 0,1-1,-1 1,0-1,-1 1,1 0,-2-1,1 1,0-1,-1 1,-1-1,1 0,-4 6,-10 7,-2-1,0 0,-1-1,0-2,-2 0,0-1,0 0,-1-2,-1-1,0-1,-1-1,1 0,-6-1,-39 10,69-18,-1 0,0-1,1 1,-1 0,0 0,0-1,1 1,-1 0,0-1,0 1,1 0,-1-1,0 1,0 0,0-1,0 1,0 0,0-1,1 1,-1-1,0 1,0 0,0-1,0 1,0-1,0 1,-1 0,1-1,0 1,0 0,0-1,0 1,0-1,0 1,-1 0,1-1,0 1,0 0,-1-1,1 1,0 0,0 0,-1-1,1 1,0 0,-1 0,1 0,0-1,-1 1,1 0,0 0,-1 0,1 0,-1 0,1-1,0 1,-1 0,1 0,0 0,-1 0,1 0,-1 0,1 1,0-1,-1 0,1 0,-1 0,1 0,10-9,0-1,0 2,1-1,0 2,1-1,-1 2,2-1,0 1,3-2,472-204,-480 208,0 0,0 0,0 0,0-1,0 0,-1 0,0-1,0 0,0 0,0 0,1-3,-8 7,1 1,-1 0,0 0,0-1,1 1,-1 0,0-1,0 1,0 0,0-1,0 1,-1 0,1-1,0 1,-1 0,1 0,0 0,-1-1,0 1,1 0,-1 0,0 0,1 0,-1 0,0 0,0 0,0 0,0 0,0 0,0 0,0 1,0-1,0 0,-1 1,1-1,0 1,0-1,-1 1,1 0,0 0,0-1,-1 1,1 0,0 0,-1 0,1 0,0 0,-1 1,1-1,0 0,0 1,-1-1,1 0,0 1,0 0,-11 0,1 1,0 1,1 0,-1 0,0 1,1 1,0-1,0 2,0-1,1 2,0-1,0 1,0 0,1 1,0 0,1 0,-1 1,2 0,-1 0,1 1,1 0,0 0,0 0,1 0,0 1,1 0,0-1,1 1,0 1,0-1,1 10,1-18,-1 1,1 0,0-1,1 1,-1 0,1-1,-1 1,1 0,0-1,1 1,-1-1,0 0,1 1,0-1,0 0,0 0,0 0,0 0,1 0,-1-1,1 1,0-1,0 0,0 1,0-1,0 0,0-1,0 1,1-1,-1 1,1-1,-1 0,1 0,-1-1,1 1,0-1,-1 1,1-1,0 0,-1-1,1 1,8-1,1-1,-1-1,0 1,0-2,0 0,-1 0,1-1,-1-1,0 0,-1 0,1-1,-1 0,-1-1,1 0,-1 0,-1-1,0-1,0 1,0-1,-1-1,-1 1,0-1,0 0,-1 0,-1-1,0 0,0 1,-1-2,-1 1,0 0,0-12,-8-11,6 34,-1 1,1-1,0 1,-1-1,1 1,-1 0,1-1,-1 1,1 0,-1-1,1 1,-1 0,0 0,1-1,-1 1,1 0,-1 0,0 0,1 0,-1 0,1 0,-1 0,0 0,1 0,-1 0,1 0,-1 0,0 1,1-1,-1 0,1 0,-1 1,1-1,-1 0,1 1,-1-1,1 0,-1 1,1-1,-1 1,1-1,0 1,-1-1,1 1,0-1,-1 1,1-1,0 1,0 0,-1-1,1 1,0-1,0 1,-6 7,1 1,0 0,0 0,1 0,0 0,1 1,0 0,0 0,1 0,0 0,1 0,0 0,1 0,0 0,1 0,0 0,0 0,1 0,0 0,2 4,-1-8,0 1,1-1,0-1,0 1,0-1,0 1,1-1,0 0,0-1,1 1,-1-1,1 0,0 0,0-1,0 0,0 0,1 0,-1-1,3 1,130 19,-46-19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21.59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11 38,'5'25,"1"1,1-1,1-1,1 1,1-2,2 1,0-1,1-1,12 14,-19-27,1 0,0-1,0 0,1 0,0-1,1 0,0 0,0-1,0 0,4 1,-9-5,1 0,-1 0,1-1,0 1,0-1,0 0,0-1,0 1,-1-1,1 0,0 0,0 0,0-1,0 0,0 0,0 0,0-1,-1 1,1-1,-1 0,1 0,-1-1,3-1,4-6,0-1,-1 0,0 0,-1-1,0 0,-1 0,0-1,-1-1,-1 1,0-1,-1 0,0 0,-1 0,0-1,-2 0,0 1,0-1,-1 0,-1-13,0 22,1-1,-1 0,0 0,-1 0,0 1,0-1,0 0,-1 1,0-1,0 1,0-1,-2-1,-3 9,-1 79,14 53,7 0,5-1,25 88,-16-92,7 21,-7 2,-7 1,0 114,-19-247,-1 1,0 0,-2-1,0 1,-1-1,-1 0,-1 0,0 0,-2 0,0-1,-1 0,-1 0,6-14,1 0,-1 0,1-1,-1 1,0-1,-1 1,1-1,-1 0,1-1,-1 1,0-1,0 1,0-1,0 0,0-1,0 1,-1-1,1 0,-1 0,1 0,-1 0,1-1,-1 0,1 0,-1 0,1 0,-1-1,1 0,-1 0,1 0,-4-2,-8-5,1 0,1-2,0 0,0 0,1-1,0-1,1 0,0-1,1-1,1 1,-9-14,-38-55,2-2,5-3,-28-66,72 141,-26-78,31 87,0-1,1 0,-1 0,1 0,0 0,0 0,1 0,-1 0,1 1,0-1,0 0,0 0,0 1,0-1,1 0,0 1,0-1,0 1,0 0,0 0,1 0,1-1,10-7,0 1,1 0,1 2,-1-1,2 2,-1 0,1 1,0 1,0 0,3 1,0-2,67-17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22.06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35,'7'0,"11"0,14 0,15-2,11-4,7-2,2 0,-4 1,-11 4,-13 10,-14 3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22.3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22,'16'0,"16"0,17-2,16-3,10-1,9 1,-11 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22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1,'39'570,"10"106,123 582,-83-786,-88-464,-1-6,1 0,0 1,-1-1,1 0,-1 1,0-1,0 1,0-1,0 0,0 1,-1-1,1 0,-1 1,1-1,-1 0,0 1,0-1,0 0,0 0,-1 1,1-3,0-1,0 1,0-1,0 1,0-1,0 0,0 1,0-1,0 0,0 0,1 0,-1 1,0-1,1 0,-1 0,0 0,1 0,-1-1,1 1,-1 0,1 0,0 0,0 0,-1 0,1-1,0 1,0 0,0 0,0 0,0 0,0-1,1 1,-1 0,1-1,-1-14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33.55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2271 138,'-86'-25,"-189"-16,212 30,-1 2,0 4,-35 2,-330-4,319 3,-1 4,-11 6,21-1,48-3,-151 15,-33 38,227-53,-1 1,1 0,0 1,0 0,1 1,-1 0,1 0,0 1,0 0,1 1,0 0,0 0,0 1,1 0,0 0,1 1,0-1,0 2,-3 6,-31 195,34-190,-1-3,0 0,1 1,2 0,-1 0,2 0,1 1,0-1,2 1,0-1,1 1,1-1,1 1,3 13,1-14,0 0,2 0,0-1,1-1,0 0,1 0,1-1,1 0,1-1,0-1,0 0,2-1,3 3,13 7,1-2,1-1,1-2,1-1,0-2,1-2,1-1,0-2,0-1,1-2,0-2,10 0,106 4,67 16,-159-16,1-3,1-2,-1-4,0-2,0-3,48-11,204-33,-7-28,-178 55,-84 16,-1-1,0-3,31-12,53-19,96-39,-211 74,-1-1,0 0,-1-1,0-1,0 0,0-1,-1 0,-1-1,0 0,3-5,-10 8,-1 1,0-1,-1 0,1 0,-2 0,1 0,-1 0,0-1,-1 1,0 0,0 0,-1-1,-1-6,0-16,2 12,0 0,-1-1,-1 1,-1 0,-1 0,-1 0,0 0,-2 1,0 0,-6-10,-4-1,-2 1,0 0,-2 2,-2 0,-23-21,25 32,0 0,-2 1,1 2,-2 0,0 2,0 0,0 2,-1 1,-1 0,-15 0,-173-36,-2 10,-56 5,202 22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42.24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2556 80,'-75'-8,"-1"3,0 3,0 3,-27 6,-2-1,-5-1,-20-2,0 7,1 5,-3 7,-251 56,354-72,1 2,1 1,-1 1,2 1,-8 5,-32 14,-2-2,-1-4,-2-3,30-11,2 1,-1 2,2 2,-1 1,2 3,1 0,0 3,1 0,2 3,0 0,-2 6,-65 89,92-105,2 1,-1 0,2 1,0 0,1-1,1 1,1 1,0-1,1 0,1 0,1 1,0-1,1 0,1 0,0 0,2 0,0 0,1-1,0 0,4 5,-6-9,1 1,1-1,0 0,1-1,0 0,1 0,0 0,1-1,0 0,0-1,1 0,0 0,1-1,0-1,0 0,8 4,14 1,1 0,1-3,-1-1,1-1,1-2,-1-2,23-1,-18 1,182 13,187-13,525-12,-519-18,-123 39,-66-61,144-61,-350 106,0-2,-1-1,0 0,-1-1,1-1,-2-1,8-5,-16 10,-1 0,1 0,-1-1,-1 0,1-1,-1 1,0-2,0 1,-1-1,0 0,0 0,-1 0,0-1,0 0,-1 0,-1 0,1-1,-1 1,-1-1,0 0,0-9,-2 0,0 0,-1 0,-1 0,-1 0,-1 0,0 0,-1 1,-1 0,-1 0,-8-14,-15-25,-2 1,-35-44,44 67,-13-19,-2 2,-41-41,54 68,-1 2,-1 0,0 2,-2 1,-28-13,6 10,-1 2,0 2,-2 3,1 2,-2 2,0 3,0 2,-42 3,25-2,0 4,0 3,0 3,1 3,-34 11,-28 14,1 3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39:48.1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64 1,'5'488,"5"179,-11-431,1 1318,-4-1454,-5-1,-5 6,1-11,4 1,4 40,5-50,-12-84,0-6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2:45.37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72 618,'9'16,"8"9,9 6,8 4,5 1,2 0,2 2,-3 1,-3 0,-6 1,-3-2,-7-5,-7-8</inkml:trace>
  <inkml:trace contextRef="#ctx0" brushRef="#br0" timeOffset="250.329">366 605,'-16'20,"-7"14,-5 10,1 7,-1 6,1 4,1 2,1-4,6-5,6-7,5-9,4-11</inkml:trace>
  <inkml:trace contextRef="#ctx0" brushRef="#br0" timeOffset="677.964">540 871,'27'0,"-18"-1,0 0,-1 1,1 0,0 1,0 0,-1 1,1-1,0 2,2 0,-8 0,-1 0,1 0,-1 0,1 0,-1 0,0 1,0-1,-1 1,1-1,-1 1,0 0,0-1,0 1,0 0,-1 0,1 0,-1 0,0 0,0-1,-1 1,1 0,-1 0,0 0,0 0,0-1,0 1,-1 0,1-1,-1 1,0-1,0 0,0 1,-2 0,-11 21,-2-1,-1 0,0-1,-2-1,-19 16,21-19,17-19,0 0,0 0,1 0,-1 0,0 0,1 1,-1-1,0 0,1 0,-1 1,0-1,1 1,-1-1,1 1,-1-1,0 1,1-1,-1 1,1-1,0 1,-1-1,1 1,-1 0,1-1,0 1,0 0,-1-1,1 1,0 0,0 0,0-1,0 1,0 0,0-1,0 1,0 0,0 0,0-1,0 1,0 0,0 0,1-1,-1 1,0 0,0-1,1 1,-1 0,1-1,-1 1,1-1,-1 1,1-1,-1 1,1-1,-1 1,1-1,-1 1,1-1,0 0,-1 1,1-1,0 0,-1 1,1-1,0 0,0 0,0 0,22 1,0 0,0-2,0-1,1-1,-2 0,7-4,-14 5,145-32,-123 25</inkml:trace>
  <inkml:trace contextRef="#ctx0" brushRef="#br0" timeOffset="1981.553">5 444,'207'-30,"37"-8,-290 28,-280-33,667 31,-320 12,-21 5,-18 4,-9 3</inkml:trace>
  <inkml:trace contextRef="#ctx0" brushRef="#br0" timeOffset="3335.699">72 350,'-72'0,"114"-2,-1-3,0-1,30-9,22-3,-72 17,-29 4,-245 2,313-5,-41 0</inkml:trace>
  <inkml:trace contextRef="#ctx0" brushRef="#br0" timeOffset="7879.028">1008 684,'-23'31,"22"-30,1 0,-1 0,1 0,-1 1,1-1,0 0,-1 0,1 0,0 1,0-1,0 0,0 0,0 1,0-1,0 0,0 0,1 1,-1-1,0 0,1 0,-1 0,1 0,-1 1,1-1,0 0,-1 0,1 0,0 0,0 0,0-1,0 1,0 0,0 0,0 0,0-1,0 1,0-1,0 1,0-1,0 1,1-1,-1 1,0-1,0 0,0 0,1 0,-1 0,0 0,0 0,1 0,-1 0,0 0,0 0,1-1,-1 1,0-1,1 1,-1-1,0 0,0 0,0-1,-1 1,1 0,0 0,-1 0,1-1,0 1,-1 0,0 0,1-1,-1 1,0-1,0 1,1 0,-1-1,0 1,0 0,-1-1,1 1,0-1,0 1,-1 0,1-1,-1 1,1 0,-1 0,1-1,-1 1,0 0,0 0,1 0,-1 0,0 0,0 0,0 0,0 0,0 0,-1 0,1 0,0 1,0-1,0 1,-1-1,1 1,0-1,-1 1,1-1,0 1,-1 0,1 0,-1 0,-12 10,9-1</inkml:trace>
  <inkml:trace contextRef="#ctx0" brushRef="#br0" timeOffset="24518.94">1382 404,'-1'0,"1"1,0-1,-1 1,1 0,-1-1,1 1,0 0,0-1,0 1,-1 0,1 0,0-1,0 1,0 0,0-1,0 1,0 0,0 0,0-1,1 1,-1 0,0 0,0-1,1 1,-1 0,0-1,1 1,-1-1,0 1,1 0,-1-1,1 1,-1-1,1 1,-1-1,1 1,0-1,-1 1,1-1,0 0,-1 1,1-1,0 0,-1 0,1 1,0-1,0 0,6 8,150 215,68 10,-202-201,-21-23</inkml:trace>
  <inkml:trace contextRef="#ctx0" brushRef="#br0" timeOffset="24766.294">1729 457,'-13'-2,"-10"6,-2 9,-3 11,3 11,0 11,0 9,1 6,2 3,1-4,4-5,6-9,4-11,3-10</inkml:trace>
  <inkml:trace contextRef="#ctx0" brushRef="#br0" timeOffset="25582.915">1890 912,'8'-42,"3"1,1 1,1 0,3 0,1 2,2 6,-18 32,0 0,-1 0,1 0,0 0,-1 0,1 1,0-1,-1 0,1 0,-1 1,1-1,0 0,-1 1,1-1,-1 0,1 1,-1-1,1 1,-1-1,0 1,1-1,-1 1,1 0,-1-1,0 1,0-1,1 1,-1 0,0-1,0 1,0 0,0-1,0 1,1-1,-1 1,-1 0,1-1,0 1,0 0,0-1,0 1,0 0,-1 0,2 1,10 82,-4 1,-3 22,3 42,9 7,-17-157,1 0,-1 1,1-1,-1 1,0-1,1 1,-1-1,1 1,-1-1,0 1,1 0,-1-1,0 1,0 0,1-1,-1 1,0 0,0 0,0 0,1 0,-1 0,0 0,0 0,1 0,-1 0,0 0,0 0,0 0,1 1,-1-1,0 0,1 1,-1-1,0 0,0 1,1-1,-1 1,1-1,-1 1,0-1,1 1,-1-1,1 1,-1 0,1-1,0 1,-1 0,1 0,0-1,-1 1,1 0,0 0,0-1,0 1,0 0,-1 0,1-1,0 1,0 0,1 0,-1 0,0-1,0 1,0 0,0 0,1-1,-1 1,0 0,1 0,-1-1,-1 0,0 0,0 0,1-1,-1 1,0-1,0 1,0-1,0 1,1-1,-1 1,0-1,0 0,1 1,-1-1,1 0,-1 0,0 1,1-1,0 0,-1 0,1 0,-1 0,1 0,0 0,0 1,-1-1,1 0,0 0,0 0,0 0,0 0,0 0,0 0,0 0,1 0,-1 0,0 0,0 0,1 0,-1 1,1-1,-1 0,1 0,-1 0,1 0,-1 1,1-1,0 0,11-4,1 0,0 1,-1 1,1 0,0 1,0 0,13 0,-5 0,157-15,-171 16</inkml:trace>
  <inkml:trace contextRef="#ctx0" brushRef="#br0" timeOffset="29249.784">1422 124,'27'-14,"43"-1,0 4,1 3,0 3,51 3,-3 2,-204-15,-27 1,-1 5,0 5,-25 6,659-15,-460 15,-54 3,-25-1,-504 21,486-17,42-4,141 2,-117-8,387-24,-467 34,-364-15,393 9,21-2,0 0,0 0,0 0,0 0,0 0,0 1,0-1,0 0,0 0,0 0,0 0,0 1,0-1,0 0,0 0,0 0,0 0,0 0,0 1,0-1,0 0,0 0,0 0,0 0,0 1,0-1,0 0,0 0,0 0,0 0,0 0,0 0,0 1,21 2,66-2,1-3,66-10,-35 1,-391 12,63 9,168 1,62 5,13-9,1-2,-1-2,1-1,-1-1,1-2,14-3,-38 3,202-18,-187 19,-19 2,-18 2,-33 3,0-1,-1-2,1-3,-4-1,-60 2,83-1,15-1,0 0,0 1,0 0,1 0,-1 1,0 0,1 1,-9 3,18-6,0 1,-1-1,1 1,0-1,0 1,-1-1,1 1,0-1,0 0,0 1,0-1,0 1,-1-1,1 1,0-1,0 1,0-1,1 1,-1-1,0 1,0-1,0 1,0-1,0 1,0-1,1 1,-1-1,0 1,0-1,1 1,-1-1,0 0,1 1,-1-1,0 0,1 1,-1-1,1 0,-1 1,1-1,-1 0,0 0,1 0,-1 1,1-1,-1 0,1 0,-1 0,1 0,-1 0,1 0,-1 0,1 0,-1 0,1 0,-1 0,1 0,-1 0,1-1,-1 1,1 0,-1 0,1 0,-1-1,1 1,-1 0,38 3,0-2,0-2,-1-1,1-1,12-5,-11 3,69-12,-102 13,-23 2,-314 3,277 4,62 3,14-4,0 0,0-1,0-2,0 0,1-1,-1-1,0-1,6-3,-13 4,128-14,-225 12,-264-8,292 12,66 4,82 0,0-4,0-5,39-8,3 1,-282 10,-191 2,582-29,-79 5,-220 19,-183 5,578-1,-754 1,368 4,56 0,191-7,-132-3,-28 3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3:26.4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1,'15'30,"0"0,2-1,1-1,1-1,2-1,0 0,2-1,1-2,9 7,-20-17,0-1,1-1,0-1,1 0,0 0,0-1,1-1,0-1,1-1,-1 0,18 4,-31-10,1 0,-1 0,1 0,-1 0,1 0,-1-1,0 0,1 1,-1-1,0-1,1 1,-1 0,0-1,0 1,0-1,0 0,0 0,-1 0,1-1,0 1,-1-1,0 1,0-1,0 0,0 0,0 0,0 0,-1 0,1 0,-1 0,0-1,0 1,0 0,0-1,-1 1,1-3,2-13,0 0,-1 0,-1 0,-1 0,-1 0,-1 0,0 0,-1 0,-1 0,-1 1,0 0,-3-2,8 20,0 0,0 1,0-1,0 0,-1 0,1 1,0-1,0 0,-1 0,1 0,0 1,0-1,-1 0,1 0,0 0,-1 0,1 1,0-1,0 0,-1 0,1 0,0 0,-1 0,1 0,0 0,-1 0,1 0,0 0,-1 0,1 0,0 0,-1 0,1-1,0 1,-1 0,1 0,0 0,0 0,-1 0,1-1,0 1,0 0,-1 0,1 0,0-1,0 1,0 0,-1-1,1 1,0 0,0 0,0-1,0 1,0 0,-1-1,-2 22,1 0,1 0,0 0,2 0,2 18,-1-20,52 438,-21-214,-6 63,-25-279,-1 1,-2-1,0 0,-2 0,-1 0,-1 0,-2 3,7-27,-1 0,1 0,-1 0,0 0,1 0,-1-1,0 1,-1 0,1 0,0-1,-1 1,0-1,0 0,1 1,-1-1,0 0,-1 0,1 0,0 0,-1 0,1-1,-1 1,1-1,-1 0,0 1,1-1,-1 0,0-1,0 1,0 0,0-1,0 0,0 0,0 0,-2 0,-1-3,0 0,0-1,1 0,-1 0,1-1,-1 0,1 0,1 0,-1 0,1-1,0 1,-2-4,-20-33,1-2,2 0,2-1,2-1,2-1,2-1,-1-11,-7-67,22 122,1 1,0-1,0 0,0 1,0-1,1 0,-1 1,1-1,0 0,0 1,0-1,0 1,1-1,-1 1,1 0,0 0,0 0,1 0,-1 0,0 0,1 0,0 1,-1-1,1 1,0 0,0 0,1 0,-1 0,0 0,2 0,19-6,0 0,0 2,0 1,0 1,15-1,-13 2,42-5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3:27.50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46,'-2'-2,"4"-1,5 0,14-2,15-2,11 0,11-1,3 1,-1 4,-9 4,-13 10,-13 2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3:27.77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1,'12'4,"14"2,17-2,15-3,13-2,6-5,-10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3:37.71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1,'18'326,"-4"-201,85 617,-66-519,-9 2,-10 2,20 520,-7-205,-22-314,10-185,-10-44,-2-2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2:27.69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40,'11'9,"8"8,6 7,6 7,3 5,4 3,2 2,0 0,1 1,0-1,-2-2,-3-1,-4-3,-4-2,-8-5,-7-7</inkml:trace>
  <inkml:trace contextRef="#ctx0" brushRef="#br0" timeOffset="251.327">361 1,'-9'13,"-7"17,-6 13,-9 16,-5 12,-3 9,-2 5,-2 2,6-5,6-10,8-15,8-16</inkml:trace>
  <inkml:trace contextRef="#ctx0" brushRef="#br0" timeOffset="999.329">735 468,'-1'-59,"-1"31,2 0,1 0,1 0,1 0,5-19,-8 47,0-1,0 1,0 0,-1-1,1 1,0-1,0 1,0-1,0 1,0 0,0-1,0 1,0-1,0 1,0-1,1 1,-1 0,0-1,0 1,0-1,0 1,1 0,-1-1,0 1,0 0,1-1,-1 1,0 0,1-1,-1 1,0 0,1 0,-1-1,0 1,1 0,-1 0,1 0,-1-1,0 1,1 0,-1 0,1 0,-1 0,1 0,-1 0,0 0,1 0,-1 0,1 0,-1 0,1 0,-1 0,0 1,1-1,-1 0,1 0,-1 0,0 1,12 24,-2 29,-2 0,-2 1,-2 44,-3-80,1 244,-2-262,0 0,0 0,0 0,0 0,0 0,0-1,0 1,0 0,0 0,0 0,0 0,-1 0,1 0,0-1,-1 1,1 0,-1 0,1 0,-1-1,1 1,-1 0,1-1,-1 1,0 0,1-1,-1 1,0-1,0 1,1-1,-1 1,0-1,0 0,0 1,0-1,1 0,-1 0,0 1,0-1,0 0,0 0,0 0,0 0,0 0,0 0,1-1,-1 1,0 0,0 0,0-1,0 1,-38-27,38 26,0 1,1-1,-1 1,0-1,1 1,-1-1,0 1,1-1,-1 0,1 1,-1-1,1 0,-1 0,1 1,-1-1,1 0,0 0,-1 0,1 1,0-1,0 0,0 0,-1 0,1 0,0 0,0 0,0 1,1-1,-1 0,0 0,0 0,0 0,1 0,-1 1,0-1,1 0,-1 0,1 1,-1-1,1 0,-1 0,1 1,-1-1,1 1,0-1,-1 0,1 1,0-1,0 1,-1 0,1-1,0 1,0-1,0 1,-1 0,1 0,0 0,0-1,0 1,0 0,0 0,-1 0,1 0,0 0,0 1,1-1,173-8,92-22,-224 35,-38 2</inkml:trace>
  <inkml:trace contextRef="#ctx0" brushRef="#br0" timeOffset="2814.435">749 160,'-117'186,"97"-156,28-44,98-193,-93 185,-12 22,-1-1,0 1,1 0,-1 0,0 0,1 0,-1-1,1 1,-1 0,0 0,1 0,-1 0,1 0,-1 0,1 0,-1 0,0 0,1 0,-1 0,1 0,-1 1,0-1,1 0,-1 0,0 0,1 1,-1-1,0 0,1 0,-1 1,0-1,1 0,-1 0,0 1,0-1,1 0,-1 1,0-1,0 0,0 1,1-1,-1 1,0-1,0 0,0 1,0-1,0 1,0-1,0 0,0 1,0-1,0 1,0-1,0 1,0-1,0 1,10 118,-10-92,-1 61,0-26,2-1,2 0,4 0,11 50,-4-72,-30-41,-47-9,63 11,0-1,-1 1,1 0,0-1,0 1,-1 0,1-1,0 1,0 0,-1-1,1 1,0 0,0-1,0 1,0-1,0 1,0 0,0-1,-1 1,1-1,0 1,0 0,1-1,-1 1,0-1,0 1,0 0,0-1,0 1,0-1,0 1,1 0,-1-1,0 1,0 0,1-1,-1 1,0 0,0-1,1 1,-1 0,0-1,1 1,-1 0,0 0,1 0,-1-1,0 1,1 0,-1 0,1 0,-1 0,0 0,1 0,-1 0,1 0,-1 0,1 0,-1 0,0 0,1 0,-1 0,1 0,-1 0,28-12,0 1,1 1,0 2,0 1,1 1,0 2,0 0,1 3,22 0,-84 14,-227 73,246-82,5-3</inkml:trace>
  <inkml:trace contextRef="#ctx0" brushRef="#br0" timeOffset="84261.765">1083 214,'1'-2,"0"0,0-1,0 1,0 0,0 0,0-1,-1 1,1-1,-1 1,0 0,0-1,0 1,0-1,0 1,0 0,-1-1,1 1,-1-1,1 1,-1 0,0 0,0-1,0 1,0 0,-1 0,1 0,-1 0,1 0,-1 0,1 1,-1-1,0 0,0 1,0-1,0 1,0 0,-1-1,-5-2,0 0,0 0,0 1,0 0,-1 0,1 1,-1 0,0 0,-6 0,11 1,0 0,0 0,0 0,0 1,0 0,0-1,0 1,0 0,0 1,0-1,0 1,0 0,1 0,-1 0,0 0,0 1,1-1,-1 1,1 0,-1 0,1 1,0-1,0 1,0-1,0 1,0 0,1 0,-1 0,1 1,-2 2,-2 8,0-1,2 2,0-1,0 0,1 1,1 0,0-1,1 7,3 233,-2-244,0 0,1 0,0 0,1 0,0-1,1 1,0-1,0 1,1-1,0 0,1 0,0-1,0 0,1 1,0-2,0 1,1-1,0 0,0 0,1-1,0 0,0 0,0-1,1 0,0 0,0-1,0 0,9 2,-10-5,0 0,0 0,-1-1,1 0,0 0,0-1,0 0,-1 0,1-1,-1 0,1 0,-1-1,0 0,0 0,0-1,0 0,0 0,-1 0,0-1,0 0,0 0,-1-1,1 0,-1 0,3-5,2-3,0 0,-1-1,-1 0,0-1,-1 1,-1-1,0-1,-2 1,0-1,0 0,-1-5,-1 10,0-1,-1 1,-1 0,0-1,0 1,-2-1,1 1,-2 0,1 0,-2 0,1 0,-2 0,0 1,0 0,-1 0,0 0,-1 1,0 0,-5-6,2 4,0 1,-1-1,0 2,0 0,-1 0,-1 1,0 0,0 2,0-1,-1 1,0 1,0 1,-1 0,0 0,-1 2,10 1,-1 0,0 1,1-1,-1 2,0-1,0 1,0 0,0 1,0-1,1 1,-1 1,0-1,0 1,1 0,-1 1,1 0,0 0,0 0,0 0,0 1,1 0,-1 1,1-1,0 1,0 0,1 0,-1 1,-7 17,2 1,1 0,0 0,2 0,1 1,-1 8,3 5,1 0,2 0,2 0,1 4,1-25,0-1,1 1,0-1,2 0,-1 0,2 0,0-1,1 0,1 0,0-1,2 0,-9-10,2 1,-1-1,0 0,1 0,0-1,0 1,0-1,0 0,0 0,1 0,-1-1,1 1,0-1,0 0,0 0,0-1,0 0,0 0,0 0,0 0,1-1,-1 0,5 0,125-4,-128 2,1 0,-1 0,1-1,-1 0,0-1,0 0,0 0,0 0,-1-1,0 0,0 0,0-1,-1 0,0 0,0 0,0 0,-1-1,1 0,-2 0,1 0,7-17,-1-1,-1 0,-1 0,-1-1,1-9,-5 20,-1 0,-1 0,0 0,0 0,-2-1,0 1,0 0,-2 0,1 1,-2-1,0 0,-6-11,8 20,0 0,0 1,0 1,0-1,0 0,-1 0,1 1,-1-1,-1 1,1 0,0 0,-1 0,-3-2,-95-62,93 66,1 0,-1 0,1 0,-1 1,0 1,1-1,-1 2,0-1,1 1,-1 0,0 1,1 0,-1 0,1 1,0 0,0 0,0 1,1 0,-1 1,1 0,-6 4,7-3,1 1,-1-1,2 1,-1 0,1 0,0 1,0-1,0 1,1 0,1 0,-1 0,2 0,-1 1,1-1,0 0,0 6,0 1,0 0,0 0,2 0,0-1,0 1,2 0,-1 0,2-1,0 0,1 0,0 0,1 0,1-1,0 0,1 0,0 0,1-1,0-1,10 10,-8-11,-1-1,1 1,1-2,-1 0,1 0,1-1,-1-1,1 0,1 0,-1-2,1 0,0 0,-1-1,2-1,3 1,-12-4,1 1,0-1,-1 0,1-1,0 1,-1-1,0 0,0-1,1 0,-1 0,-1 0,1-1,0 1,-1-1,0-1,0 1,0-1,0 0,2-3,1-3,0 1,0-1,-1 0,-1-1,0 0,0 0,-1 0,-1-1,2-6,-2 4,-2 0,0 1,0-1,-1 0,-1 0,-1 0,0 0,0 0,-2 0,0 1,-1-1,0 1,-1 0,-1 0,0 0,-1 1,0 0,-1 0,0 1,-2-1,0-2,-1 0,-1 1,-1 0,0 1,0 0,-2 1,1 0,-2 1,1 1,-1 1,-1 0,0 1,0 1,0 0,-1 2,0 0,0 0,0 2,-1 0,1 2,-4 0,15 2,0 0,0 1,0 0,0 1,0-1,1 1,-1 1,1-1,0 1,0 0,0 1,0-1,1 1,-1 0,1 1,1-1,-1 1,-1 2,-61 120,62-115,0 2,0-1,1 0,1 1,0 0,1-1,1 1,0 0,1 0,1 0,0 0,1 0,1 0,0-1,1 1,0-1,1 0,1 0,0-1,1 1,1-1,0-1,0 1,1-1,1-1,0 0,0 0,1-1,12 8,-7-8,2 0,0-1,0 0,0-2,1 0,0-1,0-1,1-1,0-1,-1 0,1-2,0 0,0-1,18-2,-32 0,1 1,0-1,-1 0,1 0,-1-1,0 1,0-2,0 1,0-1,0 1,-1-2,0 1,0 0,0-1,0 0,-1 0,1-1,-1 1,-1-1,3-3,2-8,0 0,0-1,-2 1,0-1,-1-1,2-16,-4 19,-1 0,0 1,-1-1,-1 0,-1 0,0 0,-1 1,-1-1,0 1,-1-1,-1 1,0 1,-1-1,-1 1,0-1,-1 2,0-1,-1 1,-1 1,0 0,-1 0,0 1,0 0,-1 1,-1 0,0 1,0 0,-1 1,-9-3,5 3,-1 1,0 1,-1 1,1 1,-1 0,0 1,0 2,0 0,0 1,-5 1,14 0,0 0,0 0,0 2,0-1,0 1,1 1,-1 0,1 0,0 1,0 0,1 1,0 0,0 1,0 0,1 0,0 1,0 0,0 0,0 2,0 3,1 0,1 0,-1 0,2 1,0 0,1 0,0 0,1 1,1-1,0 1,1-1,0 1,2 0,-1 0,2-1,0 1,1-1,0 1,1-1,1 0,0 0,1-1,0 1,1-2,0 1,2 0,-1-2,1 1,1-1,0 0,9 7,0-2,0-1,1-1,0-1,1-1,1-1,0 0,1-2,-1 0,2-2,-1-1,1 0,0-2,2 0,-20-3,0-1,0 1,0-1,0 0,0 0,0 0,0-1,0 0,-1-1,1 1,0-1,0 0,-1 0,0-1,1 1,-1-1,0 0,0-1,0 1,-1-1,1 0,-1-1,0 1,0 0,-1-1,1 0,-1 0,0 0,2-5,4-11,-1-1,0 0,-2 0,0 0,-2-1,0 0,-2 0,0-1,-2 1,0 0,-2 0,0-1,1 13,-1 1,1-1,-2 0,1 1,-1 0,-1-1,0 1,-1 0,0 1,0-1,-1 1,0 0,0 1,-1-1,0 1,-1 0,0 1,0 0,-1 0,1 1,-2 0,1 1,0 0,-1 0,-4-1,-4 1,-1 1,-1 0,1 1,-1 1,1 1,-1 1,1 1,-1 0,1 2,0 0,-1 1,1 1,1 0,-13 7,22-8,0 0,1 1,0 0,0 0,0 1,1 0,-1 0,2 1,-1 0,1 0,0 0,0 1,1 0,0 0,0 1,1-1,0 1,0 0,1 0,1 1,0-1,0 0,0 1,1-1,1 1,-1 0,2-1,-1 1,3 8,1 6,2-1,1 0,0-1,2 1,1-2,0 1,2-1,0-1,1 0,1-1,1 0,1-1,1-1,0 0,1-2,6 4,17 16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3:30.3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0,'28'1227,"-2"370,-27-1585,1 35,-2-1,-2 1,-9 40,10-80,5-23,6-20,3-8</inkml:trace>
  <inkml:trace contextRef="#ctx0" brushRef="#br0" timeOffset="751.016">361 455,'14'20,"15"17,13 10,10 6,7 4,1 1,-3-3,-6-1,-11-3,-8-6,-11-8,-9-9,-6-8</inkml:trace>
  <inkml:trace contextRef="#ctx0" brushRef="#br0" timeOffset="1015.308">669 414,'-12'12,"-5"14,-5 17,-3 15,-4 13,-2 7,2 2,4-2,6-8,7-16</inkml:trace>
  <inkml:trace contextRef="#ctx0" brushRef="#br0" timeOffset="1569.958">963 816,'5'-35,"2"2,1-1,2 1,1 0,2 1,1 1,14-24,-28 54,0 1,0-1,0 0,0 0,0 0,0 0,0 0,0 1,1-1,-1 0,0 0,0 0,1 1,-1-1,0 0,1 0,-1 1,1-1,-1 0,1 0,-1 1,1-1,-1 1,1-1,0 1,-1-1,1 1,0-1,0 1,-1-1,1 1,0 0,0-1,0 1,-1 0,1 0,0 0,0 0,0 0,0 0,0 0,-1 0,1 0,0 0,0 0,0 0,0 0,-1 1,1-1,0 0,0 1,-1-1,1 1,0-1,0 1,-1-1,1 1,-1-1,1 1,0 0,6 122,-8-69,0-2,2 0,2 0,2 0,8 30,2-29,-9-36,-1 1,-1 0,0 0,-2 0,0 1,0 5,-2-22,-1 1,1-1,0 1,-1-1,0 1,1-1,-1 0,0 1,0-1,0 0,0 0,-1 0,1 0,-1 0,1 0,-1 0,0 0,1-1,-1 1,0-1,0 1,0-1,0 0,-1 1,1-1,0 0,0 0,-1-1,1 1,-1-1,1 1,0-1,-1 0,1 1,-1-1,1 0,-1-1,1 1,-1 0,1-1,-1 0,1 1,0-1,0 0,-1 0,1 0,-1-1,3 2,-1 0,0 0,1-1,-1 1,0 0,1-1,-1 1,1 0,-1-1,1 1,-1-1,1 1,-1-1,1 1,-1-1,1 1,0-1,-1 0,1 1,0-1,-1 0,1 1,0-1,0 0,0 1,-1-1,1 0,0 1,0-1,0 0,0 1,0-1,0 0,1 1,-1-1,0 0,0 1,0-1,1 0,-1 1,0-1,1 1,-1-1,0 0,1 1,-1-1,1 1,-1-1,1 1,-1-1,1 1,-1 0,1-1,0 1,-1 0,1-1,0 1,41-16,23 5,-1 2,60 0,-78 7</inkml:trace>
  <inkml:trace contextRef="#ctx0" brushRef="#br0" timeOffset="2692.019">576 2246,'0'-2,"0"1,0 4,2 2,5 9,9 5,8 9,9 7,8 4,7 4,1 2,-1 0,-4-3,-6-2,-9-5,-6-4,-7-8</inkml:trace>
  <inkml:trace contextRef="#ctx0" brushRef="#br0" timeOffset="2889.492">896 2166,'-16'9,"-10"12,-4 14,-1 12,2 12,5 8,6 0,8 0,4-4,3-6,3-7,1-13</inkml:trace>
  <inkml:trace contextRef="#ctx0" brushRef="#br0" timeOffset="3257.947">1110 2541,'13'-6,"1"2,0 0,0 1,0 0,0 1,0 0,0 1,5 1,-15 0,-1 0,1 1,0-1,0 1,-1 0,1 0,0 0,-1 0,1 1,-1-1,0 1,1 0,-1 0,0 0,0 0,0 1,0-1,-1 1,1 0,-1 0,1 0,-1 0,0 0,0 0,0 1,-1-1,1 1,-1-1,0 1,0-1,0 1,0 0,-1 0,-1 13,0-1,-1 0,-1 0,0-1,-1 1,-1-1,-1 0,0 0,-1 0,0-1,-1 0,-1 0,0-1,-1 0,-4 3,-63 87,76-103,0 1,0 0,1 0,-1 0,1 0,-1 0,0 0,1 0,0 0,-1 0,1 0,0 0,-1 0,1 0,0 0,0 0,0 0,0 0,0 0,0 1,0-1,0 0,0 0,1 0,-1 0,0 0,1 0,-1 0,1 0,-1 0,1 0,0 0,-1 0,1 0,0-1,-1 1,1 0,0 0,0-1,0 1,0-1,0 1,0 0,0-1,0 0,0 1,0-1,0 0,0 1,0-1,0 0,0 0,0 0,0 0,1 0,18 2,1-2,-1 0,1-2,-1 0,0-1,0-1,13-5,-18 6,132-33,-113 26</inkml:trace>
  <inkml:trace contextRef="#ctx0" brushRef="#br0" timeOffset="3751.625">509 1912,'-3'0,"5"0,8 2,14 1,16 0,15-3,15-6,13-4,6-3,1 1,-7 3,-18 2</inkml:trace>
  <inkml:trace contextRef="#ctx0" brushRef="#br0" timeOffset="4352.052">1778 2152,'9'21,"10"17,9 15,6 9,6 5,6 1,4-3,2-5,0-6,-5-9,-5-14,-11-11</inkml:trace>
  <inkml:trace contextRef="#ctx0" brushRef="#br0" timeOffset="4600.98">2099 2059,'-6'13,"-6"19,-6 20,-8 16,-4 13,-3 6,-1 3,1-6,4-10,6-18</inkml:trace>
  <inkml:trace contextRef="#ctx0" brushRef="#br0" timeOffset="5101.594">2540 2714,'3'-240,"0"221,4 49,-5 46,-2-27,3 1,1-1,3 0,2 0,4 9,-5-34</inkml:trace>
  <inkml:trace contextRef="#ctx0" brushRef="#br0" timeOffset="5671.071">1685 1845,'-4'-2,"0"-1,8 0,14-2,19-2,18-2,18-2,12-1,7-2,-3 3,-8 0,-19 3</inkml:trace>
  <inkml:trace contextRef="#ctx0" brushRef="#br0" timeOffset="24619.117">1417 481,'-3'-5,"-1"-1,0 1,-1 1,1-1,-1 1,0-1,0 1,-1 1,1-1,-1 1,0 0,0 0,0 0,0 1,0 0,0 1,-1-1,1 1,0 0,-1 0,1 1,-1 0,1 0,-1 1,1 0,-1 0,1 0,-1 1,-3 0,0 1,0 0,0 1,1 0,-1 1,1-1,0 2,1-1,-1 1,1 1,0 0,1 0,-1 0,1 1,1 0,0 0,0 1,0 0,1 0,0 0,1 0,0 1,1 0,-2 7,3 5,2 1,1-1,0 0,2 0,1 0,0 0,1-1,2 1,0-1,1-1,1 0,1 0,7 10,-7-14,1-1,0 0,1-1,0 0,1-1,1 0,0-1,1-1,0 0,0-1,1-1,1 0,0-1,0-1,9 3,-18-8,0-1,0 1,1-1,-1-1,0 1,1-2,-1 1,0-1,1 0,-1-1,0 0,0 0,0 0,0-1,-1-1,1 1,-1-1,0-1,0 1,0-1,0 0,3-5,-1 1,0 0,0-1,-1 0,0-1,-1 0,0 0,-1-1,0 1,-1-1,0-1,-1 1,-1-1,0 1,0-4,0-7,-1-1,-2 0,0 0,-1 0,-2 0,0 0,-2 1,0-1,-2 1,-1 0,0 1,-2 0,0 0,-10-12,13 20,-1 1,-1 1,0 0,-1 0,0 1,-1 0,0 0,-1 2,0-1,-1 1,1 1,-2 0,1 1,-1 1,0 0,0 1,-1 0,0 1,1 1,-1 0,-1 1,1 0,-5 2,11 0,0 1,0 0,1 0,-1 1,1 0,-1 1,1 0,0 0,0 1,0 0,1 0,-1 1,1-1,0 2,0-1,1 1,-1 0,1 1,1-1,-1 1,1 1,0-1,1 0,0 1,0 0,1 0,0 0,-1 5,-6 23,2 0,2 0,1 0,2 1,1 0,2 0,2 0,4 20,-6-41,1 1,0-1,1 1,1-1,1 0,0 0,1 0,1-1,0 0,1 0,1 0,0-1,1 0,1-1,0 0,0 0,1-1,1 0,0-1,1-1,0 0,1 0,0-1,1-1,-6-4,0 0,0 0,0-1,1 0,-1-1,1 0,0-1,0 0,-1 0,1-1,0 0,0-1,0 0,0-1,-1 0,1 0,-1-1,1 0,-1-1,0 0,0 0,-1-1,1 0,-1-1,0 0,-1 0,1-1,-1 1,-1-2,1 1,-1-1,1-1,2-13,0 0,-2 0,0 0,-1-1,-2 0,0 0,-1 0,-2-1,0 1,-3-20,2 16,-1 1,-2-1,0 1,-2-1,-1 1,-1 1,-9-22,12 36,-1 1,0 0,0 0,-1 0,0 1,-1 0,0 0,0 1,-1 0,0 0,-1 0,1 1,-2 1,1-1,-1 2,1-1,-2 1,1 1,-9-3,8 4,0 0,0 1,0 1,0 0,0 0,0 1,0 1,0 0,0 0,0 1,0 0,0 1,0 0,1 1,-1 0,1 1,0 0,1 1,-1 0,1 0,0 1,1 0,-1 0,2 1,-1 0,1 1,0 0,1 0,0 0,-4 8,1 2,1-1,0 1,2 0,0 1,1-1,1 1,1 0,1 0,0 1,2-1,0 0,2 0,0 1,1-1,1-1,1 1,0 0,2-1,0 0,4 5,0-9,0 0,1-1,1 0,0-1,1 0,1-1,0-1,0 0,1-1,0-1,1-1,0 0,0-1,1 0,0-2,0 0,0-1,1-1,-1-1,1 0,0-2,3 0,-13 0,-1 0,1-1,0 0,-1-1,1 0,-1 0,1 0,-1-1,0-1,0 1,0-1,-1-1,1 1,-1-1,0-1,0 1,-1-1,0 0,0-1,0 1,-1-1,0-1,0 1,-1 0,0-1,0 0,-1 0,0 0,0-2,4-15,-1-1,-2 1,-1-1,-1 0,0 0,-3 0,0 1,-1-1,-2 0,0 1,-2-1,-1 1,-1 1,-2-5,6 17,-1-1,-1 1,0 0,0 0,-1 1,0 0,-1 0,-1 1,0 0,0 0,-1 1,0 0,0 1,-1 0,0 0,0 1,-1 1,0 0,0 1,-1 0,0 1,1 0,-1 1,0 0,-1 1,1 1,0 0,-1 1,1 0,-1 1,3 1,1 0,0 1,0 0,0 0,0 1,1 1,0-1,0 2,0-1,0 1,1 0,0 1,0 0,1 1,0-1,0 1,1 0,-1 1,2 0,0 0,0 0,-1 4,-6 14,2 0,1 1,1 0,1 0,2 1,1 0,0 13,2-14,1 1,1-1,1 1,2-1,1 0,1 0,3 6,-5-23,0 0,1-1,0 0,0 0,1 0,1-1,0 1,0-1,1 0,0-1,0 0,1 0,0-1,0 1,1-2,0 1,0-1,0-1,1 0,1 1,7-1,0 0,0-1,0 0,1-2,-1 0,1-1,0-1,-1-1,1 0,-1-2,0 0,1-1,-1 0,-1-2,4-1,65-42,-60 23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10.62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65 0,'-5'119,"-5"-1,-11 32,0 3,19-135,0-11,1-1,0 1,0 0,1-1,0 1,0 0,0 0,1-1,0 1,0-1,1 1,0-1,0 2,-1-7,0 0,0 0,0 0,0 0,0 0,0 0,0 0,0-1,0 1,0 0,0-1,0 1,1 0,-1-1,0 0,0 1,1-1,-1 0,0 1,1-1,-1 0,0 0,1 0,-1 0,0 0,1-1,-1 1,0 0,0-1,1 1,-1 0,0-1,0 0,1 1,-1-1,44-27,-44 27,41-33,-1-1,-3-2,28-35,-12-4,-54 110,-12 29,3 1,3 0,3 0,2 0,3 0,9 52,1-69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16.76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73 100,'-3'6,"0"0,0 1,1-1,0 1,1 0,-1 0,1 0,1-1,-1 1,1 0,0 0,1 0,0 0,0 0,0 0,1-1,0 1,0 0,1-1,-1 0,2 1,-1-1,1 0,-1-1,2 1,-1-1,1 0,4 4,-7-7,0-1,1 0,0 0,-1 0,1 0,0 0,-1 0,1-1,0 1,0-1,0 0,-1 0,1 0,0 0,0-1,0 1,-1-1,1 1,0-1,-1 0,1 0,0 0,-1-1,0 1,1-1,-1 1,0-1,1 0,-1 0,0 0,50-72,-47 65,-2-1,1 1,-1-1,-1 0,1 0,-2 0,0 0,0 0,0 0,-2-7,1 13,0 0,-1 0,0 0,0 0,0 0,0 0,0 0,-1 0,0 0,0 1,0-1,0 1,-1-1,1 1,-1 0,0 0,0 0,0 0,0 1,0-1,-1 1,1 0,-1 0,1 0,-1 0,0 0,-1 1,-2 0,0 0,0 0,0 1,0 0,0 1,0 0,0 0,0 0,0 1,1 0,-1 0,0 0,1 1,0 0,-1 1,1-1,1 1,-1 0,0 1,1-1,0 1,0 0,0 0,1 1,0-1,0 1,0 0,1 0,-2 6,-14 24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14.32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1 375,'15'30,"-2"1,0 0,-2 1,-1 1,-2-1,-1 1,-2 0,1 25,11 56,-16-111,13 45,-14-47,0 0,1 0,0 0,-1 0,1 0,0 0,-1 0,1 0,0 0,0-1,0 1,-1 0,1-1,0 1,0 0,0-1,0 1,0-1,1 0,-1 1,0-1,0 0,0 1,0-1,0 0,0 0,0 0,1 0,-1 0,0-1,0 1,0 0,0 0,0-1,0 1,0 0,0-1,0 1,1-1,10-7,0-1,-1-1,0 1,0-2,-1 1,0-1,-1-1,0 0,-1 0,-1-1,5-8,64-157,-67 168,-8 37,-1-13,1-1,1 1,0 0,1-1,1 0,0 1,1-1,0-1,1 1,0-1,1 0,0 0,1-1,1 0,0-1,1 2,-4-6,0 0,0 0,1-1,-1 0,1 0,0-1,0 1,1-2,-1 1,1-1,0 0,0 0,0-1,0-1,0 1,1-1,-1 0,0-1,1 0,-1 0,0-1,1 0,-1-1,0 0,5-1,-4-1,0-1,-1 1,1-1,-1-1,-1 1,1-1,-1-1,0 1,0-1,-1-1,0 1,0-1,-1 0,0 0,0-1,-1 0,0 1,0-2,-1 1,-1 0,1 0,-1-1,-1 1,0-1,0 0,-1 1,0-1,-1 0,0 1,0-1,-4-8,5 15,0 0,0 1,-1-1,1 1,-1 0,0-1,1 1,-1-1,0 1,-1 0,1 0,0-1,-1 1,1 0,-1 0,1 1,-1-1,0 0,0 0,0 1,0-1,0 1,0 0,-1-1,1 1,0 0,-1 1,1-1,-1 0,1 1,0-1,-1 1,0-1,1 1,-1 0,1 0,-1 1,1-1,-1 0,-4 6,0 0,0 0,1 1,0-1,0 1,1 1,0-1,0 1,0 0,1 0,0 0,1 1,0-1,0 1,1 0,0 0,1 0,-1 0,2 0,-1 0,2 4,-2-7,1 1,0 0,0-1,1 1,0-1,0 1,0-1,1 1,0-1,1 0,-1 0,1 0,0 0,0 0,1-1,0 1,0-1,0 0,1 0,-1 0,1-1,0 0,1 0,-1 0,1 0,3 1,6 0,0 0,1-1,-1 0,1-2,-1 0,1 0,0-1,0-1,0-1,12-2,34-5</inkml:trace>
  <inkml:trace contextRef="#ctx0" brushRef="#br0" timeOffset="420.894">1244 535,'-6'0,"0"1,1 0,-1 0,0 0,0 1,0 0,1 0,-1 1,1-1,-1 1,1 0,0 0,0 1,1 0,-1 0,1 0,-1 0,1 1,1-1,-1 1,1 0,-1 0,0 3,-2 4,0 0,1 0,0 0,1 0,0 1,1 0,1 0,0-1,1 1,0 6,1-12,0-1,0 1,1-1,0 0,0 0,1 1,-1-1,1 0,1 0,-1-1,1 1,0 0,1-1,-1 0,1 1,0-1,0-1,0 1,1-1,0 0,0 0,0 0,0 0,1-1,-1 0,1 0,0-1,0 1,0-1,0 0,0-1,0 0,1 0,8 1,0 0,1-2,-1 0,0 0,0-2,0 0,0 0,0-1,0-1,-1-1,0 0,0-1,0 0,0-1,-1-1,0 0,-1-1,0 0,0-1,6-6,-12 9,-1 0,1-1,-1 1,0-1,-1 0,0 0,0 0,0 0,-1-1,1-6,-3 12,0-1,0 0,-1 1,1-1,-1 0,0 0,0 1,0-1,0 0,-1 0,1 1,-1-1,0 0,0 1,-1-1,1 1,-1-1,1 1,-1 0,0 0,-1-1,1 1,0 1,-1-1,0 0,-1-1,3 3,-1 0,0-1,0 1,0 0,0 0,0 0,-1 0,1 0,0 1,0-1,-1 1,1-1,0 1,0 0,-1 0,1 0,0 0,-1 0,1 0,0 1,-1-1,1 1,0 0,0-1,0 1,0 0,0 0,0 1,0-1,0 0,0 1,0-1,0 1,1-1,-1 1,1 0,-1 1,-3 2,2 1,-1-1,0 1,1 0,0 0,0 0,1 0,0 0,0 1,0-1,1 1,0 5,0-6,1 1,0-1,1 1,0 0,0-1,0 1,1-1,0 0,0 1,1-1,-1 0,1 0,1-1,-1 1,1 0,0-1,0 0,1 0,-1 0,1-1,0 0,0 0,1 0,-1 0,1-1,6 3,6 2,0 0,0-2,1 0,0-1,0-1,0-1,0 0,12-1,34 0</inkml:trace>
  <inkml:trace contextRef="#ctx0" brushRef="#br0" timeOffset="921.589">1953 481,'-15'21,"2"0,0 0,1 2,1-1,2 1,0 1,1-1,1 2,2-1,-1 5,6-23,0-1,0 1,0-1,1 1,-1-1,2 1,-1-1,0 1,1-1,0 0,0 0,0 0,1 0,0 0,0 0,0-1,1 1,-1-1,1 0,0 0,0 0,0-1,1 1,-1-1,1 0,0 0,4 1,14 6,0-1,1-1,0-1,0-1,16 2,-24-5,31 12,-46-14,-1 0,1-1,-1 1,0 0,0 0,1 0,-1 0,0 0,0 0,0 0,0 1,0-1,0 0,0 0,-1 0,1 0,0 0,-1-1,1 1,0 0,-1 0,1 0,-1 0,1 0,-1 0,0-1,1 1,-1 0,0 0,0-1,1 1,-1 0,0-1,0 1,0-1,0 1,0-1,0 0,0 1,0-1,0 0,0 0,0 0,0 1,0-1,0 0,-8 4,0 1,0-1,-1-1,0 0,0 0,0-1,0 0,0-1,0 0,0 0,-6-1,15 0,-1 0,1 0,0-1,0 1,-1 0,1 0,0-1,0 1,-1-1,1 1,0-1,0 1,0-1,0 0,0 0,0 1,0-1,0 0,0 0,0 0,0 0,1 0,-1 0,0 0,1-1,-1 1,1 0,-1 0,1 0,0-1,-1 1,1 0,0 0,0-1,0 1,0 0,0 0,0-1,0 1,23-49,-4 30,0 1,1 1,1 1,1 0,0 2,1 0,1 2,0 1,18-7,-37 17,69-22,-72 24,0-1,1 1,-1 0,0 0,0-1,0 1,0 1,1-1,-1 0,0 0,0 1,0-1,0 1,0 0,0 0,0 0,0 0,0 0,0 0,-1 0,1 0,0 1,-1-1,1 1,-1-1,1 1,-1 0,0 0,0-1,1 1,-1 0,0 2,3 11,-1 0,-1 0,-1 0,0 1,-1-1,0 0,-1 0,-1 3,-1 16,2-15,0-14,0 0,0 0,1 1,0-1,0 0,0 0,1 0,0 0,-1 0,2 0,-1 0,2 4,-1-9,-1 1,0 0,1-1,-1 1,1-1,-1 0,1 0,-1 1,1-1,-1 0,1 0,-1 0,1 0,0-1,-1 1,1 0,-1-1,0 1,1-1,-1 1,1-1,-1 1,0-1,1 0,-1 0,0 0,0 0,1 0,-1 0,0 0,0 0,0-1,-1 1,1 0,0 0,0-1,-1 1,1-1,-1 1,1-1,13-19</inkml:trace>
  <inkml:trace contextRef="#ctx0" brushRef="#br0" timeOffset="1173.607">2327 375,'-16'0,"-7"0,-1 3,5 2,10 3,10 0,6-1</inkml:trace>
  <inkml:trace contextRef="#ctx0" brushRef="#br0" timeOffset="1441.167">2782 0,'-3'19,"0"21,0 20,1 20,-2 20,0 10,0 6,-1-2,1-9,0-15,1-16,1-19,2-23,-1-26,1-14</inkml:trace>
  <inkml:trace contextRef="#ctx0" brushRef="#br0" timeOffset="1765.87">2581 522,'9'9,"-1"-1,1 0,1 0,0-1,0 0,0-1,1 0,-1 0,1-1,1-1,-1 0,1 0,-1-1,1-1,0 0,3 0,249 32,-256-32,-1-1,0 1,0 0,0 1,0-1,0 1,0 1,-1 0,1-1,-1 2,0-1,0 1,-1 0,0 0,1 1,-2-1,1 1,-1 0,1 1,-2-1,1 1,1 4,16 78,6 18,-25-103,0 1,1-1,0 0,0 1,0-1,0-1,0 1,1 0,0-1,0 0,0 0,0 0,0 0,0 0,1-1,0 0,-1 0,1 0,0-1,2 1,-2-1,1 1,-1-1,1-1,0 1,0-1,-1 0,1 0,0-1,-1 0,1 0,0 0,-1-1,1 1,-1-1,0-1,0 1,0-1,0 0,0 0,0 0,-1-1,1 1,-1-1,0 0,0-1,-1 1,1-1,-1 1,0-1,0 0,0 0,-1 0,0-1,0 1,0-1,-1 1,0-1,0 1,0-1,0 0,-1 1,0-1,-1 0,1 0,-1-1,-1-1,-1 0,0-1,0 1,-1 1,1-1,-2 0,1 1,-1 0,0 0,-1 0,0 1,0 0,0 0,-1 0,1 1,-3-1,5 3,-1-1,1 1,-1 0,0 1,0-1,0 1,0 0,-1 0,1 1,-1 0,1 0,0 0,-1 0,0 1,1 0,-1 0,1 0,-1 1,1 0,-1 0,1 0,-1 1,1 0,0 0,-3 1,3 1,0 0,0 0,1 0,-1 1,1-1,0 1,0 0,0 1,1-1,0 0,0 1,0 0,1 0,0 0,0 0,0 0,1 0,0 0,0 0,0 1,1-1,0 0,0 1,1-1,0 0,0 1,0-1,1 0,0 0,0 0,0 0,1-1,0 1,0 0,1-1,-1 0,1 0,0 0,1 0,-1-1,1 0,3 3,30 7,0-6</inkml:trace>
  <inkml:trace contextRef="#ctx0" brushRef="#br0" timeOffset="1934.424">3517 281,'-18'-9,"-11"-1,-7 9,-2 12,1 13,7 10,8 9,8 4,11-2,6-8</inkml:trace>
  <inkml:trace contextRef="#ctx0" brushRef="#br0" timeOffset="2099.979">3623 829,'7'18,"7"13,8 4,11-3,14-6,15-7,14-12,-4-7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13.3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0 362,'16'0,"21"0,20 0,16-3,15-4,5-4,-2 0,-9-1,-14 0,-19 2</inkml:trace>
  <inkml:trace contextRef="#ctx0" brushRef="#br0" timeOffset="247.436">361 1,'20'13,"21"10,14 7,10 6,5 5,-3 6,-8 3,-12 4,-14 5,-19 4,-24 2,-21 2,-16-2,-11-5,2-10,7-14,12-13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11.4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227 532,'1'-1,"-1"0,1 0,-1 0,0 1,1-1,-1 0,0 0,0 0,1 0,-1 0,0 0,0 0,0 1,0-1,0 0,0 0,0 0,-1 0,1 0,0 0,0 0,-1 1,1-1,-1 0,1 0,0 0,-1 1,1-1,-1 0,0 0,1 1,-1-1,0 0,1 1,-1-1,0 1,0-1,1 1,-1 0,0-1,0 1,0 0,0-1,0 1,0 0,1 0,-1 0,0 0,0 0,-1 0,-2-2,-1 0,1 0,-1 1,0 0,1 0,-1 0,0 1,0-1,1 1,-1 0,0 1,0-1,1 1,-1 0,0 0,1 0,-1 1,1 0,-1 0,1 0,0 0,0 0,0 1,0 0,-4 3,1 1,-1 0,1 1,1 0,0 0,0 1,0-1,1 1,0 0,1 1,0-1,-2 9,2-10,2 0,-1 1,1-1,0 1,0 0,1-1,1 1,-1 0,1 0,1-1,0 1,0 0,0 0,1-1,1 1,-1-1,1 0,1 0,0 0,0 0,0 0,1-1,0 0,0 0,1 0,0-1,0 0,1 0,0 0,0-1,0 0,0 0,2 0,4 0,-1-2,1 1,0-1,-1-1,1-1,0 0,0 0,0-1,0-1,0 0,0-1,0 0,0-1,0 0,-1-1,0-1,0 0,0 0,0-1,-1-1,0 0,0-1,-1 0,0 0,-1-1,1 0,-2-1,1 0,-1 0,-1-1,6-11,-9 15,-4 7,0 1,1-1,-1 1,0-1,1 1,-1-1,0 1,1-1,-1 1,1-1,-1 0,1 1,-1-1,1 0,-1 1,1-1,-1 0,1 0,-1 0,1 1,-1-1,1 0,0 0,-1 0,1 0,-1 0,1 0,0 0,-1 0,1 0,-1 0,1 0,-1-1,1 1,0 0,-1 0,1 0,-1-1,1 1,-1 0,1-1,-1 1,0-1,1 1,-1 0,1-1,-1 1,0-1,1 1,-1-1,0 1,1-1,-1 1,0-1,0 1,0-1,0 0,1 1,-1-1,0 1,0-1,0 0,0 1,0-1,0 1,0-1,-1 0,4 7,-1 2,0-1,1 0,0 0,0 0,1 0,0 0,0-1,1 1,-1-1,1 0,1-1,-1 1,1-1,0 0,0 0,0-1,1 0,0 0,0-1,0 1,0-1,1 0,-5-2,0 0,0 1,0-1,1 0,-1 0,0-1,0 1,1-1,-1 0,0 1,1-2,-1 1,0 0,0 0,1-1,-1 0,0 0,0 0,0 0,0 0,0-1,0 1,0-1,0 0,0 0,-1 0,1 0,-1 0,1-1,-1 1,0-1,0 1,0-1,-1 0,1 0,0 0,-1 0,0 0,1-1,-3-6,0 0,-1 0,0 0,-1 0,0 0,0 1,-1-1,0 1,-1 0,0 0,0 0,-1 1,0 0,0 0,-1 0,0 1,-8-6,13 9,-1 1,1-1,-1 1,0 0,0 0,0 1,-1-1,1 0,-1 1,1 0,-1 0,0 0,0 0,0 1,0-1,0 1,0 0,0 0,0 1,0-1,-1 1,1 0,0 0,0 0,0 1,-1 0,1-1,0 1,0 1,0-1,0 0,0 1,0 0,1 0,-1 0,1 1,-1-1,1 1,-1 1,-2 3,1 0,0 1,1 0,0 0,0 0,1 1,0-1,0 1,1 0,0-1,1 1,0 0,0 0,1 0,0 0,1 0,-1 0,2 0,-1 0,2 0,-1 0,1-1,0 1,1-1,0 0,4 7,15 8</inkml:trace>
  <inkml:trace contextRef="#ctx0" brushRef="#br0" timeOffset="242.357">708 144,'-16'2,"-12"6,-3 5,1 8,5 5,8 4,10 7,12 6,12 2,9 3,1-6</inkml:trace>
  <inkml:trace contextRef="#ctx0" brushRef="#br0" timeOffset="409.942">882 839,'18'14,"13"4,8-3,4-9,-5-5</inkml:trace>
  <inkml:trace contextRef="#ctx0" brushRef="#br0" timeOffset="1476.089">1270 438,'-13'6,"0"0,0 1,1 1,0 0,0 0,1 2,0-1,0 1,1 1,1 0,0 0,0 1,1 0,1 0,0 1,0 0,-1 8,6-17,0 0,0 0,1 0,-1 0,1 0,1 1,-1-1,0 0,1 1,0-1,0 0,0 1,1-1,-1 0,1 1,0-1,0 0,1 0,-1 0,1 1,0-2,0 1,0 0,0 0,1-1,0 1,-1-1,1 0,1 0,-1 0,2 2,13 5,0-1,0 0,1-1,0-1,0-1,7 0,18 8,-23-7,-10-5,0 1,-1 1,1 0,-1 0,0 1,0 0,0 1,-1 0,0 1,3 3,-11-9,0 0,0 0,0 0,0 0,0 0,-1 0,1 0,0 0,-1 0,1 0,-1 1,1-1,-1 0,0 0,0 1,1-1,-1 0,0 1,0-1,0 0,0 1,-1-1,1 0,0 0,0 1,-1-1,1 0,-1 0,1 1,-1-1,1 0,-1 0,0 0,0 0,0 0,1 0,-1 0,0 0,0 0,0 0,0-1,0 1,-1 0,1-1,0 1,0 0,-1-1,-61 20,61-19,0-1,-1 0,1 0,-1 0,1 0,-1 0,1-1,-1 1,1-1,0 1,-1-1,1 0,0 0,0 0,0 0,-1 0,1-1,0 1,0-1,1 1,-1-1,0 0,0 1,1-1,-1 0,1 0,0 0,0 0,-1-1,1 1,0 0,1 0,-1-1,0 1,1 0,-1-1,1 1,0-1,0 1,0-1,3-9,1 0,0 0,1 1,0-1,1 1,0 0,1 1,0-1,1 1,0 1,0-1,1 1,0 1,1 0,3-2,5-8,2 1,0 1,1 1,0 1,1 0,1 2,0 0,23-7,-43 18,1-1,-1 0,1 1,0 0,-1 0,1 0,0 1,0-1,-1 1,1 0,0 0,0 0,0 0,0 1,-1-1,1 1,0 0,-1 1,1-1,0 0,-1 1,0 0,1 0,-1 0,0 0,0 0,2 3,0 6,0-1,-1 1,0 0,-1 1,-1-1,0 1,0-1,-1 1,0-1,-1 1,-1 0,0-1,0 1,-1-1,-2 6,-5 62,9-78,0-1,0 1,0 0,0 0,0 0,0 0,1-1,-1 1,0 0,1 0,-1-1,0 1,1 0,-1 0,1-1,-1 1,1 0,0-1,-1 1,1-1,0 1,-1-1,1 1,0-1,-1 1,1-1,0 0,0 1,0-1,-1 0,1 0,0 0,0 0,0 1,0-1,-1 0,1 0,0-1,0 1,0 0,0 0,-1 0,1 0,0-1,0 1,0 0,-1-1,1 1,0-1,-1 1,1-1,0 1,-1-1,1 1,0-1,41-29,-27 12,-1 0,0-1,-1 0,-1-1,-1-1,-1 0,0 0,-2-1,5-20,3 8,-15 34,-1-1,1 1,-1 0,1-1,-1 1,1 0,-1-1,1 1,-1 0,1-1,-1 1,1 0,0 0,-1 0,1 0,-1 0,1-1,0 1,-1 0,1 0,-1 0,1 1,0-1,-1 0,1 0,-1 0,1 0,0 1,-1-1,1 0,-1 0,1 1,-1-1,1 0,-1 1,1-1,-1 1,1-1,-1 1,0-1,1 1,-1-1,0 1,1-1,-1 1,0-1,0 1,1-1,-1 1,0 0,0-1,0 1,0 0,0-1,75 196,-70-184,1 0,1-1,0 0,1 0,0 0,0-1,1 0,3 1,-10-8,0-1,1 0,-1 0,1 0,0 0,0-1,-1 1,1-1,0 0,0 1,0-1,1-1,-1 1,0 0,0-1,0 1,1-1,-1 0,0 0,0-1,0 1,1-1,-1 1,0-1,0 0,0 0,0 0,0-1,0 1,0-1,0 1,-1-1,1 0,-1 0,2-2,8-10,-1 0,-1 0,0-1,-1-1,0 1,-2-2,0 1,0-1,-2 0,0 0,1-8,10-34,-2 0,-3-1,-2 0,-3 0,-2-1,-4 0,-2 0,-2 1,-11-48,14 102,1 2,-1 0,0 0,0 0,0 0,0 0,0 0,-1 0,0 0,0 1,0-1,0 1,0-1,-1 1,-1-2,-10 11,-10 87,8 34,5 0,7 119,4-214,2-1,1 0,1 0,2-1,3 10,-7-32,1 0,0 0,0-1,0 1,1-1,0 1,0-1,1 0,0-1,1 1,-1-1,1 0,0 0,1-1,-1 0,1 0,0 0,0-1,1 0,-1-1,1 1,0-1,5 0,0 0,0 0,0-1,0-1,1 0,-1-1,0-1,1 0,-1 0,0-1,0-1,0 0,0-1,-1-1,1 0,-5 2,0-1,0 0,-1 0,1-1,-1 0,0 0,0-1,-1 0,0 0,0-1,0 1,-1-1,0 0,0-1,-1 1,0-1,0 0,-1 0,0-1,0 1,-1 0,0-1,0 0,-1 2,0 0,-1 0,1 0,-1 0,-1 0,1 0,-1 0,-1 0,1 1,-1-1,0 0,-1 1,1-1,-1 1,0 0,-4-5,7 10,-1 1,1-1,0 1,-1-1,1 1,-1-1,1 1,0-1,-1 1,1-1,-1 1,0 0,1-1,-1 1,1 0,-1-1,1 1,-1 0,0 0,1 0,-1-1,0 1,1 0,-1 0,0 0,1 0,-1 0,0 0,1 0,-1 1,0-1,1 0,-1 0,1 0,-1 1,0-1,1 0,-1 1,1-1,-1 0,1 1,-1-1,1 1,-1-1,1 1,-1-1,1 1,0-1,-1 1,1-1,0 1,-1-1,1 1,0 0,0-1,0 1,-1 0,-10 39,9-24,0 1,1 0,1 0,0-1,2 1,0 0,0-1,2 1,4 13,-5-21,0-1,0 1,1-1,0-1,1 1,0 0,0-1,0 0,1 0,0-1,1 0,-1 0,1 0,0 0,0-1,1-1,0 1,0-1,3 1,69 11,-46-16</inkml:trace>
  <inkml:trace contextRef="#ctx0" brushRef="#br0" timeOffset="1730.412">2165 425,'21'-5,"24"-6,26-3,20-1,21-1,13 0,9 3,-19 3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21.84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2 207,'-1'-7,"1"1,-1-1,2 1,-1-1,1 1,0-1,0 1,1-1,0 1,0 0,1 0,-1 0,1 0,0 0,1 1,0-1,0 1,0 0,0 0,1 0,-1 1,1 0,1 0,0-1,5-3,1 0,-1 1,1 1,0 0,1 0,0 1,-1 1,1 0,1 1,-1 1,5-1,-12 2,0 1,0 0,1 0,-1 0,0 1,0-1,0 2,0-1,0 1,0 0,0 0,0 0,-1 1,1 0,-1 0,1 1,-1-1,-1 1,1 0,0 0,-1 1,0-1,0 1,0 0,-1 0,1 1,-1-1,0 1,-1-1,0 1,0 0,0 0,0 0,-1 0,0 1,1 7,-1-1,0 1,-2 0,1-1,-2 1,1-1,-2 1,0-1,-1 0,0 0,-1 0,0 0,-7 10,-2 3,-1-1,-1-1,-1 0,-2-1,-20 20,-82 53,100-83,22-12,0 0,0 0,0 0,0-1,0 1,0 0,0 0,0-1,1 1,-1-1,0 1,0-1,1 1,-1-1,0 0,0 0,1 1,-1-1,0 0,1 0,-1 0,0-1,1 1,-1 0,0 0,0-1,1 1,-1-1,1 0,-1 1,359-28,-345 26,44 4,-59-1,1 0,-1-1,0 1,0-1,0 1,0 0,1-1,-1 1,0 0,0-1,0 1,0 0,-1-1,1 1,0 0,0-1,0 1,0-1,-1 1,1 0,0-1,-1 1,1-1,0 1,-1-1,1 1,0-1,-1 1,1-1,-1 1,1-1,-1 0,1 1,-1-1,0 0,1 1,-1-1,1 0,-1 0,-1 2,-9 7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25.98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44,'18'0,"20"0,19 0,18 0,17-3,13 1,9-4,6 1,1-2,-5 0,-8 0,-23 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31.61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0 283,'0'-21,"3"-13,0-10,2-2,1 1,1 8,-1 7,-1 10,-2 14,0 17,-2 18,-1 15,0 12,0 10,2 4,3 1,1-13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17.42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1 530,'19'56,"3"0,2-1,3-1,25 38,-46-83,-1 0,2 0,-1-1,1 0,0 0,1-1,0 0,0 0,5 3,-12-9,0-1,0 1,0-1,0 1,-1-1,1 0,0 1,0-1,0 0,0 0,0 0,0 0,0 1,0-1,0-1,0 1,0 0,0 0,0 0,0 0,0-1,0 1,0 0,0-1,0 1,0-1,-1 1,1-1,0 1,0-1,-1 0,1 0,0 1,-1-1,1 0,0 0,-1 1,1-1,-1 0,1 0,-1 0,0 0,1 0,10-45,-8-84,-4 100,1-1,2 1,1 0,4-19,-6 43,0 1,1 0,0-1,0 1,0 0,0 0,1 0,0 1,0-1,0 0,1 1,-1 0,1 0,0 0,0 0,1 1,-1 0,1 0,-1 0,1 0,0 1,0-1,1 1,-1 1,0-1,0 1,1 0,2 0,30-3</inkml:trace>
  <inkml:trace contextRef="#ctx0" brushRef="#br0" timeOffset="818.555">829 637,'-169'-66,"166"64,0 1,0 0,0 0,-1 1,1-1,0 1,0-1,-1 1,1 0,0 0,-1 1,1-1,0 1,0-1,-1 1,1 0,0 0,0 1,0-1,0 0,0 1,0 0,1 0,-1 0,1 0,-1 0,1 1,-1-1,1 0,0 1,0 0,1 0,-1 0,-3 8,2-1,0 1,0 0,1 0,0 0,1 0,0 0,1 1,0-1,0 0,2 0,-1 0,1 1,2 4,-3-13,0 0,0 0,0 0,1 0,-1 0,1 0,-1 0,1 0,0-1,0 1,0-1,1 1,-1-1,1 0,-1 0,1 0,0 0,-1 0,1-1,0 1,0-1,0 0,0 0,0 0,1 0,-1 0,0-1,0 0,1 1,-1-1,0 0,0-1,1 1,-1 0,0-1,0 0,1 0,-1 0,0 0,0-1,13-5,0-1,-1-1,0-1,-1 0,0-1,0-1,8-9,30-23,-52 43,1 1,0-1,0 1,0 0,-1-1,1 1,0 0,0 0,0-1,0 1,0 0,-1 0,1 0,0 0,0 0,0 1,0-1,0 0,-1 0,1 0,0 1,0-1,0 0,0 1,-1-1,1 1,0-1,-1 1,1-1,0 1,-1 0,1-1,0 1,-1 0,1-1,-1 1,0 0,1 0,-1 0,1-1,-1 1,0 0,0 0,0 0,1 0,-1-1,0 1,0 0,0 0,0 0,0 0,0 0,-1 0,1-1,0 1,0 0,-1 0,1 0,0 0,-1 0,3 10,-2-6,1 0,-1 0,2 0,-1 1,0-1,1 0,0-1,0 1,1 0,-1-1,1 1,0-1,0 0,0 1,1-2,0 1,0 0,0-1,0 0,0 0,0 0,1 0,0-1,-1 1,1-1,0 0,0-1,0 1,0-1,0 0,1 0,-1-1,0 0,0 0,1 0,-1 0,5-2,-4 1,-1-1,0 0,1-1,-1 1,0-1,0 0,-1 0,1-1,0 1,-1-1,0 0,0 0,0-1,-1 1,1-1,-1 0,0 0,0 0,-1 0,0 0,0-1,0 1,0-1,0-4,1-3,-1-1,-1 1,0-1,0 1,-2-1,0 0,0 1,-1-1,-1 1,0-1,-11-39,14 53,0-1,1 0,-1 0,0 0,0 0,1 1,-1-1,1 0,-1 0,1 1,-1-1,1 0,-1 1,1-1,-1 0,1 1,0-1,-1 1,1-1,0 1,0-1,-1 1,1 0,0-1,0 1,0 0,-1 0,1-1,0 1,0 0,0 0,0 0,0 0,0 0,-1 0,1 0,0 1,0-1,0 0,0 0,-1 1,1-1,0 0,0 1,-1-1,1 1,0-1,0 1,-1-1,1 1,-1 0,1 0,1-1,203 81,-199-79,1 0,-1 1,0 0,0 0,0 0,-1 0,1 1,-1 0,0 0,0 1,0-1,0 1,-1 0,0 0,0 1,0-1,-1 1,0 0,0 0,0 0,-1 0,1 1,-2-1,1 2,1 152,-2-157,1 1,0 0,0-1,0 0,0 1,1-1,-1 0,1 0,-1-1,1 1,0 0,0-1,1 0,-1 0,0 0,1 0,-1 0,1-1,0 1,0-1,-1 0,1 0,0 0,0-1,0 0,0 1,0-1,0 0,0-1,-1 1,1-1,0 0,0 0,0 0,-1 0,1-1,0 1,-1-1,1 0,-1 0,0-1,0 1,2-2,6-3,-1 0,-1 0,0-1,0 0,0-1,-1 0,0 0,-1-1,0 0,0 0,-1-1,-1 1,1-1,-2-1,0 1,0-1,-1 1,0-1,0-7,4 138,-6-115,-1 1,1-1,0 0,1 1,-1-1,1 0,-1 0,1 0,1 0,-1 0,0-1,1 1,0-1,0 1,0-1,0 0,0 0,1-1,-1 1,1-1,0 1,0-1,0 0,0 0,0-1,0 1,0-1,1 0,-1 0,3 0,16-3</inkml:trace>
  <inkml:trace contextRef="#ctx0" brushRef="#br0" timeOffset="1069.885">1726 356,'-9'18,"3"13,10 6,5-4</inkml:trace>
  <inkml:trace contextRef="#ctx0" brushRef="#br0" timeOffset="1988.678">2113 731,'-14'-8,"-1"0,1 1,-1 1,-1 1,1 0,-1 1,0 1,0 0,10 2,0 0,1 1,-1 0,0 0,1 1,-1-1,1 1,-1 0,1 1,-1-1,1 1,0 0,0 1,-1-1,2 1,-1 0,0 0,1 1,-1-1,1 1,0 0,0 0,0 1,0 1,0-2,1 0,-1 0,1 0,1 1,-1 0,1-1,0 1,0 0,0 0,0 0,1 0,0 0,0 0,0 1,1-1,0 0,0 0,0 1,1-1,-1 0,1 0,1 1,-1-1,1 0,-1 0,1-1,1 1,-1 0,1-1,0 1,0-1,0 0,1 0,-1 0,1 0,0-1,1 2,3-2,0 0,0 0,0-1,0 0,1-1,-1 1,0-2,1 1,-1-1,1 0,-1-1,1 0,-1 0,0-1,0 0,0-1,0 0,3-1,-6 2,1 0,0-1,-1 0,0 0,0 0,0 0,0-1,0 0,-1 0,0 0,0 0,0-1,0 0,-1 0,1 0,-1 0,0 0,-1-1,0 1,1-1,-2 0,1 1,-1-1,0 0,1-5,-7-3,-2 38,7-16,0 0,1 0,0 0,0 0,1 0,0 0,0 0,1 0,0-1,0 1,1-1,4 6,-6-10,0 1,0-1,0 0,0 0,1 0,0 0,-1-1,1 1,0-1,0 1,1-1,-1 0,0 0,1 0,-1-1,1 0,-1 1,1-1,0 0,0 0,0-1,-1 1,1-1,0 0,0 0,0 0,0-1,0 1,1-3,0-1,0 1,0-1,0 0,-1 0,1 0,-1-1,0 0,0 0,-1 0,0 0,0 0,0-1,0 1,-1-1,0 1,0-1,0 0,-1 0,0 0,0 0,-1 0,1-1,-1 1,-1-5,33-417,-28 406,1-21,3 1,2 0,10-30,-19 72,-1 0,0 1,0-1,0 0,1 0,-1 1,0-1,0 0,1 0,-1 0,0 0,0 1,1-1,-1 0,0 0,0 0,1 0,-1 0,0 0,1 0,-1 1,0-1,1 0,-1 0,0 0,1 0,-1-1,0 1,1 0,-1 0,0 0,1 0,-1 0,0 0,0 0,1 0,-1-1,0 1,1 0,-1 0,0-1,4 236,-6-178,2-1,4 1,1-1,3 0,11 36,-1-47,-18-44,1-1,-1 0,1 0,-1 1,1-1,-1 0,1 0,-1 0,1 0,-1 1,1-1,-1 0,1 0,-1 0,1 0,0 0,-1 0,1-1,-1 1,1 0,-1 0,1 0,-1 0,1-1,-1 1,1 0,-1 0,0-1,1 1,-1 0,1-1,-1 1,0-1,1 1,-1 0,0-1,1 1,-1-1,0 1,0-1,0 1,1-1,-1 1,0-1,0 1,0-1,0 1,0-1,0 1,0-1,0 1,0-1,0 1,0-1,0 1,0-1,0 1,-1-1,1 0,0 0,1-7,0 1,0-1,1 1,0-1,0 1,1 0,0 0,0 0,0 0,1 1,0-1,0 1,1 0,0 0,0 0,0 1,1 0,0 0,0 0,0 1,0 0,1 0,0 0,0 1,0 0,5-1,-6 3,0 1,-1 0,1 0,0 0,0 1,-1 0,1 0,-1 0,1 1,-1 0,0 0,1 0,-1 1,0 0,0 0,-1 0,1 0,-1 1,1 0,-1 0,0 0,-1 0,1 1,1 2,2 3,0 0,-1 1,0 0,0 0,-2 1,1 0,-1-1,-1 1,0 1,0 9,-2-19,0 0,-1 0,0 0,1 0,-1 0,0-1,-1 1,1 0,0 0,-1 0,0 0,0 0,0-1,0 1,0 0,0 0,0-1,-1 1,0-1,1 0,-1 1,0-1,0 0,0 0,0 0,-1 0,1-1,-1 1,1 0,-1-1,1 0,-1 0,0 0,1 0,-1 0,0 0,0-1,0 1,0-1,0 0,0 0,-1 0,-1 0,0 0,0-1,0 0,0 0,0-1,0 1,1-1,-1 0,0 0,1-1,0 1,-1-1,1 0,0 0,0 0,1-1,-1 1,1-1,-1 0,1 0,1 0,-1-1,0 1,1-1,0 1,0-1,0 0,1 1,0-1,0 0,0 0,0 0,1 0,0-1,0 1,0 0,0 0,1 0,0 0,0 0,1 0,-1 1,2-5,7 0,-1-1,1 1,1 1,-1 0,1 1,1 0,-1 0,1 1,0 1,1 0,0 0,-1 2,1-1,0 2,0 0,1 0,0 1,-10 0,112-4,-113 6,-1-1,0 1,0 0,1 0,-1 0,0 0,0 0,0 0,0 0,0 0,-1 1,1-1,0 1,-1 0,1-1,-1 1,1 0,-1 0,0 0,1 0,-1 0,0 0,-1 0,1 1,0-1,-1 0,1 0,-1 1,0-1,1 0,-1 0,0 1,-10 78,7-70,-2 9,3-14,0 0,1 1,0-1,0 0,0 1,0 0,1-1,0 1,1-1,-1 1,2 2,-1-8,0 0,0 0,0 0,0 0,1-1,-1 1,0-1,0 1,1-1,-1 1,0-1,1 0,-1 1,0-1,1 0,-1 0,0 0,1 0,-1 0,0 0,1-1,-1 1,0 0,1-1,-1 1,0-1,1 1,-1-1,0 0,0 1,0-1,0 0,0 0,0 0,0 0,0 0,0 0,0 0,0 0,-1 0,1 0,0-1,-1 1,1 0,-1 0,1-1,18-27,-2-2</inkml:trace>
  <inkml:trace contextRef="#ctx0" brushRef="#br0" timeOffset="2738.676">2942 289,'-1'1,"0"1,0-1,0 1,0-1,0 1,1-1,-1 1,0 0,1-1,-1 1,1 0,0-1,-1 1,1 0,0 0,0-1,0 1,0 0,1 0,-1-1,0 1,1 0,-1-1,1 1,-1 0,1-1,0 1,0-1,0 1,0-1,0 1,0-1,0 0,0 1,1-1,-1 0,0 0,1 0,-1 0,65 30,-49-26,1-2,-1 0,1-1,-1 0,1-2,0 0,0-1,-1-1,1 0,-1-2,0 0,0 0,0-2,0 0,-1-1,0-1,0 0,5-5,-15 8,-1 0,1 0,-1-1,0 0,0 0,-1 0,1-1,-2 0,1 1,-1-1,0-1,0 1,-1 0,1-1,-2 1,1-1,-1 1,-1-1,1 0,-1 0,0 1,-1-1,0 0,0 1,-1-1,0 0,0 1,-1 0,0 0,0 0,0 0,-1 0,0 0,-5-5,6 6,0 1,0 0,0 0,0 0,-1 0,0 1,0 0,0-1,0 1,-1 1,0-1,0 0,0 1,0 0,0 1,-1-1,1 1,-1 0,1 0,-1 1,0-1,0 1,0 0,0 1,0 0,0 0,1 0,-1 1,0-1,0 1,0 1,0-1,1 1,-1 0,1 0,-1 1,1 0,-2 1,-9 13,1 0,0 1,2 1,0 0,1 1,1 0,1 1,1 0,1 0,1 1,0 0,2 1,-1 10,-4 8,2 0,2 1,1-1,2 37,3-60,1-1,1 1,0-1,1 0,1 0,1 0,0-1,1 1,1-1,0 0,2-1,-1 0,2 0,-5-8,-1 0,1-1,0 0,1 0,-1-1,1 1,0-1,1-1,-1 1,1-1,0 0,0 0,0-1,1 0,-1-1,1 1,-1-1,1-1,0 1,0-1,0-1,0 1,0-2,0 1,-1-1,1 0,0 0,0-1,0 0,-1-1,2 0,2-3,-1-1,1 0,-1-1,-1 0,0 0,0-1,0 0,4-7,12-12,-24 27,1 1,-1 0,0 0,0 0,0 0,0 0,1 0,-1 0,0 1,0-1,0 0,0 1,0-1,0 1,0-1,1 1,-1-1,-1 1,1 0,0-1,0 1,0 0,0 0,0 0,-1 0,1 0,0 0,-1 0,1 0,-1 0,1 0,-1 0,1 0,-1 0,0 0,0 0,1 1,-1-1,0 0,0 0,0 0,0 0,0 1,-1-1,1 0,0 0,-1 1,5 10,-4-8,1-1,0 0,0 1,1-1,-1 0,1 0,-1 1,1-1,0-1,0 1,0 0,1 0,-1-1,1 1,-1-1,1 0,0 0,0 0,0 0,0 0,0-1,0 1,1-1,-1 0,0 0,1 0,-1 0,1-1,-1 0,1 1,-1-1,1 0,-1-1,1 1,-1-1,1 1,0-1,3-3,0 1,-1-1,0 0,0-1,0 0,-1 0,1 0,-1 0,-1-1,1 0,-1 0,1 0,-2 0,1-1,-1 1,0-1,0 0,-1 0,0 0,0-1,-1 1,0 0,0-1,-1 1,0 0,0-1,0 1,-1-1,0 1,-1 0,0 0,0-1,1 5,1 0,-1 0,0 1,0-1,0 0,-1 1,1-1,-1 1,1-1,-1 1,0 0,0 0,0-1,0 1,0 1,0-1,-1 0,1 1,-1-1,1 1,-1-1,0 1,1 0,-1 0,0 0,0 1,0-1,1 1,-1 0,0-1,0 1,0 0,0 1,0-1,0 0,0 1,1 0,-1 0,0 0,0 0,1 0,-1 0,1 1,-1-1,-9 6,0 0,1 1,0 0,0 0,1 1,0 1,1 0,0 0,0 1,1 0,1 0,0 1,0 0,1 0,1 1,0 0,-2 11,6-22,0 0,0 0,1 1,0-1,-1 0,1 1,0-1,0 0,0 1,0-1,1 0,-1 1,1-1,-1 0,1 0,0 1,0-1,0 0,0 0,0 0,0 0,1 0,-1 0,1-1,-1 1,1 0,0-1,0 1,-1-1,1 1,0-1,0 0,0 0,1 0,-1 0,1 0,4 1,0-1,0 0,0 0,1 0,-1-1,1 0,-1-1,0 1,0-1,4-1,33-8</inkml:trace>
  <inkml:trace contextRef="#ctx0" brushRef="#br0" timeOffset="3053.351">3744 236,'-10'0,"0"2,1-1,-1 1,1 1,-1 0,1 0,0 1,0 0,1 0,-1 1,1 1,0-1,0 1,1 0,-1 1,1 0,1 0,0 0,0 1,-5 8,9-12,1 0,0 0,0 1,1-1,-1 0,1 0,0 1,0-1,0 0,0 1,1-1,0 0,0 0,0 0,0 1,1-1,-1 0,1-1,0 1,0 0,1 0,-1-1,3 3,71 69,-39-46,-17-15,0 1,-1 1,-1 1,0 0,-2 1,0 1,-1 1,0 0,3 10,-3 4,-14-28,1 0,0-1,0 1,1 0,0-1,0 0,0 1,0-1,1 0,0-1,0 1,0-1,0 0,1 0,0 0,0 0,0-1,1 1,8-2,0 1,0-2,0 0,0-1,0 0,0-1,0 0,0-2,0 1,-1-2,1 0,-1 0,0-1,0-1,4-2,32-15,-6 0</inkml:trace>
  <inkml:trace contextRef="#ctx0" brushRef="#br0" timeOffset="9840.578">268 1759,'13'-11,"0"1,0 0,0 0,1 2,1-1,0 2,0 0,0 1,1 0,0 1,0 1,0 1,0 0,12 0,-5-1,-1 1,1 1,0 1,-1 2,1 0,0 1,-1 1,0 1,1 1,-1 1,-1 0,12 7,-29-12,0 0,-1 0,1 1,-1-1,1 1,-1 0,1 0,-1 0,0 1,0-1,0 1,-1-1,1 1,0 0,-1 0,0 0,0 1,0-1,0 0,0 1,-1-1,1 1,-1 0,0-1,0 1,0 0,-1 0,0 0,1 0,-1-1,0 1,-1 0,1 0,-1 3,-6 3,0 0,-1 0,0-1,0 0,-1 0,0-1,-1 0,0-1,0 0,0 0,-1-1,0 0,0-1,-5 1,12-4,-289 123,286-122,2-1,0-1,1 1,-1 1,1-1,-1 1,1 0,0 0,0 0,0 0,1 1,-1-1,1 1,-1 1,3-3,1-1,0 1,0-1,0 1,0-1,1 0,-1 1,0-1,0 1,1-1,-1 1,1-1,-1 0,1 1,0-1,0 0,-1 0,1 1,0-1,0 0,0 0,0 0,0 0,1 0,-1 0,0 0,0-1,1 1,-1 0,0-1,1 1,-1-1,0 1,1-1,-1 0,1 1,0-1,24 8,1-1,0-1,1-1,-1-2,1-1,0-1,9-1,-35 0,108 0,-6-3</inkml:trace>
  <inkml:trace contextRef="#ctx0" brushRef="#br0" timeOffset="10291.988">1525 1774,'153'343,"-153"-342,0 0,0 0,0-1,1 1,-1 0,0 0,1 0,-1-1,0 1,1 0,-1-1,1 1,-1 0,1-1,-1 1,1 0,-1-1,1 1,0-1,-1 1,1-1,0 1,0-1,-1 0,1 1,0-1,0 0,-1 1,1-1,0 0,0 0,0 0,0 0,-1 0,1 0,0 0,0 0,0 0,0 0,-1-1,1 1,0 0,0 0,-1-1,1 1,0-1,0 1,-1-1,1 1,0-1,-1 1,1-1,-1 1,1-1,-1 0,1 1,-1-1,1 0,-1 1,1-1,-1 0,0 0,0 0,1 0,60-154,-36 77,-21 70,-2-3,1 0,0 1,1-1,0 1,1 0,0 0,1 1,0-1,0 1,1 1,0-1,0 1,1 0,0 1,1 0,0 0,0 1,8-5,49 15,-35 8</inkml:trace>
  <inkml:trace contextRef="#ctx0" brushRef="#br0" timeOffset="11072.411">2273 1840,'-3'-3,"-1"-1,1 1,-1-1,0 1,0 0,0 1,-1-1,1 1,0 0,-1 0,0 0,0 0,1 1,-1 0,0 0,0 0,0 1,0 0,0 0,0 0,0 0,0 1,0 0,0 0,0 0,0 0,1 1,-1 0,1 0,-1 0,1 1,-1-1,1 1,0 0,0 0,1 1,-1-1,1 1,0 0,-2 2,2-2,1-1,-1 0,1 1,1-1,-1 1,0 0,1-1,0 1,0 0,0 0,0 0,0 0,1 0,0 0,0 0,0 0,0 0,1 0,-1 0,1 0,0 0,0 0,1-1,-1 1,1 0,0-1,0 1,0-1,0 1,0-1,1 0,0 0,0 0,-1-1,1 1,1 0,-1-1,0 0,1 0,-1 0,3 1,3-2,0 0,0 0,0 0,0-1,0-1,0 0,0 0,0 0,0-1,0-1,-1 1,1-1,-1-1,1 0,-1 0,-1 0,8-6,33-14,-46 23,0 1,1-1,-1 1,0 0,0 0,0-1,0 1,1 1,-1-1,0 0,0 1,0-1,0 1,1-1,-1 1,0 0,0 0,0 0,-1 0,1 0,0 0,0 1,0-1,-1 1,1-1,-1 1,1 0,-1-1,0 1,0 0,0 0,0 0,0 0,0 0,0 0,-1 0,1 2,20 26,-18-27,0-1,0 0,1 1,-1-2,1 1,-1 0,1-1,0 1,0-1,0 0,-1 0,1-1,0 1,0-1,0 0,0 0,0 0,0 0,0-1,0 0,0 0,0 0,0 0,-1 0,1-1,-1 0,1 1,-1-1,1-1,-1 1,0 0,0-1,0 0,0 1,0-1,-1-1,0 1,1 0,-1 0,0-1,0 1,-1-1,1 0,0-2,4-8,0-1,-1 0,-1-1,0 1,-1-1,-1 1,0-1,-1 0,-1 0,-1 0,0 0,-1 1,-2-10,3 18,0 5,0 1,1-1,-1 1,1-1,-1 1,1-1,0 0,-1 1,1-1,0 1,0-1,0 0,0 1,0-1,1 1,-1-1,0 0,1 1,-1-1,1 1,0-1,-1 1,1 0,0-1,0 1,0 0,0-1,0 1,0 0,0 0,0 0,1 0,-1 0,0 0,1 0,97 16,-27-4,-41-7,0 1,0 1,0 2,-1 1,28 12,-53-18,0 0,1 1,-1-1,-1 1,1 0,0 0,-1 1,0-1,0 1,0 0,-1 0,0 1,0-1,0 0,0 1,-1 0,0 0,0 0,-1 0,1 0,-1 0,-1 0,1 0,-1 0,0 0,-1 2,1-4,0-1,0 1,0 0,0-1,1 1,-1-1,1 1,0-1,0 0,0 1,1-1,-1 0,1 1,0-1,0 0,0 0,0-1,0 1,1 0,-1-1,1 1,-1-1,1 0,0 0,0 0,0 0,1-1,-1 1,0-1,0 1,1-1,1 0,7-1,1 0,-1-1,0 0,0-1,-1-1,1 0,0 0,-1-1,0-1,0 0,0 0,0-1,6-5,-2 2,1 0,-1-1,0-1,-1-1,-1 0,0 0,0-1,-1-1,-1 0,0-1,-1 0,-1-1,3-6,-7 71,-5-38,1 1,0 0,1-1,1 1,-1-1,2 1,-1-1,2 0,-1 0,1-1,1 0,0 0,1 0,0 0,0-1,1 0,8 7,-15-15,1 1,0-1,0 0,0 0,0 0,0 0,0-1,0 1,0 0,1-1,-1 0,0 1,0-1,0 0,1 0,-1 0,0 0,0-1,0 1,2-1,16-7</inkml:trace>
  <inkml:trace contextRef="#ctx0" brushRef="#br0" timeOffset="11322.747">3503 1519,'0'16,"0"5</inkml:trace>
  <inkml:trace contextRef="#ctx0" brushRef="#br0" timeOffset="12211.484">3984 1759,'-37'-17,"27"11,-1 1,1 0,-1 1,0 0,0 0,0 1,-1 1,1 0,-1 0,0 1,0 1,9 0,-1 1,1 0,0 0,0 0,-1 1,1-1,0 1,0 0,0-1,1 1,-1 0,0 1,1-1,-1 0,1 1,0 0,0-1,0 1,0 0,0 0,1 0,-1 0,1 0,0 1,0-1,0 2,-2 4,1 0,0 1,0-1,1 1,1-1,0 1,0 0,1-1,0 1,-1-6,0 0,1-1,0 1,-1 0,1 0,1-1,-1 1,0-1,1 1,0-1,0 0,0 0,0 1,0-1,1-1,-1 1,1 0,0-1,0 1,0-1,0 0,0 0,0 0,1 0,-1 0,1-1,-1 0,1 0,0 0,-1 0,1 0,0-1,0 1,-1-1,1 0,0-1,0 1,0 0,-1-1,1 0,0 0,-1 0,1 0,-1-1,4-1,61-55,-67 58,0 1,0-1,0 0,-1 0,1 0,0 0,0 1,0-1,0 0,0 1,0-1,-1 0,1 1,0 0,0-1,-1 1,1-1,0 1,-1 0,1-1,0 1,-1 0,1 0,-1-1,0 1,1 0,-1 0,1 0,-1 0,0 0,0-1,0 1,1 0,-1 0,0 0,0 0,0 0,0 0,0 0,-1 0,1 0,0 0,0-1,-1 2,2 5,38 74,-38-79,1 0,0 0,0 0,0 0,0 0,0 0,0-1,0 1,1-1,-1 1,0-1,1 0,-1 0,1 0,0 0,-1-1,1 1,0-1,-1 0,1 1,0-1,0 0,-1-1,1 1,0 0,-1-1,1 0,0 1,-1-1,1 0,1-1,5-5,0 0,-1 0,0-1,0 0,-1-1,0 0,0 0,-1 0,0-1,-1 0,0 0,-1 0,0 0,0-1,-1 0,0 0,-1 0,-1 0,1 0,-2 0,1 0,-2-1,5-287,-7 129,10 114,-6 56,0 0,-1 0,1 0,0 1,0-1,-1 0,1 0,0 0,-1 0,1 1,0-1,-1 0,1 1,0-1,-1 0,1 1,-1-1,1 1,-1-1,1 1,-1-1,1 1,-1-1,1 1,-1 0,0-1,1 1,-1-1,0 1,1 0,-1 0,0-1,0 1,0 0,0-1,0 1,0 0,1 0,16 46,-1 0,-3 0,-1 1,-3 1,-2 0,-2 0,-2 6,11 79,-14-126,0-5,0-1,0 1,0 0,1-1,-1 1,1-1,-1 1,1 0,0-1,0 1,0-1,0 0,0 1,1-1,-1 0,1 0,-1 0,2 1,-1-3,0-1,0 1,0-1,0 0,-1 0,1 0,0 0,0 0,-1 0,1-1,-1 1,1 0,-1-1,0 0,1 1,-1-1,0 1,0-1,0 0,0 0,-1 0,4-2,-1-2,56-63,-56 67,-1 0,1 0,-1 0,1 0,-1 1,1-1,0 1,0 0,0 0,0 0,0 0,0 0,0 1,0-1,0 1,0 0,0 0,0 0,0 0,0 1,0-1,0 1,0 0,0-1,0 1,0 1,2 0,4 5,0 0,-1 1,0 0,0 0,-1 1,0 0,0 0,-1 0,-1 1,1 0,-1 0,-1 1,0-1,-1 1,2 8,-4-17,0 0,0-1,0 1,-1 0,1 0,-1 0,1 0,-1 0,0 0,0 0,0 0,0 0,0 0,0 0,0 0,-1 0,1 0,-1 0,1 0,-1 0,0 0,0 0,0 0,0-1,0 1,0 0,0-1,-1 1,1-1,0 1,-1-1,0 1,1-1,-1 0,0 0,1 0,-1 0,0 0,0-1,0 1,0 0,0-1,0 1,0-1,0 0,0 0,0 0,0 0,0 0,0 0,-2-1,-3 0,-1-1,1 0,0 0,0-1,0 0,0 0,1 0,-1-1,1 0,0-1,0 1,0-1,1 0,0-1,0 1,0-1,1 0,-1 0,1 0,1-1,-1 0,1 0,0 1,1-2,-1-1,3 6,0 0,0-1,0 1,0 0,1-1,-1 1,1 0,0 0,0-1,0 1,1 0,-1 0,1 0,-1 0,1 0,0 1,0-1,0 0,0 1,1 0,-1-1,1 1,0 0,-1 0,1 1,2-2,83-31,-50 25,0 1,1 3,-1 1,6 1,-40 2,-1 1,1-1,0 1,-1 0,1 0,0 0,-1 1,1-1,-1 1,1 0,-1 0,1 0,-1 0,0 1,1-1,-1 1,0 0,0 0,0 0,0 1,0-1,-1 0,1 1,-1 0,0 0,1 0,-1 0,0 0,0 2,0 2,-1 1,0 0,0 0,0 0,-1 0,-1 1,1-1,-1 0,-1 0,1-1,-1 1,-3 7,-7 37,12-51,0 0,-1-1,1 1,0 0,0 0,0 0,-1 0,1 0,0 0,0 0,0 0,0 0,1 0,-1 0,0 0,0 0,1 0,-1 0,0-1,1 1,-1 0,1 0,-1 0,1 0,-1-1,1 1,0 0,-1-1,1 1,0 0,0-1,-1 1,1-1,0 1,0-1,0 1,0-1,0 0,0 1,0-1,0 0,-1 0,1 0,0 0,0 0,0 0,0 0,0 0,0 0,0 0,0 0,0-1,0 1,0 0,0-1,0 1,-1-1,1 1,0-1,0 1,0-1,0 0,18-15,-2-4</inkml:trace>
  <inkml:trace contextRef="#ctx0" brushRef="#br0" timeOffset="13171.32">4800 1278,'0'2,"-1"-1,1 0,0 0,0 0,1 1,-1-1,0 0,0 0,0 0,1 0,-1 1,1-1,-1 0,1 0,-1 0,1 0,0 0,-1 0,1 0,0 0,0-1,0 1,0 0,0 0,0-1,0 1,0 0,0-1,0 1,0-1,0 1,0-1,0 0,0 1,1-1,-1 0,0 0,0 0,1 0,-2 0,226 75,-223-74,4 3,0-1,0 1,1-2,-1 1,1-1,0 0,-1 0,1-1,0 0,0-1,0 1,0-2,0 1,0-1,0 0,0-1,0 0,-1 0,5-2,-1-2,0 0,0-1,-1 0,0-1,0 0,-1-1,0 0,0-1,-1 1,0-1,-1-1,0 0,5-10,-9 15,0-1,-1 1,1-1,-1 0,-1 1,1-1,-1 0,0 0,-1 0,0 0,0 0,0 0,-1 0,0 0,0 0,-1 0,0 0,0 1,0-1,-1 1,0-1,0 1,-1 0,0 0,-3-3,3 3,-1 1,0 0,0 1,0-1,-1 1,1 0,-1 1,0-1,0 1,0 0,-1 0,1 1,-1 0,1 0,-1 1,0-1,0 1,1 1,-1 0,0 0,0 0,0 0,0 1,1 0,-1 1,0 0,1 0,-1 0,1 1,0 0,-1 0,1 0,1 1,-1 0,1 0,-1 0,1 1,0 0,1 0,-1 1,-9 15,1 1,1 1,1 0,2 0,0 1,1 0,1 1,1 0,2 0,0 0,2 1,1-1,1 10,-2-10,0 1,2-1,2 0,0 0,1 0,1 0,2 0,0-1,2 1,1-2,0 1,2-1,0-1,13 17,-19-34,1 1,0-1,0 0,1 0,-1-1,1 0,0 0,1 0,-1-1,0 0,1-1,0 0,-1 0,1 0,0-1,0 0,0-1,0 0,0 0,0-1,0 0,0 0,0 0,-1-1,1-1,0 1,1-2,6 0,0 0,0-1,-1 0,1-1,-1-1,-1 0,0-1,0 0,0-1,-1-1,0 0,-1 0,0-1,-1-1,0 1,-1-2,0 1,1-4,-9 13,1 0,0 0,-1-1,0 1,0 0,0-1,0 1,0 0,-1-1,0 1,1-1,-1 1,0-1,-1 1,1-1,-1 1,1-1,-1 1,0 0,0-1,-1 1,1 0,-1 0,1 0,-1 0,0 0,0 0,-1 0,1 1,0-1,-1 1,1 0,-1 0,0-1,-1 1,0 0,1 0,-1 1,0-1,1 1,-1 0,0 0,0 1,0-1,0 1,0 0,0 0,1 0,-1 0,0 1,0-1,0 1,0 0,0 0,1 1,-1-1,1 1,-1-1,1 1,-1 1,1-1,0 0,0 1,0-1,0 1,1 0,-1 0,1 0,0 0,-1 1,1-1,-1 3,0 1,0 0,1 0,-1 0,2 1,-1-1,1 0,0 1,0-1,1 1,0 0,0-1,1 1,0-1,0 0,1 1,0-1,0 0,1 0,0 0,0 0,0 0,1-1,0 1,1-1,-1 0,1 0,0-1,1 1,-1-1,1-1,0 1,0-1,1 0,-1 0,1 0,3 0,10 0,0-1,0-1,0-1,0-1,1 0,-1-2,0 0,0-1,-1-1,1-1,8-4,19-2,37-3,-1 3,2 4,-1 4,46 5,-113-7,-32-10,0 4</inkml:trace>
  <inkml:trace contextRef="#ctx0" brushRef="#br0" timeOffset="18707.155">1258 2549,'83'-12,"2"3,59 4,-138 5,1-1,0 0,0 1,0 0,0 1,-1 0,1 0,0 0,0 1,-1-1,1 2,-1-1,1 1,4 3,-11-6,1 1,0-1,-1 1,1 0,-1-1,1 1,0 0,-1-1,0 1,1 0,-1 0,1-1,-1 1,0 0,1 0,-1 0,0 0,0-1,0 1,0 0,0 0,0 0,0 0,0 0,0 0,0-1,0 1,-1 0,1 0,0 0,-1 0,1-1,0 1,-1 0,1 0,-1-1,1 1,-1 0,0-1,1 1,-1-1,0 1,1 0,-1-1,0 0,0 1,-37 22,-74 18,113-41,-1 1,1-1,0 0,-1 0,1 0,-1 1,1-1,-1 0,1 1,0-1,-1 0,1 1,-1-1,1 1,-1-1,0 1,1-1,-1 1,0-1,1 1,-1-1,0 1,1 0,-1-1,0 1,0 0,0-1,0 1,1-1,-1 1,0 0,0-1,0 1,0 0,-1-1,1 1,0 0,0-1,0 1,0 0,-1-1,1 1,0-1,-1 1,1-1,0 1,-1-1,1 1,-1-1,1 1,-1-1,1 1,-1-1,1 1,-1-1,1 0,-1 1,1-1,-1 0,0 0,1 0,-1 1,1-1,-1 0,0 0,1 0,-1 0,0 0,1 0,-2 0,52 14,184 12,-228-25,-3-1,0 0,0 0,0 0,0 1,0-1,0 1,0 0,0 0,0 0,0 0,0 1,0-1,-1 1,1 0,-1 0,1 0,-1 0,0 0,3 2,-6-3,1 1,0-1,0 0,-1 0,1 0,-1 1,1-1,-1 0,0 0,1 0,-1 0,0 0,0 0,1 0,-1 0,0 0,0 0,0-1,0 1,0 0,-1-1,1 1,0-1,0 1,0-1,-2 1,-25 11,-1-1,-1-2,0-1,0-1,-27 2,21-2,-58 8,94-16</inkml:trace>
  <inkml:trace contextRef="#ctx0" brushRef="#br0" timeOffset="19351.998">3048 2495,'4'12,"1"0,0 0,0 0,1-1,0 0,1 0,1 0,0-1,0 0,1-1,0 0,0 0,1-1,0 0,1 0,0-2,10 6,-20-11,1 0,-1-1,1 1,0-1,-1 1,1-1,0 1,0-1,-1 0,1 0,0 0,0 0,-1 0,1-1,0 1,0 0,-1-1,1 1,0-1,-1 0,1 1,-1-1,1 0,-1 0,1 0,-1 0,1 0,-1 0,0-1,0 1,1 0,-1-1,0 1,0-1,-1 1,1-1,0 1,0-1,-1 0,1 1,-1-1,1 0,-1-1,5-79,-16-54,11 133,1 1,-1 0,1 0,0-1,-1 1,1 0,0 0,1 0,-1 0,0 0,1 0,-1 0,1 1,-1-1,1 0,0 1,0-1,-1 1,1 0,0-1,1 1,-1 0,0 0,0 1,0-1,0 0,1 1,-1-1,0 1,1 0,-1-1,0 1,1 0,-1 1,0-1,1 0,0 1,28-2</inkml:trace>
  <inkml:trace contextRef="#ctx0" brushRef="#br0" timeOffset="20168.337">3717 2455,'-18'-6,"-1"1,0 0,0 2,0 1,0 0,-1 1,1 1,-2 1,17-1,0 0,-1 1,1-1,-1 1,1 0,0 1,0-1,-1 1,1-1,0 1,0 1,1-1,-1 0,0 1,1 0,-1 0,1 0,0 0,0 0,0 1,1-1,-1 1,1 0,0 0,0 0,0 0,0 0,1 0,0 0,0 1,0-1,0 1,1-1,-1 0,1 1,0-1,1 1,-1-1,1 1,0-1,0 0,1 3,2-3,1 1,-1-1,1 0,0 0,0-1,1 0,-1 0,1 0,0 0,-1-1,1 0,0 0,0 0,1-1,-1 0,0 0,0-1,1 0,-1 0,0 0,0-1,0 0,1 0,-1-1,0 1,0-1,0-1,-1 1,1-1,0 0,-1 0,0 0,0-1,0 0,3-3,27-37,-23 89,-12-43,0 0,1 1,-1-1,1 0,0 0,0 0,-1 0,1 0,0 1,1-2,-1 1,0 0,1 0,-1 0,1 0,-1-1,1 1,0-1,0 0,-1 1,1-1,0 0,0 0,0 0,1 0,-1 0,0-1,0 1,0-1,1 1,-1-1,0 0,1 0,-1 0,0 0,0 0,1 0,-1-1,0 1,2-1,4-8,0 1,-1-1,0 0,-1-1,0 1,0-1,-1-1,0 1,-1-1,0 0,-1 0,0 0,0 0,-2-1,1 1,-1-3,1 3,-2 9,1 0,-1 0,1 0,-1 0,1 1,0-1,-1 0,1 1,0-1,0 1,0-1,1 1,-1-1,0 1,0 0,1-1,-1 1,1 0,-1 0,1 0,0 0,-1 0,1 1,0-1,-1 0,1 1,0-1,0 1,0 0,0-1,-1 1,1 0,0 0,0 0,0 1,0-1,0 0,-1 1,1-1,0 1,0 0,13 0,13 1,0 1,-1 1,1 1,-1 2,0 0,17 9,-37-12,0 1,-1 0,1 1,-1 0,-1 0,1 0,-1 0,0 1,0 0,-1 0,0 0,0 1,-1-1,0 1,0 0,-1 0,0 0,0 0,-1 0,0 0,-1 1,0-1,0 0,0 1,-1-1,0 0,-3 7,4-11,-1-2,1 0,-1-1,1 1,0 0,0-1,-1 1,1 0,0 0,0-1,1 1,-1 0,0 0,0-1,1 1,-1 0,1-1,0 1,-1 0,1-1,0 1,0-1,0 0,0 1,0-1,0 0,1 1,-1-1,0 0,1 0,-1 0,1 0,-1 0,1 0,-1-1,1 1,1 0,9 0,0 0,-1-1,1 0,0-1,0-1,-1 0,1 0,-1-1,0-1,0 1,0-2,0 0,0 0,-1-1,0 0,0-1,-1 0,0 0,0-1,5-7,44-55,-57 70,0 0,0 0,0 0,0 0,0 0,-1 0,1 0,0 1,0-1,0 0,0 0,0 1,0-1,0 0,-1 1,1-1,0 1,0-1,-1 1,1 0,0-1,-1 1,1 0,0-1,-1 1,1 0,-1 0,1-1,-1 1,0 0,1 0,-1 0,0 0,1 0,-1-1,0 1,0 0,0 0,0 0,0 0,0 0,0 1,1 2,2 5,-1 0,2 0,-1 0,1-1,0 1,1-1,0 0,0 0,1-1,0 1,0-1,1-1,0 1,0-1,0 0,1-1,0 0,0 0,0-1,1 0,0 0,-1-1,1 0,1 0,-1-1,3 0,16-3</inkml:trace>
  <inkml:trace contextRef="#ctx0" brushRef="#br0" timeOffset="20426.158">4586 2307,'23'16,"16"7,2 1</inkml:trace>
  <inkml:trace contextRef="#ctx0" brushRef="#br0" timeOffset="21370.247">5121 2495,'-140'-44,"137"44,1 0,-1-1,0 1,0 0,0 1,0-1,1 0,-1 1,0 0,0 0,1-1,-1 1,0 1,1-1,-1 0,1 1,0-1,-1 1,1 0,0 0,0 0,0 0,0 0,0 0,1 0,-1 1,1-1,-1 1,1-1,0 1,0-1,0 1,0 2,-12 95,13-97,0 0,0 0,0 0,0 0,1 1,-1-1,1 0,-1 0,1 0,0 0,0 0,1-1,-1 1,1 0,-1 0,1-1,0 1,0-1,0 1,0-1,0 0,1 0,-1 0,1 0,-1-1,1 1,0 0,0-1,-1 0,1 0,0 0,0 0,0 0,0-1,1 1,-1-1,0 0,0 0,0 0,1 0,7-3,0-1,0 0,0-1,0 0,-1 0,1-1,-2-1,1 1,-1-2,0 1,0-1,-1-1,0 0,-1 0,1 0,3-8,4-16,-15 46,0 0,1-1,1 1,0 0,1-1,1 0,0 0,3 7,-7-17,0 1,1 0,0-1,0 1,0 0,0-1,0 1,0-1,0 0,1 1,-1-1,1 0,0 0,0 0,0 0,0 0,0 0,0 0,0-1,0 1,1-1,-1 0,1 0,-1 0,1 0,-1 0,1 0,0 0,-1-1,1 0,0 1,0-1,-1 0,1 0,2-1,1-4,0-1,-1 1,1-1,-1-1,0 1,-1-1,0 0,0 0,0 0,-1 0,0-1,0 1,1-6,-3 10,13-48,-1 0,-3-1,-2-1,-2 1,-3-1,-2-17,-1 63,0 7,0-1,-1-1,1 1,-1-1,1 1,0-1,0 1,0 0,0-1,0 1,0-1,0 1,0-1,1 1,-1 0,1-1,-1 1,1-1,-1 1,1 0,0 0,-1-1,1 1,0 0,0 0,0 0,0 0,0 0,0 0,1 0,36 98,55 177,-91-270,-2-3,-1 0,1 0,0 0,0 0,0 0,0-1,0 1,0 0,0 0,0 0,0 0,1 0,-1 0,0 0,0 0,1-1,-1 1,1 0,-1 0,1 0,-1-1,1 1,-1 0,1-1,0 1,-1 0,1-1,0 1,-1-1,1 1,0-1,0 1,0-1,0 0,-1 1,1-1,0 0,0 0,0 1,0-1,0 0,0 0,0 0,0 0,-1 0,1-1,0 1,0 0,0 0,0 0,0-1,0 1,0-1,-1 1,1 0,0-1,0 1,-1-1,2 0,2-5,63-68,-64 72,0 0,1 0,-1 0,0 0,1 1,-1-1,1 1,-1 0,1 0,0 0,-1 0,1 1,0-1,0 1,0 0,-1 0,1 1,0-1,0 1,-1 0,1 0,0 0,-1 0,1 1,1 0,1 1,-1 0,0 1,0-1,0 1,0 0,-1 0,1 1,-1-1,0 1,-1 0,1 0,-1 0,0 1,0-1,0 1,-1 0,0-1,0 1,-1 0,1 0,-1 0,0 0,-1 1,0-1,0 0,0 0,-1 0,0 0,0 1,-1 3,0-7,-1 0,1-1,-1 1,0 0,0-1,0 0,0 1,0-1,0 0,-1-1,1 1,-1-1,1 1,-1-1,1 0,-1 0,0-1,0 1,1-1,-1 0,0 0,0 0,0 0,1-1,-1 1,0-1,1 0,-1 0,0-1,1 1,-1-1,1 1,0-1,0 0,0 0,-1-1,2 1,-1-1,0 1,1-1,-1 0,1 0,0 0,0 0,-1-2,0 0,0 0,0 0,1 0,0 0,0 0,0-1,1 1,0 0,0-1,0 1,1-1,-1 0,1 1,1-1,-1 1,1-1,0 1,0-1,0 1,1 0,0-1,0 1,1 0,-1 0,1 0,0 1,0-1,1 1,-1-1,1 1,0 0,0 1,0-1,1 1,-1-1,1 1,0 1,0-1,3-1,6-1,1 1,-1 0,1 0,0 1,0 1,0 1,1 0,-1 1,0 1,0 0,0 1,0 1,6 1,-16-1,1 0,-1 0,-1 1,1-1,0 1,-1 0,0 0,0 0,0 1,-1 0,1-1,-1 1,0 0,0 1,-1-1,0 0,1 1,-2-1,1 1,-1 0,0 0,0 0,-1-1,1 6,14 49,-13-56,-3-4,1 1,0-1,0 1,0-1,0 1,0 0,0-1,0 1,0-1,0 1,0-1,0 1,0 0,0-1,0 1,0-1,1 1,-1-1,0 1,0-1,1 1,-1-1,0 1,1-1,-1 1,1-1,-1 1,0-1,1 0,-1 1,1-1,-1 0,1 1,-1-1,1 0,0 0,-1 0,1 1,-1-1,1 0,-1 0,1 0,0 0,-1 0,1 0,-1 0,1 0,-1 0,1 0,0 0,-1-1,1 1,-1 0,1 0,-1-1,1 1,0 0,10-41,-6 13</inkml:trace>
  <inkml:trace contextRef="#ctx0" brushRef="#br0" timeOffset="22058.636">5843 2133,'28'11,"2"-2,-1 0,2-3,-1 0,0-2,1-1,0-1,0-2,-1-1,1-2,11-2,-14 2,-11 3,1-1,0-1,-1-1,0 0,1-1,-1-1,-1-1,1 0,3-4,-17 8,0 0,0 0,-1-1,1 1,-1-1,1 0,-1 0,0 0,0 0,-1 0,1 0,-1-1,1 1,-1 0,0-1,0 1,0-1,-1 1,1-1,-1 0,0 1,0-1,0 1,-1-1,1 0,-1 1,0-1,0 1,0 0,0-1,-1 1,1 0,-1-1,0 1,0 0,0 0,0 1,0-1,-1 0,0 1,1-1,-1 1,0 0,0 0,0 0,-2-1,-2-1,0 0,-1 0,1 1,-1 0,0 0,0 1,0 0,-1 1,1-1,0 1,-1 1,1 0,0 0,-1 1,1 0,0 0,-1 1,1 0,0 0,0 1,0 0,1 0,-1 1,1 0,0 0,0 1,0 0,1 0,-1 1,1 0,1 0,-1 0,1 1,-2 3,0 2,0 1,1 0,1 1,0-1,1 1,0 0,1 0,1 1,0-1,1 0,1 1,0-1,1 0,0 1,1-1,1 0,0 0,1 0,1 0,0-1,0 0,2 0,-1 0,2-1,0 1,0-2,1 1,0-2,1 1,1-1,-1 0,12 7,-16-13,1 0,-1 0,1-1,0 0,0 0,0 0,0-1,1 0,-1-1,1 0,-1 0,1 0,-1-1,1 0,-1-1,1 1,-1-1,1-1,-1 1,0-2,0 1,1-1,-2 0,4-1,8-8,0-1,-1 0,0-2,-1 0,-1 0,0-1,-1-1,-1-1,0 0,-2 0,8-17,-18 34,0 0,0 0,-1 0,1 0,0 0,0 0,-1 0,1 0,-1 0,1 0,-1-1,1 1,-1 0,0 0,1-1,-1 1,0 0,0 0,0-1,0 1,0 0,-1-1,1 1,0 0,0 0,-1-1,1 1,-1 0,1 0,-1 0,1 0,-1 0,0 0,0 0,0 0,1 0,-1 0,0 0,0 0,0 0,0 0,0 1,-1-1,1 1,0-1,0 0,-7 1,-1 1,1-1,0 1,0 0,0 1,0 0,0 0,0 1,1 0,-1 1,1-1,-1 1,1 1,1-1,-1 1,1 0,0 1,0 0,0-1,1 2,-1-1,2 1,-1 0,1 0,0 0,0 0,1 1,-1 4,1-7,1 0,0 0,0 1,1-1,0 1,-1-1,2 1,-1 0,1-1,0 1,0 0,0-1,1 1,0-1,0 1,0-1,1 1,0-1,0 1,0-1,1 0,0 0,0-1,0 1,0 0,1-1,0 0,0 1,5 2,0-1,1 1,-1-2,1 1,0-1,1-1,-1 0,1 0,0-1,0 0,0-1,0-1,1 1,-1-2,5 0,17 0,1-2,0-1,-1-2,15-5,45-11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34.7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0 121,'14'4,"15"5,17 0,16-2,17-1,9-2,7-5,0-3,-4-4,-9-3,-18 1</inkml:trace>
  <inkml:trace contextRef="#ctx0" brushRef="#br0" timeOffset="242.352">829 0,'2'16,"3"15,3 8,1 7,0 4,1 2,-1-5,-2-7,0-9,4-9,1-13,0-9</inkml:trace>
  <inkml:trace contextRef="#ctx0" brushRef="#br0" timeOffset="493.219">1243 108,'-2'13,"-1"12,0 8,-1 6,-1 0,1-2,6-7,4-8,6-9,6-8,-1-6</inkml:trace>
  <inkml:trace contextRef="#ctx0" brushRef="#br0" timeOffset="748.539">1417 121,'23'7,"20"6,23 4,19-1,21-1,19-3,18-4,17-5,13-6,-24-2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23.5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270 461,'-8'-3,"-1"0,1 0,-1 1,0 0,1 1,-1 0,0 0,0 1,0 0,0 0,1 1,-1 0,0 1,1 0,-1 0,1 1,-1 0,1 1,0-1,0 2,1-1,-1 1,1 0,0 1,0-1,1 1,0 1,0-1,-5 7,7-5,0 1,1 0,0-1,0 1,1 0,0 1,0-1,1 0,1 0,-1 1,1-1,1 0,0 1,0-1,1 0,1 2,-2-5,1 0,0-1,0 1,0-1,1 0,0 0,0 0,0 0,0 0,1-1,0 1,0-1,0 0,1 0,-1-1,1 1,0-1,0 0,0 0,0-1,1 1,-1-1,1 0,-1-1,1 1,1-1,9-2,0 0,0-1,0-1,-1 0,0-1,1-1,-1 0,-1-1,1-1,-1 0,0-1,-1 0,0-1,0-1,-1 0,0-1,-1 0,1-1,64-63,-76 74,1 0,-1 1,1-1,-1 1,1-1,-1 1,1 0,-1-1,1 1,-1 0,1-1,0 1,-1 0,1-1,0 1,-1 0,1 0,0 0,-1 0,1 0,0 0,-1 0,1 0,0 0,0 0,-1 0,1 0,0 0,-1 1,1-1,0 0,-1 0,1 1,-1-1,1 1,-1-1,1 0,0 1,-1-1,1 1,-1-1,0 1,1-1,-1 1,1 0,12 34,-9-20,-3-11,0 0,-1-1,2 1,-1 0,0-1,1 1,-1-1,1 1,0-1,1 0,-1 0,0 0,1 0,-1 0,1 0,0-1,0 1,0-1,1 0,-1 0,0 0,1 0,-1-1,1 1,0-1,-1 0,1 0,0 0,0-1,-1 1,1-1,0 0,0 0,0 0,0-1,0 1,-1-1,1 0,0 0,-1 0,1-1,1 0,3-4,-1 0,0 0,-1-1,1 0,-1 0,0-1,-1 0,0 0,0 0,-1 0,0-1,0 0,-1 1,0-1,-1-1,0 1,0 0,-1-1,0 1,-1 0,0-1,0 1,-1-2,-1 7,1 1,-1-1,0 1,0 0,0 0,0 0,-1 0,1 0,-1 0,0 1,1-1,-1 1,0 0,-1 0,1 0,0 0,-1 1,1-1,-1 1,1 0,-1 0,0 0,1 0,-1 1,0-1,1 1,-1 0,0 0,0 0,0 1,1 0,-1-1,0 1,1 0,-1 1,1-1,-1 1,1-1,0 1,0 0,-1 0,1 1,1-1,-1 1,0-1,-2 3,-6 4,1 1,0 0,0 0,1 1,0 0,1 1,0-1,1 2,0-1,1 1,0 0,1 0,1 1,0-1,-1 9,5-20,-1 0,1 1,-1-1,1 0,0 0,0 1,0-1,0 0,0 1,0-1,1 0,-1 1,1-1,0 0,0 0,-1 0,2 1,-1-1,0 0,0 0,0-1,1 1,-1 0,1 0,0-1,-1 1,1-1,0 1,0-1,0 0,0 0,0 1,0-1,0-1,1 1,1 0,29-1,0-8</inkml:trace>
  <inkml:trace contextRef="#ctx0" brushRef="#br0" timeOffset="247.847">710 100,'-15'-2,"-11"1,-3 4,2 5,5 6,7 8,7 6,10 8,10 7,6 3,6 3,-2-8</inkml:trace>
  <inkml:trace contextRef="#ctx0" brushRef="#br0" timeOffset="496.18">764 596,'7'13,"6"12,4 8,2 3,-2 0,3-4,-1-4,3-9,3-6,4-10,3-13,-3-4</inkml:trace>
  <inkml:trace contextRef="#ctx0" brushRef="#br0" timeOffset="1381.62">1259 409,'-12'2,"1"1,-1 1,1 0,0 1,0 0,0 0,0 1,1 1,0-1,1 2,-1 0,2 0,-1 0,1 1,0 0,-5 8,12-14,-1 1,1-1,0 0,0 0,0 1,0-1,0 1,1-1,0 1,0-1,0 1,0-1,0 0,0 1,1-1,0 1,0-1,0 0,0 1,0-1,1 0,-1 0,1 0,0 0,0 0,1 0,66 67,-62-65,42 34,-31-27,-1 1,0 1,-1 0,0 1,-1 1,-1 1,-1 0,9 14,-20-29,-1 1,1-1,-1 0,1 1,-1-1,0 1,0-1,0 1,0-1,0 1,-1 0,1-1,-1 1,0 0,1 0,-1-1,-1 1,1 0,0 0,-1-1,1 1,-1 0,0-1,0 1,0-1,0 1,0-1,-1 1,1-1,-1 0,1 0,-1 1,0-1,0 0,0-1,0 1,0 0,0-1,-1 1,1-1,-2 1,1-2,0-1,0 0,0 0,0 0,0 0,0 0,0-1,0 0,1 1,-1-1,0 0,1 0,0 0,-1 0,1-1,0 1,0-1,0 1,1-1,-1 0,0 0,1 0,0 0,0 0,0 0,0 0,0 0,1 0,-1 0,1 0,0-1,0 1,0-1,0-12,0 1,1-1,1 1,1-1,0 1,1 0,0 0,1 1,1-1,0 1,1 0,1 1,0-1,0 2,2-1,0 1,0 0,1 1,0 1,1-1,0 2,0 0,10-5,-20 12,2 0,-1 0,0 0,0 0,1 0,-1 1,1-1,-1 1,1 0,0 0,-1 0,1 1,0-1,0 1,0 0,-1 0,1 1,0-1,0 1,-1-1,1 1,0 0,-1 1,1-1,-1 0,1 1,-1 0,0 0,0 0,1 0,-2 1,4 2,1 8,0 0,-1 0,0 1,-1 0,-1 1,0-1,-1 1,-1 0,0-1,-1 1,0 0,-2 6,4 65,-3-85,0-1,0 1,0 0,0-1,1 1,-1 0,0-1,0 1,0 0,1-1,-1 1,0 0,1-1,-1 1,0-1,1 1,-1 0,1-1,-1 1,1-1,-1 0,1 1,-1-1,1 1,0-1,-1 0,1 1,0-1,-1 0,1 0,0 1,-1-1,1 0,0 0,-1 0,1 0,0 0,-1 0,1 0,0 0,0 0,-1 0,1-1,0 1,-1 0,1 0,-1-1,1 1,0-1,31-21,-3-8,-2-1,-2-1,-1-1,-1-1,12-26,-23 40,14-16,-20 41,5 89,-10-85,0 1,1-1,-1 0,2 0,-1 0,1-1,0 1,1 0,0-1,1 0,0 0,0-1,0 1,1-1,0 0,1 0,-1-1,1 0,0 0,1-1,0 1,-1-2,2 1,-1-1,0 0,1-1,0 0,3 0,0-1,0-1,0 0,0-1,0 0,0-1,0-1,0 0,0 0,0-1,0-1,-1 0,0 0,1-1,-2-1,1 0,-1 0,0-1,0 0,2-3,4-4,-1 0,0-1,0-1,-2-1,0 0,-1-1,-1 0,0-1,-2 0,5-12,-1-7,-1 0,-3 0,-1-1,-2 0,-1-1,-2 1,-2-1,-2 1,-1-1,-2 1,-2-1,-10-35,-7 13,22 62,0 0,1 0,-1 0,1 0,-1 0,1 0,-1 0,1 0,-1 0,1 0,-1 0,1 0,-1 0,1 1,-1-1,1 0,-1 0,1 0,-1 1,1-1,-1 0,1 1,-1-1,1 0,0 1,-1-1,1 1,0-1,-1 0,1 1,0-1,-1 1,1-1,0 1,0-1,0 1,0-1,-1 1,1-1,0 1,0-1,0 1,0 0,0-1,0 1,0-1,0 1,1-1,-1 1,0-1,0 1,0-1,0 1,1-1,-1 1,0-1,1 1,-7 236,7-156,-1 6,11 224,-10-296,1 0,1-1,1 1,0-1,1 0,0-1,6 11,-9-20,1 1,-1-1,1-1,0 1,0 0,0-1,0 1,1-1,-1 0,1 0,0 0,0-1,0 0,0 1,0-1,0 0,1-1,-1 1,1-1,-1 0,1 0,0-1,-1 1,1-1,0 0,0 0,9-3,-1-1,0 0,0 0,0-2,-1 0,0 0,0-1,0 0,-1-1,0-1,-1 1,0-2,0 1,-1-2,0 1,-1-1,0 0,0-1,-2 0,1 0,3-11,-4 10,-1 0,-1 0,0-1,0 1,-2-1,0 0,0 1,-1-7,-6 92,6-55,0-1,0 0,2 0,0 0,1 0,1 0,0 0,6 12,-7-22,-1 1,1 0,0-1,1 0,-1 0,1 0,0-1,1 0,-1 0,1 0,0 0,1-1,-1 0,1 0,-1-1,1 0,0 0,0-1,1 1,1-1,-3-1,0 0,0 0,0 0,0-1,0 0,0-1,0 1,0-1,0 0,0 0,0-1,0 0,0 0,-1 0,1-1,-1 0,1 0,0-1,21-17</inkml:trace>
  <inkml:trace contextRef="#ctx0" brushRef="#br0" timeOffset="1633.458">2489 328,'18'4,"25"3,29-4,32-8,31-11,23-6,-14 0</inkml:trace>
  <inkml:trace contextRef="#ctx0" brushRef="#br0" timeOffset="1881.796">4334 461,'23'0,"25"0,23 0,15 0,12-2,0-1,-6 0,-10 3,-18 1,-20 1</inkml:trace>
  <inkml:trace contextRef="#ctx0" brushRef="#br0" timeOffset="2146.092">4628 128,'1'6,"-1"1,2-1,-1 1,1-1,-1 1,2-1,-1 0,1 0,0 0,0 0,1-1,-1 1,1-1,0 0,1 0,-1 0,1 0,0-1,1 0,-1 0,1 0,13 8,0-1,0 0,1-2,0 0,16 3,277 78,-308-89,1 1,0-1,0 1,0 0,-1 1,1-1,-1 1,0 0,0 0,0 1,0 0,-1-1,1 2,-1-1,0 0,0 1,0 0,-1 0,0 0,0 0,0 0,0 1,-1-1,0 1,0 0,-1 0,0 0,0 0,0 0,0 0,-1 0,0 4,-8 11,0-1,-1 0,-1-1,-1 0,-1 0,0-1,-1-1,-1 0,-1-1,0 0,-2-2,-3 4,-110 90,112-99</inkml:trace>
  <inkml:trace contextRef="#ctx0" brushRef="#br0" timeOffset="9015.371">1004 1317,'-3'-5,"-1"0,0 0,0 1,0-1,-1 1,1 0,-1 0,0 1,0-1,-1 1,1 0,-1 1,1-1,-1 1,0 0,0 0,0 1,-1 0,3 0,0 1,0 0,1 0,-1 0,0 1,0-1,0 1,0 0,1 0,-1 0,0 0,1 1,-1 0,1 0,-1 0,1 0,0 0,0 0,0 1,0 0,1-1,-1 1,1 0,-1 0,1 1,0-1,0 0,0 1,1-1,-1 1,1 0,-1 2,-1 5,0-1,0 1,1-1,0 1,1 0,1 0,-1-1,2 1,-1 0,2 0,0 5,0-10,1 1,0-1,0 1,0-1,1 0,0 0,0-1,0 1,1-1,0 0,0 0,0 0,0-1,1 0,0 0,0 0,0-1,0 0,0 0,1 0,0-1,-1 0,1-1,0 1,0-1,0 0,0-1,0 0,0 0,0 0,0-1,0 0,-1 0,1-1,0 0,6-3,9-2,0-2,0 0,-1-2,0 0,-1-2,12-9,4-1,-35 22,0 0,0 0,0 1,0-1,0 0,1 1,-1-1,0 1,1-1,-1 1,0 0,1 0,-1-1,0 1,1 0,-1 0,0 0,1 1,-1-1,0 0,1 0,-1 1,0-1,1 1,-1-1,0 1,0-1,0 1,1 0,-1 0,0-1,0 1,0 0,0 0,0 0,-1 0,1 0,0 1,0-1,-1 0,1 0,0 1,-1-2,4 6,0-1,1 0,-1 0,1 0,0 0,1-1,-1 0,1 0,-1-1,1 1,0-1,1 0,-1-1,0 0,1 0,-1 0,1-1,0 0,-1 0,1 0,6-1,-10-1,1-1,-1 0,0 1,0-1,0 0,0 0,-1-1,1 1,0 0,-1-1,0 0,0 1,0-1,0 0,0 0,0 0,-1-1,1 1,-1 0,0-1,0 1,0 0,0-1,-1 1,0-1,1 0,-1 1,-1-1,1 1,0-1,-1 1,0-1,1 1,-2 0,1-1,0 1,-1 0,1 0,-1-1,0 1,0 1,0-1,0 0,0 0,-1 1,-1-2,0 1,0 1,0-1,0 1,-1 0,1 0,0 1,-1-1,1 1,-1 0,0 0,1 0,-1 1,0 0,0 0,1 0,-1 0,0 1,1 0,-1 0,1 0,-1 0,1 1,-1 0,1 0,0 0,0 0,0 1,-4 2,1 0,0 0,1 0,-1 1,1 0,1 0,-1 1,1-1,0 1,0 0,1 0,0 1,0 0,0-1,1 1,-1 7,3-14,1 1,0 0,-1-1,1 1,0 0,0 0,0-1,0 1,0 0,1 0,-1-1,0 1,1 0,-1-1,1 1,0-1,-1 1,1 0,0-1,0 1,0-1,0 1,12 8</inkml:trace>
  <inkml:trace contextRef="#ctx0" brushRef="#br0" timeOffset="10082.578">1446 1171,'-5'-1,"-1"0,1 0,0 1,-1 0,1 0,0 0,-1 1,1 0,0 0,-1 0,1 1,0 0,0 0,0 0,0 0,1 1,-1 0,1 0,-1 0,1 0,0 1,0 0,1-1,-1 2,1-1,0 0,0 1,-1 1,2 1,0 0,0 0,0 0,1 1,0-1,1 1,0-1,0 1,0-1,1 1,0-1,1 0,-1 1,1-1,1 0,0 0,0 0,0 0,0-1,4 5,7 10,1-1,0-1,1 0,1-1,13 11,-14-13,1-1,0-1,1 0,1-1,0-1,0-1,9 3,-26-13,-1-1,1 1,0-1,0 1,0-1,0 0,0 0,0 0,-1 0,1 0,0 0,0 0,0-1,0 1,0-1,-1 0,1 1,0-1,0 0,-1 0,1 0,-1 0,1 0,-1 0,1 0,-1-1,1 1,-1-1,0 1,0-1,0 1,0-1,0 1,0-1,0-1,22-67,-20 61,3-19,-4 14,1 1,0 0,0 1,2-1,-1 0,2 1,-1 0,2 0,0 1,0 0,3-2,-8 11,0 0,1 0,-1 0,1 0,0 1,0-1,-1 1,1 0,0 0,0 0,0 0,0 0,0 1,0-1,1 1,-1 0,0 0,0 0,0 1,0-1,0 1,0-1,0 1,0 0,0 0,0 0,0 1,0-1,0 1,79 54,-81-55,12 9,-1 0,0 0,-1 1,0 0,-1 1,0 0,-1 1,0 0,-1 1,6 13,-13-25,-1 0,1 0,-1 0,0 0,0 0,1 0,-1 0,-1 0,1 0,0 0,0 0,-1-1,1 1,-1 0,1 0,-1 0,0 0,0-1,0 1,0 0,0-1,0 1,0-1,-1 1,1-1,0 0,-1 1,1-1,-1 0,0 0,1 0,-1 0,0 0,0-1,1 1,-1 0,0-1,0 1,0-1,0 0,0 0,0 1,0-1,0 0,0-1,0 1,1 0,-1-1,0 1,0-1,0 1,0-1,1 0,-1 0,0 0,0 0,1 0,-1 0,1 0,-1-1,1 1,0 0,-1-1,1 1,0-1,0 0,0 1,0-1,0 0,-1-1,1 0,-1 0,1 0,-1 0,1 0,0-1,1 1,-1 0,0 0,1-1,0 1,0 0,0-1,0 1,0 0,1-1,-1 1,1 0,0 0,0-1,0 1,0 0,1 0,-1 0,1 0,0 1,0-1,0 0,1 0,3-4,0 1,0 1,1-1,-1 1,1 0,0 1,1 0,-1 0,1 0,0 1,3-1,1 1,0 0,-1 0,1 1,1 1,-1 0,0 0,0 1,0 1,0 0,1 1,-1 0,-1 1,1 0,0 1,-1 0,0 1,0 0,0 1,0 0,-1 1,0 0,0 0,-1 1,5 6,-12-12,1 2,0-1,0 1,0-1,0 0,1 0,-1 0,1 0,0-1,0 1,0-1,0 0,0 0,0 0,0-1,1 0,-1 1,1-1,-1-1,1 1,-1-1,1 0,0 0,1 0,267-80,-252 75,-18 4,0 0,0 0,1 0,-1 1,0-1,1 1,-1 0,0 0,1 0,-1 0,0 1,1-1,-1 1,0 0,1 0,-1 0,0 0,0 0,0 1,1 0,34 24,-20-12,0 0,1-1,0 0,1-2,1 0,-1-2,2 0,-1-1,1-2,0 0,1-1,-1-1,1-1,0-1,6-1,-17-4,0 0,-1-1,1 0,-1-1,1 0,-1 0,-1-2,1 1,-1-1,0-1,-1 0,0 0,0-1,-1 0,0 0,0-1,-1 0,-1-1,1 1,-2-1,0-1,0 1,-1-1,0 1,-1-1,0 0,-1 0,0-1,-1 1,-1 0,0-1,-1-163,39 384,-34-185,1 0,1-1,1 0,1 0,1 0,1-1,1-1,1 0,0 0,2-1,3 2,-2-7</inkml:trace>
  <inkml:trace contextRef="#ctx0" brushRef="#br0" timeOffset="10502.454">3225 1357,'201'2,"-103"-3,-1 5,79 12,-167-15,0 0,1 0,-1 1,0 0,0 1,-1 0,1 0,0 1,-1 0,0 0,0 1,0 0,-1 1,1 0,-1 0,-1 0,1 1,-1 0,0 0,-1 1,2 1,6 25,-13-30,1 0,0 0,-1-1,2 1,-1 0,0-1,1 1,-1 0,1-1,0 0,0 1,1-1,-1 0,1 0,-1 0,1-1,0 1,0-1,0 1,0-1,1 0,-1 0,0 0,1-1,0 1,-1-1,1 0,0 0,0 0,3 0,7-3,-1-2,1 1,-1-1,0-1,0-1,0 0,-1 0,0-1,0-1,-1 0,0-1,0 0,7-7,32-48,-49 62,0 0,0 0,0 0,0-1,-1 1,1 0,-1-1,1 1,-1-1,0 1,0-1,0 1,0 0,0-1,0 1,-1-1,1 1,-1 0,0-1,0 1,0 0,0 0,0 0,0-1,0 1,-1 0,1 0,-1 1,1-1,-1 0,-1 0,-1-2,1 1,-1 0,0 0,0 0,-1 1,1 0,0 0,-1 0,0 0,1 0,-1 1,0 0,0 0,0 0,1 1,-1 0,0 0,0 0,0 0,0 1,0-1,0 1,1 1,-1-1,0 1,1 0,-1 0,1 0,0 0,-1 1,1 0,0 0,1 0,-1 0,0 0,1 1,0 0,0 0,0 0,0 0,-1 3,-2 19,5-2</inkml:trace>
  <inkml:trace contextRef="#ctx0" brushRef="#br0" timeOffset="10667.018">4481 1076,'-16'-6,"-12"-6,-6 0,-2 3,4 1,4 8,7 8,7 12,7 11,3 1</inkml:trace>
  <inkml:trace contextRef="#ctx0" brushRef="#br0" timeOffset="10846.538">4360 1370,'14'16,"11"8,10 1,11-3,14-7,14-11,18-11,16-11,-11-3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10T07:44:26.24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1,'0'16,"0"16,0 15,3 10,2 7,3 0,2-5,5-8,3-8,4-11,0-11,1-9,1-11,-1-13,-5-4</inkml:trace>
  <inkml:trace contextRef="#ctx0" brushRef="#br0" timeOffset="169.465">415 108,'9'20,"3"19,0 11,-1 7,-1 2,-1-2,1-4,-2-6,0-9,2-8,0-10,4-11,2-13,-1-13,-1-3</inkml:trace>
  <inkml:trace contextRef="#ctx0" brushRef="#br0" timeOffset="363.969">682 269,'20'0,"21"2,19 1,20 0,21-1,21 0,19-4,16-3,9 0,5-3,-27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10.10.2024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10.10.2024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.png"/><Relationship Id="rId21" Type="http://schemas.openxmlformats.org/officeDocument/2006/relationships/customXml" Target="../ink/ink10.xml"/><Relationship Id="rId42" Type="http://schemas.openxmlformats.org/officeDocument/2006/relationships/customXml" Target="../ink/ink21.xml"/><Relationship Id="rId63" Type="http://schemas.openxmlformats.org/officeDocument/2006/relationships/image" Target="../media/image26.png"/><Relationship Id="rId84" Type="http://schemas.openxmlformats.org/officeDocument/2006/relationships/customXml" Target="../ink/ink47.xml"/><Relationship Id="rId138" Type="http://schemas.openxmlformats.org/officeDocument/2006/relationships/customXml" Target="../ink/ink74.xml"/><Relationship Id="rId159" Type="http://schemas.openxmlformats.org/officeDocument/2006/relationships/image" Target="../media/image74.png"/><Relationship Id="rId170" Type="http://schemas.openxmlformats.org/officeDocument/2006/relationships/customXml" Target="../ink/ink90.xml"/><Relationship Id="rId107" Type="http://schemas.openxmlformats.org/officeDocument/2006/relationships/image" Target="../media/image48.png"/><Relationship Id="rId11" Type="http://schemas.openxmlformats.org/officeDocument/2006/relationships/customXml" Target="../ink/ink5.xml"/><Relationship Id="rId32" Type="http://schemas.openxmlformats.org/officeDocument/2006/relationships/image" Target="../media/image16.png"/><Relationship Id="rId53" Type="http://schemas.openxmlformats.org/officeDocument/2006/relationships/image" Target="../media/image21.png"/><Relationship Id="rId74" Type="http://schemas.openxmlformats.org/officeDocument/2006/relationships/customXml" Target="../ink/ink42.xml"/><Relationship Id="rId128" Type="http://schemas.openxmlformats.org/officeDocument/2006/relationships/customXml" Target="../ink/ink69.xml"/><Relationship Id="rId149" Type="http://schemas.openxmlformats.org/officeDocument/2006/relationships/image" Target="../media/image69.png"/><Relationship Id="rId5" Type="http://schemas.openxmlformats.org/officeDocument/2006/relationships/customXml" Target="../ink/ink2.xml"/><Relationship Id="rId95" Type="http://schemas.openxmlformats.org/officeDocument/2006/relationships/image" Target="../media/image42.png"/><Relationship Id="rId160" Type="http://schemas.openxmlformats.org/officeDocument/2006/relationships/customXml" Target="../ink/ink85.xml"/><Relationship Id="rId22" Type="http://schemas.openxmlformats.org/officeDocument/2006/relationships/image" Target="../media/image11.png"/><Relationship Id="rId43" Type="http://schemas.openxmlformats.org/officeDocument/2006/relationships/customXml" Target="../ink/ink22.xml"/><Relationship Id="rId64" Type="http://schemas.openxmlformats.org/officeDocument/2006/relationships/customXml" Target="../ink/ink37.xml"/><Relationship Id="rId118" Type="http://schemas.openxmlformats.org/officeDocument/2006/relationships/customXml" Target="../ink/ink64.xml"/><Relationship Id="rId139" Type="http://schemas.openxmlformats.org/officeDocument/2006/relationships/image" Target="../media/image64.png"/><Relationship Id="rId85" Type="http://schemas.openxmlformats.org/officeDocument/2006/relationships/image" Target="../media/image37.png"/><Relationship Id="rId150" Type="http://schemas.openxmlformats.org/officeDocument/2006/relationships/customXml" Target="../ink/ink80.xml"/><Relationship Id="rId171" Type="http://schemas.openxmlformats.org/officeDocument/2006/relationships/image" Target="../media/image80.png"/><Relationship Id="rId12" Type="http://schemas.openxmlformats.org/officeDocument/2006/relationships/image" Target="../media/image6.png"/><Relationship Id="rId33" Type="http://schemas.openxmlformats.org/officeDocument/2006/relationships/customXml" Target="../ink/ink16.xml"/><Relationship Id="rId108" Type="http://schemas.openxmlformats.org/officeDocument/2006/relationships/customXml" Target="../ink/ink59.xml"/><Relationship Id="rId129" Type="http://schemas.openxmlformats.org/officeDocument/2006/relationships/image" Target="../media/image59.png"/><Relationship Id="rId54" Type="http://schemas.openxmlformats.org/officeDocument/2006/relationships/customXml" Target="../ink/ink32.xml"/><Relationship Id="rId75" Type="http://schemas.openxmlformats.org/officeDocument/2006/relationships/image" Target="../media/image32.png"/><Relationship Id="rId96" Type="http://schemas.openxmlformats.org/officeDocument/2006/relationships/customXml" Target="../ink/ink53.xml"/><Relationship Id="rId140" Type="http://schemas.openxmlformats.org/officeDocument/2006/relationships/customXml" Target="../ink/ink75.xml"/><Relationship Id="rId161" Type="http://schemas.openxmlformats.org/officeDocument/2006/relationships/image" Target="../media/image75.png"/><Relationship Id="rId6" Type="http://schemas.openxmlformats.org/officeDocument/2006/relationships/image" Target="../media/image3.png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49" Type="http://schemas.openxmlformats.org/officeDocument/2006/relationships/customXml" Target="../ink/ink28.xml"/><Relationship Id="rId114" Type="http://schemas.openxmlformats.org/officeDocument/2006/relationships/customXml" Target="../ink/ink62.xml"/><Relationship Id="rId119" Type="http://schemas.openxmlformats.org/officeDocument/2006/relationships/image" Target="../media/image54.png"/><Relationship Id="rId44" Type="http://schemas.openxmlformats.org/officeDocument/2006/relationships/customXml" Target="../ink/ink23.xml"/><Relationship Id="rId60" Type="http://schemas.openxmlformats.org/officeDocument/2006/relationships/customXml" Target="../ink/ink35.xml"/><Relationship Id="rId65" Type="http://schemas.openxmlformats.org/officeDocument/2006/relationships/image" Target="../media/image27.png"/><Relationship Id="rId81" Type="http://schemas.openxmlformats.org/officeDocument/2006/relationships/image" Target="../media/image35.png"/><Relationship Id="rId86" Type="http://schemas.openxmlformats.org/officeDocument/2006/relationships/customXml" Target="../ink/ink48.xml"/><Relationship Id="rId130" Type="http://schemas.openxmlformats.org/officeDocument/2006/relationships/customXml" Target="../ink/ink70.xml"/><Relationship Id="rId135" Type="http://schemas.openxmlformats.org/officeDocument/2006/relationships/image" Target="../media/image62.png"/><Relationship Id="rId151" Type="http://schemas.openxmlformats.org/officeDocument/2006/relationships/image" Target="../media/image70.png"/><Relationship Id="rId156" Type="http://schemas.openxmlformats.org/officeDocument/2006/relationships/customXml" Target="../ink/ink83.xml"/><Relationship Id="rId177" Type="http://schemas.openxmlformats.org/officeDocument/2006/relationships/image" Target="../media/image83.png"/><Relationship Id="rId172" Type="http://schemas.openxmlformats.org/officeDocument/2006/relationships/customXml" Target="../ink/ink91.xml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109" Type="http://schemas.openxmlformats.org/officeDocument/2006/relationships/image" Target="../media/image49.png"/><Relationship Id="rId34" Type="http://schemas.openxmlformats.org/officeDocument/2006/relationships/image" Target="../media/image17.png"/><Relationship Id="rId50" Type="http://schemas.openxmlformats.org/officeDocument/2006/relationships/customXml" Target="../ink/ink29.xml"/><Relationship Id="rId55" Type="http://schemas.openxmlformats.org/officeDocument/2006/relationships/image" Target="../media/image22.png"/><Relationship Id="rId76" Type="http://schemas.openxmlformats.org/officeDocument/2006/relationships/customXml" Target="../ink/ink43.xml"/><Relationship Id="rId97" Type="http://schemas.openxmlformats.org/officeDocument/2006/relationships/image" Target="../media/image43.png"/><Relationship Id="rId104" Type="http://schemas.openxmlformats.org/officeDocument/2006/relationships/customXml" Target="../ink/ink57.xml"/><Relationship Id="rId120" Type="http://schemas.openxmlformats.org/officeDocument/2006/relationships/customXml" Target="../ink/ink65.xml"/><Relationship Id="rId125" Type="http://schemas.openxmlformats.org/officeDocument/2006/relationships/image" Target="../media/image57.png"/><Relationship Id="rId141" Type="http://schemas.openxmlformats.org/officeDocument/2006/relationships/image" Target="../media/image65.png"/><Relationship Id="rId146" Type="http://schemas.openxmlformats.org/officeDocument/2006/relationships/customXml" Target="../ink/ink78.xml"/><Relationship Id="rId167" Type="http://schemas.openxmlformats.org/officeDocument/2006/relationships/image" Target="../media/image78.png"/><Relationship Id="rId7" Type="http://schemas.openxmlformats.org/officeDocument/2006/relationships/customXml" Target="../ink/ink3.xml"/><Relationship Id="rId71" Type="http://schemas.openxmlformats.org/officeDocument/2006/relationships/image" Target="../media/image30.png"/><Relationship Id="rId92" Type="http://schemas.openxmlformats.org/officeDocument/2006/relationships/customXml" Target="../ink/ink51.xml"/><Relationship Id="rId162" Type="http://schemas.openxmlformats.org/officeDocument/2006/relationships/customXml" Target="../ink/ink86.xml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24" Type="http://schemas.openxmlformats.org/officeDocument/2006/relationships/image" Target="../media/image12.png"/><Relationship Id="rId40" Type="http://schemas.openxmlformats.org/officeDocument/2006/relationships/image" Target="../media/image20.png"/><Relationship Id="rId45" Type="http://schemas.openxmlformats.org/officeDocument/2006/relationships/customXml" Target="../ink/ink24.xml"/><Relationship Id="rId66" Type="http://schemas.openxmlformats.org/officeDocument/2006/relationships/customXml" Target="../ink/ink38.xml"/><Relationship Id="rId87" Type="http://schemas.openxmlformats.org/officeDocument/2006/relationships/image" Target="../media/image38.png"/><Relationship Id="rId110" Type="http://schemas.openxmlformats.org/officeDocument/2006/relationships/customXml" Target="../ink/ink60.xml"/><Relationship Id="rId115" Type="http://schemas.openxmlformats.org/officeDocument/2006/relationships/image" Target="../media/image52.png"/><Relationship Id="rId131" Type="http://schemas.openxmlformats.org/officeDocument/2006/relationships/image" Target="../media/image60.png"/><Relationship Id="rId136" Type="http://schemas.openxmlformats.org/officeDocument/2006/relationships/customXml" Target="../ink/ink73.xml"/><Relationship Id="rId157" Type="http://schemas.openxmlformats.org/officeDocument/2006/relationships/image" Target="../media/image73.png"/><Relationship Id="rId178" Type="http://schemas.openxmlformats.org/officeDocument/2006/relationships/customXml" Target="../ink/ink94.xml"/><Relationship Id="rId61" Type="http://schemas.openxmlformats.org/officeDocument/2006/relationships/image" Target="../media/image25.png"/><Relationship Id="rId82" Type="http://schemas.openxmlformats.org/officeDocument/2006/relationships/customXml" Target="../ink/ink46.xml"/><Relationship Id="rId152" Type="http://schemas.openxmlformats.org/officeDocument/2006/relationships/customXml" Target="../ink/ink81.xml"/><Relationship Id="rId173" Type="http://schemas.openxmlformats.org/officeDocument/2006/relationships/image" Target="../media/image81.png"/><Relationship Id="rId19" Type="http://schemas.openxmlformats.org/officeDocument/2006/relationships/customXml" Target="../ink/ink9.xml"/><Relationship Id="rId14" Type="http://schemas.openxmlformats.org/officeDocument/2006/relationships/image" Target="../media/image7.png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56" Type="http://schemas.openxmlformats.org/officeDocument/2006/relationships/customXml" Target="../ink/ink33.xml"/><Relationship Id="rId77" Type="http://schemas.openxmlformats.org/officeDocument/2006/relationships/image" Target="../media/image33.png"/><Relationship Id="rId100" Type="http://schemas.openxmlformats.org/officeDocument/2006/relationships/customXml" Target="../ink/ink55.xml"/><Relationship Id="rId105" Type="http://schemas.openxmlformats.org/officeDocument/2006/relationships/image" Target="../media/image47.png"/><Relationship Id="rId126" Type="http://schemas.openxmlformats.org/officeDocument/2006/relationships/customXml" Target="../ink/ink68.xml"/><Relationship Id="rId147" Type="http://schemas.openxmlformats.org/officeDocument/2006/relationships/image" Target="../media/image68.png"/><Relationship Id="rId168" Type="http://schemas.openxmlformats.org/officeDocument/2006/relationships/customXml" Target="../ink/ink89.xml"/><Relationship Id="rId8" Type="http://schemas.openxmlformats.org/officeDocument/2006/relationships/image" Target="../media/image4.png"/><Relationship Id="rId51" Type="http://schemas.openxmlformats.org/officeDocument/2006/relationships/customXml" Target="../ink/ink30.xml"/><Relationship Id="rId72" Type="http://schemas.openxmlformats.org/officeDocument/2006/relationships/customXml" Target="../ink/ink41.xml"/><Relationship Id="rId93" Type="http://schemas.openxmlformats.org/officeDocument/2006/relationships/image" Target="../media/image41.png"/><Relationship Id="rId98" Type="http://schemas.openxmlformats.org/officeDocument/2006/relationships/customXml" Target="../ink/ink54.xml"/><Relationship Id="rId121" Type="http://schemas.openxmlformats.org/officeDocument/2006/relationships/image" Target="../media/image55.png"/><Relationship Id="rId142" Type="http://schemas.openxmlformats.org/officeDocument/2006/relationships/customXml" Target="../ink/ink76.xml"/><Relationship Id="rId163" Type="http://schemas.openxmlformats.org/officeDocument/2006/relationships/image" Target="../media/image76.png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customXml" Target="../ink/ink25.xml"/><Relationship Id="rId67" Type="http://schemas.openxmlformats.org/officeDocument/2006/relationships/image" Target="../media/image28.png"/><Relationship Id="rId116" Type="http://schemas.openxmlformats.org/officeDocument/2006/relationships/customXml" Target="../ink/ink63.xml"/><Relationship Id="rId137" Type="http://schemas.openxmlformats.org/officeDocument/2006/relationships/image" Target="../media/image63.png"/><Relationship Id="rId158" Type="http://schemas.openxmlformats.org/officeDocument/2006/relationships/customXml" Target="../ink/ink84.xml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customXml" Target="../ink/ink36.xml"/><Relationship Id="rId83" Type="http://schemas.openxmlformats.org/officeDocument/2006/relationships/image" Target="../media/image36.png"/><Relationship Id="rId88" Type="http://schemas.openxmlformats.org/officeDocument/2006/relationships/customXml" Target="../ink/ink49.xml"/><Relationship Id="rId111" Type="http://schemas.openxmlformats.org/officeDocument/2006/relationships/image" Target="../media/image50.png"/><Relationship Id="rId132" Type="http://schemas.openxmlformats.org/officeDocument/2006/relationships/customXml" Target="../ink/ink71.xml"/><Relationship Id="rId153" Type="http://schemas.openxmlformats.org/officeDocument/2006/relationships/image" Target="../media/image71.png"/><Relationship Id="rId174" Type="http://schemas.openxmlformats.org/officeDocument/2006/relationships/customXml" Target="../ink/ink92.xml"/><Relationship Id="rId179" Type="http://schemas.openxmlformats.org/officeDocument/2006/relationships/image" Target="../media/image84.png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image" Target="../media/image23.png"/><Relationship Id="rId106" Type="http://schemas.openxmlformats.org/officeDocument/2006/relationships/customXml" Target="../ink/ink58.xml"/><Relationship Id="rId127" Type="http://schemas.openxmlformats.org/officeDocument/2006/relationships/image" Target="../media/image58.png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customXml" Target="../ink/ink31.xml"/><Relationship Id="rId73" Type="http://schemas.openxmlformats.org/officeDocument/2006/relationships/image" Target="../media/image31.png"/><Relationship Id="rId78" Type="http://schemas.openxmlformats.org/officeDocument/2006/relationships/customXml" Target="../ink/ink44.xml"/><Relationship Id="rId94" Type="http://schemas.openxmlformats.org/officeDocument/2006/relationships/customXml" Target="../ink/ink52.xml"/><Relationship Id="rId99" Type="http://schemas.openxmlformats.org/officeDocument/2006/relationships/image" Target="../media/image44.png"/><Relationship Id="rId101" Type="http://schemas.openxmlformats.org/officeDocument/2006/relationships/image" Target="../media/image45.png"/><Relationship Id="rId122" Type="http://schemas.openxmlformats.org/officeDocument/2006/relationships/customXml" Target="../ink/ink66.xml"/><Relationship Id="rId143" Type="http://schemas.openxmlformats.org/officeDocument/2006/relationships/image" Target="../media/image66.png"/><Relationship Id="rId148" Type="http://schemas.openxmlformats.org/officeDocument/2006/relationships/customXml" Target="../ink/ink79.xml"/><Relationship Id="rId164" Type="http://schemas.openxmlformats.org/officeDocument/2006/relationships/customXml" Target="../ink/ink87.xml"/><Relationship Id="rId169" Type="http://schemas.openxmlformats.org/officeDocument/2006/relationships/image" Target="../media/image79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26" Type="http://schemas.openxmlformats.org/officeDocument/2006/relationships/image" Target="../media/image13.png"/><Relationship Id="rId47" Type="http://schemas.openxmlformats.org/officeDocument/2006/relationships/customXml" Target="../ink/ink26.xml"/><Relationship Id="rId68" Type="http://schemas.openxmlformats.org/officeDocument/2006/relationships/customXml" Target="../ink/ink39.xml"/><Relationship Id="rId89" Type="http://schemas.openxmlformats.org/officeDocument/2006/relationships/image" Target="../media/image39.png"/><Relationship Id="rId112" Type="http://schemas.openxmlformats.org/officeDocument/2006/relationships/customXml" Target="../ink/ink61.xml"/><Relationship Id="rId133" Type="http://schemas.openxmlformats.org/officeDocument/2006/relationships/image" Target="../media/image61.png"/><Relationship Id="rId154" Type="http://schemas.openxmlformats.org/officeDocument/2006/relationships/customXml" Target="../ink/ink82.xml"/><Relationship Id="rId175" Type="http://schemas.openxmlformats.org/officeDocument/2006/relationships/image" Target="../media/image82.png"/><Relationship Id="rId16" Type="http://schemas.openxmlformats.org/officeDocument/2006/relationships/image" Target="../media/image8.png"/><Relationship Id="rId37" Type="http://schemas.openxmlformats.org/officeDocument/2006/relationships/customXml" Target="../ink/ink18.xml"/><Relationship Id="rId58" Type="http://schemas.openxmlformats.org/officeDocument/2006/relationships/customXml" Target="../ink/ink34.xml"/><Relationship Id="rId79" Type="http://schemas.openxmlformats.org/officeDocument/2006/relationships/image" Target="../media/image34.png"/><Relationship Id="rId102" Type="http://schemas.openxmlformats.org/officeDocument/2006/relationships/customXml" Target="../ink/ink56.xml"/><Relationship Id="rId123" Type="http://schemas.openxmlformats.org/officeDocument/2006/relationships/image" Target="../media/image56.png"/><Relationship Id="rId144" Type="http://schemas.openxmlformats.org/officeDocument/2006/relationships/customXml" Target="../ink/ink77.xml"/><Relationship Id="rId90" Type="http://schemas.openxmlformats.org/officeDocument/2006/relationships/customXml" Target="../ink/ink50.xml"/><Relationship Id="rId165" Type="http://schemas.openxmlformats.org/officeDocument/2006/relationships/image" Target="../media/image77.png"/><Relationship Id="rId27" Type="http://schemas.openxmlformats.org/officeDocument/2006/relationships/customXml" Target="../ink/ink13.xml"/><Relationship Id="rId48" Type="http://schemas.openxmlformats.org/officeDocument/2006/relationships/customXml" Target="../ink/ink27.xml"/><Relationship Id="rId69" Type="http://schemas.openxmlformats.org/officeDocument/2006/relationships/image" Target="../media/image29.png"/><Relationship Id="rId113" Type="http://schemas.openxmlformats.org/officeDocument/2006/relationships/image" Target="../media/image51.png"/><Relationship Id="rId134" Type="http://schemas.openxmlformats.org/officeDocument/2006/relationships/customXml" Target="../ink/ink72.xml"/><Relationship Id="rId80" Type="http://schemas.openxmlformats.org/officeDocument/2006/relationships/customXml" Target="../ink/ink45.xml"/><Relationship Id="rId155" Type="http://schemas.openxmlformats.org/officeDocument/2006/relationships/image" Target="../media/image72.png"/><Relationship Id="rId176" Type="http://schemas.openxmlformats.org/officeDocument/2006/relationships/customXml" Target="../ink/ink93.xml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image" Target="../media/image24.png"/><Relationship Id="rId103" Type="http://schemas.openxmlformats.org/officeDocument/2006/relationships/image" Target="../media/image46.png"/><Relationship Id="rId124" Type="http://schemas.openxmlformats.org/officeDocument/2006/relationships/customXml" Target="../ink/ink67.xml"/><Relationship Id="rId70" Type="http://schemas.openxmlformats.org/officeDocument/2006/relationships/customXml" Target="../ink/ink40.xml"/><Relationship Id="rId91" Type="http://schemas.openxmlformats.org/officeDocument/2006/relationships/image" Target="../media/image40.png"/><Relationship Id="rId145" Type="http://schemas.openxmlformats.org/officeDocument/2006/relationships/image" Target="../media/image67.png"/><Relationship Id="rId166" Type="http://schemas.openxmlformats.org/officeDocument/2006/relationships/customXml" Target="../ink/ink88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0.png"/><Relationship Id="rId13" Type="http://schemas.openxmlformats.org/officeDocument/2006/relationships/customXml" Target="../ink/ink100.xml"/><Relationship Id="rId18" Type="http://schemas.openxmlformats.org/officeDocument/2006/relationships/image" Target="../media/image910.png"/><Relationship Id="rId3" Type="http://schemas.openxmlformats.org/officeDocument/2006/relationships/customXml" Target="../ink/ink95.xml"/><Relationship Id="rId21" Type="http://schemas.openxmlformats.org/officeDocument/2006/relationships/customXml" Target="../ink/ink104.xml"/><Relationship Id="rId7" Type="http://schemas.openxmlformats.org/officeDocument/2006/relationships/customXml" Target="../ink/ink97.xml"/><Relationship Id="rId12" Type="http://schemas.openxmlformats.org/officeDocument/2006/relationships/image" Target="../media/image6100.png"/><Relationship Id="rId17" Type="http://schemas.openxmlformats.org/officeDocument/2006/relationships/customXml" Target="../ink/ink102.xml"/><Relationship Id="rId2" Type="http://schemas.openxmlformats.org/officeDocument/2006/relationships/image" Target="../media/image1.png"/><Relationship Id="rId16" Type="http://schemas.openxmlformats.org/officeDocument/2006/relationships/image" Target="../media/image8100.png"/><Relationship Id="rId20" Type="http://schemas.openxmlformats.org/officeDocument/2006/relationships/image" Target="../media/image10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1.png"/><Relationship Id="rId11" Type="http://schemas.openxmlformats.org/officeDocument/2006/relationships/customXml" Target="../ink/ink99.xml"/><Relationship Id="rId5" Type="http://schemas.openxmlformats.org/officeDocument/2006/relationships/customXml" Target="../ink/ink96.xml"/><Relationship Id="rId15" Type="http://schemas.openxmlformats.org/officeDocument/2006/relationships/customXml" Target="../ink/ink101.xml"/><Relationship Id="rId10" Type="http://schemas.openxmlformats.org/officeDocument/2006/relationships/image" Target="../media/image5100.png"/><Relationship Id="rId19" Type="http://schemas.openxmlformats.org/officeDocument/2006/relationships/customXml" Target="../ink/ink103.xml"/><Relationship Id="rId4" Type="http://schemas.openxmlformats.org/officeDocument/2006/relationships/image" Target="../media/image2100.png"/><Relationship Id="rId9" Type="http://schemas.openxmlformats.org/officeDocument/2006/relationships/customXml" Target="../ink/ink98.xml"/><Relationship Id="rId14" Type="http://schemas.openxmlformats.org/officeDocument/2006/relationships/image" Target="../media/image7100.png"/><Relationship Id="rId22" Type="http://schemas.openxmlformats.org/officeDocument/2006/relationships/image" Target="../media/image111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0.xml"/><Relationship Id="rId18" Type="http://schemas.openxmlformats.org/officeDocument/2006/relationships/image" Target="../media/image1910.png"/><Relationship Id="rId26" Type="http://schemas.openxmlformats.org/officeDocument/2006/relationships/image" Target="../media/image87.png"/><Relationship Id="rId21" Type="http://schemas.openxmlformats.org/officeDocument/2006/relationships/customXml" Target="../ink/ink114.xml"/><Relationship Id="rId34" Type="http://schemas.openxmlformats.org/officeDocument/2006/relationships/image" Target="../media/image91.png"/><Relationship Id="rId7" Type="http://schemas.openxmlformats.org/officeDocument/2006/relationships/customXml" Target="../ink/ink107.xml"/><Relationship Id="rId12" Type="http://schemas.openxmlformats.org/officeDocument/2006/relationships/image" Target="../media/image1610.png"/><Relationship Id="rId17" Type="http://schemas.openxmlformats.org/officeDocument/2006/relationships/customXml" Target="../ink/ink112.xml"/><Relationship Id="rId25" Type="http://schemas.openxmlformats.org/officeDocument/2006/relationships/customXml" Target="../ink/ink116.xml"/><Relationship Id="rId33" Type="http://schemas.openxmlformats.org/officeDocument/2006/relationships/customXml" Target="../ink/ink120.xml"/><Relationship Id="rId38" Type="http://schemas.openxmlformats.org/officeDocument/2006/relationships/image" Target="../media/image93.png"/><Relationship Id="rId2" Type="http://schemas.openxmlformats.org/officeDocument/2006/relationships/image" Target="../media/image1.png"/><Relationship Id="rId16" Type="http://schemas.openxmlformats.org/officeDocument/2006/relationships/image" Target="../media/image1810.png"/><Relationship Id="rId20" Type="http://schemas.openxmlformats.org/officeDocument/2006/relationships/image" Target="../media/image2010.png"/><Relationship Id="rId29" Type="http://schemas.openxmlformats.org/officeDocument/2006/relationships/customXml" Target="../ink/ink1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0.png"/><Relationship Id="rId11" Type="http://schemas.openxmlformats.org/officeDocument/2006/relationships/customXml" Target="../ink/ink109.xml"/><Relationship Id="rId24" Type="http://schemas.openxmlformats.org/officeDocument/2006/relationships/image" Target="../media/image86.png"/><Relationship Id="rId32" Type="http://schemas.openxmlformats.org/officeDocument/2006/relationships/image" Target="../media/image90.png"/><Relationship Id="rId37" Type="http://schemas.openxmlformats.org/officeDocument/2006/relationships/customXml" Target="../ink/ink122.xml"/><Relationship Id="rId5" Type="http://schemas.openxmlformats.org/officeDocument/2006/relationships/customXml" Target="../ink/ink106.xml"/><Relationship Id="rId15" Type="http://schemas.openxmlformats.org/officeDocument/2006/relationships/customXml" Target="../ink/ink111.xml"/><Relationship Id="rId23" Type="http://schemas.openxmlformats.org/officeDocument/2006/relationships/customXml" Target="../ink/ink115.xml"/><Relationship Id="rId28" Type="http://schemas.openxmlformats.org/officeDocument/2006/relationships/image" Target="../media/image88.png"/><Relationship Id="rId36" Type="http://schemas.openxmlformats.org/officeDocument/2006/relationships/image" Target="../media/image92.png"/><Relationship Id="rId10" Type="http://schemas.openxmlformats.org/officeDocument/2006/relationships/image" Target="../media/image1510.png"/><Relationship Id="rId19" Type="http://schemas.openxmlformats.org/officeDocument/2006/relationships/customXml" Target="../ink/ink113.xml"/><Relationship Id="rId31" Type="http://schemas.openxmlformats.org/officeDocument/2006/relationships/customXml" Target="../ink/ink119.xml"/><Relationship Id="rId4" Type="http://schemas.openxmlformats.org/officeDocument/2006/relationships/image" Target="../media/image1210.png"/><Relationship Id="rId9" Type="http://schemas.openxmlformats.org/officeDocument/2006/relationships/customXml" Target="../ink/ink108.xml"/><Relationship Id="rId14" Type="http://schemas.openxmlformats.org/officeDocument/2006/relationships/image" Target="../media/image1710.png"/><Relationship Id="rId22" Type="http://schemas.openxmlformats.org/officeDocument/2006/relationships/image" Target="../media/image85.png"/><Relationship Id="rId27" Type="http://schemas.openxmlformats.org/officeDocument/2006/relationships/customXml" Target="../ink/ink117.xml"/><Relationship Id="rId30" Type="http://schemas.openxmlformats.org/officeDocument/2006/relationships/image" Target="../media/image89.png"/><Relationship Id="rId35" Type="http://schemas.openxmlformats.org/officeDocument/2006/relationships/customXml" Target="../ink/ink121.xml"/><Relationship Id="rId8" Type="http://schemas.openxmlformats.org/officeDocument/2006/relationships/image" Target="../media/image1410.png"/><Relationship Id="rId3" Type="http://schemas.openxmlformats.org/officeDocument/2006/relationships/customXml" Target="../ink/ink105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6.png"/><Relationship Id="rId21" Type="http://schemas.openxmlformats.org/officeDocument/2006/relationships/customXml" Target="../ink/ink130.xml"/><Relationship Id="rId42" Type="http://schemas.openxmlformats.org/officeDocument/2006/relationships/image" Target="../media/image104.png"/><Relationship Id="rId47" Type="http://schemas.openxmlformats.org/officeDocument/2006/relationships/customXml" Target="../ink/ink143.xml"/><Relationship Id="rId63" Type="http://schemas.openxmlformats.org/officeDocument/2006/relationships/customXml" Target="../ink/ink151.xml"/><Relationship Id="rId68" Type="http://schemas.openxmlformats.org/officeDocument/2006/relationships/image" Target="../media/image117.png"/><Relationship Id="rId84" Type="http://schemas.openxmlformats.org/officeDocument/2006/relationships/image" Target="../media/image125.png"/><Relationship Id="rId89" Type="http://schemas.openxmlformats.org/officeDocument/2006/relationships/customXml" Target="../ink/ink164.xml"/><Relationship Id="rId16" Type="http://schemas.openxmlformats.org/officeDocument/2006/relationships/image" Target="../media/image90.png"/><Relationship Id="rId11" Type="http://schemas.openxmlformats.org/officeDocument/2006/relationships/customXml" Target="../ink/ink125.xml"/><Relationship Id="rId32" Type="http://schemas.openxmlformats.org/officeDocument/2006/relationships/image" Target="../media/image99.png"/><Relationship Id="rId37" Type="http://schemas.openxmlformats.org/officeDocument/2006/relationships/customXml" Target="../ink/ink138.xml"/><Relationship Id="rId53" Type="http://schemas.openxmlformats.org/officeDocument/2006/relationships/customXml" Target="../ink/ink146.xml"/><Relationship Id="rId58" Type="http://schemas.openxmlformats.org/officeDocument/2006/relationships/image" Target="../media/image112.png"/><Relationship Id="rId74" Type="http://schemas.openxmlformats.org/officeDocument/2006/relationships/image" Target="../media/image120.png"/><Relationship Id="rId79" Type="http://schemas.openxmlformats.org/officeDocument/2006/relationships/customXml" Target="../ink/ink159.xml"/><Relationship Id="rId90" Type="http://schemas.openxmlformats.org/officeDocument/2006/relationships/image" Target="../media/image128.png"/><Relationship Id="rId95" Type="http://schemas.openxmlformats.org/officeDocument/2006/relationships/customXml" Target="../ink/ink167.xml"/><Relationship Id="rId22" Type="http://schemas.openxmlformats.org/officeDocument/2006/relationships/image" Target="../media/image94.png"/><Relationship Id="rId27" Type="http://schemas.openxmlformats.org/officeDocument/2006/relationships/customXml" Target="../ink/ink133.xml"/><Relationship Id="rId43" Type="http://schemas.openxmlformats.org/officeDocument/2006/relationships/customXml" Target="../ink/ink141.xml"/><Relationship Id="rId48" Type="http://schemas.openxmlformats.org/officeDocument/2006/relationships/image" Target="../media/image107.png"/><Relationship Id="rId64" Type="http://schemas.openxmlformats.org/officeDocument/2006/relationships/image" Target="../media/image115.png"/><Relationship Id="rId69" Type="http://schemas.openxmlformats.org/officeDocument/2006/relationships/customXml" Target="../ink/ink154.xml"/><Relationship Id="rId8" Type="http://schemas.openxmlformats.org/officeDocument/2006/relationships/image" Target="../media/image1410.png"/><Relationship Id="rId51" Type="http://schemas.openxmlformats.org/officeDocument/2006/relationships/customXml" Target="../ink/ink145.xml"/><Relationship Id="rId72" Type="http://schemas.openxmlformats.org/officeDocument/2006/relationships/image" Target="../media/image119.png"/><Relationship Id="rId80" Type="http://schemas.openxmlformats.org/officeDocument/2006/relationships/image" Target="../media/image123.png"/><Relationship Id="rId85" Type="http://schemas.openxmlformats.org/officeDocument/2006/relationships/customXml" Target="../ink/ink162.xml"/><Relationship Id="rId93" Type="http://schemas.openxmlformats.org/officeDocument/2006/relationships/customXml" Target="../ink/ink166.xml"/><Relationship Id="rId98" Type="http://schemas.openxmlformats.org/officeDocument/2006/relationships/image" Target="../media/image132.png"/><Relationship Id="rId3" Type="http://schemas.openxmlformats.org/officeDocument/2006/relationships/customXml" Target="../ink/ink123.xml"/><Relationship Id="rId12" Type="http://schemas.openxmlformats.org/officeDocument/2006/relationships/image" Target="../media/image1610.png"/><Relationship Id="rId17" Type="http://schemas.openxmlformats.org/officeDocument/2006/relationships/customXml" Target="../ink/ink128.xml"/><Relationship Id="rId25" Type="http://schemas.openxmlformats.org/officeDocument/2006/relationships/customXml" Target="../ink/ink132.xml"/><Relationship Id="rId33" Type="http://schemas.openxmlformats.org/officeDocument/2006/relationships/customXml" Target="../ink/ink136.xml"/><Relationship Id="rId38" Type="http://schemas.openxmlformats.org/officeDocument/2006/relationships/image" Target="../media/image102.png"/><Relationship Id="rId46" Type="http://schemas.openxmlformats.org/officeDocument/2006/relationships/image" Target="../media/image106.png"/><Relationship Id="rId59" Type="http://schemas.openxmlformats.org/officeDocument/2006/relationships/customXml" Target="../ink/ink149.xml"/><Relationship Id="rId67" Type="http://schemas.openxmlformats.org/officeDocument/2006/relationships/customXml" Target="../ink/ink153.xml"/><Relationship Id="rId20" Type="http://schemas.openxmlformats.org/officeDocument/2006/relationships/image" Target="../media/image92.png"/><Relationship Id="rId41" Type="http://schemas.openxmlformats.org/officeDocument/2006/relationships/customXml" Target="../ink/ink140.xml"/><Relationship Id="rId54" Type="http://schemas.openxmlformats.org/officeDocument/2006/relationships/image" Target="../media/image110.png"/><Relationship Id="rId62" Type="http://schemas.openxmlformats.org/officeDocument/2006/relationships/image" Target="../media/image114.png"/><Relationship Id="rId70" Type="http://schemas.openxmlformats.org/officeDocument/2006/relationships/image" Target="../media/image118.png"/><Relationship Id="rId75" Type="http://schemas.openxmlformats.org/officeDocument/2006/relationships/customXml" Target="../ink/ink157.xml"/><Relationship Id="rId83" Type="http://schemas.openxmlformats.org/officeDocument/2006/relationships/customXml" Target="../ink/ink161.xml"/><Relationship Id="rId88" Type="http://schemas.openxmlformats.org/officeDocument/2006/relationships/image" Target="../media/image127.png"/><Relationship Id="rId91" Type="http://schemas.openxmlformats.org/officeDocument/2006/relationships/customXml" Target="../ink/ink165.xml"/><Relationship Id="rId96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15" Type="http://schemas.openxmlformats.org/officeDocument/2006/relationships/customXml" Target="../ink/ink127.xml"/><Relationship Id="rId23" Type="http://schemas.openxmlformats.org/officeDocument/2006/relationships/customXml" Target="../ink/ink131.xml"/><Relationship Id="rId28" Type="http://schemas.openxmlformats.org/officeDocument/2006/relationships/image" Target="../media/image97.png"/><Relationship Id="rId36" Type="http://schemas.openxmlformats.org/officeDocument/2006/relationships/image" Target="../media/image101.png"/><Relationship Id="rId49" Type="http://schemas.openxmlformats.org/officeDocument/2006/relationships/customXml" Target="../ink/ink144.xml"/><Relationship Id="rId57" Type="http://schemas.openxmlformats.org/officeDocument/2006/relationships/customXml" Target="../ink/ink148.xml"/><Relationship Id="rId10" Type="http://schemas.openxmlformats.org/officeDocument/2006/relationships/image" Target="../media/image1510.png"/><Relationship Id="rId31" Type="http://schemas.openxmlformats.org/officeDocument/2006/relationships/customXml" Target="../ink/ink135.xml"/><Relationship Id="rId44" Type="http://schemas.openxmlformats.org/officeDocument/2006/relationships/image" Target="../media/image105.png"/><Relationship Id="rId52" Type="http://schemas.openxmlformats.org/officeDocument/2006/relationships/image" Target="../media/image109.png"/><Relationship Id="rId60" Type="http://schemas.openxmlformats.org/officeDocument/2006/relationships/image" Target="../media/image113.png"/><Relationship Id="rId65" Type="http://schemas.openxmlformats.org/officeDocument/2006/relationships/customXml" Target="../ink/ink152.xml"/><Relationship Id="rId73" Type="http://schemas.openxmlformats.org/officeDocument/2006/relationships/customXml" Target="../ink/ink156.xml"/><Relationship Id="rId78" Type="http://schemas.openxmlformats.org/officeDocument/2006/relationships/image" Target="../media/image122.png"/><Relationship Id="rId81" Type="http://schemas.openxmlformats.org/officeDocument/2006/relationships/customXml" Target="../ink/ink160.xml"/><Relationship Id="rId86" Type="http://schemas.openxmlformats.org/officeDocument/2006/relationships/image" Target="../media/image126.png"/><Relationship Id="rId94" Type="http://schemas.openxmlformats.org/officeDocument/2006/relationships/image" Target="../media/image130.png"/><Relationship Id="rId9" Type="http://schemas.openxmlformats.org/officeDocument/2006/relationships/customXml" Target="../ink/ink124.xml"/><Relationship Id="rId13" Type="http://schemas.openxmlformats.org/officeDocument/2006/relationships/customXml" Target="../ink/ink126.xml"/><Relationship Id="rId18" Type="http://schemas.openxmlformats.org/officeDocument/2006/relationships/image" Target="../media/image91.png"/><Relationship Id="rId39" Type="http://schemas.openxmlformats.org/officeDocument/2006/relationships/customXml" Target="../ink/ink139.xml"/><Relationship Id="rId34" Type="http://schemas.openxmlformats.org/officeDocument/2006/relationships/image" Target="../media/image100.png"/><Relationship Id="rId50" Type="http://schemas.openxmlformats.org/officeDocument/2006/relationships/image" Target="../media/image108.png"/><Relationship Id="rId55" Type="http://schemas.openxmlformats.org/officeDocument/2006/relationships/customXml" Target="../ink/ink147.xml"/><Relationship Id="rId76" Type="http://schemas.openxmlformats.org/officeDocument/2006/relationships/image" Target="../media/image121.png"/><Relationship Id="rId97" Type="http://schemas.openxmlformats.org/officeDocument/2006/relationships/customXml" Target="../ink/ink168.xml"/><Relationship Id="rId71" Type="http://schemas.openxmlformats.org/officeDocument/2006/relationships/customXml" Target="../ink/ink155.xml"/><Relationship Id="rId92" Type="http://schemas.openxmlformats.org/officeDocument/2006/relationships/image" Target="../media/image129.png"/><Relationship Id="rId2" Type="http://schemas.openxmlformats.org/officeDocument/2006/relationships/image" Target="../media/image1.png"/><Relationship Id="rId29" Type="http://schemas.openxmlformats.org/officeDocument/2006/relationships/customXml" Target="../ink/ink134.xml"/><Relationship Id="rId24" Type="http://schemas.openxmlformats.org/officeDocument/2006/relationships/image" Target="../media/image95.png"/><Relationship Id="rId40" Type="http://schemas.openxmlformats.org/officeDocument/2006/relationships/image" Target="../media/image103.png"/><Relationship Id="rId45" Type="http://schemas.openxmlformats.org/officeDocument/2006/relationships/customXml" Target="../ink/ink142.xml"/><Relationship Id="rId66" Type="http://schemas.openxmlformats.org/officeDocument/2006/relationships/image" Target="../media/image116.png"/><Relationship Id="rId87" Type="http://schemas.openxmlformats.org/officeDocument/2006/relationships/customXml" Target="../ink/ink163.xml"/><Relationship Id="rId61" Type="http://schemas.openxmlformats.org/officeDocument/2006/relationships/customXml" Target="../ink/ink150.xml"/><Relationship Id="rId82" Type="http://schemas.openxmlformats.org/officeDocument/2006/relationships/image" Target="../media/image124.png"/><Relationship Id="rId19" Type="http://schemas.openxmlformats.org/officeDocument/2006/relationships/customXml" Target="../ink/ink129.xml"/><Relationship Id="rId14" Type="http://schemas.openxmlformats.org/officeDocument/2006/relationships/image" Target="../media/image1710.png"/><Relationship Id="rId30" Type="http://schemas.openxmlformats.org/officeDocument/2006/relationships/image" Target="../media/image98.png"/><Relationship Id="rId35" Type="http://schemas.openxmlformats.org/officeDocument/2006/relationships/customXml" Target="../ink/ink137.xml"/><Relationship Id="rId56" Type="http://schemas.openxmlformats.org/officeDocument/2006/relationships/image" Target="../media/image111.png"/><Relationship Id="rId77" Type="http://schemas.openxmlformats.org/officeDocument/2006/relationships/customXml" Target="../ink/ink158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png"/><Relationship Id="rId18" Type="http://schemas.openxmlformats.org/officeDocument/2006/relationships/customXml" Target="../ink/ink177.xml"/><Relationship Id="rId26" Type="http://schemas.openxmlformats.org/officeDocument/2006/relationships/customXml" Target="../ink/ink181.xml"/><Relationship Id="rId39" Type="http://schemas.openxmlformats.org/officeDocument/2006/relationships/image" Target="../media/image151.png"/><Relationship Id="rId21" Type="http://schemas.openxmlformats.org/officeDocument/2006/relationships/image" Target="../media/image142.png"/><Relationship Id="rId34" Type="http://schemas.openxmlformats.org/officeDocument/2006/relationships/customXml" Target="../ink/ink185.xml"/><Relationship Id="rId42" Type="http://schemas.openxmlformats.org/officeDocument/2006/relationships/customXml" Target="../ink/ink189.xml"/><Relationship Id="rId47" Type="http://schemas.openxmlformats.org/officeDocument/2006/relationships/image" Target="../media/image155.png"/><Relationship Id="rId50" Type="http://schemas.openxmlformats.org/officeDocument/2006/relationships/customXml" Target="../ink/ink193.xml"/><Relationship Id="rId55" Type="http://schemas.openxmlformats.org/officeDocument/2006/relationships/image" Target="../media/image159.png"/><Relationship Id="rId63" Type="http://schemas.openxmlformats.org/officeDocument/2006/relationships/image" Target="../media/image163.png"/><Relationship Id="rId7" Type="http://schemas.openxmlformats.org/officeDocument/2006/relationships/image" Target="../media/image135.png"/><Relationship Id="rId2" Type="http://schemas.openxmlformats.org/officeDocument/2006/relationships/customXml" Target="../ink/ink169.xml"/><Relationship Id="rId16" Type="http://schemas.openxmlformats.org/officeDocument/2006/relationships/customXml" Target="../ink/ink176.xml"/><Relationship Id="rId29" Type="http://schemas.openxmlformats.org/officeDocument/2006/relationships/image" Target="../media/image146.png"/><Relationship Id="rId11" Type="http://schemas.openxmlformats.org/officeDocument/2006/relationships/image" Target="../media/image137.png"/><Relationship Id="rId24" Type="http://schemas.openxmlformats.org/officeDocument/2006/relationships/customXml" Target="../ink/ink180.xml"/><Relationship Id="rId32" Type="http://schemas.openxmlformats.org/officeDocument/2006/relationships/customXml" Target="../ink/ink184.xml"/><Relationship Id="rId37" Type="http://schemas.openxmlformats.org/officeDocument/2006/relationships/image" Target="../media/image150.png"/><Relationship Id="rId40" Type="http://schemas.openxmlformats.org/officeDocument/2006/relationships/customXml" Target="../ink/ink188.xml"/><Relationship Id="rId45" Type="http://schemas.openxmlformats.org/officeDocument/2006/relationships/image" Target="../media/image154.png"/><Relationship Id="rId53" Type="http://schemas.openxmlformats.org/officeDocument/2006/relationships/image" Target="../media/image158.png"/><Relationship Id="rId58" Type="http://schemas.openxmlformats.org/officeDocument/2006/relationships/customXml" Target="../ink/ink197.xml"/><Relationship Id="rId5" Type="http://schemas.openxmlformats.org/officeDocument/2006/relationships/image" Target="../media/image134.png"/><Relationship Id="rId61" Type="http://schemas.openxmlformats.org/officeDocument/2006/relationships/image" Target="../media/image162.png"/><Relationship Id="rId19" Type="http://schemas.openxmlformats.org/officeDocument/2006/relationships/image" Target="../media/image141.png"/><Relationship Id="rId14" Type="http://schemas.openxmlformats.org/officeDocument/2006/relationships/customXml" Target="../ink/ink175.xml"/><Relationship Id="rId22" Type="http://schemas.openxmlformats.org/officeDocument/2006/relationships/customXml" Target="../ink/ink179.xml"/><Relationship Id="rId27" Type="http://schemas.openxmlformats.org/officeDocument/2006/relationships/image" Target="../media/image145.png"/><Relationship Id="rId30" Type="http://schemas.openxmlformats.org/officeDocument/2006/relationships/customXml" Target="../ink/ink183.xml"/><Relationship Id="rId35" Type="http://schemas.openxmlformats.org/officeDocument/2006/relationships/image" Target="../media/image149.png"/><Relationship Id="rId43" Type="http://schemas.openxmlformats.org/officeDocument/2006/relationships/image" Target="../media/image153.png"/><Relationship Id="rId48" Type="http://schemas.openxmlformats.org/officeDocument/2006/relationships/customXml" Target="../ink/ink192.xml"/><Relationship Id="rId56" Type="http://schemas.openxmlformats.org/officeDocument/2006/relationships/customXml" Target="../ink/ink196.xml"/><Relationship Id="rId8" Type="http://schemas.openxmlformats.org/officeDocument/2006/relationships/customXml" Target="../ink/ink172.xml"/><Relationship Id="rId51" Type="http://schemas.openxmlformats.org/officeDocument/2006/relationships/image" Target="../media/image157.png"/><Relationship Id="rId3" Type="http://schemas.openxmlformats.org/officeDocument/2006/relationships/image" Target="../media/image133.png"/><Relationship Id="rId12" Type="http://schemas.openxmlformats.org/officeDocument/2006/relationships/customXml" Target="../ink/ink174.xml"/><Relationship Id="rId17" Type="http://schemas.openxmlformats.org/officeDocument/2006/relationships/image" Target="../media/image140.png"/><Relationship Id="rId25" Type="http://schemas.openxmlformats.org/officeDocument/2006/relationships/image" Target="../media/image144.png"/><Relationship Id="rId33" Type="http://schemas.openxmlformats.org/officeDocument/2006/relationships/image" Target="../media/image148.png"/><Relationship Id="rId38" Type="http://schemas.openxmlformats.org/officeDocument/2006/relationships/customXml" Target="../ink/ink187.xml"/><Relationship Id="rId46" Type="http://schemas.openxmlformats.org/officeDocument/2006/relationships/customXml" Target="../ink/ink191.xml"/><Relationship Id="rId59" Type="http://schemas.openxmlformats.org/officeDocument/2006/relationships/image" Target="../media/image161.png"/><Relationship Id="rId20" Type="http://schemas.openxmlformats.org/officeDocument/2006/relationships/customXml" Target="../ink/ink178.xml"/><Relationship Id="rId41" Type="http://schemas.openxmlformats.org/officeDocument/2006/relationships/image" Target="../media/image152.png"/><Relationship Id="rId54" Type="http://schemas.openxmlformats.org/officeDocument/2006/relationships/customXml" Target="../ink/ink195.xml"/><Relationship Id="rId62" Type="http://schemas.openxmlformats.org/officeDocument/2006/relationships/customXml" Target="../ink/ink19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1.xml"/><Relationship Id="rId15" Type="http://schemas.openxmlformats.org/officeDocument/2006/relationships/image" Target="../media/image139.png"/><Relationship Id="rId23" Type="http://schemas.openxmlformats.org/officeDocument/2006/relationships/image" Target="../media/image143.png"/><Relationship Id="rId28" Type="http://schemas.openxmlformats.org/officeDocument/2006/relationships/customXml" Target="../ink/ink182.xml"/><Relationship Id="rId36" Type="http://schemas.openxmlformats.org/officeDocument/2006/relationships/customXml" Target="../ink/ink186.xml"/><Relationship Id="rId49" Type="http://schemas.openxmlformats.org/officeDocument/2006/relationships/image" Target="../media/image156.png"/><Relationship Id="rId57" Type="http://schemas.openxmlformats.org/officeDocument/2006/relationships/image" Target="../media/image160.png"/><Relationship Id="rId10" Type="http://schemas.openxmlformats.org/officeDocument/2006/relationships/customXml" Target="../ink/ink173.xml"/><Relationship Id="rId31" Type="http://schemas.openxmlformats.org/officeDocument/2006/relationships/image" Target="../media/image147.png"/><Relationship Id="rId44" Type="http://schemas.openxmlformats.org/officeDocument/2006/relationships/customXml" Target="../ink/ink190.xml"/><Relationship Id="rId52" Type="http://schemas.openxmlformats.org/officeDocument/2006/relationships/customXml" Target="../ink/ink194.xml"/><Relationship Id="rId60" Type="http://schemas.openxmlformats.org/officeDocument/2006/relationships/customXml" Target="../ink/ink198.xml"/><Relationship Id="rId4" Type="http://schemas.openxmlformats.org/officeDocument/2006/relationships/customXml" Target="../ink/ink170.xml"/><Relationship Id="rId9" Type="http://schemas.openxmlformats.org/officeDocument/2006/relationships/image" Target="../media/image136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9.png"/><Relationship Id="rId18" Type="http://schemas.openxmlformats.org/officeDocument/2006/relationships/customXml" Target="../ink/ink208.xml"/><Relationship Id="rId26" Type="http://schemas.openxmlformats.org/officeDocument/2006/relationships/customXml" Target="../ink/ink212.xml"/><Relationship Id="rId39" Type="http://schemas.openxmlformats.org/officeDocument/2006/relationships/image" Target="../media/image182.png"/><Relationship Id="rId21" Type="http://schemas.openxmlformats.org/officeDocument/2006/relationships/image" Target="../media/image173.png"/><Relationship Id="rId34" Type="http://schemas.openxmlformats.org/officeDocument/2006/relationships/customXml" Target="../ink/ink216.xml"/><Relationship Id="rId42" Type="http://schemas.openxmlformats.org/officeDocument/2006/relationships/customXml" Target="../ink/ink220.xml"/><Relationship Id="rId47" Type="http://schemas.openxmlformats.org/officeDocument/2006/relationships/image" Target="../media/image186.png"/><Relationship Id="rId50" Type="http://schemas.openxmlformats.org/officeDocument/2006/relationships/customXml" Target="../ink/ink224.xml"/><Relationship Id="rId55" Type="http://schemas.openxmlformats.org/officeDocument/2006/relationships/image" Target="../media/image190.png"/><Relationship Id="rId7" Type="http://schemas.openxmlformats.org/officeDocument/2006/relationships/image" Target="../media/image166.png"/><Relationship Id="rId2" Type="http://schemas.openxmlformats.org/officeDocument/2006/relationships/customXml" Target="../ink/ink200.xml"/><Relationship Id="rId16" Type="http://schemas.openxmlformats.org/officeDocument/2006/relationships/customXml" Target="../ink/ink207.xml"/><Relationship Id="rId29" Type="http://schemas.openxmlformats.org/officeDocument/2006/relationships/image" Target="../media/image177.png"/><Relationship Id="rId11" Type="http://schemas.openxmlformats.org/officeDocument/2006/relationships/image" Target="../media/image168.png"/><Relationship Id="rId24" Type="http://schemas.openxmlformats.org/officeDocument/2006/relationships/customXml" Target="../ink/ink211.xml"/><Relationship Id="rId32" Type="http://schemas.openxmlformats.org/officeDocument/2006/relationships/customXml" Target="../ink/ink215.xml"/><Relationship Id="rId37" Type="http://schemas.openxmlformats.org/officeDocument/2006/relationships/image" Target="../media/image181.png"/><Relationship Id="rId40" Type="http://schemas.openxmlformats.org/officeDocument/2006/relationships/customXml" Target="../ink/ink219.xml"/><Relationship Id="rId45" Type="http://schemas.openxmlformats.org/officeDocument/2006/relationships/image" Target="../media/image185.png"/><Relationship Id="rId53" Type="http://schemas.openxmlformats.org/officeDocument/2006/relationships/image" Target="../media/image189.png"/><Relationship Id="rId5" Type="http://schemas.openxmlformats.org/officeDocument/2006/relationships/image" Target="../media/image165.png"/><Relationship Id="rId19" Type="http://schemas.openxmlformats.org/officeDocument/2006/relationships/image" Target="../media/image172.png"/><Relationship Id="rId4" Type="http://schemas.openxmlformats.org/officeDocument/2006/relationships/customXml" Target="../ink/ink201.xml"/><Relationship Id="rId9" Type="http://schemas.openxmlformats.org/officeDocument/2006/relationships/image" Target="../media/image167.png"/><Relationship Id="rId14" Type="http://schemas.openxmlformats.org/officeDocument/2006/relationships/customXml" Target="../ink/ink206.xml"/><Relationship Id="rId22" Type="http://schemas.openxmlformats.org/officeDocument/2006/relationships/customXml" Target="../ink/ink210.xml"/><Relationship Id="rId27" Type="http://schemas.openxmlformats.org/officeDocument/2006/relationships/image" Target="../media/image176.png"/><Relationship Id="rId30" Type="http://schemas.openxmlformats.org/officeDocument/2006/relationships/customXml" Target="../ink/ink214.xml"/><Relationship Id="rId35" Type="http://schemas.openxmlformats.org/officeDocument/2006/relationships/image" Target="../media/image180.png"/><Relationship Id="rId43" Type="http://schemas.openxmlformats.org/officeDocument/2006/relationships/image" Target="../media/image184.png"/><Relationship Id="rId48" Type="http://schemas.openxmlformats.org/officeDocument/2006/relationships/customXml" Target="../ink/ink223.xml"/><Relationship Id="rId56" Type="http://schemas.openxmlformats.org/officeDocument/2006/relationships/customXml" Target="../ink/ink227.xml"/><Relationship Id="rId8" Type="http://schemas.openxmlformats.org/officeDocument/2006/relationships/customXml" Target="../ink/ink203.xml"/><Relationship Id="rId51" Type="http://schemas.openxmlformats.org/officeDocument/2006/relationships/image" Target="../media/image188.png"/><Relationship Id="rId3" Type="http://schemas.openxmlformats.org/officeDocument/2006/relationships/image" Target="../media/image164.png"/><Relationship Id="rId12" Type="http://schemas.openxmlformats.org/officeDocument/2006/relationships/customXml" Target="../ink/ink205.xml"/><Relationship Id="rId17" Type="http://schemas.openxmlformats.org/officeDocument/2006/relationships/image" Target="../media/image171.png"/><Relationship Id="rId25" Type="http://schemas.openxmlformats.org/officeDocument/2006/relationships/image" Target="../media/image175.png"/><Relationship Id="rId33" Type="http://schemas.openxmlformats.org/officeDocument/2006/relationships/image" Target="../media/image179.png"/><Relationship Id="rId38" Type="http://schemas.openxmlformats.org/officeDocument/2006/relationships/customXml" Target="../ink/ink218.xml"/><Relationship Id="rId46" Type="http://schemas.openxmlformats.org/officeDocument/2006/relationships/customXml" Target="../ink/ink222.xml"/><Relationship Id="rId20" Type="http://schemas.openxmlformats.org/officeDocument/2006/relationships/customXml" Target="../ink/ink209.xml"/><Relationship Id="rId41" Type="http://schemas.openxmlformats.org/officeDocument/2006/relationships/image" Target="../media/image183.png"/><Relationship Id="rId54" Type="http://schemas.openxmlformats.org/officeDocument/2006/relationships/customXml" Target="../ink/ink2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2.xml"/><Relationship Id="rId15" Type="http://schemas.openxmlformats.org/officeDocument/2006/relationships/image" Target="../media/image170.png"/><Relationship Id="rId23" Type="http://schemas.openxmlformats.org/officeDocument/2006/relationships/image" Target="../media/image174.png"/><Relationship Id="rId28" Type="http://schemas.openxmlformats.org/officeDocument/2006/relationships/customXml" Target="../ink/ink213.xml"/><Relationship Id="rId36" Type="http://schemas.openxmlformats.org/officeDocument/2006/relationships/customXml" Target="../ink/ink217.xml"/><Relationship Id="rId49" Type="http://schemas.openxmlformats.org/officeDocument/2006/relationships/image" Target="../media/image187.png"/><Relationship Id="rId57" Type="http://schemas.openxmlformats.org/officeDocument/2006/relationships/image" Target="../media/image191.png"/><Relationship Id="rId10" Type="http://schemas.openxmlformats.org/officeDocument/2006/relationships/customXml" Target="../ink/ink204.xml"/><Relationship Id="rId31" Type="http://schemas.openxmlformats.org/officeDocument/2006/relationships/image" Target="../media/image178.png"/><Relationship Id="rId44" Type="http://schemas.openxmlformats.org/officeDocument/2006/relationships/customXml" Target="../ink/ink221.xml"/><Relationship Id="rId52" Type="http://schemas.openxmlformats.org/officeDocument/2006/relationships/customXml" Target="../ink/ink225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7.png"/><Relationship Id="rId18" Type="http://schemas.openxmlformats.org/officeDocument/2006/relationships/customXml" Target="../ink/ink236.xml"/><Relationship Id="rId26" Type="http://schemas.openxmlformats.org/officeDocument/2006/relationships/customXml" Target="../ink/ink240.xml"/><Relationship Id="rId39" Type="http://schemas.openxmlformats.org/officeDocument/2006/relationships/image" Target="../media/image210.png"/><Relationship Id="rId21" Type="http://schemas.openxmlformats.org/officeDocument/2006/relationships/image" Target="../media/image201.png"/><Relationship Id="rId34" Type="http://schemas.openxmlformats.org/officeDocument/2006/relationships/customXml" Target="../ink/ink244.xml"/><Relationship Id="rId42" Type="http://schemas.openxmlformats.org/officeDocument/2006/relationships/customXml" Target="../ink/ink248.xml"/><Relationship Id="rId47" Type="http://schemas.openxmlformats.org/officeDocument/2006/relationships/image" Target="../media/image214.png"/><Relationship Id="rId7" Type="http://schemas.openxmlformats.org/officeDocument/2006/relationships/image" Target="../media/image194.png"/><Relationship Id="rId2" Type="http://schemas.openxmlformats.org/officeDocument/2006/relationships/customXml" Target="../ink/ink228.xml"/><Relationship Id="rId16" Type="http://schemas.openxmlformats.org/officeDocument/2006/relationships/customXml" Target="../ink/ink235.xml"/><Relationship Id="rId29" Type="http://schemas.openxmlformats.org/officeDocument/2006/relationships/image" Target="../media/image205.png"/><Relationship Id="rId11" Type="http://schemas.openxmlformats.org/officeDocument/2006/relationships/image" Target="../media/image196.png"/><Relationship Id="rId24" Type="http://schemas.openxmlformats.org/officeDocument/2006/relationships/customXml" Target="../ink/ink239.xml"/><Relationship Id="rId32" Type="http://schemas.openxmlformats.org/officeDocument/2006/relationships/customXml" Target="../ink/ink243.xml"/><Relationship Id="rId37" Type="http://schemas.openxmlformats.org/officeDocument/2006/relationships/image" Target="../media/image209.png"/><Relationship Id="rId40" Type="http://schemas.openxmlformats.org/officeDocument/2006/relationships/customXml" Target="../ink/ink247.xml"/><Relationship Id="rId45" Type="http://schemas.openxmlformats.org/officeDocument/2006/relationships/image" Target="../media/image213.png"/><Relationship Id="rId5" Type="http://schemas.openxmlformats.org/officeDocument/2006/relationships/image" Target="../media/image193.png"/><Relationship Id="rId15" Type="http://schemas.openxmlformats.org/officeDocument/2006/relationships/image" Target="../media/image198.png"/><Relationship Id="rId23" Type="http://schemas.openxmlformats.org/officeDocument/2006/relationships/image" Target="../media/image202.png"/><Relationship Id="rId28" Type="http://schemas.openxmlformats.org/officeDocument/2006/relationships/customXml" Target="../ink/ink241.xml"/><Relationship Id="rId36" Type="http://schemas.openxmlformats.org/officeDocument/2006/relationships/customXml" Target="../ink/ink245.xml"/><Relationship Id="rId49" Type="http://schemas.openxmlformats.org/officeDocument/2006/relationships/image" Target="../media/image215.png"/><Relationship Id="rId10" Type="http://schemas.openxmlformats.org/officeDocument/2006/relationships/customXml" Target="../ink/ink232.xml"/><Relationship Id="rId19" Type="http://schemas.openxmlformats.org/officeDocument/2006/relationships/image" Target="../media/image200.png"/><Relationship Id="rId31" Type="http://schemas.openxmlformats.org/officeDocument/2006/relationships/image" Target="../media/image206.png"/><Relationship Id="rId44" Type="http://schemas.openxmlformats.org/officeDocument/2006/relationships/customXml" Target="../ink/ink249.xml"/><Relationship Id="rId4" Type="http://schemas.openxmlformats.org/officeDocument/2006/relationships/customXml" Target="../ink/ink229.xml"/><Relationship Id="rId9" Type="http://schemas.openxmlformats.org/officeDocument/2006/relationships/image" Target="../media/image195.png"/><Relationship Id="rId14" Type="http://schemas.openxmlformats.org/officeDocument/2006/relationships/customXml" Target="../ink/ink234.xml"/><Relationship Id="rId22" Type="http://schemas.openxmlformats.org/officeDocument/2006/relationships/customXml" Target="../ink/ink238.xml"/><Relationship Id="rId27" Type="http://schemas.openxmlformats.org/officeDocument/2006/relationships/image" Target="../media/image204.png"/><Relationship Id="rId30" Type="http://schemas.openxmlformats.org/officeDocument/2006/relationships/customXml" Target="../ink/ink242.xml"/><Relationship Id="rId35" Type="http://schemas.openxmlformats.org/officeDocument/2006/relationships/image" Target="../media/image208.png"/><Relationship Id="rId43" Type="http://schemas.openxmlformats.org/officeDocument/2006/relationships/image" Target="../media/image212.png"/><Relationship Id="rId48" Type="http://schemas.openxmlformats.org/officeDocument/2006/relationships/customXml" Target="../ink/ink251.xml"/><Relationship Id="rId8" Type="http://schemas.openxmlformats.org/officeDocument/2006/relationships/customXml" Target="../ink/ink231.xml"/><Relationship Id="rId3" Type="http://schemas.openxmlformats.org/officeDocument/2006/relationships/image" Target="../media/image192.png"/><Relationship Id="rId12" Type="http://schemas.openxmlformats.org/officeDocument/2006/relationships/customXml" Target="../ink/ink233.xml"/><Relationship Id="rId17" Type="http://schemas.openxmlformats.org/officeDocument/2006/relationships/image" Target="../media/image199.png"/><Relationship Id="rId25" Type="http://schemas.openxmlformats.org/officeDocument/2006/relationships/image" Target="../media/image203.png"/><Relationship Id="rId33" Type="http://schemas.openxmlformats.org/officeDocument/2006/relationships/image" Target="../media/image207.png"/><Relationship Id="rId38" Type="http://schemas.openxmlformats.org/officeDocument/2006/relationships/customXml" Target="../ink/ink246.xml"/><Relationship Id="rId46" Type="http://schemas.openxmlformats.org/officeDocument/2006/relationships/customXml" Target="../ink/ink250.xml"/><Relationship Id="rId20" Type="http://schemas.openxmlformats.org/officeDocument/2006/relationships/customXml" Target="../ink/ink237.xml"/><Relationship Id="rId41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0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8.png"/><Relationship Id="rId21" Type="http://schemas.openxmlformats.org/officeDocument/2006/relationships/customXml" Target="../ink/ink261.xml"/><Relationship Id="rId42" Type="http://schemas.openxmlformats.org/officeDocument/2006/relationships/image" Target="../media/image236.png"/><Relationship Id="rId47" Type="http://schemas.openxmlformats.org/officeDocument/2006/relationships/customXml" Target="../ink/ink274.xml"/><Relationship Id="rId63" Type="http://schemas.openxmlformats.org/officeDocument/2006/relationships/customXml" Target="../ink/ink282.xml"/><Relationship Id="rId68" Type="http://schemas.openxmlformats.org/officeDocument/2006/relationships/image" Target="../media/image249.png"/><Relationship Id="rId2" Type="http://schemas.openxmlformats.org/officeDocument/2006/relationships/image" Target="../media/image216.png"/><Relationship Id="rId16" Type="http://schemas.openxmlformats.org/officeDocument/2006/relationships/image" Target="../media/image223.png"/><Relationship Id="rId29" Type="http://schemas.openxmlformats.org/officeDocument/2006/relationships/customXml" Target="../ink/ink265.xml"/><Relationship Id="rId11" Type="http://schemas.openxmlformats.org/officeDocument/2006/relationships/customXml" Target="../ink/ink256.xml"/><Relationship Id="rId24" Type="http://schemas.openxmlformats.org/officeDocument/2006/relationships/image" Target="../media/image227.png"/><Relationship Id="rId32" Type="http://schemas.openxmlformats.org/officeDocument/2006/relationships/image" Target="../media/image231.png"/><Relationship Id="rId37" Type="http://schemas.openxmlformats.org/officeDocument/2006/relationships/customXml" Target="../ink/ink269.xml"/><Relationship Id="rId40" Type="http://schemas.openxmlformats.org/officeDocument/2006/relationships/image" Target="../media/image235.png"/><Relationship Id="rId45" Type="http://schemas.openxmlformats.org/officeDocument/2006/relationships/customXml" Target="../ink/ink273.xml"/><Relationship Id="rId53" Type="http://schemas.openxmlformats.org/officeDocument/2006/relationships/customXml" Target="../ink/ink277.xml"/><Relationship Id="rId58" Type="http://schemas.openxmlformats.org/officeDocument/2006/relationships/image" Target="../media/image244.png"/><Relationship Id="rId66" Type="http://schemas.openxmlformats.org/officeDocument/2006/relationships/image" Target="../media/image248.png"/><Relationship Id="rId74" Type="http://schemas.openxmlformats.org/officeDocument/2006/relationships/image" Target="../media/image252.png"/><Relationship Id="rId5" Type="http://schemas.openxmlformats.org/officeDocument/2006/relationships/customXml" Target="../ink/ink253.xml"/><Relationship Id="rId61" Type="http://schemas.openxmlformats.org/officeDocument/2006/relationships/customXml" Target="../ink/ink281.xml"/><Relationship Id="rId19" Type="http://schemas.openxmlformats.org/officeDocument/2006/relationships/customXml" Target="../ink/ink260.xml"/><Relationship Id="rId14" Type="http://schemas.openxmlformats.org/officeDocument/2006/relationships/image" Target="../media/image222.png"/><Relationship Id="rId22" Type="http://schemas.openxmlformats.org/officeDocument/2006/relationships/image" Target="../media/image226.png"/><Relationship Id="rId27" Type="http://schemas.openxmlformats.org/officeDocument/2006/relationships/customXml" Target="../ink/ink264.xml"/><Relationship Id="rId30" Type="http://schemas.openxmlformats.org/officeDocument/2006/relationships/image" Target="../media/image230.png"/><Relationship Id="rId35" Type="http://schemas.openxmlformats.org/officeDocument/2006/relationships/customXml" Target="../ink/ink268.xml"/><Relationship Id="rId43" Type="http://schemas.openxmlformats.org/officeDocument/2006/relationships/customXml" Target="../ink/ink272.xml"/><Relationship Id="rId48" Type="http://schemas.openxmlformats.org/officeDocument/2006/relationships/image" Target="../media/image239.png"/><Relationship Id="rId56" Type="http://schemas.openxmlformats.org/officeDocument/2006/relationships/image" Target="../media/image243.png"/><Relationship Id="rId64" Type="http://schemas.openxmlformats.org/officeDocument/2006/relationships/image" Target="../media/image247.png"/><Relationship Id="rId69" Type="http://schemas.openxmlformats.org/officeDocument/2006/relationships/customXml" Target="../ink/ink285.xml"/><Relationship Id="rId8" Type="http://schemas.openxmlformats.org/officeDocument/2006/relationships/image" Target="../media/image219.png"/><Relationship Id="rId51" Type="http://schemas.openxmlformats.org/officeDocument/2006/relationships/customXml" Target="../ink/ink276.xml"/><Relationship Id="rId72" Type="http://schemas.openxmlformats.org/officeDocument/2006/relationships/image" Target="../media/image251.png"/><Relationship Id="rId3" Type="http://schemas.openxmlformats.org/officeDocument/2006/relationships/customXml" Target="../ink/ink252.xml"/><Relationship Id="rId12" Type="http://schemas.openxmlformats.org/officeDocument/2006/relationships/image" Target="../media/image221.png"/><Relationship Id="rId17" Type="http://schemas.openxmlformats.org/officeDocument/2006/relationships/customXml" Target="../ink/ink259.xml"/><Relationship Id="rId25" Type="http://schemas.openxmlformats.org/officeDocument/2006/relationships/customXml" Target="../ink/ink263.xml"/><Relationship Id="rId33" Type="http://schemas.openxmlformats.org/officeDocument/2006/relationships/customXml" Target="../ink/ink267.xml"/><Relationship Id="rId38" Type="http://schemas.openxmlformats.org/officeDocument/2006/relationships/image" Target="../media/image234.png"/><Relationship Id="rId46" Type="http://schemas.openxmlformats.org/officeDocument/2006/relationships/image" Target="../media/image238.png"/><Relationship Id="rId59" Type="http://schemas.openxmlformats.org/officeDocument/2006/relationships/customXml" Target="../ink/ink280.xml"/><Relationship Id="rId67" Type="http://schemas.openxmlformats.org/officeDocument/2006/relationships/customXml" Target="../ink/ink284.xml"/><Relationship Id="rId20" Type="http://schemas.openxmlformats.org/officeDocument/2006/relationships/image" Target="../media/image225.png"/><Relationship Id="rId41" Type="http://schemas.openxmlformats.org/officeDocument/2006/relationships/customXml" Target="../ink/ink271.xml"/><Relationship Id="rId54" Type="http://schemas.openxmlformats.org/officeDocument/2006/relationships/image" Target="../media/image242.png"/><Relationship Id="rId62" Type="http://schemas.openxmlformats.org/officeDocument/2006/relationships/image" Target="../media/image246.png"/><Relationship Id="rId70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8.png"/><Relationship Id="rId15" Type="http://schemas.openxmlformats.org/officeDocument/2006/relationships/customXml" Target="../ink/ink258.xml"/><Relationship Id="rId23" Type="http://schemas.openxmlformats.org/officeDocument/2006/relationships/customXml" Target="../ink/ink262.xml"/><Relationship Id="rId28" Type="http://schemas.openxmlformats.org/officeDocument/2006/relationships/image" Target="../media/image229.png"/><Relationship Id="rId36" Type="http://schemas.openxmlformats.org/officeDocument/2006/relationships/image" Target="../media/image233.png"/><Relationship Id="rId49" Type="http://schemas.openxmlformats.org/officeDocument/2006/relationships/customXml" Target="../ink/ink275.xml"/><Relationship Id="rId57" Type="http://schemas.openxmlformats.org/officeDocument/2006/relationships/customXml" Target="../ink/ink279.xml"/><Relationship Id="rId10" Type="http://schemas.openxmlformats.org/officeDocument/2006/relationships/image" Target="../media/image220.png"/><Relationship Id="rId31" Type="http://schemas.openxmlformats.org/officeDocument/2006/relationships/customXml" Target="../ink/ink266.xml"/><Relationship Id="rId44" Type="http://schemas.openxmlformats.org/officeDocument/2006/relationships/image" Target="../media/image237.png"/><Relationship Id="rId52" Type="http://schemas.openxmlformats.org/officeDocument/2006/relationships/image" Target="../media/image241.png"/><Relationship Id="rId60" Type="http://schemas.openxmlformats.org/officeDocument/2006/relationships/image" Target="../media/image245.png"/><Relationship Id="rId65" Type="http://schemas.openxmlformats.org/officeDocument/2006/relationships/customXml" Target="../ink/ink283.xml"/><Relationship Id="rId73" Type="http://schemas.openxmlformats.org/officeDocument/2006/relationships/customXml" Target="../ink/ink287.xml"/><Relationship Id="rId4" Type="http://schemas.openxmlformats.org/officeDocument/2006/relationships/image" Target="../media/image217.png"/><Relationship Id="rId9" Type="http://schemas.openxmlformats.org/officeDocument/2006/relationships/customXml" Target="../ink/ink255.xml"/><Relationship Id="rId13" Type="http://schemas.openxmlformats.org/officeDocument/2006/relationships/customXml" Target="../ink/ink257.xml"/><Relationship Id="rId18" Type="http://schemas.openxmlformats.org/officeDocument/2006/relationships/image" Target="../media/image224.png"/><Relationship Id="rId39" Type="http://schemas.openxmlformats.org/officeDocument/2006/relationships/customXml" Target="../ink/ink270.xml"/><Relationship Id="rId34" Type="http://schemas.openxmlformats.org/officeDocument/2006/relationships/image" Target="../media/image232.png"/><Relationship Id="rId50" Type="http://schemas.openxmlformats.org/officeDocument/2006/relationships/image" Target="../media/image240.png"/><Relationship Id="rId55" Type="http://schemas.openxmlformats.org/officeDocument/2006/relationships/customXml" Target="../ink/ink278.xml"/><Relationship Id="rId7" Type="http://schemas.openxmlformats.org/officeDocument/2006/relationships/customXml" Target="../ink/ink254.xml"/><Relationship Id="rId71" Type="http://schemas.openxmlformats.org/officeDocument/2006/relationships/customXml" Target="../ink/ink28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9.png"/><Relationship Id="rId21" Type="http://schemas.openxmlformats.org/officeDocument/2006/relationships/image" Target="../media/image262.png"/><Relationship Id="rId42" Type="http://schemas.openxmlformats.org/officeDocument/2006/relationships/customXml" Target="../ink/ink308.xml"/><Relationship Id="rId63" Type="http://schemas.openxmlformats.org/officeDocument/2006/relationships/customXml" Target="../ink/ink327.xml"/><Relationship Id="rId84" Type="http://schemas.openxmlformats.org/officeDocument/2006/relationships/customXml" Target="../ink/ink340.xml"/><Relationship Id="rId138" Type="http://schemas.openxmlformats.org/officeDocument/2006/relationships/customXml" Target="../ink/ink367.xml"/><Relationship Id="rId159" Type="http://schemas.openxmlformats.org/officeDocument/2006/relationships/image" Target="../media/image320.png"/><Relationship Id="rId107" Type="http://schemas.openxmlformats.org/officeDocument/2006/relationships/image" Target="../media/image294.png"/><Relationship Id="rId11" Type="http://schemas.openxmlformats.org/officeDocument/2006/relationships/image" Target="../media/image257.png"/><Relationship Id="rId32" Type="http://schemas.openxmlformats.org/officeDocument/2006/relationships/customXml" Target="../ink/ink303.xml"/><Relationship Id="rId53" Type="http://schemas.openxmlformats.org/officeDocument/2006/relationships/customXml" Target="../ink/ink317.xml"/><Relationship Id="rId74" Type="http://schemas.openxmlformats.org/officeDocument/2006/relationships/customXml" Target="../ink/ink335.xml"/><Relationship Id="rId128" Type="http://schemas.openxmlformats.org/officeDocument/2006/relationships/customXml" Target="../ink/ink362.xml"/><Relationship Id="rId149" Type="http://schemas.openxmlformats.org/officeDocument/2006/relationships/image" Target="../media/image315.png"/><Relationship Id="rId5" Type="http://schemas.openxmlformats.org/officeDocument/2006/relationships/image" Target="../media/image254.png"/><Relationship Id="rId95" Type="http://schemas.openxmlformats.org/officeDocument/2006/relationships/image" Target="../media/image288.png"/><Relationship Id="rId22" Type="http://schemas.openxmlformats.org/officeDocument/2006/relationships/customXml" Target="../ink/ink298.xml"/><Relationship Id="rId43" Type="http://schemas.openxmlformats.org/officeDocument/2006/relationships/image" Target="../media/image273.png"/><Relationship Id="rId64" Type="http://schemas.openxmlformats.org/officeDocument/2006/relationships/customXml" Target="../ink/ink328.xml"/><Relationship Id="rId118" Type="http://schemas.openxmlformats.org/officeDocument/2006/relationships/customXml" Target="../ink/ink357.xml"/><Relationship Id="rId139" Type="http://schemas.openxmlformats.org/officeDocument/2006/relationships/image" Target="../media/image310.png"/><Relationship Id="rId80" Type="http://schemas.openxmlformats.org/officeDocument/2006/relationships/customXml" Target="../ink/ink338.xml"/><Relationship Id="rId85" Type="http://schemas.openxmlformats.org/officeDocument/2006/relationships/image" Target="../media/image283.png"/><Relationship Id="rId150" Type="http://schemas.openxmlformats.org/officeDocument/2006/relationships/customXml" Target="../ink/ink373.xml"/><Relationship Id="rId155" Type="http://schemas.openxmlformats.org/officeDocument/2006/relationships/image" Target="../media/image318.png"/><Relationship Id="rId12" Type="http://schemas.openxmlformats.org/officeDocument/2006/relationships/customXml" Target="../ink/ink293.xml"/><Relationship Id="rId17" Type="http://schemas.openxmlformats.org/officeDocument/2006/relationships/image" Target="../media/image260.png"/><Relationship Id="rId33" Type="http://schemas.openxmlformats.org/officeDocument/2006/relationships/image" Target="../media/image268.png"/><Relationship Id="rId38" Type="http://schemas.openxmlformats.org/officeDocument/2006/relationships/customXml" Target="../ink/ink306.xml"/><Relationship Id="rId59" Type="http://schemas.openxmlformats.org/officeDocument/2006/relationships/customXml" Target="../ink/ink323.xml"/><Relationship Id="rId103" Type="http://schemas.openxmlformats.org/officeDocument/2006/relationships/image" Target="../media/image292.png"/><Relationship Id="rId108" Type="http://schemas.openxmlformats.org/officeDocument/2006/relationships/customXml" Target="../ink/ink352.xml"/><Relationship Id="rId124" Type="http://schemas.openxmlformats.org/officeDocument/2006/relationships/customXml" Target="../ink/ink360.xml"/><Relationship Id="rId129" Type="http://schemas.openxmlformats.org/officeDocument/2006/relationships/image" Target="../media/image305.png"/><Relationship Id="rId54" Type="http://schemas.openxmlformats.org/officeDocument/2006/relationships/customXml" Target="../ink/ink318.xml"/><Relationship Id="rId70" Type="http://schemas.openxmlformats.org/officeDocument/2006/relationships/customXml" Target="../ink/ink333.xml"/><Relationship Id="rId75" Type="http://schemas.openxmlformats.org/officeDocument/2006/relationships/image" Target="../media/image278.png"/><Relationship Id="rId91" Type="http://schemas.openxmlformats.org/officeDocument/2006/relationships/image" Target="../media/image286.png"/><Relationship Id="rId96" Type="http://schemas.openxmlformats.org/officeDocument/2006/relationships/customXml" Target="../ink/ink346.xml"/><Relationship Id="rId140" Type="http://schemas.openxmlformats.org/officeDocument/2006/relationships/customXml" Target="../ink/ink368.xml"/><Relationship Id="rId145" Type="http://schemas.openxmlformats.org/officeDocument/2006/relationships/image" Target="../media/image3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0.xml"/><Relationship Id="rId23" Type="http://schemas.openxmlformats.org/officeDocument/2006/relationships/image" Target="../media/image263.png"/><Relationship Id="rId28" Type="http://schemas.openxmlformats.org/officeDocument/2006/relationships/customXml" Target="../ink/ink301.xml"/><Relationship Id="rId49" Type="http://schemas.openxmlformats.org/officeDocument/2006/relationships/customXml" Target="../ink/ink313.xml"/><Relationship Id="rId114" Type="http://schemas.openxmlformats.org/officeDocument/2006/relationships/customXml" Target="../ink/ink355.xml"/><Relationship Id="rId119" Type="http://schemas.openxmlformats.org/officeDocument/2006/relationships/image" Target="../media/image300.png"/><Relationship Id="rId44" Type="http://schemas.openxmlformats.org/officeDocument/2006/relationships/customXml" Target="../ink/ink309.xml"/><Relationship Id="rId60" Type="http://schemas.openxmlformats.org/officeDocument/2006/relationships/customXml" Target="../ink/ink324.xml"/><Relationship Id="rId65" Type="http://schemas.openxmlformats.org/officeDocument/2006/relationships/customXml" Target="../ink/ink329.xml"/><Relationship Id="rId81" Type="http://schemas.openxmlformats.org/officeDocument/2006/relationships/image" Target="../media/image281.png"/><Relationship Id="rId86" Type="http://schemas.openxmlformats.org/officeDocument/2006/relationships/customXml" Target="../ink/ink341.xml"/><Relationship Id="rId130" Type="http://schemas.openxmlformats.org/officeDocument/2006/relationships/customXml" Target="../ink/ink363.xml"/><Relationship Id="rId135" Type="http://schemas.openxmlformats.org/officeDocument/2006/relationships/image" Target="../media/image308.png"/><Relationship Id="rId151" Type="http://schemas.openxmlformats.org/officeDocument/2006/relationships/image" Target="../media/image316.png"/><Relationship Id="rId156" Type="http://schemas.openxmlformats.org/officeDocument/2006/relationships/customXml" Target="../ink/ink376.xml"/><Relationship Id="rId13" Type="http://schemas.openxmlformats.org/officeDocument/2006/relationships/image" Target="../media/image258.png"/><Relationship Id="rId18" Type="http://schemas.openxmlformats.org/officeDocument/2006/relationships/customXml" Target="../ink/ink296.xml"/><Relationship Id="rId39" Type="http://schemas.openxmlformats.org/officeDocument/2006/relationships/image" Target="../media/image271.png"/><Relationship Id="rId109" Type="http://schemas.openxmlformats.org/officeDocument/2006/relationships/image" Target="../media/image295.png"/><Relationship Id="rId34" Type="http://schemas.openxmlformats.org/officeDocument/2006/relationships/customXml" Target="../ink/ink304.xml"/><Relationship Id="rId50" Type="http://schemas.openxmlformats.org/officeDocument/2006/relationships/customXml" Target="../ink/ink314.xml"/><Relationship Id="rId55" Type="http://schemas.openxmlformats.org/officeDocument/2006/relationships/customXml" Target="../ink/ink319.xml"/><Relationship Id="rId76" Type="http://schemas.openxmlformats.org/officeDocument/2006/relationships/customXml" Target="../ink/ink336.xml"/><Relationship Id="rId97" Type="http://schemas.openxmlformats.org/officeDocument/2006/relationships/image" Target="../media/image289.png"/><Relationship Id="rId104" Type="http://schemas.openxmlformats.org/officeDocument/2006/relationships/customXml" Target="../ink/ink350.xml"/><Relationship Id="rId120" Type="http://schemas.openxmlformats.org/officeDocument/2006/relationships/customXml" Target="../ink/ink358.xml"/><Relationship Id="rId125" Type="http://schemas.openxmlformats.org/officeDocument/2006/relationships/image" Target="../media/image303.png"/><Relationship Id="rId141" Type="http://schemas.openxmlformats.org/officeDocument/2006/relationships/image" Target="../media/image311.png"/><Relationship Id="rId146" Type="http://schemas.openxmlformats.org/officeDocument/2006/relationships/customXml" Target="../ink/ink371.xml"/><Relationship Id="rId7" Type="http://schemas.openxmlformats.org/officeDocument/2006/relationships/image" Target="../media/image255.png"/><Relationship Id="rId71" Type="http://schemas.openxmlformats.org/officeDocument/2006/relationships/image" Target="../media/image276.png"/><Relationship Id="rId92" Type="http://schemas.openxmlformats.org/officeDocument/2006/relationships/customXml" Target="../ink/ink344.xml"/><Relationship Id="rId2" Type="http://schemas.openxmlformats.org/officeDocument/2006/relationships/customXml" Target="../ink/ink288.xml"/><Relationship Id="rId29" Type="http://schemas.openxmlformats.org/officeDocument/2006/relationships/image" Target="../media/image266.png"/><Relationship Id="rId24" Type="http://schemas.openxmlformats.org/officeDocument/2006/relationships/customXml" Target="../ink/ink299.xml"/><Relationship Id="rId40" Type="http://schemas.openxmlformats.org/officeDocument/2006/relationships/customXml" Target="../ink/ink307.xml"/><Relationship Id="rId45" Type="http://schemas.openxmlformats.org/officeDocument/2006/relationships/image" Target="../media/image274.png"/><Relationship Id="rId66" Type="http://schemas.openxmlformats.org/officeDocument/2006/relationships/customXml" Target="../ink/ink330.xml"/><Relationship Id="rId87" Type="http://schemas.openxmlformats.org/officeDocument/2006/relationships/image" Target="../media/image284.png"/><Relationship Id="rId110" Type="http://schemas.openxmlformats.org/officeDocument/2006/relationships/customXml" Target="../ink/ink353.xml"/><Relationship Id="rId115" Type="http://schemas.openxmlformats.org/officeDocument/2006/relationships/image" Target="../media/image298.png"/><Relationship Id="rId131" Type="http://schemas.openxmlformats.org/officeDocument/2006/relationships/image" Target="../media/image306.png"/><Relationship Id="rId136" Type="http://schemas.openxmlformats.org/officeDocument/2006/relationships/customXml" Target="../ink/ink366.xml"/><Relationship Id="rId157" Type="http://schemas.openxmlformats.org/officeDocument/2006/relationships/image" Target="../media/image319.png"/><Relationship Id="rId61" Type="http://schemas.openxmlformats.org/officeDocument/2006/relationships/customXml" Target="../ink/ink325.xml"/><Relationship Id="rId82" Type="http://schemas.openxmlformats.org/officeDocument/2006/relationships/customXml" Target="../ink/ink339.xml"/><Relationship Id="rId152" Type="http://schemas.openxmlformats.org/officeDocument/2006/relationships/customXml" Target="../ink/ink374.xml"/><Relationship Id="rId19" Type="http://schemas.openxmlformats.org/officeDocument/2006/relationships/image" Target="../media/image261.png"/><Relationship Id="rId14" Type="http://schemas.openxmlformats.org/officeDocument/2006/relationships/customXml" Target="../ink/ink294.xml"/><Relationship Id="rId30" Type="http://schemas.openxmlformats.org/officeDocument/2006/relationships/customXml" Target="../ink/ink302.xml"/><Relationship Id="rId35" Type="http://schemas.openxmlformats.org/officeDocument/2006/relationships/image" Target="../media/image269.png"/><Relationship Id="rId56" Type="http://schemas.openxmlformats.org/officeDocument/2006/relationships/customXml" Target="../ink/ink320.xml"/><Relationship Id="rId77" Type="http://schemas.openxmlformats.org/officeDocument/2006/relationships/image" Target="../media/image279.png"/><Relationship Id="rId100" Type="http://schemas.openxmlformats.org/officeDocument/2006/relationships/customXml" Target="../ink/ink348.xml"/><Relationship Id="rId105" Type="http://schemas.openxmlformats.org/officeDocument/2006/relationships/image" Target="../media/image293.png"/><Relationship Id="rId126" Type="http://schemas.openxmlformats.org/officeDocument/2006/relationships/customXml" Target="../ink/ink361.xml"/><Relationship Id="rId147" Type="http://schemas.openxmlformats.org/officeDocument/2006/relationships/image" Target="../media/image314.png"/><Relationship Id="rId8" Type="http://schemas.openxmlformats.org/officeDocument/2006/relationships/customXml" Target="../ink/ink291.xml"/><Relationship Id="rId51" Type="http://schemas.openxmlformats.org/officeDocument/2006/relationships/customXml" Target="../ink/ink315.xml"/><Relationship Id="rId72" Type="http://schemas.openxmlformats.org/officeDocument/2006/relationships/customXml" Target="../ink/ink334.xml"/><Relationship Id="rId93" Type="http://schemas.openxmlformats.org/officeDocument/2006/relationships/image" Target="../media/image287.png"/><Relationship Id="rId98" Type="http://schemas.openxmlformats.org/officeDocument/2006/relationships/customXml" Target="../ink/ink347.xml"/><Relationship Id="rId121" Type="http://schemas.openxmlformats.org/officeDocument/2006/relationships/image" Target="../media/image301.png"/><Relationship Id="rId142" Type="http://schemas.openxmlformats.org/officeDocument/2006/relationships/customXml" Target="../ink/ink369.xml"/><Relationship Id="rId3" Type="http://schemas.openxmlformats.org/officeDocument/2006/relationships/image" Target="../media/image253.png"/><Relationship Id="rId25" Type="http://schemas.openxmlformats.org/officeDocument/2006/relationships/image" Target="../media/image264.png"/><Relationship Id="rId46" Type="http://schemas.openxmlformats.org/officeDocument/2006/relationships/customXml" Target="../ink/ink310.xml"/><Relationship Id="rId67" Type="http://schemas.openxmlformats.org/officeDocument/2006/relationships/customXml" Target="../ink/ink331.xml"/><Relationship Id="rId116" Type="http://schemas.openxmlformats.org/officeDocument/2006/relationships/customXml" Target="../ink/ink356.xml"/><Relationship Id="rId137" Type="http://schemas.openxmlformats.org/officeDocument/2006/relationships/image" Target="../media/image309.png"/><Relationship Id="rId158" Type="http://schemas.openxmlformats.org/officeDocument/2006/relationships/customXml" Target="../ink/ink377.xml"/><Relationship Id="rId20" Type="http://schemas.openxmlformats.org/officeDocument/2006/relationships/customXml" Target="../ink/ink297.xml"/><Relationship Id="rId41" Type="http://schemas.openxmlformats.org/officeDocument/2006/relationships/image" Target="../media/image272.png"/><Relationship Id="rId62" Type="http://schemas.openxmlformats.org/officeDocument/2006/relationships/customXml" Target="../ink/ink326.xml"/><Relationship Id="rId83" Type="http://schemas.openxmlformats.org/officeDocument/2006/relationships/image" Target="../media/image282.png"/><Relationship Id="rId88" Type="http://schemas.openxmlformats.org/officeDocument/2006/relationships/customXml" Target="../ink/ink342.xml"/><Relationship Id="rId111" Type="http://schemas.openxmlformats.org/officeDocument/2006/relationships/image" Target="../media/image296.png"/><Relationship Id="rId132" Type="http://schemas.openxmlformats.org/officeDocument/2006/relationships/customXml" Target="../ink/ink364.xml"/><Relationship Id="rId153" Type="http://schemas.openxmlformats.org/officeDocument/2006/relationships/image" Target="../media/image317.png"/><Relationship Id="rId15" Type="http://schemas.openxmlformats.org/officeDocument/2006/relationships/image" Target="../media/image259.png"/><Relationship Id="rId36" Type="http://schemas.openxmlformats.org/officeDocument/2006/relationships/customXml" Target="../ink/ink305.xml"/><Relationship Id="rId57" Type="http://schemas.openxmlformats.org/officeDocument/2006/relationships/customXml" Target="../ink/ink321.xml"/><Relationship Id="rId106" Type="http://schemas.openxmlformats.org/officeDocument/2006/relationships/customXml" Target="../ink/ink351.xml"/><Relationship Id="rId127" Type="http://schemas.openxmlformats.org/officeDocument/2006/relationships/image" Target="../media/image304.png"/><Relationship Id="rId10" Type="http://schemas.openxmlformats.org/officeDocument/2006/relationships/customXml" Target="../ink/ink292.xml"/><Relationship Id="rId31" Type="http://schemas.openxmlformats.org/officeDocument/2006/relationships/image" Target="../media/image267.png"/><Relationship Id="rId52" Type="http://schemas.openxmlformats.org/officeDocument/2006/relationships/customXml" Target="../ink/ink316.xml"/><Relationship Id="rId73" Type="http://schemas.openxmlformats.org/officeDocument/2006/relationships/image" Target="../media/image277.png"/><Relationship Id="rId78" Type="http://schemas.openxmlformats.org/officeDocument/2006/relationships/customXml" Target="../ink/ink337.xml"/><Relationship Id="rId94" Type="http://schemas.openxmlformats.org/officeDocument/2006/relationships/customXml" Target="../ink/ink345.xml"/><Relationship Id="rId99" Type="http://schemas.openxmlformats.org/officeDocument/2006/relationships/image" Target="../media/image290.png"/><Relationship Id="rId101" Type="http://schemas.openxmlformats.org/officeDocument/2006/relationships/image" Target="../media/image291.png"/><Relationship Id="rId122" Type="http://schemas.openxmlformats.org/officeDocument/2006/relationships/customXml" Target="../ink/ink359.xml"/><Relationship Id="rId143" Type="http://schemas.openxmlformats.org/officeDocument/2006/relationships/image" Target="../media/image312.png"/><Relationship Id="rId148" Type="http://schemas.openxmlformats.org/officeDocument/2006/relationships/customXml" Target="../ink/ink372.xml"/><Relationship Id="rId4" Type="http://schemas.openxmlformats.org/officeDocument/2006/relationships/customXml" Target="../ink/ink289.xml"/><Relationship Id="rId9" Type="http://schemas.openxmlformats.org/officeDocument/2006/relationships/image" Target="../media/image256.png"/><Relationship Id="rId26" Type="http://schemas.openxmlformats.org/officeDocument/2006/relationships/customXml" Target="../ink/ink300.xml"/><Relationship Id="rId47" Type="http://schemas.openxmlformats.org/officeDocument/2006/relationships/customXml" Target="../ink/ink311.xml"/><Relationship Id="rId68" Type="http://schemas.openxmlformats.org/officeDocument/2006/relationships/customXml" Target="../ink/ink332.xml"/><Relationship Id="rId89" Type="http://schemas.openxmlformats.org/officeDocument/2006/relationships/image" Target="../media/image285.png"/><Relationship Id="rId112" Type="http://schemas.openxmlformats.org/officeDocument/2006/relationships/customXml" Target="../ink/ink354.xml"/><Relationship Id="rId133" Type="http://schemas.openxmlformats.org/officeDocument/2006/relationships/image" Target="../media/image307.png"/><Relationship Id="rId154" Type="http://schemas.openxmlformats.org/officeDocument/2006/relationships/customXml" Target="../ink/ink375.xml"/><Relationship Id="rId16" Type="http://schemas.openxmlformats.org/officeDocument/2006/relationships/customXml" Target="../ink/ink295.xml"/><Relationship Id="rId37" Type="http://schemas.openxmlformats.org/officeDocument/2006/relationships/image" Target="../media/image270.png"/><Relationship Id="rId58" Type="http://schemas.openxmlformats.org/officeDocument/2006/relationships/customXml" Target="../ink/ink322.xml"/><Relationship Id="rId79" Type="http://schemas.openxmlformats.org/officeDocument/2006/relationships/image" Target="../media/image280.png"/><Relationship Id="rId102" Type="http://schemas.openxmlformats.org/officeDocument/2006/relationships/customXml" Target="../ink/ink349.xml"/><Relationship Id="rId123" Type="http://schemas.openxmlformats.org/officeDocument/2006/relationships/image" Target="../media/image302.png"/><Relationship Id="rId144" Type="http://schemas.openxmlformats.org/officeDocument/2006/relationships/customXml" Target="../ink/ink370.xml"/><Relationship Id="rId90" Type="http://schemas.openxmlformats.org/officeDocument/2006/relationships/customXml" Target="../ink/ink343.xml"/><Relationship Id="rId27" Type="http://schemas.openxmlformats.org/officeDocument/2006/relationships/image" Target="../media/image265.png"/><Relationship Id="rId48" Type="http://schemas.openxmlformats.org/officeDocument/2006/relationships/customXml" Target="../ink/ink312.xml"/><Relationship Id="rId69" Type="http://schemas.openxmlformats.org/officeDocument/2006/relationships/image" Target="../media/image275.png"/><Relationship Id="rId113" Type="http://schemas.openxmlformats.org/officeDocument/2006/relationships/image" Target="../media/image297.png"/><Relationship Id="rId134" Type="http://schemas.openxmlformats.org/officeDocument/2006/relationships/customXml" Target="../ink/ink365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8.png"/><Relationship Id="rId21" Type="http://schemas.openxmlformats.org/officeDocument/2006/relationships/image" Target="../media/image330.png"/><Relationship Id="rId42" Type="http://schemas.openxmlformats.org/officeDocument/2006/relationships/customXml" Target="../ink/ink398.xml"/><Relationship Id="rId47" Type="http://schemas.openxmlformats.org/officeDocument/2006/relationships/image" Target="../media/image343.png"/><Relationship Id="rId63" Type="http://schemas.openxmlformats.org/officeDocument/2006/relationships/image" Target="../media/image351.png"/><Relationship Id="rId68" Type="http://schemas.openxmlformats.org/officeDocument/2006/relationships/customXml" Target="../ink/ink411.xml"/><Relationship Id="rId84" Type="http://schemas.openxmlformats.org/officeDocument/2006/relationships/customXml" Target="../ink/ink419.xml"/><Relationship Id="rId89" Type="http://schemas.openxmlformats.org/officeDocument/2006/relationships/image" Target="../media/image364.png"/><Relationship Id="rId112" Type="http://schemas.openxmlformats.org/officeDocument/2006/relationships/customXml" Target="../ink/ink433.xml"/><Relationship Id="rId16" Type="http://schemas.openxmlformats.org/officeDocument/2006/relationships/customXml" Target="../ink/ink385.xml"/><Relationship Id="rId107" Type="http://schemas.openxmlformats.org/officeDocument/2006/relationships/image" Target="../media/image373.png"/><Relationship Id="rId11" Type="http://schemas.openxmlformats.org/officeDocument/2006/relationships/image" Target="../media/image325.png"/><Relationship Id="rId32" Type="http://schemas.openxmlformats.org/officeDocument/2006/relationships/customXml" Target="../ink/ink393.xml"/><Relationship Id="rId37" Type="http://schemas.openxmlformats.org/officeDocument/2006/relationships/image" Target="../media/image338.png"/><Relationship Id="rId53" Type="http://schemas.openxmlformats.org/officeDocument/2006/relationships/image" Target="../media/image346.png"/><Relationship Id="rId58" Type="http://schemas.openxmlformats.org/officeDocument/2006/relationships/customXml" Target="../ink/ink406.xml"/><Relationship Id="rId74" Type="http://schemas.openxmlformats.org/officeDocument/2006/relationships/customXml" Target="../ink/ink414.xml"/><Relationship Id="rId79" Type="http://schemas.openxmlformats.org/officeDocument/2006/relationships/image" Target="../media/image359.png"/><Relationship Id="rId102" Type="http://schemas.openxmlformats.org/officeDocument/2006/relationships/customXml" Target="../ink/ink428.xml"/><Relationship Id="rId123" Type="http://schemas.openxmlformats.org/officeDocument/2006/relationships/image" Target="../media/image381.png"/><Relationship Id="rId128" Type="http://schemas.openxmlformats.org/officeDocument/2006/relationships/customXml" Target="../ink/ink441.xml"/><Relationship Id="rId5" Type="http://schemas.openxmlformats.org/officeDocument/2006/relationships/image" Target="../media/image322.png"/><Relationship Id="rId90" Type="http://schemas.openxmlformats.org/officeDocument/2006/relationships/customXml" Target="../ink/ink422.xml"/><Relationship Id="rId95" Type="http://schemas.openxmlformats.org/officeDocument/2006/relationships/image" Target="../media/image367.png"/><Relationship Id="rId22" Type="http://schemas.openxmlformats.org/officeDocument/2006/relationships/customXml" Target="../ink/ink388.xml"/><Relationship Id="rId27" Type="http://schemas.openxmlformats.org/officeDocument/2006/relationships/image" Target="../media/image333.png"/><Relationship Id="rId43" Type="http://schemas.openxmlformats.org/officeDocument/2006/relationships/image" Target="../media/image341.png"/><Relationship Id="rId48" Type="http://schemas.openxmlformats.org/officeDocument/2006/relationships/customXml" Target="../ink/ink401.xml"/><Relationship Id="rId64" Type="http://schemas.openxmlformats.org/officeDocument/2006/relationships/customXml" Target="../ink/ink409.xml"/><Relationship Id="rId69" Type="http://schemas.openxmlformats.org/officeDocument/2006/relationships/image" Target="../media/image354.png"/><Relationship Id="rId113" Type="http://schemas.openxmlformats.org/officeDocument/2006/relationships/image" Target="../media/image376.png"/><Relationship Id="rId118" Type="http://schemas.openxmlformats.org/officeDocument/2006/relationships/customXml" Target="../ink/ink436.xml"/><Relationship Id="rId80" Type="http://schemas.openxmlformats.org/officeDocument/2006/relationships/customXml" Target="../ink/ink417.xml"/><Relationship Id="rId85" Type="http://schemas.openxmlformats.org/officeDocument/2006/relationships/image" Target="../media/image362.png"/><Relationship Id="rId12" Type="http://schemas.openxmlformats.org/officeDocument/2006/relationships/customXml" Target="../ink/ink383.xml"/><Relationship Id="rId17" Type="http://schemas.openxmlformats.org/officeDocument/2006/relationships/image" Target="../media/image328.png"/><Relationship Id="rId33" Type="http://schemas.openxmlformats.org/officeDocument/2006/relationships/image" Target="../media/image336.png"/><Relationship Id="rId38" Type="http://schemas.openxmlformats.org/officeDocument/2006/relationships/customXml" Target="../ink/ink396.xml"/><Relationship Id="rId59" Type="http://schemas.openxmlformats.org/officeDocument/2006/relationships/image" Target="../media/image349.png"/><Relationship Id="rId103" Type="http://schemas.openxmlformats.org/officeDocument/2006/relationships/image" Target="../media/image371.png"/><Relationship Id="rId108" Type="http://schemas.openxmlformats.org/officeDocument/2006/relationships/customXml" Target="../ink/ink431.xml"/><Relationship Id="rId124" Type="http://schemas.openxmlformats.org/officeDocument/2006/relationships/customXml" Target="../ink/ink439.xml"/><Relationship Id="rId129" Type="http://schemas.openxmlformats.org/officeDocument/2006/relationships/image" Target="../media/image384.png"/><Relationship Id="rId54" Type="http://schemas.openxmlformats.org/officeDocument/2006/relationships/customXml" Target="../ink/ink404.xml"/><Relationship Id="rId70" Type="http://schemas.openxmlformats.org/officeDocument/2006/relationships/customXml" Target="../ink/ink412.xml"/><Relationship Id="rId75" Type="http://schemas.openxmlformats.org/officeDocument/2006/relationships/image" Target="../media/image357.png"/><Relationship Id="rId91" Type="http://schemas.openxmlformats.org/officeDocument/2006/relationships/image" Target="../media/image365.png"/><Relationship Id="rId96" Type="http://schemas.openxmlformats.org/officeDocument/2006/relationships/customXml" Target="../ink/ink42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0.xml"/><Relationship Id="rId23" Type="http://schemas.openxmlformats.org/officeDocument/2006/relationships/image" Target="../media/image331.png"/><Relationship Id="rId28" Type="http://schemas.openxmlformats.org/officeDocument/2006/relationships/customXml" Target="../ink/ink391.xml"/><Relationship Id="rId49" Type="http://schemas.openxmlformats.org/officeDocument/2006/relationships/image" Target="../media/image344.png"/><Relationship Id="rId114" Type="http://schemas.openxmlformats.org/officeDocument/2006/relationships/customXml" Target="../ink/ink434.xml"/><Relationship Id="rId119" Type="http://schemas.openxmlformats.org/officeDocument/2006/relationships/image" Target="../media/image379.png"/><Relationship Id="rId44" Type="http://schemas.openxmlformats.org/officeDocument/2006/relationships/customXml" Target="../ink/ink399.xml"/><Relationship Id="rId60" Type="http://schemas.openxmlformats.org/officeDocument/2006/relationships/customXml" Target="../ink/ink407.xml"/><Relationship Id="rId65" Type="http://schemas.openxmlformats.org/officeDocument/2006/relationships/image" Target="../media/image352.png"/><Relationship Id="rId81" Type="http://schemas.openxmlformats.org/officeDocument/2006/relationships/image" Target="../media/image360.png"/><Relationship Id="rId86" Type="http://schemas.openxmlformats.org/officeDocument/2006/relationships/customXml" Target="../ink/ink420.xml"/><Relationship Id="rId130" Type="http://schemas.openxmlformats.org/officeDocument/2006/relationships/customXml" Target="../ink/ink442.xml"/><Relationship Id="rId13" Type="http://schemas.openxmlformats.org/officeDocument/2006/relationships/image" Target="../media/image326.png"/><Relationship Id="rId18" Type="http://schemas.openxmlformats.org/officeDocument/2006/relationships/customXml" Target="../ink/ink386.xml"/><Relationship Id="rId39" Type="http://schemas.openxmlformats.org/officeDocument/2006/relationships/image" Target="../media/image339.png"/><Relationship Id="rId109" Type="http://schemas.openxmlformats.org/officeDocument/2006/relationships/image" Target="../media/image374.png"/><Relationship Id="rId34" Type="http://schemas.openxmlformats.org/officeDocument/2006/relationships/customXml" Target="../ink/ink394.xml"/><Relationship Id="rId50" Type="http://schemas.openxmlformats.org/officeDocument/2006/relationships/customXml" Target="../ink/ink402.xml"/><Relationship Id="rId55" Type="http://schemas.openxmlformats.org/officeDocument/2006/relationships/image" Target="../media/image347.png"/><Relationship Id="rId76" Type="http://schemas.openxmlformats.org/officeDocument/2006/relationships/customXml" Target="../ink/ink415.xml"/><Relationship Id="rId97" Type="http://schemas.openxmlformats.org/officeDocument/2006/relationships/image" Target="../media/image368.png"/><Relationship Id="rId104" Type="http://schemas.openxmlformats.org/officeDocument/2006/relationships/customXml" Target="../ink/ink429.xml"/><Relationship Id="rId120" Type="http://schemas.openxmlformats.org/officeDocument/2006/relationships/customXml" Target="../ink/ink437.xml"/><Relationship Id="rId125" Type="http://schemas.openxmlformats.org/officeDocument/2006/relationships/image" Target="../media/image382.png"/><Relationship Id="rId7" Type="http://schemas.openxmlformats.org/officeDocument/2006/relationships/image" Target="../media/image323.png"/><Relationship Id="rId71" Type="http://schemas.openxmlformats.org/officeDocument/2006/relationships/image" Target="../media/image355.png"/><Relationship Id="rId92" Type="http://schemas.openxmlformats.org/officeDocument/2006/relationships/customXml" Target="../ink/ink423.xml"/><Relationship Id="rId2" Type="http://schemas.openxmlformats.org/officeDocument/2006/relationships/customXml" Target="../ink/ink378.xml"/><Relationship Id="rId29" Type="http://schemas.openxmlformats.org/officeDocument/2006/relationships/image" Target="../media/image334.png"/><Relationship Id="rId24" Type="http://schemas.openxmlformats.org/officeDocument/2006/relationships/customXml" Target="../ink/ink389.xml"/><Relationship Id="rId40" Type="http://schemas.openxmlformats.org/officeDocument/2006/relationships/customXml" Target="../ink/ink397.xml"/><Relationship Id="rId45" Type="http://schemas.openxmlformats.org/officeDocument/2006/relationships/image" Target="../media/image342.png"/><Relationship Id="rId66" Type="http://schemas.openxmlformats.org/officeDocument/2006/relationships/customXml" Target="../ink/ink410.xml"/><Relationship Id="rId87" Type="http://schemas.openxmlformats.org/officeDocument/2006/relationships/image" Target="../media/image363.png"/><Relationship Id="rId110" Type="http://schemas.openxmlformats.org/officeDocument/2006/relationships/customXml" Target="../ink/ink432.xml"/><Relationship Id="rId115" Type="http://schemas.openxmlformats.org/officeDocument/2006/relationships/image" Target="../media/image377.png"/><Relationship Id="rId131" Type="http://schemas.openxmlformats.org/officeDocument/2006/relationships/image" Target="../media/image385.png"/><Relationship Id="rId61" Type="http://schemas.openxmlformats.org/officeDocument/2006/relationships/image" Target="../media/image350.png"/><Relationship Id="rId82" Type="http://schemas.openxmlformats.org/officeDocument/2006/relationships/customXml" Target="../ink/ink418.xml"/><Relationship Id="rId19" Type="http://schemas.openxmlformats.org/officeDocument/2006/relationships/image" Target="../media/image329.png"/><Relationship Id="rId14" Type="http://schemas.openxmlformats.org/officeDocument/2006/relationships/customXml" Target="../ink/ink384.xml"/><Relationship Id="rId30" Type="http://schemas.openxmlformats.org/officeDocument/2006/relationships/customXml" Target="../ink/ink392.xml"/><Relationship Id="rId35" Type="http://schemas.openxmlformats.org/officeDocument/2006/relationships/image" Target="../media/image337.png"/><Relationship Id="rId56" Type="http://schemas.openxmlformats.org/officeDocument/2006/relationships/customXml" Target="../ink/ink405.xml"/><Relationship Id="rId77" Type="http://schemas.openxmlformats.org/officeDocument/2006/relationships/image" Target="../media/image358.png"/><Relationship Id="rId100" Type="http://schemas.openxmlformats.org/officeDocument/2006/relationships/customXml" Target="../ink/ink427.xml"/><Relationship Id="rId105" Type="http://schemas.openxmlformats.org/officeDocument/2006/relationships/image" Target="../media/image372.png"/><Relationship Id="rId126" Type="http://schemas.openxmlformats.org/officeDocument/2006/relationships/customXml" Target="../ink/ink440.xml"/><Relationship Id="rId8" Type="http://schemas.openxmlformats.org/officeDocument/2006/relationships/customXml" Target="../ink/ink381.xml"/><Relationship Id="rId51" Type="http://schemas.openxmlformats.org/officeDocument/2006/relationships/image" Target="../media/image345.png"/><Relationship Id="rId72" Type="http://schemas.openxmlformats.org/officeDocument/2006/relationships/customXml" Target="../ink/ink413.xml"/><Relationship Id="rId93" Type="http://schemas.openxmlformats.org/officeDocument/2006/relationships/image" Target="../media/image366.png"/><Relationship Id="rId98" Type="http://schemas.openxmlformats.org/officeDocument/2006/relationships/customXml" Target="../ink/ink426.xml"/><Relationship Id="rId121" Type="http://schemas.openxmlformats.org/officeDocument/2006/relationships/image" Target="../media/image380.png"/><Relationship Id="rId3" Type="http://schemas.openxmlformats.org/officeDocument/2006/relationships/image" Target="../media/image321.png"/><Relationship Id="rId25" Type="http://schemas.openxmlformats.org/officeDocument/2006/relationships/image" Target="../media/image332.png"/><Relationship Id="rId46" Type="http://schemas.openxmlformats.org/officeDocument/2006/relationships/customXml" Target="../ink/ink400.xml"/><Relationship Id="rId67" Type="http://schemas.openxmlformats.org/officeDocument/2006/relationships/image" Target="../media/image353.png"/><Relationship Id="rId116" Type="http://schemas.openxmlformats.org/officeDocument/2006/relationships/customXml" Target="../ink/ink435.xml"/><Relationship Id="rId20" Type="http://schemas.openxmlformats.org/officeDocument/2006/relationships/customXml" Target="../ink/ink387.xml"/><Relationship Id="rId41" Type="http://schemas.openxmlformats.org/officeDocument/2006/relationships/image" Target="../media/image340.png"/><Relationship Id="rId62" Type="http://schemas.openxmlformats.org/officeDocument/2006/relationships/customXml" Target="../ink/ink408.xml"/><Relationship Id="rId83" Type="http://schemas.openxmlformats.org/officeDocument/2006/relationships/image" Target="../media/image361.png"/><Relationship Id="rId88" Type="http://schemas.openxmlformats.org/officeDocument/2006/relationships/customXml" Target="../ink/ink421.xml"/><Relationship Id="rId111" Type="http://schemas.openxmlformats.org/officeDocument/2006/relationships/image" Target="../media/image375.png"/><Relationship Id="rId15" Type="http://schemas.openxmlformats.org/officeDocument/2006/relationships/image" Target="../media/image327.png"/><Relationship Id="rId36" Type="http://schemas.openxmlformats.org/officeDocument/2006/relationships/customXml" Target="../ink/ink395.xml"/><Relationship Id="rId57" Type="http://schemas.openxmlformats.org/officeDocument/2006/relationships/image" Target="../media/image348.png"/><Relationship Id="rId106" Type="http://schemas.openxmlformats.org/officeDocument/2006/relationships/customXml" Target="../ink/ink430.xml"/><Relationship Id="rId127" Type="http://schemas.openxmlformats.org/officeDocument/2006/relationships/image" Target="../media/image383.png"/><Relationship Id="rId10" Type="http://schemas.openxmlformats.org/officeDocument/2006/relationships/customXml" Target="../ink/ink382.xml"/><Relationship Id="rId31" Type="http://schemas.openxmlformats.org/officeDocument/2006/relationships/image" Target="../media/image335.png"/><Relationship Id="rId52" Type="http://schemas.openxmlformats.org/officeDocument/2006/relationships/customXml" Target="../ink/ink403.xml"/><Relationship Id="rId73" Type="http://schemas.openxmlformats.org/officeDocument/2006/relationships/image" Target="../media/image356.png"/><Relationship Id="rId78" Type="http://schemas.openxmlformats.org/officeDocument/2006/relationships/customXml" Target="../ink/ink416.xml"/><Relationship Id="rId94" Type="http://schemas.openxmlformats.org/officeDocument/2006/relationships/customXml" Target="../ink/ink424.xml"/><Relationship Id="rId99" Type="http://schemas.openxmlformats.org/officeDocument/2006/relationships/image" Target="../media/image369.png"/><Relationship Id="rId101" Type="http://schemas.openxmlformats.org/officeDocument/2006/relationships/image" Target="../media/image370.png"/><Relationship Id="rId122" Type="http://schemas.openxmlformats.org/officeDocument/2006/relationships/customXml" Target="../ink/ink438.xml"/><Relationship Id="rId4" Type="http://schemas.openxmlformats.org/officeDocument/2006/relationships/customXml" Target="../ink/ink379.xml"/><Relationship Id="rId9" Type="http://schemas.openxmlformats.org/officeDocument/2006/relationships/image" Target="../media/image324.png"/><Relationship Id="rId26" Type="http://schemas.openxmlformats.org/officeDocument/2006/relationships/customXml" Target="../ink/ink39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3.xml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70.png"/><Relationship Id="rId5" Type="http://schemas.openxmlformats.org/officeDocument/2006/relationships/customXml" Target="../ink/ink444.xml"/><Relationship Id="rId4" Type="http://schemas.openxmlformats.org/officeDocument/2006/relationships/image" Target="../media/image386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7.xml"/><Relationship Id="rId3" Type="http://schemas.openxmlformats.org/officeDocument/2006/relationships/image" Target="../media/image388.png"/><Relationship Id="rId7" Type="http://schemas.openxmlformats.org/officeDocument/2006/relationships/image" Target="../media/image390.png"/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6.xml"/><Relationship Id="rId11" Type="http://schemas.openxmlformats.org/officeDocument/2006/relationships/image" Target="../media/image392.png"/><Relationship Id="rId5" Type="http://schemas.openxmlformats.org/officeDocument/2006/relationships/image" Target="../media/image389.png"/><Relationship Id="rId10" Type="http://schemas.openxmlformats.org/officeDocument/2006/relationships/customXml" Target="../ink/ink448.xml"/><Relationship Id="rId4" Type="http://schemas.openxmlformats.org/officeDocument/2006/relationships/customXml" Target="../ink/ink445.xml"/><Relationship Id="rId9" Type="http://schemas.openxmlformats.org/officeDocument/2006/relationships/image" Target="../media/image3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1.png"/><Relationship Id="rId3" Type="http://schemas.openxmlformats.org/officeDocument/2006/relationships/customXml" Target="../ink/ink449.xml"/><Relationship Id="rId7" Type="http://schemas.openxmlformats.org/officeDocument/2006/relationships/customXml" Target="../ink/ink451.xml"/><Relationship Id="rId12" Type="http://schemas.openxmlformats.org/officeDocument/2006/relationships/image" Target="../media/image394.png"/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11" Type="http://schemas.openxmlformats.org/officeDocument/2006/relationships/customXml" Target="../ink/ink453.xml"/><Relationship Id="rId5" Type="http://schemas.openxmlformats.org/officeDocument/2006/relationships/customXml" Target="../ink/ink450.xml"/><Relationship Id="rId10" Type="http://schemas.openxmlformats.org/officeDocument/2006/relationships/image" Target="../media/image393.png"/><Relationship Id="rId4" Type="http://schemas.openxmlformats.org/officeDocument/2006/relationships/image" Target="../media/image389.png"/><Relationship Id="rId9" Type="http://schemas.openxmlformats.org/officeDocument/2006/relationships/customXml" Target="../ink/ink452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65.xml"/><Relationship Id="rId21" Type="http://schemas.openxmlformats.org/officeDocument/2006/relationships/image" Target="../media/image405.png"/><Relationship Id="rId42" Type="http://schemas.openxmlformats.org/officeDocument/2006/relationships/customXml" Target="../ink/ink473.xml"/><Relationship Id="rId47" Type="http://schemas.openxmlformats.org/officeDocument/2006/relationships/image" Target="../media/image418.png"/><Relationship Id="rId63" Type="http://schemas.openxmlformats.org/officeDocument/2006/relationships/image" Target="../media/image426.png"/><Relationship Id="rId68" Type="http://schemas.openxmlformats.org/officeDocument/2006/relationships/customXml" Target="../ink/ink486.xml"/><Relationship Id="rId84" Type="http://schemas.openxmlformats.org/officeDocument/2006/relationships/customXml" Target="../ink/ink494.xml"/><Relationship Id="rId89" Type="http://schemas.openxmlformats.org/officeDocument/2006/relationships/image" Target="../media/image439.png"/><Relationship Id="rId16" Type="http://schemas.openxmlformats.org/officeDocument/2006/relationships/customXml" Target="../ink/ink460.xml"/><Relationship Id="rId11" Type="http://schemas.openxmlformats.org/officeDocument/2006/relationships/image" Target="../media/image400.png"/><Relationship Id="rId32" Type="http://schemas.openxmlformats.org/officeDocument/2006/relationships/customXml" Target="../ink/ink468.xml"/><Relationship Id="rId37" Type="http://schemas.openxmlformats.org/officeDocument/2006/relationships/image" Target="../media/image413.png"/><Relationship Id="rId53" Type="http://schemas.openxmlformats.org/officeDocument/2006/relationships/image" Target="../media/image421.png"/><Relationship Id="rId58" Type="http://schemas.openxmlformats.org/officeDocument/2006/relationships/customXml" Target="../ink/ink481.xml"/><Relationship Id="rId74" Type="http://schemas.openxmlformats.org/officeDocument/2006/relationships/customXml" Target="../ink/ink489.xml"/><Relationship Id="rId79" Type="http://schemas.openxmlformats.org/officeDocument/2006/relationships/image" Target="../media/image434.png"/><Relationship Id="rId5" Type="http://schemas.openxmlformats.org/officeDocument/2006/relationships/image" Target="../media/image397.png"/><Relationship Id="rId90" Type="http://schemas.openxmlformats.org/officeDocument/2006/relationships/customXml" Target="../ink/ink497.xml"/><Relationship Id="rId95" Type="http://schemas.openxmlformats.org/officeDocument/2006/relationships/image" Target="../media/image442.png"/><Relationship Id="rId22" Type="http://schemas.openxmlformats.org/officeDocument/2006/relationships/customXml" Target="../ink/ink463.xml"/><Relationship Id="rId27" Type="http://schemas.openxmlformats.org/officeDocument/2006/relationships/image" Target="../media/image408.png"/><Relationship Id="rId43" Type="http://schemas.openxmlformats.org/officeDocument/2006/relationships/image" Target="../media/image416.png"/><Relationship Id="rId48" Type="http://schemas.openxmlformats.org/officeDocument/2006/relationships/customXml" Target="../ink/ink476.xml"/><Relationship Id="rId64" Type="http://schemas.openxmlformats.org/officeDocument/2006/relationships/customXml" Target="../ink/ink484.xml"/><Relationship Id="rId69" Type="http://schemas.openxmlformats.org/officeDocument/2006/relationships/image" Target="../media/image429.png"/><Relationship Id="rId80" Type="http://schemas.openxmlformats.org/officeDocument/2006/relationships/customXml" Target="../ink/ink492.xml"/><Relationship Id="rId85" Type="http://schemas.openxmlformats.org/officeDocument/2006/relationships/image" Target="../media/image437.png"/><Relationship Id="rId3" Type="http://schemas.openxmlformats.org/officeDocument/2006/relationships/image" Target="../media/image396.png"/><Relationship Id="rId12" Type="http://schemas.openxmlformats.org/officeDocument/2006/relationships/customXml" Target="../ink/ink458.xml"/><Relationship Id="rId17" Type="http://schemas.openxmlformats.org/officeDocument/2006/relationships/image" Target="../media/image403.png"/><Relationship Id="rId25" Type="http://schemas.openxmlformats.org/officeDocument/2006/relationships/image" Target="../media/image407.png"/><Relationship Id="rId33" Type="http://schemas.openxmlformats.org/officeDocument/2006/relationships/image" Target="../media/image411.png"/><Relationship Id="rId38" Type="http://schemas.openxmlformats.org/officeDocument/2006/relationships/customXml" Target="../ink/ink471.xml"/><Relationship Id="rId46" Type="http://schemas.openxmlformats.org/officeDocument/2006/relationships/customXml" Target="../ink/ink475.xml"/><Relationship Id="rId59" Type="http://schemas.openxmlformats.org/officeDocument/2006/relationships/image" Target="../media/image424.png"/><Relationship Id="rId67" Type="http://schemas.openxmlformats.org/officeDocument/2006/relationships/image" Target="../media/image428.png"/><Relationship Id="rId20" Type="http://schemas.openxmlformats.org/officeDocument/2006/relationships/customXml" Target="../ink/ink462.xml"/><Relationship Id="rId41" Type="http://schemas.openxmlformats.org/officeDocument/2006/relationships/image" Target="../media/image415.png"/><Relationship Id="rId54" Type="http://schemas.openxmlformats.org/officeDocument/2006/relationships/customXml" Target="../ink/ink479.xml"/><Relationship Id="rId62" Type="http://schemas.openxmlformats.org/officeDocument/2006/relationships/customXml" Target="../ink/ink483.xml"/><Relationship Id="rId70" Type="http://schemas.openxmlformats.org/officeDocument/2006/relationships/customXml" Target="../ink/ink487.xml"/><Relationship Id="rId75" Type="http://schemas.openxmlformats.org/officeDocument/2006/relationships/image" Target="../media/image432.png"/><Relationship Id="rId83" Type="http://schemas.openxmlformats.org/officeDocument/2006/relationships/image" Target="../media/image436.png"/><Relationship Id="rId88" Type="http://schemas.openxmlformats.org/officeDocument/2006/relationships/customXml" Target="../ink/ink496.xml"/><Relationship Id="rId91" Type="http://schemas.openxmlformats.org/officeDocument/2006/relationships/image" Target="../media/image440.png"/><Relationship Id="rId96" Type="http://schemas.openxmlformats.org/officeDocument/2006/relationships/customXml" Target="../ink/ink50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55.xml"/><Relationship Id="rId15" Type="http://schemas.openxmlformats.org/officeDocument/2006/relationships/image" Target="../media/image402.png"/><Relationship Id="rId23" Type="http://schemas.openxmlformats.org/officeDocument/2006/relationships/image" Target="../media/image406.png"/><Relationship Id="rId28" Type="http://schemas.openxmlformats.org/officeDocument/2006/relationships/customXml" Target="../ink/ink466.xml"/><Relationship Id="rId36" Type="http://schemas.openxmlformats.org/officeDocument/2006/relationships/customXml" Target="../ink/ink470.xml"/><Relationship Id="rId49" Type="http://schemas.openxmlformats.org/officeDocument/2006/relationships/image" Target="../media/image419.png"/><Relationship Id="rId57" Type="http://schemas.openxmlformats.org/officeDocument/2006/relationships/image" Target="../media/image423.png"/><Relationship Id="rId10" Type="http://schemas.openxmlformats.org/officeDocument/2006/relationships/customXml" Target="../ink/ink457.xml"/><Relationship Id="rId31" Type="http://schemas.openxmlformats.org/officeDocument/2006/relationships/image" Target="../media/image410.png"/><Relationship Id="rId44" Type="http://schemas.openxmlformats.org/officeDocument/2006/relationships/customXml" Target="../ink/ink474.xml"/><Relationship Id="rId52" Type="http://schemas.openxmlformats.org/officeDocument/2006/relationships/customXml" Target="../ink/ink478.xml"/><Relationship Id="rId60" Type="http://schemas.openxmlformats.org/officeDocument/2006/relationships/customXml" Target="../ink/ink482.xml"/><Relationship Id="rId65" Type="http://schemas.openxmlformats.org/officeDocument/2006/relationships/image" Target="../media/image427.png"/><Relationship Id="rId73" Type="http://schemas.openxmlformats.org/officeDocument/2006/relationships/image" Target="../media/image431.png"/><Relationship Id="rId78" Type="http://schemas.openxmlformats.org/officeDocument/2006/relationships/customXml" Target="../ink/ink491.xml"/><Relationship Id="rId81" Type="http://schemas.openxmlformats.org/officeDocument/2006/relationships/image" Target="../media/image435.png"/><Relationship Id="rId86" Type="http://schemas.openxmlformats.org/officeDocument/2006/relationships/customXml" Target="../ink/ink495.xml"/><Relationship Id="rId94" Type="http://schemas.openxmlformats.org/officeDocument/2006/relationships/customXml" Target="../ink/ink499.xml"/><Relationship Id="rId4" Type="http://schemas.openxmlformats.org/officeDocument/2006/relationships/customXml" Target="../ink/ink454.xml"/><Relationship Id="rId9" Type="http://schemas.openxmlformats.org/officeDocument/2006/relationships/image" Target="../media/image399.png"/><Relationship Id="rId13" Type="http://schemas.openxmlformats.org/officeDocument/2006/relationships/image" Target="../media/image401.png"/><Relationship Id="rId18" Type="http://schemas.openxmlformats.org/officeDocument/2006/relationships/customXml" Target="../ink/ink461.xml"/><Relationship Id="rId39" Type="http://schemas.openxmlformats.org/officeDocument/2006/relationships/image" Target="../media/image414.png"/><Relationship Id="rId34" Type="http://schemas.openxmlformats.org/officeDocument/2006/relationships/customXml" Target="../ink/ink469.xml"/><Relationship Id="rId50" Type="http://schemas.openxmlformats.org/officeDocument/2006/relationships/customXml" Target="../ink/ink477.xml"/><Relationship Id="rId55" Type="http://schemas.openxmlformats.org/officeDocument/2006/relationships/image" Target="../media/image422.png"/><Relationship Id="rId76" Type="http://schemas.openxmlformats.org/officeDocument/2006/relationships/customXml" Target="../ink/ink490.xml"/><Relationship Id="rId97" Type="http://schemas.openxmlformats.org/officeDocument/2006/relationships/image" Target="../media/image443.png"/><Relationship Id="rId7" Type="http://schemas.openxmlformats.org/officeDocument/2006/relationships/image" Target="../media/image398.png"/><Relationship Id="rId71" Type="http://schemas.openxmlformats.org/officeDocument/2006/relationships/image" Target="../media/image430.png"/><Relationship Id="rId92" Type="http://schemas.openxmlformats.org/officeDocument/2006/relationships/customXml" Target="../ink/ink498.xml"/><Relationship Id="rId2" Type="http://schemas.openxmlformats.org/officeDocument/2006/relationships/image" Target="../media/image395.png"/><Relationship Id="rId29" Type="http://schemas.openxmlformats.org/officeDocument/2006/relationships/image" Target="../media/image409.png"/><Relationship Id="rId24" Type="http://schemas.openxmlformats.org/officeDocument/2006/relationships/customXml" Target="../ink/ink464.xml"/><Relationship Id="rId40" Type="http://schemas.openxmlformats.org/officeDocument/2006/relationships/customXml" Target="../ink/ink472.xml"/><Relationship Id="rId45" Type="http://schemas.openxmlformats.org/officeDocument/2006/relationships/image" Target="../media/image417.png"/><Relationship Id="rId66" Type="http://schemas.openxmlformats.org/officeDocument/2006/relationships/customXml" Target="../ink/ink485.xml"/><Relationship Id="rId87" Type="http://schemas.openxmlformats.org/officeDocument/2006/relationships/image" Target="../media/image438.png"/><Relationship Id="rId61" Type="http://schemas.openxmlformats.org/officeDocument/2006/relationships/image" Target="../media/image425.png"/><Relationship Id="rId82" Type="http://schemas.openxmlformats.org/officeDocument/2006/relationships/customXml" Target="../ink/ink493.xml"/><Relationship Id="rId19" Type="http://schemas.openxmlformats.org/officeDocument/2006/relationships/image" Target="../media/image404.png"/><Relationship Id="rId14" Type="http://schemas.openxmlformats.org/officeDocument/2006/relationships/customXml" Target="../ink/ink459.xml"/><Relationship Id="rId30" Type="http://schemas.openxmlformats.org/officeDocument/2006/relationships/customXml" Target="../ink/ink467.xml"/><Relationship Id="rId35" Type="http://schemas.openxmlformats.org/officeDocument/2006/relationships/image" Target="../media/image412.png"/><Relationship Id="rId56" Type="http://schemas.openxmlformats.org/officeDocument/2006/relationships/customXml" Target="../ink/ink480.xml"/><Relationship Id="rId77" Type="http://schemas.openxmlformats.org/officeDocument/2006/relationships/image" Target="../media/image433.png"/><Relationship Id="rId8" Type="http://schemas.openxmlformats.org/officeDocument/2006/relationships/customXml" Target="../ink/ink456.xml"/><Relationship Id="rId51" Type="http://schemas.openxmlformats.org/officeDocument/2006/relationships/image" Target="../media/image420.png"/><Relationship Id="rId72" Type="http://schemas.openxmlformats.org/officeDocument/2006/relationships/customXml" Target="../ink/ink488.xml"/><Relationship Id="rId93" Type="http://schemas.openxmlformats.org/officeDocument/2006/relationships/image" Target="../media/image441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06.xml"/><Relationship Id="rId18" Type="http://schemas.openxmlformats.org/officeDocument/2006/relationships/image" Target="../media/image452.png"/><Relationship Id="rId26" Type="http://schemas.openxmlformats.org/officeDocument/2006/relationships/image" Target="../media/image456.png"/><Relationship Id="rId39" Type="http://schemas.openxmlformats.org/officeDocument/2006/relationships/customXml" Target="../ink/ink519.xml"/><Relationship Id="rId21" Type="http://schemas.openxmlformats.org/officeDocument/2006/relationships/customXml" Target="../ink/ink510.xml"/><Relationship Id="rId34" Type="http://schemas.openxmlformats.org/officeDocument/2006/relationships/image" Target="../media/image460.png"/><Relationship Id="rId7" Type="http://schemas.openxmlformats.org/officeDocument/2006/relationships/customXml" Target="../ink/ink503.xml"/><Relationship Id="rId12" Type="http://schemas.openxmlformats.org/officeDocument/2006/relationships/image" Target="../media/image449.png"/><Relationship Id="rId17" Type="http://schemas.openxmlformats.org/officeDocument/2006/relationships/customXml" Target="../ink/ink508.xml"/><Relationship Id="rId25" Type="http://schemas.openxmlformats.org/officeDocument/2006/relationships/customXml" Target="../ink/ink512.xml"/><Relationship Id="rId33" Type="http://schemas.openxmlformats.org/officeDocument/2006/relationships/customXml" Target="../ink/ink516.xml"/><Relationship Id="rId38" Type="http://schemas.openxmlformats.org/officeDocument/2006/relationships/image" Target="../media/image462.png"/><Relationship Id="rId2" Type="http://schemas.openxmlformats.org/officeDocument/2006/relationships/image" Target="../media/image444.png"/><Relationship Id="rId16" Type="http://schemas.openxmlformats.org/officeDocument/2006/relationships/image" Target="../media/image451.png"/><Relationship Id="rId20" Type="http://schemas.openxmlformats.org/officeDocument/2006/relationships/image" Target="../media/image453.png"/><Relationship Id="rId29" Type="http://schemas.openxmlformats.org/officeDocument/2006/relationships/customXml" Target="../ink/ink5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6.png"/><Relationship Id="rId11" Type="http://schemas.openxmlformats.org/officeDocument/2006/relationships/customXml" Target="../ink/ink505.xml"/><Relationship Id="rId24" Type="http://schemas.openxmlformats.org/officeDocument/2006/relationships/image" Target="../media/image455.png"/><Relationship Id="rId32" Type="http://schemas.openxmlformats.org/officeDocument/2006/relationships/image" Target="../media/image459.png"/><Relationship Id="rId37" Type="http://schemas.openxmlformats.org/officeDocument/2006/relationships/customXml" Target="../ink/ink518.xml"/><Relationship Id="rId40" Type="http://schemas.openxmlformats.org/officeDocument/2006/relationships/image" Target="../media/image463.png"/><Relationship Id="rId5" Type="http://schemas.openxmlformats.org/officeDocument/2006/relationships/customXml" Target="../ink/ink502.xml"/><Relationship Id="rId15" Type="http://schemas.openxmlformats.org/officeDocument/2006/relationships/customXml" Target="../ink/ink507.xml"/><Relationship Id="rId23" Type="http://schemas.openxmlformats.org/officeDocument/2006/relationships/customXml" Target="../ink/ink511.xml"/><Relationship Id="rId28" Type="http://schemas.openxmlformats.org/officeDocument/2006/relationships/image" Target="../media/image457.png"/><Relationship Id="rId36" Type="http://schemas.openxmlformats.org/officeDocument/2006/relationships/image" Target="../media/image461.png"/><Relationship Id="rId10" Type="http://schemas.openxmlformats.org/officeDocument/2006/relationships/image" Target="../media/image448.png"/><Relationship Id="rId19" Type="http://schemas.openxmlformats.org/officeDocument/2006/relationships/customXml" Target="../ink/ink509.xml"/><Relationship Id="rId31" Type="http://schemas.openxmlformats.org/officeDocument/2006/relationships/customXml" Target="../ink/ink515.xml"/><Relationship Id="rId4" Type="http://schemas.openxmlformats.org/officeDocument/2006/relationships/image" Target="../media/image445.png"/><Relationship Id="rId9" Type="http://schemas.openxmlformats.org/officeDocument/2006/relationships/customXml" Target="../ink/ink504.xml"/><Relationship Id="rId14" Type="http://schemas.openxmlformats.org/officeDocument/2006/relationships/image" Target="../media/image450.png"/><Relationship Id="rId22" Type="http://schemas.openxmlformats.org/officeDocument/2006/relationships/image" Target="../media/image454.png"/><Relationship Id="rId27" Type="http://schemas.openxmlformats.org/officeDocument/2006/relationships/customXml" Target="../ink/ink513.xml"/><Relationship Id="rId30" Type="http://schemas.openxmlformats.org/officeDocument/2006/relationships/image" Target="../media/image458.png"/><Relationship Id="rId35" Type="http://schemas.openxmlformats.org/officeDocument/2006/relationships/customXml" Target="../ink/ink517.xml"/><Relationship Id="rId8" Type="http://schemas.openxmlformats.org/officeDocument/2006/relationships/image" Target="../media/image447.png"/><Relationship Id="rId3" Type="http://schemas.openxmlformats.org/officeDocument/2006/relationships/customXml" Target="../ink/ink50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7.png"/><Relationship Id="rId3" Type="http://schemas.openxmlformats.org/officeDocument/2006/relationships/customXml" Target="../ink/ink520.xml"/><Relationship Id="rId7" Type="http://schemas.openxmlformats.org/officeDocument/2006/relationships/customXml" Target="../ink/ink522.xml"/><Relationship Id="rId12" Type="http://schemas.openxmlformats.org/officeDocument/2006/relationships/image" Target="../media/image469.png"/><Relationship Id="rId2" Type="http://schemas.openxmlformats.org/officeDocument/2006/relationships/image" Target="../media/image4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6.png"/><Relationship Id="rId11" Type="http://schemas.openxmlformats.org/officeDocument/2006/relationships/customXml" Target="../ink/ink524.xml"/><Relationship Id="rId5" Type="http://schemas.openxmlformats.org/officeDocument/2006/relationships/customXml" Target="../ink/ink521.xml"/><Relationship Id="rId10" Type="http://schemas.openxmlformats.org/officeDocument/2006/relationships/image" Target="../media/image468.png"/><Relationship Id="rId4" Type="http://schemas.openxmlformats.org/officeDocument/2006/relationships/image" Target="../media/image465.png"/><Relationship Id="rId9" Type="http://schemas.openxmlformats.org/officeDocument/2006/relationships/customXml" Target="../ink/ink523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37.xml"/><Relationship Id="rId21" Type="http://schemas.openxmlformats.org/officeDocument/2006/relationships/image" Target="../media/image479.png"/><Relationship Id="rId42" Type="http://schemas.openxmlformats.org/officeDocument/2006/relationships/customXml" Target="../ink/ink545.xml"/><Relationship Id="rId47" Type="http://schemas.openxmlformats.org/officeDocument/2006/relationships/image" Target="../media/image492.png"/><Relationship Id="rId63" Type="http://schemas.openxmlformats.org/officeDocument/2006/relationships/image" Target="../media/image500.png"/><Relationship Id="rId68" Type="http://schemas.openxmlformats.org/officeDocument/2006/relationships/customXml" Target="../ink/ink558.xml"/><Relationship Id="rId84" Type="http://schemas.openxmlformats.org/officeDocument/2006/relationships/customXml" Target="../ink/ink566.xml"/><Relationship Id="rId16" Type="http://schemas.openxmlformats.org/officeDocument/2006/relationships/customXml" Target="../ink/ink532.xml"/><Relationship Id="rId11" Type="http://schemas.openxmlformats.org/officeDocument/2006/relationships/image" Target="../media/image474.png"/><Relationship Id="rId32" Type="http://schemas.openxmlformats.org/officeDocument/2006/relationships/customXml" Target="../ink/ink540.xml"/><Relationship Id="rId37" Type="http://schemas.openxmlformats.org/officeDocument/2006/relationships/image" Target="../media/image487.png"/><Relationship Id="rId53" Type="http://schemas.openxmlformats.org/officeDocument/2006/relationships/image" Target="../media/image495.png"/><Relationship Id="rId58" Type="http://schemas.openxmlformats.org/officeDocument/2006/relationships/customXml" Target="../ink/ink553.xml"/><Relationship Id="rId74" Type="http://schemas.openxmlformats.org/officeDocument/2006/relationships/customXml" Target="../ink/ink561.xml"/><Relationship Id="rId79" Type="http://schemas.openxmlformats.org/officeDocument/2006/relationships/image" Target="../media/image508.png"/><Relationship Id="rId5" Type="http://schemas.openxmlformats.org/officeDocument/2006/relationships/image" Target="../media/image471.png"/><Relationship Id="rId19" Type="http://schemas.openxmlformats.org/officeDocument/2006/relationships/image" Target="../media/image478.png"/><Relationship Id="rId14" Type="http://schemas.openxmlformats.org/officeDocument/2006/relationships/customXml" Target="../ink/ink531.xml"/><Relationship Id="rId22" Type="http://schemas.openxmlformats.org/officeDocument/2006/relationships/customXml" Target="../ink/ink535.xml"/><Relationship Id="rId27" Type="http://schemas.openxmlformats.org/officeDocument/2006/relationships/image" Target="../media/image482.png"/><Relationship Id="rId30" Type="http://schemas.openxmlformats.org/officeDocument/2006/relationships/customXml" Target="../ink/ink539.xml"/><Relationship Id="rId35" Type="http://schemas.openxmlformats.org/officeDocument/2006/relationships/image" Target="../media/image486.png"/><Relationship Id="rId43" Type="http://schemas.openxmlformats.org/officeDocument/2006/relationships/image" Target="../media/image490.png"/><Relationship Id="rId48" Type="http://schemas.openxmlformats.org/officeDocument/2006/relationships/customXml" Target="../ink/ink548.xml"/><Relationship Id="rId56" Type="http://schemas.openxmlformats.org/officeDocument/2006/relationships/customXml" Target="../ink/ink552.xml"/><Relationship Id="rId64" Type="http://schemas.openxmlformats.org/officeDocument/2006/relationships/customXml" Target="../ink/ink556.xml"/><Relationship Id="rId69" Type="http://schemas.openxmlformats.org/officeDocument/2006/relationships/image" Target="../media/image503.png"/><Relationship Id="rId77" Type="http://schemas.openxmlformats.org/officeDocument/2006/relationships/image" Target="../media/image507.png"/><Relationship Id="rId8" Type="http://schemas.openxmlformats.org/officeDocument/2006/relationships/customXml" Target="../ink/ink528.xml"/><Relationship Id="rId51" Type="http://schemas.openxmlformats.org/officeDocument/2006/relationships/image" Target="../media/image494.png"/><Relationship Id="rId72" Type="http://schemas.openxmlformats.org/officeDocument/2006/relationships/customXml" Target="../ink/ink560.xml"/><Relationship Id="rId80" Type="http://schemas.openxmlformats.org/officeDocument/2006/relationships/customXml" Target="../ink/ink564.xml"/><Relationship Id="rId85" Type="http://schemas.openxmlformats.org/officeDocument/2006/relationships/image" Target="../media/image511.png"/><Relationship Id="rId3" Type="http://schemas.openxmlformats.org/officeDocument/2006/relationships/image" Target="../media/image470.png"/><Relationship Id="rId12" Type="http://schemas.openxmlformats.org/officeDocument/2006/relationships/customXml" Target="../ink/ink530.xml"/><Relationship Id="rId17" Type="http://schemas.openxmlformats.org/officeDocument/2006/relationships/image" Target="../media/image477.png"/><Relationship Id="rId25" Type="http://schemas.openxmlformats.org/officeDocument/2006/relationships/image" Target="../media/image481.png"/><Relationship Id="rId33" Type="http://schemas.openxmlformats.org/officeDocument/2006/relationships/image" Target="../media/image485.png"/><Relationship Id="rId38" Type="http://schemas.openxmlformats.org/officeDocument/2006/relationships/customXml" Target="../ink/ink543.xml"/><Relationship Id="rId46" Type="http://schemas.openxmlformats.org/officeDocument/2006/relationships/customXml" Target="../ink/ink547.xml"/><Relationship Id="rId59" Type="http://schemas.openxmlformats.org/officeDocument/2006/relationships/image" Target="../media/image498.png"/><Relationship Id="rId67" Type="http://schemas.openxmlformats.org/officeDocument/2006/relationships/image" Target="../media/image502.png"/><Relationship Id="rId20" Type="http://schemas.openxmlformats.org/officeDocument/2006/relationships/customXml" Target="../ink/ink534.xml"/><Relationship Id="rId41" Type="http://schemas.openxmlformats.org/officeDocument/2006/relationships/image" Target="../media/image489.png"/><Relationship Id="rId54" Type="http://schemas.openxmlformats.org/officeDocument/2006/relationships/customXml" Target="../ink/ink551.xml"/><Relationship Id="rId62" Type="http://schemas.openxmlformats.org/officeDocument/2006/relationships/customXml" Target="../ink/ink555.xml"/><Relationship Id="rId70" Type="http://schemas.openxmlformats.org/officeDocument/2006/relationships/customXml" Target="../ink/ink559.xml"/><Relationship Id="rId75" Type="http://schemas.openxmlformats.org/officeDocument/2006/relationships/image" Target="../media/image506.png"/><Relationship Id="rId83" Type="http://schemas.openxmlformats.org/officeDocument/2006/relationships/image" Target="../media/image5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7.xml"/><Relationship Id="rId15" Type="http://schemas.openxmlformats.org/officeDocument/2006/relationships/image" Target="../media/image476.png"/><Relationship Id="rId23" Type="http://schemas.openxmlformats.org/officeDocument/2006/relationships/image" Target="../media/image480.png"/><Relationship Id="rId28" Type="http://schemas.openxmlformats.org/officeDocument/2006/relationships/customXml" Target="../ink/ink538.xml"/><Relationship Id="rId36" Type="http://schemas.openxmlformats.org/officeDocument/2006/relationships/customXml" Target="../ink/ink542.xml"/><Relationship Id="rId49" Type="http://schemas.openxmlformats.org/officeDocument/2006/relationships/image" Target="../media/image493.png"/><Relationship Id="rId57" Type="http://schemas.openxmlformats.org/officeDocument/2006/relationships/image" Target="../media/image497.png"/><Relationship Id="rId10" Type="http://schemas.openxmlformats.org/officeDocument/2006/relationships/customXml" Target="../ink/ink529.xml"/><Relationship Id="rId31" Type="http://schemas.openxmlformats.org/officeDocument/2006/relationships/image" Target="../media/image484.png"/><Relationship Id="rId44" Type="http://schemas.openxmlformats.org/officeDocument/2006/relationships/customXml" Target="../ink/ink546.xml"/><Relationship Id="rId52" Type="http://schemas.openxmlformats.org/officeDocument/2006/relationships/customXml" Target="../ink/ink550.xml"/><Relationship Id="rId60" Type="http://schemas.openxmlformats.org/officeDocument/2006/relationships/customXml" Target="../ink/ink554.xml"/><Relationship Id="rId65" Type="http://schemas.openxmlformats.org/officeDocument/2006/relationships/image" Target="../media/image501.png"/><Relationship Id="rId73" Type="http://schemas.openxmlformats.org/officeDocument/2006/relationships/image" Target="../media/image505.png"/><Relationship Id="rId78" Type="http://schemas.openxmlformats.org/officeDocument/2006/relationships/customXml" Target="../ink/ink563.xml"/><Relationship Id="rId81" Type="http://schemas.openxmlformats.org/officeDocument/2006/relationships/image" Target="../media/image509.png"/><Relationship Id="rId4" Type="http://schemas.openxmlformats.org/officeDocument/2006/relationships/customXml" Target="../ink/ink526.xml"/><Relationship Id="rId9" Type="http://schemas.openxmlformats.org/officeDocument/2006/relationships/image" Target="../media/image473.png"/><Relationship Id="rId13" Type="http://schemas.openxmlformats.org/officeDocument/2006/relationships/image" Target="../media/image475.png"/><Relationship Id="rId18" Type="http://schemas.openxmlformats.org/officeDocument/2006/relationships/customXml" Target="../ink/ink533.xml"/><Relationship Id="rId39" Type="http://schemas.openxmlformats.org/officeDocument/2006/relationships/image" Target="../media/image488.png"/><Relationship Id="rId34" Type="http://schemas.openxmlformats.org/officeDocument/2006/relationships/customXml" Target="../ink/ink541.xml"/><Relationship Id="rId50" Type="http://schemas.openxmlformats.org/officeDocument/2006/relationships/customXml" Target="../ink/ink549.xml"/><Relationship Id="rId55" Type="http://schemas.openxmlformats.org/officeDocument/2006/relationships/image" Target="../media/image496.png"/><Relationship Id="rId76" Type="http://schemas.openxmlformats.org/officeDocument/2006/relationships/customXml" Target="../ink/ink562.xml"/><Relationship Id="rId7" Type="http://schemas.openxmlformats.org/officeDocument/2006/relationships/image" Target="../media/image472.png"/><Relationship Id="rId71" Type="http://schemas.openxmlformats.org/officeDocument/2006/relationships/image" Target="../media/image504.png"/><Relationship Id="rId2" Type="http://schemas.openxmlformats.org/officeDocument/2006/relationships/customXml" Target="../ink/ink525.xml"/><Relationship Id="rId29" Type="http://schemas.openxmlformats.org/officeDocument/2006/relationships/image" Target="../media/image483.png"/><Relationship Id="rId24" Type="http://schemas.openxmlformats.org/officeDocument/2006/relationships/customXml" Target="../ink/ink536.xml"/><Relationship Id="rId40" Type="http://schemas.openxmlformats.org/officeDocument/2006/relationships/customXml" Target="../ink/ink544.xml"/><Relationship Id="rId45" Type="http://schemas.openxmlformats.org/officeDocument/2006/relationships/image" Target="../media/image491.png"/><Relationship Id="rId66" Type="http://schemas.openxmlformats.org/officeDocument/2006/relationships/customXml" Target="../ink/ink557.xml"/><Relationship Id="rId61" Type="http://schemas.openxmlformats.org/officeDocument/2006/relationships/image" Target="../media/image499.png"/><Relationship Id="rId82" Type="http://schemas.openxmlformats.org/officeDocument/2006/relationships/customXml" Target="../ink/ink56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6.png"/><Relationship Id="rId13" Type="http://schemas.openxmlformats.org/officeDocument/2006/relationships/customXml" Target="../ink/ink571.xml"/><Relationship Id="rId3" Type="http://schemas.openxmlformats.org/officeDocument/2006/relationships/image" Target="../media/image513.png"/><Relationship Id="rId7" Type="http://schemas.openxmlformats.org/officeDocument/2006/relationships/customXml" Target="../ink/ink568.xml"/><Relationship Id="rId12" Type="http://schemas.openxmlformats.org/officeDocument/2006/relationships/image" Target="../media/image518.png"/><Relationship Id="rId2" Type="http://schemas.openxmlformats.org/officeDocument/2006/relationships/image" Target="../media/image512.png"/><Relationship Id="rId16" Type="http://schemas.openxmlformats.org/officeDocument/2006/relationships/image" Target="../media/image5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5.png"/><Relationship Id="rId11" Type="http://schemas.openxmlformats.org/officeDocument/2006/relationships/customXml" Target="../ink/ink570.xml"/><Relationship Id="rId5" Type="http://schemas.openxmlformats.org/officeDocument/2006/relationships/customXml" Target="../ink/ink567.xml"/><Relationship Id="rId15" Type="http://schemas.openxmlformats.org/officeDocument/2006/relationships/customXml" Target="../ink/ink572.xml"/><Relationship Id="rId10" Type="http://schemas.openxmlformats.org/officeDocument/2006/relationships/image" Target="../media/image517.png"/><Relationship Id="rId4" Type="http://schemas.openxmlformats.org/officeDocument/2006/relationships/image" Target="../media/image514.png"/><Relationship Id="rId9" Type="http://schemas.openxmlformats.org/officeDocument/2006/relationships/customXml" Target="../ink/ink569.xml"/><Relationship Id="rId14" Type="http://schemas.openxmlformats.org/officeDocument/2006/relationships/image" Target="../media/image5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2.png"/><Relationship Id="rId2" Type="http://schemas.openxmlformats.org/officeDocument/2006/relationships/image" Target="../media/image5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3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90.png"/><Relationship Id="rId117" Type="http://schemas.openxmlformats.org/officeDocument/2006/relationships/customXml" Target="../ink/ink630.xml"/><Relationship Id="rId21" Type="http://schemas.openxmlformats.org/officeDocument/2006/relationships/customXml" Target="../ink/ink582.xml"/><Relationship Id="rId42" Type="http://schemas.openxmlformats.org/officeDocument/2006/relationships/image" Target="../media/image1570.png"/><Relationship Id="rId47" Type="http://schemas.openxmlformats.org/officeDocument/2006/relationships/customXml" Target="../ink/ink595.xml"/><Relationship Id="rId63" Type="http://schemas.openxmlformats.org/officeDocument/2006/relationships/customXml" Target="../ink/ink603.xml"/><Relationship Id="rId68" Type="http://schemas.openxmlformats.org/officeDocument/2006/relationships/image" Target="../media/image1860.png"/><Relationship Id="rId84" Type="http://schemas.openxmlformats.org/officeDocument/2006/relationships/image" Target="../media/image1940.png"/><Relationship Id="rId89" Type="http://schemas.openxmlformats.org/officeDocument/2006/relationships/customXml" Target="../ink/ink616.xml"/><Relationship Id="rId112" Type="http://schemas.openxmlformats.org/officeDocument/2006/relationships/image" Target="../media/image2080.png"/><Relationship Id="rId16" Type="http://schemas.openxmlformats.org/officeDocument/2006/relationships/image" Target="../media/image1440.png"/><Relationship Id="rId107" Type="http://schemas.openxmlformats.org/officeDocument/2006/relationships/customXml" Target="../ink/ink625.xml"/><Relationship Id="rId11" Type="http://schemas.openxmlformats.org/officeDocument/2006/relationships/customXml" Target="../ink/ink577.xml"/><Relationship Id="rId32" Type="http://schemas.openxmlformats.org/officeDocument/2006/relationships/image" Target="../media/image1520.png"/><Relationship Id="rId37" Type="http://schemas.openxmlformats.org/officeDocument/2006/relationships/customXml" Target="../ink/ink590.xml"/><Relationship Id="rId53" Type="http://schemas.openxmlformats.org/officeDocument/2006/relationships/customXml" Target="../ink/ink598.xml"/><Relationship Id="rId58" Type="http://schemas.openxmlformats.org/officeDocument/2006/relationships/image" Target="../media/image1811.png"/><Relationship Id="rId74" Type="http://schemas.openxmlformats.org/officeDocument/2006/relationships/image" Target="../media/image1890.png"/><Relationship Id="rId79" Type="http://schemas.openxmlformats.org/officeDocument/2006/relationships/customXml" Target="../ink/ink611.xml"/><Relationship Id="rId102" Type="http://schemas.openxmlformats.org/officeDocument/2006/relationships/image" Target="../media/image2030.png"/><Relationship Id="rId5" Type="http://schemas.openxmlformats.org/officeDocument/2006/relationships/customXml" Target="../ink/ink574.xml"/><Relationship Id="rId90" Type="http://schemas.openxmlformats.org/officeDocument/2006/relationships/image" Target="../media/image1970.png"/><Relationship Id="rId95" Type="http://schemas.openxmlformats.org/officeDocument/2006/relationships/customXml" Target="../ink/ink619.xml"/><Relationship Id="rId22" Type="http://schemas.openxmlformats.org/officeDocument/2006/relationships/image" Target="../media/image1470.png"/><Relationship Id="rId27" Type="http://schemas.openxmlformats.org/officeDocument/2006/relationships/customXml" Target="../ink/ink585.xml"/><Relationship Id="rId43" Type="http://schemas.openxmlformats.org/officeDocument/2006/relationships/customXml" Target="../ink/ink593.xml"/><Relationship Id="rId48" Type="http://schemas.openxmlformats.org/officeDocument/2006/relationships/image" Target="../media/image1600.png"/><Relationship Id="rId64" Type="http://schemas.openxmlformats.org/officeDocument/2006/relationships/image" Target="../media/image1840.png"/><Relationship Id="rId69" Type="http://schemas.openxmlformats.org/officeDocument/2006/relationships/customXml" Target="../ink/ink606.xml"/><Relationship Id="rId113" Type="http://schemas.openxmlformats.org/officeDocument/2006/relationships/customXml" Target="../ink/ink628.xml"/><Relationship Id="rId118" Type="http://schemas.openxmlformats.org/officeDocument/2006/relationships/image" Target="../media/image2110.png"/><Relationship Id="rId80" Type="http://schemas.openxmlformats.org/officeDocument/2006/relationships/image" Target="../media/image1920.png"/><Relationship Id="rId85" Type="http://schemas.openxmlformats.org/officeDocument/2006/relationships/customXml" Target="../ink/ink614.xml"/><Relationship Id="rId12" Type="http://schemas.openxmlformats.org/officeDocument/2006/relationships/image" Target="../media/image1420.png"/><Relationship Id="rId17" Type="http://schemas.openxmlformats.org/officeDocument/2006/relationships/customXml" Target="../ink/ink580.xml"/><Relationship Id="rId33" Type="http://schemas.openxmlformats.org/officeDocument/2006/relationships/customXml" Target="../ink/ink588.xml"/><Relationship Id="rId38" Type="http://schemas.openxmlformats.org/officeDocument/2006/relationships/image" Target="../media/image1550.png"/><Relationship Id="rId59" Type="http://schemas.openxmlformats.org/officeDocument/2006/relationships/customXml" Target="../ink/ink601.xml"/><Relationship Id="rId103" Type="http://schemas.openxmlformats.org/officeDocument/2006/relationships/customXml" Target="../ink/ink623.xml"/><Relationship Id="rId108" Type="http://schemas.openxmlformats.org/officeDocument/2006/relationships/image" Target="../media/image2060.png"/><Relationship Id="rId54" Type="http://schemas.openxmlformats.org/officeDocument/2006/relationships/image" Target="../media/image1790.png"/><Relationship Id="rId70" Type="http://schemas.openxmlformats.org/officeDocument/2006/relationships/image" Target="../media/image1870.png"/><Relationship Id="rId75" Type="http://schemas.openxmlformats.org/officeDocument/2006/relationships/customXml" Target="../ink/ink609.xml"/><Relationship Id="rId91" Type="http://schemas.openxmlformats.org/officeDocument/2006/relationships/customXml" Target="../ink/ink617.xml"/><Relationship Id="rId96" Type="http://schemas.openxmlformats.org/officeDocument/2006/relationships/image" Target="../media/image20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90.png"/><Relationship Id="rId23" Type="http://schemas.openxmlformats.org/officeDocument/2006/relationships/customXml" Target="../ink/ink583.xml"/><Relationship Id="rId28" Type="http://schemas.openxmlformats.org/officeDocument/2006/relationships/image" Target="../media/image1500.png"/><Relationship Id="rId49" Type="http://schemas.openxmlformats.org/officeDocument/2006/relationships/customXml" Target="../ink/ink596.xml"/><Relationship Id="rId114" Type="http://schemas.openxmlformats.org/officeDocument/2006/relationships/image" Target="../media/image2090.png"/><Relationship Id="rId119" Type="http://schemas.openxmlformats.org/officeDocument/2006/relationships/customXml" Target="../ink/ink631.xml"/><Relationship Id="rId10" Type="http://schemas.openxmlformats.org/officeDocument/2006/relationships/image" Target="../media/image1411.png"/><Relationship Id="rId31" Type="http://schemas.openxmlformats.org/officeDocument/2006/relationships/customXml" Target="../ink/ink587.xml"/><Relationship Id="rId44" Type="http://schemas.openxmlformats.org/officeDocument/2006/relationships/image" Target="../media/image1580.png"/><Relationship Id="rId52" Type="http://schemas.openxmlformats.org/officeDocument/2006/relationships/image" Target="../media/image1620.png"/><Relationship Id="rId60" Type="http://schemas.openxmlformats.org/officeDocument/2006/relationships/image" Target="../media/image1820.png"/><Relationship Id="rId65" Type="http://schemas.openxmlformats.org/officeDocument/2006/relationships/customXml" Target="../ink/ink604.xml"/><Relationship Id="rId73" Type="http://schemas.openxmlformats.org/officeDocument/2006/relationships/customXml" Target="../ink/ink608.xml"/><Relationship Id="rId78" Type="http://schemas.openxmlformats.org/officeDocument/2006/relationships/image" Target="../media/image1911.png"/><Relationship Id="rId81" Type="http://schemas.openxmlformats.org/officeDocument/2006/relationships/customXml" Target="../ink/ink612.xml"/><Relationship Id="rId86" Type="http://schemas.openxmlformats.org/officeDocument/2006/relationships/image" Target="../media/image1950.png"/><Relationship Id="rId94" Type="http://schemas.openxmlformats.org/officeDocument/2006/relationships/image" Target="../media/image1990.png"/><Relationship Id="rId99" Type="http://schemas.openxmlformats.org/officeDocument/2006/relationships/customXml" Target="../ink/ink621.xml"/><Relationship Id="rId101" Type="http://schemas.openxmlformats.org/officeDocument/2006/relationships/customXml" Target="../ink/ink622.xml"/><Relationship Id="rId4" Type="http://schemas.openxmlformats.org/officeDocument/2006/relationships/image" Target="../media/image1380.png"/><Relationship Id="rId9" Type="http://schemas.openxmlformats.org/officeDocument/2006/relationships/customXml" Target="../ink/ink576.xml"/><Relationship Id="rId13" Type="http://schemas.openxmlformats.org/officeDocument/2006/relationships/customXml" Target="../ink/ink578.xml"/><Relationship Id="rId18" Type="http://schemas.openxmlformats.org/officeDocument/2006/relationships/image" Target="../media/image1450.png"/><Relationship Id="rId39" Type="http://schemas.openxmlformats.org/officeDocument/2006/relationships/customXml" Target="../ink/ink591.xml"/><Relationship Id="rId109" Type="http://schemas.openxmlformats.org/officeDocument/2006/relationships/customXml" Target="../ink/ink626.xml"/><Relationship Id="rId34" Type="http://schemas.openxmlformats.org/officeDocument/2006/relationships/image" Target="../media/image1530.png"/><Relationship Id="rId50" Type="http://schemas.openxmlformats.org/officeDocument/2006/relationships/image" Target="../media/image1611.png"/><Relationship Id="rId55" Type="http://schemas.openxmlformats.org/officeDocument/2006/relationships/customXml" Target="../ink/ink599.xml"/><Relationship Id="rId76" Type="http://schemas.openxmlformats.org/officeDocument/2006/relationships/image" Target="../media/image1900.png"/><Relationship Id="rId97" Type="http://schemas.openxmlformats.org/officeDocument/2006/relationships/customXml" Target="../ink/ink620.xml"/><Relationship Id="rId104" Type="http://schemas.openxmlformats.org/officeDocument/2006/relationships/image" Target="../media/image2040.png"/><Relationship Id="rId120" Type="http://schemas.openxmlformats.org/officeDocument/2006/relationships/image" Target="../media/image2120.png"/><Relationship Id="rId7" Type="http://schemas.openxmlformats.org/officeDocument/2006/relationships/customXml" Target="../ink/ink575.xml"/><Relationship Id="rId71" Type="http://schemas.openxmlformats.org/officeDocument/2006/relationships/customXml" Target="../ink/ink607.xml"/><Relationship Id="rId92" Type="http://schemas.openxmlformats.org/officeDocument/2006/relationships/image" Target="../media/image1980.png"/><Relationship Id="rId2" Type="http://schemas.openxmlformats.org/officeDocument/2006/relationships/image" Target="../media/image1.png"/><Relationship Id="rId29" Type="http://schemas.openxmlformats.org/officeDocument/2006/relationships/customXml" Target="../ink/ink586.xml"/><Relationship Id="rId24" Type="http://schemas.openxmlformats.org/officeDocument/2006/relationships/image" Target="../media/image1480.png"/><Relationship Id="rId40" Type="http://schemas.openxmlformats.org/officeDocument/2006/relationships/image" Target="../media/image1560.png"/><Relationship Id="rId45" Type="http://schemas.openxmlformats.org/officeDocument/2006/relationships/customXml" Target="../ink/ink594.xml"/><Relationship Id="rId66" Type="http://schemas.openxmlformats.org/officeDocument/2006/relationships/image" Target="../media/image1850.png"/><Relationship Id="rId87" Type="http://schemas.openxmlformats.org/officeDocument/2006/relationships/customXml" Target="../ink/ink615.xml"/><Relationship Id="rId110" Type="http://schemas.openxmlformats.org/officeDocument/2006/relationships/image" Target="../media/image2070.png"/><Relationship Id="rId115" Type="http://schemas.openxmlformats.org/officeDocument/2006/relationships/customXml" Target="../ink/ink629.xml"/><Relationship Id="rId61" Type="http://schemas.openxmlformats.org/officeDocument/2006/relationships/customXml" Target="../ink/ink602.xml"/><Relationship Id="rId82" Type="http://schemas.openxmlformats.org/officeDocument/2006/relationships/image" Target="../media/image1930.png"/><Relationship Id="rId19" Type="http://schemas.openxmlformats.org/officeDocument/2006/relationships/customXml" Target="../ink/ink581.xml"/><Relationship Id="rId14" Type="http://schemas.openxmlformats.org/officeDocument/2006/relationships/image" Target="../media/image1430.png"/><Relationship Id="rId30" Type="http://schemas.openxmlformats.org/officeDocument/2006/relationships/image" Target="../media/image1511.png"/><Relationship Id="rId35" Type="http://schemas.openxmlformats.org/officeDocument/2006/relationships/customXml" Target="../ink/ink589.xml"/><Relationship Id="rId56" Type="http://schemas.openxmlformats.org/officeDocument/2006/relationships/image" Target="../media/image1800.png"/><Relationship Id="rId77" Type="http://schemas.openxmlformats.org/officeDocument/2006/relationships/customXml" Target="../ink/ink610.xml"/><Relationship Id="rId100" Type="http://schemas.openxmlformats.org/officeDocument/2006/relationships/image" Target="../media/image2020.png"/><Relationship Id="rId105" Type="http://schemas.openxmlformats.org/officeDocument/2006/relationships/customXml" Target="../ink/ink624.xml"/><Relationship Id="rId8" Type="http://schemas.openxmlformats.org/officeDocument/2006/relationships/image" Target="../media/image1400.png"/><Relationship Id="rId51" Type="http://schemas.openxmlformats.org/officeDocument/2006/relationships/customXml" Target="../ink/ink597.xml"/><Relationship Id="rId72" Type="http://schemas.openxmlformats.org/officeDocument/2006/relationships/image" Target="../media/image1880.png"/><Relationship Id="rId93" Type="http://schemas.openxmlformats.org/officeDocument/2006/relationships/customXml" Target="../ink/ink618.xml"/><Relationship Id="rId98" Type="http://schemas.openxmlformats.org/officeDocument/2006/relationships/image" Target="../media/image2011.png"/><Relationship Id="rId3" Type="http://schemas.openxmlformats.org/officeDocument/2006/relationships/customXml" Target="../ink/ink573.xml"/><Relationship Id="rId25" Type="http://schemas.openxmlformats.org/officeDocument/2006/relationships/customXml" Target="../ink/ink584.xml"/><Relationship Id="rId46" Type="http://schemas.openxmlformats.org/officeDocument/2006/relationships/image" Target="../media/image1590.png"/><Relationship Id="rId67" Type="http://schemas.openxmlformats.org/officeDocument/2006/relationships/customXml" Target="../ink/ink605.xml"/><Relationship Id="rId116" Type="http://schemas.openxmlformats.org/officeDocument/2006/relationships/image" Target="../media/image2101.png"/><Relationship Id="rId20" Type="http://schemas.openxmlformats.org/officeDocument/2006/relationships/image" Target="../media/image1460.png"/><Relationship Id="rId41" Type="http://schemas.openxmlformats.org/officeDocument/2006/relationships/customXml" Target="../ink/ink592.xml"/><Relationship Id="rId62" Type="http://schemas.openxmlformats.org/officeDocument/2006/relationships/image" Target="../media/image1830.png"/><Relationship Id="rId83" Type="http://schemas.openxmlformats.org/officeDocument/2006/relationships/customXml" Target="../ink/ink613.xml"/><Relationship Id="rId88" Type="http://schemas.openxmlformats.org/officeDocument/2006/relationships/image" Target="../media/image1960.png"/><Relationship Id="rId111" Type="http://schemas.openxmlformats.org/officeDocument/2006/relationships/customXml" Target="../ink/ink627.xml"/><Relationship Id="rId15" Type="http://schemas.openxmlformats.org/officeDocument/2006/relationships/customXml" Target="../ink/ink579.xml"/><Relationship Id="rId36" Type="http://schemas.openxmlformats.org/officeDocument/2006/relationships/image" Target="../media/image1540.png"/><Relationship Id="rId57" Type="http://schemas.openxmlformats.org/officeDocument/2006/relationships/customXml" Target="../ink/ink600.xml"/><Relationship Id="rId106" Type="http://schemas.openxmlformats.org/officeDocument/2006/relationships/image" Target="../media/image2050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1.png"/><Relationship Id="rId18" Type="http://schemas.openxmlformats.org/officeDocument/2006/relationships/customXml" Target="../ink/ink638.xml"/><Relationship Id="rId26" Type="http://schemas.openxmlformats.org/officeDocument/2006/relationships/customXml" Target="../ink/ink642.xml"/><Relationship Id="rId3" Type="http://schemas.openxmlformats.org/officeDocument/2006/relationships/image" Target="../media/image525.png"/><Relationship Id="rId21" Type="http://schemas.openxmlformats.org/officeDocument/2006/relationships/image" Target="../media/image535.png"/><Relationship Id="rId34" Type="http://schemas.openxmlformats.org/officeDocument/2006/relationships/customXml" Target="../ink/ink646.xml"/><Relationship Id="rId7" Type="http://schemas.openxmlformats.org/officeDocument/2006/relationships/image" Target="../media/image528.png"/><Relationship Id="rId12" Type="http://schemas.openxmlformats.org/officeDocument/2006/relationships/customXml" Target="../ink/ink635.xml"/><Relationship Id="rId17" Type="http://schemas.openxmlformats.org/officeDocument/2006/relationships/image" Target="../media/image533.png"/><Relationship Id="rId25" Type="http://schemas.openxmlformats.org/officeDocument/2006/relationships/image" Target="../media/image537.png"/><Relationship Id="rId33" Type="http://schemas.openxmlformats.org/officeDocument/2006/relationships/image" Target="../media/image541.png"/><Relationship Id="rId2" Type="http://schemas.openxmlformats.org/officeDocument/2006/relationships/image" Target="../media/image524.png"/><Relationship Id="rId16" Type="http://schemas.openxmlformats.org/officeDocument/2006/relationships/customXml" Target="../ink/ink637.xml"/><Relationship Id="rId20" Type="http://schemas.openxmlformats.org/officeDocument/2006/relationships/customXml" Target="../ink/ink639.xml"/><Relationship Id="rId29" Type="http://schemas.openxmlformats.org/officeDocument/2006/relationships/image" Target="../media/image5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32.xml"/><Relationship Id="rId11" Type="http://schemas.openxmlformats.org/officeDocument/2006/relationships/image" Target="../media/image530.png"/><Relationship Id="rId24" Type="http://schemas.openxmlformats.org/officeDocument/2006/relationships/customXml" Target="../ink/ink641.xml"/><Relationship Id="rId32" Type="http://schemas.openxmlformats.org/officeDocument/2006/relationships/customXml" Target="../ink/ink645.xml"/><Relationship Id="rId5" Type="http://schemas.openxmlformats.org/officeDocument/2006/relationships/image" Target="../media/image527.png"/><Relationship Id="rId15" Type="http://schemas.openxmlformats.org/officeDocument/2006/relationships/image" Target="../media/image532.png"/><Relationship Id="rId23" Type="http://schemas.openxmlformats.org/officeDocument/2006/relationships/image" Target="../media/image536.png"/><Relationship Id="rId28" Type="http://schemas.openxmlformats.org/officeDocument/2006/relationships/customXml" Target="../ink/ink643.xml"/><Relationship Id="rId10" Type="http://schemas.openxmlformats.org/officeDocument/2006/relationships/customXml" Target="../ink/ink634.xml"/><Relationship Id="rId19" Type="http://schemas.openxmlformats.org/officeDocument/2006/relationships/image" Target="../media/image534.png"/><Relationship Id="rId31" Type="http://schemas.openxmlformats.org/officeDocument/2006/relationships/image" Target="../media/image540.png"/><Relationship Id="rId4" Type="http://schemas.openxmlformats.org/officeDocument/2006/relationships/image" Target="../media/image526.png"/><Relationship Id="rId9" Type="http://schemas.openxmlformats.org/officeDocument/2006/relationships/image" Target="../media/image529.png"/><Relationship Id="rId14" Type="http://schemas.openxmlformats.org/officeDocument/2006/relationships/customXml" Target="../ink/ink636.xml"/><Relationship Id="rId22" Type="http://schemas.openxmlformats.org/officeDocument/2006/relationships/customXml" Target="../ink/ink640.xml"/><Relationship Id="rId27" Type="http://schemas.openxmlformats.org/officeDocument/2006/relationships/image" Target="../media/image538.png"/><Relationship Id="rId30" Type="http://schemas.openxmlformats.org/officeDocument/2006/relationships/customXml" Target="../ink/ink644.xml"/><Relationship Id="rId35" Type="http://schemas.openxmlformats.org/officeDocument/2006/relationships/image" Target="../media/image542.png"/><Relationship Id="rId8" Type="http://schemas.openxmlformats.org/officeDocument/2006/relationships/customXml" Target="../ink/ink633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58.xml"/><Relationship Id="rId21" Type="http://schemas.openxmlformats.org/officeDocument/2006/relationships/image" Target="../media/image553.png"/><Relationship Id="rId42" Type="http://schemas.openxmlformats.org/officeDocument/2006/relationships/customXml" Target="../ink/ink666.xml"/><Relationship Id="rId47" Type="http://schemas.openxmlformats.org/officeDocument/2006/relationships/image" Target="../media/image566.png"/><Relationship Id="rId63" Type="http://schemas.openxmlformats.org/officeDocument/2006/relationships/image" Target="../media/image573.png"/><Relationship Id="rId68" Type="http://schemas.openxmlformats.org/officeDocument/2006/relationships/customXml" Target="../ink/ink679.xml"/><Relationship Id="rId84" Type="http://schemas.openxmlformats.org/officeDocument/2006/relationships/customXml" Target="../ink/ink687.xml"/><Relationship Id="rId89" Type="http://schemas.openxmlformats.org/officeDocument/2006/relationships/image" Target="../media/image586.png"/><Relationship Id="rId16" Type="http://schemas.openxmlformats.org/officeDocument/2006/relationships/customXml" Target="../ink/ink653.xml"/><Relationship Id="rId11" Type="http://schemas.openxmlformats.org/officeDocument/2006/relationships/image" Target="../media/image548.png"/><Relationship Id="rId32" Type="http://schemas.openxmlformats.org/officeDocument/2006/relationships/customXml" Target="../ink/ink661.xml"/><Relationship Id="rId37" Type="http://schemas.openxmlformats.org/officeDocument/2006/relationships/image" Target="../media/image561.png"/><Relationship Id="rId53" Type="http://schemas.openxmlformats.org/officeDocument/2006/relationships/image" Target="../media/image309.png"/><Relationship Id="rId58" Type="http://schemas.openxmlformats.org/officeDocument/2006/relationships/customXml" Target="../ink/ink674.xml"/><Relationship Id="rId74" Type="http://schemas.openxmlformats.org/officeDocument/2006/relationships/customXml" Target="../ink/ink682.xml"/><Relationship Id="rId79" Type="http://schemas.openxmlformats.org/officeDocument/2006/relationships/image" Target="../media/image581.png"/><Relationship Id="rId5" Type="http://schemas.openxmlformats.org/officeDocument/2006/relationships/image" Target="../media/image545.png"/><Relationship Id="rId90" Type="http://schemas.openxmlformats.org/officeDocument/2006/relationships/customXml" Target="../ink/ink690.xml"/><Relationship Id="rId95" Type="http://schemas.openxmlformats.org/officeDocument/2006/relationships/image" Target="../media/image589.png"/><Relationship Id="rId22" Type="http://schemas.openxmlformats.org/officeDocument/2006/relationships/customXml" Target="../ink/ink656.xml"/><Relationship Id="rId27" Type="http://schemas.openxmlformats.org/officeDocument/2006/relationships/image" Target="../media/image556.png"/><Relationship Id="rId43" Type="http://schemas.openxmlformats.org/officeDocument/2006/relationships/image" Target="../media/image564.png"/><Relationship Id="rId48" Type="http://schemas.openxmlformats.org/officeDocument/2006/relationships/customXml" Target="../ink/ink669.xml"/><Relationship Id="rId64" Type="http://schemas.openxmlformats.org/officeDocument/2006/relationships/customXml" Target="../ink/ink677.xml"/><Relationship Id="rId69" Type="http://schemas.openxmlformats.org/officeDocument/2006/relationships/image" Target="../media/image576.png"/><Relationship Id="rId80" Type="http://schemas.openxmlformats.org/officeDocument/2006/relationships/customXml" Target="../ink/ink685.xml"/><Relationship Id="rId85" Type="http://schemas.openxmlformats.org/officeDocument/2006/relationships/image" Target="../media/image584.png"/><Relationship Id="rId12" Type="http://schemas.openxmlformats.org/officeDocument/2006/relationships/customXml" Target="../ink/ink651.xml"/><Relationship Id="rId17" Type="http://schemas.openxmlformats.org/officeDocument/2006/relationships/image" Target="../media/image551.png"/><Relationship Id="rId25" Type="http://schemas.openxmlformats.org/officeDocument/2006/relationships/image" Target="../media/image555.png"/><Relationship Id="rId33" Type="http://schemas.openxmlformats.org/officeDocument/2006/relationships/image" Target="../media/image559.png"/><Relationship Id="rId38" Type="http://schemas.openxmlformats.org/officeDocument/2006/relationships/customXml" Target="../ink/ink664.xml"/><Relationship Id="rId46" Type="http://schemas.openxmlformats.org/officeDocument/2006/relationships/customXml" Target="../ink/ink668.xml"/><Relationship Id="rId59" Type="http://schemas.openxmlformats.org/officeDocument/2006/relationships/image" Target="../media/image571.png"/><Relationship Id="rId67" Type="http://schemas.openxmlformats.org/officeDocument/2006/relationships/image" Target="../media/image575.png"/><Relationship Id="rId20" Type="http://schemas.openxmlformats.org/officeDocument/2006/relationships/customXml" Target="../ink/ink655.xml"/><Relationship Id="rId41" Type="http://schemas.openxmlformats.org/officeDocument/2006/relationships/image" Target="../media/image563.png"/><Relationship Id="rId54" Type="http://schemas.openxmlformats.org/officeDocument/2006/relationships/customXml" Target="../ink/ink672.xml"/><Relationship Id="rId62" Type="http://schemas.openxmlformats.org/officeDocument/2006/relationships/customXml" Target="../ink/ink676.xml"/><Relationship Id="rId70" Type="http://schemas.openxmlformats.org/officeDocument/2006/relationships/customXml" Target="../ink/ink680.xml"/><Relationship Id="rId75" Type="http://schemas.openxmlformats.org/officeDocument/2006/relationships/image" Target="../media/image579.png"/><Relationship Id="rId83" Type="http://schemas.openxmlformats.org/officeDocument/2006/relationships/image" Target="../media/image583.png"/><Relationship Id="rId88" Type="http://schemas.openxmlformats.org/officeDocument/2006/relationships/customXml" Target="../ink/ink689.xml"/><Relationship Id="rId91" Type="http://schemas.openxmlformats.org/officeDocument/2006/relationships/image" Target="../media/image587.png"/><Relationship Id="rId96" Type="http://schemas.openxmlformats.org/officeDocument/2006/relationships/customXml" Target="../ink/ink69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48.xml"/><Relationship Id="rId15" Type="http://schemas.openxmlformats.org/officeDocument/2006/relationships/image" Target="../media/image550.png"/><Relationship Id="rId23" Type="http://schemas.openxmlformats.org/officeDocument/2006/relationships/image" Target="../media/image554.png"/><Relationship Id="rId28" Type="http://schemas.openxmlformats.org/officeDocument/2006/relationships/customXml" Target="../ink/ink659.xml"/><Relationship Id="rId36" Type="http://schemas.openxmlformats.org/officeDocument/2006/relationships/customXml" Target="../ink/ink663.xml"/><Relationship Id="rId49" Type="http://schemas.openxmlformats.org/officeDocument/2006/relationships/image" Target="../media/image567.png"/><Relationship Id="rId57" Type="http://schemas.openxmlformats.org/officeDocument/2006/relationships/image" Target="../media/image570.png"/><Relationship Id="rId10" Type="http://schemas.openxmlformats.org/officeDocument/2006/relationships/customXml" Target="../ink/ink650.xml"/><Relationship Id="rId31" Type="http://schemas.openxmlformats.org/officeDocument/2006/relationships/image" Target="../media/image558.png"/><Relationship Id="rId44" Type="http://schemas.openxmlformats.org/officeDocument/2006/relationships/customXml" Target="../ink/ink667.xml"/><Relationship Id="rId52" Type="http://schemas.openxmlformats.org/officeDocument/2006/relationships/customXml" Target="../ink/ink671.xml"/><Relationship Id="rId60" Type="http://schemas.openxmlformats.org/officeDocument/2006/relationships/customXml" Target="../ink/ink675.xml"/><Relationship Id="rId65" Type="http://schemas.openxmlformats.org/officeDocument/2006/relationships/image" Target="../media/image574.png"/><Relationship Id="rId73" Type="http://schemas.openxmlformats.org/officeDocument/2006/relationships/image" Target="../media/image578.png"/><Relationship Id="rId78" Type="http://schemas.openxmlformats.org/officeDocument/2006/relationships/customXml" Target="../ink/ink684.xml"/><Relationship Id="rId81" Type="http://schemas.openxmlformats.org/officeDocument/2006/relationships/image" Target="../media/image582.png"/><Relationship Id="rId86" Type="http://schemas.openxmlformats.org/officeDocument/2006/relationships/customXml" Target="../ink/ink688.xml"/><Relationship Id="rId94" Type="http://schemas.openxmlformats.org/officeDocument/2006/relationships/customXml" Target="../ink/ink692.xml"/><Relationship Id="rId99" Type="http://schemas.openxmlformats.org/officeDocument/2006/relationships/image" Target="../media/image591.png"/><Relationship Id="rId101" Type="http://schemas.openxmlformats.org/officeDocument/2006/relationships/image" Target="../media/image592.png"/><Relationship Id="rId4" Type="http://schemas.openxmlformats.org/officeDocument/2006/relationships/customXml" Target="../ink/ink647.xml"/><Relationship Id="rId9" Type="http://schemas.openxmlformats.org/officeDocument/2006/relationships/image" Target="../media/image547.png"/><Relationship Id="rId13" Type="http://schemas.openxmlformats.org/officeDocument/2006/relationships/image" Target="../media/image549.png"/><Relationship Id="rId18" Type="http://schemas.openxmlformats.org/officeDocument/2006/relationships/customXml" Target="../ink/ink654.xml"/><Relationship Id="rId39" Type="http://schemas.openxmlformats.org/officeDocument/2006/relationships/image" Target="../media/image562.png"/><Relationship Id="rId34" Type="http://schemas.openxmlformats.org/officeDocument/2006/relationships/customXml" Target="../ink/ink662.xml"/><Relationship Id="rId50" Type="http://schemas.openxmlformats.org/officeDocument/2006/relationships/customXml" Target="../ink/ink670.xml"/><Relationship Id="rId55" Type="http://schemas.openxmlformats.org/officeDocument/2006/relationships/image" Target="../media/image569.png"/><Relationship Id="rId76" Type="http://schemas.openxmlformats.org/officeDocument/2006/relationships/customXml" Target="../ink/ink683.xml"/><Relationship Id="rId97" Type="http://schemas.openxmlformats.org/officeDocument/2006/relationships/image" Target="../media/image590.png"/><Relationship Id="rId7" Type="http://schemas.openxmlformats.org/officeDocument/2006/relationships/image" Target="../media/image546.png"/><Relationship Id="rId71" Type="http://schemas.openxmlformats.org/officeDocument/2006/relationships/image" Target="../media/image577.png"/><Relationship Id="rId92" Type="http://schemas.openxmlformats.org/officeDocument/2006/relationships/customXml" Target="../ink/ink691.xml"/><Relationship Id="rId2" Type="http://schemas.openxmlformats.org/officeDocument/2006/relationships/image" Target="../media/image543.png"/><Relationship Id="rId29" Type="http://schemas.openxmlformats.org/officeDocument/2006/relationships/image" Target="../media/image557.png"/><Relationship Id="rId24" Type="http://schemas.openxmlformats.org/officeDocument/2006/relationships/customXml" Target="../ink/ink657.xml"/><Relationship Id="rId40" Type="http://schemas.openxmlformats.org/officeDocument/2006/relationships/customXml" Target="../ink/ink665.xml"/><Relationship Id="rId45" Type="http://schemas.openxmlformats.org/officeDocument/2006/relationships/image" Target="../media/image565.png"/><Relationship Id="rId66" Type="http://schemas.openxmlformats.org/officeDocument/2006/relationships/customXml" Target="../ink/ink678.xml"/><Relationship Id="rId87" Type="http://schemas.openxmlformats.org/officeDocument/2006/relationships/image" Target="../media/image585.png"/><Relationship Id="rId61" Type="http://schemas.openxmlformats.org/officeDocument/2006/relationships/image" Target="../media/image572.png"/><Relationship Id="rId82" Type="http://schemas.openxmlformats.org/officeDocument/2006/relationships/customXml" Target="../ink/ink686.xml"/><Relationship Id="rId19" Type="http://schemas.openxmlformats.org/officeDocument/2006/relationships/image" Target="../media/image552.png"/><Relationship Id="rId14" Type="http://schemas.openxmlformats.org/officeDocument/2006/relationships/customXml" Target="../ink/ink652.xml"/><Relationship Id="rId30" Type="http://schemas.openxmlformats.org/officeDocument/2006/relationships/customXml" Target="../ink/ink660.xml"/><Relationship Id="rId35" Type="http://schemas.openxmlformats.org/officeDocument/2006/relationships/image" Target="../media/image560.png"/><Relationship Id="rId56" Type="http://schemas.openxmlformats.org/officeDocument/2006/relationships/customXml" Target="../ink/ink673.xml"/><Relationship Id="rId77" Type="http://schemas.openxmlformats.org/officeDocument/2006/relationships/image" Target="../media/image580.png"/><Relationship Id="rId100" Type="http://schemas.openxmlformats.org/officeDocument/2006/relationships/customXml" Target="../ink/ink695.xml"/><Relationship Id="rId8" Type="http://schemas.openxmlformats.org/officeDocument/2006/relationships/customXml" Target="../ink/ink649.xml"/><Relationship Id="rId51" Type="http://schemas.openxmlformats.org/officeDocument/2006/relationships/image" Target="../media/image568.png"/><Relationship Id="rId72" Type="http://schemas.openxmlformats.org/officeDocument/2006/relationships/customXml" Target="../ink/ink681.xml"/><Relationship Id="rId93" Type="http://schemas.openxmlformats.org/officeDocument/2006/relationships/image" Target="../media/image588.png"/><Relationship Id="rId98" Type="http://schemas.openxmlformats.org/officeDocument/2006/relationships/customXml" Target="../ink/ink694.xml"/><Relationship Id="rId3" Type="http://schemas.openxmlformats.org/officeDocument/2006/relationships/image" Target="../media/image544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01.xml"/><Relationship Id="rId18" Type="http://schemas.openxmlformats.org/officeDocument/2006/relationships/image" Target="../media/image601.png"/><Relationship Id="rId26" Type="http://schemas.openxmlformats.org/officeDocument/2006/relationships/image" Target="../media/image605.png"/><Relationship Id="rId39" Type="http://schemas.openxmlformats.org/officeDocument/2006/relationships/customXml" Target="../ink/ink714.xml"/><Relationship Id="rId21" Type="http://schemas.openxmlformats.org/officeDocument/2006/relationships/customXml" Target="../ink/ink705.xml"/><Relationship Id="rId34" Type="http://schemas.openxmlformats.org/officeDocument/2006/relationships/image" Target="../media/image609.png"/><Relationship Id="rId42" Type="http://schemas.openxmlformats.org/officeDocument/2006/relationships/image" Target="../media/image613.png"/><Relationship Id="rId47" Type="http://schemas.openxmlformats.org/officeDocument/2006/relationships/customXml" Target="../ink/ink718.xml"/><Relationship Id="rId50" Type="http://schemas.openxmlformats.org/officeDocument/2006/relationships/image" Target="../media/image617.png"/><Relationship Id="rId7" Type="http://schemas.openxmlformats.org/officeDocument/2006/relationships/customXml" Target="../ink/ink698.xml"/><Relationship Id="rId2" Type="http://schemas.openxmlformats.org/officeDocument/2006/relationships/image" Target="../media/image593.png"/><Relationship Id="rId16" Type="http://schemas.openxmlformats.org/officeDocument/2006/relationships/image" Target="../media/image600.png"/><Relationship Id="rId29" Type="http://schemas.openxmlformats.org/officeDocument/2006/relationships/customXml" Target="../ink/ink709.xml"/><Relationship Id="rId11" Type="http://schemas.openxmlformats.org/officeDocument/2006/relationships/customXml" Target="../ink/ink700.xml"/><Relationship Id="rId24" Type="http://schemas.openxmlformats.org/officeDocument/2006/relationships/image" Target="../media/image604.png"/><Relationship Id="rId32" Type="http://schemas.openxmlformats.org/officeDocument/2006/relationships/image" Target="../media/image608.png"/><Relationship Id="rId37" Type="http://schemas.openxmlformats.org/officeDocument/2006/relationships/customXml" Target="../ink/ink713.xml"/><Relationship Id="rId40" Type="http://schemas.openxmlformats.org/officeDocument/2006/relationships/image" Target="../media/image612.png"/><Relationship Id="rId45" Type="http://schemas.openxmlformats.org/officeDocument/2006/relationships/customXml" Target="../ink/ink717.xml"/><Relationship Id="rId5" Type="http://schemas.openxmlformats.org/officeDocument/2006/relationships/customXml" Target="../ink/ink697.xml"/><Relationship Id="rId15" Type="http://schemas.openxmlformats.org/officeDocument/2006/relationships/customXml" Target="../ink/ink702.xml"/><Relationship Id="rId23" Type="http://schemas.openxmlformats.org/officeDocument/2006/relationships/customXml" Target="../ink/ink706.xml"/><Relationship Id="rId28" Type="http://schemas.openxmlformats.org/officeDocument/2006/relationships/image" Target="../media/image606.png"/><Relationship Id="rId36" Type="http://schemas.openxmlformats.org/officeDocument/2006/relationships/image" Target="../media/image610.png"/><Relationship Id="rId49" Type="http://schemas.openxmlformats.org/officeDocument/2006/relationships/customXml" Target="../ink/ink719.xml"/><Relationship Id="rId10" Type="http://schemas.openxmlformats.org/officeDocument/2006/relationships/image" Target="../media/image597.png"/><Relationship Id="rId19" Type="http://schemas.openxmlformats.org/officeDocument/2006/relationships/customXml" Target="../ink/ink704.xml"/><Relationship Id="rId31" Type="http://schemas.openxmlformats.org/officeDocument/2006/relationships/customXml" Target="../ink/ink710.xml"/><Relationship Id="rId44" Type="http://schemas.openxmlformats.org/officeDocument/2006/relationships/image" Target="../media/image614.png"/><Relationship Id="rId4" Type="http://schemas.openxmlformats.org/officeDocument/2006/relationships/image" Target="../media/image594.png"/><Relationship Id="rId9" Type="http://schemas.openxmlformats.org/officeDocument/2006/relationships/customXml" Target="../ink/ink699.xml"/><Relationship Id="rId14" Type="http://schemas.openxmlformats.org/officeDocument/2006/relationships/image" Target="../media/image599.png"/><Relationship Id="rId22" Type="http://schemas.openxmlformats.org/officeDocument/2006/relationships/image" Target="../media/image603.png"/><Relationship Id="rId27" Type="http://schemas.openxmlformats.org/officeDocument/2006/relationships/customXml" Target="../ink/ink708.xml"/><Relationship Id="rId30" Type="http://schemas.openxmlformats.org/officeDocument/2006/relationships/image" Target="../media/image607.png"/><Relationship Id="rId35" Type="http://schemas.openxmlformats.org/officeDocument/2006/relationships/customXml" Target="../ink/ink712.xml"/><Relationship Id="rId43" Type="http://schemas.openxmlformats.org/officeDocument/2006/relationships/customXml" Target="../ink/ink716.xml"/><Relationship Id="rId48" Type="http://schemas.openxmlformats.org/officeDocument/2006/relationships/image" Target="../media/image616.png"/><Relationship Id="rId8" Type="http://schemas.openxmlformats.org/officeDocument/2006/relationships/image" Target="../media/image596.png"/><Relationship Id="rId3" Type="http://schemas.openxmlformats.org/officeDocument/2006/relationships/customXml" Target="../ink/ink696.xml"/><Relationship Id="rId12" Type="http://schemas.openxmlformats.org/officeDocument/2006/relationships/image" Target="../media/image598.png"/><Relationship Id="rId17" Type="http://schemas.openxmlformats.org/officeDocument/2006/relationships/customXml" Target="../ink/ink703.xml"/><Relationship Id="rId25" Type="http://schemas.openxmlformats.org/officeDocument/2006/relationships/customXml" Target="../ink/ink707.xml"/><Relationship Id="rId33" Type="http://schemas.openxmlformats.org/officeDocument/2006/relationships/customXml" Target="../ink/ink711.xml"/><Relationship Id="rId38" Type="http://schemas.openxmlformats.org/officeDocument/2006/relationships/image" Target="../media/image611.png"/><Relationship Id="rId46" Type="http://schemas.openxmlformats.org/officeDocument/2006/relationships/image" Target="../media/image615.png"/><Relationship Id="rId20" Type="http://schemas.openxmlformats.org/officeDocument/2006/relationships/image" Target="../media/image602.png"/><Relationship Id="rId41" Type="http://schemas.openxmlformats.org/officeDocument/2006/relationships/customXml" Target="../ink/ink7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22.xml"/><Relationship Id="rId3" Type="http://schemas.openxmlformats.org/officeDocument/2006/relationships/image" Target="../media/image618.png"/><Relationship Id="rId7" Type="http://schemas.openxmlformats.org/officeDocument/2006/relationships/image" Target="../media/image620.png"/><Relationship Id="rId2" Type="http://schemas.openxmlformats.org/officeDocument/2006/relationships/image" Target="../media/image59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21.xml"/><Relationship Id="rId5" Type="http://schemas.openxmlformats.org/officeDocument/2006/relationships/image" Target="../media/image619.png"/><Relationship Id="rId4" Type="http://schemas.openxmlformats.org/officeDocument/2006/relationships/customXml" Target="../ink/ink720.xml"/><Relationship Id="rId9" Type="http://schemas.openxmlformats.org/officeDocument/2006/relationships/image" Target="../media/image62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24.xml"/><Relationship Id="rId13" Type="http://schemas.openxmlformats.org/officeDocument/2006/relationships/image" Target="../media/image628.png"/><Relationship Id="rId18" Type="http://schemas.openxmlformats.org/officeDocument/2006/relationships/customXml" Target="../ink/ink729.xml"/><Relationship Id="rId26" Type="http://schemas.openxmlformats.org/officeDocument/2006/relationships/customXml" Target="../ink/ink733.xml"/><Relationship Id="rId3" Type="http://schemas.openxmlformats.org/officeDocument/2006/relationships/image" Target="../media/image622.png"/><Relationship Id="rId21" Type="http://schemas.openxmlformats.org/officeDocument/2006/relationships/image" Target="../media/image632.png"/><Relationship Id="rId7" Type="http://schemas.openxmlformats.org/officeDocument/2006/relationships/image" Target="../media/image625.png"/><Relationship Id="rId12" Type="http://schemas.openxmlformats.org/officeDocument/2006/relationships/customXml" Target="../ink/ink726.xml"/><Relationship Id="rId17" Type="http://schemas.openxmlformats.org/officeDocument/2006/relationships/image" Target="../media/image630.png"/><Relationship Id="rId25" Type="http://schemas.openxmlformats.org/officeDocument/2006/relationships/image" Target="../media/image634.png"/><Relationship Id="rId2" Type="http://schemas.openxmlformats.org/officeDocument/2006/relationships/image" Target="../media/image512.png"/><Relationship Id="rId16" Type="http://schemas.openxmlformats.org/officeDocument/2006/relationships/customXml" Target="../ink/ink728.xml"/><Relationship Id="rId20" Type="http://schemas.openxmlformats.org/officeDocument/2006/relationships/customXml" Target="../ink/ink730.xml"/><Relationship Id="rId29" Type="http://schemas.openxmlformats.org/officeDocument/2006/relationships/image" Target="../media/image6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23.xml"/><Relationship Id="rId11" Type="http://schemas.openxmlformats.org/officeDocument/2006/relationships/image" Target="../media/image627.png"/><Relationship Id="rId24" Type="http://schemas.openxmlformats.org/officeDocument/2006/relationships/customXml" Target="../ink/ink732.xml"/><Relationship Id="rId5" Type="http://schemas.openxmlformats.org/officeDocument/2006/relationships/image" Target="../media/image624.png"/><Relationship Id="rId15" Type="http://schemas.openxmlformats.org/officeDocument/2006/relationships/image" Target="../media/image629.png"/><Relationship Id="rId23" Type="http://schemas.openxmlformats.org/officeDocument/2006/relationships/image" Target="../media/image633.png"/><Relationship Id="rId28" Type="http://schemas.openxmlformats.org/officeDocument/2006/relationships/customXml" Target="../ink/ink734.xml"/><Relationship Id="rId10" Type="http://schemas.openxmlformats.org/officeDocument/2006/relationships/customXml" Target="../ink/ink725.xml"/><Relationship Id="rId19" Type="http://schemas.openxmlformats.org/officeDocument/2006/relationships/image" Target="../media/image631.png"/><Relationship Id="rId4" Type="http://schemas.openxmlformats.org/officeDocument/2006/relationships/image" Target="../media/image623.png"/><Relationship Id="rId9" Type="http://schemas.openxmlformats.org/officeDocument/2006/relationships/image" Target="../media/image626.png"/><Relationship Id="rId14" Type="http://schemas.openxmlformats.org/officeDocument/2006/relationships/customXml" Target="../ink/ink727.xml"/><Relationship Id="rId22" Type="http://schemas.openxmlformats.org/officeDocument/2006/relationships/customXml" Target="../ink/ink731.xml"/><Relationship Id="rId27" Type="http://schemas.openxmlformats.org/officeDocument/2006/relationships/image" Target="../media/image635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0.png"/><Relationship Id="rId21" Type="http://schemas.openxmlformats.org/officeDocument/2006/relationships/customXml" Target="../ink/ink743.xml"/><Relationship Id="rId42" Type="http://schemas.openxmlformats.org/officeDocument/2006/relationships/image" Target="../media/image658.png"/><Relationship Id="rId47" Type="http://schemas.openxmlformats.org/officeDocument/2006/relationships/customXml" Target="../ink/ink756.xml"/><Relationship Id="rId63" Type="http://schemas.openxmlformats.org/officeDocument/2006/relationships/customXml" Target="../ink/ink764.xml"/><Relationship Id="rId68" Type="http://schemas.openxmlformats.org/officeDocument/2006/relationships/image" Target="../media/image671.png"/><Relationship Id="rId84" Type="http://schemas.openxmlformats.org/officeDocument/2006/relationships/image" Target="../media/image679.png"/><Relationship Id="rId89" Type="http://schemas.openxmlformats.org/officeDocument/2006/relationships/customXml" Target="../ink/ink777.xml"/><Relationship Id="rId16" Type="http://schemas.openxmlformats.org/officeDocument/2006/relationships/image" Target="../media/image645.png"/><Relationship Id="rId11" Type="http://schemas.openxmlformats.org/officeDocument/2006/relationships/customXml" Target="../ink/ink738.xml"/><Relationship Id="rId32" Type="http://schemas.openxmlformats.org/officeDocument/2006/relationships/image" Target="../media/image653.png"/><Relationship Id="rId37" Type="http://schemas.openxmlformats.org/officeDocument/2006/relationships/customXml" Target="../ink/ink751.xml"/><Relationship Id="rId53" Type="http://schemas.openxmlformats.org/officeDocument/2006/relationships/customXml" Target="../ink/ink759.xml"/><Relationship Id="rId58" Type="http://schemas.openxmlformats.org/officeDocument/2006/relationships/image" Target="../media/image666.png"/><Relationship Id="rId74" Type="http://schemas.openxmlformats.org/officeDocument/2006/relationships/image" Target="../media/image674.png"/><Relationship Id="rId79" Type="http://schemas.openxmlformats.org/officeDocument/2006/relationships/customXml" Target="../ink/ink772.xml"/><Relationship Id="rId5" Type="http://schemas.openxmlformats.org/officeDocument/2006/relationships/customXml" Target="../ink/ink735.xml"/><Relationship Id="rId90" Type="http://schemas.openxmlformats.org/officeDocument/2006/relationships/image" Target="../media/image682.png"/><Relationship Id="rId95" Type="http://schemas.openxmlformats.org/officeDocument/2006/relationships/customXml" Target="../ink/ink780.xml"/><Relationship Id="rId22" Type="http://schemas.openxmlformats.org/officeDocument/2006/relationships/image" Target="../media/image648.png"/><Relationship Id="rId27" Type="http://schemas.openxmlformats.org/officeDocument/2006/relationships/customXml" Target="../ink/ink746.xml"/><Relationship Id="rId43" Type="http://schemas.openxmlformats.org/officeDocument/2006/relationships/customXml" Target="../ink/ink754.xml"/><Relationship Id="rId48" Type="http://schemas.openxmlformats.org/officeDocument/2006/relationships/image" Target="../media/image661.png"/><Relationship Id="rId64" Type="http://schemas.openxmlformats.org/officeDocument/2006/relationships/image" Target="../media/image669.png"/><Relationship Id="rId69" Type="http://schemas.openxmlformats.org/officeDocument/2006/relationships/customXml" Target="../ink/ink767.xml"/><Relationship Id="rId8" Type="http://schemas.openxmlformats.org/officeDocument/2006/relationships/image" Target="../media/image641.png"/><Relationship Id="rId51" Type="http://schemas.openxmlformats.org/officeDocument/2006/relationships/customXml" Target="../ink/ink758.xml"/><Relationship Id="rId72" Type="http://schemas.openxmlformats.org/officeDocument/2006/relationships/image" Target="../media/image673.png"/><Relationship Id="rId80" Type="http://schemas.openxmlformats.org/officeDocument/2006/relationships/image" Target="../media/image677.png"/><Relationship Id="rId85" Type="http://schemas.openxmlformats.org/officeDocument/2006/relationships/customXml" Target="../ink/ink775.xml"/><Relationship Id="rId93" Type="http://schemas.openxmlformats.org/officeDocument/2006/relationships/customXml" Target="../ink/ink779.xml"/><Relationship Id="rId3" Type="http://schemas.openxmlformats.org/officeDocument/2006/relationships/image" Target="../media/image638.png"/><Relationship Id="rId12" Type="http://schemas.openxmlformats.org/officeDocument/2006/relationships/image" Target="../media/image643.png"/><Relationship Id="rId17" Type="http://schemas.openxmlformats.org/officeDocument/2006/relationships/customXml" Target="../ink/ink741.xml"/><Relationship Id="rId25" Type="http://schemas.openxmlformats.org/officeDocument/2006/relationships/customXml" Target="../ink/ink745.xml"/><Relationship Id="rId33" Type="http://schemas.openxmlformats.org/officeDocument/2006/relationships/customXml" Target="../ink/ink749.xml"/><Relationship Id="rId38" Type="http://schemas.openxmlformats.org/officeDocument/2006/relationships/image" Target="../media/image656.png"/><Relationship Id="rId46" Type="http://schemas.openxmlformats.org/officeDocument/2006/relationships/image" Target="../media/image660.png"/><Relationship Id="rId59" Type="http://schemas.openxmlformats.org/officeDocument/2006/relationships/customXml" Target="../ink/ink762.xml"/><Relationship Id="rId67" Type="http://schemas.openxmlformats.org/officeDocument/2006/relationships/customXml" Target="../ink/ink766.xml"/><Relationship Id="rId20" Type="http://schemas.openxmlformats.org/officeDocument/2006/relationships/image" Target="../media/image647.png"/><Relationship Id="rId41" Type="http://schemas.openxmlformats.org/officeDocument/2006/relationships/customXml" Target="../ink/ink753.xml"/><Relationship Id="rId54" Type="http://schemas.openxmlformats.org/officeDocument/2006/relationships/image" Target="../media/image664.png"/><Relationship Id="rId62" Type="http://schemas.openxmlformats.org/officeDocument/2006/relationships/image" Target="../media/image668.png"/><Relationship Id="rId70" Type="http://schemas.openxmlformats.org/officeDocument/2006/relationships/image" Target="../media/image672.png"/><Relationship Id="rId75" Type="http://schemas.openxmlformats.org/officeDocument/2006/relationships/customXml" Target="../ink/ink770.xml"/><Relationship Id="rId83" Type="http://schemas.openxmlformats.org/officeDocument/2006/relationships/customXml" Target="../ink/ink774.xml"/><Relationship Id="rId88" Type="http://schemas.openxmlformats.org/officeDocument/2006/relationships/image" Target="../media/image681.png"/><Relationship Id="rId91" Type="http://schemas.openxmlformats.org/officeDocument/2006/relationships/customXml" Target="../ink/ink778.xml"/><Relationship Id="rId96" Type="http://schemas.openxmlformats.org/officeDocument/2006/relationships/image" Target="../media/image6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0.png"/><Relationship Id="rId15" Type="http://schemas.openxmlformats.org/officeDocument/2006/relationships/customXml" Target="../ink/ink740.xml"/><Relationship Id="rId23" Type="http://schemas.openxmlformats.org/officeDocument/2006/relationships/customXml" Target="../ink/ink744.xml"/><Relationship Id="rId28" Type="http://schemas.openxmlformats.org/officeDocument/2006/relationships/image" Target="../media/image651.png"/><Relationship Id="rId36" Type="http://schemas.openxmlformats.org/officeDocument/2006/relationships/image" Target="../media/image655.png"/><Relationship Id="rId49" Type="http://schemas.openxmlformats.org/officeDocument/2006/relationships/customXml" Target="../ink/ink757.xml"/><Relationship Id="rId57" Type="http://schemas.openxmlformats.org/officeDocument/2006/relationships/customXml" Target="../ink/ink761.xml"/><Relationship Id="rId10" Type="http://schemas.openxmlformats.org/officeDocument/2006/relationships/image" Target="../media/image642.png"/><Relationship Id="rId31" Type="http://schemas.openxmlformats.org/officeDocument/2006/relationships/customXml" Target="../ink/ink748.xml"/><Relationship Id="rId44" Type="http://schemas.openxmlformats.org/officeDocument/2006/relationships/image" Target="../media/image659.png"/><Relationship Id="rId52" Type="http://schemas.openxmlformats.org/officeDocument/2006/relationships/image" Target="../media/image663.png"/><Relationship Id="rId60" Type="http://schemas.openxmlformats.org/officeDocument/2006/relationships/image" Target="../media/image667.png"/><Relationship Id="rId65" Type="http://schemas.openxmlformats.org/officeDocument/2006/relationships/customXml" Target="../ink/ink765.xml"/><Relationship Id="rId73" Type="http://schemas.openxmlformats.org/officeDocument/2006/relationships/customXml" Target="../ink/ink769.xml"/><Relationship Id="rId78" Type="http://schemas.openxmlformats.org/officeDocument/2006/relationships/image" Target="../media/image676.png"/><Relationship Id="rId81" Type="http://schemas.openxmlformats.org/officeDocument/2006/relationships/customXml" Target="../ink/ink773.xml"/><Relationship Id="rId86" Type="http://schemas.openxmlformats.org/officeDocument/2006/relationships/image" Target="../media/image680.png"/><Relationship Id="rId94" Type="http://schemas.openxmlformats.org/officeDocument/2006/relationships/image" Target="../media/image684.png"/><Relationship Id="rId4" Type="http://schemas.openxmlformats.org/officeDocument/2006/relationships/image" Target="../media/image639.png"/><Relationship Id="rId9" Type="http://schemas.openxmlformats.org/officeDocument/2006/relationships/customXml" Target="../ink/ink737.xml"/><Relationship Id="rId13" Type="http://schemas.openxmlformats.org/officeDocument/2006/relationships/customXml" Target="../ink/ink739.xml"/><Relationship Id="rId18" Type="http://schemas.openxmlformats.org/officeDocument/2006/relationships/image" Target="../media/image646.png"/><Relationship Id="rId39" Type="http://schemas.openxmlformats.org/officeDocument/2006/relationships/customXml" Target="../ink/ink752.xml"/><Relationship Id="rId34" Type="http://schemas.openxmlformats.org/officeDocument/2006/relationships/image" Target="../media/image654.png"/><Relationship Id="rId50" Type="http://schemas.openxmlformats.org/officeDocument/2006/relationships/image" Target="../media/image662.png"/><Relationship Id="rId55" Type="http://schemas.openxmlformats.org/officeDocument/2006/relationships/customXml" Target="../ink/ink760.xml"/><Relationship Id="rId76" Type="http://schemas.openxmlformats.org/officeDocument/2006/relationships/image" Target="../media/image675.png"/><Relationship Id="rId7" Type="http://schemas.openxmlformats.org/officeDocument/2006/relationships/customXml" Target="../ink/ink736.xml"/><Relationship Id="rId71" Type="http://schemas.openxmlformats.org/officeDocument/2006/relationships/customXml" Target="../ink/ink768.xml"/><Relationship Id="rId92" Type="http://schemas.openxmlformats.org/officeDocument/2006/relationships/image" Target="../media/image683.png"/><Relationship Id="rId2" Type="http://schemas.openxmlformats.org/officeDocument/2006/relationships/image" Target="../media/image637.png"/><Relationship Id="rId29" Type="http://schemas.openxmlformats.org/officeDocument/2006/relationships/customXml" Target="../ink/ink747.xml"/><Relationship Id="rId24" Type="http://schemas.openxmlformats.org/officeDocument/2006/relationships/image" Target="../media/image649.png"/><Relationship Id="rId40" Type="http://schemas.openxmlformats.org/officeDocument/2006/relationships/image" Target="../media/image657.png"/><Relationship Id="rId45" Type="http://schemas.openxmlformats.org/officeDocument/2006/relationships/customXml" Target="../ink/ink755.xml"/><Relationship Id="rId66" Type="http://schemas.openxmlformats.org/officeDocument/2006/relationships/image" Target="../media/image670.png"/><Relationship Id="rId87" Type="http://schemas.openxmlformats.org/officeDocument/2006/relationships/customXml" Target="../ink/ink776.xml"/><Relationship Id="rId61" Type="http://schemas.openxmlformats.org/officeDocument/2006/relationships/customXml" Target="../ink/ink763.xml"/><Relationship Id="rId82" Type="http://schemas.openxmlformats.org/officeDocument/2006/relationships/image" Target="../media/image678.png"/><Relationship Id="rId19" Type="http://schemas.openxmlformats.org/officeDocument/2006/relationships/customXml" Target="../ink/ink742.xml"/><Relationship Id="rId14" Type="http://schemas.openxmlformats.org/officeDocument/2006/relationships/image" Target="../media/image644.png"/><Relationship Id="rId30" Type="http://schemas.openxmlformats.org/officeDocument/2006/relationships/image" Target="../media/image652.png"/><Relationship Id="rId35" Type="http://schemas.openxmlformats.org/officeDocument/2006/relationships/customXml" Target="../ink/ink750.xml"/><Relationship Id="rId56" Type="http://schemas.openxmlformats.org/officeDocument/2006/relationships/image" Target="../media/image665.png"/><Relationship Id="rId77" Type="http://schemas.openxmlformats.org/officeDocument/2006/relationships/customXml" Target="../ink/ink771.xml"/></Relationships>
</file>

<file path=ppt/slides/_rels/slide3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93.xml"/><Relationship Id="rId21" Type="http://schemas.openxmlformats.org/officeDocument/2006/relationships/image" Target="../media/image695.png"/><Relationship Id="rId42" Type="http://schemas.openxmlformats.org/officeDocument/2006/relationships/customXml" Target="../ink/ink801.xml"/><Relationship Id="rId47" Type="http://schemas.openxmlformats.org/officeDocument/2006/relationships/image" Target="../media/image708.png"/><Relationship Id="rId63" Type="http://schemas.openxmlformats.org/officeDocument/2006/relationships/image" Target="../media/image716.png"/><Relationship Id="rId68" Type="http://schemas.openxmlformats.org/officeDocument/2006/relationships/customXml" Target="../ink/ink814.xml"/><Relationship Id="rId84" Type="http://schemas.openxmlformats.org/officeDocument/2006/relationships/customXml" Target="../ink/ink822.xml"/><Relationship Id="rId89" Type="http://schemas.openxmlformats.org/officeDocument/2006/relationships/image" Target="../media/image729.png"/><Relationship Id="rId16" Type="http://schemas.openxmlformats.org/officeDocument/2006/relationships/customXml" Target="../ink/ink788.xml"/><Relationship Id="rId11" Type="http://schemas.openxmlformats.org/officeDocument/2006/relationships/image" Target="../media/image690.png"/><Relationship Id="rId32" Type="http://schemas.openxmlformats.org/officeDocument/2006/relationships/customXml" Target="../ink/ink796.xml"/><Relationship Id="rId37" Type="http://schemas.openxmlformats.org/officeDocument/2006/relationships/image" Target="../media/image703.png"/><Relationship Id="rId53" Type="http://schemas.openxmlformats.org/officeDocument/2006/relationships/image" Target="../media/image711.png"/><Relationship Id="rId58" Type="http://schemas.openxmlformats.org/officeDocument/2006/relationships/customXml" Target="../ink/ink809.xml"/><Relationship Id="rId74" Type="http://schemas.openxmlformats.org/officeDocument/2006/relationships/customXml" Target="../ink/ink817.xml"/><Relationship Id="rId79" Type="http://schemas.openxmlformats.org/officeDocument/2006/relationships/image" Target="../media/image724.png"/><Relationship Id="rId5" Type="http://schemas.openxmlformats.org/officeDocument/2006/relationships/image" Target="../media/image687.png"/><Relationship Id="rId90" Type="http://schemas.openxmlformats.org/officeDocument/2006/relationships/customXml" Target="../ink/ink825.xml"/><Relationship Id="rId14" Type="http://schemas.openxmlformats.org/officeDocument/2006/relationships/customXml" Target="../ink/ink787.xml"/><Relationship Id="rId22" Type="http://schemas.openxmlformats.org/officeDocument/2006/relationships/customXml" Target="../ink/ink791.xml"/><Relationship Id="rId27" Type="http://schemas.openxmlformats.org/officeDocument/2006/relationships/image" Target="../media/image698.png"/><Relationship Id="rId30" Type="http://schemas.openxmlformats.org/officeDocument/2006/relationships/customXml" Target="../ink/ink795.xml"/><Relationship Id="rId35" Type="http://schemas.openxmlformats.org/officeDocument/2006/relationships/image" Target="../media/image702.png"/><Relationship Id="rId43" Type="http://schemas.openxmlformats.org/officeDocument/2006/relationships/image" Target="../media/image706.png"/><Relationship Id="rId48" Type="http://schemas.openxmlformats.org/officeDocument/2006/relationships/customXml" Target="../ink/ink804.xml"/><Relationship Id="rId56" Type="http://schemas.openxmlformats.org/officeDocument/2006/relationships/customXml" Target="../ink/ink808.xml"/><Relationship Id="rId64" Type="http://schemas.openxmlformats.org/officeDocument/2006/relationships/customXml" Target="../ink/ink812.xml"/><Relationship Id="rId69" Type="http://schemas.openxmlformats.org/officeDocument/2006/relationships/image" Target="../media/image719.png"/><Relationship Id="rId77" Type="http://schemas.openxmlformats.org/officeDocument/2006/relationships/image" Target="../media/image723.png"/><Relationship Id="rId8" Type="http://schemas.openxmlformats.org/officeDocument/2006/relationships/customXml" Target="../ink/ink784.xml"/><Relationship Id="rId51" Type="http://schemas.openxmlformats.org/officeDocument/2006/relationships/image" Target="../media/image710.png"/><Relationship Id="rId72" Type="http://schemas.openxmlformats.org/officeDocument/2006/relationships/customXml" Target="../ink/ink816.xml"/><Relationship Id="rId80" Type="http://schemas.openxmlformats.org/officeDocument/2006/relationships/customXml" Target="../ink/ink820.xml"/><Relationship Id="rId85" Type="http://schemas.openxmlformats.org/officeDocument/2006/relationships/image" Target="../media/image727.png"/><Relationship Id="rId3" Type="http://schemas.openxmlformats.org/officeDocument/2006/relationships/image" Target="../media/image686.png"/><Relationship Id="rId12" Type="http://schemas.openxmlformats.org/officeDocument/2006/relationships/customXml" Target="../ink/ink786.xml"/><Relationship Id="rId17" Type="http://schemas.openxmlformats.org/officeDocument/2006/relationships/image" Target="../media/image693.png"/><Relationship Id="rId25" Type="http://schemas.openxmlformats.org/officeDocument/2006/relationships/image" Target="../media/image697.png"/><Relationship Id="rId33" Type="http://schemas.openxmlformats.org/officeDocument/2006/relationships/image" Target="../media/image701.png"/><Relationship Id="rId38" Type="http://schemas.openxmlformats.org/officeDocument/2006/relationships/customXml" Target="../ink/ink799.xml"/><Relationship Id="rId46" Type="http://schemas.openxmlformats.org/officeDocument/2006/relationships/customXml" Target="../ink/ink803.xml"/><Relationship Id="rId59" Type="http://schemas.openxmlformats.org/officeDocument/2006/relationships/image" Target="../media/image714.png"/><Relationship Id="rId67" Type="http://schemas.openxmlformats.org/officeDocument/2006/relationships/image" Target="../media/image718.png"/><Relationship Id="rId20" Type="http://schemas.openxmlformats.org/officeDocument/2006/relationships/customXml" Target="../ink/ink790.xml"/><Relationship Id="rId41" Type="http://schemas.openxmlformats.org/officeDocument/2006/relationships/image" Target="../media/image705.png"/><Relationship Id="rId54" Type="http://schemas.openxmlformats.org/officeDocument/2006/relationships/customXml" Target="../ink/ink807.xml"/><Relationship Id="rId62" Type="http://schemas.openxmlformats.org/officeDocument/2006/relationships/customXml" Target="../ink/ink811.xml"/><Relationship Id="rId70" Type="http://schemas.openxmlformats.org/officeDocument/2006/relationships/customXml" Target="../ink/ink815.xml"/><Relationship Id="rId75" Type="http://schemas.openxmlformats.org/officeDocument/2006/relationships/image" Target="../media/image722.png"/><Relationship Id="rId83" Type="http://schemas.openxmlformats.org/officeDocument/2006/relationships/image" Target="../media/image726.png"/><Relationship Id="rId88" Type="http://schemas.openxmlformats.org/officeDocument/2006/relationships/customXml" Target="../ink/ink824.xml"/><Relationship Id="rId91" Type="http://schemas.openxmlformats.org/officeDocument/2006/relationships/image" Target="../media/image7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83.xml"/><Relationship Id="rId15" Type="http://schemas.openxmlformats.org/officeDocument/2006/relationships/image" Target="../media/image692.png"/><Relationship Id="rId23" Type="http://schemas.openxmlformats.org/officeDocument/2006/relationships/image" Target="../media/image696.png"/><Relationship Id="rId28" Type="http://schemas.openxmlformats.org/officeDocument/2006/relationships/customXml" Target="../ink/ink794.xml"/><Relationship Id="rId36" Type="http://schemas.openxmlformats.org/officeDocument/2006/relationships/customXml" Target="../ink/ink798.xml"/><Relationship Id="rId49" Type="http://schemas.openxmlformats.org/officeDocument/2006/relationships/image" Target="../media/image709.png"/><Relationship Id="rId57" Type="http://schemas.openxmlformats.org/officeDocument/2006/relationships/image" Target="../media/image713.png"/><Relationship Id="rId10" Type="http://schemas.openxmlformats.org/officeDocument/2006/relationships/customXml" Target="../ink/ink785.xml"/><Relationship Id="rId31" Type="http://schemas.openxmlformats.org/officeDocument/2006/relationships/image" Target="../media/image700.png"/><Relationship Id="rId44" Type="http://schemas.openxmlformats.org/officeDocument/2006/relationships/customXml" Target="../ink/ink802.xml"/><Relationship Id="rId52" Type="http://schemas.openxmlformats.org/officeDocument/2006/relationships/customXml" Target="../ink/ink806.xml"/><Relationship Id="rId60" Type="http://schemas.openxmlformats.org/officeDocument/2006/relationships/customXml" Target="../ink/ink810.xml"/><Relationship Id="rId65" Type="http://schemas.openxmlformats.org/officeDocument/2006/relationships/image" Target="../media/image717.png"/><Relationship Id="rId73" Type="http://schemas.openxmlformats.org/officeDocument/2006/relationships/image" Target="../media/image721.png"/><Relationship Id="rId78" Type="http://schemas.openxmlformats.org/officeDocument/2006/relationships/customXml" Target="../ink/ink819.xml"/><Relationship Id="rId81" Type="http://schemas.openxmlformats.org/officeDocument/2006/relationships/image" Target="../media/image725.png"/><Relationship Id="rId86" Type="http://schemas.openxmlformats.org/officeDocument/2006/relationships/customXml" Target="../ink/ink823.xml"/><Relationship Id="rId4" Type="http://schemas.openxmlformats.org/officeDocument/2006/relationships/customXml" Target="../ink/ink782.xml"/><Relationship Id="rId9" Type="http://schemas.openxmlformats.org/officeDocument/2006/relationships/image" Target="../media/image689.png"/><Relationship Id="rId13" Type="http://schemas.openxmlformats.org/officeDocument/2006/relationships/image" Target="../media/image691.png"/><Relationship Id="rId18" Type="http://schemas.openxmlformats.org/officeDocument/2006/relationships/customXml" Target="../ink/ink789.xml"/><Relationship Id="rId39" Type="http://schemas.openxmlformats.org/officeDocument/2006/relationships/image" Target="../media/image704.png"/><Relationship Id="rId34" Type="http://schemas.openxmlformats.org/officeDocument/2006/relationships/customXml" Target="../ink/ink797.xml"/><Relationship Id="rId50" Type="http://schemas.openxmlformats.org/officeDocument/2006/relationships/customXml" Target="../ink/ink805.xml"/><Relationship Id="rId55" Type="http://schemas.openxmlformats.org/officeDocument/2006/relationships/image" Target="../media/image712.png"/><Relationship Id="rId76" Type="http://schemas.openxmlformats.org/officeDocument/2006/relationships/customXml" Target="../ink/ink818.xml"/><Relationship Id="rId7" Type="http://schemas.openxmlformats.org/officeDocument/2006/relationships/image" Target="../media/image688.png"/><Relationship Id="rId71" Type="http://schemas.openxmlformats.org/officeDocument/2006/relationships/image" Target="../media/image720.png"/><Relationship Id="rId2" Type="http://schemas.openxmlformats.org/officeDocument/2006/relationships/customXml" Target="../ink/ink781.xml"/><Relationship Id="rId29" Type="http://schemas.openxmlformats.org/officeDocument/2006/relationships/image" Target="../media/image699.png"/><Relationship Id="rId24" Type="http://schemas.openxmlformats.org/officeDocument/2006/relationships/customXml" Target="../ink/ink792.xml"/><Relationship Id="rId40" Type="http://schemas.openxmlformats.org/officeDocument/2006/relationships/customXml" Target="../ink/ink800.xml"/><Relationship Id="rId45" Type="http://schemas.openxmlformats.org/officeDocument/2006/relationships/image" Target="../media/image707.png"/><Relationship Id="rId66" Type="http://schemas.openxmlformats.org/officeDocument/2006/relationships/customXml" Target="../ink/ink813.xml"/><Relationship Id="rId87" Type="http://schemas.openxmlformats.org/officeDocument/2006/relationships/image" Target="../media/image728.png"/><Relationship Id="rId61" Type="http://schemas.openxmlformats.org/officeDocument/2006/relationships/image" Target="../media/image715.png"/><Relationship Id="rId82" Type="http://schemas.openxmlformats.org/officeDocument/2006/relationships/customXml" Target="../ink/ink821.xml"/><Relationship Id="rId19" Type="http://schemas.openxmlformats.org/officeDocument/2006/relationships/image" Target="../media/image69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44.png"/><Relationship Id="rId21" Type="http://schemas.openxmlformats.org/officeDocument/2006/relationships/customXml" Target="../ink/ink835.xml"/><Relationship Id="rId42" Type="http://schemas.openxmlformats.org/officeDocument/2006/relationships/image" Target="../media/image752.png"/><Relationship Id="rId47" Type="http://schemas.openxmlformats.org/officeDocument/2006/relationships/customXml" Target="../ink/ink848.xml"/><Relationship Id="rId63" Type="http://schemas.openxmlformats.org/officeDocument/2006/relationships/customXml" Target="../ink/ink856.xml"/><Relationship Id="rId68" Type="http://schemas.openxmlformats.org/officeDocument/2006/relationships/image" Target="../media/image765.png"/><Relationship Id="rId84" Type="http://schemas.openxmlformats.org/officeDocument/2006/relationships/image" Target="../media/image773.png"/><Relationship Id="rId16" Type="http://schemas.openxmlformats.org/officeDocument/2006/relationships/image" Target="../media/image739.png"/><Relationship Id="rId11" Type="http://schemas.openxmlformats.org/officeDocument/2006/relationships/customXml" Target="../ink/ink830.xml"/><Relationship Id="rId32" Type="http://schemas.openxmlformats.org/officeDocument/2006/relationships/image" Target="../media/image747.png"/><Relationship Id="rId37" Type="http://schemas.openxmlformats.org/officeDocument/2006/relationships/customXml" Target="../ink/ink843.xml"/><Relationship Id="rId53" Type="http://schemas.openxmlformats.org/officeDocument/2006/relationships/customXml" Target="../ink/ink851.xml"/><Relationship Id="rId58" Type="http://schemas.openxmlformats.org/officeDocument/2006/relationships/image" Target="../media/image760.png"/><Relationship Id="rId74" Type="http://schemas.openxmlformats.org/officeDocument/2006/relationships/image" Target="../media/image768.png"/><Relationship Id="rId79" Type="http://schemas.openxmlformats.org/officeDocument/2006/relationships/customXml" Target="../ink/ink864.xml"/><Relationship Id="rId5" Type="http://schemas.openxmlformats.org/officeDocument/2006/relationships/customXml" Target="../ink/ink827.xml"/><Relationship Id="rId19" Type="http://schemas.openxmlformats.org/officeDocument/2006/relationships/customXml" Target="../ink/ink834.xml"/><Relationship Id="rId14" Type="http://schemas.openxmlformats.org/officeDocument/2006/relationships/image" Target="../media/image738.png"/><Relationship Id="rId22" Type="http://schemas.openxmlformats.org/officeDocument/2006/relationships/image" Target="../media/image742.png"/><Relationship Id="rId27" Type="http://schemas.openxmlformats.org/officeDocument/2006/relationships/customXml" Target="../ink/ink838.xml"/><Relationship Id="rId30" Type="http://schemas.openxmlformats.org/officeDocument/2006/relationships/image" Target="../media/image746.png"/><Relationship Id="rId35" Type="http://schemas.openxmlformats.org/officeDocument/2006/relationships/customXml" Target="../ink/ink842.xml"/><Relationship Id="rId43" Type="http://schemas.openxmlformats.org/officeDocument/2006/relationships/customXml" Target="../ink/ink846.xml"/><Relationship Id="rId48" Type="http://schemas.openxmlformats.org/officeDocument/2006/relationships/image" Target="../media/image755.png"/><Relationship Id="rId56" Type="http://schemas.openxmlformats.org/officeDocument/2006/relationships/image" Target="../media/image759.png"/><Relationship Id="rId64" Type="http://schemas.openxmlformats.org/officeDocument/2006/relationships/image" Target="../media/image763.png"/><Relationship Id="rId69" Type="http://schemas.openxmlformats.org/officeDocument/2006/relationships/customXml" Target="../ink/ink859.xml"/><Relationship Id="rId77" Type="http://schemas.openxmlformats.org/officeDocument/2006/relationships/customXml" Target="../ink/ink863.xml"/><Relationship Id="rId8" Type="http://schemas.openxmlformats.org/officeDocument/2006/relationships/image" Target="../media/image735.png"/><Relationship Id="rId51" Type="http://schemas.openxmlformats.org/officeDocument/2006/relationships/customXml" Target="../ink/ink850.xml"/><Relationship Id="rId72" Type="http://schemas.openxmlformats.org/officeDocument/2006/relationships/image" Target="../media/image767.png"/><Relationship Id="rId80" Type="http://schemas.openxmlformats.org/officeDocument/2006/relationships/image" Target="../media/image771.png"/><Relationship Id="rId85" Type="http://schemas.openxmlformats.org/officeDocument/2006/relationships/customXml" Target="../ink/ink867.xml"/><Relationship Id="rId3" Type="http://schemas.openxmlformats.org/officeDocument/2006/relationships/customXml" Target="../ink/ink826.xml"/><Relationship Id="rId12" Type="http://schemas.openxmlformats.org/officeDocument/2006/relationships/image" Target="../media/image737.png"/><Relationship Id="rId17" Type="http://schemas.openxmlformats.org/officeDocument/2006/relationships/customXml" Target="../ink/ink833.xml"/><Relationship Id="rId25" Type="http://schemas.openxmlformats.org/officeDocument/2006/relationships/customXml" Target="../ink/ink837.xml"/><Relationship Id="rId33" Type="http://schemas.openxmlformats.org/officeDocument/2006/relationships/customXml" Target="../ink/ink841.xml"/><Relationship Id="rId38" Type="http://schemas.openxmlformats.org/officeDocument/2006/relationships/image" Target="../media/image750.png"/><Relationship Id="rId46" Type="http://schemas.openxmlformats.org/officeDocument/2006/relationships/image" Target="../media/image754.png"/><Relationship Id="rId59" Type="http://schemas.openxmlformats.org/officeDocument/2006/relationships/customXml" Target="../ink/ink854.xml"/><Relationship Id="rId67" Type="http://schemas.openxmlformats.org/officeDocument/2006/relationships/customXml" Target="../ink/ink858.xml"/><Relationship Id="rId20" Type="http://schemas.openxmlformats.org/officeDocument/2006/relationships/image" Target="../media/image741.png"/><Relationship Id="rId41" Type="http://schemas.openxmlformats.org/officeDocument/2006/relationships/customXml" Target="../ink/ink845.xml"/><Relationship Id="rId54" Type="http://schemas.openxmlformats.org/officeDocument/2006/relationships/image" Target="../media/image758.png"/><Relationship Id="rId62" Type="http://schemas.openxmlformats.org/officeDocument/2006/relationships/image" Target="../media/image762.png"/><Relationship Id="rId70" Type="http://schemas.openxmlformats.org/officeDocument/2006/relationships/image" Target="../media/image766.png"/><Relationship Id="rId75" Type="http://schemas.openxmlformats.org/officeDocument/2006/relationships/customXml" Target="../ink/ink862.xml"/><Relationship Id="rId83" Type="http://schemas.openxmlformats.org/officeDocument/2006/relationships/customXml" Target="../ink/ink866.xml"/><Relationship Id="rId88" Type="http://schemas.openxmlformats.org/officeDocument/2006/relationships/image" Target="../media/image7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4.png"/><Relationship Id="rId15" Type="http://schemas.openxmlformats.org/officeDocument/2006/relationships/customXml" Target="../ink/ink832.xml"/><Relationship Id="rId23" Type="http://schemas.openxmlformats.org/officeDocument/2006/relationships/customXml" Target="../ink/ink836.xml"/><Relationship Id="rId28" Type="http://schemas.openxmlformats.org/officeDocument/2006/relationships/image" Target="../media/image745.png"/><Relationship Id="rId36" Type="http://schemas.openxmlformats.org/officeDocument/2006/relationships/image" Target="../media/image749.png"/><Relationship Id="rId49" Type="http://schemas.openxmlformats.org/officeDocument/2006/relationships/customXml" Target="../ink/ink849.xml"/><Relationship Id="rId57" Type="http://schemas.openxmlformats.org/officeDocument/2006/relationships/customXml" Target="../ink/ink853.xml"/><Relationship Id="rId10" Type="http://schemas.openxmlformats.org/officeDocument/2006/relationships/image" Target="../media/image736.png"/><Relationship Id="rId31" Type="http://schemas.openxmlformats.org/officeDocument/2006/relationships/customXml" Target="../ink/ink840.xml"/><Relationship Id="rId44" Type="http://schemas.openxmlformats.org/officeDocument/2006/relationships/image" Target="../media/image753.png"/><Relationship Id="rId52" Type="http://schemas.openxmlformats.org/officeDocument/2006/relationships/image" Target="../media/image757.png"/><Relationship Id="rId60" Type="http://schemas.openxmlformats.org/officeDocument/2006/relationships/image" Target="../media/image761.png"/><Relationship Id="rId65" Type="http://schemas.openxmlformats.org/officeDocument/2006/relationships/customXml" Target="../ink/ink857.xml"/><Relationship Id="rId73" Type="http://schemas.openxmlformats.org/officeDocument/2006/relationships/customXml" Target="../ink/ink861.xml"/><Relationship Id="rId78" Type="http://schemas.openxmlformats.org/officeDocument/2006/relationships/image" Target="../media/image770.png"/><Relationship Id="rId81" Type="http://schemas.openxmlformats.org/officeDocument/2006/relationships/customXml" Target="../ink/ink865.xml"/><Relationship Id="rId86" Type="http://schemas.openxmlformats.org/officeDocument/2006/relationships/image" Target="../media/image774.png"/><Relationship Id="rId4" Type="http://schemas.openxmlformats.org/officeDocument/2006/relationships/image" Target="../media/image733.png"/><Relationship Id="rId9" Type="http://schemas.openxmlformats.org/officeDocument/2006/relationships/customXml" Target="../ink/ink829.xml"/><Relationship Id="rId13" Type="http://schemas.openxmlformats.org/officeDocument/2006/relationships/customXml" Target="../ink/ink831.xml"/><Relationship Id="rId18" Type="http://schemas.openxmlformats.org/officeDocument/2006/relationships/image" Target="../media/image740.png"/><Relationship Id="rId39" Type="http://schemas.openxmlformats.org/officeDocument/2006/relationships/customXml" Target="../ink/ink844.xml"/><Relationship Id="rId34" Type="http://schemas.openxmlformats.org/officeDocument/2006/relationships/image" Target="../media/image748.png"/><Relationship Id="rId50" Type="http://schemas.openxmlformats.org/officeDocument/2006/relationships/image" Target="../media/image756.png"/><Relationship Id="rId55" Type="http://schemas.openxmlformats.org/officeDocument/2006/relationships/customXml" Target="../ink/ink852.xml"/><Relationship Id="rId76" Type="http://schemas.openxmlformats.org/officeDocument/2006/relationships/image" Target="../media/image769.png"/><Relationship Id="rId7" Type="http://schemas.openxmlformats.org/officeDocument/2006/relationships/customXml" Target="../ink/ink828.xml"/><Relationship Id="rId71" Type="http://schemas.openxmlformats.org/officeDocument/2006/relationships/customXml" Target="../ink/ink860.xml"/><Relationship Id="rId2" Type="http://schemas.openxmlformats.org/officeDocument/2006/relationships/image" Target="../media/image732.png"/><Relationship Id="rId29" Type="http://schemas.openxmlformats.org/officeDocument/2006/relationships/customXml" Target="../ink/ink839.xml"/><Relationship Id="rId24" Type="http://schemas.openxmlformats.org/officeDocument/2006/relationships/image" Target="../media/image743.png"/><Relationship Id="rId40" Type="http://schemas.openxmlformats.org/officeDocument/2006/relationships/image" Target="../media/image751.png"/><Relationship Id="rId45" Type="http://schemas.openxmlformats.org/officeDocument/2006/relationships/customXml" Target="../ink/ink847.xml"/><Relationship Id="rId66" Type="http://schemas.openxmlformats.org/officeDocument/2006/relationships/image" Target="../media/image764.png"/><Relationship Id="rId87" Type="http://schemas.openxmlformats.org/officeDocument/2006/relationships/customXml" Target="../ink/ink868.xml"/><Relationship Id="rId61" Type="http://schemas.openxmlformats.org/officeDocument/2006/relationships/customXml" Target="../ink/ink855.xml"/><Relationship Id="rId82" Type="http://schemas.openxmlformats.org/officeDocument/2006/relationships/image" Target="../media/image77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7.png"/><Relationship Id="rId2" Type="http://schemas.openxmlformats.org/officeDocument/2006/relationships/image" Target="../media/image77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92.png"/><Relationship Id="rId21" Type="http://schemas.openxmlformats.org/officeDocument/2006/relationships/customXml" Target="../ink/ink878.xml"/><Relationship Id="rId42" Type="http://schemas.openxmlformats.org/officeDocument/2006/relationships/image" Target="../media/image800.png"/><Relationship Id="rId47" Type="http://schemas.openxmlformats.org/officeDocument/2006/relationships/customXml" Target="../ink/ink891.xml"/><Relationship Id="rId63" Type="http://schemas.openxmlformats.org/officeDocument/2006/relationships/customXml" Target="../ink/ink899.xml"/><Relationship Id="rId68" Type="http://schemas.openxmlformats.org/officeDocument/2006/relationships/image" Target="../media/image812.png"/><Relationship Id="rId84" Type="http://schemas.openxmlformats.org/officeDocument/2006/relationships/image" Target="../media/image820.png"/><Relationship Id="rId89" Type="http://schemas.openxmlformats.org/officeDocument/2006/relationships/customXml" Target="../ink/ink912.xml"/><Relationship Id="rId16" Type="http://schemas.openxmlformats.org/officeDocument/2006/relationships/image" Target="../media/image787.png"/><Relationship Id="rId11" Type="http://schemas.openxmlformats.org/officeDocument/2006/relationships/customXml" Target="../ink/ink873.xml"/><Relationship Id="rId32" Type="http://schemas.openxmlformats.org/officeDocument/2006/relationships/image" Target="../media/image795.png"/><Relationship Id="rId37" Type="http://schemas.openxmlformats.org/officeDocument/2006/relationships/customXml" Target="../ink/ink886.xml"/><Relationship Id="rId53" Type="http://schemas.openxmlformats.org/officeDocument/2006/relationships/customXml" Target="../ink/ink894.xml"/><Relationship Id="rId58" Type="http://schemas.openxmlformats.org/officeDocument/2006/relationships/image" Target="../media/image807.png"/><Relationship Id="rId74" Type="http://schemas.openxmlformats.org/officeDocument/2006/relationships/image" Target="../media/image815.png"/><Relationship Id="rId79" Type="http://schemas.openxmlformats.org/officeDocument/2006/relationships/customXml" Target="../ink/ink907.xml"/><Relationship Id="rId5" Type="http://schemas.openxmlformats.org/officeDocument/2006/relationships/customXml" Target="../ink/ink870.xml"/><Relationship Id="rId90" Type="http://schemas.openxmlformats.org/officeDocument/2006/relationships/image" Target="../media/image823.png"/><Relationship Id="rId22" Type="http://schemas.openxmlformats.org/officeDocument/2006/relationships/image" Target="../media/image790.png"/><Relationship Id="rId27" Type="http://schemas.openxmlformats.org/officeDocument/2006/relationships/customXml" Target="../ink/ink881.xml"/><Relationship Id="rId43" Type="http://schemas.openxmlformats.org/officeDocument/2006/relationships/customXml" Target="../ink/ink889.xml"/><Relationship Id="rId48" Type="http://schemas.openxmlformats.org/officeDocument/2006/relationships/image" Target="../media/image303.png"/><Relationship Id="rId64" Type="http://schemas.openxmlformats.org/officeDocument/2006/relationships/image" Target="../media/image810.png"/><Relationship Id="rId69" Type="http://schemas.openxmlformats.org/officeDocument/2006/relationships/customXml" Target="../ink/ink902.xml"/><Relationship Id="rId8" Type="http://schemas.openxmlformats.org/officeDocument/2006/relationships/image" Target="../media/image783.png"/><Relationship Id="rId51" Type="http://schemas.openxmlformats.org/officeDocument/2006/relationships/customXml" Target="../ink/ink893.xml"/><Relationship Id="rId72" Type="http://schemas.openxmlformats.org/officeDocument/2006/relationships/image" Target="../media/image814.png"/><Relationship Id="rId80" Type="http://schemas.openxmlformats.org/officeDocument/2006/relationships/image" Target="../media/image818.png"/><Relationship Id="rId85" Type="http://schemas.openxmlformats.org/officeDocument/2006/relationships/customXml" Target="../ink/ink910.xml"/><Relationship Id="rId93" Type="http://schemas.openxmlformats.org/officeDocument/2006/relationships/customXml" Target="../ink/ink914.xml"/><Relationship Id="rId3" Type="http://schemas.openxmlformats.org/officeDocument/2006/relationships/customXml" Target="../ink/ink869.xml"/><Relationship Id="rId12" Type="http://schemas.openxmlformats.org/officeDocument/2006/relationships/image" Target="../media/image785.png"/><Relationship Id="rId17" Type="http://schemas.openxmlformats.org/officeDocument/2006/relationships/customXml" Target="../ink/ink876.xml"/><Relationship Id="rId25" Type="http://schemas.openxmlformats.org/officeDocument/2006/relationships/customXml" Target="../ink/ink880.xml"/><Relationship Id="rId33" Type="http://schemas.openxmlformats.org/officeDocument/2006/relationships/customXml" Target="../ink/ink884.xml"/><Relationship Id="rId38" Type="http://schemas.openxmlformats.org/officeDocument/2006/relationships/image" Target="../media/image798.png"/><Relationship Id="rId46" Type="http://schemas.openxmlformats.org/officeDocument/2006/relationships/image" Target="../media/image802.png"/><Relationship Id="rId59" Type="http://schemas.openxmlformats.org/officeDocument/2006/relationships/customXml" Target="../ink/ink897.xml"/><Relationship Id="rId67" Type="http://schemas.openxmlformats.org/officeDocument/2006/relationships/customXml" Target="../ink/ink901.xml"/><Relationship Id="rId20" Type="http://schemas.openxmlformats.org/officeDocument/2006/relationships/image" Target="../media/image789.png"/><Relationship Id="rId41" Type="http://schemas.openxmlformats.org/officeDocument/2006/relationships/customXml" Target="../ink/ink888.xml"/><Relationship Id="rId54" Type="http://schemas.openxmlformats.org/officeDocument/2006/relationships/image" Target="../media/image805.png"/><Relationship Id="rId62" Type="http://schemas.openxmlformats.org/officeDocument/2006/relationships/image" Target="../media/image809.png"/><Relationship Id="rId70" Type="http://schemas.openxmlformats.org/officeDocument/2006/relationships/image" Target="../media/image813.png"/><Relationship Id="rId75" Type="http://schemas.openxmlformats.org/officeDocument/2006/relationships/customXml" Target="../ink/ink905.xml"/><Relationship Id="rId83" Type="http://schemas.openxmlformats.org/officeDocument/2006/relationships/customXml" Target="../ink/ink909.xml"/><Relationship Id="rId88" Type="http://schemas.openxmlformats.org/officeDocument/2006/relationships/image" Target="../media/image822.png"/><Relationship Id="rId91" Type="http://schemas.openxmlformats.org/officeDocument/2006/relationships/customXml" Target="../ink/ink9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2.png"/><Relationship Id="rId15" Type="http://schemas.openxmlformats.org/officeDocument/2006/relationships/customXml" Target="../ink/ink875.xml"/><Relationship Id="rId23" Type="http://schemas.openxmlformats.org/officeDocument/2006/relationships/customXml" Target="../ink/ink879.xml"/><Relationship Id="rId28" Type="http://schemas.openxmlformats.org/officeDocument/2006/relationships/image" Target="../media/image793.png"/><Relationship Id="rId36" Type="http://schemas.openxmlformats.org/officeDocument/2006/relationships/image" Target="../media/image797.png"/><Relationship Id="rId49" Type="http://schemas.openxmlformats.org/officeDocument/2006/relationships/customXml" Target="../ink/ink892.xml"/><Relationship Id="rId57" Type="http://schemas.openxmlformats.org/officeDocument/2006/relationships/customXml" Target="../ink/ink896.xml"/><Relationship Id="rId10" Type="http://schemas.openxmlformats.org/officeDocument/2006/relationships/image" Target="../media/image784.png"/><Relationship Id="rId31" Type="http://schemas.openxmlformats.org/officeDocument/2006/relationships/customXml" Target="../ink/ink883.xml"/><Relationship Id="rId44" Type="http://schemas.openxmlformats.org/officeDocument/2006/relationships/image" Target="../media/image801.png"/><Relationship Id="rId52" Type="http://schemas.openxmlformats.org/officeDocument/2006/relationships/image" Target="../media/image804.png"/><Relationship Id="rId60" Type="http://schemas.openxmlformats.org/officeDocument/2006/relationships/image" Target="../media/image808.png"/><Relationship Id="rId65" Type="http://schemas.openxmlformats.org/officeDocument/2006/relationships/customXml" Target="../ink/ink900.xml"/><Relationship Id="rId73" Type="http://schemas.openxmlformats.org/officeDocument/2006/relationships/customXml" Target="../ink/ink904.xml"/><Relationship Id="rId78" Type="http://schemas.openxmlformats.org/officeDocument/2006/relationships/image" Target="../media/image817.png"/><Relationship Id="rId81" Type="http://schemas.openxmlformats.org/officeDocument/2006/relationships/customXml" Target="../ink/ink908.xml"/><Relationship Id="rId86" Type="http://schemas.openxmlformats.org/officeDocument/2006/relationships/image" Target="../media/image821.png"/><Relationship Id="rId94" Type="http://schemas.openxmlformats.org/officeDocument/2006/relationships/image" Target="../media/image825.png"/><Relationship Id="rId4" Type="http://schemas.openxmlformats.org/officeDocument/2006/relationships/image" Target="../media/image781.png"/><Relationship Id="rId9" Type="http://schemas.openxmlformats.org/officeDocument/2006/relationships/customXml" Target="../ink/ink872.xml"/><Relationship Id="rId13" Type="http://schemas.openxmlformats.org/officeDocument/2006/relationships/customXml" Target="../ink/ink874.xml"/><Relationship Id="rId18" Type="http://schemas.openxmlformats.org/officeDocument/2006/relationships/image" Target="../media/image788.png"/><Relationship Id="rId39" Type="http://schemas.openxmlformats.org/officeDocument/2006/relationships/customXml" Target="../ink/ink887.xml"/><Relationship Id="rId34" Type="http://schemas.openxmlformats.org/officeDocument/2006/relationships/image" Target="../media/image796.png"/><Relationship Id="rId50" Type="http://schemas.openxmlformats.org/officeDocument/2006/relationships/image" Target="../media/image803.png"/><Relationship Id="rId55" Type="http://schemas.openxmlformats.org/officeDocument/2006/relationships/customXml" Target="../ink/ink895.xml"/><Relationship Id="rId76" Type="http://schemas.openxmlformats.org/officeDocument/2006/relationships/image" Target="../media/image816.png"/><Relationship Id="rId7" Type="http://schemas.openxmlformats.org/officeDocument/2006/relationships/customXml" Target="../ink/ink871.xml"/><Relationship Id="rId71" Type="http://schemas.openxmlformats.org/officeDocument/2006/relationships/customXml" Target="../ink/ink903.xml"/><Relationship Id="rId92" Type="http://schemas.openxmlformats.org/officeDocument/2006/relationships/image" Target="../media/image824.png"/><Relationship Id="rId2" Type="http://schemas.openxmlformats.org/officeDocument/2006/relationships/image" Target="../media/image780.png"/><Relationship Id="rId29" Type="http://schemas.openxmlformats.org/officeDocument/2006/relationships/customXml" Target="../ink/ink882.xml"/><Relationship Id="rId24" Type="http://schemas.openxmlformats.org/officeDocument/2006/relationships/image" Target="../media/image791.png"/><Relationship Id="rId40" Type="http://schemas.openxmlformats.org/officeDocument/2006/relationships/image" Target="../media/image799.png"/><Relationship Id="rId45" Type="http://schemas.openxmlformats.org/officeDocument/2006/relationships/customXml" Target="../ink/ink890.xml"/><Relationship Id="rId66" Type="http://schemas.openxmlformats.org/officeDocument/2006/relationships/image" Target="../media/image811.png"/><Relationship Id="rId87" Type="http://schemas.openxmlformats.org/officeDocument/2006/relationships/customXml" Target="../ink/ink911.xml"/><Relationship Id="rId61" Type="http://schemas.openxmlformats.org/officeDocument/2006/relationships/customXml" Target="../ink/ink898.xml"/><Relationship Id="rId82" Type="http://schemas.openxmlformats.org/officeDocument/2006/relationships/image" Target="../media/image819.png"/><Relationship Id="rId19" Type="http://schemas.openxmlformats.org/officeDocument/2006/relationships/customXml" Target="../ink/ink877.xml"/><Relationship Id="rId14" Type="http://schemas.openxmlformats.org/officeDocument/2006/relationships/image" Target="../media/image786.png"/><Relationship Id="rId30" Type="http://schemas.openxmlformats.org/officeDocument/2006/relationships/image" Target="../media/image794.png"/><Relationship Id="rId35" Type="http://schemas.openxmlformats.org/officeDocument/2006/relationships/customXml" Target="../ink/ink885.xml"/><Relationship Id="rId56" Type="http://schemas.openxmlformats.org/officeDocument/2006/relationships/image" Target="../media/image806.png"/><Relationship Id="rId77" Type="http://schemas.openxmlformats.org/officeDocument/2006/relationships/customXml" Target="../ink/ink906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39.png"/><Relationship Id="rId21" Type="http://schemas.openxmlformats.org/officeDocument/2006/relationships/customXml" Target="../ink/ink923.xml"/><Relationship Id="rId42" Type="http://schemas.openxmlformats.org/officeDocument/2006/relationships/image" Target="../media/image847.png"/><Relationship Id="rId47" Type="http://schemas.openxmlformats.org/officeDocument/2006/relationships/customXml" Target="../ink/ink936.xml"/><Relationship Id="rId63" Type="http://schemas.openxmlformats.org/officeDocument/2006/relationships/customXml" Target="../ink/ink944.xml"/><Relationship Id="rId68" Type="http://schemas.openxmlformats.org/officeDocument/2006/relationships/image" Target="../media/image860.png"/><Relationship Id="rId7" Type="http://schemas.openxmlformats.org/officeDocument/2006/relationships/customXml" Target="../ink/ink916.xml"/><Relationship Id="rId71" Type="http://schemas.openxmlformats.org/officeDocument/2006/relationships/customXml" Target="../ink/ink948.xml"/><Relationship Id="rId2" Type="http://schemas.openxmlformats.org/officeDocument/2006/relationships/image" Target="../media/image826.png"/><Relationship Id="rId16" Type="http://schemas.openxmlformats.org/officeDocument/2006/relationships/image" Target="../media/image834.png"/><Relationship Id="rId29" Type="http://schemas.openxmlformats.org/officeDocument/2006/relationships/customXml" Target="../ink/ink927.xml"/><Relationship Id="rId11" Type="http://schemas.openxmlformats.org/officeDocument/2006/relationships/customXml" Target="../ink/ink918.xml"/><Relationship Id="rId24" Type="http://schemas.openxmlformats.org/officeDocument/2006/relationships/image" Target="../media/image838.png"/><Relationship Id="rId32" Type="http://schemas.openxmlformats.org/officeDocument/2006/relationships/image" Target="../media/image842.png"/><Relationship Id="rId37" Type="http://schemas.openxmlformats.org/officeDocument/2006/relationships/customXml" Target="../ink/ink931.xml"/><Relationship Id="rId40" Type="http://schemas.openxmlformats.org/officeDocument/2006/relationships/image" Target="../media/image846.png"/><Relationship Id="rId45" Type="http://schemas.openxmlformats.org/officeDocument/2006/relationships/customXml" Target="../ink/ink935.xml"/><Relationship Id="rId53" Type="http://schemas.openxmlformats.org/officeDocument/2006/relationships/customXml" Target="../ink/ink939.xml"/><Relationship Id="rId58" Type="http://schemas.openxmlformats.org/officeDocument/2006/relationships/image" Target="../media/image855.png"/><Relationship Id="rId66" Type="http://schemas.openxmlformats.org/officeDocument/2006/relationships/image" Target="../media/image859.png"/><Relationship Id="rId5" Type="http://schemas.openxmlformats.org/officeDocument/2006/relationships/customXml" Target="../ink/ink915.xml"/><Relationship Id="rId61" Type="http://schemas.openxmlformats.org/officeDocument/2006/relationships/customXml" Target="../ink/ink943.xml"/><Relationship Id="rId19" Type="http://schemas.openxmlformats.org/officeDocument/2006/relationships/customXml" Target="../ink/ink922.xml"/><Relationship Id="rId14" Type="http://schemas.openxmlformats.org/officeDocument/2006/relationships/image" Target="../media/image833.png"/><Relationship Id="rId22" Type="http://schemas.openxmlformats.org/officeDocument/2006/relationships/image" Target="../media/image837.png"/><Relationship Id="rId27" Type="http://schemas.openxmlformats.org/officeDocument/2006/relationships/customXml" Target="../ink/ink926.xml"/><Relationship Id="rId30" Type="http://schemas.openxmlformats.org/officeDocument/2006/relationships/image" Target="../media/image841.png"/><Relationship Id="rId35" Type="http://schemas.openxmlformats.org/officeDocument/2006/relationships/customXml" Target="../ink/ink930.xml"/><Relationship Id="rId43" Type="http://schemas.openxmlformats.org/officeDocument/2006/relationships/customXml" Target="../ink/ink934.xml"/><Relationship Id="rId48" Type="http://schemas.openxmlformats.org/officeDocument/2006/relationships/image" Target="../media/image850.png"/><Relationship Id="rId56" Type="http://schemas.openxmlformats.org/officeDocument/2006/relationships/image" Target="../media/image854.png"/><Relationship Id="rId64" Type="http://schemas.openxmlformats.org/officeDocument/2006/relationships/image" Target="../media/image858.png"/><Relationship Id="rId69" Type="http://schemas.openxmlformats.org/officeDocument/2006/relationships/customXml" Target="../ink/ink947.xml"/><Relationship Id="rId8" Type="http://schemas.openxmlformats.org/officeDocument/2006/relationships/image" Target="../media/image830.png"/><Relationship Id="rId51" Type="http://schemas.openxmlformats.org/officeDocument/2006/relationships/customXml" Target="../ink/ink938.xml"/><Relationship Id="rId72" Type="http://schemas.openxmlformats.org/officeDocument/2006/relationships/image" Target="../media/image862.png"/><Relationship Id="rId3" Type="http://schemas.openxmlformats.org/officeDocument/2006/relationships/image" Target="../media/image827.png"/><Relationship Id="rId12" Type="http://schemas.openxmlformats.org/officeDocument/2006/relationships/image" Target="../media/image832.png"/><Relationship Id="rId17" Type="http://schemas.openxmlformats.org/officeDocument/2006/relationships/customXml" Target="../ink/ink921.xml"/><Relationship Id="rId25" Type="http://schemas.openxmlformats.org/officeDocument/2006/relationships/customXml" Target="../ink/ink925.xml"/><Relationship Id="rId33" Type="http://schemas.openxmlformats.org/officeDocument/2006/relationships/customXml" Target="../ink/ink929.xml"/><Relationship Id="rId38" Type="http://schemas.openxmlformats.org/officeDocument/2006/relationships/image" Target="../media/image845.png"/><Relationship Id="rId46" Type="http://schemas.openxmlformats.org/officeDocument/2006/relationships/image" Target="../media/image849.png"/><Relationship Id="rId59" Type="http://schemas.openxmlformats.org/officeDocument/2006/relationships/customXml" Target="../ink/ink942.xml"/><Relationship Id="rId67" Type="http://schemas.openxmlformats.org/officeDocument/2006/relationships/customXml" Target="../ink/ink946.xml"/><Relationship Id="rId20" Type="http://schemas.openxmlformats.org/officeDocument/2006/relationships/image" Target="../media/image836.png"/><Relationship Id="rId41" Type="http://schemas.openxmlformats.org/officeDocument/2006/relationships/customXml" Target="../ink/ink933.xml"/><Relationship Id="rId54" Type="http://schemas.openxmlformats.org/officeDocument/2006/relationships/image" Target="../media/image853.png"/><Relationship Id="rId62" Type="http://schemas.openxmlformats.org/officeDocument/2006/relationships/image" Target="../media/image857.png"/><Relationship Id="rId70" Type="http://schemas.openxmlformats.org/officeDocument/2006/relationships/image" Target="../media/image8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9.png"/><Relationship Id="rId15" Type="http://schemas.openxmlformats.org/officeDocument/2006/relationships/customXml" Target="../ink/ink920.xml"/><Relationship Id="rId23" Type="http://schemas.openxmlformats.org/officeDocument/2006/relationships/customXml" Target="../ink/ink924.xml"/><Relationship Id="rId28" Type="http://schemas.openxmlformats.org/officeDocument/2006/relationships/image" Target="../media/image840.png"/><Relationship Id="rId36" Type="http://schemas.openxmlformats.org/officeDocument/2006/relationships/image" Target="../media/image844.png"/><Relationship Id="rId49" Type="http://schemas.openxmlformats.org/officeDocument/2006/relationships/customXml" Target="../ink/ink937.xml"/><Relationship Id="rId57" Type="http://schemas.openxmlformats.org/officeDocument/2006/relationships/customXml" Target="../ink/ink941.xml"/><Relationship Id="rId10" Type="http://schemas.openxmlformats.org/officeDocument/2006/relationships/image" Target="../media/image831.png"/><Relationship Id="rId31" Type="http://schemas.openxmlformats.org/officeDocument/2006/relationships/customXml" Target="../ink/ink928.xml"/><Relationship Id="rId44" Type="http://schemas.openxmlformats.org/officeDocument/2006/relationships/image" Target="../media/image848.png"/><Relationship Id="rId52" Type="http://schemas.openxmlformats.org/officeDocument/2006/relationships/image" Target="../media/image852.png"/><Relationship Id="rId60" Type="http://schemas.openxmlformats.org/officeDocument/2006/relationships/image" Target="../media/image856.png"/><Relationship Id="rId65" Type="http://schemas.openxmlformats.org/officeDocument/2006/relationships/customXml" Target="../ink/ink945.xml"/><Relationship Id="rId4" Type="http://schemas.openxmlformats.org/officeDocument/2006/relationships/image" Target="../media/image828.png"/><Relationship Id="rId9" Type="http://schemas.openxmlformats.org/officeDocument/2006/relationships/customXml" Target="../ink/ink917.xml"/><Relationship Id="rId13" Type="http://schemas.openxmlformats.org/officeDocument/2006/relationships/customXml" Target="../ink/ink919.xml"/><Relationship Id="rId18" Type="http://schemas.openxmlformats.org/officeDocument/2006/relationships/image" Target="../media/image835.png"/><Relationship Id="rId39" Type="http://schemas.openxmlformats.org/officeDocument/2006/relationships/customXml" Target="../ink/ink932.xml"/><Relationship Id="rId34" Type="http://schemas.openxmlformats.org/officeDocument/2006/relationships/image" Target="../media/image843.png"/><Relationship Id="rId50" Type="http://schemas.openxmlformats.org/officeDocument/2006/relationships/image" Target="../media/image851.png"/><Relationship Id="rId55" Type="http://schemas.openxmlformats.org/officeDocument/2006/relationships/customXml" Target="../ink/ink940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50.xml"/><Relationship Id="rId13" Type="http://schemas.openxmlformats.org/officeDocument/2006/relationships/image" Target="../media/image870.png"/><Relationship Id="rId18" Type="http://schemas.openxmlformats.org/officeDocument/2006/relationships/customXml" Target="../ink/ink955.xml"/><Relationship Id="rId3" Type="http://schemas.openxmlformats.org/officeDocument/2006/relationships/image" Target="../media/image864.png"/><Relationship Id="rId7" Type="http://schemas.openxmlformats.org/officeDocument/2006/relationships/image" Target="../media/image867.png"/><Relationship Id="rId12" Type="http://schemas.openxmlformats.org/officeDocument/2006/relationships/customXml" Target="../ink/ink952.xml"/><Relationship Id="rId17" Type="http://schemas.openxmlformats.org/officeDocument/2006/relationships/image" Target="../media/image872.png"/><Relationship Id="rId2" Type="http://schemas.openxmlformats.org/officeDocument/2006/relationships/image" Target="../media/image863.png"/><Relationship Id="rId16" Type="http://schemas.openxmlformats.org/officeDocument/2006/relationships/customXml" Target="../ink/ink9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49.xml"/><Relationship Id="rId11" Type="http://schemas.openxmlformats.org/officeDocument/2006/relationships/image" Target="../media/image869.png"/><Relationship Id="rId5" Type="http://schemas.openxmlformats.org/officeDocument/2006/relationships/image" Target="../media/image866.png"/><Relationship Id="rId15" Type="http://schemas.openxmlformats.org/officeDocument/2006/relationships/image" Target="../media/image871.png"/><Relationship Id="rId10" Type="http://schemas.openxmlformats.org/officeDocument/2006/relationships/customXml" Target="../ink/ink951.xml"/><Relationship Id="rId19" Type="http://schemas.openxmlformats.org/officeDocument/2006/relationships/image" Target="../media/image873.png"/><Relationship Id="rId4" Type="http://schemas.openxmlformats.org/officeDocument/2006/relationships/image" Target="../media/image865.png"/><Relationship Id="rId9" Type="http://schemas.openxmlformats.org/officeDocument/2006/relationships/image" Target="../media/image868.png"/><Relationship Id="rId14" Type="http://schemas.openxmlformats.org/officeDocument/2006/relationships/customXml" Target="../ink/ink953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81.png"/><Relationship Id="rId18" Type="http://schemas.openxmlformats.org/officeDocument/2006/relationships/customXml" Target="../ink/ink962.xml"/><Relationship Id="rId26" Type="http://schemas.openxmlformats.org/officeDocument/2006/relationships/customXml" Target="../ink/ink966.xml"/><Relationship Id="rId39" Type="http://schemas.openxmlformats.org/officeDocument/2006/relationships/image" Target="../media/image894.png"/><Relationship Id="rId21" Type="http://schemas.openxmlformats.org/officeDocument/2006/relationships/image" Target="../media/image885.png"/><Relationship Id="rId34" Type="http://schemas.openxmlformats.org/officeDocument/2006/relationships/customXml" Target="../ink/ink970.xml"/><Relationship Id="rId42" Type="http://schemas.openxmlformats.org/officeDocument/2006/relationships/customXml" Target="../ink/ink974.xml"/><Relationship Id="rId7" Type="http://schemas.openxmlformats.org/officeDocument/2006/relationships/image" Target="../media/image878.png"/><Relationship Id="rId2" Type="http://schemas.openxmlformats.org/officeDocument/2006/relationships/image" Target="../media/image874.png"/><Relationship Id="rId16" Type="http://schemas.openxmlformats.org/officeDocument/2006/relationships/customXml" Target="../ink/ink961.xml"/><Relationship Id="rId20" Type="http://schemas.openxmlformats.org/officeDocument/2006/relationships/customXml" Target="../ink/ink963.xml"/><Relationship Id="rId29" Type="http://schemas.openxmlformats.org/officeDocument/2006/relationships/image" Target="../media/image889.png"/><Relationship Id="rId41" Type="http://schemas.openxmlformats.org/officeDocument/2006/relationships/image" Target="../media/image8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56.xml"/><Relationship Id="rId11" Type="http://schemas.openxmlformats.org/officeDocument/2006/relationships/image" Target="../media/image880.png"/><Relationship Id="rId24" Type="http://schemas.openxmlformats.org/officeDocument/2006/relationships/customXml" Target="../ink/ink965.xml"/><Relationship Id="rId32" Type="http://schemas.openxmlformats.org/officeDocument/2006/relationships/customXml" Target="../ink/ink969.xml"/><Relationship Id="rId37" Type="http://schemas.openxmlformats.org/officeDocument/2006/relationships/image" Target="../media/image893.png"/><Relationship Id="rId40" Type="http://schemas.openxmlformats.org/officeDocument/2006/relationships/customXml" Target="../ink/ink973.xml"/><Relationship Id="rId5" Type="http://schemas.openxmlformats.org/officeDocument/2006/relationships/image" Target="../media/image877.png"/><Relationship Id="rId15" Type="http://schemas.openxmlformats.org/officeDocument/2006/relationships/image" Target="../media/image882.png"/><Relationship Id="rId23" Type="http://schemas.openxmlformats.org/officeDocument/2006/relationships/image" Target="../media/image886.png"/><Relationship Id="rId28" Type="http://schemas.openxmlformats.org/officeDocument/2006/relationships/customXml" Target="../ink/ink967.xml"/><Relationship Id="rId36" Type="http://schemas.openxmlformats.org/officeDocument/2006/relationships/customXml" Target="../ink/ink971.xml"/><Relationship Id="rId10" Type="http://schemas.openxmlformats.org/officeDocument/2006/relationships/customXml" Target="../ink/ink958.xml"/><Relationship Id="rId19" Type="http://schemas.openxmlformats.org/officeDocument/2006/relationships/image" Target="../media/image884.png"/><Relationship Id="rId31" Type="http://schemas.openxmlformats.org/officeDocument/2006/relationships/image" Target="../media/image890.png"/><Relationship Id="rId4" Type="http://schemas.openxmlformats.org/officeDocument/2006/relationships/image" Target="../media/image876.png"/><Relationship Id="rId9" Type="http://schemas.openxmlformats.org/officeDocument/2006/relationships/image" Target="../media/image879.png"/><Relationship Id="rId14" Type="http://schemas.openxmlformats.org/officeDocument/2006/relationships/customXml" Target="../ink/ink960.xml"/><Relationship Id="rId22" Type="http://schemas.openxmlformats.org/officeDocument/2006/relationships/customXml" Target="../ink/ink964.xml"/><Relationship Id="rId27" Type="http://schemas.openxmlformats.org/officeDocument/2006/relationships/image" Target="../media/image888.png"/><Relationship Id="rId30" Type="http://schemas.openxmlformats.org/officeDocument/2006/relationships/customXml" Target="../ink/ink968.xml"/><Relationship Id="rId35" Type="http://schemas.openxmlformats.org/officeDocument/2006/relationships/image" Target="../media/image892.png"/><Relationship Id="rId43" Type="http://schemas.openxmlformats.org/officeDocument/2006/relationships/image" Target="../media/image896.png"/><Relationship Id="rId8" Type="http://schemas.openxmlformats.org/officeDocument/2006/relationships/customXml" Target="../ink/ink957.xml"/><Relationship Id="rId3" Type="http://schemas.openxmlformats.org/officeDocument/2006/relationships/image" Target="../media/image875.png"/><Relationship Id="rId12" Type="http://schemas.openxmlformats.org/officeDocument/2006/relationships/customXml" Target="../ink/ink959.xml"/><Relationship Id="rId17" Type="http://schemas.openxmlformats.org/officeDocument/2006/relationships/image" Target="../media/image883.png"/><Relationship Id="rId25" Type="http://schemas.openxmlformats.org/officeDocument/2006/relationships/image" Target="../media/image887.png"/><Relationship Id="rId33" Type="http://schemas.openxmlformats.org/officeDocument/2006/relationships/image" Target="../media/image891.png"/><Relationship Id="rId38" Type="http://schemas.openxmlformats.org/officeDocument/2006/relationships/customXml" Target="../ink/ink97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8.png"/><Relationship Id="rId2" Type="http://schemas.openxmlformats.org/officeDocument/2006/relationships/image" Target="../media/image89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0.png"/><Relationship Id="rId4" Type="http://schemas.openxmlformats.org/officeDocument/2006/relationships/image" Target="../media/image89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2.png"/><Relationship Id="rId2" Type="http://schemas.openxmlformats.org/officeDocument/2006/relationships/image" Target="../media/image90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4.png"/><Relationship Id="rId4" Type="http://schemas.openxmlformats.org/officeDocument/2006/relationships/image" Target="../media/image90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2.png"/><Relationship Id="rId2" Type="http://schemas.openxmlformats.org/officeDocument/2006/relationships/image" Target="../media/image90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4.png"/><Relationship Id="rId4" Type="http://schemas.openxmlformats.org/officeDocument/2006/relationships/image" Target="../media/image90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6.png"/><Relationship Id="rId2" Type="http://schemas.openxmlformats.org/officeDocument/2006/relationships/image" Target="../media/image9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7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00.png"/><Relationship Id="rId21" Type="http://schemas.openxmlformats.org/officeDocument/2006/relationships/image" Target="../media/image2220.png"/><Relationship Id="rId42" Type="http://schemas.openxmlformats.org/officeDocument/2006/relationships/customXml" Target="../ink/ink995.xml"/><Relationship Id="rId47" Type="http://schemas.openxmlformats.org/officeDocument/2006/relationships/image" Target="../media/image2350.png"/><Relationship Id="rId63" Type="http://schemas.openxmlformats.org/officeDocument/2006/relationships/image" Target="../media/image2430.png"/><Relationship Id="rId68" Type="http://schemas.openxmlformats.org/officeDocument/2006/relationships/customXml" Target="../ink/ink1008.xml"/><Relationship Id="rId84" Type="http://schemas.openxmlformats.org/officeDocument/2006/relationships/customXml" Target="../ink/ink1016.xml"/><Relationship Id="rId89" Type="http://schemas.openxmlformats.org/officeDocument/2006/relationships/image" Target="../media/image2560.png"/><Relationship Id="rId112" Type="http://schemas.openxmlformats.org/officeDocument/2006/relationships/customXml" Target="../ink/ink1030.xml"/><Relationship Id="rId16" Type="http://schemas.openxmlformats.org/officeDocument/2006/relationships/customXml" Target="../ink/ink982.xml"/><Relationship Id="rId107" Type="http://schemas.openxmlformats.org/officeDocument/2006/relationships/image" Target="../media/image2650.png"/><Relationship Id="rId11" Type="http://schemas.openxmlformats.org/officeDocument/2006/relationships/image" Target="../media/image2170.png"/><Relationship Id="rId32" Type="http://schemas.openxmlformats.org/officeDocument/2006/relationships/customXml" Target="../ink/ink990.xml"/><Relationship Id="rId37" Type="http://schemas.openxmlformats.org/officeDocument/2006/relationships/image" Target="../media/image2300.png"/><Relationship Id="rId53" Type="http://schemas.openxmlformats.org/officeDocument/2006/relationships/image" Target="../media/image2380.png"/><Relationship Id="rId58" Type="http://schemas.openxmlformats.org/officeDocument/2006/relationships/customXml" Target="../ink/ink1003.xml"/><Relationship Id="rId74" Type="http://schemas.openxmlformats.org/officeDocument/2006/relationships/customXml" Target="../ink/ink1011.xml"/><Relationship Id="rId79" Type="http://schemas.openxmlformats.org/officeDocument/2006/relationships/image" Target="../media/image2510.png"/><Relationship Id="rId102" Type="http://schemas.openxmlformats.org/officeDocument/2006/relationships/customXml" Target="../ink/ink1025.xml"/><Relationship Id="rId123" Type="http://schemas.openxmlformats.org/officeDocument/2006/relationships/image" Target="../media/image2730.png"/><Relationship Id="rId128" Type="http://schemas.openxmlformats.org/officeDocument/2006/relationships/customXml" Target="../ink/ink1038.xml"/><Relationship Id="rId5" Type="http://schemas.openxmlformats.org/officeDocument/2006/relationships/image" Target="../media/image2140.png"/><Relationship Id="rId90" Type="http://schemas.openxmlformats.org/officeDocument/2006/relationships/customXml" Target="../ink/ink1019.xml"/><Relationship Id="rId95" Type="http://schemas.openxmlformats.org/officeDocument/2006/relationships/image" Target="../media/image2590.png"/><Relationship Id="rId22" Type="http://schemas.openxmlformats.org/officeDocument/2006/relationships/customXml" Target="../ink/ink985.xml"/><Relationship Id="rId27" Type="http://schemas.openxmlformats.org/officeDocument/2006/relationships/image" Target="../media/image2250.png"/><Relationship Id="rId43" Type="http://schemas.openxmlformats.org/officeDocument/2006/relationships/image" Target="../media/image2330.png"/><Relationship Id="rId48" Type="http://schemas.openxmlformats.org/officeDocument/2006/relationships/customXml" Target="../ink/ink998.xml"/><Relationship Id="rId64" Type="http://schemas.openxmlformats.org/officeDocument/2006/relationships/customXml" Target="../ink/ink1006.xml"/><Relationship Id="rId69" Type="http://schemas.openxmlformats.org/officeDocument/2006/relationships/image" Target="../media/image2460.png"/><Relationship Id="rId113" Type="http://schemas.openxmlformats.org/officeDocument/2006/relationships/image" Target="../media/image2680.png"/><Relationship Id="rId118" Type="http://schemas.openxmlformats.org/officeDocument/2006/relationships/customXml" Target="../ink/ink1033.xml"/><Relationship Id="rId80" Type="http://schemas.openxmlformats.org/officeDocument/2006/relationships/customXml" Target="../ink/ink1014.xml"/><Relationship Id="rId85" Type="http://schemas.openxmlformats.org/officeDocument/2006/relationships/image" Target="../media/image2540.png"/><Relationship Id="rId12" Type="http://schemas.openxmlformats.org/officeDocument/2006/relationships/customXml" Target="../ink/ink980.xml"/><Relationship Id="rId17" Type="http://schemas.openxmlformats.org/officeDocument/2006/relationships/image" Target="../media/image2200.png"/><Relationship Id="rId33" Type="http://schemas.openxmlformats.org/officeDocument/2006/relationships/image" Target="../media/image2280.png"/><Relationship Id="rId38" Type="http://schemas.openxmlformats.org/officeDocument/2006/relationships/customXml" Target="../ink/ink993.xml"/><Relationship Id="rId59" Type="http://schemas.openxmlformats.org/officeDocument/2006/relationships/image" Target="../media/image2410.png"/><Relationship Id="rId103" Type="http://schemas.openxmlformats.org/officeDocument/2006/relationships/image" Target="../media/image2630.png"/><Relationship Id="rId108" Type="http://schemas.openxmlformats.org/officeDocument/2006/relationships/customXml" Target="../ink/ink1028.xml"/><Relationship Id="rId124" Type="http://schemas.openxmlformats.org/officeDocument/2006/relationships/customXml" Target="../ink/ink1036.xml"/><Relationship Id="rId129" Type="http://schemas.openxmlformats.org/officeDocument/2006/relationships/image" Target="../media/image2760.png"/><Relationship Id="rId54" Type="http://schemas.openxmlformats.org/officeDocument/2006/relationships/customXml" Target="../ink/ink1001.xml"/><Relationship Id="rId70" Type="http://schemas.openxmlformats.org/officeDocument/2006/relationships/customXml" Target="../ink/ink1009.xml"/><Relationship Id="rId75" Type="http://schemas.openxmlformats.org/officeDocument/2006/relationships/image" Target="../media/image2490.png"/><Relationship Id="rId91" Type="http://schemas.openxmlformats.org/officeDocument/2006/relationships/image" Target="../media/image2570.png"/><Relationship Id="rId96" Type="http://schemas.openxmlformats.org/officeDocument/2006/relationships/customXml" Target="../ink/ink102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77.xml"/><Relationship Id="rId23" Type="http://schemas.openxmlformats.org/officeDocument/2006/relationships/image" Target="../media/image2230.png"/><Relationship Id="rId28" Type="http://schemas.openxmlformats.org/officeDocument/2006/relationships/customXml" Target="../ink/ink988.xml"/><Relationship Id="rId49" Type="http://schemas.openxmlformats.org/officeDocument/2006/relationships/image" Target="../media/image2360.png"/><Relationship Id="rId114" Type="http://schemas.openxmlformats.org/officeDocument/2006/relationships/customXml" Target="../ink/ink1031.xml"/><Relationship Id="rId119" Type="http://schemas.openxmlformats.org/officeDocument/2006/relationships/image" Target="../media/image2710.png"/><Relationship Id="rId44" Type="http://schemas.openxmlformats.org/officeDocument/2006/relationships/customXml" Target="../ink/ink996.xml"/><Relationship Id="rId60" Type="http://schemas.openxmlformats.org/officeDocument/2006/relationships/customXml" Target="../ink/ink1004.xml"/><Relationship Id="rId65" Type="http://schemas.openxmlformats.org/officeDocument/2006/relationships/image" Target="../media/image2440.png"/><Relationship Id="rId81" Type="http://schemas.openxmlformats.org/officeDocument/2006/relationships/image" Target="../media/image2520.png"/><Relationship Id="rId86" Type="http://schemas.openxmlformats.org/officeDocument/2006/relationships/customXml" Target="../ink/ink1017.xml"/><Relationship Id="rId13" Type="http://schemas.openxmlformats.org/officeDocument/2006/relationships/image" Target="../media/image2180.png"/><Relationship Id="rId18" Type="http://schemas.openxmlformats.org/officeDocument/2006/relationships/customXml" Target="../ink/ink983.xml"/><Relationship Id="rId39" Type="http://schemas.openxmlformats.org/officeDocument/2006/relationships/image" Target="../media/image2310.png"/><Relationship Id="rId109" Type="http://schemas.openxmlformats.org/officeDocument/2006/relationships/image" Target="../media/image2660.png"/><Relationship Id="rId34" Type="http://schemas.openxmlformats.org/officeDocument/2006/relationships/customXml" Target="../ink/ink991.xml"/><Relationship Id="rId50" Type="http://schemas.openxmlformats.org/officeDocument/2006/relationships/customXml" Target="../ink/ink999.xml"/><Relationship Id="rId55" Type="http://schemas.openxmlformats.org/officeDocument/2006/relationships/image" Target="../media/image2390.png"/><Relationship Id="rId76" Type="http://schemas.openxmlformats.org/officeDocument/2006/relationships/customXml" Target="../ink/ink1012.xml"/><Relationship Id="rId97" Type="http://schemas.openxmlformats.org/officeDocument/2006/relationships/image" Target="../media/image2600.png"/><Relationship Id="rId104" Type="http://schemas.openxmlformats.org/officeDocument/2006/relationships/customXml" Target="../ink/ink1026.xml"/><Relationship Id="rId120" Type="http://schemas.openxmlformats.org/officeDocument/2006/relationships/customXml" Target="../ink/ink1034.xml"/><Relationship Id="rId125" Type="http://schemas.openxmlformats.org/officeDocument/2006/relationships/image" Target="../media/image2740.png"/><Relationship Id="rId7" Type="http://schemas.openxmlformats.org/officeDocument/2006/relationships/image" Target="../media/image2150.png"/><Relationship Id="rId71" Type="http://schemas.openxmlformats.org/officeDocument/2006/relationships/image" Target="../media/image2470.png"/><Relationship Id="rId92" Type="http://schemas.openxmlformats.org/officeDocument/2006/relationships/customXml" Target="../ink/ink1020.xml"/><Relationship Id="rId2" Type="http://schemas.openxmlformats.org/officeDocument/2006/relationships/customXml" Target="../ink/ink975.xml"/><Relationship Id="rId29" Type="http://schemas.openxmlformats.org/officeDocument/2006/relationships/image" Target="../media/image2260.png"/><Relationship Id="rId24" Type="http://schemas.openxmlformats.org/officeDocument/2006/relationships/customXml" Target="../ink/ink986.xml"/><Relationship Id="rId40" Type="http://schemas.openxmlformats.org/officeDocument/2006/relationships/customXml" Target="../ink/ink994.xml"/><Relationship Id="rId45" Type="http://schemas.openxmlformats.org/officeDocument/2006/relationships/image" Target="../media/image2340.png"/><Relationship Id="rId66" Type="http://schemas.openxmlformats.org/officeDocument/2006/relationships/customXml" Target="../ink/ink1007.xml"/><Relationship Id="rId87" Type="http://schemas.openxmlformats.org/officeDocument/2006/relationships/image" Target="../media/image2550.png"/><Relationship Id="rId110" Type="http://schemas.openxmlformats.org/officeDocument/2006/relationships/customXml" Target="../ink/ink1029.xml"/><Relationship Id="rId115" Type="http://schemas.openxmlformats.org/officeDocument/2006/relationships/image" Target="../media/image2690.png"/><Relationship Id="rId61" Type="http://schemas.openxmlformats.org/officeDocument/2006/relationships/image" Target="../media/image2420.png"/><Relationship Id="rId82" Type="http://schemas.openxmlformats.org/officeDocument/2006/relationships/customXml" Target="../ink/ink1015.xml"/><Relationship Id="rId19" Type="http://schemas.openxmlformats.org/officeDocument/2006/relationships/image" Target="../media/image2210.png"/><Relationship Id="rId14" Type="http://schemas.openxmlformats.org/officeDocument/2006/relationships/customXml" Target="../ink/ink981.xml"/><Relationship Id="rId30" Type="http://schemas.openxmlformats.org/officeDocument/2006/relationships/customXml" Target="../ink/ink989.xml"/><Relationship Id="rId35" Type="http://schemas.openxmlformats.org/officeDocument/2006/relationships/image" Target="../media/image2290.png"/><Relationship Id="rId56" Type="http://schemas.openxmlformats.org/officeDocument/2006/relationships/customXml" Target="../ink/ink1002.xml"/><Relationship Id="rId77" Type="http://schemas.openxmlformats.org/officeDocument/2006/relationships/image" Target="../media/image2500.png"/><Relationship Id="rId100" Type="http://schemas.openxmlformats.org/officeDocument/2006/relationships/customXml" Target="../ink/ink1024.xml"/><Relationship Id="rId105" Type="http://schemas.openxmlformats.org/officeDocument/2006/relationships/image" Target="../media/image2640.png"/><Relationship Id="rId126" Type="http://schemas.openxmlformats.org/officeDocument/2006/relationships/customXml" Target="../ink/ink1037.xml"/><Relationship Id="rId8" Type="http://schemas.openxmlformats.org/officeDocument/2006/relationships/customXml" Target="../ink/ink978.xml"/><Relationship Id="rId51" Type="http://schemas.openxmlformats.org/officeDocument/2006/relationships/image" Target="../media/image2370.png"/><Relationship Id="rId72" Type="http://schemas.openxmlformats.org/officeDocument/2006/relationships/customXml" Target="../ink/ink1010.xml"/><Relationship Id="rId93" Type="http://schemas.openxmlformats.org/officeDocument/2006/relationships/image" Target="../media/image2580.png"/><Relationship Id="rId98" Type="http://schemas.openxmlformats.org/officeDocument/2006/relationships/customXml" Target="../ink/ink1023.xml"/><Relationship Id="rId121" Type="http://schemas.openxmlformats.org/officeDocument/2006/relationships/image" Target="../media/image2720.png"/><Relationship Id="rId3" Type="http://schemas.openxmlformats.org/officeDocument/2006/relationships/image" Target="../media/image2130.png"/><Relationship Id="rId25" Type="http://schemas.openxmlformats.org/officeDocument/2006/relationships/image" Target="../media/image2240.png"/><Relationship Id="rId46" Type="http://schemas.openxmlformats.org/officeDocument/2006/relationships/customXml" Target="../ink/ink997.xml"/><Relationship Id="rId67" Type="http://schemas.openxmlformats.org/officeDocument/2006/relationships/image" Target="../media/image2450.png"/><Relationship Id="rId116" Type="http://schemas.openxmlformats.org/officeDocument/2006/relationships/customXml" Target="../ink/ink1032.xml"/><Relationship Id="rId20" Type="http://schemas.openxmlformats.org/officeDocument/2006/relationships/customXml" Target="../ink/ink984.xml"/><Relationship Id="rId41" Type="http://schemas.openxmlformats.org/officeDocument/2006/relationships/image" Target="../media/image2320.png"/><Relationship Id="rId62" Type="http://schemas.openxmlformats.org/officeDocument/2006/relationships/customXml" Target="../ink/ink1005.xml"/><Relationship Id="rId83" Type="http://schemas.openxmlformats.org/officeDocument/2006/relationships/image" Target="../media/image2530.png"/><Relationship Id="rId88" Type="http://schemas.openxmlformats.org/officeDocument/2006/relationships/customXml" Target="../ink/ink1018.xml"/><Relationship Id="rId111" Type="http://schemas.openxmlformats.org/officeDocument/2006/relationships/image" Target="../media/image2670.png"/><Relationship Id="rId15" Type="http://schemas.openxmlformats.org/officeDocument/2006/relationships/image" Target="../media/image2190.png"/><Relationship Id="rId36" Type="http://schemas.openxmlformats.org/officeDocument/2006/relationships/customXml" Target="../ink/ink992.xml"/><Relationship Id="rId57" Type="http://schemas.openxmlformats.org/officeDocument/2006/relationships/image" Target="../media/image2400.png"/><Relationship Id="rId106" Type="http://schemas.openxmlformats.org/officeDocument/2006/relationships/customXml" Target="../ink/ink1027.xml"/><Relationship Id="rId127" Type="http://schemas.openxmlformats.org/officeDocument/2006/relationships/image" Target="../media/image2750.png"/><Relationship Id="rId10" Type="http://schemas.openxmlformats.org/officeDocument/2006/relationships/customXml" Target="../ink/ink979.xml"/><Relationship Id="rId31" Type="http://schemas.openxmlformats.org/officeDocument/2006/relationships/image" Target="../media/image2270.png"/><Relationship Id="rId52" Type="http://schemas.openxmlformats.org/officeDocument/2006/relationships/customXml" Target="../ink/ink1000.xml"/><Relationship Id="rId73" Type="http://schemas.openxmlformats.org/officeDocument/2006/relationships/image" Target="../media/image2480.png"/><Relationship Id="rId78" Type="http://schemas.openxmlformats.org/officeDocument/2006/relationships/customXml" Target="../ink/ink1013.xml"/><Relationship Id="rId94" Type="http://schemas.openxmlformats.org/officeDocument/2006/relationships/customXml" Target="../ink/ink1021.xml"/><Relationship Id="rId99" Type="http://schemas.openxmlformats.org/officeDocument/2006/relationships/image" Target="../media/image2610.png"/><Relationship Id="rId101" Type="http://schemas.openxmlformats.org/officeDocument/2006/relationships/image" Target="../media/image2620.png"/><Relationship Id="rId122" Type="http://schemas.openxmlformats.org/officeDocument/2006/relationships/customXml" Target="../ink/ink1035.xml"/><Relationship Id="rId4" Type="http://schemas.openxmlformats.org/officeDocument/2006/relationships/customXml" Target="../ink/ink976.xml"/><Relationship Id="rId9" Type="http://schemas.openxmlformats.org/officeDocument/2006/relationships/image" Target="../media/image2160.png"/><Relationship Id="rId26" Type="http://schemas.openxmlformats.org/officeDocument/2006/relationships/customXml" Target="../ink/ink98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3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70.png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052.xml"/><Relationship Id="rId21" Type="http://schemas.openxmlformats.org/officeDocument/2006/relationships/image" Target="../media/image2871.png"/><Relationship Id="rId42" Type="http://schemas.openxmlformats.org/officeDocument/2006/relationships/customXml" Target="../ink/ink1060.xml"/><Relationship Id="rId47" Type="http://schemas.openxmlformats.org/officeDocument/2006/relationships/image" Target="../media/image3001.png"/><Relationship Id="rId63" Type="http://schemas.openxmlformats.org/officeDocument/2006/relationships/image" Target="../media/image3081.png"/><Relationship Id="rId68" Type="http://schemas.openxmlformats.org/officeDocument/2006/relationships/customXml" Target="../ink/ink1073.xml"/><Relationship Id="rId2" Type="http://schemas.openxmlformats.org/officeDocument/2006/relationships/customXml" Target="../ink/ink1040.xml"/><Relationship Id="rId16" Type="http://schemas.openxmlformats.org/officeDocument/2006/relationships/customXml" Target="../ink/ink1047.xml"/><Relationship Id="rId29" Type="http://schemas.openxmlformats.org/officeDocument/2006/relationships/image" Target="../media/image2911.png"/><Relationship Id="rId11" Type="http://schemas.openxmlformats.org/officeDocument/2006/relationships/image" Target="../media/image2821.png"/><Relationship Id="rId24" Type="http://schemas.openxmlformats.org/officeDocument/2006/relationships/customXml" Target="../ink/ink1051.xml"/><Relationship Id="rId32" Type="http://schemas.openxmlformats.org/officeDocument/2006/relationships/customXml" Target="../ink/ink1055.xml"/><Relationship Id="rId37" Type="http://schemas.openxmlformats.org/officeDocument/2006/relationships/image" Target="../media/image2951.png"/><Relationship Id="rId40" Type="http://schemas.openxmlformats.org/officeDocument/2006/relationships/customXml" Target="../ink/ink1059.xml"/><Relationship Id="rId45" Type="http://schemas.openxmlformats.org/officeDocument/2006/relationships/image" Target="../media/image2991.png"/><Relationship Id="rId53" Type="http://schemas.openxmlformats.org/officeDocument/2006/relationships/image" Target="../media/image3031.png"/><Relationship Id="rId58" Type="http://schemas.openxmlformats.org/officeDocument/2006/relationships/customXml" Target="../ink/ink1068.xml"/><Relationship Id="rId66" Type="http://schemas.openxmlformats.org/officeDocument/2006/relationships/customXml" Target="../ink/ink1072.xml"/><Relationship Id="rId74" Type="http://schemas.openxmlformats.org/officeDocument/2006/relationships/customXml" Target="../ink/ink1076.xml"/><Relationship Id="rId5" Type="http://schemas.openxmlformats.org/officeDocument/2006/relationships/image" Target="../media/image2791.png"/><Relationship Id="rId61" Type="http://schemas.openxmlformats.org/officeDocument/2006/relationships/image" Target="../media/image3071.png"/><Relationship Id="rId19" Type="http://schemas.openxmlformats.org/officeDocument/2006/relationships/image" Target="../media/image2861.png"/><Relationship Id="rId14" Type="http://schemas.openxmlformats.org/officeDocument/2006/relationships/customXml" Target="../ink/ink1046.xml"/><Relationship Id="rId22" Type="http://schemas.openxmlformats.org/officeDocument/2006/relationships/customXml" Target="../ink/ink1050.xml"/><Relationship Id="rId27" Type="http://schemas.openxmlformats.org/officeDocument/2006/relationships/image" Target="../media/image2901.png"/><Relationship Id="rId30" Type="http://schemas.openxmlformats.org/officeDocument/2006/relationships/customXml" Target="../ink/ink1054.xml"/><Relationship Id="rId35" Type="http://schemas.openxmlformats.org/officeDocument/2006/relationships/image" Target="../media/image2941.png"/><Relationship Id="rId43" Type="http://schemas.openxmlformats.org/officeDocument/2006/relationships/image" Target="../media/image2981.png"/><Relationship Id="rId48" Type="http://schemas.openxmlformats.org/officeDocument/2006/relationships/customXml" Target="../ink/ink1063.xml"/><Relationship Id="rId56" Type="http://schemas.openxmlformats.org/officeDocument/2006/relationships/customXml" Target="../ink/ink1067.xml"/><Relationship Id="rId64" Type="http://schemas.openxmlformats.org/officeDocument/2006/relationships/customXml" Target="../ink/ink1071.xml"/><Relationship Id="rId69" Type="http://schemas.openxmlformats.org/officeDocument/2006/relationships/image" Target="../media/image3111.png"/><Relationship Id="rId8" Type="http://schemas.openxmlformats.org/officeDocument/2006/relationships/customXml" Target="../ink/ink1043.xml"/><Relationship Id="rId51" Type="http://schemas.openxmlformats.org/officeDocument/2006/relationships/image" Target="../media/image3021.png"/><Relationship Id="rId72" Type="http://schemas.openxmlformats.org/officeDocument/2006/relationships/customXml" Target="../ink/ink1075.xml"/><Relationship Id="rId3" Type="http://schemas.openxmlformats.org/officeDocument/2006/relationships/image" Target="../media/image2781.png"/><Relationship Id="rId12" Type="http://schemas.openxmlformats.org/officeDocument/2006/relationships/customXml" Target="../ink/ink1045.xml"/><Relationship Id="rId17" Type="http://schemas.openxmlformats.org/officeDocument/2006/relationships/image" Target="../media/image2851.png"/><Relationship Id="rId25" Type="http://schemas.openxmlformats.org/officeDocument/2006/relationships/image" Target="../media/image2891.png"/><Relationship Id="rId33" Type="http://schemas.openxmlformats.org/officeDocument/2006/relationships/image" Target="../media/image2931.png"/><Relationship Id="rId38" Type="http://schemas.openxmlformats.org/officeDocument/2006/relationships/customXml" Target="../ink/ink1058.xml"/><Relationship Id="rId46" Type="http://schemas.openxmlformats.org/officeDocument/2006/relationships/customXml" Target="../ink/ink1062.xml"/><Relationship Id="rId59" Type="http://schemas.openxmlformats.org/officeDocument/2006/relationships/image" Target="../media/image3061.png"/><Relationship Id="rId67" Type="http://schemas.openxmlformats.org/officeDocument/2006/relationships/image" Target="../media/image3102.png"/><Relationship Id="rId20" Type="http://schemas.openxmlformats.org/officeDocument/2006/relationships/customXml" Target="../ink/ink1049.xml"/><Relationship Id="rId41" Type="http://schemas.openxmlformats.org/officeDocument/2006/relationships/image" Target="../media/image2971.png"/><Relationship Id="rId54" Type="http://schemas.openxmlformats.org/officeDocument/2006/relationships/customXml" Target="../ink/ink1066.xml"/><Relationship Id="rId62" Type="http://schemas.openxmlformats.org/officeDocument/2006/relationships/customXml" Target="../ink/ink1070.xml"/><Relationship Id="rId70" Type="http://schemas.openxmlformats.org/officeDocument/2006/relationships/customXml" Target="../ink/ink1074.xml"/><Relationship Id="rId75" Type="http://schemas.openxmlformats.org/officeDocument/2006/relationships/image" Target="../media/image314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42.xml"/><Relationship Id="rId15" Type="http://schemas.openxmlformats.org/officeDocument/2006/relationships/image" Target="../media/image2841.png"/><Relationship Id="rId23" Type="http://schemas.openxmlformats.org/officeDocument/2006/relationships/image" Target="../media/image2881.png"/><Relationship Id="rId28" Type="http://schemas.openxmlformats.org/officeDocument/2006/relationships/customXml" Target="../ink/ink1053.xml"/><Relationship Id="rId36" Type="http://schemas.openxmlformats.org/officeDocument/2006/relationships/customXml" Target="../ink/ink1057.xml"/><Relationship Id="rId49" Type="http://schemas.openxmlformats.org/officeDocument/2006/relationships/image" Target="../media/image3011.png"/><Relationship Id="rId57" Type="http://schemas.openxmlformats.org/officeDocument/2006/relationships/image" Target="../media/image3051.png"/><Relationship Id="rId10" Type="http://schemas.openxmlformats.org/officeDocument/2006/relationships/customXml" Target="../ink/ink1044.xml"/><Relationship Id="rId31" Type="http://schemas.openxmlformats.org/officeDocument/2006/relationships/image" Target="../media/image2921.png"/><Relationship Id="rId44" Type="http://schemas.openxmlformats.org/officeDocument/2006/relationships/customXml" Target="../ink/ink1061.xml"/><Relationship Id="rId52" Type="http://schemas.openxmlformats.org/officeDocument/2006/relationships/customXml" Target="../ink/ink1065.xml"/><Relationship Id="rId60" Type="http://schemas.openxmlformats.org/officeDocument/2006/relationships/customXml" Target="../ink/ink1069.xml"/><Relationship Id="rId65" Type="http://schemas.openxmlformats.org/officeDocument/2006/relationships/image" Target="../media/image3091.png"/><Relationship Id="rId73" Type="http://schemas.openxmlformats.org/officeDocument/2006/relationships/image" Target="../media/image3131.png"/><Relationship Id="rId4" Type="http://schemas.openxmlformats.org/officeDocument/2006/relationships/customXml" Target="../ink/ink1041.xml"/><Relationship Id="rId9" Type="http://schemas.openxmlformats.org/officeDocument/2006/relationships/image" Target="../media/image2811.png"/><Relationship Id="rId13" Type="http://schemas.openxmlformats.org/officeDocument/2006/relationships/image" Target="../media/image2831.png"/><Relationship Id="rId18" Type="http://schemas.openxmlformats.org/officeDocument/2006/relationships/customXml" Target="../ink/ink1048.xml"/><Relationship Id="rId39" Type="http://schemas.openxmlformats.org/officeDocument/2006/relationships/image" Target="../media/image2961.png"/><Relationship Id="rId34" Type="http://schemas.openxmlformats.org/officeDocument/2006/relationships/customXml" Target="../ink/ink1056.xml"/><Relationship Id="rId50" Type="http://schemas.openxmlformats.org/officeDocument/2006/relationships/customXml" Target="../ink/ink1064.xml"/><Relationship Id="rId55" Type="http://schemas.openxmlformats.org/officeDocument/2006/relationships/image" Target="../media/image3041.png"/><Relationship Id="rId7" Type="http://schemas.openxmlformats.org/officeDocument/2006/relationships/image" Target="../media/image2801.png"/><Relationship Id="rId71" Type="http://schemas.openxmlformats.org/officeDocument/2006/relationships/image" Target="../media/image3121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82.xml"/><Relationship Id="rId18" Type="http://schemas.openxmlformats.org/officeDocument/2006/relationships/image" Target="../media/image2850.png"/><Relationship Id="rId26" Type="http://schemas.openxmlformats.org/officeDocument/2006/relationships/image" Target="../media/image2890.png"/><Relationship Id="rId39" Type="http://schemas.openxmlformats.org/officeDocument/2006/relationships/image" Target="../media/image2940.png"/><Relationship Id="rId21" Type="http://schemas.openxmlformats.org/officeDocument/2006/relationships/customXml" Target="../ink/ink1086.xml"/><Relationship Id="rId34" Type="http://schemas.openxmlformats.org/officeDocument/2006/relationships/customXml" Target="../ink/ink1094.xml"/><Relationship Id="rId42" Type="http://schemas.openxmlformats.org/officeDocument/2006/relationships/customXml" Target="../ink/ink1098.xml"/><Relationship Id="rId7" Type="http://schemas.openxmlformats.org/officeDocument/2006/relationships/customXml" Target="../ink/ink1079.xml"/><Relationship Id="rId2" Type="http://schemas.openxmlformats.org/officeDocument/2006/relationships/image" Target="../media/image1.png"/><Relationship Id="rId16" Type="http://schemas.openxmlformats.org/officeDocument/2006/relationships/image" Target="../media/image2840.png"/><Relationship Id="rId20" Type="http://schemas.openxmlformats.org/officeDocument/2006/relationships/image" Target="../media/image2860.png"/><Relationship Id="rId29" Type="http://schemas.openxmlformats.org/officeDocument/2006/relationships/customXml" Target="../ink/ink1090.xml"/><Relationship Id="rId41" Type="http://schemas.openxmlformats.org/officeDocument/2006/relationships/image" Target="../media/image29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90.png"/><Relationship Id="rId11" Type="http://schemas.openxmlformats.org/officeDocument/2006/relationships/customXml" Target="../ink/ink1081.xml"/><Relationship Id="rId24" Type="http://schemas.openxmlformats.org/officeDocument/2006/relationships/image" Target="../media/image2880.png"/><Relationship Id="rId32" Type="http://schemas.openxmlformats.org/officeDocument/2006/relationships/customXml" Target="../ink/ink1093.xml"/><Relationship Id="rId37" Type="http://schemas.openxmlformats.org/officeDocument/2006/relationships/image" Target="../media/image2930.png"/><Relationship Id="rId40" Type="http://schemas.openxmlformats.org/officeDocument/2006/relationships/customXml" Target="../ink/ink1097.xml"/><Relationship Id="rId5" Type="http://schemas.openxmlformats.org/officeDocument/2006/relationships/customXml" Target="../ink/ink1078.xml"/><Relationship Id="rId15" Type="http://schemas.openxmlformats.org/officeDocument/2006/relationships/customXml" Target="../ink/ink1083.xml"/><Relationship Id="rId23" Type="http://schemas.openxmlformats.org/officeDocument/2006/relationships/customXml" Target="../ink/ink1087.xml"/><Relationship Id="rId28" Type="http://schemas.openxmlformats.org/officeDocument/2006/relationships/image" Target="../media/image2900.png"/><Relationship Id="rId36" Type="http://schemas.openxmlformats.org/officeDocument/2006/relationships/customXml" Target="../ink/ink1095.xml"/><Relationship Id="rId10" Type="http://schemas.openxmlformats.org/officeDocument/2006/relationships/image" Target="../media/image2810.png"/><Relationship Id="rId19" Type="http://schemas.openxmlformats.org/officeDocument/2006/relationships/customXml" Target="../ink/ink1085.xml"/><Relationship Id="rId31" Type="http://schemas.openxmlformats.org/officeDocument/2006/relationships/customXml" Target="../ink/ink1092.xml"/><Relationship Id="rId4" Type="http://schemas.openxmlformats.org/officeDocument/2006/relationships/image" Target="../media/image2780.png"/><Relationship Id="rId9" Type="http://schemas.openxmlformats.org/officeDocument/2006/relationships/customXml" Target="../ink/ink1080.xml"/><Relationship Id="rId14" Type="http://schemas.openxmlformats.org/officeDocument/2006/relationships/image" Target="../media/image2830.png"/><Relationship Id="rId22" Type="http://schemas.openxmlformats.org/officeDocument/2006/relationships/image" Target="../media/image2870.png"/><Relationship Id="rId27" Type="http://schemas.openxmlformats.org/officeDocument/2006/relationships/customXml" Target="../ink/ink1089.xml"/><Relationship Id="rId30" Type="http://schemas.openxmlformats.org/officeDocument/2006/relationships/customXml" Target="../ink/ink1091.xml"/><Relationship Id="rId35" Type="http://schemas.openxmlformats.org/officeDocument/2006/relationships/image" Target="../media/image2920.png"/><Relationship Id="rId43" Type="http://schemas.openxmlformats.org/officeDocument/2006/relationships/image" Target="../media/image2960.png"/><Relationship Id="rId8" Type="http://schemas.openxmlformats.org/officeDocument/2006/relationships/image" Target="../media/image2800.png"/><Relationship Id="rId3" Type="http://schemas.openxmlformats.org/officeDocument/2006/relationships/customXml" Target="../ink/ink1077.xml"/><Relationship Id="rId12" Type="http://schemas.openxmlformats.org/officeDocument/2006/relationships/image" Target="../media/image2820.png"/><Relationship Id="rId17" Type="http://schemas.openxmlformats.org/officeDocument/2006/relationships/customXml" Target="../ink/ink1084.xml"/><Relationship Id="rId25" Type="http://schemas.openxmlformats.org/officeDocument/2006/relationships/customXml" Target="../ink/ink1088.xml"/><Relationship Id="rId33" Type="http://schemas.openxmlformats.org/officeDocument/2006/relationships/image" Target="../media/image2910.png"/><Relationship Id="rId38" Type="http://schemas.openxmlformats.org/officeDocument/2006/relationships/customXml" Target="../ink/ink1096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11.xml"/><Relationship Id="rId21" Type="http://schemas.openxmlformats.org/officeDocument/2006/relationships/customXml" Target="../ink/ink1108.xml"/><Relationship Id="rId42" Type="http://schemas.openxmlformats.org/officeDocument/2006/relationships/customXml" Target="../ink/ink1119.xml"/><Relationship Id="rId47" Type="http://schemas.openxmlformats.org/officeDocument/2006/relationships/image" Target="../media/image3010.png"/><Relationship Id="rId63" Type="http://schemas.openxmlformats.org/officeDocument/2006/relationships/image" Target="../media/image3090.png"/><Relationship Id="rId68" Type="http://schemas.openxmlformats.org/officeDocument/2006/relationships/customXml" Target="../ink/ink1132.xml"/><Relationship Id="rId84" Type="http://schemas.openxmlformats.org/officeDocument/2006/relationships/customXml" Target="../ink/ink1140.xml"/><Relationship Id="rId89" Type="http://schemas.openxmlformats.org/officeDocument/2006/relationships/image" Target="../media/image3220.png"/><Relationship Id="rId16" Type="http://schemas.openxmlformats.org/officeDocument/2006/relationships/image" Target="../media/image2840.png"/><Relationship Id="rId11" Type="http://schemas.openxmlformats.org/officeDocument/2006/relationships/customXml" Target="../ink/ink1103.xml"/><Relationship Id="rId32" Type="http://schemas.openxmlformats.org/officeDocument/2006/relationships/customXml" Target="../ink/ink1114.xml"/><Relationship Id="rId37" Type="http://schemas.openxmlformats.org/officeDocument/2006/relationships/image" Target="../media/image2960.png"/><Relationship Id="rId53" Type="http://schemas.openxmlformats.org/officeDocument/2006/relationships/image" Target="../media/image3040.png"/><Relationship Id="rId58" Type="http://schemas.openxmlformats.org/officeDocument/2006/relationships/customXml" Target="../ink/ink1127.xml"/><Relationship Id="rId74" Type="http://schemas.openxmlformats.org/officeDocument/2006/relationships/customXml" Target="../ink/ink1135.xml"/><Relationship Id="rId79" Type="http://schemas.openxmlformats.org/officeDocument/2006/relationships/image" Target="../media/image3170.png"/><Relationship Id="rId102" Type="http://schemas.openxmlformats.org/officeDocument/2006/relationships/customXml" Target="../ink/ink1149.xml"/><Relationship Id="rId5" Type="http://schemas.openxmlformats.org/officeDocument/2006/relationships/customXml" Target="../ink/ink1100.xml"/><Relationship Id="rId90" Type="http://schemas.openxmlformats.org/officeDocument/2006/relationships/customXml" Target="../ink/ink1143.xml"/><Relationship Id="rId95" Type="http://schemas.openxmlformats.org/officeDocument/2006/relationships/image" Target="../media/image3250.png"/><Relationship Id="rId22" Type="http://schemas.openxmlformats.org/officeDocument/2006/relationships/image" Target="../media/image2860.png"/><Relationship Id="rId27" Type="http://schemas.openxmlformats.org/officeDocument/2006/relationships/image" Target="../media/image2910.png"/><Relationship Id="rId43" Type="http://schemas.openxmlformats.org/officeDocument/2006/relationships/image" Target="../media/image2990.png"/><Relationship Id="rId48" Type="http://schemas.openxmlformats.org/officeDocument/2006/relationships/customXml" Target="../ink/ink1122.xml"/><Relationship Id="rId64" Type="http://schemas.openxmlformats.org/officeDocument/2006/relationships/customXml" Target="../ink/ink1130.xml"/><Relationship Id="rId69" Type="http://schemas.openxmlformats.org/officeDocument/2006/relationships/image" Target="../media/image3120.png"/><Relationship Id="rId80" Type="http://schemas.openxmlformats.org/officeDocument/2006/relationships/customXml" Target="../ink/ink1138.xml"/><Relationship Id="rId85" Type="http://schemas.openxmlformats.org/officeDocument/2006/relationships/image" Target="../media/image3200.png"/><Relationship Id="rId12" Type="http://schemas.openxmlformats.org/officeDocument/2006/relationships/image" Target="../media/image2820.png"/><Relationship Id="rId17" Type="http://schemas.openxmlformats.org/officeDocument/2006/relationships/customXml" Target="../ink/ink1106.xml"/><Relationship Id="rId33" Type="http://schemas.openxmlformats.org/officeDocument/2006/relationships/image" Target="../media/image2940.png"/><Relationship Id="rId38" Type="http://schemas.openxmlformats.org/officeDocument/2006/relationships/customXml" Target="../ink/ink1117.xml"/><Relationship Id="rId59" Type="http://schemas.openxmlformats.org/officeDocument/2006/relationships/image" Target="../media/image3070.png"/><Relationship Id="rId103" Type="http://schemas.openxmlformats.org/officeDocument/2006/relationships/image" Target="../media/image3290.png"/><Relationship Id="rId20" Type="http://schemas.openxmlformats.org/officeDocument/2006/relationships/image" Target="../media/image2900.png"/><Relationship Id="rId41" Type="http://schemas.openxmlformats.org/officeDocument/2006/relationships/image" Target="../media/image2980.png"/><Relationship Id="rId54" Type="http://schemas.openxmlformats.org/officeDocument/2006/relationships/customXml" Target="../ink/ink1125.xml"/><Relationship Id="rId62" Type="http://schemas.openxmlformats.org/officeDocument/2006/relationships/customXml" Target="../ink/ink1129.xml"/><Relationship Id="rId70" Type="http://schemas.openxmlformats.org/officeDocument/2006/relationships/customXml" Target="../ink/ink1133.xml"/><Relationship Id="rId75" Type="http://schemas.openxmlformats.org/officeDocument/2006/relationships/image" Target="../media/image3150.png"/><Relationship Id="rId83" Type="http://schemas.openxmlformats.org/officeDocument/2006/relationships/image" Target="../media/image3190.png"/><Relationship Id="rId88" Type="http://schemas.openxmlformats.org/officeDocument/2006/relationships/customXml" Target="../ink/ink1142.xml"/><Relationship Id="rId91" Type="http://schemas.openxmlformats.org/officeDocument/2006/relationships/image" Target="../media/image3230.png"/><Relationship Id="rId96" Type="http://schemas.openxmlformats.org/officeDocument/2006/relationships/customXml" Target="../ink/ink11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90.png"/><Relationship Id="rId15" Type="http://schemas.openxmlformats.org/officeDocument/2006/relationships/customXml" Target="../ink/ink1105.xml"/><Relationship Id="rId23" Type="http://schemas.openxmlformats.org/officeDocument/2006/relationships/customXml" Target="../ink/ink1109.xml"/><Relationship Id="rId28" Type="http://schemas.openxmlformats.org/officeDocument/2006/relationships/customXml" Target="../ink/ink1112.xml"/><Relationship Id="rId36" Type="http://schemas.openxmlformats.org/officeDocument/2006/relationships/customXml" Target="../ink/ink1116.xml"/><Relationship Id="rId49" Type="http://schemas.openxmlformats.org/officeDocument/2006/relationships/image" Target="../media/image3020.png"/><Relationship Id="rId57" Type="http://schemas.openxmlformats.org/officeDocument/2006/relationships/image" Target="../media/image3060.png"/><Relationship Id="rId10" Type="http://schemas.openxmlformats.org/officeDocument/2006/relationships/image" Target="../media/image2810.png"/><Relationship Id="rId31" Type="http://schemas.openxmlformats.org/officeDocument/2006/relationships/image" Target="../media/image2930.png"/><Relationship Id="rId44" Type="http://schemas.openxmlformats.org/officeDocument/2006/relationships/customXml" Target="../ink/ink1120.xml"/><Relationship Id="rId52" Type="http://schemas.openxmlformats.org/officeDocument/2006/relationships/customXml" Target="../ink/ink1124.xml"/><Relationship Id="rId60" Type="http://schemas.openxmlformats.org/officeDocument/2006/relationships/customXml" Target="../ink/ink1128.xml"/><Relationship Id="rId65" Type="http://schemas.openxmlformats.org/officeDocument/2006/relationships/image" Target="../media/image3100.png"/><Relationship Id="rId73" Type="http://schemas.openxmlformats.org/officeDocument/2006/relationships/image" Target="../media/image3140.png"/><Relationship Id="rId78" Type="http://schemas.openxmlformats.org/officeDocument/2006/relationships/customXml" Target="../ink/ink1137.xml"/><Relationship Id="rId81" Type="http://schemas.openxmlformats.org/officeDocument/2006/relationships/image" Target="../media/image3180.png"/><Relationship Id="rId86" Type="http://schemas.openxmlformats.org/officeDocument/2006/relationships/customXml" Target="../ink/ink1141.xml"/><Relationship Id="rId94" Type="http://schemas.openxmlformats.org/officeDocument/2006/relationships/customXml" Target="../ink/ink1145.xml"/><Relationship Id="rId99" Type="http://schemas.openxmlformats.org/officeDocument/2006/relationships/image" Target="../media/image3270.png"/><Relationship Id="rId101" Type="http://schemas.openxmlformats.org/officeDocument/2006/relationships/image" Target="../media/image3280.png"/><Relationship Id="rId4" Type="http://schemas.openxmlformats.org/officeDocument/2006/relationships/image" Target="../media/image2780.png"/><Relationship Id="rId9" Type="http://schemas.openxmlformats.org/officeDocument/2006/relationships/customXml" Target="../ink/ink1102.xml"/><Relationship Id="rId13" Type="http://schemas.openxmlformats.org/officeDocument/2006/relationships/customXml" Target="../ink/ink1104.xml"/><Relationship Id="rId18" Type="http://schemas.openxmlformats.org/officeDocument/2006/relationships/image" Target="../media/image2850.png"/><Relationship Id="rId39" Type="http://schemas.openxmlformats.org/officeDocument/2006/relationships/image" Target="../media/image2970.png"/><Relationship Id="rId34" Type="http://schemas.openxmlformats.org/officeDocument/2006/relationships/customXml" Target="../ink/ink1115.xml"/><Relationship Id="rId50" Type="http://schemas.openxmlformats.org/officeDocument/2006/relationships/customXml" Target="../ink/ink1123.xml"/><Relationship Id="rId55" Type="http://schemas.openxmlformats.org/officeDocument/2006/relationships/image" Target="../media/image3050.png"/><Relationship Id="rId76" Type="http://schemas.openxmlformats.org/officeDocument/2006/relationships/customXml" Target="../ink/ink1136.xml"/><Relationship Id="rId97" Type="http://schemas.openxmlformats.org/officeDocument/2006/relationships/image" Target="../media/image3260.png"/><Relationship Id="rId104" Type="http://schemas.openxmlformats.org/officeDocument/2006/relationships/customXml" Target="../ink/ink1150.xml"/><Relationship Id="rId7" Type="http://schemas.openxmlformats.org/officeDocument/2006/relationships/customXml" Target="../ink/ink1101.xml"/><Relationship Id="rId71" Type="http://schemas.openxmlformats.org/officeDocument/2006/relationships/image" Target="../media/image3130.png"/><Relationship Id="rId92" Type="http://schemas.openxmlformats.org/officeDocument/2006/relationships/customXml" Target="../ink/ink1144.xml"/><Relationship Id="rId2" Type="http://schemas.openxmlformats.org/officeDocument/2006/relationships/image" Target="../media/image1.png"/><Relationship Id="rId29" Type="http://schemas.openxmlformats.org/officeDocument/2006/relationships/image" Target="../media/image2920.png"/><Relationship Id="rId24" Type="http://schemas.openxmlformats.org/officeDocument/2006/relationships/image" Target="../media/image2870.png"/><Relationship Id="rId40" Type="http://schemas.openxmlformats.org/officeDocument/2006/relationships/customXml" Target="../ink/ink1118.xml"/><Relationship Id="rId45" Type="http://schemas.openxmlformats.org/officeDocument/2006/relationships/image" Target="../media/image3000.png"/><Relationship Id="rId66" Type="http://schemas.openxmlformats.org/officeDocument/2006/relationships/customXml" Target="../ink/ink1131.xml"/><Relationship Id="rId87" Type="http://schemas.openxmlformats.org/officeDocument/2006/relationships/image" Target="../media/image3210.png"/><Relationship Id="rId61" Type="http://schemas.openxmlformats.org/officeDocument/2006/relationships/image" Target="../media/image3080.png"/><Relationship Id="rId82" Type="http://schemas.openxmlformats.org/officeDocument/2006/relationships/customXml" Target="../ink/ink1139.xml"/><Relationship Id="rId19" Type="http://schemas.openxmlformats.org/officeDocument/2006/relationships/customXml" Target="../ink/ink1107.xml"/><Relationship Id="rId14" Type="http://schemas.openxmlformats.org/officeDocument/2006/relationships/image" Target="../media/image2830.png"/><Relationship Id="rId30" Type="http://schemas.openxmlformats.org/officeDocument/2006/relationships/customXml" Target="../ink/ink1113.xml"/><Relationship Id="rId35" Type="http://schemas.openxmlformats.org/officeDocument/2006/relationships/image" Target="../media/image2950.png"/><Relationship Id="rId56" Type="http://schemas.openxmlformats.org/officeDocument/2006/relationships/customXml" Target="../ink/ink1126.xml"/><Relationship Id="rId77" Type="http://schemas.openxmlformats.org/officeDocument/2006/relationships/image" Target="../media/image3160.png"/><Relationship Id="rId100" Type="http://schemas.openxmlformats.org/officeDocument/2006/relationships/customXml" Target="../ink/ink1148.xml"/><Relationship Id="rId105" Type="http://schemas.openxmlformats.org/officeDocument/2006/relationships/image" Target="../media/image3300.png"/><Relationship Id="rId8" Type="http://schemas.openxmlformats.org/officeDocument/2006/relationships/image" Target="../media/image2800.png"/><Relationship Id="rId51" Type="http://schemas.openxmlformats.org/officeDocument/2006/relationships/image" Target="../media/image3030.png"/><Relationship Id="rId72" Type="http://schemas.openxmlformats.org/officeDocument/2006/relationships/customXml" Target="../ink/ink1134.xml"/><Relationship Id="rId93" Type="http://schemas.openxmlformats.org/officeDocument/2006/relationships/image" Target="../media/image3240.png"/><Relationship Id="rId98" Type="http://schemas.openxmlformats.org/officeDocument/2006/relationships/customXml" Target="../ink/ink1147.xml"/><Relationship Id="rId3" Type="http://schemas.openxmlformats.org/officeDocument/2006/relationships/customXml" Target="../ink/ink1099.xml"/><Relationship Id="rId25" Type="http://schemas.openxmlformats.org/officeDocument/2006/relationships/customXml" Target="../ink/ink1110.xml"/><Relationship Id="rId46" Type="http://schemas.openxmlformats.org/officeDocument/2006/relationships/customXml" Target="../ink/ink1121.xml"/><Relationship Id="rId67" Type="http://schemas.openxmlformats.org/officeDocument/2006/relationships/image" Target="../media/image3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Proiectare Logică</a:t>
            </a: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4 </a:t>
            </a:r>
            <a:r>
              <a:rPr lang="ro-RO" sz="3600" b="1" dirty="0">
                <a:solidFill>
                  <a:srgbClr val="0000FF"/>
                </a:solidFill>
              </a:rPr>
              <a:t>-</a:t>
            </a:r>
            <a:r>
              <a:rPr lang="en-US" sz="3600" b="1" dirty="0">
                <a:solidFill>
                  <a:srgbClr val="0000FF"/>
                </a:solidFill>
              </a:rPr>
              <a:t> </a:t>
            </a:r>
            <a:r>
              <a:rPr lang="ro-RO" sz="3600" b="1" dirty="0">
                <a:solidFill>
                  <a:srgbClr val="0000FF"/>
                </a:solidFill>
              </a:rPr>
              <a:t>202</a:t>
            </a:r>
            <a:r>
              <a:rPr lang="en-US" sz="3600" b="1" dirty="0">
                <a:solidFill>
                  <a:srgbClr val="0000FF"/>
                </a:solidFill>
              </a:rPr>
              <a:t>5</a:t>
            </a:r>
            <a:endParaRPr lang="ro-RO" sz="3600" b="1" dirty="0">
              <a:solidFill>
                <a:srgbClr val="0000FF"/>
              </a:solidFill>
            </a:endParaRP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anul de studii: C1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</a:t>
            </a:r>
            <a:r>
              <a:rPr lang="en-US" sz="3200" b="1" dirty="0">
                <a:solidFill>
                  <a:srgbClr val="0000FF"/>
                </a:solidFill>
              </a:rPr>
              <a:t>2</a:t>
            </a:r>
            <a:r>
              <a:rPr lang="ro-RO" sz="3200" b="1" dirty="0">
                <a:solidFill>
                  <a:srgbClr val="0000FF"/>
                </a:solidFill>
              </a:rPr>
              <a:t>         </a:t>
            </a:r>
            <a:r>
              <a:rPr lang="en-US" sz="3200" b="1">
                <a:solidFill>
                  <a:srgbClr val="0000FF"/>
                </a:solidFill>
              </a:rPr>
              <a:t>10</a:t>
            </a:r>
            <a:r>
              <a:rPr lang="ro-RO" sz="3200" b="1">
                <a:solidFill>
                  <a:srgbClr val="0000FF"/>
                </a:solidFill>
              </a:rPr>
              <a:t> </a:t>
            </a:r>
            <a:r>
              <a:rPr lang="en-US" sz="3200" b="1" dirty="0" err="1">
                <a:solidFill>
                  <a:srgbClr val="0000FF"/>
                </a:solidFill>
              </a:rPr>
              <a:t>Octombrie</a:t>
            </a:r>
            <a:r>
              <a:rPr lang="ro-RO" sz="3200" b="1" dirty="0">
                <a:solidFill>
                  <a:srgbClr val="0000FF"/>
                </a:solidFill>
              </a:rPr>
              <a:t> 202</a:t>
            </a:r>
            <a:r>
              <a:rPr lang="en-US" sz="3200" b="1" dirty="0">
                <a:solidFill>
                  <a:srgbClr val="0000FF"/>
                </a:solidFill>
              </a:rPr>
              <a:t>4</a:t>
            </a:r>
            <a:r>
              <a:rPr lang="ro-RO" sz="3200" b="1" dirty="0">
                <a:solidFill>
                  <a:srgbClr val="0000FF"/>
                </a:solidFill>
              </a:rPr>
              <a:t>             </a:t>
            </a:r>
            <a:r>
              <a:rPr lang="en-US" sz="3200" b="1" dirty="0">
                <a:solidFill>
                  <a:srgbClr val="0000FF"/>
                </a:solidFill>
              </a:rPr>
              <a:t>14</a:t>
            </a:r>
            <a:r>
              <a:rPr lang="ro-RO" sz="3200" b="1" dirty="0">
                <a:solidFill>
                  <a:srgbClr val="0000FF"/>
                </a:solidFill>
              </a:rPr>
              <a:t>:00 – </a:t>
            </a:r>
            <a:r>
              <a:rPr lang="en-US" sz="3200" b="1" dirty="0">
                <a:solidFill>
                  <a:srgbClr val="0000FF"/>
                </a:solidFill>
              </a:rPr>
              <a:t>16</a:t>
            </a:r>
            <a:r>
              <a:rPr lang="ro-RO" sz="3200" b="1" dirty="0">
                <a:solidFill>
                  <a:srgbClr val="0000FF"/>
                </a:solidFill>
              </a:rPr>
              <a:t>:00</a:t>
            </a:r>
          </a:p>
          <a:p>
            <a:endParaRPr lang="ro-RO" sz="2400" b="1" dirty="0">
              <a:solidFill>
                <a:srgbClr val="0000FF"/>
              </a:solidFill>
            </a:endParaRPr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/>
              <a:t>ionel.bostan@upit.ro</a:t>
            </a:r>
            <a:endParaRPr lang="en-US" sz="2800" b="1" dirty="0"/>
          </a:p>
          <a:p>
            <a:pPr algn="ctr">
              <a:spcBef>
                <a:spcPts val="1200"/>
              </a:spcBef>
              <a:spcAft>
                <a:spcPts val="1200"/>
              </a:spcAft>
            </a:pPr>
            <a:r>
              <a:rPr lang="ro-RO" sz="2800" b="1" dirty="0" err="1"/>
              <a:t>ionel.bostan@up</a:t>
            </a:r>
            <a:r>
              <a:rPr lang="en-US" sz="2800" b="1" dirty="0"/>
              <a:t>b</a:t>
            </a:r>
            <a:r>
              <a:rPr lang="ro-RO" sz="2800" b="1" dirty="0"/>
              <a:t>.ro</a:t>
            </a:r>
          </a:p>
        </p:txBody>
      </p:sp>
    </p:spTree>
    <p:extLst>
      <p:ext uri="{BB962C8B-B14F-4D97-AF65-F5344CB8AC3E}">
        <p14:creationId xmlns:p14="http://schemas.microsoft.com/office/powerpoint/2010/main" val="3362143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228635"/>
            <a:ext cx="10698362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Agendă: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Recapitulare privind formele </a:t>
            </a:r>
            <a:r>
              <a:rPr lang="ro-RO" sz="2400" b="1">
                <a:solidFill>
                  <a:srgbClr val="0000FF"/>
                </a:solidFill>
              </a:rPr>
              <a:t>canonice;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Teoremele lui </a:t>
            </a:r>
            <a:r>
              <a:rPr lang="ro-RO" sz="2400" b="1" dirty="0" err="1">
                <a:solidFill>
                  <a:srgbClr val="0000FF"/>
                </a:solidFill>
              </a:rPr>
              <a:t>DeMorgan</a:t>
            </a:r>
            <a:r>
              <a:rPr lang="ro-RO" sz="2400" b="1" dirty="0">
                <a:solidFill>
                  <a:srgbClr val="0000FF"/>
                </a:solidFill>
              </a:rPr>
              <a:t>, </a:t>
            </a:r>
            <a:r>
              <a:rPr lang="ro-RO" sz="2400" b="1" dirty="0" err="1">
                <a:solidFill>
                  <a:srgbClr val="0000FF"/>
                </a:solidFill>
              </a:rPr>
              <a:t>legatura</a:t>
            </a:r>
            <a:r>
              <a:rPr lang="ro-RO" sz="2400" b="1" dirty="0">
                <a:solidFill>
                  <a:srgbClr val="0000FF"/>
                </a:solidFill>
              </a:rPr>
              <a:t> dintre </a:t>
            </a:r>
            <a:r>
              <a:rPr lang="ro-RO" sz="2400" b="1" dirty="0" err="1">
                <a:solidFill>
                  <a:srgbClr val="0000FF"/>
                </a:solidFill>
              </a:rPr>
              <a:t>mintermen</a:t>
            </a:r>
            <a:r>
              <a:rPr lang="ro-RO" sz="2400" b="1" dirty="0">
                <a:solidFill>
                  <a:srgbClr val="0000FF"/>
                </a:solidFill>
              </a:rPr>
              <a:t> și </a:t>
            </a:r>
            <a:r>
              <a:rPr lang="ro-RO" sz="2400" b="1" dirty="0" err="1">
                <a:solidFill>
                  <a:srgbClr val="0000FF"/>
                </a:solidFill>
              </a:rPr>
              <a:t>maxtermen</a:t>
            </a:r>
            <a:r>
              <a:rPr lang="ro-RO" sz="2400" b="1" dirty="0">
                <a:solidFill>
                  <a:srgbClr val="0000FF"/>
                </a:solidFill>
              </a:rPr>
              <a:t>;</a:t>
            </a:r>
          </a:p>
          <a:p>
            <a:pPr marL="571500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Simplificarea funcțiilor binare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Proprietăți evidente;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Factor comun în sume de produse;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Factor comun în produse de sume;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Simplificare prin absorbție;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Simplificare prin adsorbție;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Simplificare prin transpoziție;</a:t>
            </a:r>
          </a:p>
          <a:p>
            <a:pPr marL="1943100" lvl="3" indent="-571500">
              <a:buFontTx/>
              <a:buChar char="-"/>
            </a:pPr>
            <a:r>
              <a:rPr lang="ro-RO" sz="2400" dirty="0"/>
              <a:t>Simplificări folosind diagramele </a:t>
            </a:r>
            <a:r>
              <a:rPr lang="ro-RO" sz="2400" dirty="0" err="1"/>
              <a:t>Karnaugh</a:t>
            </a:r>
            <a:endParaRPr lang="ro-RO" sz="2400" dirty="0"/>
          </a:p>
          <a:p>
            <a:pPr marL="1943100" lvl="3" indent="-5715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695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243904" y="45757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Recapitulare privind formele canonice    - </a:t>
            </a:r>
            <a:r>
              <a:rPr lang="ro-RO" b="1" dirty="0">
                <a:solidFill>
                  <a:srgbClr val="FF0000"/>
                </a:solidFill>
              </a:rPr>
              <a:t>Forma canonică după valoarea de UNU logic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AE1DBE8-8981-415D-AA8F-1C101784E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960147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D97A47FE-7065-4667-A615-37DE82FA8974}"/>
                  </a:ext>
                </a:extLst>
              </p14:cNvPr>
              <p14:cNvContentPartPr/>
              <p14:nvPr/>
            </p14:nvContentPartPr>
            <p14:xfrm>
              <a:off x="210069" y="1412905"/>
              <a:ext cx="84960" cy="1238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D97A47FE-7065-4667-A615-37DE82FA89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069" y="1395265"/>
                <a:ext cx="12060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DC86A21E-CE4D-48C9-A5CE-1BCB545E3289}"/>
                  </a:ext>
                </a:extLst>
              </p14:cNvPr>
              <p14:cNvContentPartPr/>
              <p14:nvPr/>
            </p14:nvContentPartPr>
            <p14:xfrm>
              <a:off x="235269" y="1749865"/>
              <a:ext cx="20160" cy="166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DC86A21E-CE4D-48C9-A5CE-1BCB545E32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7629" y="1731865"/>
                <a:ext cx="5580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BF2B23D4-3D0B-46B1-BD38-03CBE157F062}"/>
                  </a:ext>
                </a:extLst>
              </p14:cNvPr>
              <p14:cNvContentPartPr/>
              <p14:nvPr/>
            </p14:nvContentPartPr>
            <p14:xfrm>
              <a:off x="3233349" y="1020145"/>
              <a:ext cx="230760" cy="5680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BF2B23D4-3D0B-46B1-BD38-03CBE157F0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15709" y="1002145"/>
                <a:ext cx="266400" cy="60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34268591-7E6E-4B3C-AFE6-FCF900F45A1A}"/>
                  </a:ext>
                </a:extLst>
              </p14:cNvPr>
              <p14:cNvContentPartPr/>
              <p14:nvPr/>
            </p14:nvContentPartPr>
            <p14:xfrm>
              <a:off x="3633309" y="1154425"/>
              <a:ext cx="137160" cy="36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34268591-7E6E-4B3C-AFE6-FCF900F45A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15309" y="1136785"/>
                <a:ext cx="1728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4AB3551-7921-4E18-895D-2383653A19C1}"/>
                  </a:ext>
                </a:extLst>
              </p14:cNvPr>
              <p14:cNvContentPartPr/>
              <p14:nvPr/>
            </p14:nvContentPartPr>
            <p14:xfrm>
              <a:off x="3667149" y="1231825"/>
              <a:ext cx="104040" cy="32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4AB3551-7921-4E18-895D-2383653A19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49149" y="1213825"/>
                <a:ext cx="1396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5E5218E-FCA8-4B61-8CF1-216B1CC27024}"/>
                  </a:ext>
                </a:extLst>
              </p14:cNvPr>
              <p14:cNvContentPartPr/>
              <p14:nvPr/>
            </p14:nvContentPartPr>
            <p14:xfrm>
              <a:off x="1788669" y="1341985"/>
              <a:ext cx="329040" cy="626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5E5218E-FCA8-4B61-8CF1-216B1CC2702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70689" y="1323985"/>
                <a:ext cx="364641" cy="66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7E37A815-915E-437B-A039-6F5EFBC894F3}"/>
                  </a:ext>
                </a:extLst>
              </p14:cNvPr>
              <p14:cNvContentPartPr/>
              <p14:nvPr/>
            </p14:nvContentPartPr>
            <p14:xfrm>
              <a:off x="480789" y="1289425"/>
              <a:ext cx="1155600" cy="7081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7E37A815-915E-437B-A039-6F5EFBC894F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2789" y="1271785"/>
                <a:ext cx="1191240" cy="74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1B0A600-2171-45A4-A30C-797E0165172A}"/>
                  </a:ext>
                </a:extLst>
              </p14:cNvPr>
              <p14:cNvContentPartPr/>
              <p14:nvPr/>
            </p14:nvContentPartPr>
            <p14:xfrm>
              <a:off x="4008789" y="1061905"/>
              <a:ext cx="1581120" cy="3308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1B0A600-2171-45A4-A30C-797E016517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90793" y="1044265"/>
                <a:ext cx="1616752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8E27FF98-D874-49E8-BEB8-D11B6F480C3F}"/>
                  </a:ext>
                </a:extLst>
              </p14:cNvPr>
              <p14:cNvContentPartPr/>
              <p14:nvPr/>
            </p14:nvContentPartPr>
            <p14:xfrm>
              <a:off x="5822829" y="1034545"/>
              <a:ext cx="672120" cy="3520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8E27FF98-D874-49E8-BEB8-D11B6F480C3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805189" y="1016545"/>
                <a:ext cx="70776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9EDFB196-994C-4695-9729-62E5E584D2E7}"/>
                  </a:ext>
                </a:extLst>
              </p14:cNvPr>
              <p14:cNvContentPartPr/>
              <p14:nvPr/>
            </p14:nvContentPartPr>
            <p14:xfrm>
              <a:off x="187389" y="2129305"/>
              <a:ext cx="1965600" cy="12506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9EDFB196-994C-4695-9729-62E5E584D2E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9749" y="2111305"/>
                <a:ext cx="2001240" cy="12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35251CC3-A3CB-49DC-8DC4-4AF35E536486}"/>
                  </a:ext>
                </a:extLst>
              </p14:cNvPr>
              <p14:cNvContentPartPr/>
              <p14:nvPr/>
            </p14:nvContentPartPr>
            <p14:xfrm>
              <a:off x="7156269" y="1087105"/>
              <a:ext cx="193320" cy="1728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35251CC3-A3CB-49DC-8DC4-4AF35E53648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38269" y="1069465"/>
                <a:ext cx="2289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837E3667-7142-4946-B314-6CFC205623B7}"/>
                  </a:ext>
                </a:extLst>
              </p14:cNvPr>
              <p14:cNvContentPartPr/>
              <p14:nvPr/>
            </p14:nvContentPartPr>
            <p14:xfrm>
              <a:off x="6699069" y="1063345"/>
              <a:ext cx="344520" cy="3434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837E3667-7142-4946-B314-6CFC205623B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81088" y="1045345"/>
                <a:ext cx="380123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9CFB2EDB-A602-4B67-8F00-24E0AC1FDDE3}"/>
                  </a:ext>
                </a:extLst>
              </p14:cNvPr>
              <p14:cNvContentPartPr/>
              <p14:nvPr/>
            </p14:nvContentPartPr>
            <p14:xfrm>
              <a:off x="187389" y="3459865"/>
              <a:ext cx="1922760" cy="7308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9CFB2EDB-A602-4B67-8F00-24E0AC1FDDE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69746" y="3442225"/>
                <a:ext cx="1958407" cy="76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AEB477F6-C37C-4E7D-8554-AA8C4C4CECB4}"/>
                  </a:ext>
                </a:extLst>
              </p14:cNvPr>
              <p14:cNvContentPartPr/>
              <p14:nvPr/>
            </p14:nvContentPartPr>
            <p14:xfrm>
              <a:off x="7478469" y="1059745"/>
              <a:ext cx="484560" cy="33660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AEB477F6-C37C-4E7D-8554-AA8C4C4CECB4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460829" y="1041764"/>
                <a:ext cx="520200" cy="3722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76EA9EC5-0AD5-4278-AB06-D531D8EBD123}"/>
                  </a:ext>
                </a:extLst>
              </p14:cNvPr>
              <p14:cNvContentPartPr/>
              <p14:nvPr/>
            </p14:nvContentPartPr>
            <p14:xfrm>
              <a:off x="3685869" y="1934545"/>
              <a:ext cx="166320" cy="136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76EA9EC5-0AD5-4278-AB06-D531D8EBD12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668229" y="1916905"/>
                <a:ext cx="2019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63270F7D-A773-482D-9FB2-DDE248AE3E37}"/>
                  </a:ext>
                </a:extLst>
              </p14:cNvPr>
              <p14:cNvContentPartPr/>
              <p14:nvPr/>
            </p14:nvContentPartPr>
            <p14:xfrm>
              <a:off x="3719709" y="2015905"/>
              <a:ext cx="136440" cy="154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63270F7D-A773-482D-9FB2-DDE248AE3E3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702069" y="1998265"/>
                <a:ext cx="17208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95BE88E6-99C1-4068-88F5-14F3D07D8031}"/>
                  </a:ext>
                </a:extLst>
              </p14:cNvPr>
              <p14:cNvContentPartPr/>
              <p14:nvPr/>
            </p14:nvContentPartPr>
            <p14:xfrm>
              <a:off x="5654349" y="1915105"/>
              <a:ext cx="221040" cy="20340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95BE88E6-99C1-4068-88F5-14F3D07D803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636709" y="1897465"/>
                <a:ext cx="2566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E6B930A2-ADA1-4FFC-96F5-76AC23EF0FB7}"/>
                  </a:ext>
                </a:extLst>
              </p14:cNvPr>
              <p14:cNvContentPartPr/>
              <p14:nvPr/>
            </p14:nvContentPartPr>
            <p14:xfrm>
              <a:off x="5149989" y="1847425"/>
              <a:ext cx="356040" cy="2811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E6B930A2-ADA1-4FFC-96F5-76AC23EF0FB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131989" y="1829762"/>
                <a:ext cx="391680" cy="316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20BCF34A-FD9A-41C0-8841-C66765814E7B}"/>
                  </a:ext>
                </a:extLst>
              </p14:cNvPr>
              <p14:cNvContentPartPr/>
              <p14:nvPr/>
            </p14:nvContentPartPr>
            <p14:xfrm>
              <a:off x="4123989" y="1871905"/>
              <a:ext cx="900360" cy="2779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20BCF34A-FD9A-41C0-8841-C66765814E7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106356" y="1854265"/>
                <a:ext cx="935986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4747C0F3-BA54-4775-BB8D-0068AFD23A03}"/>
                  </a:ext>
                </a:extLst>
              </p14:cNvPr>
              <p14:cNvContentPartPr/>
              <p14:nvPr/>
            </p14:nvContentPartPr>
            <p14:xfrm>
              <a:off x="7626360" y="1917737"/>
              <a:ext cx="221040" cy="2034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4747C0F3-BA54-4775-BB8D-0068AFD23A0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608720" y="1900097"/>
                <a:ext cx="2566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DD40273A-46EB-496B-9679-FE8C7BA305C7}"/>
                  </a:ext>
                </a:extLst>
              </p14:cNvPr>
              <p14:cNvContentPartPr/>
              <p14:nvPr/>
            </p14:nvContentPartPr>
            <p14:xfrm>
              <a:off x="7122000" y="1850057"/>
              <a:ext cx="356040" cy="28116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DD40273A-46EB-496B-9679-FE8C7BA305C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104000" y="1832394"/>
                <a:ext cx="391680" cy="316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1D1F35AF-DECB-4C99-9557-98E409C4D33C}"/>
                  </a:ext>
                </a:extLst>
              </p14:cNvPr>
              <p14:cNvContentPartPr/>
              <p14:nvPr/>
            </p14:nvContentPartPr>
            <p14:xfrm>
              <a:off x="6096000" y="1874537"/>
              <a:ext cx="900360" cy="2779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1D1F35AF-DECB-4C99-9557-98E409C4D33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078367" y="1856897"/>
                <a:ext cx="935986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4389881-6CBB-4DD9-97F7-5E7DFDA17A8D}"/>
                  </a:ext>
                </a:extLst>
              </p14:cNvPr>
              <p14:cNvContentPartPr/>
              <p14:nvPr/>
            </p14:nvContentPartPr>
            <p14:xfrm>
              <a:off x="9546579" y="1917737"/>
              <a:ext cx="221040" cy="2034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4389881-6CBB-4DD9-97F7-5E7DFDA17A8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528939" y="1900097"/>
                <a:ext cx="2566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9B04E25E-5B3B-41FE-849D-D32A17E8EEE6}"/>
                  </a:ext>
                </a:extLst>
              </p14:cNvPr>
              <p14:cNvContentPartPr/>
              <p14:nvPr/>
            </p14:nvContentPartPr>
            <p14:xfrm>
              <a:off x="9042219" y="1850057"/>
              <a:ext cx="356040" cy="2811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9B04E25E-5B3B-41FE-849D-D32A17E8EEE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24219" y="1832394"/>
                <a:ext cx="391680" cy="316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B0C2F596-2B7D-4773-83FB-D77C611F4860}"/>
                  </a:ext>
                </a:extLst>
              </p14:cNvPr>
              <p14:cNvContentPartPr/>
              <p14:nvPr/>
            </p14:nvContentPartPr>
            <p14:xfrm>
              <a:off x="8016219" y="1874537"/>
              <a:ext cx="900360" cy="2779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B0C2F596-2B7D-4773-83FB-D77C611F486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998586" y="1856897"/>
                <a:ext cx="935986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81ACEAF3-B1C1-414E-A5D8-97E00A731483}"/>
                  </a:ext>
                </a:extLst>
              </p14:cNvPr>
              <p14:cNvContentPartPr/>
              <p14:nvPr/>
            </p14:nvContentPartPr>
            <p14:xfrm>
              <a:off x="5614702" y="2923566"/>
              <a:ext cx="221040" cy="20340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81ACEAF3-B1C1-414E-A5D8-97E00A73148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97062" y="2905926"/>
                <a:ext cx="2566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3C32FAF-FFB8-4DF9-B8B7-8F54E92916B8}"/>
                  </a:ext>
                </a:extLst>
              </p14:cNvPr>
              <p14:cNvContentPartPr/>
              <p14:nvPr/>
            </p14:nvContentPartPr>
            <p14:xfrm>
              <a:off x="5110342" y="2855886"/>
              <a:ext cx="356040" cy="2811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3C32FAF-FFB8-4DF9-B8B7-8F54E92916B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092342" y="2838223"/>
                <a:ext cx="391680" cy="316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72E0E3FD-9742-4599-A0D9-3750D1922DDE}"/>
                  </a:ext>
                </a:extLst>
              </p14:cNvPr>
              <p14:cNvContentPartPr/>
              <p14:nvPr/>
            </p14:nvContentPartPr>
            <p14:xfrm>
              <a:off x="4084342" y="2880366"/>
              <a:ext cx="900360" cy="2779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72E0E3FD-9742-4599-A0D9-3750D1922DD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4066709" y="2862726"/>
                <a:ext cx="935986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500E237A-B0C9-47F6-971F-D8AB1EAEA7A8}"/>
                  </a:ext>
                </a:extLst>
              </p14:cNvPr>
              <p14:cNvContentPartPr/>
              <p14:nvPr/>
            </p14:nvContentPartPr>
            <p14:xfrm>
              <a:off x="7142171" y="2831406"/>
              <a:ext cx="356040" cy="2811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500E237A-B0C9-47F6-971F-D8AB1EAEA7A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124171" y="2813743"/>
                <a:ext cx="391680" cy="316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4E747C5D-A2F1-467F-9278-76A19F09F2F0}"/>
                  </a:ext>
                </a:extLst>
              </p14:cNvPr>
              <p14:cNvContentPartPr/>
              <p14:nvPr/>
            </p14:nvContentPartPr>
            <p14:xfrm>
              <a:off x="6116171" y="2855886"/>
              <a:ext cx="900360" cy="2779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4E747C5D-A2F1-467F-9278-76A19F09F2F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098538" y="2838246"/>
                <a:ext cx="935986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03BF953D-AC1E-4531-AB55-5251EFB54C4F}"/>
                  </a:ext>
                </a:extLst>
              </p14:cNvPr>
              <p14:cNvContentPartPr/>
              <p14:nvPr/>
            </p14:nvContentPartPr>
            <p14:xfrm>
              <a:off x="3910509" y="731425"/>
              <a:ext cx="709560" cy="7491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03BF953D-AC1E-4531-AB55-5251EFB54C4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92869" y="695425"/>
                <a:ext cx="745200" cy="8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EFD03D7E-B08C-45BF-BDAC-45F63ACA273D}"/>
                  </a:ext>
                </a:extLst>
              </p14:cNvPr>
              <p14:cNvContentPartPr/>
              <p14:nvPr/>
            </p14:nvContentPartPr>
            <p14:xfrm>
              <a:off x="4413429" y="427945"/>
              <a:ext cx="129960" cy="2030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EFD03D7E-B08C-45BF-BDAC-45F63ACA273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395429" y="392305"/>
                <a:ext cx="1656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52FEBFE9-7723-4FDD-9CC1-A1849B86E894}"/>
                  </a:ext>
                </a:extLst>
              </p14:cNvPr>
              <p14:cNvContentPartPr/>
              <p14:nvPr/>
            </p14:nvContentPartPr>
            <p14:xfrm>
              <a:off x="4667949" y="514345"/>
              <a:ext cx="135720" cy="540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52FEBFE9-7723-4FDD-9CC1-A1849B86E89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49949" y="478705"/>
                <a:ext cx="1713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A9BF626C-6006-4127-9C88-6FE1F10F63AB}"/>
                  </a:ext>
                </a:extLst>
              </p14:cNvPr>
              <p14:cNvContentPartPr/>
              <p14:nvPr/>
            </p14:nvContentPartPr>
            <p14:xfrm>
              <a:off x="4672629" y="577345"/>
              <a:ext cx="158400" cy="302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A9BF626C-6006-4127-9C88-6FE1F10F63A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654629" y="541345"/>
                <a:ext cx="19404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099FB61E-97EC-4133-AC1D-C242DF90A716}"/>
                  </a:ext>
                </a:extLst>
              </p14:cNvPr>
              <p14:cNvContentPartPr/>
              <p14:nvPr/>
            </p14:nvContentPartPr>
            <p14:xfrm>
              <a:off x="4932189" y="465385"/>
              <a:ext cx="119880" cy="14688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099FB61E-97EC-4133-AC1D-C242DF90A71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14549" y="429745"/>
                <a:ext cx="15552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F62C52DE-72AE-4F1F-AB5A-BE4A257D440F}"/>
                  </a:ext>
                </a:extLst>
              </p14:cNvPr>
              <p14:cNvContentPartPr/>
              <p14:nvPr/>
            </p14:nvContentPartPr>
            <p14:xfrm>
              <a:off x="5115429" y="458905"/>
              <a:ext cx="151200" cy="16380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F62C52DE-72AE-4F1F-AB5A-BE4A257D440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97789" y="422905"/>
                <a:ext cx="1868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0BBA9F6-61F6-4E4A-BF91-F219138DB342}"/>
                  </a:ext>
                </a:extLst>
              </p14:cNvPr>
              <p14:cNvContentPartPr/>
              <p14:nvPr/>
            </p14:nvContentPartPr>
            <p14:xfrm>
              <a:off x="5345109" y="499945"/>
              <a:ext cx="161280" cy="1411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0BBA9F6-61F6-4E4A-BF91-F219138DB34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327469" y="463945"/>
                <a:ext cx="1969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AAA5D8E1-0EBB-4BDE-BAA2-AB8D25BDD7FA}"/>
                  </a:ext>
                </a:extLst>
              </p14:cNvPr>
              <p14:cNvContentPartPr/>
              <p14:nvPr/>
            </p14:nvContentPartPr>
            <p14:xfrm>
              <a:off x="4100949" y="1799545"/>
              <a:ext cx="136440" cy="104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AAA5D8E1-0EBB-4BDE-BAA2-AB8D25BDD7F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82949" y="1763905"/>
                <a:ext cx="17208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E9B70493-4D52-428F-BC0F-03C5C3EB108A}"/>
                  </a:ext>
                </a:extLst>
              </p14:cNvPr>
              <p14:cNvContentPartPr/>
              <p14:nvPr/>
            </p14:nvContentPartPr>
            <p14:xfrm>
              <a:off x="4639149" y="1761025"/>
              <a:ext cx="198360" cy="104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E9B70493-4D52-428F-BC0F-03C5C3EB108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621149" y="1725025"/>
                <a:ext cx="2340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AC44C2BC-1108-4C04-8CA6-514EF7A97DDF}"/>
                  </a:ext>
                </a:extLst>
              </p14:cNvPr>
              <p14:cNvContentPartPr/>
              <p14:nvPr/>
            </p14:nvContentPartPr>
            <p14:xfrm>
              <a:off x="5110029" y="1735105"/>
              <a:ext cx="194400" cy="212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AC44C2BC-1108-4C04-8CA6-514EF7A97DD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092389" y="1699465"/>
                <a:ext cx="2300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EBC9B923-52F9-49CF-8B57-78E9DA8A3D10}"/>
                  </a:ext>
                </a:extLst>
              </p14:cNvPr>
              <p14:cNvContentPartPr/>
              <p14:nvPr/>
            </p14:nvContentPartPr>
            <p14:xfrm>
              <a:off x="3918789" y="1573105"/>
              <a:ext cx="1740600" cy="83376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EBC9B923-52F9-49CF-8B57-78E9DA8A3D1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900789" y="1537105"/>
                <a:ext cx="1776240" cy="9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571CE54B-75B2-47A0-929B-202B05F1DC35}"/>
                  </a:ext>
                </a:extLst>
              </p14:cNvPr>
              <p14:cNvContentPartPr/>
              <p14:nvPr/>
            </p14:nvContentPartPr>
            <p14:xfrm>
              <a:off x="4835709" y="846625"/>
              <a:ext cx="656640" cy="6840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571CE54B-75B2-47A0-929B-202B05F1DC3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817709" y="810985"/>
                <a:ext cx="692280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CC1AFE98-4AE0-47F8-B0CE-703BD7332028}"/>
                  </a:ext>
                </a:extLst>
              </p14:cNvPr>
              <p14:cNvContentPartPr/>
              <p14:nvPr/>
            </p14:nvContentPartPr>
            <p14:xfrm>
              <a:off x="5413869" y="753745"/>
              <a:ext cx="540000" cy="12672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CC1AFE98-4AE0-47F8-B0CE-703BD733202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96229" y="718105"/>
                <a:ext cx="5756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F5436B09-7D8B-4198-AA80-A2E25BCAB650}"/>
                  </a:ext>
                </a:extLst>
              </p14:cNvPr>
              <p14:cNvContentPartPr/>
              <p14:nvPr/>
            </p14:nvContentPartPr>
            <p14:xfrm>
              <a:off x="5401989" y="719185"/>
              <a:ext cx="225720" cy="1810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F5436B09-7D8B-4198-AA80-A2E25BCAB65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384349" y="683545"/>
                <a:ext cx="2613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AFE0CF24-C03A-409F-BB2B-E2F551F6EDF7}"/>
                  </a:ext>
                </a:extLst>
              </p14:cNvPr>
              <p14:cNvContentPartPr/>
              <p14:nvPr/>
            </p14:nvContentPartPr>
            <p14:xfrm>
              <a:off x="6106869" y="561865"/>
              <a:ext cx="171360" cy="2325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AFE0CF24-C03A-409F-BB2B-E2F551F6EDF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089229" y="525865"/>
                <a:ext cx="20700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55B04C74-3983-4899-99F7-DEBBAD6540F5}"/>
                  </a:ext>
                </a:extLst>
              </p14:cNvPr>
              <p14:cNvContentPartPr/>
              <p14:nvPr/>
            </p14:nvContentPartPr>
            <p14:xfrm>
              <a:off x="6381189" y="596425"/>
              <a:ext cx="162000" cy="324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55B04C74-3983-4899-99F7-DEBBAD6540F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63549" y="560785"/>
                <a:ext cx="19764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CEBBDDED-263A-4D21-BDB6-5CE943ACA314}"/>
                  </a:ext>
                </a:extLst>
              </p14:cNvPr>
              <p14:cNvContentPartPr/>
              <p14:nvPr/>
            </p14:nvContentPartPr>
            <p14:xfrm>
              <a:off x="6395949" y="706945"/>
              <a:ext cx="198360" cy="104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CEBBDDED-263A-4D21-BDB6-5CE943ACA31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77949" y="671305"/>
                <a:ext cx="2340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66944E0E-37D5-4A07-8672-AB26AD9A55E6}"/>
                  </a:ext>
                </a:extLst>
              </p14:cNvPr>
              <p14:cNvContentPartPr/>
              <p14:nvPr/>
            </p14:nvContentPartPr>
            <p14:xfrm>
              <a:off x="6692229" y="522985"/>
              <a:ext cx="162360" cy="20772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66944E0E-37D5-4A07-8672-AB26AD9A55E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674589" y="487345"/>
                <a:ext cx="1980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051D0F00-DF4C-4D8E-A876-57C84F4D56B2}"/>
                  </a:ext>
                </a:extLst>
              </p14:cNvPr>
              <p14:cNvContentPartPr/>
              <p14:nvPr/>
            </p14:nvContentPartPr>
            <p14:xfrm>
              <a:off x="6879429" y="524785"/>
              <a:ext cx="196560" cy="20268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051D0F00-DF4C-4D8E-A876-57C84F4D56B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861789" y="489145"/>
                <a:ext cx="2322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49F4E3AE-325E-41BA-96D4-918CFFEFB705}"/>
                  </a:ext>
                </a:extLst>
              </p14:cNvPr>
              <p14:cNvContentPartPr/>
              <p14:nvPr/>
            </p14:nvContentPartPr>
            <p14:xfrm>
              <a:off x="7156269" y="503185"/>
              <a:ext cx="185760" cy="2584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49F4E3AE-325E-41BA-96D4-918CFFEFB70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138269" y="467185"/>
                <a:ext cx="2214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7FAB4396-2020-44C7-86F6-28FEAB233DB8}"/>
                  </a:ext>
                </a:extLst>
              </p14:cNvPr>
              <p14:cNvContentPartPr/>
              <p14:nvPr/>
            </p14:nvContentPartPr>
            <p14:xfrm>
              <a:off x="6044589" y="1788745"/>
              <a:ext cx="189000" cy="2088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7FAB4396-2020-44C7-86F6-28FEAB233DB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026589" y="1753105"/>
                <a:ext cx="2246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E572B568-7B33-464C-8426-736D0F6EB19B}"/>
                  </a:ext>
                </a:extLst>
              </p14:cNvPr>
              <p14:cNvContentPartPr/>
              <p14:nvPr/>
            </p14:nvContentPartPr>
            <p14:xfrm>
              <a:off x="6573789" y="1721425"/>
              <a:ext cx="225360" cy="208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E572B568-7B33-464C-8426-736D0F6EB19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555789" y="1685425"/>
                <a:ext cx="2610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B4E6D120-95E2-4BDB-90F8-974DC24E4775}"/>
                  </a:ext>
                </a:extLst>
              </p14:cNvPr>
              <p14:cNvContentPartPr/>
              <p14:nvPr/>
            </p14:nvContentPartPr>
            <p14:xfrm>
              <a:off x="5860269" y="1424065"/>
              <a:ext cx="1706040" cy="97452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B4E6D120-95E2-4BDB-90F8-974DC24E477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842269" y="1388065"/>
                <a:ext cx="1741680" cy="10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5B31BE50-7184-4DE3-B297-E37F3F9D2931}"/>
                  </a:ext>
                </a:extLst>
              </p14:cNvPr>
              <p14:cNvContentPartPr/>
              <p14:nvPr/>
            </p14:nvContentPartPr>
            <p14:xfrm>
              <a:off x="8811909" y="1129945"/>
              <a:ext cx="351360" cy="27684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5B31BE50-7184-4DE3-B297-E37F3F9D293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793909" y="1111945"/>
                <a:ext cx="3870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CFC38EF4-EC11-43CE-9E80-D276A16761EB}"/>
                  </a:ext>
                </a:extLst>
              </p14:cNvPr>
              <p14:cNvContentPartPr/>
              <p14:nvPr/>
            </p14:nvContentPartPr>
            <p14:xfrm>
              <a:off x="9374589" y="1137145"/>
              <a:ext cx="323640" cy="13068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CFC38EF4-EC11-43CE-9E80-D276A16761E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356949" y="1119505"/>
                <a:ext cx="3592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087FAD1D-709D-4A89-B61C-9CE6849098D1}"/>
                  </a:ext>
                </a:extLst>
              </p14:cNvPr>
              <p14:cNvContentPartPr/>
              <p14:nvPr/>
            </p14:nvContentPartPr>
            <p14:xfrm>
              <a:off x="9871749" y="1111585"/>
              <a:ext cx="333360" cy="20808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087FAD1D-709D-4A89-B61C-9CE6849098D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854109" y="1093585"/>
                <a:ext cx="36900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24D55F58-06C7-4DF2-85C9-22757F7AE41A}"/>
                  </a:ext>
                </a:extLst>
              </p14:cNvPr>
              <p14:cNvContentPartPr/>
              <p14:nvPr/>
            </p14:nvContentPartPr>
            <p14:xfrm>
              <a:off x="7867989" y="1476985"/>
              <a:ext cx="1647000" cy="104472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24D55F58-06C7-4DF2-85C9-22757F7AE41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849989" y="1458985"/>
                <a:ext cx="1682640" cy="10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0CAC96CC-A230-488D-9602-456136E46FDB}"/>
                  </a:ext>
                </a:extLst>
              </p14:cNvPr>
              <p14:cNvContentPartPr/>
              <p14:nvPr/>
            </p14:nvContentPartPr>
            <p14:xfrm>
              <a:off x="3671829" y="2880265"/>
              <a:ext cx="262800" cy="2185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0CAC96CC-A230-488D-9602-456136E46FD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653829" y="2862625"/>
                <a:ext cx="2984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A332F36A-B61D-4040-8023-3EFAB0D26812}"/>
                  </a:ext>
                </a:extLst>
              </p14:cNvPr>
              <p14:cNvContentPartPr/>
              <p14:nvPr/>
            </p14:nvContentPartPr>
            <p14:xfrm>
              <a:off x="4023189" y="3166465"/>
              <a:ext cx="1426320" cy="16488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A332F36A-B61D-4040-8023-3EFAB0D2681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005549" y="3148465"/>
                <a:ext cx="146196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134B7382-488D-4E55-9C0D-068F57003C42}"/>
                  </a:ext>
                </a:extLst>
              </p14:cNvPr>
              <p14:cNvContentPartPr/>
              <p14:nvPr/>
            </p14:nvContentPartPr>
            <p14:xfrm>
              <a:off x="4248189" y="3941185"/>
              <a:ext cx="387000" cy="2336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134B7382-488D-4E55-9C0D-068F57003C4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230189" y="3923545"/>
                <a:ext cx="4226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990D21AE-4E00-4CB1-8F51-36DA3D8EBB30}"/>
                  </a:ext>
                </a:extLst>
              </p14:cNvPr>
              <p14:cNvContentPartPr/>
              <p14:nvPr/>
            </p14:nvContentPartPr>
            <p14:xfrm>
              <a:off x="4355109" y="3494785"/>
              <a:ext cx="461880" cy="27180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990D21AE-4E00-4CB1-8F51-36DA3D8EBB3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337109" y="3477145"/>
                <a:ext cx="49752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9AADEB04-E181-4552-B39D-490BB3505661}"/>
                  </a:ext>
                </a:extLst>
              </p14:cNvPr>
              <p14:cNvContentPartPr/>
              <p14:nvPr/>
            </p14:nvContentPartPr>
            <p14:xfrm>
              <a:off x="5163669" y="3957385"/>
              <a:ext cx="52200" cy="16344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9AADEB04-E181-4552-B39D-490BB350566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146029" y="3939745"/>
                <a:ext cx="878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B0BAD378-9193-49A5-9CB6-BA46CA6D8DEA}"/>
                  </a:ext>
                </a:extLst>
              </p14:cNvPr>
              <p14:cNvContentPartPr/>
              <p14:nvPr/>
            </p14:nvContentPartPr>
            <p14:xfrm>
              <a:off x="4812309" y="3964585"/>
              <a:ext cx="235800" cy="15444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B0BAD378-9193-49A5-9CB6-BA46CA6D8DE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794309" y="3946945"/>
                <a:ext cx="2714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EA122548-5AFB-4E38-80F8-45D707FFA81B}"/>
                  </a:ext>
                </a:extLst>
              </p14:cNvPr>
              <p14:cNvContentPartPr/>
              <p14:nvPr/>
            </p14:nvContentPartPr>
            <p14:xfrm>
              <a:off x="4587309" y="2769745"/>
              <a:ext cx="280440" cy="4536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EA122548-5AFB-4E38-80F8-45D707FFA81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569669" y="2751745"/>
                <a:ext cx="3160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8" name="Cerneală 157">
                <a:extLst>
                  <a:ext uri="{FF2B5EF4-FFF2-40B4-BE49-F238E27FC236}">
                    <a16:creationId xmlns:a16="http://schemas.microsoft.com/office/drawing/2014/main" id="{34A42A4C-5087-4033-8FEC-6A86CD5FAB73}"/>
                  </a:ext>
                </a:extLst>
              </p14:cNvPr>
              <p14:cNvContentPartPr/>
              <p14:nvPr/>
            </p14:nvContentPartPr>
            <p14:xfrm>
              <a:off x="6083109" y="3210025"/>
              <a:ext cx="1452960" cy="162360"/>
            </p14:xfrm>
          </p:contentPart>
        </mc:Choice>
        <mc:Fallback xmlns="">
          <p:pic>
            <p:nvPicPr>
              <p:cNvPr id="158" name="Cerneală 157">
                <a:extLst>
                  <a:ext uri="{FF2B5EF4-FFF2-40B4-BE49-F238E27FC236}">
                    <a16:creationId xmlns:a16="http://schemas.microsoft.com/office/drawing/2014/main" id="{34A42A4C-5087-4033-8FEC-6A86CD5FAB73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065109" y="3192385"/>
                <a:ext cx="148860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69" name="Cerneală 168">
                <a:extLst>
                  <a:ext uri="{FF2B5EF4-FFF2-40B4-BE49-F238E27FC236}">
                    <a16:creationId xmlns:a16="http://schemas.microsoft.com/office/drawing/2014/main" id="{75CBD7B8-509D-4B59-99B9-8D95DD972E40}"/>
                  </a:ext>
                </a:extLst>
              </p14:cNvPr>
              <p14:cNvContentPartPr/>
              <p14:nvPr/>
            </p14:nvContentPartPr>
            <p14:xfrm>
              <a:off x="6439149" y="3931825"/>
              <a:ext cx="770760" cy="202320"/>
            </p14:xfrm>
          </p:contentPart>
        </mc:Choice>
        <mc:Fallback xmlns="">
          <p:pic>
            <p:nvPicPr>
              <p:cNvPr id="169" name="Cerneală 168">
                <a:extLst>
                  <a:ext uri="{FF2B5EF4-FFF2-40B4-BE49-F238E27FC236}">
                    <a16:creationId xmlns:a16="http://schemas.microsoft.com/office/drawing/2014/main" id="{75CBD7B8-509D-4B59-99B9-8D95DD972E4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21501" y="3913825"/>
                <a:ext cx="806417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3F354252-E521-48C6-BB9D-03B4088676F4}"/>
                  </a:ext>
                </a:extLst>
              </p14:cNvPr>
              <p14:cNvContentPartPr/>
              <p14:nvPr/>
            </p14:nvContentPartPr>
            <p14:xfrm>
              <a:off x="6525909" y="3477865"/>
              <a:ext cx="504360" cy="35460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3F354252-E521-48C6-BB9D-03B4088676F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507909" y="3459883"/>
                <a:ext cx="540000" cy="3902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D870E183-A81B-483D-A4F1-B8C40475DD88}"/>
                  </a:ext>
                </a:extLst>
              </p14:cNvPr>
              <p14:cNvContentPartPr/>
              <p14:nvPr/>
            </p14:nvContentPartPr>
            <p14:xfrm>
              <a:off x="3219309" y="4590985"/>
              <a:ext cx="171360" cy="61740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D870E183-A81B-483D-A4F1-B8C40475DD8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201309" y="4573345"/>
                <a:ext cx="207000" cy="65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2ACFEBC7-CD78-4C73-93BE-3B400DCDF6AC}"/>
                  </a:ext>
                </a:extLst>
              </p14:cNvPr>
              <p14:cNvContentPartPr/>
              <p14:nvPr/>
            </p14:nvContentPartPr>
            <p14:xfrm>
              <a:off x="3604509" y="4701505"/>
              <a:ext cx="138600" cy="1044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2ACFEBC7-CD78-4C73-93BE-3B400DCDF6A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586509" y="4683865"/>
                <a:ext cx="1742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6672EAA0-BBA0-42F5-8EC5-9411D3BFF3BE}"/>
                  </a:ext>
                </a:extLst>
              </p14:cNvPr>
              <p14:cNvContentPartPr/>
              <p14:nvPr/>
            </p14:nvContentPartPr>
            <p14:xfrm>
              <a:off x="3633309" y="4793305"/>
              <a:ext cx="109080" cy="828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6672EAA0-BBA0-42F5-8EC5-9411D3BFF3B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15309" y="4775305"/>
                <a:ext cx="1447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61ED4BE7-C899-4576-B6F5-22959317B0B2}"/>
                  </a:ext>
                </a:extLst>
              </p14:cNvPr>
              <p14:cNvContentPartPr/>
              <p14:nvPr/>
            </p14:nvContentPartPr>
            <p14:xfrm>
              <a:off x="3970269" y="4576585"/>
              <a:ext cx="196920" cy="2016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61ED4BE7-C899-4576-B6F5-22959317B0B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952269" y="4558585"/>
                <a:ext cx="23256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CC759F17-E1F0-43E6-9A81-2A5A493A0555}"/>
                  </a:ext>
                </a:extLst>
              </p14:cNvPr>
              <p14:cNvContentPartPr/>
              <p14:nvPr/>
            </p14:nvContentPartPr>
            <p14:xfrm>
              <a:off x="4393629" y="4584145"/>
              <a:ext cx="225000" cy="1260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CC759F17-E1F0-43E6-9A81-2A5A493A0555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375629" y="4566505"/>
                <a:ext cx="2606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57C8A2FF-77DE-41A9-8369-1307F0793C83}"/>
                  </a:ext>
                </a:extLst>
              </p14:cNvPr>
              <p14:cNvContentPartPr/>
              <p14:nvPr/>
            </p14:nvContentPartPr>
            <p14:xfrm>
              <a:off x="4852989" y="4570825"/>
              <a:ext cx="155160" cy="2160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57C8A2FF-77DE-41A9-8369-1307F0793C8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835349" y="4552825"/>
                <a:ext cx="1908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865368BC-D7F9-4112-8979-2B6B1F9C6E89}"/>
                  </a:ext>
                </a:extLst>
              </p14:cNvPr>
              <p14:cNvContentPartPr/>
              <p14:nvPr/>
            </p14:nvContentPartPr>
            <p14:xfrm>
              <a:off x="4850829" y="4682425"/>
              <a:ext cx="312480" cy="24012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865368BC-D7F9-4112-8979-2B6B1F9C6E8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833209" y="4664425"/>
                <a:ext cx="348079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4C453476-D682-4FDB-B24B-FBAB10DBDFD9}"/>
                  </a:ext>
                </a:extLst>
              </p14:cNvPr>
              <p14:cNvContentPartPr/>
              <p14:nvPr/>
            </p14:nvContentPartPr>
            <p14:xfrm>
              <a:off x="3946149" y="4682425"/>
              <a:ext cx="784440" cy="2574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4C453476-D682-4FDB-B24B-FBAB10DBDFD9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928149" y="4664425"/>
                <a:ext cx="8200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F0D85E0B-F53F-42BF-907A-559E0A00B79A}"/>
                  </a:ext>
                </a:extLst>
              </p14:cNvPr>
              <p14:cNvContentPartPr/>
              <p14:nvPr/>
            </p14:nvContentPartPr>
            <p14:xfrm>
              <a:off x="5322429" y="4725625"/>
              <a:ext cx="191520" cy="13608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F0D85E0B-F53F-42BF-907A-559E0A00B79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04429" y="4707625"/>
                <a:ext cx="2271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6A2AD09B-3511-460D-8A92-B21D2375EA70}"/>
                  </a:ext>
                </a:extLst>
              </p14:cNvPr>
              <p14:cNvContentPartPr/>
              <p14:nvPr/>
            </p14:nvContentPartPr>
            <p14:xfrm>
              <a:off x="6612309" y="4745065"/>
              <a:ext cx="353160" cy="23616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6A2AD09B-3511-460D-8A92-B21D2375EA70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594651" y="4727092"/>
                <a:ext cx="388836" cy="271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02ECF5B1-642A-4458-A7EC-3052E5509B34}"/>
                  </a:ext>
                </a:extLst>
              </p14:cNvPr>
              <p14:cNvContentPartPr/>
              <p14:nvPr/>
            </p14:nvContentPartPr>
            <p14:xfrm>
              <a:off x="5712309" y="4629865"/>
              <a:ext cx="777960" cy="35316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02ECF5B1-642A-4458-A7EC-3052E5509B3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694669" y="4612207"/>
                <a:ext cx="813600" cy="3888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7BEED8AC-6761-497D-82B8-5CA97B7E264B}"/>
                  </a:ext>
                </a:extLst>
              </p14:cNvPr>
              <p14:cNvContentPartPr/>
              <p14:nvPr/>
            </p14:nvContentPartPr>
            <p14:xfrm>
              <a:off x="7627509" y="4629505"/>
              <a:ext cx="185760" cy="36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7BEED8AC-6761-497D-82B8-5CA97B7E264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609869" y="4611865"/>
                <a:ext cx="221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229" name="Cerneală 228">
                <a:extLst>
                  <a:ext uri="{FF2B5EF4-FFF2-40B4-BE49-F238E27FC236}">
                    <a16:creationId xmlns:a16="http://schemas.microsoft.com/office/drawing/2014/main" id="{43D92B3B-E010-4B9C-8670-A55C522190F7}"/>
                  </a:ext>
                </a:extLst>
              </p14:cNvPr>
              <p14:cNvContentPartPr/>
              <p14:nvPr/>
            </p14:nvContentPartPr>
            <p14:xfrm>
              <a:off x="9725949" y="4711585"/>
              <a:ext cx="221760" cy="22320"/>
            </p14:xfrm>
          </p:contentPart>
        </mc:Choice>
        <mc:Fallback xmlns="">
          <p:pic>
            <p:nvPicPr>
              <p:cNvPr id="229" name="Cerneală 228">
                <a:extLst>
                  <a:ext uri="{FF2B5EF4-FFF2-40B4-BE49-F238E27FC236}">
                    <a16:creationId xmlns:a16="http://schemas.microsoft.com/office/drawing/2014/main" id="{43D92B3B-E010-4B9C-8670-A55C522190F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9708309" y="4693585"/>
                <a:ext cx="25740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E5E02264-A5F0-40EF-BA4A-AA4F39C16B17}"/>
                  </a:ext>
                </a:extLst>
              </p14:cNvPr>
              <p14:cNvContentPartPr/>
              <p14:nvPr/>
            </p14:nvContentPartPr>
            <p14:xfrm>
              <a:off x="10346949" y="4957825"/>
              <a:ext cx="107640" cy="7560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E5E02264-A5F0-40EF-BA4A-AA4F39C16B1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0329309" y="4940185"/>
                <a:ext cx="14328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38" name="Cerneală 237">
                <a:extLst>
                  <a:ext uri="{FF2B5EF4-FFF2-40B4-BE49-F238E27FC236}">
                    <a16:creationId xmlns:a16="http://schemas.microsoft.com/office/drawing/2014/main" id="{4B20301E-2079-4237-AB9E-6F1C884840CA}"/>
                  </a:ext>
                </a:extLst>
              </p14:cNvPr>
              <p14:cNvContentPartPr/>
              <p14:nvPr/>
            </p14:nvContentPartPr>
            <p14:xfrm>
              <a:off x="10587429" y="4855945"/>
              <a:ext cx="191520" cy="173160"/>
            </p14:xfrm>
          </p:contentPart>
        </mc:Choice>
        <mc:Fallback xmlns="">
          <p:pic>
            <p:nvPicPr>
              <p:cNvPr id="238" name="Cerneală 237">
                <a:extLst>
                  <a:ext uri="{FF2B5EF4-FFF2-40B4-BE49-F238E27FC236}">
                    <a16:creationId xmlns:a16="http://schemas.microsoft.com/office/drawing/2014/main" id="{4B20301E-2079-4237-AB9E-6F1C884840C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0569789" y="4837945"/>
                <a:ext cx="22716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8203767C-89AB-4C35-8939-1A315910EC38}"/>
                  </a:ext>
                </a:extLst>
              </p14:cNvPr>
              <p14:cNvContentPartPr/>
              <p14:nvPr/>
            </p14:nvContentPartPr>
            <p14:xfrm>
              <a:off x="10120869" y="4826785"/>
              <a:ext cx="114840" cy="18036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8203767C-89AB-4C35-8939-1A315910EC3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0102869" y="4808785"/>
                <a:ext cx="150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240" name="Cerneală 239">
                <a:extLst>
                  <a:ext uri="{FF2B5EF4-FFF2-40B4-BE49-F238E27FC236}">
                    <a16:creationId xmlns:a16="http://schemas.microsoft.com/office/drawing/2014/main" id="{B2DBEA2A-60D8-4EB8-A3EF-F3B5D8AEC226}"/>
                  </a:ext>
                </a:extLst>
              </p14:cNvPr>
              <p14:cNvContentPartPr/>
              <p14:nvPr/>
            </p14:nvContentPartPr>
            <p14:xfrm>
              <a:off x="9336429" y="4783585"/>
              <a:ext cx="609840" cy="263520"/>
            </p14:xfrm>
          </p:contentPart>
        </mc:Choice>
        <mc:Fallback xmlns="">
          <p:pic>
            <p:nvPicPr>
              <p:cNvPr id="240" name="Cerneală 239">
                <a:extLst>
                  <a:ext uri="{FF2B5EF4-FFF2-40B4-BE49-F238E27FC236}">
                    <a16:creationId xmlns:a16="http://schemas.microsoft.com/office/drawing/2014/main" id="{B2DBEA2A-60D8-4EB8-A3EF-F3B5D8AEC226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318429" y="4765585"/>
                <a:ext cx="64548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241" name="Cerneală 240">
                <a:extLst>
                  <a:ext uri="{FF2B5EF4-FFF2-40B4-BE49-F238E27FC236}">
                    <a16:creationId xmlns:a16="http://schemas.microsoft.com/office/drawing/2014/main" id="{54494263-B13A-4B87-9A39-A8D1B161CFCC}"/>
                  </a:ext>
                </a:extLst>
              </p14:cNvPr>
              <p14:cNvContentPartPr/>
              <p14:nvPr/>
            </p14:nvContentPartPr>
            <p14:xfrm>
              <a:off x="8912709" y="4778545"/>
              <a:ext cx="188640" cy="142200"/>
            </p14:xfrm>
          </p:contentPart>
        </mc:Choice>
        <mc:Fallback xmlns="">
          <p:pic>
            <p:nvPicPr>
              <p:cNvPr id="241" name="Cerneală 240">
                <a:extLst>
                  <a:ext uri="{FF2B5EF4-FFF2-40B4-BE49-F238E27FC236}">
                    <a16:creationId xmlns:a16="http://schemas.microsoft.com/office/drawing/2014/main" id="{54494263-B13A-4B87-9A39-A8D1B161CFCC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894709" y="4760905"/>
                <a:ext cx="22428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242" name="Cerneală 241">
                <a:extLst>
                  <a:ext uri="{FF2B5EF4-FFF2-40B4-BE49-F238E27FC236}">
                    <a16:creationId xmlns:a16="http://schemas.microsoft.com/office/drawing/2014/main" id="{AA44823C-7283-4F4B-AEB6-536BB1AD4B2E}"/>
                  </a:ext>
                </a:extLst>
              </p14:cNvPr>
              <p14:cNvContentPartPr/>
              <p14:nvPr/>
            </p14:nvContentPartPr>
            <p14:xfrm>
              <a:off x="8359029" y="4754785"/>
              <a:ext cx="378720" cy="214920"/>
            </p14:xfrm>
          </p:contentPart>
        </mc:Choice>
        <mc:Fallback xmlns="">
          <p:pic>
            <p:nvPicPr>
              <p:cNvPr id="242" name="Cerneală 241">
                <a:extLst>
                  <a:ext uri="{FF2B5EF4-FFF2-40B4-BE49-F238E27FC236}">
                    <a16:creationId xmlns:a16="http://schemas.microsoft.com/office/drawing/2014/main" id="{AA44823C-7283-4F4B-AEB6-536BB1AD4B2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341029" y="4736815"/>
                <a:ext cx="414360" cy="250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244" name="Cerneală 243">
                <a:extLst>
                  <a:ext uri="{FF2B5EF4-FFF2-40B4-BE49-F238E27FC236}">
                    <a16:creationId xmlns:a16="http://schemas.microsoft.com/office/drawing/2014/main" id="{19FA442B-2747-4B0C-AC67-72D6AA6C04C3}"/>
                  </a:ext>
                </a:extLst>
              </p14:cNvPr>
              <p14:cNvContentPartPr/>
              <p14:nvPr/>
            </p14:nvContentPartPr>
            <p14:xfrm>
              <a:off x="7671429" y="4725625"/>
              <a:ext cx="566280" cy="257040"/>
            </p14:xfrm>
          </p:contentPart>
        </mc:Choice>
        <mc:Fallback xmlns="">
          <p:pic>
            <p:nvPicPr>
              <p:cNvPr id="244" name="Cerneală 243">
                <a:extLst>
                  <a:ext uri="{FF2B5EF4-FFF2-40B4-BE49-F238E27FC236}">
                    <a16:creationId xmlns:a16="http://schemas.microsoft.com/office/drawing/2014/main" id="{19FA442B-2747-4B0C-AC67-72D6AA6C04C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653778" y="4707650"/>
                <a:ext cx="601943" cy="292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E499D308-9A63-4289-8318-EFEE5F1B34ED}"/>
                  </a:ext>
                </a:extLst>
              </p14:cNvPr>
              <p14:cNvContentPartPr/>
              <p14:nvPr/>
            </p14:nvContentPartPr>
            <p14:xfrm>
              <a:off x="7232949" y="4720945"/>
              <a:ext cx="200160" cy="16956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E499D308-9A63-4289-8318-EFEE5F1B34ED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215309" y="4702945"/>
                <a:ext cx="2358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254" name="Cerneală 253">
                <a:extLst>
                  <a:ext uri="{FF2B5EF4-FFF2-40B4-BE49-F238E27FC236}">
                    <a16:creationId xmlns:a16="http://schemas.microsoft.com/office/drawing/2014/main" id="{CB253C2A-FB90-4E30-856F-1FC02C398993}"/>
                  </a:ext>
                </a:extLst>
              </p14:cNvPr>
              <p14:cNvContentPartPr/>
              <p14:nvPr/>
            </p14:nvContentPartPr>
            <p14:xfrm>
              <a:off x="10885869" y="4831465"/>
              <a:ext cx="867240" cy="249840"/>
            </p14:xfrm>
          </p:contentPart>
        </mc:Choice>
        <mc:Fallback xmlns="">
          <p:pic>
            <p:nvPicPr>
              <p:cNvPr id="254" name="Cerneală 253">
                <a:extLst>
                  <a:ext uri="{FF2B5EF4-FFF2-40B4-BE49-F238E27FC236}">
                    <a16:creationId xmlns:a16="http://schemas.microsoft.com/office/drawing/2014/main" id="{CB253C2A-FB90-4E30-856F-1FC02C39899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0867869" y="4813825"/>
                <a:ext cx="9028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B960C04D-417B-41B6-94F3-AB915DE4FC3F}"/>
                  </a:ext>
                </a:extLst>
              </p14:cNvPr>
              <p14:cNvContentPartPr/>
              <p14:nvPr/>
            </p14:nvContentPartPr>
            <p14:xfrm>
              <a:off x="3532149" y="5765305"/>
              <a:ext cx="114120" cy="1620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B960C04D-417B-41B6-94F3-AB915DE4FC3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514149" y="5747665"/>
                <a:ext cx="14976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FBF0EBC1-8E08-41B8-A354-D9A71E41BF60}"/>
                  </a:ext>
                </a:extLst>
              </p14:cNvPr>
              <p14:cNvContentPartPr/>
              <p14:nvPr/>
            </p14:nvContentPartPr>
            <p14:xfrm>
              <a:off x="3541869" y="5871145"/>
              <a:ext cx="182520" cy="1980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FBF0EBC1-8E08-41B8-A354-D9A71E41BF6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524229" y="5853505"/>
                <a:ext cx="2181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316" name="Cerneală 315">
                <a:extLst>
                  <a:ext uri="{FF2B5EF4-FFF2-40B4-BE49-F238E27FC236}">
                    <a16:creationId xmlns:a16="http://schemas.microsoft.com/office/drawing/2014/main" id="{143ADE67-9D65-4CA1-A419-B7B893F22269}"/>
                  </a:ext>
                </a:extLst>
              </p14:cNvPr>
              <p14:cNvContentPartPr/>
              <p14:nvPr/>
            </p14:nvContentPartPr>
            <p14:xfrm>
              <a:off x="4057029" y="5238985"/>
              <a:ext cx="1153440" cy="1555200"/>
            </p14:xfrm>
          </p:contentPart>
        </mc:Choice>
        <mc:Fallback xmlns="">
          <p:pic>
            <p:nvPicPr>
              <p:cNvPr id="316" name="Cerneală 315">
                <a:extLst>
                  <a:ext uri="{FF2B5EF4-FFF2-40B4-BE49-F238E27FC236}">
                    <a16:creationId xmlns:a16="http://schemas.microsoft.com/office/drawing/2014/main" id="{143ADE67-9D65-4CA1-A419-B7B893F22269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039029" y="5220989"/>
                <a:ext cx="1189080" cy="15908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317" name="Cerneală 316">
                <a:extLst>
                  <a:ext uri="{FF2B5EF4-FFF2-40B4-BE49-F238E27FC236}">
                    <a16:creationId xmlns:a16="http://schemas.microsoft.com/office/drawing/2014/main" id="{5FA4F2BE-DCA5-4698-9012-36C6920A7B5E}"/>
                  </a:ext>
                </a:extLst>
              </p14:cNvPr>
              <p14:cNvContentPartPr/>
              <p14:nvPr/>
            </p14:nvContentPartPr>
            <p14:xfrm>
              <a:off x="5390109" y="5264905"/>
              <a:ext cx="129960" cy="1398600"/>
            </p14:xfrm>
          </p:contentPart>
        </mc:Choice>
        <mc:Fallback xmlns="">
          <p:pic>
            <p:nvPicPr>
              <p:cNvPr id="317" name="Cerneală 316">
                <a:extLst>
                  <a:ext uri="{FF2B5EF4-FFF2-40B4-BE49-F238E27FC236}">
                    <a16:creationId xmlns:a16="http://schemas.microsoft.com/office/drawing/2014/main" id="{5FA4F2BE-DCA5-4698-9012-36C6920A7B5E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372109" y="5246905"/>
                <a:ext cx="165600" cy="14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319" name="Cerneală 318">
                <a:extLst>
                  <a:ext uri="{FF2B5EF4-FFF2-40B4-BE49-F238E27FC236}">
                    <a16:creationId xmlns:a16="http://schemas.microsoft.com/office/drawing/2014/main" id="{8C1DFD40-DC48-43EB-A86D-555AFE456441}"/>
                  </a:ext>
                </a:extLst>
              </p14:cNvPr>
              <p14:cNvContentPartPr/>
              <p14:nvPr/>
            </p14:nvContentPartPr>
            <p14:xfrm>
              <a:off x="3217509" y="5624545"/>
              <a:ext cx="180360" cy="591480"/>
            </p14:xfrm>
          </p:contentPart>
        </mc:Choice>
        <mc:Fallback xmlns="">
          <p:pic>
            <p:nvPicPr>
              <p:cNvPr id="319" name="Cerneală 318">
                <a:extLst>
                  <a:ext uri="{FF2B5EF4-FFF2-40B4-BE49-F238E27FC236}">
                    <a16:creationId xmlns:a16="http://schemas.microsoft.com/office/drawing/2014/main" id="{8C1DFD40-DC48-43EB-A86D-555AFE45644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199509" y="5606905"/>
                <a:ext cx="216000" cy="62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3237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B1222A2-1DD2-4365-9675-08CD61A9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1691659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FA098774-D4E5-4B84-B05C-296F4FC57130}"/>
                  </a:ext>
                </a:extLst>
              </p14:cNvPr>
              <p14:cNvContentPartPr/>
              <p14:nvPr/>
            </p14:nvContentPartPr>
            <p14:xfrm>
              <a:off x="193868" y="2137215"/>
              <a:ext cx="77040" cy="12132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FA098774-D4E5-4B84-B05C-296F4FC571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5783" y="2119215"/>
                <a:ext cx="112847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27510DF0-EF54-45F3-8929-CEBCEB1E2573}"/>
                  </a:ext>
                </a:extLst>
              </p14:cNvPr>
              <p14:cNvContentPartPr/>
              <p14:nvPr/>
            </p14:nvContentPartPr>
            <p14:xfrm>
              <a:off x="250028" y="2468775"/>
              <a:ext cx="36720" cy="13896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27510DF0-EF54-45F3-8929-CEBCEB1E25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028" y="2450822"/>
                <a:ext cx="72360" cy="1745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384A877D-EAF4-4958-B11D-FFF563E35D5F}"/>
                  </a:ext>
                </a:extLst>
              </p14:cNvPr>
              <p14:cNvContentPartPr/>
              <p14:nvPr/>
            </p14:nvContentPartPr>
            <p14:xfrm>
              <a:off x="1711988" y="2008695"/>
              <a:ext cx="376920" cy="3535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384A877D-EAF4-4958-B11D-FFF563E35D5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3988" y="1990695"/>
                <a:ext cx="41256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8FAADCCB-F184-4E77-9F0C-097CE03B8A65}"/>
                  </a:ext>
                </a:extLst>
              </p14:cNvPr>
              <p14:cNvContentPartPr/>
              <p14:nvPr/>
            </p14:nvContentPartPr>
            <p14:xfrm>
              <a:off x="1665908" y="2438175"/>
              <a:ext cx="321840" cy="24876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8FAADCCB-F184-4E77-9F0C-097CE03B8A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47908" y="2420175"/>
                <a:ext cx="3574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792EE754-E6AA-4A53-8A95-D6369EA7A9F6}"/>
                  </a:ext>
                </a:extLst>
              </p14:cNvPr>
              <p14:cNvContentPartPr/>
              <p14:nvPr/>
            </p14:nvContentPartPr>
            <p14:xfrm>
              <a:off x="426788" y="2049375"/>
              <a:ext cx="1096200" cy="68076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792EE754-E6AA-4A53-8A95-D6369EA7A9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08788" y="2031375"/>
                <a:ext cx="1131840" cy="71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1EC3809A-4C9F-4705-95F3-22D8BC80E197}"/>
                  </a:ext>
                </a:extLst>
              </p14:cNvPr>
              <p14:cNvContentPartPr/>
              <p14:nvPr/>
            </p14:nvContentPartPr>
            <p14:xfrm>
              <a:off x="174068" y="2855415"/>
              <a:ext cx="1867680" cy="20152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1EC3809A-4C9F-4705-95F3-22D8BC80E19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6071" y="2837415"/>
                <a:ext cx="1903313" cy="20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BB1BA63C-F039-4AC3-AC6C-A2EEF89C3232}"/>
                  </a:ext>
                </a:extLst>
              </p14:cNvPr>
              <p14:cNvContentPartPr/>
              <p14:nvPr/>
            </p14:nvContentPartPr>
            <p14:xfrm>
              <a:off x="2967279" y="777269"/>
              <a:ext cx="8961120" cy="274320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BB1BA63C-F039-4AC3-AC6C-A2EEF89C323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49279" y="759269"/>
                <a:ext cx="8996760" cy="27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1" name="Cerneală 190">
                <a:extLst>
                  <a:ext uri="{FF2B5EF4-FFF2-40B4-BE49-F238E27FC236}">
                    <a16:creationId xmlns:a16="http://schemas.microsoft.com/office/drawing/2014/main" id="{7BB8BE76-2366-4526-A0E6-C1A884D632FF}"/>
                  </a:ext>
                </a:extLst>
              </p14:cNvPr>
              <p14:cNvContentPartPr/>
              <p14:nvPr/>
            </p14:nvContentPartPr>
            <p14:xfrm>
              <a:off x="2699468" y="4962495"/>
              <a:ext cx="201240" cy="595800"/>
            </p14:xfrm>
          </p:contentPart>
        </mc:Choice>
        <mc:Fallback xmlns="">
          <p:pic>
            <p:nvPicPr>
              <p:cNvPr id="191" name="Cerneală 190">
                <a:extLst>
                  <a:ext uri="{FF2B5EF4-FFF2-40B4-BE49-F238E27FC236}">
                    <a16:creationId xmlns:a16="http://schemas.microsoft.com/office/drawing/2014/main" id="{7BB8BE76-2366-4526-A0E6-C1A884D632F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681468" y="4944506"/>
                <a:ext cx="236880" cy="631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8539AB16-B37F-49F0-A3F6-FB7674188FB4}"/>
                  </a:ext>
                </a:extLst>
              </p14:cNvPr>
              <p14:cNvContentPartPr/>
              <p14:nvPr/>
            </p14:nvContentPartPr>
            <p14:xfrm>
              <a:off x="3094388" y="5014695"/>
              <a:ext cx="106560" cy="1008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8539AB16-B37F-49F0-A3F6-FB7674188FB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076388" y="4996695"/>
                <a:ext cx="1422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BE40F510-906D-4BD5-A887-31F0CF1EF563}"/>
                  </a:ext>
                </a:extLst>
              </p14:cNvPr>
              <p14:cNvContentPartPr/>
              <p14:nvPr/>
            </p14:nvContentPartPr>
            <p14:xfrm>
              <a:off x="3089348" y="5105775"/>
              <a:ext cx="118800" cy="32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BE40F510-906D-4BD5-A887-31F0CF1EF56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71348" y="5087775"/>
                <a:ext cx="154440" cy="3888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Dreptunghi 48">
            <a:extLst>
              <a:ext uri="{FF2B5EF4-FFF2-40B4-BE49-F238E27FC236}">
                <a16:creationId xmlns:a16="http://schemas.microsoft.com/office/drawing/2014/main" id="{D99C894E-3D77-4B21-B859-2F6AB8F97A7A}"/>
              </a:ext>
            </a:extLst>
          </p:cNvPr>
          <p:cNvSpPr/>
          <p:nvPr/>
        </p:nvSpPr>
        <p:spPr>
          <a:xfrm>
            <a:off x="243904" y="45757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Recapitulare privind formele canonice    - </a:t>
            </a:r>
            <a:r>
              <a:rPr lang="ro-RO" b="1" dirty="0">
                <a:solidFill>
                  <a:srgbClr val="FF0000"/>
                </a:solidFill>
              </a:rPr>
              <a:t>Forma canonică după valoarea de UNU logic</a:t>
            </a:r>
            <a:endParaRPr lang="ro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58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B1222A2-1DD2-4365-9675-08CD61A9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80" y="1661532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E323CF7A-4297-41A4-B733-2A3D9BF60569}"/>
                  </a:ext>
                </a:extLst>
              </p14:cNvPr>
              <p14:cNvContentPartPr/>
              <p14:nvPr/>
            </p14:nvContentPartPr>
            <p14:xfrm>
              <a:off x="2560505" y="1191248"/>
              <a:ext cx="474120" cy="4100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E323CF7A-4297-41A4-B733-2A3D9BF6056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2505" y="1173248"/>
                <a:ext cx="50976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AB472FF9-36B0-4276-9564-7DF55409F511}"/>
                  </a:ext>
                </a:extLst>
              </p14:cNvPr>
              <p14:cNvContentPartPr/>
              <p14:nvPr/>
            </p14:nvContentPartPr>
            <p14:xfrm>
              <a:off x="3487505" y="1012328"/>
              <a:ext cx="8577000" cy="28011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AB472FF9-36B0-4276-9564-7DF55409F5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69505" y="994330"/>
                <a:ext cx="8612640" cy="28367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A11D096D-B950-4B77-B5B2-41EF25E2C79E}"/>
                  </a:ext>
                </a:extLst>
              </p14:cNvPr>
              <p14:cNvContentPartPr/>
              <p14:nvPr/>
            </p14:nvContentPartPr>
            <p14:xfrm>
              <a:off x="174425" y="2190608"/>
              <a:ext cx="75960" cy="838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A11D096D-B950-4B77-B5B2-41EF25E2C7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339" y="2172685"/>
                <a:ext cx="111770" cy="119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DF55FCC1-4B3A-4A92-B179-E9F09F3E717A}"/>
                  </a:ext>
                </a:extLst>
              </p14:cNvPr>
              <p14:cNvContentPartPr/>
              <p14:nvPr/>
            </p14:nvContentPartPr>
            <p14:xfrm>
              <a:off x="210425" y="2451248"/>
              <a:ext cx="29520" cy="119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DF55FCC1-4B3A-4A92-B179-E9F09F3E71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2425" y="2433194"/>
                <a:ext cx="65160" cy="155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E749E7B-27E8-4787-8BAC-F7E1EA3A98DF}"/>
                  </a:ext>
                </a:extLst>
              </p14:cNvPr>
              <p14:cNvContentPartPr/>
              <p14:nvPr/>
            </p14:nvContentPartPr>
            <p14:xfrm>
              <a:off x="145625" y="4546448"/>
              <a:ext cx="186480" cy="1918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E749E7B-27E8-4787-8BAC-F7E1EA3A98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625" y="4528448"/>
                <a:ext cx="2221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DE41AEC5-2B5F-455A-B29C-D14A1FAA2DAA}"/>
                  </a:ext>
                </a:extLst>
              </p14:cNvPr>
              <p14:cNvContentPartPr/>
              <p14:nvPr/>
            </p14:nvContentPartPr>
            <p14:xfrm>
              <a:off x="152465" y="2697488"/>
              <a:ext cx="1889280" cy="17640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DE41AEC5-2B5F-455A-B29C-D14A1FAA2D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4462" y="2679488"/>
                <a:ext cx="1924927" cy="179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651210DC-3EE3-494F-AA09-9F8B169D0DD4}"/>
                  </a:ext>
                </a:extLst>
              </p14:cNvPr>
              <p14:cNvContentPartPr/>
              <p14:nvPr/>
            </p14:nvContentPartPr>
            <p14:xfrm>
              <a:off x="3011585" y="4219208"/>
              <a:ext cx="188640" cy="6436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651210DC-3EE3-494F-AA09-9F8B169D0DD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93619" y="4201208"/>
                <a:ext cx="224212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EF9A6F57-3844-4AEC-95E2-02718D64E9EB}"/>
                  </a:ext>
                </a:extLst>
              </p14:cNvPr>
              <p14:cNvContentPartPr/>
              <p14:nvPr/>
            </p14:nvContentPartPr>
            <p14:xfrm>
              <a:off x="3487865" y="4358888"/>
              <a:ext cx="133200" cy="1008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EF9A6F57-3844-4AEC-95E2-02718D64E9E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69865" y="4340888"/>
                <a:ext cx="1688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ECD88254-1BBE-46D2-A87F-45ED859813E0}"/>
                  </a:ext>
                </a:extLst>
              </p14:cNvPr>
              <p14:cNvContentPartPr/>
              <p14:nvPr/>
            </p14:nvContentPartPr>
            <p14:xfrm>
              <a:off x="3506945" y="4454648"/>
              <a:ext cx="141120" cy="151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ECD88254-1BBE-46D2-A87F-45ED859813E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488899" y="4436648"/>
                <a:ext cx="176851" cy="5076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Dreptunghi 43">
            <a:extLst>
              <a:ext uri="{FF2B5EF4-FFF2-40B4-BE49-F238E27FC236}">
                <a16:creationId xmlns:a16="http://schemas.microsoft.com/office/drawing/2014/main" id="{29D1BBF3-35F0-44D4-B207-C3D2FF551FAB}"/>
              </a:ext>
            </a:extLst>
          </p:cNvPr>
          <p:cNvSpPr/>
          <p:nvPr/>
        </p:nvSpPr>
        <p:spPr>
          <a:xfrm>
            <a:off x="243904" y="45757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Recapitulare privind formele canonice    - </a:t>
            </a:r>
            <a:r>
              <a:rPr lang="ro-RO" b="1" dirty="0">
                <a:solidFill>
                  <a:srgbClr val="FF0000"/>
                </a:solidFill>
              </a:rPr>
              <a:t>Forma canonică după valoarea de ZERO logic</a:t>
            </a:r>
            <a:endParaRPr lang="ro-RO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9B9B3702-9C7F-4160-8BAD-58993BAD0437}"/>
                  </a:ext>
                </a:extLst>
              </p14:cNvPr>
              <p14:cNvContentPartPr/>
              <p14:nvPr/>
            </p14:nvContentPartPr>
            <p14:xfrm>
              <a:off x="1845549" y="5834065"/>
              <a:ext cx="32400" cy="5004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9B9B3702-9C7F-4160-8BAD-58993BAD043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827909" y="5816065"/>
                <a:ext cx="680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1F0B5A47-26EE-48D0-B1AA-79D2FA1D878F}"/>
                  </a:ext>
                </a:extLst>
              </p14:cNvPr>
              <p14:cNvContentPartPr/>
              <p14:nvPr/>
            </p14:nvContentPartPr>
            <p14:xfrm>
              <a:off x="1854189" y="5958985"/>
              <a:ext cx="51840" cy="666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1F0B5A47-26EE-48D0-B1AA-79D2FA1D878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836549" y="5940985"/>
                <a:ext cx="8748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8E25DA3A-A2A8-4519-A7A0-1D9F2129B4D7}"/>
                  </a:ext>
                </a:extLst>
              </p14:cNvPr>
              <p14:cNvContentPartPr/>
              <p14:nvPr/>
            </p14:nvContentPartPr>
            <p14:xfrm>
              <a:off x="2396349" y="5890585"/>
              <a:ext cx="338760" cy="97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8E25DA3A-A2A8-4519-A7A0-1D9F2129B4D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378349" y="5872585"/>
                <a:ext cx="3744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63F0E0D8-33F7-479B-BBD9-51964092A31B}"/>
                  </a:ext>
                </a:extLst>
              </p14:cNvPr>
              <p14:cNvContentPartPr/>
              <p14:nvPr/>
            </p14:nvContentPartPr>
            <p14:xfrm>
              <a:off x="423189" y="5638945"/>
              <a:ext cx="1187280" cy="37944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63F0E0D8-33F7-479B-BBD9-51964092A31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05189" y="5620945"/>
                <a:ext cx="122292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6BE9E1D3-32B4-46F0-819D-545DA5C9FFE5}"/>
                  </a:ext>
                </a:extLst>
              </p14:cNvPr>
              <p14:cNvContentPartPr/>
              <p14:nvPr/>
            </p14:nvContentPartPr>
            <p14:xfrm>
              <a:off x="2299869" y="6287665"/>
              <a:ext cx="349200" cy="1728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6BE9E1D3-32B4-46F0-819D-545DA5C9FFE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282229" y="6270025"/>
                <a:ext cx="3848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A519991B-761B-4AE6-B028-5A4C1E771DDC}"/>
                  </a:ext>
                </a:extLst>
              </p14:cNvPr>
              <p14:cNvContentPartPr/>
              <p14:nvPr/>
            </p14:nvContentPartPr>
            <p14:xfrm>
              <a:off x="1636029" y="2656345"/>
              <a:ext cx="449640" cy="3920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A519991B-761B-4AE6-B028-5A4C1E771DD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618029" y="2638345"/>
                <a:ext cx="48528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7FF942E1-8EAE-4260-BB4D-2EBABD71CE2D}"/>
                  </a:ext>
                </a:extLst>
              </p14:cNvPr>
              <p14:cNvContentPartPr/>
              <p14:nvPr/>
            </p14:nvContentPartPr>
            <p14:xfrm>
              <a:off x="1653669" y="3339625"/>
              <a:ext cx="407160" cy="4172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7FF942E1-8EAE-4260-BB4D-2EBABD71CE2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636029" y="3321625"/>
                <a:ext cx="44280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32E8DA1B-22BE-4760-92A5-5EDD7D2E4C5E}"/>
                  </a:ext>
                </a:extLst>
              </p14:cNvPr>
              <p14:cNvContentPartPr/>
              <p14:nvPr/>
            </p14:nvContentPartPr>
            <p14:xfrm>
              <a:off x="1664469" y="4023265"/>
              <a:ext cx="441720" cy="3970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32E8DA1B-22BE-4760-92A5-5EDD7D2E4C5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646829" y="4005265"/>
                <a:ext cx="47736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BD694C6F-3B62-4EBD-AC98-78EAB66C9910}"/>
                  </a:ext>
                </a:extLst>
              </p14:cNvPr>
              <p14:cNvContentPartPr/>
              <p14:nvPr/>
            </p14:nvContentPartPr>
            <p14:xfrm>
              <a:off x="2987109" y="4051705"/>
              <a:ext cx="9045360" cy="267624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BD694C6F-3B62-4EBD-AC98-78EAB66C991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969468" y="4034063"/>
                <a:ext cx="9081001" cy="271188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083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B1222A2-1DD2-4365-9675-08CD61A9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80" y="1661532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A11D096D-B950-4B77-B5B2-41EF25E2C79E}"/>
                  </a:ext>
                </a:extLst>
              </p14:cNvPr>
              <p14:cNvContentPartPr/>
              <p14:nvPr/>
            </p14:nvContentPartPr>
            <p14:xfrm>
              <a:off x="174425" y="2190608"/>
              <a:ext cx="75960" cy="838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A11D096D-B950-4B77-B5B2-41EF25E2C7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6339" y="2172685"/>
                <a:ext cx="111770" cy="119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DF55FCC1-4B3A-4A92-B179-E9F09F3E717A}"/>
                  </a:ext>
                </a:extLst>
              </p14:cNvPr>
              <p14:cNvContentPartPr/>
              <p14:nvPr/>
            </p14:nvContentPartPr>
            <p14:xfrm>
              <a:off x="210425" y="2451248"/>
              <a:ext cx="29520" cy="11988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DF55FCC1-4B3A-4A92-B179-E9F09F3E71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2425" y="2433194"/>
                <a:ext cx="65160" cy="1556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E749E7B-27E8-4787-8BAC-F7E1EA3A98DF}"/>
                  </a:ext>
                </a:extLst>
              </p14:cNvPr>
              <p14:cNvContentPartPr/>
              <p14:nvPr/>
            </p14:nvContentPartPr>
            <p14:xfrm>
              <a:off x="145625" y="4546448"/>
              <a:ext cx="186480" cy="19188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E749E7B-27E8-4787-8BAC-F7E1EA3A98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7625" y="4528448"/>
                <a:ext cx="2221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DE41AEC5-2B5F-455A-B29C-D14A1FAA2DAA}"/>
                  </a:ext>
                </a:extLst>
              </p14:cNvPr>
              <p14:cNvContentPartPr/>
              <p14:nvPr/>
            </p14:nvContentPartPr>
            <p14:xfrm>
              <a:off x="152465" y="2697488"/>
              <a:ext cx="1889280" cy="176400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DE41AEC5-2B5F-455A-B29C-D14A1FAA2DA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34462" y="2679488"/>
                <a:ext cx="1924927" cy="1799640"/>
              </a:xfrm>
              <a:prstGeom prst="rect">
                <a:avLst/>
              </a:prstGeom>
            </p:spPr>
          </p:pic>
        </mc:Fallback>
      </mc:AlternateContent>
      <p:sp>
        <p:nvSpPr>
          <p:cNvPr id="44" name="Dreptunghi 43">
            <a:extLst>
              <a:ext uri="{FF2B5EF4-FFF2-40B4-BE49-F238E27FC236}">
                <a16:creationId xmlns:a16="http://schemas.microsoft.com/office/drawing/2014/main" id="{29D1BBF3-35F0-44D4-B207-C3D2FF551FAB}"/>
              </a:ext>
            </a:extLst>
          </p:cNvPr>
          <p:cNvSpPr/>
          <p:nvPr/>
        </p:nvSpPr>
        <p:spPr>
          <a:xfrm>
            <a:off x="243904" y="45757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Recapitulare privind formele canonice    - </a:t>
            </a:r>
            <a:r>
              <a:rPr lang="ro-RO" b="1" dirty="0">
                <a:solidFill>
                  <a:srgbClr val="FF0000"/>
                </a:solidFill>
              </a:rPr>
              <a:t>Forma canonică după valoarea de ZERO logic</a:t>
            </a:r>
            <a:endParaRPr lang="ro-RO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A519991B-761B-4AE6-B028-5A4C1E771DDC}"/>
                  </a:ext>
                </a:extLst>
              </p14:cNvPr>
              <p14:cNvContentPartPr/>
              <p14:nvPr/>
            </p14:nvContentPartPr>
            <p14:xfrm>
              <a:off x="1636029" y="2656345"/>
              <a:ext cx="449640" cy="39204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A519991B-761B-4AE6-B028-5A4C1E771DD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18029" y="2638345"/>
                <a:ext cx="48528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7FF942E1-8EAE-4260-BB4D-2EBABD71CE2D}"/>
                  </a:ext>
                </a:extLst>
              </p14:cNvPr>
              <p14:cNvContentPartPr/>
              <p14:nvPr/>
            </p14:nvContentPartPr>
            <p14:xfrm>
              <a:off x="1653669" y="3339625"/>
              <a:ext cx="407160" cy="4172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7FF942E1-8EAE-4260-BB4D-2EBABD71CE2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36029" y="3321625"/>
                <a:ext cx="44280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32E8DA1B-22BE-4760-92A5-5EDD7D2E4C5E}"/>
                  </a:ext>
                </a:extLst>
              </p14:cNvPr>
              <p14:cNvContentPartPr/>
              <p14:nvPr/>
            </p14:nvContentPartPr>
            <p14:xfrm>
              <a:off x="1664469" y="4023265"/>
              <a:ext cx="441720" cy="39708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32E8DA1B-22BE-4760-92A5-5EDD7D2E4C5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46829" y="4005265"/>
                <a:ext cx="47736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77215BE-FC0F-4C26-B07A-D5763F8F705F}"/>
                  </a:ext>
                </a:extLst>
              </p14:cNvPr>
              <p14:cNvContentPartPr/>
              <p14:nvPr/>
            </p14:nvContentPartPr>
            <p14:xfrm>
              <a:off x="3074589" y="1217065"/>
              <a:ext cx="167760" cy="63072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77215BE-FC0F-4C26-B07A-D5763F8F705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56589" y="1199425"/>
                <a:ext cx="203400" cy="66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0E80E391-A124-4031-88FF-687C72ABCBE7}"/>
                  </a:ext>
                </a:extLst>
              </p14:cNvPr>
              <p14:cNvContentPartPr/>
              <p14:nvPr/>
            </p14:nvContentPartPr>
            <p14:xfrm>
              <a:off x="3392829" y="1277185"/>
              <a:ext cx="174600" cy="172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0E80E391-A124-4031-88FF-687C72ABCBE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374829" y="1259545"/>
                <a:ext cx="21024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11C23010-D46F-476B-82B5-5A2E3C5B1A68}"/>
                  </a:ext>
                </a:extLst>
              </p14:cNvPr>
              <p14:cNvContentPartPr/>
              <p14:nvPr/>
            </p14:nvContentPartPr>
            <p14:xfrm>
              <a:off x="3421629" y="1404985"/>
              <a:ext cx="185040" cy="93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11C23010-D46F-476B-82B5-5A2E3C5B1A68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403629" y="1386985"/>
                <a:ext cx="2206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074232A5-A71B-472A-82FF-9CB5A940E564}"/>
                  </a:ext>
                </a:extLst>
              </p14:cNvPr>
              <p14:cNvContentPartPr/>
              <p14:nvPr/>
            </p14:nvContentPartPr>
            <p14:xfrm>
              <a:off x="3786309" y="1111225"/>
              <a:ext cx="625320" cy="5025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074232A5-A71B-472A-82FF-9CB5A940E56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768309" y="1093585"/>
                <a:ext cx="660960" cy="53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59DAF261-21AD-4E0E-8CD3-E9FCA3F7550B}"/>
                  </a:ext>
                </a:extLst>
              </p14:cNvPr>
              <p14:cNvContentPartPr/>
              <p14:nvPr/>
            </p14:nvContentPartPr>
            <p14:xfrm>
              <a:off x="4966029" y="1236505"/>
              <a:ext cx="170640" cy="2041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59DAF261-21AD-4E0E-8CD3-E9FCA3F7550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948389" y="1218505"/>
                <a:ext cx="20628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34C11647-5972-49D8-A11E-D89615BA9A9E}"/>
                  </a:ext>
                </a:extLst>
              </p14:cNvPr>
              <p14:cNvContentPartPr/>
              <p14:nvPr/>
            </p14:nvContentPartPr>
            <p14:xfrm>
              <a:off x="4541949" y="1193305"/>
              <a:ext cx="222840" cy="288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34C11647-5972-49D8-A11E-D89615BA9A9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23949" y="1175305"/>
                <a:ext cx="25848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C31DB83-AA35-4464-A6F2-C34A2C8F19D3}"/>
                  </a:ext>
                </a:extLst>
              </p14:cNvPr>
              <p14:cNvContentPartPr/>
              <p14:nvPr/>
            </p14:nvContentPartPr>
            <p14:xfrm>
              <a:off x="4543749" y="1106545"/>
              <a:ext cx="172800" cy="126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C31DB83-AA35-4464-A6F2-C34A2C8F19D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525749" y="1088545"/>
                <a:ext cx="2084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5B0BDE6A-B768-455E-BC1D-09E2BF392DAD}"/>
                  </a:ext>
                </a:extLst>
              </p14:cNvPr>
              <p14:cNvContentPartPr/>
              <p14:nvPr/>
            </p14:nvContentPartPr>
            <p14:xfrm>
              <a:off x="3935709" y="581305"/>
              <a:ext cx="145800" cy="1562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5B0BDE6A-B768-455E-BC1D-09E2BF392DA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918069" y="563305"/>
                <a:ext cx="18144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53C134E9-F12B-4E9F-BEBA-C49D9D57AE22}"/>
                  </a:ext>
                </a:extLst>
              </p14:cNvPr>
              <p14:cNvContentPartPr/>
              <p14:nvPr/>
            </p14:nvContentPartPr>
            <p14:xfrm>
              <a:off x="4614309" y="582745"/>
              <a:ext cx="37440" cy="2113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53C134E9-F12B-4E9F-BEBA-C49D9D57AE2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596309" y="564745"/>
                <a:ext cx="73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BEDCA43-1090-48AE-AAA9-5FA586BAEF83}"/>
                  </a:ext>
                </a:extLst>
              </p14:cNvPr>
              <p14:cNvContentPartPr/>
              <p14:nvPr/>
            </p14:nvContentPartPr>
            <p14:xfrm>
              <a:off x="5321349" y="605785"/>
              <a:ext cx="160200" cy="1508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BEDCA43-1090-48AE-AAA9-5FA586BAEF8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303349" y="587785"/>
                <a:ext cx="19584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C7F5DA0-20FE-49E6-9B9E-932CF7AAE572}"/>
                  </a:ext>
                </a:extLst>
              </p14:cNvPr>
              <p14:cNvContentPartPr/>
              <p14:nvPr/>
            </p14:nvContentPartPr>
            <p14:xfrm>
              <a:off x="8205309" y="1125985"/>
              <a:ext cx="287640" cy="5378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C7F5DA0-20FE-49E6-9B9E-932CF7AAE57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187669" y="1107985"/>
                <a:ext cx="323280" cy="57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B914430-5730-4339-95FB-B32A71AD87DD}"/>
                  </a:ext>
                </a:extLst>
              </p14:cNvPr>
              <p14:cNvContentPartPr/>
              <p14:nvPr/>
            </p14:nvContentPartPr>
            <p14:xfrm>
              <a:off x="7646949" y="1250185"/>
              <a:ext cx="452520" cy="2365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B914430-5730-4339-95FB-B32A71AD87D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629309" y="1232185"/>
                <a:ext cx="4881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EB27CA7C-1643-4E3C-82D8-830131093D17}"/>
                  </a:ext>
                </a:extLst>
              </p14:cNvPr>
              <p14:cNvContentPartPr/>
              <p14:nvPr/>
            </p14:nvContentPartPr>
            <p14:xfrm>
              <a:off x="7334109" y="1260265"/>
              <a:ext cx="227160" cy="22248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EB27CA7C-1643-4E3C-82D8-830131093D1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316109" y="1242625"/>
                <a:ext cx="26280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FB1BB3B-9193-44A4-946F-2498C4FA6C15}"/>
                  </a:ext>
                </a:extLst>
              </p14:cNvPr>
              <p14:cNvContentPartPr/>
              <p14:nvPr/>
            </p14:nvContentPartPr>
            <p14:xfrm>
              <a:off x="6939549" y="1207705"/>
              <a:ext cx="252720" cy="3099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FB1BB3B-9193-44A4-946F-2498C4FA6C1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21575" y="1189684"/>
                <a:ext cx="288309" cy="3456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5DB5C32-8344-4229-9429-08A510D9F91A}"/>
                  </a:ext>
                </a:extLst>
              </p14:cNvPr>
              <p14:cNvContentPartPr/>
              <p14:nvPr/>
            </p14:nvContentPartPr>
            <p14:xfrm>
              <a:off x="6679629" y="1227145"/>
              <a:ext cx="149760" cy="1764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5DB5C32-8344-4229-9429-08A510D9F91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661989" y="1209145"/>
                <a:ext cx="1854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499FE2C5-7949-4B6B-8A2A-37453736CE9C}"/>
                  </a:ext>
                </a:extLst>
              </p14:cNvPr>
              <p14:cNvContentPartPr/>
              <p14:nvPr/>
            </p14:nvContentPartPr>
            <p14:xfrm>
              <a:off x="6386229" y="742585"/>
              <a:ext cx="55440" cy="20592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499FE2C5-7949-4B6B-8A2A-37453736CE9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368229" y="724945"/>
                <a:ext cx="9108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ACB645D4-00BA-4042-9E93-AE5E6431539C}"/>
                  </a:ext>
                </a:extLst>
              </p14:cNvPr>
              <p14:cNvContentPartPr/>
              <p14:nvPr/>
            </p14:nvContentPartPr>
            <p14:xfrm>
              <a:off x="6933789" y="771385"/>
              <a:ext cx="160920" cy="16848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ACB645D4-00BA-4042-9E93-AE5E6431539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915789" y="753385"/>
                <a:ext cx="1965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DA69DE2F-DB61-4E6F-879D-1433A4910EFF}"/>
                  </a:ext>
                </a:extLst>
              </p14:cNvPr>
              <p14:cNvContentPartPr/>
              <p14:nvPr/>
            </p14:nvContentPartPr>
            <p14:xfrm>
              <a:off x="7826589" y="770665"/>
              <a:ext cx="157320" cy="1285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DA69DE2F-DB61-4E6F-879D-1433A4910EF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808949" y="753025"/>
                <a:ext cx="1929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E0DB852-19B3-4DE9-B918-7663D8B0E479}"/>
                  </a:ext>
                </a:extLst>
              </p14:cNvPr>
              <p14:cNvContentPartPr/>
              <p14:nvPr/>
            </p14:nvContentPartPr>
            <p14:xfrm>
              <a:off x="8654949" y="1193305"/>
              <a:ext cx="124920" cy="4258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E0DB852-19B3-4DE9-B918-7663D8B0E47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636949" y="1175305"/>
                <a:ext cx="1605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5ABDB2E-E4C4-4386-8432-E3C69BD68598}"/>
                  </a:ext>
                </a:extLst>
              </p14:cNvPr>
              <p14:cNvContentPartPr/>
              <p14:nvPr/>
            </p14:nvContentPartPr>
            <p14:xfrm>
              <a:off x="11073429" y="1193305"/>
              <a:ext cx="130320" cy="5958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5ABDB2E-E4C4-4386-8432-E3C69BD6859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055789" y="1175305"/>
                <a:ext cx="16596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13DABE97-CA27-4D7D-888D-0029D05B48DA}"/>
                  </a:ext>
                </a:extLst>
              </p14:cNvPr>
              <p14:cNvContentPartPr/>
              <p14:nvPr/>
            </p14:nvContentPartPr>
            <p14:xfrm>
              <a:off x="9759789" y="1265665"/>
              <a:ext cx="1186200" cy="3229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13DABE97-CA27-4D7D-888D-0029D05B48D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742149" y="1247685"/>
                <a:ext cx="1221840" cy="3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81CA81E4-0780-47C2-9773-3B7E1ADBB6F6}"/>
                  </a:ext>
                </a:extLst>
              </p14:cNvPr>
              <p14:cNvContentPartPr/>
              <p14:nvPr/>
            </p14:nvContentPartPr>
            <p14:xfrm>
              <a:off x="9471069" y="1299145"/>
              <a:ext cx="194760" cy="2008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81CA81E4-0780-47C2-9773-3B7E1ADBB6F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9453069" y="1281145"/>
                <a:ext cx="2304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147D7FDF-967A-4696-829C-A1DD4D82C3F3}"/>
                  </a:ext>
                </a:extLst>
              </p14:cNvPr>
              <p14:cNvContentPartPr/>
              <p14:nvPr/>
            </p14:nvContentPartPr>
            <p14:xfrm>
              <a:off x="8999109" y="1241545"/>
              <a:ext cx="371880" cy="3128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147D7FDF-967A-4696-829C-A1DD4D82C3F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981469" y="1223545"/>
                <a:ext cx="407520" cy="34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7A8BDC67-62B5-4CE3-9D7C-B01B7EA7F85E}"/>
                  </a:ext>
                </a:extLst>
              </p14:cNvPr>
              <p14:cNvContentPartPr/>
              <p14:nvPr/>
            </p14:nvContentPartPr>
            <p14:xfrm>
              <a:off x="9076149" y="653305"/>
              <a:ext cx="75600" cy="2124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7A8BDC67-62B5-4CE3-9D7C-B01B7EA7F85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058509" y="635305"/>
                <a:ext cx="1112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8B84858F-693D-4C11-9D80-8FE1C2F5C29C}"/>
                  </a:ext>
                </a:extLst>
              </p14:cNvPr>
              <p14:cNvContentPartPr/>
              <p14:nvPr/>
            </p14:nvContentPartPr>
            <p14:xfrm>
              <a:off x="9862389" y="691465"/>
              <a:ext cx="18720" cy="2196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8B84858F-693D-4C11-9D80-8FE1C2F5C29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844389" y="673465"/>
                <a:ext cx="543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36A2BA9B-D248-4C88-9109-ED9C76F68626}"/>
                  </a:ext>
                </a:extLst>
              </p14:cNvPr>
              <p14:cNvContentPartPr/>
              <p14:nvPr/>
            </p14:nvContentPartPr>
            <p14:xfrm>
              <a:off x="10622709" y="807025"/>
              <a:ext cx="214200" cy="1260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36A2BA9B-D248-4C88-9109-ED9C76F68626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605069" y="789025"/>
                <a:ext cx="2498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E30A221C-2133-4B1B-9AFD-E93F81A8BFB6}"/>
                  </a:ext>
                </a:extLst>
              </p14:cNvPr>
              <p14:cNvContentPartPr/>
              <p14:nvPr/>
            </p14:nvContentPartPr>
            <p14:xfrm>
              <a:off x="8985429" y="1121305"/>
              <a:ext cx="196920" cy="2448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E30A221C-2133-4B1B-9AFD-E93F81A8BFB6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967789" y="1103665"/>
                <a:ext cx="2325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61EF1A08-D4D2-47C7-BDB5-1A38ED4840D7}"/>
                  </a:ext>
                </a:extLst>
              </p14:cNvPr>
              <p14:cNvContentPartPr/>
              <p14:nvPr/>
            </p14:nvContentPartPr>
            <p14:xfrm>
              <a:off x="9785349" y="1159465"/>
              <a:ext cx="213840" cy="475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61EF1A08-D4D2-47C7-BDB5-1A38ED4840D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767709" y="1141825"/>
                <a:ext cx="2494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07562A45-AAE3-480D-B33C-9675605D2831}"/>
                  </a:ext>
                </a:extLst>
              </p14:cNvPr>
              <p14:cNvContentPartPr/>
              <p14:nvPr/>
            </p14:nvContentPartPr>
            <p14:xfrm>
              <a:off x="2978829" y="2328745"/>
              <a:ext cx="250920" cy="7808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07562A45-AAE3-480D-B33C-9675605D283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960829" y="2311105"/>
                <a:ext cx="286560" cy="81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0CA352C9-C73B-4B82-9FDB-41A4F50E9A2E}"/>
                  </a:ext>
                </a:extLst>
              </p14:cNvPr>
              <p14:cNvContentPartPr/>
              <p14:nvPr/>
            </p14:nvContentPartPr>
            <p14:xfrm>
              <a:off x="3460149" y="2632225"/>
              <a:ext cx="148680" cy="158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0CA352C9-C73B-4B82-9FDB-41A4F50E9A2E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442149" y="2614585"/>
                <a:ext cx="1843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F5000519-839F-466C-AC49-B8AAA19D5344}"/>
                  </a:ext>
                </a:extLst>
              </p14:cNvPr>
              <p14:cNvContentPartPr/>
              <p14:nvPr/>
            </p14:nvContentPartPr>
            <p14:xfrm>
              <a:off x="3474189" y="2766865"/>
              <a:ext cx="144000" cy="1764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F5000519-839F-466C-AC49-B8AAA19D534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456549" y="2749225"/>
                <a:ext cx="1796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824A71E9-A4B6-41B3-9EB4-A8C112A3FC7F}"/>
                  </a:ext>
                </a:extLst>
              </p14:cNvPr>
              <p14:cNvContentPartPr/>
              <p14:nvPr/>
            </p14:nvContentPartPr>
            <p14:xfrm>
              <a:off x="3974589" y="2088265"/>
              <a:ext cx="63000" cy="19674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824A71E9-A4B6-41B3-9EB4-A8C112A3FC7F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956949" y="2070625"/>
                <a:ext cx="98640" cy="20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06661D44-2CCA-4728-A6BC-8BA5430258F7}"/>
                  </a:ext>
                </a:extLst>
              </p14:cNvPr>
              <p14:cNvContentPartPr/>
              <p14:nvPr/>
            </p14:nvContentPartPr>
            <p14:xfrm>
              <a:off x="5234949" y="1039225"/>
              <a:ext cx="1353960" cy="58860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06661D44-2CCA-4728-A6BC-8BA5430258F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216944" y="1021585"/>
                <a:ext cx="1389609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FF59523A-83EA-4779-ABE4-0C21D2789210}"/>
                  </a:ext>
                </a:extLst>
              </p14:cNvPr>
              <p14:cNvContentPartPr/>
              <p14:nvPr/>
            </p14:nvContentPartPr>
            <p14:xfrm>
              <a:off x="4177269" y="2107345"/>
              <a:ext cx="1065960" cy="20152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FF59523A-83EA-4779-ABE4-0C21D278921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159275" y="2089705"/>
                <a:ext cx="1101588" cy="20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1E6F8C1C-CDC0-4FFD-914F-9D2F26D3C7BF}"/>
                  </a:ext>
                </a:extLst>
              </p14:cNvPr>
              <p14:cNvContentPartPr/>
              <p14:nvPr/>
            </p14:nvContentPartPr>
            <p14:xfrm>
              <a:off x="5365629" y="2059465"/>
              <a:ext cx="911880" cy="19497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1E6F8C1C-CDC0-4FFD-914F-9D2F26D3C7BF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347629" y="2041465"/>
                <a:ext cx="947520" cy="19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B9E0B233-3EDB-4D34-ADBA-6A094BEE0B3F}"/>
                  </a:ext>
                </a:extLst>
              </p14:cNvPr>
              <p14:cNvContentPartPr/>
              <p14:nvPr/>
            </p14:nvContentPartPr>
            <p14:xfrm>
              <a:off x="7820109" y="3069625"/>
              <a:ext cx="300600" cy="2052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B9E0B233-3EDB-4D34-ADBA-6A094BEE0B3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802469" y="3051625"/>
                <a:ext cx="33624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AABC5E38-C244-4331-AC1B-C425AE988DC9}"/>
                  </a:ext>
                </a:extLst>
              </p14:cNvPr>
              <p14:cNvContentPartPr/>
              <p14:nvPr/>
            </p14:nvContentPartPr>
            <p14:xfrm>
              <a:off x="8426709" y="3339625"/>
              <a:ext cx="2395080" cy="8204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AABC5E38-C244-4331-AC1B-C425AE988DC9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408709" y="3321625"/>
                <a:ext cx="2430720" cy="85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18AB910D-B142-4191-9F57-3C284DF6155F}"/>
                  </a:ext>
                </a:extLst>
              </p14:cNvPr>
              <p14:cNvContentPartPr/>
              <p14:nvPr/>
            </p14:nvContentPartPr>
            <p14:xfrm>
              <a:off x="10346949" y="2877385"/>
              <a:ext cx="463320" cy="22464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18AB910D-B142-4191-9F57-3C284DF6155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329309" y="2859717"/>
                <a:ext cx="498960" cy="260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63" name="Cerneală 162">
                <a:extLst>
                  <a:ext uri="{FF2B5EF4-FFF2-40B4-BE49-F238E27FC236}">
                    <a16:creationId xmlns:a16="http://schemas.microsoft.com/office/drawing/2014/main" id="{A1C9BD35-138D-49D8-9902-B8BCB9B6DE77}"/>
                  </a:ext>
                </a:extLst>
              </p14:cNvPr>
              <p14:cNvContentPartPr/>
              <p14:nvPr/>
            </p14:nvContentPartPr>
            <p14:xfrm>
              <a:off x="8460549" y="2856505"/>
              <a:ext cx="1545120" cy="316800"/>
            </p14:xfrm>
          </p:contentPart>
        </mc:Choice>
        <mc:Fallback xmlns="">
          <p:pic>
            <p:nvPicPr>
              <p:cNvPr id="163" name="Cerneală 162">
                <a:extLst>
                  <a:ext uri="{FF2B5EF4-FFF2-40B4-BE49-F238E27FC236}">
                    <a16:creationId xmlns:a16="http://schemas.microsoft.com/office/drawing/2014/main" id="{A1C9BD35-138D-49D8-9902-B8BCB9B6DE77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8442553" y="2838865"/>
                <a:ext cx="1580752" cy="35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090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Recapitulare privind formele canonice -  </a:t>
            </a:r>
            <a:r>
              <a:rPr lang="ro-RO" b="1" dirty="0">
                <a:solidFill>
                  <a:srgbClr val="FF0000"/>
                </a:solidFill>
              </a:rPr>
              <a:t>Expresii pentru porțile XOR respectiv XNOR  </a:t>
            </a:r>
            <a:endParaRPr lang="ro-RO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63D6B2AD-80B1-44A8-B8A5-B6C5E9FCFD65}"/>
                  </a:ext>
                </a:extLst>
              </p14:cNvPr>
              <p14:cNvContentPartPr/>
              <p14:nvPr/>
            </p14:nvContentPartPr>
            <p14:xfrm>
              <a:off x="307629" y="880105"/>
              <a:ext cx="264240" cy="4662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63D6B2AD-80B1-44A8-B8A5-B6C5E9FCFD6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989" y="862465"/>
                <a:ext cx="29988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E7A78738-8FD7-4231-87C3-F339775D3380}"/>
                  </a:ext>
                </a:extLst>
              </p14:cNvPr>
              <p14:cNvContentPartPr/>
              <p14:nvPr/>
            </p14:nvContentPartPr>
            <p14:xfrm>
              <a:off x="813069" y="882265"/>
              <a:ext cx="686520" cy="3679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E7A78738-8FD7-4231-87C3-F339775D33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429" y="864265"/>
                <a:ext cx="72216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0DD200B8-974B-4D99-AE28-87EFA19B404F}"/>
                  </a:ext>
                </a:extLst>
              </p14:cNvPr>
              <p14:cNvContentPartPr/>
              <p14:nvPr/>
            </p14:nvContentPartPr>
            <p14:xfrm>
              <a:off x="1919709" y="755185"/>
              <a:ext cx="3576600" cy="8323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0DD200B8-974B-4D99-AE28-87EFA19B40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02069" y="737185"/>
                <a:ext cx="3612240" cy="86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380B05BA-A771-4CD7-853C-A5EF428F6796}"/>
                  </a:ext>
                </a:extLst>
              </p14:cNvPr>
              <p14:cNvContentPartPr/>
              <p14:nvPr/>
            </p14:nvContentPartPr>
            <p14:xfrm>
              <a:off x="3387429" y="4005985"/>
              <a:ext cx="268920" cy="12312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380B05BA-A771-4CD7-853C-A5EF428F67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69429" y="3987985"/>
                <a:ext cx="3045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AABD9EF2-D56D-48CB-89B7-BCB95C0DEB7A}"/>
                  </a:ext>
                </a:extLst>
              </p14:cNvPr>
              <p14:cNvContentPartPr/>
              <p14:nvPr/>
            </p14:nvContentPartPr>
            <p14:xfrm>
              <a:off x="2324349" y="3926785"/>
              <a:ext cx="464400" cy="3844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AABD9EF2-D56D-48CB-89B7-BCB95C0DEB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06349" y="3908785"/>
                <a:ext cx="500040" cy="42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2E5A8BF1-5905-4871-A55D-7314ED88165A}"/>
                  </a:ext>
                </a:extLst>
              </p14:cNvPr>
              <p14:cNvContentPartPr/>
              <p14:nvPr/>
            </p14:nvContentPartPr>
            <p14:xfrm>
              <a:off x="1491669" y="3825985"/>
              <a:ext cx="331920" cy="4190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2E5A8BF1-5905-4871-A55D-7314ED88165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73689" y="3808000"/>
                <a:ext cx="367521" cy="454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E3165F07-5399-4E1C-A4AF-F179544BB3E4}"/>
                  </a:ext>
                </a:extLst>
              </p14:cNvPr>
              <p14:cNvContentPartPr/>
              <p14:nvPr/>
            </p14:nvContentPartPr>
            <p14:xfrm>
              <a:off x="259389" y="3950905"/>
              <a:ext cx="902520" cy="5184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E3165F07-5399-4E1C-A4AF-F179544BB3E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1749" y="3933265"/>
                <a:ext cx="93816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C703E04C-63A3-443A-9F8A-BAEE898F5270}"/>
                  </a:ext>
                </a:extLst>
              </p14:cNvPr>
              <p14:cNvContentPartPr/>
              <p14:nvPr/>
            </p14:nvContentPartPr>
            <p14:xfrm>
              <a:off x="539469" y="2673985"/>
              <a:ext cx="874440" cy="33840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C703E04C-63A3-443A-9F8A-BAEE898F527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1469" y="2638345"/>
                <a:ext cx="91008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0E7E324-2842-4B21-B37E-2B7BC8D190AF}"/>
                  </a:ext>
                </a:extLst>
              </p14:cNvPr>
              <p14:cNvContentPartPr/>
              <p14:nvPr/>
            </p14:nvContentPartPr>
            <p14:xfrm>
              <a:off x="588429" y="2995825"/>
              <a:ext cx="903240" cy="34128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0E7E324-2842-4B21-B37E-2B7BC8D190A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0789" y="2959825"/>
                <a:ext cx="9388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14C85688-6CC6-4799-B5AA-974B08D1998F}"/>
                  </a:ext>
                </a:extLst>
              </p14:cNvPr>
              <p14:cNvContentPartPr/>
              <p14:nvPr/>
            </p14:nvContentPartPr>
            <p14:xfrm>
              <a:off x="1639269" y="2652025"/>
              <a:ext cx="412200" cy="2887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14C85688-6CC6-4799-B5AA-974B08D1998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21629" y="2616025"/>
                <a:ext cx="44784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CDD05299-E82C-4625-9AB9-653E4EAD2315}"/>
                  </a:ext>
                </a:extLst>
              </p14:cNvPr>
              <p14:cNvContentPartPr/>
              <p14:nvPr/>
            </p14:nvContentPartPr>
            <p14:xfrm>
              <a:off x="1675629" y="2940025"/>
              <a:ext cx="321120" cy="2721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CDD05299-E82C-4625-9AB9-653E4EAD231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57989" y="2904385"/>
                <a:ext cx="3567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EB093F1F-4452-4D81-855E-79C782C179C7}"/>
                  </a:ext>
                </a:extLst>
              </p14:cNvPr>
              <p14:cNvContentPartPr/>
              <p14:nvPr/>
            </p14:nvContentPartPr>
            <p14:xfrm>
              <a:off x="3796029" y="3676585"/>
              <a:ext cx="896760" cy="101844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EB093F1F-4452-4D81-855E-79C782C179C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78389" y="3658585"/>
                <a:ext cx="932400" cy="10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312C61FC-E33C-453D-B96D-B3EF21977DC9}"/>
                  </a:ext>
                </a:extLst>
              </p14:cNvPr>
              <p14:cNvContentPartPr/>
              <p14:nvPr/>
            </p14:nvContentPartPr>
            <p14:xfrm>
              <a:off x="4826709" y="3710425"/>
              <a:ext cx="64440" cy="9446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312C61FC-E33C-453D-B96D-B3EF21977DC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09069" y="3692425"/>
                <a:ext cx="100080" cy="9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F8ECD43F-75B8-42F8-911D-0BA0D352D435}"/>
                  </a:ext>
                </a:extLst>
              </p14:cNvPr>
              <p14:cNvContentPartPr/>
              <p14:nvPr/>
            </p14:nvContentPartPr>
            <p14:xfrm>
              <a:off x="7155189" y="3900505"/>
              <a:ext cx="70560" cy="5342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F8ECD43F-75B8-42F8-911D-0BA0D352D43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137189" y="3882505"/>
                <a:ext cx="106200" cy="5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50981B83-A33B-4FD9-87D8-912541A74063}"/>
                  </a:ext>
                </a:extLst>
              </p14:cNvPr>
              <p14:cNvContentPartPr/>
              <p14:nvPr/>
            </p14:nvContentPartPr>
            <p14:xfrm>
              <a:off x="5865309" y="3965305"/>
              <a:ext cx="515160" cy="33840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50981B83-A33B-4FD9-87D8-912541A740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47669" y="3947305"/>
                <a:ext cx="5508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0846ED5C-7702-48EB-B8EC-7B4F0D6E06EB}"/>
                  </a:ext>
                </a:extLst>
              </p14:cNvPr>
              <p14:cNvContentPartPr/>
              <p14:nvPr/>
            </p14:nvContentPartPr>
            <p14:xfrm>
              <a:off x="1829709" y="5163745"/>
              <a:ext cx="199800" cy="1800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0846ED5C-7702-48EB-B8EC-7B4F0D6E06E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811709" y="5145745"/>
                <a:ext cx="23544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0B8ED573-CDF3-4ED9-B680-8CA682114708}"/>
                  </a:ext>
                </a:extLst>
              </p14:cNvPr>
              <p14:cNvContentPartPr/>
              <p14:nvPr/>
            </p14:nvContentPartPr>
            <p14:xfrm>
              <a:off x="1765269" y="4884745"/>
              <a:ext cx="44640" cy="10728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0B8ED573-CDF3-4ED9-B680-8CA68211470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747269" y="4866745"/>
                <a:ext cx="802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7300F067-8EE5-4936-9869-F0E99ADCB2FD}"/>
                  </a:ext>
                </a:extLst>
              </p14:cNvPr>
              <p14:cNvContentPartPr/>
              <p14:nvPr/>
            </p14:nvContentPartPr>
            <p14:xfrm>
              <a:off x="1996749" y="4845865"/>
              <a:ext cx="69120" cy="2170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7300F067-8EE5-4936-9869-F0E99ADCB2F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79109" y="4828225"/>
                <a:ext cx="1047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431FB05-93BE-49EB-90B4-B5C16A548ABF}"/>
                  </a:ext>
                </a:extLst>
              </p14:cNvPr>
              <p14:cNvContentPartPr/>
              <p14:nvPr/>
            </p14:nvContentPartPr>
            <p14:xfrm>
              <a:off x="2343429" y="5192545"/>
              <a:ext cx="380880" cy="4053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431FB05-93BE-49EB-90B4-B5C16A548AB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325772" y="5174905"/>
                <a:ext cx="416554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257C86A5-C728-4967-A780-513327D90DFD}"/>
                  </a:ext>
                </a:extLst>
              </p14:cNvPr>
              <p14:cNvContentPartPr/>
              <p14:nvPr/>
            </p14:nvContentPartPr>
            <p14:xfrm>
              <a:off x="312309" y="5080945"/>
              <a:ext cx="1080720" cy="6638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257C86A5-C728-4967-A780-513327D90DF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4669" y="5062945"/>
                <a:ext cx="1116360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D8863BC8-FEE0-4D2A-96AB-D6479F56ED12}"/>
                  </a:ext>
                </a:extLst>
              </p14:cNvPr>
              <p14:cNvContentPartPr/>
              <p14:nvPr/>
            </p14:nvContentPartPr>
            <p14:xfrm>
              <a:off x="3517389" y="5380465"/>
              <a:ext cx="134640" cy="1728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D8863BC8-FEE0-4D2A-96AB-D6479F56ED1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99749" y="5362465"/>
                <a:ext cx="1702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16D0AD10-C5D4-4C55-B5EE-FF400C5EB6B3}"/>
                  </a:ext>
                </a:extLst>
              </p14:cNvPr>
              <p14:cNvContentPartPr/>
              <p14:nvPr/>
            </p14:nvContentPartPr>
            <p14:xfrm>
              <a:off x="3556269" y="5486305"/>
              <a:ext cx="103680" cy="144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16D0AD10-C5D4-4C55-B5EE-FF400C5EB6B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538269" y="5468305"/>
                <a:ext cx="1393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67" name="Cerneală 166">
                <a:extLst>
                  <a:ext uri="{FF2B5EF4-FFF2-40B4-BE49-F238E27FC236}">
                    <a16:creationId xmlns:a16="http://schemas.microsoft.com/office/drawing/2014/main" id="{248318EE-9E8F-428A-A03F-4BB71247394A}"/>
                  </a:ext>
                </a:extLst>
              </p14:cNvPr>
              <p14:cNvContentPartPr/>
              <p14:nvPr/>
            </p14:nvContentPartPr>
            <p14:xfrm>
              <a:off x="523989" y="1925905"/>
              <a:ext cx="1663920" cy="1635480"/>
            </p14:xfrm>
          </p:contentPart>
        </mc:Choice>
        <mc:Fallback xmlns="">
          <p:pic>
            <p:nvPicPr>
              <p:cNvPr id="167" name="Cerneală 166">
                <a:extLst>
                  <a:ext uri="{FF2B5EF4-FFF2-40B4-BE49-F238E27FC236}">
                    <a16:creationId xmlns:a16="http://schemas.microsoft.com/office/drawing/2014/main" id="{248318EE-9E8F-428A-A03F-4BB71247394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5989" y="1908265"/>
                <a:ext cx="1699560" cy="16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8ADED3B0-233B-4F8A-B615-178396CB5F3E}"/>
                  </a:ext>
                </a:extLst>
              </p14:cNvPr>
              <p14:cNvContentPartPr/>
              <p14:nvPr/>
            </p14:nvContentPartPr>
            <p14:xfrm>
              <a:off x="3065229" y="5251585"/>
              <a:ext cx="291240" cy="40644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8ADED3B0-233B-4F8A-B615-178396CB5F3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47589" y="5233585"/>
                <a:ext cx="32688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9CCDBF34-BF2D-41AC-9AD5-A6E00803D043}"/>
                  </a:ext>
                </a:extLst>
              </p14:cNvPr>
              <p14:cNvContentPartPr/>
              <p14:nvPr/>
            </p14:nvContentPartPr>
            <p14:xfrm>
              <a:off x="3046149" y="3857665"/>
              <a:ext cx="244800" cy="40536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9CCDBF34-BF2D-41AC-9AD5-A6E00803D0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028149" y="3840025"/>
                <a:ext cx="28044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BF455F67-BCBD-4F64-9D71-08392F67FEBB}"/>
                  </a:ext>
                </a:extLst>
              </p14:cNvPr>
              <p14:cNvContentPartPr/>
              <p14:nvPr/>
            </p14:nvContentPartPr>
            <p14:xfrm>
              <a:off x="8279829" y="996025"/>
              <a:ext cx="2516400" cy="223668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BF455F67-BCBD-4F64-9D71-08392F67FEB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261829" y="978025"/>
                <a:ext cx="2552040" cy="22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97" name="Cerneală 196">
                <a:extLst>
                  <a:ext uri="{FF2B5EF4-FFF2-40B4-BE49-F238E27FC236}">
                    <a16:creationId xmlns:a16="http://schemas.microsoft.com/office/drawing/2014/main" id="{5FA24DD9-991E-4C50-A27B-32DC4DEEB187}"/>
                  </a:ext>
                </a:extLst>
              </p14:cNvPr>
              <p14:cNvContentPartPr/>
              <p14:nvPr/>
            </p14:nvContentPartPr>
            <p14:xfrm>
              <a:off x="4984749" y="4990585"/>
              <a:ext cx="84960" cy="1113120"/>
            </p14:xfrm>
          </p:contentPart>
        </mc:Choice>
        <mc:Fallback xmlns="">
          <p:pic>
            <p:nvPicPr>
              <p:cNvPr id="197" name="Cerneală 196">
                <a:extLst>
                  <a:ext uri="{FF2B5EF4-FFF2-40B4-BE49-F238E27FC236}">
                    <a16:creationId xmlns:a16="http://schemas.microsoft.com/office/drawing/2014/main" id="{5FA24DD9-991E-4C50-A27B-32DC4DEEB18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967109" y="4972585"/>
                <a:ext cx="120600" cy="11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AA4B0A8D-29D7-4B40-87ED-D7F5341218C1}"/>
                  </a:ext>
                </a:extLst>
              </p14:cNvPr>
              <p14:cNvContentPartPr/>
              <p14:nvPr/>
            </p14:nvContentPartPr>
            <p14:xfrm>
              <a:off x="3883509" y="5004985"/>
              <a:ext cx="936000" cy="112212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AA4B0A8D-29D7-4B40-87ED-D7F5341218C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65869" y="4987345"/>
                <a:ext cx="971640" cy="11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8C51E136-47B0-4532-B426-8F4424B681EE}"/>
                  </a:ext>
                </a:extLst>
              </p14:cNvPr>
              <p14:cNvContentPartPr/>
              <p14:nvPr/>
            </p14:nvContentPartPr>
            <p14:xfrm>
              <a:off x="5938749" y="5376865"/>
              <a:ext cx="492120" cy="39024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8C51E136-47B0-4532-B426-8F4424B681EE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920749" y="5359225"/>
                <a:ext cx="52776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32" name="Cerneală 231">
                <a:extLst>
                  <a:ext uri="{FF2B5EF4-FFF2-40B4-BE49-F238E27FC236}">
                    <a16:creationId xmlns:a16="http://schemas.microsoft.com/office/drawing/2014/main" id="{C76D5754-D919-4536-AC6D-F5E5905E7D1D}"/>
                  </a:ext>
                </a:extLst>
              </p14:cNvPr>
              <p14:cNvContentPartPr/>
              <p14:nvPr/>
            </p14:nvContentPartPr>
            <p14:xfrm>
              <a:off x="6846669" y="3661465"/>
              <a:ext cx="5033520" cy="2464200"/>
            </p14:xfrm>
          </p:contentPart>
        </mc:Choice>
        <mc:Fallback xmlns="">
          <p:pic>
            <p:nvPicPr>
              <p:cNvPr id="232" name="Cerneală 231">
                <a:extLst>
                  <a:ext uri="{FF2B5EF4-FFF2-40B4-BE49-F238E27FC236}">
                    <a16:creationId xmlns:a16="http://schemas.microsoft.com/office/drawing/2014/main" id="{C76D5754-D919-4536-AC6D-F5E5905E7D1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28669" y="3643825"/>
                <a:ext cx="5069160" cy="24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07D69014-E96B-4935-A77A-CA0B7F7A2FD9}"/>
                  </a:ext>
                </a:extLst>
              </p14:cNvPr>
              <p14:cNvContentPartPr/>
              <p14:nvPr/>
            </p14:nvContentPartPr>
            <p14:xfrm>
              <a:off x="11025549" y="2738065"/>
              <a:ext cx="1180800" cy="61380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07D69014-E96B-4935-A77A-CA0B7F7A2FD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007549" y="2720415"/>
                <a:ext cx="1216440" cy="64946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427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F6DB02F1-D39D-4871-9C8B-4DBB7B70732C}"/>
                  </a:ext>
                </a:extLst>
              </p14:cNvPr>
              <p14:cNvContentPartPr/>
              <p14:nvPr/>
            </p14:nvContentPartPr>
            <p14:xfrm>
              <a:off x="1279989" y="554305"/>
              <a:ext cx="224280" cy="39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F6DB02F1-D39D-4871-9C8B-4DBB7B7073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1989" y="536305"/>
                <a:ext cx="259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6ED405B-D40A-4F89-960A-44129C38A34F}"/>
                  </a:ext>
                </a:extLst>
              </p14:cNvPr>
              <p14:cNvContentPartPr/>
              <p14:nvPr/>
            </p14:nvContentPartPr>
            <p14:xfrm>
              <a:off x="2637909" y="529105"/>
              <a:ext cx="214200" cy="97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6ED405B-D40A-4F89-960A-44129C38A3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9909" y="511465"/>
                <a:ext cx="24984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B8D975E-9C65-4CD0-A192-92A241610A12}"/>
                  </a:ext>
                </a:extLst>
              </p14:cNvPr>
              <p14:cNvContentPartPr/>
              <p14:nvPr/>
            </p14:nvContentPartPr>
            <p14:xfrm>
              <a:off x="2333709" y="646465"/>
              <a:ext cx="596520" cy="513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B8D975E-9C65-4CD0-A192-92A241610A1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16069" y="628825"/>
                <a:ext cx="63216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F915019C-D7DC-4F5F-B5B8-E0A524124EE7}"/>
                  </a:ext>
                </a:extLst>
              </p14:cNvPr>
              <p14:cNvContentPartPr/>
              <p14:nvPr/>
            </p14:nvContentPartPr>
            <p14:xfrm>
              <a:off x="1987389" y="629905"/>
              <a:ext cx="191520" cy="1670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F915019C-D7DC-4F5F-B5B8-E0A524124EE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69749" y="612265"/>
                <a:ext cx="22716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36A78223-502E-4E10-A0EC-9C42AB9B6343}"/>
                  </a:ext>
                </a:extLst>
              </p14:cNvPr>
              <p14:cNvContentPartPr/>
              <p14:nvPr/>
            </p14:nvContentPartPr>
            <p14:xfrm>
              <a:off x="1289349" y="629185"/>
              <a:ext cx="558360" cy="5364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36A78223-502E-4E10-A0EC-9C42AB9B634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71361" y="611557"/>
                <a:ext cx="593977" cy="5720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CA55AFA0-294F-4F22-A51C-B3499524EB0D}"/>
                  </a:ext>
                </a:extLst>
              </p14:cNvPr>
              <p14:cNvContentPartPr/>
              <p14:nvPr/>
            </p14:nvContentPartPr>
            <p14:xfrm>
              <a:off x="558189" y="520105"/>
              <a:ext cx="519840" cy="3963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CA55AFA0-294F-4F22-A51C-B3499524EB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0189" y="502465"/>
                <a:ext cx="55548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F62D2398-610F-4046-AB46-99FDFC695AA6}"/>
                  </a:ext>
                </a:extLst>
              </p14:cNvPr>
              <p14:cNvContentPartPr/>
              <p14:nvPr/>
            </p14:nvContentPartPr>
            <p14:xfrm>
              <a:off x="3787029" y="585985"/>
              <a:ext cx="391680" cy="2268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F62D2398-610F-4046-AB46-99FDFC695A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69389" y="567985"/>
                <a:ext cx="4273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1D3B322B-671C-4487-B07B-46CA5CC4F5CE}"/>
                  </a:ext>
                </a:extLst>
              </p14:cNvPr>
              <p14:cNvContentPartPr/>
              <p14:nvPr/>
            </p14:nvContentPartPr>
            <p14:xfrm>
              <a:off x="4898709" y="466465"/>
              <a:ext cx="1531440" cy="5011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1D3B322B-671C-4487-B07B-46CA5CC4F5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881069" y="448812"/>
                <a:ext cx="1567080" cy="536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59637B40-5B2B-4B58-96A1-DD7A0648410E}"/>
                  </a:ext>
                </a:extLst>
              </p14:cNvPr>
              <p14:cNvContentPartPr/>
              <p14:nvPr/>
            </p14:nvContentPartPr>
            <p14:xfrm>
              <a:off x="658629" y="1959385"/>
              <a:ext cx="8740800" cy="282384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59637B40-5B2B-4B58-96A1-DD7A064841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40989" y="1941385"/>
                <a:ext cx="8776440" cy="28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468B4632-6FD9-4F4B-8DAC-3A9A9FEB4BDA}"/>
                  </a:ext>
                </a:extLst>
              </p14:cNvPr>
              <p14:cNvContentPartPr/>
              <p14:nvPr/>
            </p14:nvContentPartPr>
            <p14:xfrm>
              <a:off x="1159029" y="1641145"/>
              <a:ext cx="5584680" cy="415332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468B4632-6FD9-4F4B-8DAC-3A9A9FEB4BD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41389" y="1605145"/>
                <a:ext cx="5620320" cy="42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DA9083C0-F771-4629-B826-09C3B35FB690}"/>
                  </a:ext>
                </a:extLst>
              </p14:cNvPr>
              <p14:cNvContentPartPr/>
              <p14:nvPr/>
            </p14:nvContentPartPr>
            <p14:xfrm>
              <a:off x="5890149" y="4549945"/>
              <a:ext cx="138600" cy="3168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DA9083C0-F771-4629-B826-09C3B35FB69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72509" y="4514305"/>
                <a:ext cx="17424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8B5C742A-447C-443D-9986-B08E556574BA}"/>
                  </a:ext>
                </a:extLst>
              </p14:cNvPr>
              <p14:cNvContentPartPr/>
              <p14:nvPr/>
            </p14:nvContentPartPr>
            <p14:xfrm>
              <a:off x="5779629" y="4644265"/>
              <a:ext cx="250200" cy="2660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8B5C742A-447C-443D-9986-B08E556574B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61629" y="4608265"/>
                <a:ext cx="28584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1943EFD7-4F10-4299-B5A1-46AE475E3517}"/>
                  </a:ext>
                </a:extLst>
              </p14:cNvPr>
              <p14:cNvContentPartPr/>
              <p14:nvPr/>
            </p14:nvContentPartPr>
            <p14:xfrm>
              <a:off x="5799069" y="4594945"/>
              <a:ext cx="178200" cy="349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1943EFD7-4F10-4299-B5A1-46AE475E351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81069" y="4558945"/>
                <a:ext cx="2138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5CD72759-12A5-4A2E-981E-4A7E7F4E02A8}"/>
                  </a:ext>
                </a:extLst>
              </p14:cNvPr>
              <p14:cNvContentPartPr/>
              <p14:nvPr/>
            </p14:nvContentPartPr>
            <p14:xfrm>
              <a:off x="6386229" y="4590985"/>
              <a:ext cx="29880" cy="4968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5CD72759-12A5-4A2E-981E-4A7E7F4E02A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68229" y="4555345"/>
                <a:ext cx="65520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09124146-8606-45F1-A629-6EA3A0A9F2FC}"/>
                  </a:ext>
                </a:extLst>
              </p14:cNvPr>
              <p14:cNvContentPartPr/>
              <p14:nvPr/>
            </p14:nvContentPartPr>
            <p14:xfrm>
              <a:off x="6334389" y="4621585"/>
              <a:ext cx="205560" cy="12528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09124146-8606-45F1-A629-6EA3A0A9F2F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16389" y="4585945"/>
                <a:ext cx="2412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3A61D7FF-4565-4905-B77B-97FF21C4C994}"/>
                  </a:ext>
                </a:extLst>
              </p14:cNvPr>
              <p14:cNvContentPartPr/>
              <p14:nvPr/>
            </p14:nvContentPartPr>
            <p14:xfrm>
              <a:off x="6515829" y="4601065"/>
              <a:ext cx="175320" cy="1278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3A61D7FF-4565-4905-B77B-97FF21C4C99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498189" y="4565065"/>
                <a:ext cx="21096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23573EAE-AA80-4C6F-9661-D3AF37C42F33}"/>
                  </a:ext>
                </a:extLst>
              </p14:cNvPr>
              <p14:cNvContentPartPr/>
              <p14:nvPr/>
            </p14:nvContentPartPr>
            <p14:xfrm>
              <a:off x="6750189" y="4219105"/>
              <a:ext cx="544320" cy="5068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23573EAE-AA80-4C6F-9661-D3AF37C42F3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732549" y="4183465"/>
                <a:ext cx="57996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80829349-340A-4CDE-8A50-AE280B5B06AE}"/>
                  </a:ext>
                </a:extLst>
              </p14:cNvPr>
              <p14:cNvContentPartPr/>
              <p14:nvPr/>
            </p14:nvContentPartPr>
            <p14:xfrm>
              <a:off x="7295229" y="4459945"/>
              <a:ext cx="54000" cy="4500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80829349-340A-4CDE-8A50-AE280B5B06A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277229" y="4423945"/>
                <a:ext cx="896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22CA3ACA-A67D-4FD3-B977-17D9A7F59469}"/>
                  </a:ext>
                </a:extLst>
              </p14:cNvPr>
              <p14:cNvContentPartPr/>
              <p14:nvPr/>
            </p14:nvContentPartPr>
            <p14:xfrm>
              <a:off x="6901029" y="4250065"/>
              <a:ext cx="462600" cy="1054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22CA3ACA-A67D-4FD3-B977-17D9A7F5946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83389" y="4214425"/>
                <a:ext cx="49824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2FDC4EB8-FED4-44A9-9A06-D42945ED7967}"/>
                  </a:ext>
                </a:extLst>
              </p14:cNvPr>
              <p14:cNvContentPartPr/>
              <p14:nvPr/>
            </p14:nvContentPartPr>
            <p14:xfrm>
              <a:off x="5809149" y="1159825"/>
              <a:ext cx="51480" cy="6058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2FDC4EB8-FED4-44A9-9A06-D42945ED796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791509" y="1123825"/>
                <a:ext cx="87120" cy="67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40F39EEB-1587-4C75-81D2-3E90FD82AAA9}"/>
                  </a:ext>
                </a:extLst>
              </p14:cNvPr>
              <p14:cNvContentPartPr/>
              <p14:nvPr/>
            </p14:nvContentPartPr>
            <p14:xfrm>
              <a:off x="5725989" y="1044625"/>
              <a:ext cx="333360" cy="2577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40F39EEB-1587-4C75-81D2-3E90FD82AAA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08349" y="1008625"/>
                <a:ext cx="36900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14B12F5F-AEEB-4D6B-AB7E-22A0480776ED}"/>
                  </a:ext>
                </a:extLst>
              </p14:cNvPr>
              <p14:cNvContentPartPr/>
              <p14:nvPr/>
            </p14:nvContentPartPr>
            <p14:xfrm>
              <a:off x="5731749" y="1460425"/>
              <a:ext cx="259920" cy="2671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14B12F5F-AEEB-4D6B-AB7E-22A0480776E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13749" y="1424785"/>
                <a:ext cx="2955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50513EC0-10D1-4397-9636-A3C24535F2A5}"/>
                  </a:ext>
                </a:extLst>
              </p14:cNvPr>
              <p14:cNvContentPartPr/>
              <p14:nvPr/>
            </p14:nvContentPartPr>
            <p14:xfrm>
              <a:off x="5794029" y="1530625"/>
              <a:ext cx="207360" cy="2466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50513EC0-10D1-4397-9636-A3C24535F2A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776389" y="1494625"/>
                <a:ext cx="2430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1A4446E9-86AE-4C59-A77B-CA529673C467}"/>
                  </a:ext>
                </a:extLst>
              </p14:cNvPr>
              <p14:cNvContentPartPr/>
              <p14:nvPr/>
            </p14:nvContentPartPr>
            <p14:xfrm>
              <a:off x="2478069" y="5943145"/>
              <a:ext cx="399240" cy="43596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1A4446E9-86AE-4C59-A77B-CA529673C46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60429" y="5907505"/>
                <a:ext cx="434880" cy="50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89324E64-EBC8-4545-9AB8-0332134C03A7}"/>
                  </a:ext>
                </a:extLst>
              </p14:cNvPr>
              <p14:cNvContentPartPr/>
              <p14:nvPr/>
            </p14:nvContentPartPr>
            <p14:xfrm>
              <a:off x="2563029" y="5962585"/>
              <a:ext cx="209160" cy="42012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89324E64-EBC8-4545-9AB8-0332134C03A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45029" y="5926585"/>
                <a:ext cx="24480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FC97C815-8AEC-42D8-A6DB-4383485713C2}"/>
                  </a:ext>
                </a:extLst>
              </p14:cNvPr>
              <p14:cNvContentPartPr/>
              <p14:nvPr/>
            </p14:nvContentPartPr>
            <p14:xfrm>
              <a:off x="2916189" y="6030625"/>
              <a:ext cx="284760" cy="29124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FC97C815-8AEC-42D8-A6DB-4383485713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98189" y="5994625"/>
                <a:ext cx="32040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CA42C43E-092A-4FA5-B847-00A579AB700B}"/>
                  </a:ext>
                </a:extLst>
              </p14:cNvPr>
              <p14:cNvContentPartPr/>
              <p14:nvPr/>
            </p14:nvContentPartPr>
            <p14:xfrm>
              <a:off x="3314349" y="6007225"/>
              <a:ext cx="576000" cy="3733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CA42C43E-092A-4FA5-B847-00A579AB700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296709" y="5971585"/>
                <a:ext cx="61164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C0B43CE6-A4E2-4319-B59D-57C5A79D4F6E}"/>
                  </a:ext>
                </a:extLst>
              </p14:cNvPr>
              <p14:cNvContentPartPr/>
              <p14:nvPr/>
            </p14:nvContentPartPr>
            <p14:xfrm>
              <a:off x="329229" y="259105"/>
              <a:ext cx="2987280" cy="9874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C0B43CE6-A4E2-4319-B59D-57C5A79D4F6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11589" y="223465"/>
                <a:ext cx="3022920" cy="10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0985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6B96CBF5-DFD3-4DED-A8C4-ADB405F0C1A6}"/>
                  </a:ext>
                </a:extLst>
              </p14:cNvPr>
              <p14:cNvContentPartPr/>
              <p14:nvPr/>
            </p14:nvContentPartPr>
            <p14:xfrm>
              <a:off x="417789" y="336505"/>
              <a:ext cx="109800" cy="4122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6B96CBF5-DFD3-4DED-A8C4-ADB405F0C1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0149" y="318505"/>
                <a:ext cx="145440" cy="44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FC72193-E1E9-4182-9EDA-17075A723755}"/>
                  </a:ext>
                </a:extLst>
              </p14:cNvPr>
              <p14:cNvContentPartPr/>
              <p14:nvPr/>
            </p14:nvContentPartPr>
            <p14:xfrm>
              <a:off x="653949" y="282505"/>
              <a:ext cx="150840" cy="6314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FC72193-E1E9-4182-9EDA-17075A7237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5949" y="264865"/>
                <a:ext cx="186480" cy="6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D4271513-07DC-436A-8C13-548847BFFB68}"/>
                  </a:ext>
                </a:extLst>
              </p14:cNvPr>
              <p14:cNvContentPartPr/>
              <p14:nvPr/>
            </p14:nvContentPartPr>
            <p14:xfrm>
              <a:off x="1085589" y="339025"/>
              <a:ext cx="795960" cy="3920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D4271513-07DC-436A-8C13-548847BFFB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7597" y="321385"/>
                <a:ext cx="831584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88DADC38-AC4A-4A24-9CA8-06CE4737DC09}"/>
                  </a:ext>
                </a:extLst>
              </p14:cNvPr>
              <p14:cNvContentPartPr/>
              <p14:nvPr/>
            </p14:nvContentPartPr>
            <p14:xfrm>
              <a:off x="2483109" y="386905"/>
              <a:ext cx="1163160" cy="3456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88DADC38-AC4A-4A24-9CA8-06CE4737DC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65115" y="368905"/>
                <a:ext cx="1198789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227329C-684D-4EC7-9955-8884887FBA6B}"/>
                  </a:ext>
                </a:extLst>
              </p14:cNvPr>
              <p14:cNvContentPartPr/>
              <p14:nvPr/>
            </p14:nvContentPartPr>
            <p14:xfrm>
              <a:off x="707229" y="4966825"/>
              <a:ext cx="1949760" cy="1332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227329C-684D-4EC7-9955-8884887FBA6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9589" y="4949185"/>
                <a:ext cx="198540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F75BE4F2-E44B-4E4E-9377-4D7612D02D47}"/>
                  </a:ext>
                </a:extLst>
              </p14:cNvPr>
              <p14:cNvContentPartPr/>
              <p14:nvPr/>
            </p14:nvContentPartPr>
            <p14:xfrm>
              <a:off x="6708429" y="1217065"/>
              <a:ext cx="22680" cy="9320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F75BE4F2-E44B-4E4E-9377-4D7612D02D4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690429" y="1199425"/>
                <a:ext cx="58320" cy="9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CD37004E-C2B2-437C-9AB5-5192DD3BE87C}"/>
                  </a:ext>
                </a:extLst>
              </p14:cNvPr>
              <p14:cNvContentPartPr/>
              <p14:nvPr/>
            </p14:nvContentPartPr>
            <p14:xfrm>
              <a:off x="6910749" y="1329025"/>
              <a:ext cx="219960" cy="136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CD37004E-C2B2-437C-9AB5-5192DD3BE8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92749" y="1311385"/>
                <a:ext cx="2556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63966BEC-AD07-4CAB-8421-BEE4C58CF168}"/>
                  </a:ext>
                </a:extLst>
              </p14:cNvPr>
              <p14:cNvContentPartPr/>
              <p14:nvPr/>
            </p14:nvContentPartPr>
            <p14:xfrm>
              <a:off x="7314669" y="1414705"/>
              <a:ext cx="241560" cy="4230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63966BEC-AD07-4CAB-8421-BEE4C58CF16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97029" y="1396705"/>
                <a:ext cx="27720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D96B0759-C530-475E-A8F7-9DD66F3E706E}"/>
                  </a:ext>
                </a:extLst>
              </p14:cNvPr>
              <p14:cNvContentPartPr/>
              <p14:nvPr/>
            </p14:nvContentPartPr>
            <p14:xfrm>
              <a:off x="7363269" y="1283665"/>
              <a:ext cx="304200" cy="14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D96B0759-C530-475E-A8F7-9DD66F3E706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45269" y="1265665"/>
                <a:ext cx="33984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2CE7C878-8E3A-4B0B-BFC1-E24D7AD43D79}"/>
                  </a:ext>
                </a:extLst>
              </p14:cNvPr>
              <p14:cNvContentPartPr/>
              <p14:nvPr/>
            </p14:nvContentPartPr>
            <p14:xfrm>
              <a:off x="6906069" y="1424065"/>
              <a:ext cx="232200" cy="19368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2CE7C878-8E3A-4B0B-BFC1-E24D7AD43D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88069" y="1406425"/>
                <a:ext cx="267840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B9EDD270-29E5-4862-B631-A7546D96581F}"/>
                  </a:ext>
                </a:extLst>
              </p14:cNvPr>
              <p14:cNvContentPartPr/>
              <p14:nvPr/>
            </p14:nvContentPartPr>
            <p14:xfrm>
              <a:off x="5860989" y="1392745"/>
              <a:ext cx="521280" cy="32040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B9EDD270-29E5-4862-B631-A7546D96581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842989" y="1374745"/>
                <a:ext cx="55692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1220718F-325A-4E2D-9CCC-F408310B4F1F}"/>
                  </a:ext>
                </a:extLst>
              </p14:cNvPr>
              <p14:cNvContentPartPr/>
              <p14:nvPr/>
            </p14:nvContentPartPr>
            <p14:xfrm>
              <a:off x="7858629" y="1227145"/>
              <a:ext cx="26640" cy="10882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1220718F-325A-4E2D-9CCC-F408310B4F1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40989" y="1209145"/>
                <a:ext cx="62280" cy="11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CD125627-030F-4066-A101-675777E4CC81}"/>
                  </a:ext>
                </a:extLst>
              </p14:cNvPr>
              <p14:cNvContentPartPr/>
              <p14:nvPr/>
            </p14:nvContentPartPr>
            <p14:xfrm>
              <a:off x="6910749" y="1977025"/>
              <a:ext cx="662040" cy="46908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CD125627-030F-4066-A101-675777E4CC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92749" y="1959385"/>
                <a:ext cx="69768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25081C3A-4ECC-4567-ABAF-F3FD79F71F47}"/>
                  </a:ext>
                </a:extLst>
              </p14:cNvPr>
              <p14:cNvContentPartPr/>
              <p14:nvPr/>
            </p14:nvContentPartPr>
            <p14:xfrm>
              <a:off x="538749" y="1069105"/>
              <a:ext cx="4723560" cy="37519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25081C3A-4ECC-4567-ABAF-F3FD79F71F4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1109" y="1051463"/>
                <a:ext cx="4759200" cy="37875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BD825A42-BD50-4FD2-87A3-F5E7983C96EE}"/>
                  </a:ext>
                </a:extLst>
              </p14:cNvPr>
              <p14:cNvContentPartPr/>
              <p14:nvPr/>
            </p14:nvContentPartPr>
            <p14:xfrm>
              <a:off x="5880789" y="3763345"/>
              <a:ext cx="120600" cy="900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BD825A42-BD50-4FD2-87A3-F5E7983C96E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62789" y="3745705"/>
                <a:ext cx="1562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6EEF17DC-22FF-4767-ACD7-5176046D63E2}"/>
                  </a:ext>
                </a:extLst>
              </p14:cNvPr>
              <p14:cNvContentPartPr/>
              <p14:nvPr/>
            </p14:nvContentPartPr>
            <p14:xfrm>
              <a:off x="5885469" y="3888625"/>
              <a:ext cx="135000" cy="61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6EEF17DC-22FF-4767-ACD7-5176046D63E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67829" y="3870625"/>
                <a:ext cx="17064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622964C8-5E38-451F-B904-EB5DA83FD969}"/>
                  </a:ext>
                </a:extLst>
              </p14:cNvPr>
              <p14:cNvContentPartPr/>
              <p14:nvPr/>
            </p14:nvContentPartPr>
            <p14:xfrm>
              <a:off x="5494869" y="3659665"/>
              <a:ext cx="214200" cy="33660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622964C8-5E38-451F-B904-EB5DA83FD96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477229" y="3642025"/>
                <a:ext cx="249840" cy="37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E4CACA8B-8011-4DA5-808C-9BAA5A62ED2A}"/>
                  </a:ext>
                </a:extLst>
              </p14:cNvPr>
              <p14:cNvContentPartPr/>
              <p14:nvPr/>
            </p14:nvContentPartPr>
            <p14:xfrm>
              <a:off x="7632549" y="3301465"/>
              <a:ext cx="160200" cy="13464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E4CACA8B-8011-4DA5-808C-9BAA5A62ED2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14549" y="3283465"/>
                <a:ext cx="195840" cy="13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EC924CEF-42C8-4678-BEF5-4ED301D6CCBF}"/>
                  </a:ext>
                </a:extLst>
              </p14:cNvPr>
              <p14:cNvContentPartPr/>
              <p14:nvPr/>
            </p14:nvContentPartPr>
            <p14:xfrm>
              <a:off x="6873309" y="3341065"/>
              <a:ext cx="592920" cy="118188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EC924CEF-42C8-4678-BEF5-4ED301D6CCB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855320" y="3323070"/>
                <a:ext cx="628538" cy="1217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583689CE-5070-4088-9C45-31C59424261D}"/>
                  </a:ext>
                </a:extLst>
              </p14:cNvPr>
              <p14:cNvContentPartPr/>
              <p14:nvPr/>
            </p14:nvContentPartPr>
            <p14:xfrm>
              <a:off x="6232869" y="3296065"/>
              <a:ext cx="459360" cy="12016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583689CE-5070-4088-9C45-31C59424261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15229" y="3278425"/>
                <a:ext cx="495000" cy="12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59520659-C4FD-4D27-868C-B0C96A667362}"/>
                  </a:ext>
                </a:extLst>
              </p14:cNvPr>
              <p14:cNvContentPartPr/>
              <p14:nvPr/>
            </p14:nvContentPartPr>
            <p14:xfrm>
              <a:off x="9206109" y="3349345"/>
              <a:ext cx="2754360" cy="5292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59520659-C4FD-4D27-868C-B0C96A6673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188469" y="3331705"/>
                <a:ext cx="27900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F2782F7C-A797-4E8A-9A11-B47B293F2656}"/>
                  </a:ext>
                </a:extLst>
              </p14:cNvPr>
              <p14:cNvContentPartPr/>
              <p14:nvPr/>
            </p14:nvContentPartPr>
            <p14:xfrm>
              <a:off x="8724789" y="3489025"/>
              <a:ext cx="3410280" cy="90036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F2782F7C-A797-4E8A-9A11-B47B293F265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07147" y="3471385"/>
                <a:ext cx="3445924" cy="9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03B318A3-A5F7-484C-99E0-AB88EFA86D86}"/>
                  </a:ext>
                </a:extLst>
              </p14:cNvPr>
              <p14:cNvContentPartPr/>
              <p14:nvPr/>
            </p14:nvContentPartPr>
            <p14:xfrm>
              <a:off x="8563869" y="1161985"/>
              <a:ext cx="3293280" cy="125244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03B318A3-A5F7-484C-99E0-AB88EFA86D8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45869" y="1144345"/>
                <a:ext cx="3328920" cy="12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3348AF28-6C72-480E-AD5E-F1961D7FA1FA}"/>
                  </a:ext>
                </a:extLst>
              </p14:cNvPr>
              <p14:cNvContentPartPr/>
              <p14:nvPr/>
            </p14:nvContentPartPr>
            <p14:xfrm>
              <a:off x="9993069" y="2586505"/>
              <a:ext cx="1143360" cy="4050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3348AF28-6C72-480E-AD5E-F1961D7FA1F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975429" y="2568865"/>
                <a:ext cx="1179000" cy="4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602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Teoremele lui </a:t>
            </a:r>
            <a:r>
              <a:rPr lang="ro-RO" b="1" dirty="0" err="1">
                <a:solidFill>
                  <a:srgbClr val="0000FF"/>
                </a:solidFill>
              </a:rPr>
              <a:t>DeMorgan</a:t>
            </a:r>
            <a:r>
              <a:rPr lang="ro-RO" b="1" dirty="0">
                <a:solidFill>
                  <a:srgbClr val="0000FF"/>
                </a:solidFill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52CA432-7AEE-4246-A2C5-A2C8D8C7A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9467850" cy="36671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BCAA5FA7-8124-4692-91A1-D79EC44A3F5A}"/>
                  </a:ext>
                </a:extLst>
              </p14:cNvPr>
              <p14:cNvContentPartPr/>
              <p14:nvPr/>
            </p14:nvContentPartPr>
            <p14:xfrm>
              <a:off x="716589" y="4975825"/>
              <a:ext cx="2429280" cy="2484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BCAA5FA7-8124-4692-91A1-D79EC44A3F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949" y="4958185"/>
                <a:ext cx="24649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15EDBCFB-57D6-4F5B-9B28-AFB076C10509}"/>
                  </a:ext>
                </a:extLst>
              </p14:cNvPr>
              <p14:cNvContentPartPr/>
              <p14:nvPr/>
            </p14:nvContentPartPr>
            <p14:xfrm>
              <a:off x="1042389" y="5182825"/>
              <a:ext cx="1829160" cy="657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15EDBCFB-57D6-4F5B-9B28-AFB076C105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4389" y="5165185"/>
                <a:ext cx="186480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BDC450C4-0702-4A2E-916B-5F090946B083}"/>
                  </a:ext>
                </a:extLst>
              </p14:cNvPr>
              <p14:cNvContentPartPr/>
              <p14:nvPr/>
            </p14:nvContentPartPr>
            <p14:xfrm>
              <a:off x="3609189" y="5318905"/>
              <a:ext cx="289800" cy="1692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BDC450C4-0702-4A2E-916B-5F090946B08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91549" y="5300905"/>
                <a:ext cx="3254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4CF480E-CB81-46DB-A639-4DCD24CF375A}"/>
                  </a:ext>
                </a:extLst>
              </p14:cNvPr>
              <p14:cNvContentPartPr/>
              <p14:nvPr/>
            </p14:nvContentPartPr>
            <p14:xfrm>
              <a:off x="3657429" y="5433025"/>
              <a:ext cx="244800" cy="129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4CF480E-CB81-46DB-A639-4DCD24CF37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9429" y="5415385"/>
                <a:ext cx="2804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7924ED81-A109-4F58-8CD4-CD525F84150F}"/>
                  </a:ext>
                </a:extLst>
              </p14:cNvPr>
              <p14:cNvContentPartPr/>
              <p14:nvPr/>
            </p14:nvContentPartPr>
            <p14:xfrm>
              <a:off x="5824989" y="5293345"/>
              <a:ext cx="250200" cy="5594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7924ED81-A109-4F58-8CD4-CD525F84150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07349" y="5275705"/>
                <a:ext cx="28584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46025618-EF88-409E-983F-194D53A5204B}"/>
                  </a:ext>
                </a:extLst>
              </p14:cNvPr>
              <p14:cNvContentPartPr/>
              <p14:nvPr/>
            </p14:nvContentPartPr>
            <p14:xfrm>
              <a:off x="7127109" y="5330785"/>
              <a:ext cx="478800" cy="3312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46025618-EF88-409E-983F-194D53A5204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109109" y="5313145"/>
                <a:ext cx="51444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66734E7-E439-4E5E-B1A7-8F204DD92B4A}"/>
                  </a:ext>
                </a:extLst>
              </p14:cNvPr>
              <p14:cNvContentPartPr/>
              <p14:nvPr/>
            </p14:nvContentPartPr>
            <p14:xfrm>
              <a:off x="6477309" y="5255185"/>
              <a:ext cx="333360" cy="2865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66734E7-E439-4E5E-B1A7-8F204DD92B4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59669" y="5237545"/>
                <a:ext cx="3690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7246DE34-3E50-4EBB-A528-ED769C87AB46}"/>
                  </a:ext>
                </a:extLst>
              </p14:cNvPr>
              <p14:cNvContentPartPr/>
              <p14:nvPr/>
            </p14:nvContentPartPr>
            <p14:xfrm>
              <a:off x="5091309" y="5283985"/>
              <a:ext cx="243360" cy="2581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7246DE34-3E50-4EBB-A528-ED769C87AB4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073669" y="5266345"/>
                <a:ext cx="2790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A4AE6A53-9EA1-4626-9566-C7D8223FFD84}"/>
                  </a:ext>
                </a:extLst>
              </p14:cNvPr>
              <p14:cNvContentPartPr/>
              <p14:nvPr/>
            </p14:nvContentPartPr>
            <p14:xfrm>
              <a:off x="4383189" y="5264545"/>
              <a:ext cx="323280" cy="2476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A4AE6A53-9EA1-4626-9566-C7D8223FFD8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65529" y="5246905"/>
                <a:ext cx="3589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E0BF3E96-28CA-485B-81DA-7B80F501868C}"/>
                  </a:ext>
                </a:extLst>
              </p14:cNvPr>
              <p14:cNvContentPartPr/>
              <p14:nvPr/>
            </p14:nvContentPartPr>
            <p14:xfrm>
              <a:off x="4374189" y="5148985"/>
              <a:ext cx="250560" cy="295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E0BF3E96-28CA-485B-81DA-7B80F501868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356549" y="5130985"/>
                <a:ext cx="2862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AD661B9C-6CC2-4137-9830-26856773CD65}"/>
                  </a:ext>
                </a:extLst>
              </p14:cNvPr>
              <p14:cNvContentPartPr/>
              <p14:nvPr/>
            </p14:nvContentPartPr>
            <p14:xfrm>
              <a:off x="7148709" y="5149345"/>
              <a:ext cx="216360" cy="97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AD661B9C-6CC2-4137-9830-26856773CD6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131069" y="5131705"/>
                <a:ext cx="252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CA09FC19-FBD2-4FB2-94A3-9C9BE7D0B121}"/>
                  </a:ext>
                </a:extLst>
              </p14:cNvPr>
              <p14:cNvContentPartPr/>
              <p14:nvPr/>
            </p14:nvContentPartPr>
            <p14:xfrm>
              <a:off x="5818149" y="5154025"/>
              <a:ext cx="246600" cy="151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CA09FC19-FBD2-4FB2-94A3-9C9BE7D0B12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00509" y="5136025"/>
                <a:ext cx="2822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3B700037-348B-4EAA-B7E1-7980681117D3}"/>
                  </a:ext>
                </a:extLst>
              </p14:cNvPr>
              <p14:cNvContentPartPr/>
              <p14:nvPr/>
            </p14:nvContentPartPr>
            <p14:xfrm>
              <a:off x="464229" y="2911225"/>
              <a:ext cx="3246840" cy="6652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3B700037-348B-4EAA-B7E1-7980681117D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46589" y="2893585"/>
                <a:ext cx="328248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CDFDB1B8-B7EF-49C0-81FC-4FF9D115A6A7}"/>
                  </a:ext>
                </a:extLst>
              </p14:cNvPr>
              <p14:cNvContentPartPr/>
              <p14:nvPr/>
            </p14:nvContentPartPr>
            <p14:xfrm>
              <a:off x="4311549" y="451345"/>
              <a:ext cx="265320" cy="2523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CDFDB1B8-B7EF-49C0-81FC-4FF9D115A6A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293909" y="415345"/>
                <a:ext cx="3009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E3A0F64A-9EB0-46AA-AB87-FD9FFEB6E1E5}"/>
                  </a:ext>
                </a:extLst>
              </p14:cNvPr>
              <p14:cNvContentPartPr/>
              <p14:nvPr/>
            </p14:nvContentPartPr>
            <p14:xfrm>
              <a:off x="4304709" y="566905"/>
              <a:ext cx="291240" cy="298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E3A0F64A-9EB0-46AA-AB87-FD9FFEB6E1E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87069" y="530905"/>
                <a:ext cx="3268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36B8DA98-B1B1-4940-BBD4-FA421A6F0EE1}"/>
                  </a:ext>
                </a:extLst>
              </p14:cNvPr>
              <p14:cNvContentPartPr/>
              <p14:nvPr/>
            </p14:nvContentPartPr>
            <p14:xfrm>
              <a:off x="4855509" y="557905"/>
              <a:ext cx="274680" cy="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36B8DA98-B1B1-4940-BBD4-FA421A6F0EE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837869" y="522265"/>
                <a:ext cx="3103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18D8391-A54A-43F6-9EC2-BBBC47425C21}"/>
                  </a:ext>
                </a:extLst>
              </p14:cNvPr>
              <p14:cNvContentPartPr/>
              <p14:nvPr/>
            </p14:nvContentPartPr>
            <p14:xfrm>
              <a:off x="4995549" y="456745"/>
              <a:ext cx="9360" cy="2541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18D8391-A54A-43F6-9EC2-BBBC47425C2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977909" y="421105"/>
                <a:ext cx="4500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FE246B8B-0C28-4B88-B098-D264199855A8}"/>
                  </a:ext>
                </a:extLst>
              </p14:cNvPr>
              <p14:cNvContentPartPr/>
              <p14:nvPr/>
            </p14:nvContentPartPr>
            <p14:xfrm>
              <a:off x="5462109" y="490585"/>
              <a:ext cx="198360" cy="5594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FE246B8B-0C28-4B88-B098-D264199855A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444109" y="454945"/>
                <a:ext cx="234000" cy="63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8BCD3820-2038-45CB-9E52-9A8882DA81FB}"/>
                  </a:ext>
                </a:extLst>
              </p14:cNvPr>
              <p14:cNvContentPartPr/>
              <p14:nvPr/>
            </p14:nvContentPartPr>
            <p14:xfrm>
              <a:off x="5962509" y="601105"/>
              <a:ext cx="268560" cy="3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8BCD3820-2038-45CB-9E52-9A8882DA81F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944869" y="565465"/>
                <a:ext cx="3042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A633C2DC-6781-4E4A-B6C0-A982ED4275E8}"/>
                  </a:ext>
                </a:extLst>
              </p14:cNvPr>
              <p14:cNvContentPartPr/>
              <p14:nvPr/>
            </p14:nvContentPartPr>
            <p14:xfrm>
              <a:off x="6101109" y="471505"/>
              <a:ext cx="39960" cy="30636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A633C2DC-6781-4E4A-B6C0-A982ED4275E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083109" y="435505"/>
                <a:ext cx="75600" cy="37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2B325412-A69E-48C7-AC6C-6E6F5440F584}"/>
                  </a:ext>
                </a:extLst>
              </p14:cNvPr>
              <p14:cNvContentPartPr/>
              <p14:nvPr/>
            </p14:nvContentPartPr>
            <p14:xfrm>
              <a:off x="6511149" y="485905"/>
              <a:ext cx="435960" cy="3758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2B325412-A69E-48C7-AC6C-6E6F5440F58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493509" y="449905"/>
                <a:ext cx="47160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C3FC0453-13F4-496F-8F39-174210B677A2}"/>
                  </a:ext>
                </a:extLst>
              </p14:cNvPr>
              <p14:cNvContentPartPr/>
              <p14:nvPr/>
            </p14:nvContentPartPr>
            <p14:xfrm>
              <a:off x="6539949" y="591025"/>
              <a:ext cx="390600" cy="2052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C3FC0453-13F4-496F-8F39-174210B677A2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521949" y="555025"/>
                <a:ext cx="4262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24CDDF6E-EC66-486B-AD33-79C4FB4FD315}"/>
                  </a:ext>
                </a:extLst>
              </p14:cNvPr>
              <p14:cNvContentPartPr/>
              <p14:nvPr/>
            </p14:nvContentPartPr>
            <p14:xfrm>
              <a:off x="3801789" y="206545"/>
              <a:ext cx="3578760" cy="921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24CDDF6E-EC66-486B-AD33-79C4FB4FD31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783789" y="170545"/>
                <a:ext cx="361440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EB2B5D26-65EA-43D2-8751-A5F7C22B398A}"/>
                  </a:ext>
                </a:extLst>
              </p14:cNvPr>
              <p14:cNvContentPartPr/>
              <p14:nvPr/>
            </p14:nvContentPartPr>
            <p14:xfrm>
              <a:off x="7719309" y="591745"/>
              <a:ext cx="228960" cy="1008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EB2B5D26-65EA-43D2-8751-A5F7C22B398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701669" y="556105"/>
                <a:ext cx="26460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EC0A806-E96B-4C5D-A5C7-07DD078ACBFB}"/>
                  </a:ext>
                </a:extLst>
              </p14:cNvPr>
              <p14:cNvContentPartPr/>
              <p14:nvPr/>
            </p14:nvContentPartPr>
            <p14:xfrm>
              <a:off x="7757469" y="740785"/>
              <a:ext cx="207360" cy="162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EC0A806-E96B-4C5D-A5C7-07DD078ACBF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739829" y="705145"/>
                <a:ext cx="24300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0CA1CD63-27A8-43CD-913E-25EAC387C459}"/>
                  </a:ext>
                </a:extLst>
              </p14:cNvPr>
              <p14:cNvContentPartPr/>
              <p14:nvPr/>
            </p14:nvContentPartPr>
            <p14:xfrm>
              <a:off x="8407269" y="551425"/>
              <a:ext cx="208440" cy="2185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0CA1CD63-27A8-43CD-913E-25EAC387C45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389629" y="515785"/>
                <a:ext cx="24408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5646CB0D-0109-41D6-979D-46D97DA96A3E}"/>
                  </a:ext>
                </a:extLst>
              </p14:cNvPr>
              <p14:cNvContentPartPr/>
              <p14:nvPr/>
            </p14:nvContentPartPr>
            <p14:xfrm>
              <a:off x="8366589" y="567985"/>
              <a:ext cx="201240" cy="2401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5646CB0D-0109-41D6-979D-46D97DA96A3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348589" y="531985"/>
                <a:ext cx="2368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2D263EAA-3925-4A0A-9018-E5C4423151C6}"/>
                  </a:ext>
                </a:extLst>
              </p14:cNvPr>
              <p14:cNvContentPartPr/>
              <p14:nvPr/>
            </p14:nvContentPartPr>
            <p14:xfrm>
              <a:off x="8896869" y="616225"/>
              <a:ext cx="53640" cy="532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2D263EAA-3925-4A0A-9018-E5C4423151C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79229" y="580585"/>
                <a:ext cx="892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B41987A2-FAC9-4E3F-AAA7-4B385BC015D6}"/>
                  </a:ext>
                </a:extLst>
              </p14:cNvPr>
              <p14:cNvContentPartPr/>
              <p14:nvPr/>
            </p14:nvContentPartPr>
            <p14:xfrm>
              <a:off x="9225549" y="548545"/>
              <a:ext cx="293400" cy="5540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B41987A2-FAC9-4E3F-AAA7-4B385BC015D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207549" y="512545"/>
                <a:ext cx="32904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FB540704-E266-49DF-B807-1F270E2D78E8}"/>
                  </a:ext>
                </a:extLst>
              </p14:cNvPr>
              <p14:cNvContentPartPr/>
              <p14:nvPr/>
            </p14:nvContentPartPr>
            <p14:xfrm>
              <a:off x="9807669" y="659065"/>
              <a:ext cx="48240" cy="3996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FB540704-E266-49DF-B807-1F270E2D78E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790029" y="623065"/>
                <a:ext cx="8388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45B11D01-0DA6-4383-85AD-A1778532AB9A}"/>
                  </a:ext>
                </a:extLst>
              </p14:cNvPr>
              <p14:cNvContentPartPr/>
              <p14:nvPr/>
            </p14:nvContentPartPr>
            <p14:xfrm>
              <a:off x="10187829" y="560785"/>
              <a:ext cx="309240" cy="2926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45B11D01-0DA6-4383-85AD-A1778532AB9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170189" y="525145"/>
                <a:ext cx="34488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557850F4-A281-4C7D-880A-03D85197E4B5}"/>
                  </a:ext>
                </a:extLst>
              </p14:cNvPr>
              <p14:cNvContentPartPr/>
              <p14:nvPr/>
            </p14:nvContentPartPr>
            <p14:xfrm>
              <a:off x="10135269" y="661945"/>
              <a:ext cx="288360" cy="68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557850F4-A281-4C7D-880A-03D85197E4B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117629" y="625945"/>
                <a:ext cx="3240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1E2542D0-36C9-4876-8373-8354F1E2E359}"/>
                  </a:ext>
                </a:extLst>
              </p14:cNvPr>
              <p14:cNvContentPartPr/>
              <p14:nvPr/>
            </p14:nvContentPartPr>
            <p14:xfrm>
              <a:off x="8349669" y="360625"/>
              <a:ext cx="249840" cy="100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1E2542D0-36C9-4876-8373-8354F1E2E35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332029" y="324625"/>
                <a:ext cx="285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CAB7B783-E3BB-478B-9386-6FA9DE12E853}"/>
                  </a:ext>
                </a:extLst>
              </p14:cNvPr>
              <p14:cNvContentPartPr/>
              <p14:nvPr/>
            </p14:nvContentPartPr>
            <p14:xfrm>
              <a:off x="9225549" y="353785"/>
              <a:ext cx="211320" cy="72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CAB7B783-E3BB-478B-9386-6FA9DE12E85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207549" y="318145"/>
                <a:ext cx="2469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6FFAB6C8-1AA6-4A5E-9E74-C65C21C9654D}"/>
                  </a:ext>
                </a:extLst>
              </p14:cNvPr>
              <p14:cNvContentPartPr/>
              <p14:nvPr/>
            </p14:nvContentPartPr>
            <p14:xfrm>
              <a:off x="10130229" y="375025"/>
              <a:ext cx="284760" cy="54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6FFAB6C8-1AA6-4A5E-9E74-C65C21C9654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0112229" y="339025"/>
                <a:ext cx="32040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9DE22D14-A680-4E37-BF12-2849BF90FE6A}"/>
                  </a:ext>
                </a:extLst>
              </p14:cNvPr>
              <p14:cNvContentPartPr/>
              <p14:nvPr/>
            </p14:nvContentPartPr>
            <p14:xfrm>
              <a:off x="4711149" y="2919145"/>
              <a:ext cx="2403720" cy="6944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9DE22D14-A680-4E37-BF12-2849BF90FE6A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693149" y="2883505"/>
                <a:ext cx="2439360" cy="76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9778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ED14C2A2-4CBE-4CFF-AF37-3611E760215C}"/>
                  </a:ext>
                </a:extLst>
              </p14:cNvPr>
              <p14:cNvContentPartPr/>
              <p14:nvPr/>
            </p14:nvContentPartPr>
            <p14:xfrm>
              <a:off x="1227789" y="839065"/>
              <a:ext cx="286920" cy="2534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ED14C2A2-4CBE-4CFF-AF37-3611E76021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9789" y="803425"/>
                <a:ext cx="3225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AB38540C-621D-4981-AFFC-6D25D46895E1}"/>
                  </a:ext>
                </a:extLst>
              </p14:cNvPr>
              <p14:cNvContentPartPr/>
              <p14:nvPr/>
            </p14:nvContentPartPr>
            <p14:xfrm>
              <a:off x="1324629" y="951745"/>
              <a:ext cx="248040" cy="446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AB38540C-621D-4981-AFFC-6D25D46895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6989" y="916105"/>
                <a:ext cx="2836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4936AD94-EECB-4567-84B3-E1E20DAD23B6}"/>
                  </a:ext>
                </a:extLst>
              </p14:cNvPr>
              <p14:cNvContentPartPr/>
              <p14:nvPr/>
            </p14:nvContentPartPr>
            <p14:xfrm>
              <a:off x="1701549" y="942745"/>
              <a:ext cx="16560" cy="230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4936AD94-EECB-4567-84B3-E1E20DAD23B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83909" y="907105"/>
                <a:ext cx="522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7487E3E5-0561-4CD0-86C2-14C418B34244}"/>
                  </a:ext>
                </a:extLst>
              </p14:cNvPr>
              <p14:cNvContentPartPr/>
              <p14:nvPr/>
            </p14:nvContentPartPr>
            <p14:xfrm>
              <a:off x="1883349" y="843385"/>
              <a:ext cx="276120" cy="5857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7487E3E5-0561-4CD0-86C2-14C418B3424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65709" y="807385"/>
                <a:ext cx="311760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609EACA-FC9E-45A4-A99B-49F7BA29D4CD}"/>
                  </a:ext>
                </a:extLst>
              </p14:cNvPr>
              <p14:cNvContentPartPr/>
              <p14:nvPr/>
            </p14:nvContentPartPr>
            <p14:xfrm>
              <a:off x="2360349" y="942745"/>
              <a:ext cx="15480" cy="262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609EACA-FC9E-45A4-A99B-49F7BA29D4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42349" y="907105"/>
                <a:ext cx="511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15E58A1E-1F1C-45B0-BADA-946E8F78AA0B}"/>
                  </a:ext>
                </a:extLst>
              </p14:cNvPr>
              <p14:cNvContentPartPr/>
              <p14:nvPr/>
            </p14:nvContentPartPr>
            <p14:xfrm>
              <a:off x="2574549" y="832225"/>
              <a:ext cx="374040" cy="29088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15E58A1E-1F1C-45B0-BADA-946E8F78AA0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56909" y="796585"/>
                <a:ext cx="4096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D2688B9D-B4A2-4196-960C-EDE0D0CBA6C4}"/>
                  </a:ext>
                </a:extLst>
              </p14:cNvPr>
              <p14:cNvContentPartPr/>
              <p14:nvPr/>
            </p14:nvContentPartPr>
            <p14:xfrm>
              <a:off x="2651229" y="952105"/>
              <a:ext cx="371520" cy="345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D2688B9D-B4A2-4196-960C-EDE0D0CBA6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33589" y="916105"/>
                <a:ext cx="4071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7C3A187E-EC8D-44FA-89A4-D39FDC2E9023}"/>
                  </a:ext>
                </a:extLst>
              </p14:cNvPr>
              <p14:cNvContentPartPr/>
              <p14:nvPr/>
            </p14:nvContentPartPr>
            <p14:xfrm>
              <a:off x="1053549" y="606145"/>
              <a:ext cx="2129400" cy="5436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7C3A187E-EC8D-44FA-89A4-D39FDC2E90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5909" y="570145"/>
                <a:ext cx="21650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AA58989-9BF2-428E-B618-DE527FE9D20C}"/>
                  </a:ext>
                </a:extLst>
              </p14:cNvPr>
              <p14:cNvContentPartPr/>
              <p14:nvPr/>
            </p14:nvContentPartPr>
            <p14:xfrm>
              <a:off x="3888189" y="889825"/>
              <a:ext cx="246240" cy="90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AA58989-9BF2-428E-B618-DE527FE9D2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70549" y="854185"/>
                <a:ext cx="2818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782DCA4-BDAB-4E3E-891C-6BD26FE8A67C}"/>
                  </a:ext>
                </a:extLst>
              </p14:cNvPr>
              <p14:cNvContentPartPr/>
              <p14:nvPr/>
            </p14:nvContentPartPr>
            <p14:xfrm>
              <a:off x="3912309" y="1029505"/>
              <a:ext cx="248760" cy="244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782DCA4-BDAB-4E3E-891C-6BD26FE8A67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894309" y="993505"/>
                <a:ext cx="2844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384FBC70-B705-4160-BA0E-26AF5AB642B6}"/>
                  </a:ext>
                </a:extLst>
              </p14:cNvPr>
              <p14:cNvContentPartPr/>
              <p14:nvPr/>
            </p14:nvContentPartPr>
            <p14:xfrm>
              <a:off x="4605309" y="865345"/>
              <a:ext cx="332640" cy="2635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384FBC70-B705-4160-BA0E-26AF5AB642B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87309" y="829705"/>
                <a:ext cx="3682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A547A19-B38D-42DE-ABCA-6A1134F5C36B}"/>
                  </a:ext>
                </a:extLst>
              </p14:cNvPr>
              <p14:cNvContentPartPr/>
              <p14:nvPr/>
            </p14:nvContentPartPr>
            <p14:xfrm>
              <a:off x="4694589" y="1010785"/>
              <a:ext cx="240840" cy="9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A547A19-B38D-42DE-ABCA-6A1134F5C36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676589" y="975145"/>
                <a:ext cx="2764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D72604E6-0EA6-418E-99AC-DB824AC4D2EA}"/>
                  </a:ext>
                </a:extLst>
              </p14:cNvPr>
              <p14:cNvContentPartPr/>
              <p14:nvPr/>
            </p14:nvContentPartPr>
            <p14:xfrm>
              <a:off x="4609989" y="759865"/>
              <a:ext cx="322200" cy="1836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D72604E6-0EA6-418E-99AC-DB824AC4D2E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592349" y="724225"/>
                <a:ext cx="3578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8854375-7AC1-4546-8560-A2916C10F9DA}"/>
                  </a:ext>
                </a:extLst>
              </p14:cNvPr>
              <p14:cNvContentPartPr/>
              <p14:nvPr/>
            </p14:nvContentPartPr>
            <p14:xfrm>
              <a:off x="5351589" y="974785"/>
              <a:ext cx="212760" cy="169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8854375-7AC1-4546-8560-A2916C10F9D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33589" y="938785"/>
                <a:ext cx="2484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320F007E-96AC-4A22-9CFD-8BA508A36F9A}"/>
                  </a:ext>
                </a:extLst>
              </p14:cNvPr>
              <p14:cNvContentPartPr/>
              <p14:nvPr/>
            </p14:nvContentPartPr>
            <p14:xfrm>
              <a:off x="5466789" y="866065"/>
              <a:ext cx="37080" cy="2588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320F007E-96AC-4A22-9CFD-8BA508A36F9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448789" y="830425"/>
                <a:ext cx="727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D829B069-422F-4757-A08A-0745CCEB6E24}"/>
                  </a:ext>
                </a:extLst>
              </p14:cNvPr>
              <p14:cNvContentPartPr/>
              <p14:nvPr/>
            </p14:nvContentPartPr>
            <p14:xfrm>
              <a:off x="5755509" y="890185"/>
              <a:ext cx="399960" cy="5396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D829B069-422F-4757-A08A-0745CCEB6E2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37869" y="854185"/>
                <a:ext cx="43560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AA0781A3-60DC-4C50-AC42-379C5FD2D4B2}"/>
                  </a:ext>
                </a:extLst>
              </p14:cNvPr>
              <p14:cNvContentPartPr/>
              <p14:nvPr/>
            </p14:nvContentPartPr>
            <p14:xfrm>
              <a:off x="5750829" y="743665"/>
              <a:ext cx="345600" cy="25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AA0781A3-60DC-4C50-AC42-379C5FD2D4B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33189" y="707665"/>
                <a:ext cx="3812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FA9F3C87-C4EC-461A-9AE9-581EE653DC44}"/>
                  </a:ext>
                </a:extLst>
              </p14:cNvPr>
              <p14:cNvContentPartPr/>
              <p14:nvPr/>
            </p14:nvContentPartPr>
            <p14:xfrm>
              <a:off x="6554349" y="951385"/>
              <a:ext cx="249480" cy="2556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FA9F3C87-C4EC-461A-9AE9-581EE653DC4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536709" y="915745"/>
                <a:ext cx="2851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8591008-A7D4-4CA7-A8BF-A2C276AE84E4}"/>
                  </a:ext>
                </a:extLst>
              </p14:cNvPr>
              <p14:cNvContentPartPr/>
              <p14:nvPr/>
            </p14:nvContentPartPr>
            <p14:xfrm>
              <a:off x="6674949" y="870745"/>
              <a:ext cx="42480" cy="2275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8591008-A7D4-4CA7-A8BF-A2C276AE84E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656949" y="835105"/>
                <a:ext cx="781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E0DFA0B-B8D8-401F-BA7F-1A39D023652A}"/>
                  </a:ext>
                </a:extLst>
              </p14:cNvPr>
              <p14:cNvContentPartPr/>
              <p14:nvPr/>
            </p14:nvContentPartPr>
            <p14:xfrm>
              <a:off x="7026309" y="880105"/>
              <a:ext cx="505440" cy="3153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E0DFA0B-B8D8-401F-BA7F-1A39D023652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008669" y="844465"/>
                <a:ext cx="5410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03C9D5A-C200-46AA-B154-D4080EEABC17}"/>
                  </a:ext>
                </a:extLst>
              </p14:cNvPr>
              <p14:cNvContentPartPr/>
              <p14:nvPr/>
            </p14:nvContentPartPr>
            <p14:xfrm>
              <a:off x="7122429" y="1022665"/>
              <a:ext cx="322920" cy="122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03C9D5A-C200-46AA-B154-D4080EEABC1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104429" y="987025"/>
                <a:ext cx="3585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40499A17-77EF-4E3B-B150-BC9A543B887B}"/>
                  </a:ext>
                </a:extLst>
              </p14:cNvPr>
              <p14:cNvContentPartPr/>
              <p14:nvPr/>
            </p14:nvContentPartPr>
            <p14:xfrm>
              <a:off x="6987789" y="711625"/>
              <a:ext cx="485280" cy="367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40499A17-77EF-4E3B-B150-BC9A543B887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969789" y="675985"/>
                <a:ext cx="5209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3C5FCF76-F379-4110-B9A5-9FCED82C9554}"/>
                  </a:ext>
                </a:extLst>
              </p14:cNvPr>
              <p14:cNvContentPartPr/>
              <p14:nvPr/>
            </p14:nvContentPartPr>
            <p14:xfrm>
              <a:off x="1365997" y="2704328"/>
              <a:ext cx="286920" cy="2534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3C5FCF76-F379-4110-B9A5-9FCED82C95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7997" y="2668688"/>
                <a:ext cx="322560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CA59AD5-5346-4A03-82B8-4356757C4D70}"/>
                  </a:ext>
                </a:extLst>
              </p14:cNvPr>
              <p14:cNvContentPartPr/>
              <p14:nvPr/>
            </p14:nvContentPartPr>
            <p14:xfrm>
              <a:off x="1462837" y="2817008"/>
              <a:ext cx="248040" cy="446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CA59AD5-5346-4A03-82B8-4356757C4D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5197" y="2781368"/>
                <a:ext cx="2836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3908B48-21E3-4A46-AA9C-37FD090D485D}"/>
                  </a:ext>
                </a:extLst>
              </p14:cNvPr>
              <p14:cNvContentPartPr/>
              <p14:nvPr/>
            </p14:nvContentPartPr>
            <p14:xfrm>
              <a:off x="1839757" y="2808008"/>
              <a:ext cx="16560" cy="230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3908B48-21E3-4A46-AA9C-37FD090D48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2117" y="2772368"/>
                <a:ext cx="522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A8E39D3E-135A-432C-B8C6-3A31B7A17D45}"/>
                  </a:ext>
                </a:extLst>
              </p14:cNvPr>
              <p14:cNvContentPartPr/>
              <p14:nvPr/>
            </p14:nvContentPartPr>
            <p14:xfrm>
              <a:off x="2021557" y="2708648"/>
              <a:ext cx="276120" cy="5857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A8E39D3E-135A-432C-B8C6-3A31B7A17D4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3917" y="2672648"/>
                <a:ext cx="311760" cy="65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5F6E2A01-3B1A-4D82-9BF6-471F1579FD8D}"/>
                  </a:ext>
                </a:extLst>
              </p14:cNvPr>
              <p14:cNvContentPartPr/>
              <p14:nvPr/>
            </p14:nvContentPartPr>
            <p14:xfrm>
              <a:off x="2498557" y="2808008"/>
              <a:ext cx="15480" cy="2628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5F6E2A01-3B1A-4D82-9BF6-471F1579FD8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80557" y="2772368"/>
                <a:ext cx="511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DC1178DF-B69B-46C3-9597-DBF1B63991C6}"/>
                  </a:ext>
                </a:extLst>
              </p14:cNvPr>
              <p14:cNvContentPartPr/>
              <p14:nvPr/>
            </p14:nvContentPartPr>
            <p14:xfrm>
              <a:off x="2712757" y="2697488"/>
              <a:ext cx="374040" cy="2908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DC1178DF-B69B-46C3-9597-DBF1B63991C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95117" y="2661848"/>
                <a:ext cx="40968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ED181C5E-485F-4DE6-8567-B9BE2458A079}"/>
                  </a:ext>
                </a:extLst>
              </p14:cNvPr>
              <p14:cNvContentPartPr/>
              <p14:nvPr/>
            </p14:nvContentPartPr>
            <p14:xfrm>
              <a:off x="2789437" y="2817368"/>
              <a:ext cx="371520" cy="345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ED181C5E-485F-4DE6-8567-B9BE2458A07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71797" y="2781368"/>
                <a:ext cx="4071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6677837-E190-4848-A1DC-ABAAEE27E0D6}"/>
                  </a:ext>
                </a:extLst>
              </p14:cNvPr>
              <p14:cNvContentPartPr/>
              <p14:nvPr/>
            </p14:nvContentPartPr>
            <p14:xfrm>
              <a:off x="1191757" y="2471408"/>
              <a:ext cx="2129400" cy="54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6677837-E190-4848-A1DC-ABAAEE27E0D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74117" y="2435408"/>
                <a:ext cx="21650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60E3BADD-4EF7-474D-87DB-269912A0C10E}"/>
                  </a:ext>
                </a:extLst>
              </p14:cNvPr>
              <p14:cNvContentPartPr/>
              <p14:nvPr/>
            </p14:nvContentPartPr>
            <p14:xfrm>
              <a:off x="4026397" y="2755088"/>
              <a:ext cx="246240" cy="90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60E3BADD-4EF7-474D-87DB-269912A0C10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08757" y="2719448"/>
                <a:ext cx="28188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C866FFDC-9B67-41C6-987A-0E8465E26059}"/>
                  </a:ext>
                </a:extLst>
              </p14:cNvPr>
              <p14:cNvContentPartPr/>
              <p14:nvPr/>
            </p14:nvContentPartPr>
            <p14:xfrm>
              <a:off x="4050517" y="2894768"/>
              <a:ext cx="248760" cy="244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C866FFDC-9B67-41C6-987A-0E8465E2605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32517" y="2858768"/>
                <a:ext cx="2844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54D68311-F701-4A13-84D6-055E18BC3968}"/>
                  </a:ext>
                </a:extLst>
              </p14:cNvPr>
              <p14:cNvContentPartPr/>
              <p14:nvPr/>
            </p14:nvContentPartPr>
            <p14:xfrm>
              <a:off x="4743517" y="2730608"/>
              <a:ext cx="332640" cy="2635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54D68311-F701-4A13-84D6-055E18BC396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725517" y="2694968"/>
                <a:ext cx="3682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00FB21E7-B3F7-44BD-A50C-056B6534AFA3}"/>
                  </a:ext>
                </a:extLst>
              </p14:cNvPr>
              <p14:cNvContentPartPr/>
              <p14:nvPr/>
            </p14:nvContentPartPr>
            <p14:xfrm>
              <a:off x="4832797" y="2876048"/>
              <a:ext cx="240840" cy="93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00FB21E7-B3F7-44BD-A50C-056B6534AFA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14797" y="2840408"/>
                <a:ext cx="2764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A536828-5081-485D-B021-67B0CBDF73C7}"/>
                  </a:ext>
                </a:extLst>
              </p14:cNvPr>
              <p14:cNvContentPartPr/>
              <p14:nvPr/>
            </p14:nvContentPartPr>
            <p14:xfrm>
              <a:off x="4748197" y="2625128"/>
              <a:ext cx="322200" cy="1836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A536828-5081-485D-B021-67B0CBDF73C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30557" y="2589488"/>
                <a:ext cx="35784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D6DBEDBA-6E3F-4B18-B589-FEDBC4909846}"/>
                  </a:ext>
                </a:extLst>
              </p14:cNvPr>
              <p14:cNvContentPartPr/>
              <p14:nvPr/>
            </p14:nvContentPartPr>
            <p14:xfrm>
              <a:off x="5489797" y="2840048"/>
              <a:ext cx="212760" cy="169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D6DBEDBA-6E3F-4B18-B589-FEDBC490984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71797" y="2804048"/>
                <a:ext cx="2484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3C68D2D2-C351-4432-A290-264C924A3229}"/>
                  </a:ext>
                </a:extLst>
              </p14:cNvPr>
              <p14:cNvContentPartPr/>
              <p14:nvPr/>
            </p14:nvContentPartPr>
            <p14:xfrm>
              <a:off x="5604997" y="2731328"/>
              <a:ext cx="37080" cy="25884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3C68D2D2-C351-4432-A290-264C924A322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86997" y="2695688"/>
                <a:ext cx="727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56F03C2D-5694-4E43-B016-AEA43D931829}"/>
                  </a:ext>
                </a:extLst>
              </p14:cNvPr>
              <p14:cNvContentPartPr/>
              <p14:nvPr/>
            </p14:nvContentPartPr>
            <p14:xfrm>
              <a:off x="5893717" y="2755448"/>
              <a:ext cx="399960" cy="5396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56F03C2D-5694-4E43-B016-AEA43D93182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76077" y="2719448"/>
                <a:ext cx="435600" cy="61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1B79900E-694C-4850-81B3-7FBA1FBB3D7A}"/>
                  </a:ext>
                </a:extLst>
              </p14:cNvPr>
              <p14:cNvContentPartPr/>
              <p14:nvPr/>
            </p14:nvContentPartPr>
            <p14:xfrm>
              <a:off x="5889037" y="2608928"/>
              <a:ext cx="345600" cy="25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1B79900E-694C-4850-81B3-7FBA1FBB3D7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71397" y="2572928"/>
                <a:ext cx="3812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09245B4B-4B35-4FB8-A384-FB9273F0AC12}"/>
                  </a:ext>
                </a:extLst>
              </p14:cNvPr>
              <p14:cNvContentPartPr/>
              <p14:nvPr/>
            </p14:nvContentPartPr>
            <p14:xfrm>
              <a:off x="6692557" y="2816648"/>
              <a:ext cx="249480" cy="255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09245B4B-4B35-4FB8-A384-FB9273F0AC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674917" y="2781008"/>
                <a:ext cx="28512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9DBB40E8-041A-4A8C-8D77-77C0FA5A23E2}"/>
                  </a:ext>
                </a:extLst>
              </p14:cNvPr>
              <p14:cNvContentPartPr/>
              <p14:nvPr/>
            </p14:nvContentPartPr>
            <p14:xfrm>
              <a:off x="6813157" y="2736008"/>
              <a:ext cx="42480" cy="2275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9DBB40E8-041A-4A8C-8D77-77C0FA5A23E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95157" y="2700368"/>
                <a:ext cx="7812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D631444C-42F6-472B-BC81-1AE547A5EE05}"/>
                  </a:ext>
                </a:extLst>
              </p14:cNvPr>
              <p14:cNvContentPartPr/>
              <p14:nvPr/>
            </p14:nvContentPartPr>
            <p14:xfrm>
              <a:off x="7164517" y="2745368"/>
              <a:ext cx="505440" cy="3153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D631444C-42F6-472B-BC81-1AE547A5EE0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46877" y="2709728"/>
                <a:ext cx="5410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E9E1225E-DBB1-4775-A9E9-A4EDB15C0580}"/>
                  </a:ext>
                </a:extLst>
              </p14:cNvPr>
              <p14:cNvContentPartPr/>
              <p14:nvPr/>
            </p14:nvContentPartPr>
            <p14:xfrm>
              <a:off x="7260637" y="2887928"/>
              <a:ext cx="322920" cy="122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E9E1225E-DBB1-4775-A9E9-A4EDB15C058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242637" y="2852288"/>
                <a:ext cx="35856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9F5890C-943F-4104-9863-5204CD8C38AC}"/>
                  </a:ext>
                </a:extLst>
              </p14:cNvPr>
              <p14:cNvContentPartPr/>
              <p14:nvPr/>
            </p14:nvContentPartPr>
            <p14:xfrm>
              <a:off x="7125997" y="2576888"/>
              <a:ext cx="485280" cy="367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9F5890C-943F-4104-9863-5204CD8C38A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107997" y="2541248"/>
                <a:ext cx="52092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C6746F8A-33F0-4539-ADF7-0A0207ED854E}"/>
                  </a:ext>
                </a:extLst>
              </p14:cNvPr>
              <p14:cNvContentPartPr/>
              <p14:nvPr/>
            </p14:nvContentPartPr>
            <p14:xfrm>
              <a:off x="832509" y="2161345"/>
              <a:ext cx="2728800" cy="860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C6746F8A-33F0-4539-ADF7-0A0207ED854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14509" y="2125705"/>
                <a:ext cx="276444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7E2B93E8-C554-45B1-A0ED-DC0DC1B629E8}"/>
                  </a:ext>
                </a:extLst>
              </p14:cNvPr>
              <p14:cNvContentPartPr/>
              <p14:nvPr/>
            </p14:nvContentPartPr>
            <p14:xfrm>
              <a:off x="4585869" y="2131465"/>
              <a:ext cx="3108240" cy="8280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7E2B93E8-C554-45B1-A0ED-DC0DC1B629E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568229" y="2095825"/>
                <a:ext cx="31438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1294E632-78F2-494B-87C0-FDB6677A7046}"/>
                  </a:ext>
                </a:extLst>
              </p14:cNvPr>
              <p14:cNvContentPartPr/>
              <p14:nvPr/>
            </p14:nvContentPartPr>
            <p14:xfrm>
              <a:off x="10072629" y="879745"/>
              <a:ext cx="351720" cy="19260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1294E632-78F2-494B-87C0-FDB6677A704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54629" y="844105"/>
                <a:ext cx="3873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54A9392B-D542-4522-B7CD-DD90E667332F}"/>
                  </a:ext>
                </a:extLst>
              </p14:cNvPr>
              <p14:cNvContentPartPr/>
              <p14:nvPr/>
            </p14:nvContentPartPr>
            <p14:xfrm>
              <a:off x="10663389" y="885505"/>
              <a:ext cx="206280" cy="1080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54A9392B-D542-4522-B7CD-DD90E667332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645749" y="849505"/>
                <a:ext cx="24192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1389D08-BBDA-4D30-8DAA-1D4105130823}"/>
                  </a:ext>
                </a:extLst>
              </p14:cNvPr>
              <p14:cNvContentPartPr/>
              <p14:nvPr/>
            </p14:nvContentPartPr>
            <p14:xfrm>
              <a:off x="10678869" y="1015105"/>
              <a:ext cx="315360" cy="50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1389D08-BBDA-4D30-8DAA-1D410513082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660869" y="979465"/>
                <a:ext cx="35100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5841371D-75CB-4CFB-A7DF-19E2F56F6C3F}"/>
                  </a:ext>
                </a:extLst>
              </p14:cNvPr>
              <p14:cNvContentPartPr/>
              <p14:nvPr/>
            </p14:nvContentPartPr>
            <p14:xfrm>
              <a:off x="11248389" y="687865"/>
              <a:ext cx="213480" cy="3783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5841371D-75CB-4CFB-A7DF-19E2F56F6C3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230389" y="651865"/>
                <a:ext cx="249120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5C498490-D28C-44D9-9BA1-03E3259D6E85}"/>
                  </a:ext>
                </a:extLst>
              </p14:cNvPr>
              <p14:cNvContentPartPr/>
              <p14:nvPr/>
            </p14:nvContentPartPr>
            <p14:xfrm>
              <a:off x="10085949" y="1771825"/>
              <a:ext cx="245880" cy="18864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5C498490-D28C-44D9-9BA1-03E3259D6E8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068309" y="1735825"/>
                <a:ext cx="28152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F8E357FE-ABF2-41AB-A4D2-53E628688995}"/>
                  </a:ext>
                </a:extLst>
              </p14:cNvPr>
              <p14:cNvContentPartPr/>
              <p14:nvPr/>
            </p14:nvContentPartPr>
            <p14:xfrm>
              <a:off x="10092069" y="1578505"/>
              <a:ext cx="213480" cy="208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F8E357FE-ABF2-41AB-A4D2-53E62868899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074069" y="1542505"/>
                <a:ext cx="24912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E9C047A6-CB4C-4461-8394-8157428DE1DC}"/>
                  </a:ext>
                </a:extLst>
              </p14:cNvPr>
              <p14:cNvContentPartPr/>
              <p14:nvPr/>
            </p14:nvContentPartPr>
            <p14:xfrm>
              <a:off x="10760589" y="1834105"/>
              <a:ext cx="160200" cy="2376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E9C047A6-CB4C-4461-8394-8157428DE1D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742949" y="1798465"/>
                <a:ext cx="1958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9C9A4A3A-5210-4CF4-9157-3F787BDF45B7}"/>
                  </a:ext>
                </a:extLst>
              </p14:cNvPr>
              <p14:cNvContentPartPr/>
              <p14:nvPr/>
            </p14:nvContentPartPr>
            <p14:xfrm>
              <a:off x="10746549" y="1958665"/>
              <a:ext cx="210240" cy="39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9C9A4A3A-5210-4CF4-9157-3F787BDF45B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28549" y="1922665"/>
                <a:ext cx="245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8E676D81-FF56-47CE-B51B-86C2D9513995}"/>
                  </a:ext>
                </a:extLst>
              </p14:cNvPr>
              <p14:cNvContentPartPr/>
              <p14:nvPr/>
            </p14:nvContentPartPr>
            <p14:xfrm>
              <a:off x="11204469" y="1722505"/>
              <a:ext cx="212760" cy="33012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8E676D81-FF56-47CE-B51B-86C2D951399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186829" y="1686505"/>
                <a:ext cx="24840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7F5F6C28-C0EE-4377-8FEA-F90B78C5DA93}"/>
                  </a:ext>
                </a:extLst>
              </p14:cNvPr>
              <p14:cNvContentPartPr/>
              <p14:nvPr/>
            </p14:nvContentPartPr>
            <p14:xfrm>
              <a:off x="11122029" y="1563745"/>
              <a:ext cx="381960" cy="331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7F5F6C28-C0EE-4377-8FEA-F90B78C5DA9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104029" y="1528105"/>
                <a:ext cx="4176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12E6E209-997D-4389-B645-55BAE735E7F7}"/>
                  </a:ext>
                </a:extLst>
              </p14:cNvPr>
              <p14:cNvContentPartPr/>
              <p14:nvPr/>
            </p14:nvContentPartPr>
            <p14:xfrm>
              <a:off x="9460269" y="355585"/>
              <a:ext cx="2325960" cy="24274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12E6E209-997D-4389-B645-55BAE735E7F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442269" y="319945"/>
                <a:ext cx="2361600" cy="249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F8F58CDE-9C10-46A0-A50E-4C08A72B3848}"/>
                  </a:ext>
                </a:extLst>
              </p14:cNvPr>
              <p14:cNvContentPartPr/>
              <p14:nvPr/>
            </p14:nvContentPartPr>
            <p14:xfrm>
              <a:off x="9513549" y="261625"/>
              <a:ext cx="2283840" cy="22345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F8F58CDE-9C10-46A0-A50E-4C08A72B384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495909" y="225985"/>
                <a:ext cx="2319480" cy="230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8AEB95E8-A180-49B4-97B7-B349C4A14A60}"/>
                  </a:ext>
                </a:extLst>
              </p14:cNvPr>
              <p14:cNvContentPartPr/>
              <p14:nvPr/>
            </p14:nvContentPartPr>
            <p14:xfrm>
              <a:off x="10019709" y="3568585"/>
              <a:ext cx="322200" cy="30096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8AEB95E8-A180-49B4-97B7-B349C4A14A6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001709" y="3532585"/>
                <a:ext cx="35784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79C6142A-BB7B-425E-BD6F-71E9CB8E68FB}"/>
                  </a:ext>
                </a:extLst>
              </p14:cNvPr>
              <p14:cNvContentPartPr/>
              <p14:nvPr/>
            </p14:nvContentPartPr>
            <p14:xfrm>
              <a:off x="10106469" y="3710785"/>
              <a:ext cx="279720" cy="237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79C6142A-BB7B-425E-BD6F-71E9CB8E68F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88469" y="3674785"/>
                <a:ext cx="31536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6B426F6F-AEEF-41FC-BED5-C8CB598E62BC}"/>
                  </a:ext>
                </a:extLst>
              </p14:cNvPr>
              <p14:cNvContentPartPr/>
              <p14:nvPr/>
            </p14:nvContentPartPr>
            <p14:xfrm>
              <a:off x="10034109" y="3414505"/>
              <a:ext cx="277200" cy="259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6B426F6F-AEEF-41FC-BED5-C8CB598E62B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016469" y="3378865"/>
                <a:ext cx="3128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B4F66080-E69B-4827-912C-B7FCB6DF8315}"/>
                  </a:ext>
                </a:extLst>
              </p14:cNvPr>
              <p14:cNvContentPartPr/>
              <p14:nvPr/>
            </p14:nvContentPartPr>
            <p14:xfrm>
              <a:off x="10034109" y="3294985"/>
              <a:ext cx="357840" cy="201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B4F66080-E69B-4827-912C-B7FCB6DF831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016469" y="3259345"/>
                <a:ext cx="3934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5CFC3675-D05C-4F55-980B-34ACBC85A3DE}"/>
                  </a:ext>
                </a:extLst>
              </p14:cNvPr>
              <p14:cNvContentPartPr/>
              <p14:nvPr/>
            </p14:nvContentPartPr>
            <p14:xfrm>
              <a:off x="10625949" y="3668665"/>
              <a:ext cx="216360" cy="2556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5CFC3675-D05C-4F55-980B-34ACBC85A3D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608309" y="3633025"/>
                <a:ext cx="25200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E0ACCEAD-80A4-4A35-8F33-EB1D67DDC66E}"/>
                  </a:ext>
                </a:extLst>
              </p14:cNvPr>
              <p14:cNvContentPartPr/>
              <p14:nvPr/>
            </p14:nvContentPartPr>
            <p14:xfrm>
              <a:off x="10606869" y="3806545"/>
              <a:ext cx="271440" cy="3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E0ACCEAD-80A4-4A35-8F33-EB1D67DDC66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588869" y="3770905"/>
                <a:ext cx="3070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30C5BE77-C09F-4C5D-89FF-12EEF4B320BF}"/>
                  </a:ext>
                </a:extLst>
              </p14:cNvPr>
              <p14:cNvContentPartPr/>
              <p14:nvPr/>
            </p14:nvContentPartPr>
            <p14:xfrm>
              <a:off x="10962909" y="3612865"/>
              <a:ext cx="491040" cy="3265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30C5BE77-C09F-4C5D-89FF-12EEF4B320B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945269" y="3577225"/>
                <a:ext cx="5266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8B8E79DC-9C44-4F43-A313-802414E167F1}"/>
                  </a:ext>
                </a:extLst>
              </p14:cNvPr>
              <p14:cNvContentPartPr/>
              <p14:nvPr/>
            </p14:nvContentPartPr>
            <p14:xfrm>
              <a:off x="11497149" y="3792145"/>
              <a:ext cx="6120" cy="972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8B8E79DC-9C44-4F43-A313-802414E167F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1479149" y="3756145"/>
                <a:ext cx="417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B77F1C0A-2E20-462B-8A3C-BD52C8597776}"/>
                  </a:ext>
                </a:extLst>
              </p14:cNvPr>
              <p14:cNvContentPartPr/>
              <p14:nvPr/>
            </p14:nvContentPartPr>
            <p14:xfrm>
              <a:off x="1148589" y="4437985"/>
              <a:ext cx="322560" cy="28008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B77F1C0A-2E20-462B-8A3C-BD52C859777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30589" y="4402345"/>
                <a:ext cx="35820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EAA9885B-6DC8-42BA-95A7-BFCBC9092920}"/>
                  </a:ext>
                </a:extLst>
              </p14:cNvPr>
              <p14:cNvContentPartPr/>
              <p14:nvPr/>
            </p14:nvContentPartPr>
            <p14:xfrm>
              <a:off x="1217349" y="4596025"/>
              <a:ext cx="272880" cy="385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EAA9885B-6DC8-42BA-95A7-BFCBC909292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199349" y="4560025"/>
                <a:ext cx="30852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074CABBE-F35C-4F97-AC34-3D5DDE3005F5}"/>
                  </a:ext>
                </a:extLst>
              </p14:cNvPr>
              <p14:cNvContentPartPr/>
              <p14:nvPr/>
            </p14:nvContentPartPr>
            <p14:xfrm>
              <a:off x="1688949" y="4399825"/>
              <a:ext cx="313200" cy="67788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074CABBE-F35C-4F97-AC34-3D5DDE3005F5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670949" y="4363825"/>
                <a:ext cx="348840" cy="74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4F985A8-E8E0-437F-AFC4-5477CAF5A9FD}"/>
                  </a:ext>
                </a:extLst>
              </p14:cNvPr>
              <p14:cNvContentPartPr/>
              <p14:nvPr/>
            </p14:nvContentPartPr>
            <p14:xfrm>
              <a:off x="2194029" y="4408825"/>
              <a:ext cx="349200" cy="33912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4F985A8-E8E0-437F-AFC4-5477CAF5A9F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176389" y="4372825"/>
                <a:ext cx="3848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E7455C62-C43E-4BF7-9492-A5F27B985E84}"/>
                  </a:ext>
                </a:extLst>
              </p14:cNvPr>
              <p14:cNvContentPartPr/>
              <p14:nvPr/>
            </p14:nvContentPartPr>
            <p14:xfrm>
              <a:off x="2274309" y="4537705"/>
              <a:ext cx="298440" cy="3420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E7455C62-C43E-4BF7-9492-A5F27B985E8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256669" y="4502065"/>
                <a:ext cx="33408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2DC3FCAE-A51C-409C-A611-E7FB3D7B574E}"/>
                  </a:ext>
                </a:extLst>
              </p14:cNvPr>
              <p14:cNvContentPartPr/>
              <p14:nvPr/>
            </p14:nvContentPartPr>
            <p14:xfrm>
              <a:off x="2016189" y="4537345"/>
              <a:ext cx="8640" cy="57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2DC3FCAE-A51C-409C-A611-E7FB3D7B574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998189" y="4501705"/>
                <a:ext cx="442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EBB5418B-411E-4E38-BFD4-6252479D6CB5}"/>
                  </a:ext>
                </a:extLst>
              </p14:cNvPr>
              <p14:cNvContentPartPr/>
              <p14:nvPr/>
            </p14:nvContentPartPr>
            <p14:xfrm>
              <a:off x="1573389" y="4552465"/>
              <a:ext cx="360" cy="3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EBB5418B-411E-4E38-BFD4-6252479D6CB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555749" y="45164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BF808471-7C18-451A-ABD0-D1CF902965AB}"/>
                  </a:ext>
                </a:extLst>
              </p14:cNvPr>
              <p14:cNvContentPartPr/>
              <p14:nvPr/>
            </p14:nvContentPartPr>
            <p14:xfrm>
              <a:off x="2925549" y="4461025"/>
              <a:ext cx="197640" cy="158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BF808471-7C18-451A-ABD0-D1CF902965A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907909" y="4425385"/>
                <a:ext cx="23328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C6C2D4D0-E231-4A3D-9E3B-E8B93F2ADC83}"/>
                  </a:ext>
                </a:extLst>
              </p14:cNvPr>
              <p14:cNvContentPartPr/>
              <p14:nvPr/>
            </p14:nvContentPartPr>
            <p14:xfrm>
              <a:off x="2949669" y="4615465"/>
              <a:ext cx="200880" cy="468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C6C2D4D0-E231-4A3D-9E3B-E8B93F2ADC8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32029" y="4579465"/>
                <a:ext cx="2365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4CBBC68F-9DE7-41B2-B87E-4972107676C2}"/>
                  </a:ext>
                </a:extLst>
              </p14:cNvPr>
              <p14:cNvContentPartPr/>
              <p14:nvPr/>
            </p14:nvContentPartPr>
            <p14:xfrm>
              <a:off x="3763269" y="4422505"/>
              <a:ext cx="248400" cy="24588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4CBBC68F-9DE7-41B2-B87E-4972107676C2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745269" y="4386865"/>
                <a:ext cx="2840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E387AADE-B76F-4E74-8CA5-4E95F8035C38}"/>
                  </a:ext>
                </a:extLst>
              </p14:cNvPr>
              <p14:cNvContentPartPr/>
              <p14:nvPr/>
            </p14:nvContentPartPr>
            <p14:xfrm>
              <a:off x="3810789" y="4417825"/>
              <a:ext cx="159840" cy="26712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E387AADE-B76F-4E74-8CA5-4E95F8035C3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792789" y="4382185"/>
                <a:ext cx="1954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6F1BD324-5AF2-4494-B1EE-412629513BD2}"/>
                  </a:ext>
                </a:extLst>
              </p14:cNvPr>
              <p14:cNvContentPartPr/>
              <p14:nvPr/>
            </p14:nvContentPartPr>
            <p14:xfrm>
              <a:off x="3754629" y="4283545"/>
              <a:ext cx="280440" cy="936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6F1BD324-5AF2-4494-B1EE-412629513BD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36989" y="4247905"/>
                <a:ext cx="3160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B8FA9707-706A-4911-B5DD-6BF8485AEED2}"/>
                  </a:ext>
                </a:extLst>
              </p14:cNvPr>
              <p14:cNvContentPartPr/>
              <p14:nvPr/>
            </p14:nvContentPartPr>
            <p14:xfrm>
              <a:off x="4302189" y="4533025"/>
              <a:ext cx="241920" cy="36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B8FA9707-706A-4911-B5DD-6BF8485AEED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84549" y="4497385"/>
                <a:ext cx="2775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E9BA6A17-6C38-4E76-AB1B-3FDECF88C01A}"/>
                  </a:ext>
                </a:extLst>
              </p14:cNvPr>
              <p14:cNvContentPartPr/>
              <p14:nvPr/>
            </p14:nvContentPartPr>
            <p14:xfrm>
              <a:off x="4434309" y="4408105"/>
              <a:ext cx="29880" cy="2476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E9BA6A17-6C38-4E76-AB1B-3FDECF88C01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416309" y="4372105"/>
                <a:ext cx="6552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9F9888EA-D952-4DBB-804B-FBF111DC4BB0}"/>
                  </a:ext>
                </a:extLst>
              </p14:cNvPr>
              <p14:cNvContentPartPr/>
              <p14:nvPr/>
            </p14:nvContentPartPr>
            <p14:xfrm>
              <a:off x="4783149" y="4431865"/>
              <a:ext cx="291600" cy="5961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9F9888EA-D952-4DBB-804B-FBF111DC4BB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765149" y="4396225"/>
                <a:ext cx="327240" cy="66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CA6E84BA-9EE0-48F5-9864-142228B15E9E}"/>
                  </a:ext>
                </a:extLst>
              </p14:cNvPr>
              <p14:cNvContentPartPr/>
              <p14:nvPr/>
            </p14:nvContentPartPr>
            <p14:xfrm>
              <a:off x="4744989" y="4298665"/>
              <a:ext cx="240480" cy="900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CA6E84BA-9EE0-48F5-9864-142228B15E9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727349" y="4262665"/>
                <a:ext cx="27612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DAF88134-FBB8-4ED1-A485-8FD5795572B8}"/>
                  </a:ext>
                </a:extLst>
              </p14:cNvPr>
              <p14:cNvContentPartPr/>
              <p14:nvPr/>
            </p14:nvContentPartPr>
            <p14:xfrm>
              <a:off x="5351589" y="4489825"/>
              <a:ext cx="312120" cy="1512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DAF88134-FBB8-4ED1-A485-8FD5795572B8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333589" y="4453825"/>
                <a:ext cx="3477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BAA16218-6F19-4CE2-8908-1FD97B009ACB}"/>
                  </a:ext>
                </a:extLst>
              </p14:cNvPr>
              <p14:cNvContentPartPr/>
              <p14:nvPr/>
            </p14:nvContentPartPr>
            <p14:xfrm>
              <a:off x="5495949" y="4383985"/>
              <a:ext cx="43200" cy="2761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BAA16218-6F19-4CE2-8908-1FD97B009AC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477949" y="4348345"/>
                <a:ext cx="78840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A02C568A-25BE-4B76-B196-7E6024DA3409}"/>
                  </a:ext>
                </a:extLst>
              </p14:cNvPr>
              <p14:cNvContentPartPr/>
              <p14:nvPr/>
            </p14:nvContentPartPr>
            <p14:xfrm>
              <a:off x="5986629" y="4426825"/>
              <a:ext cx="377640" cy="33912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A02C568A-25BE-4B76-B196-7E6024DA340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968629" y="4390825"/>
                <a:ext cx="4132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CBECED95-7D9D-4E0F-9A81-4C128B678B81}"/>
                  </a:ext>
                </a:extLst>
              </p14:cNvPr>
              <p14:cNvContentPartPr/>
              <p14:nvPr/>
            </p14:nvContentPartPr>
            <p14:xfrm>
              <a:off x="6049269" y="4591345"/>
              <a:ext cx="291600" cy="1944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CBECED95-7D9D-4E0F-9A81-4C128B678B8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031269" y="4555705"/>
                <a:ext cx="3272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4FC90543-AE73-49C8-96DF-D301DBC2C706}"/>
                  </a:ext>
                </a:extLst>
              </p14:cNvPr>
              <p14:cNvContentPartPr/>
              <p14:nvPr/>
            </p14:nvContentPartPr>
            <p14:xfrm>
              <a:off x="5962509" y="4268425"/>
              <a:ext cx="279000" cy="540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4FC90543-AE73-49C8-96DF-D301DBC2C70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5944869" y="4232785"/>
                <a:ext cx="3146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D13B8666-100A-4126-863B-8203228A751E}"/>
                  </a:ext>
                </a:extLst>
              </p14:cNvPr>
              <p14:cNvContentPartPr/>
              <p14:nvPr/>
            </p14:nvContentPartPr>
            <p14:xfrm>
              <a:off x="3623949" y="4039465"/>
              <a:ext cx="2847960" cy="2736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D13B8666-100A-4126-863B-8203228A751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605949" y="4003825"/>
                <a:ext cx="28836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C8EBF983-8769-4C5D-85E4-500FC3125790}"/>
                  </a:ext>
                </a:extLst>
              </p14:cNvPr>
              <p14:cNvContentPartPr/>
              <p14:nvPr/>
            </p14:nvContentPartPr>
            <p14:xfrm>
              <a:off x="668349" y="3695305"/>
              <a:ext cx="6551640" cy="180828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C8EBF983-8769-4C5D-85E4-500FC312579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650349" y="3659665"/>
                <a:ext cx="6587280" cy="18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570B4886-D748-4FFC-8D6E-C477F27B9E9F}"/>
                  </a:ext>
                </a:extLst>
              </p14:cNvPr>
              <p14:cNvContentPartPr/>
              <p14:nvPr/>
            </p14:nvContentPartPr>
            <p14:xfrm>
              <a:off x="491949" y="417865"/>
              <a:ext cx="7501680" cy="14407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570B4886-D748-4FFC-8D6E-C477F27B9E9F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73949" y="381865"/>
                <a:ext cx="7537320" cy="15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8742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A3D426B-44D9-49DE-81DA-95E8214AEFE6}"/>
                  </a:ext>
                </a:extLst>
              </p14:cNvPr>
              <p14:cNvContentPartPr/>
              <p14:nvPr/>
            </p14:nvContentPartPr>
            <p14:xfrm>
              <a:off x="938349" y="671665"/>
              <a:ext cx="266760" cy="24624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A3D426B-44D9-49DE-81DA-95E8214AEF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0349" y="635665"/>
                <a:ext cx="302400" cy="31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112DF175-4EB1-4E69-9F04-AEBEADB8BFE8}"/>
                  </a:ext>
                </a:extLst>
              </p14:cNvPr>
              <p14:cNvContentPartPr/>
              <p14:nvPr/>
            </p14:nvContentPartPr>
            <p14:xfrm>
              <a:off x="935469" y="639625"/>
              <a:ext cx="166680" cy="3142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112DF175-4EB1-4E69-9F04-AEBEADB8BF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7469" y="603985"/>
                <a:ext cx="20232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0BEC2DCE-2586-42BA-8463-DC035A3B0AB3}"/>
                  </a:ext>
                </a:extLst>
              </p14:cNvPr>
              <p14:cNvContentPartPr/>
              <p14:nvPr/>
            </p14:nvContentPartPr>
            <p14:xfrm>
              <a:off x="1395189" y="654385"/>
              <a:ext cx="272520" cy="7149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0BEC2DCE-2586-42BA-8463-DC035A3B0A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77549" y="618385"/>
                <a:ext cx="308160" cy="78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EFC2520-6FAC-4354-B4F8-7206FD58037B}"/>
                  </a:ext>
                </a:extLst>
              </p14:cNvPr>
              <p14:cNvContentPartPr/>
              <p14:nvPr/>
            </p14:nvContentPartPr>
            <p14:xfrm>
              <a:off x="1890909" y="675265"/>
              <a:ext cx="350280" cy="4240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EFC2520-6FAC-4354-B4F8-7206FD5803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73269" y="639625"/>
                <a:ext cx="385920" cy="4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6012669A-B42C-4779-9751-9B3530C81AEB}"/>
                  </a:ext>
                </a:extLst>
              </p14:cNvPr>
              <p14:cNvContentPartPr/>
              <p14:nvPr/>
            </p14:nvContentPartPr>
            <p14:xfrm>
              <a:off x="1867149" y="797665"/>
              <a:ext cx="432360" cy="302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6012669A-B42C-4779-9751-9B3530C81AE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49149" y="762025"/>
                <a:ext cx="46800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0AB9EF58-B108-49EE-8036-C04FD69B3CE3}"/>
                  </a:ext>
                </a:extLst>
              </p14:cNvPr>
              <p14:cNvContentPartPr/>
              <p14:nvPr/>
            </p14:nvContentPartPr>
            <p14:xfrm>
              <a:off x="2704509" y="764905"/>
              <a:ext cx="247680" cy="39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0AB9EF58-B108-49EE-8036-C04FD69B3C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86509" y="729265"/>
                <a:ext cx="2833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2CCB328B-A5D0-470B-91A7-54918D66B705}"/>
                  </a:ext>
                </a:extLst>
              </p14:cNvPr>
              <p14:cNvContentPartPr/>
              <p14:nvPr/>
            </p14:nvContentPartPr>
            <p14:xfrm>
              <a:off x="2767149" y="890185"/>
              <a:ext cx="208800" cy="90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2CCB328B-A5D0-470B-91A7-54918D66B70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749149" y="854185"/>
                <a:ext cx="2444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36940515-C111-402A-A714-AEF3484D876B}"/>
                  </a:ext>
                </a:extLst>
              </p14:cNvPr>
              <p14:cNvContentPartPr/>
              <p14:nvPr/>
            </p14:nvContentPartPr>
            <p14:xfrm>
              <a:off x="3541869" y="663745"/>
              <a:ext cx="255240" cy="2829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36940515-C111-402A-A714-AEF3484D87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24229" y="628105"/>
                <a:ext cx="2908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5619B3E-B43F-4055-AED3-ACE0F9B757D5}"/>
                  </a:ext>
                </a:extLst>
              </p14:cNvPr>
              <p14:cNvContentPartPr/>
              <p14:nvPr/>
            </p14:nvContentPartPr>
            <p14:xfrm>
              <a:off x="3542949" y="683185"/>
              <a:ext cx="191880" cy="2624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5619B3E-B43F-4055-AED3-ACE0F9B757D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524949" y="647185"/>
                <a:ext cx="22752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30BE5360-D685-497E-9A35-561DF8CB6134}"/>
                  </a:ext>
                </a:extLst>
              </p14:cNvPr>
              <p14:cNvContentPartPr/>
              <p14:nvPr/>
            </p14:nvContentPartPr>
            <p14:xfrm>
              <a:off x="3498669" y="524425"/>
              <a:ext cx="290520" cy="244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30BE5360-D685-497E-9A35-561DF8CB613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80669" y="488425"/>
                <a:ext cx="3261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C0CBC89A-DD61-482F-A502-DCB42CC60B15}"/>
                  </a:ext>
                </a:extLst>
              </p14:cNvPr>
              <p14:cNvContentPartPr/>
              <p14:nvPr/>
            </p14:nvContentPartPr>
            <p14:xfrm>
              <a:off x="3965229" y="778585"/>
              <a:ext cx="19800" cy="61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C0CBC89A-DD61-482F-A502-DCB42CC60B1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47589" y="742585"/>
                <a:ext cx="554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FB871396-23A5-4110-887E-5C61B6265875}"/>
                  </a:ext>
                </a:extLst>
              </p14:cNvPr>
              <p14:cNvContentPartPr/>
              <p14:nvPr/>
            </p14:nvContentPartPr>
            <p14:xfrm>
              <a:off x="4311549" y="691105"/>
              <a:ext cx="246600" cy="6357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FB871396-23A5-4110-887E-5C61B62658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293909" y="655465"/>
                <a:ext cx="282240" cy="70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D83CA63-C990-4A8F-8AA6-0E3C4EB1687B}"/>
                  </a:ext>
                </a:extLst>
              </p14:cNvPr>
              <p14:cNvContentPartPr/>
              <p14:nvPr/>
            </p14:nvContentPartPr>
            <p14:xfrm>
              <a:off x="4254309" y="519385"/>
              <a:ext cx="299880" cy="864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D83CA63-C990-4A8F-8AA6-0E3C4EB1687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236309" y="483385"/>
                <a:ext cx="3355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A334C0A-5752-471D-B390-1CD01B968861}"/>
                  </a:ext>
                </a:extLst>
              </p14:cNvPr>
              <p14:cNvContentPartPr/>
              <p14:nvPr/>
            </p14:nvContentPartPr>
            <p14:xfrm>
              <a:off x="4873149" y="740785"/>
              <a:ext cx="9000" cy="133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A334C0A-5752-471D-B390-1CD01B96886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855509" y="705145"/>
                <a:ext cx="446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3E478256-349E-4460-A86E-2997E7D1BA1E}"/>
                  </a:ext>
                </a:extLst>
              </p14:cNvPr>
              <p14:cNvContentPartPr/>
              <p14:nvPr/>
            </p14:nvContentPartPr>
            <p14:xfrm>
              <a:off x="5187789" y="682825"/>
              <a:ext cx="370080" cy="3963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3E478256-349E-4460-A86E-2997E7D1BA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69789" y="647185"/>
                <a:ext cx="40572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5C84A2D3-03EE-40B0-987F-72F9055632B7}"/>
                  </a:ext>
                </a:extLst>
              </p14:cNvPr>
              <p14:cNvContentPartPr/>
              <p14:nvPr/>
            </p14:nvContentPartPr>
            <p14:xfrm>
              <a:off x="5168349" y="849145"/>
              <a:ext cx="344520" cy="266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5C84A2D3-03EE-40B0-987F-72F9055632B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50709" y="813505"/>
                <a:ext cx="3801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5F1AF71F-E3A0-47EB-9019-4908D7380931}"/>
                  </a:ext>
                </a:extLst>
              </p14:cNvPr>
              <p14:cNvContentPartPr/>
              <p14:nvPr/>
            </p14:nvContentPartPr>
            <p14:xfrm>
              <a:off x="5134509" y="485905"/>
              <a:ext cx="259920" cy="2088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5F1AF71F-E3A0-47EB-9019-4908D738093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116869" y="450265"/>
                <a:ext cx="29556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83CDCB5C-6349-4F66-97BC-DD4F991E1AEE}"/>
                  </a:ext>
                </a:extLst>
              </p14:cNvPr>
              <p14:cNvContentPartPr/>
              <p14:nvPr/>
            </p14:nvContentPartPr>
            <p14:xfrm>
              <a:off x="3349269" y="273865"/>
              <a:ext cx="2660760" cy="1155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83CDCB5C-6349-4F66-97BC-DD4F991E1AE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31269" y="237865"/>
                <a:ext cx="269640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1B35212-CDBF-4931-B8BD-E0380B2AF7FC}"/>
                  </a:ext>
                </a:extLst>
              </p14:cNvPr>
              <p14:cNvContentPartPr/>
              <p14:nvPr/>
            </p14:nvContentPartPr>
            <p14:xfrm>
              <a:off x="943029" y="2874145"/>
              <a:ext cx="609120" cy="133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1B35212-CDBF-4931-B8BD-E0380B2AF7F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5029" y="2838505"/>
                <a:ext cx="64476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A1175E9C-55CA-4B14-8433-15D4CB813A03}"/>
                  </a:ext>
                </a:extLst>
              </p14:cNvPr>
              <p14:cNvContentPartPr/>
              <p14:nvPr/>
            </p14:nvContentPartPr>
            <p14:xfrm>
              <a:off x="957069" y="3175825"/>
              <a:ext cx="688680" cy="291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A1175E9C-55CA-4B14-8433-15D4CB813A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39069" y="3140185"/>
                <a:ext cx="72432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5B45AE2A-69BC-4579-A61B-EE16BA4E8915}"/>
                  </a:ext>
                </a:extLst>
              </p14:cNvPr>
              <p14:cNvContentPartPr/>
              <p14:nvPr/>
            </p14:nvContentPartPr>
            <p14:xfrm>
              <a:off x="1068669" y="3586945"/>
              <a:ext cx="779040" cy="435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5B45AE2A-69BC-4579-A61B-EE16BA4E891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51029" y="3550945"/>
                <a:ext cx="8146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36407B14-D892-4668-830A-A4B5F2C4E553}"/>
                  </a:ext>
                </a:extLst>
              </p14:cNvPr>
              <p14:cNvContentPartPr/>
              <p14:nvPr/>
            </p14:nvContentPartPr>
            <p14:xfrm>
              <a:off x="351189" y="2723665"/>
              <a:ext cx="236880" cy="1915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36407B14-D892-4668-830A-A4B5F2C4E55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3189" y="2687665"/>
                <a:ext cx="2725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546C82FA-1546-47EE-B919-4D1A8A727083}"/>
                  </a:ext>
                </a:extLst>
              </p14:cNvPr>
              <p14:cNvContentPartPr/>
              <p14:nvPr/>
            </p14:nvContentPartPr>
            <p14:xfrm>
              <a:off x="408789" y="2714305"/>
              <a:ext cx="125280" cy="194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546C82FA-1546-47EE-B919-4D1A8A72708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90789" y="2678305"/>
                <a:ext cx="1609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439BDBE4-03FE-4AE2-9923-A80612F104E3}"/>
                  </a:ext>
                </a:extLst>
              </p14:cNvPr>
              <p14:cNvContentPartPr/>
              <p14:nvPr/>
            </p14:nvContentPartPr>
            <p14:xfrm>
              <a:off x="327069" y="3133345"/>
              <a:ext cx="281160" cy="4428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439BDBE4-03FE-4AE2-9923-A80612F104E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9429" y="3097345"/>
                <a:ext cx="31680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896581C-9D91-4355-891E-84468643D609}"/>
                  </a:ext>
                </a:extLst>
              </p14:cNvPr>
              <p14:cNvContentPartPr/>
              <p14:nvPr/>
            </p14:nvContentPartPr>
            <p14:xfrm>
              <a:off x="485829" y="3644185"/>
              <a:ext cx="276840" cy="3222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896581C-9D91-4355-891E-84468643D60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7829" y="3608545"/>
                <a:ext cx="31248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913EF9A9-C44E-4B37-B165-8E989C3475FE}"/>
                  </a:ext>
                </a:extLst>
              </p14:cNvPr>
              <p14:cNvContentPartPr/>
              <p14:nvPr/>
            </p14:nvContentPartPr>
            <p14:xfrm>
              <a:off x="399069" y="3743545"/>
              <a:ext cx="393120" cy="777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913EF9A9-C44E-4B37-B165-8E989C3475F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1429" y="3707905"/>
                <a:ext cx="428760" cy="14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AD0E60C1-D2C4-409D-B646-0CD67A4F51C7}"/>
                  </a:ext>
                </a:extLst>
              </p14:cNvPr>
              <p14:cNvContentPartPr/>
              <p14:nvPr/>
            </p14:nvContentPartPr>
            <p14:xfrm>
              <a:off x="1506069" y="2872345"/>
              <a:ext cx="219960" cy="104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AD0E60C1-D2C4-409D-B646-0CD67A4F51C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488429" y="2836705"/>
                <a:ext cx="2556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E5D2B9AF-7818-4AC2-9327-C597E6AEA9B9}"/>
                  </a:ext>
                </a:extLst>
              </p14:cNvPr>
              <p14:cNvContentPartPr/>
              <p14:nvPr/>
            </p14:nvContentPartPr>
            <p14:xfrm>
              <a:off x="1602189" y="3119305"/>
              <a:ext cx="167400" cy="234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E5D2B9AF-7818-4AC2-9327-C597E6AEA9B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84189" y="3083305"/>
                <a:ext cx="2030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E306AFE5-87CA-4913-A15B-4935E224E231}"/>
                  </a:ext>
                </a:extLst>
              </p14:cNvPr>
              <p14:cNvContentPartPr/>
              <p14:nvPr/>
            </p14:nvContentPartPr>
            <p14:xfrm>
              <a:off x="1823589" y="2627545"/>
              <a:ext cx="58680" cy="11682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E306AFE5-87CA-4913-A15B-4935E224E23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805949" y="2591905"/>
                <a:ext cx="94320" cy="12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44EC2123-072F-41C1-940B-6A29C5396CC7}"/>
                  </a:ext>
                </a:extLst>
              </p14:cNvPr>
              <p14:cNvContentPartPr/>
              <p14:nvPr/>
            </p14:nvContentPartPr>
            <p14:xfrm>
              <a:off x="1813869" y="2655265"/>
              <a:ext cx="911160" cy="11977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44EC2123-072F-41C1-940B-6A29C5396CC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796229" y="2619625"/>
                <a:ext cx="946800" cy="12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FD178D4F-34BB-433B-B0F5-3DF945B549EA}"/>
                  </a:ext>
                </a:extLst>
              </p14:cNvPr>
              <p14:cNvContentPartPr/>
              <p14:nvPr/>
            </p14:nvContentPartPr>
            <p14:xfrm>
              <a:off x="2737989" y="3209665"/>
              <a:ext cx="566640" cy="334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FD178D4F-34BB-433B-B0F5-3DF945B549E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19989" y="3173665"/>
                <a:ext cx="6022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AF8BACDF-1C82-4F29-9BEE-8DBA2E88EA80}"/>
                  </a:ext>
                </a:extLst>
              </p14:cNvPr>
              <p14:cNvContentPartPr/>
              <p14:nvPr/>
            </p14:nvContentPartPr>
            <p14:xfrm>
              <a:off x="4316949" y="3156745"/>
              <a:ext cx="235800" cy="50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AF8BACDF-1C82-4F29-9BEE-8DBA2E88EA8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298949" y="3121105"/>
                <a:ext cx="2714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15D1966F-7AC5-423A-9F88-9EA553841484}"/>
                  </a:ext>
                </a:extLst>
              </p14:cNvPr>
              <p14:cNvContentPartPr/>
              <p14:nvPr/>
            </p14:nvContentPartPr>
            <p14:xfrm>
              <a:off x="4345389" y="3252865"/>
              <a:ext cx="237600" cy="237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15D1966F-7AC5-423A-9F88-9EA55384148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27749" y="3217225"/>
                <a:ext cx="2732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8C03CEC4-3B6D-4FD1-A3D9-CEEAF70E9E5F}"/>
                  </a:ext>
                </a:extLst>
              </p14:cNvPr>
              <p14:cNvContentPartPr/>
              <p14:nvPr/>
            </p14:nvContentPartPr>
            <p14:xfrm>
              <a:off x="4552029" y="3022105"/>
              <a:ext cx="332280" cy="4921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8C03CEC4-3B6D-4FD1-A3D9-CEEAF70E9E5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534029" y="2986105"/>
                <a:ext cx="367920" cy="56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34420A1A-5132-4D5B-9D91-9B8E323F65EF}"/>
                  </a:ext>
                </a:extLst>
              </p14:cNvPr>
              <p14:cNvContentPartPr/>
              <p14:nvPr/>
            </p14:nvContentPartPr>
            <p14:xfrm>
              <a:off x="4048389" y="3060625"/>
              <a:ext cx="347040" cy="5108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34420A1A-5132-4D5B-9D91-9B8E323F65E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30389" y="3024625"/>
                <a:ext cx="382680" cy="58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4A76B4F9-22E0-4284-8E25-AE98A437C6C8}"/>
                  </a:ext>
                </a:extLst>
              </p14:cNvPr>
              <p14:cNvContentPartPr/>
              <p14:nvPr/>
            </p14:nvContentPartPr>
            <p14:xfrm>
              <a:off x="5351589" y="2415505"/>
              <a:ext cx="188280" cy="2487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4A76B4F9-22E0-4284-8E25-AE98A437C6C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333589" y="2379505"/>
                <a:ext cx="2239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75775F72-AE12-49D5-A6CA-8EC74485F627}"/>
                  </a:ext>
                </a:extLst>
              </p14:cNvPr>
              <p14:cNvContentPartPr/>
              <p14:nvPr/>
            </p14:nvContentPartPr>
            <p14:xfrm>
              <a:off x="5343669" y="2414785"/>
              <a:ext cx="162000" cy="2271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75775F72-AE12-49D5-A6CA-8EC74485F62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26029" y="2378785"/>
                <a:ext cx="1976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EF12FBF3-0BC8-48E5-9340-27B4B5E1A309}"/>
                  </a:ext>
                </a:extLst>
              </p14:cNvPr>
              <p14:cNvContentPartPr/>
              <p14:nvPr/>
            </p14:nvContentPartPr>
            <p14:xfrm>
              <a:off x="5669109" y="2520265"/>
              <a:ext cx="643320" cy="212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EF12FBF3-0BC8-48E5-9340-27B4B5E1A30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651109" y="2484625"/>
                <a:ext cx="678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2BF12808-9D14-4BC5-9D7C-8E0BC92B2D4B}"/>
                  </a:ext>
                </a:extLst>
              </p14:cNvPr>
              <p14:cNvContentPartPr/>
              <p14:nvPr/>
            </p14:nvContentPartPr>
            <p14:xfrm>
              <a:off x="6287589" y="2264665"/>
              <a:ext cx="311760" cy="4557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2BF12808-9D14-4BC5-9D7C-8E0BC92B2D4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269949" y="2229025"/>
                <a:ext cx="347400" cy="52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B12B97DE-CAE0-4C58-B84E-6A9D0B05F027}"/>
                  </a:ext>
                </a:extLst>
              </p14:cNvPr>
              <p14:cNvContentPartPr/>
              <p14:nvPr/>
            </p14:nvContentPartPr>
            <p14:xfrm>
              <a:off x="6635709" y="2473465"/>
              <a:ext cx="198000" cy="17676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B12B97DE-CAE0-4C58-B84E-6A9D0B05F02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617709" y="2437465"/>
                <a:ext cx="2336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99EAA1EC-51F1-4958-BBDE-DA1B3EA4882E}"/>
                  </a:ext>
                </a:extLst>
              </p14:cNvPr>
              <p14:cNvContentPartPr/>
              <p14:nvPr/>
            </p14:nvContentPartPr>
            <p14:xfrm>
              <a:off x="6906069" y="2550505"/>
              <a:ext cx="611640" cy="115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99EAA1EC-51F1-4958-BBDE-DA1B3EA4882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888069" y="2514505"/>
                <a:ext cx="6472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1EF5AC63-9275-4067-A19E-1D880B2F7569}"/>
                  </a:ext>
                </a:extLst>
              </p14:cNvPr>
              <p14:cNvContentPartPr/>
              <p14:nvPr/>
            </p14:nvContentPartPr>
            <p14:xfrm>
              <a:off x="5341509" y="3180865"/>
              <a:ext cx="251640" cy="6141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1EF5AC63-9275-4067-A19E-1D880B2F756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323869" y="3144865"/>
                <a:ext cx="28728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EC787678-17D0-4D6E-89B9-21715F57A253}"/>
                  </a:ext>
                </a:extLst>
              </p14:cNvPr>
              <p14:cNvContentPartPr/>
              <p14:nvPr/>
            </p14:nvContentPartPr>
            <p14:xfrm>
              <a:off x="5914629" y="3339625"/>
              <a:ext cx="279360" cy="576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EC787678-17D0-4D6E-89B9-21715F57A25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96629" y="3303625"/>
                <a:ext cx="3150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B16821A2-2708-4606-8C94-9B9C1B97EC45}"/>
                  </a:ext>
                </a:extLst>
              </p14:cNvPr>
              <p14:cNvContentPartPr/>
              <p14:nvPr/>
            </p14:nvContentPartPr>
            <p14:xfrm>
              <a:off x="6208029" y="2993305"/>
              <a:ext cx="529200" cy="53028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B16821A2-2708-4606-8C94-9B9C1B97EC4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190389" y="2957305"/>
                <a:ext cx="56484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2C8583D9-3E66-47DF-ACD1-82F9ADF735BE}"/>
                  </a:ext>
                </a:extLst>
              </p14:cNvPr>
              <p14:cNvContentPartPr/>
              <p14:nvPr/>
            </p14:nvContentPartPr>
            <p14:xfrm>
              <a:off x="6771069" y="3270865"/>
              <a:ext cx="172440" cy="1771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2C8583D9-3E66-47DF-ACD1-82F9ADF735B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753429" y="3234865"/>
                <a:ext cx="20808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E9393E52-8899-44C9-8DA7-E3107B1AA343}"/>
                  </a:ext>
                </a:extLst>
              </p14:cNvPr>
              <p14:cNvContentPartPr/>
              <p14:nvPr/>
            </p14:nvContentPartPr>
            <p14:xfrm>
              <a:off x="7021269" y="3353305"/>
              <a:ext cx="410760" cy="2520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E9393E52-8899-44C9-8DA7-E3107B1AA34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003269" y="3317305"/>
                <a:ext cx="4464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768F083D-9B76-4A17-8270-167F7090BFD6}"/>
                  </a:ext>
                </a:extLst>
              </p14:cNvPr>
              <p14:cNvContentPartPr/>
              <p14:nvPr/>
            </p14:nvContentPartPr>
            <p14:xfrm>
              <a:off x="5332149" y="4230985"/>
              <a:ext cx="333720" cy="34812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768F083D-9B76-4A17-8270-167F7090BFD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314149" y="4194985"/>
                <a:ext cx="36936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4DE230DD-682A-407D-944F-01A952133994}"/>
                  </a:ext>
                </a:extLst>
              </p14:cNvPr>
              <p14:cNvContentPartPr/>
              <p14:nvPr/>
            </p14:nvContentPartPr>
            <p14:xfrm>
              <a:off x="5346549" y="4385425"/>
              <a:ext cx="312480" cy="2304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4DE230DD-682A-407D-944F-01A95213399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28909" y="4349425"/>
                <a:ext cx="3481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2783864E-7C16-43D8-B32D-845F0F8A0035}"/>
                  </a:ext>
                </a:extLst>
              </p14:cNvPr>
              <p14:cNvContentPartPr/>
              <p14:nvPr/>
            </p14:nvContentPartPr>
            <p14:xfrm>
              <a:off x="5909589" y="4369585"/>
              <a:ext cx="678600" cy="126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2783864E-7C16-43D8-B32D-845F0F8A003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891589" y="4333585"/>
                <a:ext cx="7142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F89F168F-9F24-40A4-9E1E-3EF5B38C5E31}"/>
                  </a:ext>
                </a:extLst>
              </p14:cNvPr>
              <p14:cNvContentPartPr/>
              <p14:nvPr/>
            </p14:nvContentPartPr>
            <p14:xfrm>
              <a:off x="6554709" y="4076185"/>
              <a:ext cx="360360" cy="51012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F89F168F-9F24-40A4-9E1E-3EF5B38C5E3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537069" y="4040185"/>
                <a:ext cx="396000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664EDBE9-9995-4292-9B84-004A27A1BEF1}"/>
                  </a:ext>
                </a:extLst>
              </p14:cNvPr>
              <p14:cNvContentPartPr/>
              <p14:nvPr/>
            </p14:nvContentPartPr>
            <p14:xfrm>
              <a:off x="6929109" y="4289305"/>
              <a:ext cx="197280" cy="18072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664EDBE9-9995-4292-9B84-004A27A1BEF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911109" y="4253305"/>
                <a:ext cx="2329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868B648D-6332-49D5-8942-0848B17C7EFE}"/>
                  </a:ext>
                </a:extLst>
              </p14:cNvPr>
              <p14:cNvContentPartPr/>
              <p14:nvPr/>
            </p14:nvContentPartPr>
            <p14:xfrm>
              <a:off x="7156269" y="4379305"/>
              <a:ext cx="476280" cy="2484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868B648D-6332-49D5-8942-0848B17C7EFE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38269" y="4343305"/>
                <a:ext cx="5119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7D02EC66-249B-46DC-84C7-48E4048BEE8A}"/>
                  </a:ext>
                </a:extLst>
              </p14:cNvPr>
              <p14:cNvContentPartPr/>
              <p14:nvPr/>
            </p14:nvContentPartPr>
            <p14:xfrm>
              <a:off x="7363269" y="3358705"/>
              <a:ext cx="318600" cy="1980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7D02EC66-249B-46DC-84C7-48E4048BEE8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345269" y="3323065"/>
                <a:ext cx="35424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3E1CCE94-C64C-43D9-B779-94DCDAEA725E}"/>
                  </a:ext>
                </a:extLst>
              </p14:cNvPr>
              <p14:cNvContentPartPr/>
              <p14:nvPr/>
            </p14:nvContentPartPr>
            <p14:xfrm>
              <a:off x="7449669" y="2526385"/>
              <a:ext cx="197280" cy="1152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3E1CCE94-C64C-43D9-B779-94DCDAEA725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432029" y="2490745"/>
                <a:ext cx="23292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D48FEF8E-05C3-4107-B130-2948938D4A17}"/>
                  </a:ext>
                </a:extLst>
              </p14:cNvPr>
              <p14:cNvContentPartPr/>
              <p14:nvPr/>
            </p14:nvContentPartPr>
            <p14:xfrm>
              <a:off x="7651269" y="2266465"/>
              <a:ext cx="67320" cy="244188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D48FEF8E-05C3-4107-B130-2948938D4A1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633629" y="2230465"/>
                <a:ext cx="102960" cy="251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53B3D914-3E6F-46E1-8C93-089D1E3C619E}"/>
                  </a:ext>
                </a:extLst>
              </p14:cNvPr>
              <p14:cNvContentPartPr/>
              <p14:nvPr/>
            </p14:nvContentPartPr>
            <p14:xfrm>
              <a:off x="7685469" y="2240545"/>
              <a:ext cx="1002240" cy="250200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53B3D914-3E6F-46E1-8C93-089D1E3C619E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667829" y="2204905"/>
                <a:ext cx="1037880" cy="25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7C894E71-F1F5-4F77-889A-D6010D4E8F15}"/>
                  </a:ext>
                </a:extLst>
              </p14:cNvPr>
              <p14:cNvContentPartPr/>
              <p14:nvPr/>
            </p14:nvContentPartPr>
            <p14:xfrm>
              <a:off x="8706069" y="3401545"/>
              <a:ext cx="807840" cy="2520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7C894E71-F1F5-4F77-889A-D6010D4E8F15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688069" y="3365545"/>
                <a:ext cx="8434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8801B298-40B5-477B-AA96-98A1951530BC}"/>
                  </a:ext>
                </a:extLst>
              </p14:cNvPr>
              <p14:cNvContentPartPr/>
              <p14:nvPr/>
            </p14:nvContentPartPr>
            <p14:xfrm>
              <a:off x="9537309" y="3149905"/>
              <a:ext cx="369360" cy="52092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8801B298-40B5-477B-AA96-98A1951530B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519669" y="3114265"/>
                <a:ext cx="40500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D9C686BA-18D2-402E-964F-239B716E2A80}"/>
                  </a:ext>
                </a:extLst>
              </p14:cNvPr>
              <p14:cNvContentPartPr/>
              <p14:nvPr/>
            </p14:nvContentPartPr>
            <p14:xfrm>
              <a:off x="9912789" y="3327385"/>
              <a:ext cx="190080" cy="1998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D9C686BA-18D2-402E-964F-239B716E2A8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894789" y="3291385"/>
                <a:ext cx="22572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A64467D8-2CDE-4353-B242-819E6E98FC5A}"/>
                  </a:ext>
                </a:extLst>
              </p14:cNvPr>
              <p14:cNvContentPartPr/>
              <p14:nvPr/>
            </p14:nvContentPartPr>
            <p14:xfrm>
              <a:off x="10144629" y="3372745"/>
              <a:ext cx="584640" cy="2484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A64467D8-2CDE-4353-B242-819E6E98FC5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0126989" y="3337105"/>
                <a:ext cx="62028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1B86865F-9229-46A7-8012-91DBCAE40FC8}"/>
                  </a:ext>
                </a:extLst>
              </p14:cNvPr>
              <p14:cNvContentPartPr/>
              <p14:nvPr/>
            </p14:nvContentPartPr>
            <p14:xfrm>
              <a:off x="3219309" y="268825"/>
              <a:ext cx="2843280" cy="7992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1B86865F-9229-46A7-8012-91DBCAE40FC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3201309" y="232825"/>
                <a:ext cx="28789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409F5C5A-0DC3-4AE0-9039-F8495CD8949B}"/>
                  </a:ext>
                </a:extLst>
              </p14:cNvPr>
              <p14:cNvContentPartPr/>
              <p14:nvPr/>
            </p14:nvContentPartPr>
            <p14:xfrm>
              <a:off x="7251309" y="1374385"/>
              <a:ext cx="3669480" cy="394992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409F5C5A-0DC3-4AE0-9039-F8495CD8949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233669" y="1356745"/>
                <a:ext cx="3705120" cy="39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A0514E43-C916-4DA4-A9DB-041D96D4F068}"/>
                  </a:ext>
                </a:extLst>
              </p14:cNvPr>
              <p14:cNvContentPartPr/>
              <p14:nvPr/>
            </p14:nvContentPartPr>
            <p14:xfrm>
              <a:off x="5187789" y="5602225"/>
              <a:ext cx="4705200" cy="113580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A0514E43-C916-4DA4-A9DB-041D96D4F06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169790" y="5584585"/>
                <a:ext cx="4740837" cy="11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1B7510D-2024-4521-B6DA-A690D828D6D8}"/>
                  </a:ext>
                </a:extLst>
              </p14:cNvPr>
              <p14:cNvContentPartPr/>
              <p14:nvPr/>
            </p14:nvContentPartPr>
            <p14:xfrm>
              <a:off x="2213469" y="1583185"/>
              <a:ext cx="5079240" cy="3882240"/>
            </p14:xfrm>
          </p:contentPart>
        </mc:Choice>
        <mc:Fallback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1B7510D-2024-4521-B6DA-A690D828D6D8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209149" y="1578865"/>
                <a:ext cx="5087880" cy="38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D90C8C38-8BE5-4564-9634-537FE6818C37}"/>
                  </a:ext>
                </a:extLst>
              </p14:cNvPr>
              <p14:cNvContentPartPr/>
              <p14:nvPr/>
            </p14:nvContentPartPr>
            <p14:xfrm>
              <a:off x="3349269" y="1361425"/>
              <a:ext cx="4188960" cy="4024080"/>
            </p14:xfrm>
          </p:contentPart>
        </mc:Choice>
        <mc:Fallback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D90C8C38-8BE5-4564-9634-537FE6818C37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344949" y="1357105"/>
                <a:ext cx="4197600" cy="403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1403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Teoremele lui </a:t>
            </a:r>
            <a:r>
              <a:rPr lang="ro-RO" b="1" dirty="0" err="1">
                <a:solidFill>
                  <a:srgbClr val="0000FF"/>
                </a:solidFill>
              </a:rPr>
              <a:t>DeMorgan</a:t>
            </a:r>
            <a:r>
              <a:rPr lang="ro-RO" b="1" dirty="0">
                <a:solidFill>
                  <a:srgbClr val="0000FF"/>
                </a:solidFill>
              </a:rPr>
              <a:t> – </a:t>
            </a:r>
            <a:r>
              <a:rPr lang="ro-RO" b="1" dirty="0">
                <a:solidFill>
                  <a:srgbClr val="FF0000"/>
                </a:solidFill>
              </a:rPr>
              <a:t>Expresii algebrice 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0B2C1D9-8A62-4772-BFEC-B88E8A6A7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752475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06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Teoremele lui </a:t>
            </a:r>
            <a:r>
              <a:rPr lang="ro-RO" b="1" dirty="0" err="1">
                <a:solidFill>
                  <a:srgbClr val="0000FF"/>
                </a:solidFill>
              </a:rPr>
              <a:t>DeMorgan</a:t>
            </a:r>
            <a:r>
              <a:rPr lang="ro-RO" b="1" dirty="0">
                <a:solidFill>
                  <a:srgbClr val="0000FF"/>
                </a:solidFill>
              </a:rPr>
              <a:t> – </a:t>
            </a:r>
            <a:r>
              <a:rPr lang="ro-RO" b="1" dirty="0">
                <a:solidFill>
                  <a:srgbClr val="FF0000"/>
                </a:solidFill>
              </a:rPr>
              <a:t>Reprezentări grafice 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1B527DC-041B-4270-9BE2-F71978730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94391"/>
            <a:ext cx="7717123" cy="494018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8104EF56-F5DC-415A-9C7F-DC6E22ECDC0A}"/>
                  </a:ext>
                </a:extLst>
              </p14:cNvPr>
              <p14:cNvContentPartPr/>
              <p14:nvPr/>
            </p14:nvContentPartPr>
            <p14:xfrm>
              <a:off x="264429" y="1168825"/>
              <a:ext cx="2456280" cy="82404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8104EF56-F5DC-415A-9C7F-DC6E22ECDC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429" y="1150825"/>
                <a:ext cx="2491920" cy="85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542ED17D-0161-4A7E-8A99-260E46C67211}"/>
                  </a:ext>
                </a:extLst>
              </p14:cNvPr>
              <p14:cNvContentPartPr/>
              <p14:nvPr/>
            </p14:nvContentPartPr>
            <p14:xfrm>
              <a:off x="3943629" y="1057225"/>
              <a:ext cx="539640" cy="1990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542ED17D-0161-4A7E-8A99-260E46C672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25641" y="1039553"/>
                <a:ext cx="575256" cy="23478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69805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Teoremele lui </a:t>
            </a:r>
            <a:r>
              <a:rPr lang="ro-RO" b="1" dirty="0" err="1">
                <a:solidFill>
                  <a:srgbClr val="0000FF"/>
                </a:solidFill>
              </a:rPr>
              <a:t>DeMorgan</a:t>
            </a:r>
            <a:r>
              <a:rPr lang="ro-RO" b="1" dirty="0">
                <a:solidFill>
                  <a:srgbClr val="0000FF"/>
                </a:solidFill>
              </a:rPr>
              <a:t> – </a:t>
            </a:r>
            <a:r>
              <a:rPr lang="ro-RO" b="1" dirty="0">
                <a:solidFill>
                  <a:srgbClr val="FF0000"/>
                </a:solidFill>
              </a:rPr>
              <a:t>Reprezentări grafice 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1B527DC-041B-4270-9BE2-F71978730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4425319" cy="2832908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966FC731-8CAC-421F-A104-1C7B0D6D0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3429000"/>
            <a:ext cx="9515475" cy="2895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3B2F950A-0E46-4ADB-832E-4021D675FC96}"/>
                  </a:ext>
                </a:extLst>
              </p14:cNvPr>
              <p14:cNvContentPartPr/>
              <p14:nvPr/>
            </p14:nvContentPartPr>
            <p14:xfrm>
              <a:off x="922869" y="4083025"/>
              <a:ext cx="234360" cy="3034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3B2F950A-0E46-4ADB-832E-4021D675FC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5229" y="4065025"/>
                <a:ext cx="2700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6A11DF1-DD23-416E-8BB1-C8BCE2C02013}"/>
                  </a:ext>
                </a:extLst>
              </p14:cNvPr>
              <p14:cNvContentPartPr/>
              <p14:nvPr/>
            </p14:nvContentPartPr>
            <p14:xfrm>
              <a:off x="835749" y="4657945"/>
              <a:ext cx="491400" cy="3070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6A11DF1-DD23-416E-8BB1-C8BCE2C020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8109" y="4640305"/>
                <a:ext cx="52704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E140B18-4084-43B6-BDE3-AEA4167E4108}"/>
                  </a:ext>
                </a:extLst>
              </p14:cNvPr>
              <p14:cNvContentPartPr/>
              <p14:nvPr/>
            </p14:nvContentPartPr>
            <p14:xfrm>
              <a:off x="844389" y="5170585"/>
              <a:ext cx="356040" cy="3938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E140B18-4084-43B6-BDE3-AEA4167E41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389" y="5152945"/>
                <a:ext cx="3916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2C35137C-F93E-4E30-88E7-FEDF3DEFA34C}"/>
                  </a:ext>
                </a:extLst>
              </p14:cNvPr>
              <p14:cNvContentPartPr/>
              <p14:nvPr/>
            </p14:nvContentPartPr>
            <p14:xfrm>
              <a:off x="313029" y="2135785"/>
              <a:ext cx="1608480" cy="4442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2C35137C-F93E-4E30-88E7-FEDF3DEFA34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5029" y="2117785"/>
                <a:ext cx="1644120" cy="47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75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Teoremele lui </a:t>
            </a:r>
            <a:r>
              <a:rPr lang="ro-RO" b="1" dirty="0" err="1">
                <a:solidFill>
                  <a:srgbClr val="0000FF"/>
                </a:solidFill>
              </a:rPr>
              <a:t>DeMorgan</a:t>
            </a:r>
            <a:r>
              <a:rPr lang="ro-RO" b="1" dirty="0">
                <a:solidFill>
                  <a:srgbClr val="0000FF"/>
                </a:solidFill>
              </a:rPr>
              <a:t> – </a:t>
            </a:r>
            <a:r>
              <a:rPr lang="ro-RO" b="1" dirty="0">
                <a:solidFill>
                  <a:srgbClr val="FF0000"/>
                </a:solidFill>
              </a:rPr>
              <a:t>Reprezentări grafice 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966FC731-8CAC-421F-A104-1C7B0D6D0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001" y="502952"/>
            <a:ext cx="9515475" cy="28956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3B2F950A-0E46-4ADB-832E-4021D675FC96}"/>
                  </a:ext>
                </a:extLst>
              </p14:cNvPr>
              <p14:cNvContentPartPr/>
              <p14:nvPr/>
            </p14:nvContentPartPr>
            <p14:xfrm rot="1600349">
              <a:off x="2859841" y="1088040"/>
              <a:ext cx="234360" cy="30348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3B2F950A-0E46-4ADB-832E-4021D675FC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600349">
                <a:off x="2842201" y="1070040"/>
                <a:ext cx="2700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36A11DF1-DD23-416E-8BB1-C8BCE2C02013}"/>
                  </a:ext>
                </a:extLst>
              </p14:cNvPr>
              <p14:cNvContentPartPr/>
              <p14:nvPr/>
            </p14:nvContentPartPr>
            <p14:xfrm rot="1600349">
              <a:off x="2772721" y="1662960"/>
              <a:ext cx="491400" cy="30708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36A11DF1-DD23-416E-8BB1-C8BCE2C020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1600349">
                <a:off x="2755081" y="1645320"/>
                <a:ext cx="527040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E140B18-4084-43B6-BDE3-AEA4167E4108}"/>
                  </a:ext>
                </a:extLst>
              </p14:cNvPr>
              <p14:cNvContentPartPr/>
              <p14:nvPr/>
            </p14:nvContentPartPr>
            <p14:xfrm rot="1600349">
              <a:off x="2781361" y="2175600"/>
              <a:ext cx="356040" cy="39384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E140B18-4084-43B6-BDE3-AEA4167E410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 rot="1600349">
                <a:off x="2763361" y="2157960"/>
                <a:ext cx="39168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84D603B0-C551-43DE-B995-ECA7D58C553B}"/>
                  </a:ext>
                </a:extLst>
              </p14:cNvPr>
              <p14:cNvContentPartPr/>
              <p14:nvPr/>
            </p14:nvContentPartPr>
            <p14:xfrm>
              <a:off x="187389" y="3540145"/>
              <a:ext cx="8505000" cy="31924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84D603B0-C551-43DE-B995-ECA7D58C55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749" y="3522505"/>
                <a:ext cx="8540640" cy="32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3127DD9C-22F0-4C44-8AF2-2CCBA7FA9964}"/>
                  </a:ext>
                </a:extLst>
              </p14:cNvPr>
              <p14:cNvContentPartPr/>
              <p14:nvPr/>
            </p14:nvContentPartPr>
            <p14:xfrm>
              <a:off x="9095589" y="4504585"/>
              <a:ext cx="2890440" cy="154512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3127DD9C-22F0-4C44-8AF2-2CCBA7FA99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077589" y="4486585"/>
                <a:ext cx="2926080" cy="158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5330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Teoremele lui </a:t>
            </a:r>
            <a:r>
              <a:rPr lang="ro-RO" b="1" dirty="0" err="1">
                <a:solidFill>
                  <a:srgbClr val="0000FF"/>
                </a:solidFill>
              </a:rPr>
              <a:t>DeMorgan</a:t>
            </a:r>
            <a:r>
              <a:rPr lang="ro-RO" b="1" dirty="0">
                <a:solidFill>
                  <a:srgbClr val="0000FF"/>
                </a:solidFill>
              </a:rPr>
              <a:t> – </a:t>
            </a:r>
            <a:r>
              <a:rPr lang="ro-RO" b="1" dirty="0">
                <a:solidFill>
                  <a:srgbClr val="FF0000"/>
                </a:solidFill>
              </a:rPr>
              <a:t>Legătura dintre </a:t>
            </a:r>
            <a:r>
              <a:rPr lang="ro-RO" b="1" dirty="0" err="1">
                <a:solidFill>
                  <a:srgbClr val="FF0000"/>
                </a:solidFill>
              </a:rPr>
              <a:t>Mintermen</a:t>
            </a:r>
            <a:r>
              <a:rPr lang="ro-RO" b="1" dirty="0">
                <a:solidFill>
                  <a:srgbClr val="FF0000"/>
                </a:solidFill>
              </a:rPr>
              <a:t> și </a:t>
            </a:r>
            <a:r>
              <a:rPr lang="ro-RO" b="1" dirty="0" err="1">
                <a:solidFill>
                  <a:srgbClr val="FF0000"/>
                </a:solidFill>
              </a:rPr>
              <a:t>Maxtermen</a:t>
            </a:r>
            <a:r>
              <a:rPr lang="ro-RO" b="1" dirty="0">
                <a:solidFill>
                  <a:srgbClr val="FF0000"/>
                </a:solidFill>
              </a:rPr>
              <a:t>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65DA69B6-D5D2-470D-8583-71FE78C07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9525000" cy="190500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39BF41D6-7DA0-4F65-863E-E014DED8F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2697488"/>
            <a:ext cx="8191500" cy="29718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9574B4FA-5F15-44F8-8667-9A5E9DDAC2F5}"/>
                  </a:ext>
                </a:extLst>
              </p14:cNvPr>
              <p14:cNvContentPartPr/>
              <p14:nvPr/>
            </p14:nvContentPartPr>
            <p14:xfrm>
              <a:off x="1453149" y="1626025"/>
              <a:ext cx="1585440" cy="86904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9574B4FA-5F15-44F8-8667-9A5E9DDAC2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5149" y="1608025"/>
                <a:ext cx="1621080" cy="90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2F3A6F0E-B713-45FD-99A8-E5A7615051EB}"/>
                  </a:ext>
                </a:extLst>
              </p14:cNvPr>
              <p14:cNvContentPartPr/>
              <p14:nvPr/>
            </p14:nvContentPartPr>
            <p14:xfrm>
              <a:off x="4256829" y="1708105"/>
              <a:ext cx="1356120" cy="78696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2F3A6F0E-B713-45FD-99A8-E5A7615051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39189" y="1690105"/>
                <a:ext cx="139176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591750C3-EC49-4DDA-AC0E-6B346BECAF21}"/>
                  </a:ext>
                </a:extLst>
              </p14:cNvPr>
              <p14:cNvContentPartPr/>
              <p14:nvPr/>
            </p14:nvContentPartPr>
            <p14:xfrm>
              <a:off x="10395189" y="3070345"/>
              <a:ext cx="14760" cy="1882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591750C3-EC49-4DDA-AC0E-6B346BECAF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77189" y="3052345"/>
                <a:ext cx="5040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13496978-3E94-41B7-941A-5C7A0E6CE6E1}"/>
                  </a:ext>
                </a:extLst>
              </p14:cNvPr>
              <p14:cNvContentPartPr/>
              <p14:nvPr/>
            </p14:nvContentPartPr>
            <p14:xfrm>
              <a:off x="10236069" y="1414345"/>
              <a:ext cx="199800" cy="2581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13496978-3E94-41B7-941A-5C7A0E6CE6E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18429" y="1396345"/>
                <a:ext cx="2354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1720998A-EA60-432F-8868-BAE763A51FF0}"/>
                  </a:ext>
                </a:extLst>
              </p14:cNvPr>
              <p14:cNvContentPartPr/>
              <p14:nvPr/>
            </p14:nvContentPartPr>
            <p14:xfrm>
              <a:off x="10573029" y="1467265"/>
              <a:ext cx="185040" cy="205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1720998A-EA60-432F-8868-BAE763A51F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55029" y="1449625"/>
                <a:ext cx="2206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E034C0F-9B2A-4E92-BC68-9C2A09AF6AA6}"/>
                  </a:ext>
                </a:extLst>
              </p14:cNvPr>
              <p14:cNvContentPartPr/>
              <p14:nvPr/>
            </p14:nvContentPartPr>
            <p14:xfrm>
              <a:off x="10568349" y="1578505"/>
              <a:ext cx="221040" cy="3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E034C0F-9B2A-4E92-BC68-9C2A09AF6A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50349" y="1560505"/>
                <a:ext cx="256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B80D65F-227E-421E-9E22-D9010604B9A0}"/>
                  </a:ext>
                </a:extLst>
              </p14:cNvPr>
              <p14:cNvContentPartPr/>
              <p14:nvPr/>
            </p14:nvContentPartPr>
            <p14:xfrm>
              <a:off x="10917549" y="1419385"/>
              <a:ext cx="162360" cy="1987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B80D65F-227E-421E-9E22-D9010604B9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899909" y="1401745"/>
                <a:ext cx="19800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E5AA8241-B137-4B83-9B2A-0F201DFA33E8}"/>
                  </a:ext>
                </a:extLst>
              </p14:cNvPr>
              <p14:cNvContentPartPr/>
              <p14:nvPr/>
            </p14:nvContentPartPr>
            <p14:xfrm>
              <a:off x="11208429" y="1370785"/>
              <a:ext cx="52920" cy="2390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E5AA8241-B137-4B83-9B2A-0F201DFA33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190789" y="1353145"/>
                <a:ext cx="885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F81051E9-775A-42EE-B0E8-A7693B0B136F}"/>
                  </a:ext>
                </a:extLst>
              </p14:cNvPr>
              <p14:cNvContentPartPr/>
              <p14:nvPr/>
            </p14:nvContentPartPr>
            <p14:xfrm>
              <a:off x="11371869" y="1403545"/>
              <a:ext cx="32760" cy="2235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F81051E9-775A-42EE-B0E8-A7693B0B136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53869" y="1385905"/>
                <a:ext cx="6840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C5E6C8B6-F685-43FF-82C8-3F8A19E5F209}"/>
                  </a:ext>
                </a:extLst>
              </p14:cNvPr>
              <p14:cNvContentPartPr/>
              <p14:nvPr/>
            </p14:nvContentPartPr>
            <p14:xfrm>
              <a:off x="10584549" y="2887465"/>
              <a:ext cx="446040" cy="3848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C5E6C8B6-F685-43FF-82C8-3F8A19E5F2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566909" y="2869482"/>
                <a:ext cx="481680" cy="420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848AB46C-8B7F-4AC0-9783-B7C83152460E}"/>
                  </a:ext>
                </a:extLst>
              </p14:cNvPr>
              <p14:cNvContentPartPr/>
              <p14:nvPr/>
            </p14:nvContentPartPr>
            <p14:xfrm>
              <a:off x="10092069" y="2882785"/>
              <a:ext cx="177120" cy="28476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848AB46C-8B7F-4AC0-9783-B7C83152460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74069" y="2864808"/>
                <a:ext cx="212760" cy="3203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9D4A7F24-8ABA-4B3C-A610-7F08ADBA9206}"/>
                  </a:ext>
                </a:extLst>
              </p14:cNvPr>
              <p14:cNvContentPartPr/>
              <p14:nvPr/>
            </p14:nvContentPartPr>
            <p14:xfrm>
              <a:off x="9543069" y="2887465"/>
              <a:ext cx="354960" cy="361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9D4A7F24-8ABA-4B3C-A610-7F08ADBA920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525087" y="2869447"/>
                <a:ext cx="390564" cy="3967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D3441306-C20A-434B-BA0A-5735F0BCFC35}"/>
                  </a:ext>
                </a:extLst>
              </p14:cNvPr>
              <p14:cNvContentPartPr/>
              <p14:nvPr/>
            </p14:nvContentPartPr>
            <p14:xfrm>
              <a:off x="8643429" y="2926705"/>
              <a:ext cx="722520" cy="37692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D3441306-C20A-434B-BA0A-5735F0BCFC3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625438" y="2909048"/>
                <a:ext cx="758142" cy="412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334897C1-3FC0-42FE-964B-EE3B85280143}"/>
                  </a:ext>
                </a:extLst>
              </p14:cNvPr>
              <p14:cNvContentPartPr/>
              <p14:nvPr/>
            </p14:nvContentPartPr>
            <p14:xfrm>
              <a:off x="9491949" y="2747785"/>
              <a:ext cx="277200" cy="6264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334897C1-3FC0-42FE-964B-EE3B8528014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74309" y="2730145"/>
                <a:ext cx="3128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56AD2B6F-A2D0-48D8-9B51-F9D50E5724C6}"/>
                  </a:ext>
                </a:extLst>
              </p14:cNvPr>
              <p14:cNvContentPartPr/>
              <p14:nvPr/>
            </p14:nvContentPartPr>
            <p14:xfrm>
              <a:off x="9637389" y="3715105"/>
              <a:ext cx="281880" cy="133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56AD2B6F-A2D0-48D8-9B51-F9D50E5724C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619389" y="3697105"/>
                <a:ext cx="3175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5C4FB7B-2330-4A03-A4ED-2586E4289408}"/>
                  </a:ext>
                </a:extLst>
              </p14:cNvPr>
              <p14:cNvContentPartPr/>
              <p14:nvPr/>
            </p14:nvContentPartPr>
            <p14:xfrm>
              <a:off x="10544229" y="3945865"/>
              <a:ext cx="10080" cy="181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5C4FB7B-2330-4A03-A4ED-2586E428940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26229" y="3928225"/>
                <a:ext cx="457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DD53611A-AAA5-47D2-81B1-80818B357AEC}"/>
                  </a:ext>
                </a:extLst>
              </p14:cNvPr>
              <p14:cNvContentPartPr/>
              <p14:nvPr/>
            </p14:nvContentPartPr>
            <p14:xfrm>
              <a:off x="10703349" y="3796825"/>
              <a:ext cx="344880" cy="20700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DD53611A-AAA5-47D2-81B1-80818B357AE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685349" y="3779185"/>
                <a:ext cx="38052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B4746E00-C8E0-4C6D-A276-81620533DF76}"/>
                  </a:ext>
                </a:extLst>
              </p14:cNvPr>
              <p14:cNvContentPartPr/>
              <p14:nvPr/>
            </p14:nvContentPartPr>
            <p14:xfrm>
              <a:off x="10197909" y="3816265"/>
              <a:ext cx="231480" cy="23220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B4746E00-C8E0-4C6D-A276-81620533DF7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79909" y="3798293"/>
                <a:ext cx="267120" cy="267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3012A48B-6CF1-4001-89FD-217501288B03}"/>
                  </a:ext>
                </a:extLst>
              </p14:cNvPr>
              <p14:cNvContentPartPr/>
              <p14:nvPr/>
            </p14:nvContentPartPr>
            <p14:xfrm>
              <a:off x="9634869" y="3801505"/>
              <a:ext cx="412920" cy="27108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3012A48B-6CF1-4001-89FD-217501288B0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616869" y="3783865"/>
                <a:ext cx="4485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A0ADAADF-FC93-4329-8D5D-A13E3B69DF5C}"/>
                  </a:ext>
                </a:extLst>
              </p14:cNvPr>
              <p14:cNvContentPartPr/>
              <p14:nvPr/>
            </p14:nvContentPartPr>
            <p14:xfrm>
              <a:off x="8652789" y="3801505"/>
              <a:ext cx="781920" cy="31464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A0ADAADF-FC93-4329-8D5D-A13E3B69DF5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635149" y="3783865"/>
                <a:ext cx="81756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224FD6CE-527C-46D5-82E9-299BEB9D79D4}"/>
                  </a:ext>
                </a:extLst>
              </p14:cNvPr>
              <p14:cNvContentPartPr/>
              <p14:nvPr/>
            </p14:nvContentPartPr>
            <p14:xfrm>
              <a:off x="8542989" y="3657145"/>
              <a:ext cx="470520" cy="1872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224FD6CE-527C-46D5-82E9-299BEB9D79D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25349" y="3621505"/>
                <a:ext cx="5061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55B09E3D-F812-4523-8CC6-C96847C4F67E}"/>
                  </a:ext>
                </a:extLst>
              </p14:cNvPr>
              <p14:cNvContentPartPr/>
              <p14:nvPr/>
            </p14:nvContentPartPr>
            <p14:xfrm>
              <a:off x="9532269" y="3551665"/>
              <a:ext cx="1515240" cy="9144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55B09E3D-F812-4523-8CC6-C96847C4F67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514629" y="3515665"/>
                <a:ext cx="15508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FA774348-EF6C-4EDC-AFB9-AD4ADDDA6880}"/>
                  </a:ext>
                </a:extLst>
              </p14:cNvPr>
              <p14:cNvContentPartPr/>
              <p14:nvPr/>
            </p14:nvContentPartPr>
            <p14:xfrm>
              <a:off x="8508429" y="4489825"/>
              <a:ext cx="366480" cy="90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FA774348-EF6C-4EDC-AFB9-AD4ADDDA688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90429" y="4472185"/>
                <a:ext cx="4021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F4D4C5C4-A113-4FF9-8DCA-66E3BF2FA137}"/>
                  </a:ext>
                </a:extLst>
              </p14:cNvPr>
              <p14:cNvContentPartPr/>
              <p14:nvPr/>
            </p14:nvContentPartPr>
            <p14:xfrm>
              <a:off x="9119709" y="4672705"/>
              <a:ext cx="181800" cy="82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F4D4C5C4-A113-4FF9-8DCA-66E3BF2FA13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01709" y="4655065"/>
                <a:ext cx="21744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5A66202B-E58C-47BC-8C34-10D09D5606B9}"/>
                  </a:ext>
                </a:extLst>
              </p14:cNvPr>
              <p14:cNvContentPartPr/>
              <p14:nvPr/>
            </p14:nvContentPartPr>
            <p14:xfrm>
              <a:off x="9143469" y="4769185"/>
              <a:ext cx="225360" cy="100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5A66202B-E58C-47BC-8C34-10D09D5606B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25829" y="4751545"/>
                <a:ext cx="26100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A2EB292B-817F-4E05-8DAD-FB6D34C8E178}"/>
                  </a:ext>
                </a:extLst>
              </p14:cNvPr>
              <p14:cNvContentPartPr/>
              <p14:nvPr/>
            </p14:nvContentPartPr>
            <p14:xfrm>
              <a:off x="8599869" y="4610425"/>
              <a:ext cx="406440" cy="29844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A2EB292B-817F-4E05-8DAD-FB6D34C8E17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81885" y="4592425"/>
                <a:ext cx="442048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7128D35-4C74-408D-9A0D-7BA4BBCA71F6}"/>
                  </a:ext>
                </a:extLst>
              </p14:cNvPr>
              <p14:cNvContentPartPr/>
              <p14:nvPr/>
            </p14:nvContentPartPr>
            <p14:xfrm>
              <a:off x="11280429" y="4653625"/>
              <a:ext cx="365760" cy="2581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7128D35-4C74-408D-9A0D-7BA4BBCA71F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262806" y="4635625"/>
                <a:ext cx="401365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92723CC6-548E-4817-BAF1-B3CFBAEF58A0}"/>
                  </a:ext>
                </a:extLst>
              </p14:cNvPr>
              <p14:cNvContentPartPr/>
              <p14:nvPr/>
            </p14:nvContentPartPr>
            <p14:xfrm>
              <a:off x="10857069" y="4668025"/>
              <a:ext cx="205200" cy="2044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92723CC6-548E-4817-BAF1-B3CFBAEF58A0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839069" y="4650385"/>
                <a:ext cx="24084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FB1527A5-657F-41E0-822D-A0D9966BA77D}"/>
                  </a:ext>
                </a:extLst>
              </p14:cNvPr>
              <p14:cNvContentPartPr/>
              <p14:nvPr/>
            </p14:nvContentPartPr>
            <p14:xfrm>
              <a:off x="10368909" y="4644265"/>
              <a:ext cx="301320" cy="2214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FB1527A5-657F-41E0-822D-A0D9966BA77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351269" y="4626265"/>
                <a:ext cx="33696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E3B2C1BE-6373-434F-B2A6-C9FC7340FCE1}"/>
                  </a:ext>
                </a:extLst>
              </p14:cNvPr>
              <p14:cNvContentPartPr/>
              <p14:nvPr/>
            </p14:nvContentPartPr>
            <p14:xfrm>
              <a:off x="9585909" y="4648945"/>
              <a:ext cx="669600" cy="2552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E3B2C1BE-6373-434F-B2A6-C9FC7340FCE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9568269" y="4630970"/>
                <a:ext cx="705240" cy="290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31227575-64D4-4119-8B9B-4725B5566730}"/>
                  </a:ext>
                </a:extLst>
              </p14:cNvPr>
              <p14:cNvContentPartPr/>
              <p14:nvPr/>
            </p14:nvContentPartPr>
            <p14:xfrm>
              <a:off x="9510669" y="4533025"/>
              <a:ext cx="218520" cy="428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31227575-64D4-4119-8B9B-4725B556673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493029" y="4515025"/>
                <a:ext cx="254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F48EBAB4-94A8-42E0-BF4F-3982D09627B5}"/>
                  </a:ext>
                </a:extLst>
              </p14:cNvPr>
              <p14:cNvContentPartPr/>
              <p14:nvPr/>
            </p14:nvContentPartPr>
            <p14:xfrm>
              <a:off x="9471069" y="4441945"/>
              <a:ext cx="347760" cy="151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F48EBAB4-94A8-42E0-BF4F-3982D09627B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453069" y="4405945"/>
                <a:ext cx="3834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6EA6AF0F-6777-478F-BB68-4460F981165C}"/>
                  </a:ext>
                </a:extLst>
              </p14:cNvPr>
              <p14:cNvContentPartPr/>
              <p14:nvPr/>
            </p14:nvContentPartPr>
            <p14:xfrm>
              <a:off x="10303749" y="4488385"/>
              <a:ext cx="280800" cy="169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6EA6AF0F-6777-478F-BB68-4460F981165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285749" y="4452745"/>
                <a:ext cx="3164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A4EA9C08-64D0-48C8-B07B-436372C5FC44}"/>
                  </a:ext>
                </a:extLst>
              </p14:cNvPr>
              <p14:cNvContentPartPr/>
              <p14:nvPr/>
            </p14:nvContentPartPr>
            <p14:xfrm>
              <a:off x="11217789" y="4489825"/>
              <a:ext cx="304560" cy="104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A4EA9C08-64D0-48C8-B07B-436372C5FC4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1200149" y="4454185"/>
                <a:ext cx="340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6C1FC9C8-1BB2-420A-9A72-3D40A7CAB00D}"/>
                  </a:ext>
                </a:extLst>
              </p14:cNvPr>
              <p14:cNvContentPartPr/>
              <p14:nvPr/>
            </p14:nvContentPartPr>
            <p14:xfrm>
              <a:off x="8518149" y="5214865"/>
              <a:ext cx="407520" cy="216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6C1FC9C8-1BB2-420A-9A72-3D40A7CAB00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500509" y="5196865"/>
                <a:ext cx="4431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9780FB30-183F-4220-9E47-D7EB4DB06738}"/>
                  </a:ext>
                </a:extLst>
              </p14:cNvPr>
              <p14:cNvContentPartPr/>
              <p14:nvPr/>
            </p14:nvContentPartPr>
            <p14:xfrm>
              <a:off x="8577549" y="5307385"/>
              <a:ext cx="362160" cy="3718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9780FB30-183F-4220-9E47-D7EB4DB0673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559549" y="5289728"/>
                <a:ext cx="397800" cy="407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547F57A1-E2BE-4865-A01F-6DB7C8C7ECA8}"/>
                  </a:ext>
                </a:extLst>
              </p14:cNvPr>
              <p14:cNvContentPartPr/>
              <p14:nvPr/>
            </p14:nvContentPartPr>
            <p14:xfrm>
              <a:off x="9153549" y="5470825"/>
              <a:ext cx="168840" cy="50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547F57A1-E2BE-4865-A01F-6DB7C8C7ECA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135549" y="5452825"/>
                <a:ext cx="2044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D713710C-393C-4DE2-928E-0210C178C95E}"/>
                  </a:ext>
                </a:extLst>
              </p14:cNvPr>
              <p14:cNvContentPartPr/>
              <p14:nvPr/>
            </p14:nvContentPartPr>
            <p14:xfrm>
              <a:off x="9187029" y="5553625"/>
              <a:ext cx="135360" cy="154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D713710C-393C-4DE2-928E-0210C178C95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169029" y="5535625"/>
                <a:ext cx="17100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041EDA41-8236-400C-83E3-7C8C7AE7B83E}"/>
                  </a:ext>
                </a:extLst>
              </p14:cNvPr>
              <p14:cNvContentPartPr/>
              <p14:nvPr/>
            </p14:nvContentPartPr>
            <p14:xfrm>
              <a:off x="10427229" y="5312785"/>
              <a:ext cx="296640" cy="115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041EDA41-8236-400C-83E3-7C8C7AE7B83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409229" y="5294785"/>
                <a:ext cx="33228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CB796A26-B539-45E9-9834-76FBA09802DF}"/>
                  </a:ext>
                </a:extLst>
              </p14:cNvPr>
              <p14:cNvContentPartPr/>
              <p14:nvPr/>
            </p14:nvContentPartPr>
            <p14:xfrm>
              <a:off x="11328669" y="5346625"/>
              <a:ext cx="332280" cy="259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CB796A26-B539-45E9-9834-76FBA09802D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310669" y="5328625"/>
                <a:ext cx="3679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07ADF7A6-3B09-4268-866C-A9582A76DD8A}"/>
                  </a:ext>
                </a:extLst>
              </p14:cNvPr>
              <p14:cNvContentPartPr/>
              <p14:nvPr/>
            </p14:nvContentPartPr>
            <p14:xfrm>
              <a:off x="11343069" y="5452465"/>
              <a:ext cx="360000" cy="2901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07ADF7A6-3B09-4268-866C-A9582A76DD8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325429" y="5434825"/>
                <a:ext cx="39564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B250E9E9-5C09-4E95-8443-3E1812CCEE71}"/>
                  </a:ext>
                </a:extLst>
              </p14:cNvPr>
              <p14:cNvContentPartPr/>
              <p14:nvPr/>
            </p14:nvContentPartPr>
            <p14:xfrm>
              <a:off x="10987029" y="5462185"/>
              <a:ext cx="204120" cy="2289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B250E9E9-5C09-4E95-8443-3E1812CCEE7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969029" y="5444545"/>
                <a:ext cx="23976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772F71C3-2E33-45D7-8E4E-D77EE38E42B7}"/>
                  </a:ext>
                </a:extLst>
              </p14:cNvPr>
              <p14:cNvContentPartPr/>
              <p14:nvPr/>
            </p14:nvContentPartPr>
            <p14:xfrm>
              <a:off x="10447749" y="5428345"/>
              <a:ext cx="334800" cy="2984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772F71C3-2E33-45D7-8E4E-D77EE38E42B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430109" y="5410705"/>
                <a:ext cx="370440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DB12B788-E31A-4E05-99B0-10BB8E0ACCCA}"/>
                  </a:ext>
                </a:extLst>
              </p14:cNvPr>
              <p14:cNvContentPartPr/>
              <p14:nvPr/>
            </p14:nvContentPartPr>
            <p14:xfrm>
              <a:off x="10067589" y="5413945"/>
              <a:ext cx="220320" cy="2030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DB12B788-E31A-4E05-99B0-10BB8E0ACCC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049949" y="5395945"/>
                <a:ext cx="25596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8E2A5CAA-18CC-473E-B6FF-CF8CE1BDCEE8}"/>
                  </a:ext>
                </a:extLst>
              </p14:cNvPr>
              <p14:cNvContentPartPr/>
              <p14:nvPr/>
            </p14:nvContentPartPr>
            <p14:xfrm>
              <a:off x="9562149" y="5385145"/>
              <a:ext cx="380520" cy="3380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8E2A5CAA-18CC-473E-B6FF-CF8CE1BDCEE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544492" y="5367505"/>
                <a:ext cx="416194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841DEE1F-D48E-479A-BE03-503053ADA051}"/>
                  </a:ext>
                </a:extLst>
              </p14:cNvPr>
              <p14:cNvContentPartPr/>
              <p14:nvPr/>
            </p14:nvContentPartPr>
            <p14:xfrm>
              <a:off x="2538189" y="4869985"/>
              <a:ext cx="4306320" cy="187848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841DEE1F-D48E-479A-BE03-503053ADA05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520549" y="4852345"/>
                <a:ext cx="4341960" cy="19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9AAA98EC-885C-46A9-8B0C-C9C7E17174DB}"/>
                  </a:ext>
                </a:extLst>
              </p14:cNvPr>
              <p14:cNvContentPartPr/>
              <p14:nvPr/>
            </p14:nvContentPartPr>
            <p14:xfrm>
              <a:off x="8013069" y="5831545"/>
              <a:ext cx="2588040" cy="91296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9AAA98EC-885C-46A9-8B0C-C9C7E17174D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7995069" y="5813545"/>
                <a:ext cx="2623680" cy="94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6414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Proprietăți evidente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DE1DB30-C1AF-4660-A45E-CA5C1969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10424046" cy="32136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47627580-5249-4CE3-A2B2-493F97BFE4CB}"/>
                  </a:ext>
                </a:extLst>
              </p14:cNvPr>
              <p14:cNvContentPartPr/>
              <p14:nvPr/>
            </p14:nvContentPartPr>
            <p14:xfrm>
              <a:off x="5131989" y="4711585"/>
              <a:ext cx="50760" cy="396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47627580-5249-4CE3-A2B2-493F97BFE4C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4349" y="4693585"/>
                <a:ext cx="864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7C7AA097-A5A6-4B2F-9C24-E26ED2355D7C}"/>
                  </a:ext>
                </a:extLst>
              </p14:cNvPr>
              <p14:cNvContentPartPr/>
              <p14:nvPr/>
            </p14:nvContentPartPr>
            <p14:xfrm>
              <a:off x="5360949" y="4450585"/>
              <a:ext cx="356040" cy="2556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7C7AA097-A5A6-4B2F-9C24-E26ED2355D7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42949" y="4432585"/>
                <a:ext cx="3916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C7409906-8552-4F27-9F25-3248B0BA6676}"/>
                  </a:ext>
                </a:extLst>
              </p14:cNvPr>
              <p14:cNvContentPartPr/>
              <p14:nvPr/>
            </p14:nvContentPartPr>
            <p14:xfrm>
              <a:off x="6015429" y="4692145"/>
              <a:ext cx="196200" cy="900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C7409906-8552-4F27-9F25-3248B0BA66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97429" y="4674145"/>
                <a:ext cx="2318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2A96A7D1-59C4-41DA-B46F-4ADC7A59E7A5}"/>
                  </a:ext>
                </a:extLst>
              </p14:cNvPr>
              <p14:cNvContentPartPr/>
              <p14:nvPr/>
            </p14:nvContentPartPr>
            <p14:xfrm>
              <a:off x="6034509" y="4783585"/>
              <a:ext cx="226440" cy="2412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2A96A7D1-59C4-41DA-B46F-4ADC7A59E7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16869" y="4765585"/>
                <a:ext cx="2620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23DA5562-01D1-4C08-84EB-507D784E6B82}"/>
                  </a:ext>
                </a:extLst>
              </p14:cNvPr>
              <p14:cNvContentPartPr/>
              <p14:nvPr/>
            </p14:nvContentPartPr>
            <p14:xfrm>
              <a:off x="6391989" y="4619425"/>
              <a:ext cx="238680" cy="18900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23DA5562-01D1-4C08-84EB-507D784E6B8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373989" y="4601785"/>
                <a:ext cx="27432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9A51A7BD-D3DE-4588-A30A-C7CCB88A22C1}"/>
                  </a:ext>
                </a:extLst>
              </p14:cNvPr>
              <p14:cNvContentPartPr/>
              <p14:nvPr/>
            </p14:nvContentPartPr>
            <p14:xfrm>
              <a:off x="5404149" y="4590985"/>
              <a:ext cx="226800" cy="26856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9A51A7BD-D3DE-4588-A30A-C7CCB88A22C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86509" y="4573345"/>
                <a:ext cx="2624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E5C094AC-9965-4B58-80EB-ADE249B21F38}"/>
                  </a:ext>
                </a:extLst>
              </p14:cNvPr>
              <p14:cNvContentPartPr/>
              <p14:nvPr/>
            </p14:nvContentPartPr>
            <p14:xfrm>
              <a:off x="4711149" y="4557145"/>
              <a:ext cx="217080" cy="29988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E5C094AC-9965-4B58-80EB-ADE249B21F3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693509" y="4539505"/>
                <a:ext cx="25272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2EA4D3D8-F3E7-4FBA-AF8E-E67ADB0E9936}"/>
                  </a:ext>
                </a:extLst>
              </p14:cNvPr>
              <p14:cNvContentPartPr/>
              <p14:nvPr/>
            </p14:nvContentPartPr>
            <p14:xfrm>
              <a:off x="5678469" y="5339065"/>
              <a:ext cx="260280" cy="1728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2EA4D3D8-F3E7-4FBA-AF8E-E67ADB0E993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60829" y="5321425"/>
                <a:ext cx="2959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84CF8E57-F75A-4F11-96C7-4A2B43D2CF39}"/>
                  </a:ext>
                </a:extLst>
              </p14:cNvPr>
              <p14:cNvContentPartPr/>
              <p14:nvPr/>
            </p14:nvContentPartPr>
            <p14:xfrm>
              <a:off x="6313869" y="5515105"/>
              <a:ext cx="196920" cy="39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84CF8E57-F75A-4F11-96C7-4A2B43D2CF3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296229" y="5497105"/>
                <a:ext cx="23256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362DEF31-1664-48E4-BD4A-D27C5C2A6EE3}"/>
                  </a:ext>
                </a:extLst>
              </p14:cNvPr>
              <p14:cNvContentPartPr/>
              <p14:nvPr/>
            </p14:nvContentPartPr>
            <p14:xfrm>
              <a:off x="6342669" y="5608705"/>
              <a:ext cx="213480" cy="900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362DEF31-1664-48E4-BD4A-D27C5C2A6EE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25029" y="5591065"/>
                <a:ext cx="2491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3427B2E4-3DB7-4DA0-8A39-5C75A65A6C87}"/>
                  </a:ext>
                </a:extLst>
              </p14:cNvPr>
              <p14:cNvContentPartPr/>
              <p14:nvPr/>
            </p14:nvContentPartPr>
            <p14:xfrm>
              <a:off x="7117749" y="5697985"/>
              <a:ext cx="360" cy="36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3427B2E4-3DB7-4DA0-8A39-5C75A65A6C8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099749" y="56803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4" name="Cerneală 143">
                <a:extLst>
                  <a:ext uri="{FF2B5EF4-FFF2-40B4-BE49-F238E27FC236}">
                    <a16:creationId xmlns:a16="http://schemas.microsoft.com/office/drawing/2014/main" id="{C29927B1-BE54-411C-947C-5F5A29544F5E}"/>
                  </a:ext>
                </a:extLst>
              </p14:cNvPr>
              <p14:cNvContentPartPr/>
              <p14:nvPr/>
            </p14:nvContentPartPr>
            <p14:xfrm>
              <a:off x="6790149" y="5400265"/>
              <a:ext cx="161280" cy="293400"/>
            </p14:xfrm>
          </p:contentPart>
        </mc:Choice>
        <mc:Fallback xmlns="">
          <p:pic>
            <p:nvPicPr>
              <p:cNvPr id="144" name="Cerneală 143">
                <a:extLst>
                  <a:ext uri="{FF2B5EF4-FFF2-40B4-BE49-F238E27FC236}">
                    <a16:creationId xmlns:a16="http://schemas.microsoft.com/office/drawing/2014/main" id="{C29927B1-BE54-411C-947C-5F5A29544F5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772509" y="5382625"/>
                <a:ext cx="19692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45" name="Cerneală 144">
                <a:extLst>
                  <a:ext uri="{FF2B5EF4-FFF2-40B4-BE49-F238E27FC236}">
                    <a16:creationId xmlns:a16="http://schemas.microsoft.com/office/drawing/2014/main" id="{34D2E66F-CFFE-4623-AA12-731660086C2A}"/>
                  </a:ext>
                </a:extLst>
              </p14:cNvPr>
              <p14:cNvContentPartPr/>
              <p14:nvPr/>
            </p14:nvContentPartPr>
            <p14:xfrm>
              <a:off x="5625909" y="5491345"/>
              <a:ext cx="388440" cy="261720"/>
            </p14:xfrm>
          </p:contentPart>
        </mc:Choice>
        <mc:Fallback xmlns="">
          <p:pic>
            <p:nvPicPr>
              <p:cNvPr id="145" name="Cerneală 144">
                <a:extLst>
                  <a:ext uri="{FF2B5EF4-FFF2-40B4-BE49-F238E27FC236}">
                    <a16:creationId xmlns:a16="http://schemas.microsoft.com/office/drawing/2014/main" id="{34D2E66F-CFFE-4623-AA12-731660086C2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607909" y="5473345"/>
                <a:ext cx="4240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45B6FF45-B52D-4B6D-B393-60D701BAB449}"/>
                  </a:ext>
                </a:extLst>
              </p14:cNvPr>
              <p14:cNvContentPartPr/>
              <p14:nvPr/>
            </p14:nvContentPartPr>
            <p14:xfrm>
              <a:off x="5221629" y="5457145"/>
              <a:ext cx="212760" cy="20772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45B6FF45-B52D-4B6D-B393-60D701BAB44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203629" y="5439505"/>
                <a:ext cx="2484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47" name="Cerneală 146">
                <a:extLst>
                  <a:ext uri="{FF2B5EF4-FFF2-40B4-BE49-F238E27FC236}">
                    <a16:creationId xmlns:a16="http://schemas.microsoft.com/office/drawing/2014/main" id="{E226C9A3-AD22-4DDC-AEA8-AA28BF1596C0}"/>
                  </a:ext>
                </a:extLst>
              </p14:cNvPr>
              <p14:cNvContentPartPr/>
              <p14:nvPr/>
            </p14:nvContentPartPr>
            <p14:xfrm>
              <a:off x="4658229" y="5453545"/>
              <a:ext cx="353160" cy="266760"/>
            </p14:xfrm>
          </p:contentPart>
        </mc:Choice>
        <mc:Fallback xmlns="">
          <p:pic>
            <p:nvPicPr>
              <p:cNvPr id="147" name="Cerneală 146">
                <a:extLst>
                  <a:ext uri="{FF2B5EF4-FFF2-40B4-BE49-F238E27FC236}">
                    <a16:creationId xmlns:a16="http://schemas.microsoft.com/office/drawing/2014/main" id="{E226C9A3-AD22-4DDC-AEA8-AA28BF1596C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40589" y="5435545"/>
                <a:ext cx="38880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9E96AB1F-ABEC-43F9-9A8B-01DCCABA8AA2}"/>
                  </a:ext>
                </a:extLst>
              </p14:cNvPr>
              <p14:cNvContentPartPr/>
              <p14:nvPr/>
            </p14:nvContentPartPr>
            <p14:xfrm>
              <a:off x="9109989" y="4869985"/>
              <a:ext cx="321480" cy="1008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9E96AB1F-ABEC-43F9-9A8B-01DCCABA8AA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92349" y="4852345"/>
                <a:ext cx="3571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3B130772-D821-478C-B5C8-317EC808AB34}"/>
                  </a:ext>
                </a:extLst>
              </p14:cNvPr>
              <p14:cNvContentPartPr/>
              <p14:nvPr/>
            </p14:nvContentPartPr>
            <p14:xfrm>
              <a:off x="9100269" y="4725985"/>
              <a:ext cx="412920" cy="792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3B130772-D821-478C-B5C8-317EC808AB3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082629" y="4708345"/>
                <a:ext cx="44856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3C36CBB2-2424-48F9-BF03-86326C0D6200}"/>
                  </a:ext>
                </a:extLst>
              </p14:cNvPr>
              <p14:cNvContentPartPr/>
              <p14:nvPr/>
            </p14:nvContentPartPr>
            <p14:xfrm>
              <a:off x="9860949" y="5019025"/>
              <a:ext cx="783000" cy="3196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3C36CBB2-2424-48F9-BF03-86326C0D620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843301" y="5001385"/>
                <a:ext cx="818656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6F2979E2-942C-4628-9AB2-2FB5D084739E}"/>
                  </a:ext>
                </a:extLst>
              </p14:cNvPr>
              <p14:cNvContentPartPr/>
              <p14:nvPr/>
            </p14:nvContentPartPr>
            <p14:xfrm>
              <a:off x="9134109" y="5009665"/>
              <a:ext cx="312840" cy="30204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6F2979E2-942C-4628-9AB2-2FB5D084739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116469" y="4992025"/>
                <a:ext cx="348480" cy="33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9226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Factor comun în produs de sume 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83CE7AC-EB6A-46C5-8BCA-2B2410C64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685830"/>
            <a:ext cx="10424046" cy="54708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B216568C-F847-4040-9D0C-40918982CF8D}"/>
                  </a:ext>
                </a:extLst>
              </p14:cNvPr>
              <p14:cNvContentPartPr/>
              <p14:nvPr/>
            </p14:nvContentPartPr>
            <p14:xfrm>
              <a:off x="9904149" y="3256105"/>
              <a:ext cx="394200" cy="39204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B216568C-F847-4040-9D0C-40918982CF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86509" y="3238449"/>
                <a:ext cx="429840" cy="427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13645F4C-AC9D-4939-9AB9-341D2F565EB6}"/>
                  </a:ext>
                </a:extLst>
              </p14:cNvPr>
              <p14:cNvContentPartPr/>
              <p14:nvPr/>
            </p14:nvContentPartPr>
            <p14:xfrm>
              <a:off x="11048949" y="2794225"/>
              <a:ext cx="776520" cy="5083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13645F4C-AC9D-4939-9AB9-341D2F565E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31301" y="2776585"/>
                <a:ext cx="812177" cy="54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FB299D02-D0E6-4137-B1AB-EFA088BD883C}"/>
                  </a:ext>
                </a:extLst>
              </p14:cNvPr>
              <p14:cNvContentPartPr/>
              <p14:nvPr/>
            </p14:nvContentPartPr>
            <p14:xfrm>
              <a:off x="9427869" y="2789185"/>
              <a:ext cx="1223280" cy="36828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FB299D02-D0E6-4137-B1AB-EFA088BD88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09874" y="2771185"/>
                <a:ext cx="125891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8A53D1D7-6E55-487D-B2D9-8AF2B39D0FD9}"/>
                  </a:ext>
                </a:extLst>
              </p14:cNvPr>
              <p14:cNvContentPartPr/>
              <p14:nvPr/>
            </p14:nvContentPartPr>
            <p14:xfrm>
              <a:off x="8324109" y="1407145"/>
              <a:ext cx="3774240" cy="131436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8A53D1D7-6E55-487D-B2D9-8AF2B39D0FD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06109" y="1389145"/>
                <a:ext cx="3809880" cy="13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18F23720-1B31-4A6B-A58A-4A2D857E76E8}"/>
                  </a:ext>
                </a:extLst>
              </p14:cNvPr>
              <p14:cNvContentPartPr/>
              <p14:nvPr/>
            </p14:nvContentPartPr>
            <p14:xfrm>
              <a:off x="8417349" y="4543105"/>
              <a:ext cx="3485880" cy="8128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18F23720-1B31-4A6B-A58A-4A2D857E76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99707" y="4525105"/>
                <a:ext cx="3521524" cy="84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5827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858B1F7-C9A1-4CC9-B2B0-2732337374D8}"/>
                  </a:ext>
                </a:extLst>
              </p14:cNvPr>
              <p14:cNvContentPartPr/>
              <p14:nvPr/>
            </p14:nvContentPartPr>
            <p14:xfrm>
              <a:off x="1496349" y="1361425"/>
              <a:ext cx="163080" cy="1162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858B1F7-C9A1-4CC9-B2B0-2732337374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8349" y="1343785"/>
                <a:ext cx="1987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7BD5C9B-C874-4F36-ADA4-113D1EF0B7FD}"/>
                  </a:ext>
                </a:extLst>
              </p14:cNvPr>
              <p14:cNvContentPartPr/>
              <p14:nvPr/>
            </p14:nvContentPartPr>
            <p14:xfrm>
              <a:off x="1144989" y="1232545"/>
              <a:ext cx="174240" cy="33696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7BD5C9B-C874-4F36-ADA4-113D1EF0B7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26989" y="1214545"/>
                <a:ext cx="20988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508AC4FC-B89F-4397-A9C0-C7430FA13746}"/>
                  </a:ext>
                </a:extLst>
              </p14:cNvPr>
              <p14:cNvContentPartPr/>
              <p14:nvPr/>
            </p14:nvContentPartPr>
            <p14:xfrm>
              <a:off x="1900629" y="851665"/>
              <a:ext cx="1973160" cy="19108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508AC4FC-B89F-4397-A9C0-C7430FA137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82632" y="833665"/>
                <a:ext cx="2008793" cy="19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72837F89-C63F-4D96-BDDB-A379EDC55A4D}"/>
                  </a:ext>
                </a:extLst>
              </p14:cNvPr>
              <p14:cNvContentPartPr/>
              <p14:nvPr/>
            </p14:nvContentPartPr>
            <p14:xfrm>
              <a:off x="2000349" y="767425"/>
              <a:ext cx="1066680" cy="6379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72837F89-C63F-4D96-BDDB-A379EDC55A4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82709" y="731785"/>
                <a:ext cx="1102320" cy="70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3A7CAE6C-B96A-4D9E-B2F5-03C26AC73DD0}"/>
                  </a:ext>
                </a:extLst>
              </p14:cNvPr>
              <p14:cNvContentPartPr/>
              <p14:nvPr/>
            </p14:nvContentPartPr>
            <p14:xfrm>
              <a:off x="4080789" y="1782625"/>
              <a:ext cx="103320" cy="82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3A7CAE6C-B96A-4D9E-B2F5-03C26AC73D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62789" y="1764625"/>
                <a:ext cx="1389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CCF2E18A-CB6F-4ED1-86FD-E67CCF49740E}"/>
                  </a:ext>
                </a:extLst>
              </p14:cNvPr>
              <p14:cNvContentPartPr/>
              <p14:nvPr/>
            </p14:nvContentPartPr>
            <p14:xfrm>
              <a:off x="4056669" y="1920145"/>
              <a:ext cx="117720" cy="972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CCF2E18A-CB6F-4ED1-86FD-E67CCF49740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39029" y="1902145"/>
                <a:ext cx="1533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223C4C0F-C30F-4AA0-B2FE-445D76911AD5}"/>
                  </a:ext>
                </a:extLst>
              </p14:cNvPr>
              <p14:cNvContentPartPr/>
              <p14:nvPr/>
            </p14:nvContentPartPr>
            <p14:xfrm>
              <a:off x="4499829" y="1092145"/>
              <a:ext cx="93240" cy="20109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223C4C0F-C30F-4AA0-B2FE-445D76911AD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481829" y="1074148"/>
                <a:ext cx="128880" cy="20465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2CD76AF8-ACA4-4427-A3D3-4F3A33834858}"/>
                  </a:ext>
                </a:extLst>
              </p14:cNvPr>
              <p14:cNvContentPartPr/>
              <p14:nvPr/>
            </p14:nvContentPartPr>
            <p14:xfrm>
              <a:off x="6506469" y="966865"/>
              <a:ext cx="111240" cy="20883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2CD76AF8-ACA4-4427-A3D3-4F3A3383485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88829" y="948865"/>
                <a:ext cx="146880" cy="21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73B012FD-C99C-4B00-B9A4-3C042E6E5D3A}"/>
                  </a:ext>
                </a:extLst>
              </p14:cNvPr>
              <p14:cNvContentPartPr/>
              <p14:nvPr/>
            </p14:nvContentPartPr>
            <p14:xfrm>
              <a:off x="4804389" y="894865"/>
              <a:ext cx="1513800" cy="21607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73B012FD-C99C-4B00-B9A4-3C042E6E5D3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86385" y="876865"/>
                <a:ext cx="1549448" cy="21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63512B90-3721-4E02-B86D-3E00CF196A74}"/>
                  </a:ext>
                </a:extLst>
              </p14:cNvPr>
              <p14:cNvContentPartPr/>
              <p14:nvPr/>
            </p14:nvContentPartPr>
            <p14:xfrm>
              <a:off x="418149" y="3792145"/>
              <a:ext cx="154440" cy="4471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63512B90-3721-4E02-B86D-3E00CF196A7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0149" y="3774145"/>
                <a:ext cx="19008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64CA1F4F-F30F-4018-B455-DDACF98C1869}"/>
                  </a:ext>
                </a:extLst>
              </p14:cNvPr>
              <p14:cNvContentPartPr/>
              <p14:nvPr/>
            </p14:nvContentPartPr>
            <p14:xfrm>
              <a:off x="1053549" y="3941545"/>
              <a:ext cx="430200" cy="22032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64CA1F4F-F30F-4018-B455-DDACF98C186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35894" y="3923905"/>
                <a:ext cx="46587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AB5C6C11-9324-475F-83F9-A91AA9470C4F}"/>
                  </a:ext>
                </a:extLst>
              </p14:cNvPr>
              <p14:cNvContentPartPr/>
              <p14:nvPr/>
            </p14:nvContentPartPr>
            <p14:xfrm>
              <a:off x="709389" y="3854785"/>
              <a:ext cx="197280" cy="4298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AB5C6C11-9324-475F-83F9-A91AA9470C4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1749" y="3836785"/>
                <a:ext cx="23292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B96E2A20-2465-44B8-BF7B-176FC7C74A92}"/>
                  </a:ext>
                </a:extLst>
              </p14:cNvPr>
              <p14:cNvContentPartPr/>
              <p14:nvPr/>
            </p14:nvContentPartPr>
            <p14:xfrm>
              <a:off x="4705749" y="3878545"/>
              <a:ext cx="452160" cy="5148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B96E2A20-2465-44B8-BF7B-176FC7C74A9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87763" y="3860905"/>
                <a:ext cx="487772" cy="55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D55F0B6C-1B73-4CE7-B9E2-5DAA73AEBF78}"/>
                  </a:ext>
                </a:extLst>
              </p14:cNvPr>
              <p14:cNvContentPartPr/>
              <p14:nvPr/>
            </p14:nvContentPartPr>
            <p14:xfrm>
              <a:off x="4360149" y="3869185"/>
              <a:ext cx="214560" cy="1609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D55F0B6C-1B73-4CE7-B9E2-5DAA73AEBF7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342149" y="3851545"/>
                <a:ext cx="2502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54234CCB-3443-4498-9979-E95F60460120}"/>
                  </a:ext>
                </a:extLst>
              </p14:cNvPr>
              <p14:cNvContentPartPr/>
              <p14:nvPr/>
            </p14:nvContentPartPr>
            <p14:xfrm>
              <a:off x="3892869" y="3898345"/>
              <a:ext cx="335520" cy="19836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54234CCB-3443-4498-9979-E95F6046012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75210" y="3880345"/>
                <a:ext cx="371198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0A5C32FE-A18B-4464-A042-75678F455691}"/>
                  </a:ext>
                </a:extLst>
              </p14:cNvPr>
              <p14:cNvContentPartPr/>
              <p14:nvPr/>
            </p14:nvContentPartPr>
            <p14:xfrm>
              <a:off x="3590109" y="3902665"/>
              <a:ext cx="178920" cy="1861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0A5C32FE-A18B-4464-A042-75678F45569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72109" y="3885025"/>
                <a:ext cx="21456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78C374E1-2BBC-44B5-AF76-3EDA591EF3F1}"/>
                  </a:ext>
                </a:extLst>
              </p14:cNvPr>
              <p14:cNvContentPartPr/>
              <p14:nvPr/>
            </p14:nvContentPartPr>
            <p14:xfrm>
              <a:off x="3230109" y="3854785"/>
              <a:ext cx="219960" cy="35316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78C374E1-2BBC-44B5-AF76-3EDA591EF3F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212109" y="3836785"/>
                <a:ext cx="25560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8F8A91EB-85D3-41B4-AC9A-7B68855BE1C2}"/>
                  </a:ext>
                </a:extLst>
              </p14:cNvPr>
              <p14:cNvContentPartPr/>
              <p14:nvPr/>
            </p14:nvContentPartPr>
            <p14:xfrm>
              <a:off x="1621629" y="3771985"/>
              <a:ext cx="1434240" cy="58140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8F8A91EB-85D3-41B4-AC9A-7B68855BE1C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603634" y="3754345"/>
                <a:ext cx="1469871" cy="6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9F6A0840-B4F3-458D-A635-7A9C63C7FC8F}"/>
                  </a:ext>
                </a:extLst>
              </p14:cNvPr>
              <p14:cNvContentPartPr/>
              <p14:nvPr/>
            </p14:nvContentPartPr>
            <p14:xfrm>
              <a:off x="5317749" y="3700705"/>
              <a:ext cx="587160" cy="52272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9F6A0840-B4F3-458D-A635-7A9C63C7FC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299760" y="3683053"/>
                <a:ext cx="622778" cy="5583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8A63D11D-98FA-40CB-8CB4-1A2E5E379ABB}"/>
                  </a:ext>
                </a:extLst>
              </p14:cNvPr>
              <p14:cNvContentPartPr/>
              <p14:nvPr/>
            </p14:nvContentPartPr>
            <p14:xfrm>
              <a:off x="6068709" y="3893305"/>
              <a:ext cx="173520" cy="17424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8A63D11D-98FA-40CB-8CB4-1A2E5E379AB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51069" y="3875305"/>
                <a:ext cx="20916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03EA2027-5740-41C0-9904-9FF6051381FA}"/>
                  </a:ext>
                </a:extLst>
              </p14:cNvPr>
              <p14:cNvContentPartPr/>
              <p14:nvPr/>
            </p14:nvContentPartPr>
            <p14:xfrm>
              <a:off x="7728669" y="3888625"/>
              <a:ext cx="207000" cy="9252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03EA2027-5740-41C0-9904-9FF6051381F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11029" y="3870625"/>
                <a:ext cx="2426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77353A84-8042-4CD7-A900-B4B8CF345B10}"/>
                  </a:ext>
                </a:extLst>
              </p14:cNvPr>
              <p14:cNvContentPartPr/>
              <p14:nvPr/>
            </p14:nvContentPartPr>
            <p14:xfrm>
              <a:off x="7016589" y="3618985"/>
              <a:ext cx="595800" cy="5508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77353A84-8042-4CD7-A900-B4B8CF345B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998600" y="3600985"/>
                <a:ext cx="631418" cy="58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31B14AB7-B10B-45EA-9B7A-00BA0FD67B21}"/>
                  </a:ext>
                </a:extLst>
              </p14:cNvPr>
              <p14:cNvContentPartPr/>
              <p14:nvPr/>
            </p14:nvContentPartPr>
            <p14:xfrm>
              <a:off x="6366789" y="3780265"/>
              <a:ext cx="514080" cy="26352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31B14AB7-B10B-45EA-9B7A-00BA0FD67B2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48789" y="3762649"/>
                <a:ext cx="549720" cy="299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C3E1E720-689D-4697-B4AF-5102E1D8C44F}"/>
                  </a:ext>
                </a:extLst>
              </p14:cNvPr>
              <p14:cNvContentPartPr/>
              <p14:nvPr/>
            </p14:nvContentPartPr>
            <p14:xfrm>
              <a:off x="1636029" y="4992025"/>
              <a:ext cx="287640" cy="2736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C3E1E720-689D-4697-B4AF-5102E1D8C44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618029" y="4974385"/>
                <a:ext cx="32328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C3FBBE42-E69B-40F4-84CC-B8B08B32D942}"/>
                  </a:ext>
                </a:extLst>
              </p14:cNvPr>
              <p14:cNvContentPartPr/>
              <p14:nvPr/>
            </p14:nvContentPartPr>
            <p14:xfrm>
              <a:off x="1655469" y="5127745"/>
              <a:ext cx="227880" cy="1512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C3FBBE42-E69B-40F4-84CC-B8B08B32D94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37469" y="5110105"/>
                <a:ext cx="2635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2E4D4873-4BB5-4A8A-A550-8F3C220C06BE}"/>
                  </a:ext>
                </a:extLst>
              </p14:cNvPr>
              <p14:cNvContentPartPr/>
              <p14:nvPr/>
            </p14:nvContentPartPr>
            <p14:xfrm>
              <a:off x="3770469" y="4831465"/>
              <a:ext cx="137520" cy="50652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2E4D4873-4BB5-4A8A-A550-8F3C220C06B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752829" y="4813825"/>
                <a:ext cx="173160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29D23D25-FA57-4FFC-B59E-35EDB6186DBF}"/>
                  </a:ext>
                </a:extLst>
              </p14:cNvPr>
              <p14:cNvContentPartPr/>
              <p14:nvPr/>
            </p14:nvContentPartPr>
            <p14:xfrm>
              <a:off x="4547709" y="4879705"/>
              <a:ext cx="107640" cy="29304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29D23D25-FA57-4FFC-B59E-35EDB6186DB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30069" y="4862065"/>
                <a:ext cx="1432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C1A34EA3-5F1A-4C59-9082-AF7E44EA7F3B}"/>
                  </a:ext>
                </a:extLst>
              </p14:cNvPr>
              <p14:cNvContentPartPr/>
              <p14:nvPr/>
            </p14:nvContentPartPr>
            <p14:xfrm>
              <a:off x="4812309" y="4725625"/>
              <a:ext cx="923760" cy="53100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C1A34EA3-5F1A-4C59-9082-AF7E44EA7F3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794309" y="4707625"/>
                <a:ext cx="959400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14978A68-D3F5-4B27-B672-6604F5488B21}"/>
                  </a:ext>
                </a:extLst>
              </p14:cNvPr>
              <p14:cNvContentPartPr/>
              <p14:nvPr/>
            </p14:nvContentPartPr>
            <p14:xfrm>
              <a:off x="4024629" y="4956745"/>
              <a:ext cx="380520" cy="20160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14978A68-D3F5-4B27-B672-6604F5488B2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006989" y="4938745"/>
                <a:ext cx="4161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3" name="Cerneală 142">
                <a:extLst>
                  <a:ext uri="{FF2B5EF4-FFF2-40B4-BE49-F238E27FC236}">
                    <a16:creationId xmlns:a16="http://schemas.microsoft.com/office/drawing/2014/main" id="{8A581F07-1D77-4018-B062-A464A6BB9F3E}"/>
                  </a:ext>
                </a:extLst>
              </p14:cNvPr>
              <p14:cNvContentPartPr/>
              <p14:nvPr/>
            </p14:nvContentPartPr>
            <p14:xfrm>
              <a:off x="3248469" y="5024425"/>
              <a:ext cx="290520" cy="227520"/>
            </p14:xfrm>
          </p:contentPart>
        </mc:Choice>
        <mc:Fallback xmlns="">
          <p:pic>
            <p:nvPicPr>
              <p:cNvPr id="143" name="Cerneală 142">
                <a:extLst>
                  <a:ext uri="{FF2B5EF4-FFF2-40B4-BE49-F238E27FC236}">
                    <a16:creationId xmlns:a16="http://schemas.microsoft.com/office/drawing/2014/main" id="{8A581F07-1D77-4018-B062-A464A6BB9F3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230469" y="5006425"/>
                <a:ext cx="32616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48" name="Cerneală 147">
                <a:extLst>
                  <a:ext uri="{FF2B5EF4-FFF2-40B4-BE49-F238E27FC236}">
                    <a16:creationId xmlns:a16="http://schemas.microsoft.com/office/drawing/2014/main" id="{4536072C-D385-40C9-9CBE-A905C184E1B7}"/>
                  </a:ext>
                </a:extLst>
              </p14:cNvPr>
              <p14:cNvContentPartPr/>
              <p14:nvPr/>
            </p14:nvContentPartPr>
            <p14:xfrm>
              <a:off x="6507549" y="4894105"/>
              <a:ext cx="155880" cy="419040"/>
            </p14:xfrm>
          </p:contentPart>
        </mc:Choice>
        <mc:Fallback xmlns="">
          <p:pic>
            <p:nvPicPr>
              <p:cNvPr id="148" name="Cerneală 147">
                <a:extLst>
                  <a:ext uri="{FF2B5EF4-FFF2-40B4-BE49-F238E27FC236}">
                    <a16:creationId xmlns:a16="http://schemas.microsoft.com/office/drawing/2014/main" id="{4536072C-D385-40C9-9CBE-A905C184E1B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89549" y="4876105"/>
                <a:ext cx="19152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6A4F4AD7-0D00-4E73-B848-FE171B1511A0}"/>
                  </a:ext>
                </a:extLst>
              </p14:cNvPr>
              <p14:cNvContentPartPr/>
              <p14:nvPr/>
            </p14:nvContentPartPr>
            <p14:xfrm>
              <a:off x="7093629" y="4899505"/>
              <a:ext cx="269280" cy="2376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6A4F4AD7-0D00-4E73-B848-FE171B1511A0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075989" y="4881505"/>
                <a:ext cx="3049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29B7926D-4BEA-42EC-B022-D05B57E6C8BF}"/>
                  </a:ext>
                </a:extLst>
              </p14:cNvPr>
              <p14:cNvContentPartPr/>
              <p14:nvPr/>
            </p14:nvContentPartPr>
            <p14:xfrm>
              <a:off x="6766389" y="4908505"/>
              <a:ext cx="185760" cy="1890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29B7926D-4BEA-42EC-B022-D05B57E6C8B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748389" y="4890865"/>
                <a:ext cx="221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6A73A2B6-B0FE-4FB6-BFA6-872CAEFF57F2}"/>
                  </a:ext>
                </a:extLst>
              </p14:cNvPr>
              <p14:cNvContentPartPr/>
              <p14:nvPr/>
            </p14:nvContentPartPr>
            <p14:xfrm>
              <a:off x="6236829" y="4875025"/>
              <a:ext cx="166680" cy="15876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6A73A2B6-B0FE-4FB6-BFA6-872CAEFF57F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219189" y="4857385"/>
                <a:ext cx="20232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6F901421-D8D9-4CCC-99EC-7DF468BCCF67}"/>
                  </a:ext>
                </a:extLst>
              </p14:cNvPr>
              <p14:cNvContentPartPr/>
              <p14:nvPr/>
            </p14:nvContentPartPr>
            <p14:xfrm>
              <a:off x="5842269" y="4890145"/>
              <a:ext cx="251280" cy="17640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6F901421-D8D9-4CCC-99EC-7DF468BCCF6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24269" y="4872505"/>
                <a:ext cx="2869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95D83D6F-AC30-4BE1-8E3D-23E7953CBECA}"/>
                  </a:ext>
                </a:extLst>
              </p14:cNvPr>
              <p14:cNvContentPartPr/>
              <p14:nvPr/>
            </p14:nvContentPartPr>
            <p14:xfrm>
              <a:off x="8888589" y="4782865"/>
              <a:ext cx="274320" cy="21096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95D83D6F-AC30-4BE1-8E3D-23E7953CBEC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870589" y="4765225"/>
                <a:ext cx="30996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31D62C2E-BCD0-4252-9444-3C92643D14A4}"/>
                  </a:ext>
                </a:extLst>
              </p14:cNvPr>
              <p14:cNvContentPartPr/>
              <p14:nvPr/>
            </p14:nvContentPartPr>
            <p14:xfrm>
              <a:off x="9961749" y="4615105"/>
              <a:ext cx="119160" cy="52668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31D62C2E-BCD0-4252-9444-3C92643D14A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44109" y="4597105"/>
                <a:ext cx="15480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71" name="Cerneală 170">
                <a:extLst>
                  <a:ext uri="{FF2B5EF4-FFF2-40B4-BE49-F238E27FC236}">
                    <a16:creationId xmlns:a16="http://schemas.microsoft.com/office/drawing/2014/main" id="{0B6DD5EE-832C-423D-9A75-FF5DF32EC34C}"/>
                  </a:ext>
                </a:extLst>
              </p14:cNvPr>
              <p14:cNvContentPartPr/>
              <p14:nvPr/>
            </p14:nvContentPartPr>
            <p14:xfrm>
              <a:off x="9278469" y="4696825"/>
              <a:ext cx="515880" cy="316080"/>
            </p14:xfrm>
          </p:contentPart>
        </mc:Choice>
        <mc:Fallback xmlns="">
          <p:pic>
            <p:nvPicPr>
              <p:cNvPr id="171" name="Cerneală 170">
                <a:extLst>
                  <a:ext uri="{FF2B5EF4-FFF2-40B4-BE49-F238E27FC236}">
                    <a16:creationId xmlns:a16="http://schemas.microsoft.com/office/drawing/2014/main" id="{0B6DD5EE-832C-423D-9A75-FF5DF32EC34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60817" y="4679185"/>
                <a:ext cx="551545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72" name="Cerneală 171">
                <a:extLst>
                  <a:ext uri="{FF2B5EF4-FFF2-40B4-BE49-F238E27FC236}">
                    <a16:creationId xmlns:a16="http://schemas.microsoft.com/office/drawing/2014/main" id="{9EBD48E5-6C8C-44F9-8DBA-7113BD4096EA}"/>
                  </a:ext>
                </a:extLst>
              </p14:cNvPr>
              <p14:cNvContentPartPr/>
              <p14:nvPr/>
            </p14:nvContentPartPr>
            <p14:xfrm>
              <a:off x="8623989" y="4850905"/>
              <a:ext cx="153720" cy="204120"/>
            </p14:xfrm>
          </p:contentPart>
        </mc:Choice>
        <mc:Fallback xmlns="">
          <p:pic>
            <p:nvPicPr>
              <p:cNvPr id="172" name="Cerneală 171">
                <a:extLst>
                  <a:ext uri="{FF2B5EF4-FFF2-40B4-BE49-F238E27FC236}">
                    <a16:creationId xmlns:a16="http://schemas.microsoft.com/office/drawing/2014/main" id="{9EBD48E5-6C8C-44F9-8DBA-7113BD4096E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06349" y="4832905"/>
                <a:ext cx="1893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73" name="Cerneală 172">
                <a:extLst>
                  <a:ext uri="{FF2B5EF4-FFF2-40B4-BE49-F238E27FC236}">
                    <a16:creationId xmlns:a16="http://schemas.microsoft.com/office/drawing/2014/main" id="{B75D1F64-F838-4BBC-A7EF-DA0AF95E4E75}"/>
                  </a:ext>
                </a:extLst>
              </p14:cNvPr>
              <p14:cNvContentPartPr/>
              <p14:nvPr/>
            </p14:nvContentPartPr>
            <p14:xfrm>
              <a:off x="8040069" y="4624825"/>
              <a:ext cx="464760" cy="693720"/>
            </p14:xfrm>
          </p:contentPart>
        </mc:Choice>
        <mc:Fallback xmlns="">
          <p:pic>
            <p:nvPicPr>
              <p:cNvPr id="173" name="Cerneală 172">
                <a:extLst>
                  <a:ext uri="{FF2B5EF4-FFF2-40B4-BE49-F238E27FC236}">
                    <a16:creationId xmlns:a16="http://schemas.microsoft.com/office/drawing/2014/main" id="{B75D1F64-F838-4BBC-A7EF-DA0AF95E4E7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22415" y="4607185"/>
                <a:ext cx="500428" cy="72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7BA66FF5-50C4-44B9-B9BF-F835BAA1F232}"/>
                  </a:ext>
                </a:extLst>
              </p14:cNvPr>
              <p14:cNvContentPartPr/>
              <p14:nvPr/>
            </p14:nvContentPartPr>
            <p14:xfrm>
              <a:off x="7497189" y="4494145"/>
              <a:ext cx="366120" cy="105084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7BA66FF5-50C4-44B9-B9BF-F835BAA1F23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479207" y="4476145"/>
                <a:ext cx="401725" cy="10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F6FE4E36-16EE-4968-B9E6-F1E59CB4EF44}"/>
                  </a:ext>
                </a:extLst>
              </p14:cNvPr>
              <p14:cNvContentPartPr/>
              <p14:nvPr/>
            </p14:nvContentPartPr>
            <p14:xfrm>
              <a:off x="2415789" y="4570105"/>
              <a:ext cx="529920" cy="100512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F6FE4E36-16EE-4968-B9E6-F1E59CB4EF4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397789" y="4552459"/>
                <a:ext cx="565560" cy="104077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5490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Factor comun în produs de sume (lucrăm în forma canonică după unu)</a:t>
            </a:r>
          </a:p>
          <a:p>
            <a:r>
              <a:rPr lang="ro-RO" b="1" i="1" dirty="0"/>
              <a:t>Exemplul 1</a:t>
            </a:r>
            <a:endParaRPr lang="ro-RO" i="1" dirty="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4D77438-D166-43CA-B6D0-6BE577329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868708"/>
            <a:ext cx="1371600" cy="24288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4EFA5303-0EDE-4CA1-A701-1BFA1ABE3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123" y="868708"/>
            <a:ext cx="6048375" cy="198120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64E594E5-EDE7-4007-9E9E-6BB23FF12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4123" y="2971805"/>
            <a:ext cx="8943975" cy="34861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069283E5-C0F4-417C-B379-A530BF2F526E}"/>
                  </a:ext>
                </a:extLst>
              </p14:cNvPr>
              <p14:cNvContentPartPr/>
              <p14:nvPr/>
            </p14:nvContentPartPr>
            <p14:xfrm>
              <a:off x="486549" y="2930305"/>
              <a:ext cx="1587240" cy="3139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069283E5-C0F4-417C-B379-A530BF2F526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8549" y="2912665"/>
                <a:ext cx="162288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335A383A-A382-4DB6-8704-1B5AAE821D27}"/>
                  </a:ext>
                </a:extLst>
              </p14:cNvPr>
              <p14:cNvContentPartPr/>
              <p14:nvPr/>
            </p14:nvContentPartPr>
            <p14:xfrm>
              <a:off x="460989" y="1805305"/>
              <a:ext cx="1536840" cy="4136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335A383A-A382-4DB6-8704-1B5AAE821D2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3349" y="1787665"/>
                <a:ext cx="157248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D253EC0-5CF4-40F8-A78F-0EC99F51D2FF}"/>
                  </a:ext>
                </a:extLst>
              </p14:cNvPr>
              <p14:cNvContentPartPr/>
              <p14:nvPr/>
            </p14:nvContentPartPr>
            <p14:xfrm>
              <a:off x="4258629" y="1125265"/>
              <a:ext cx="2032200" cy="152388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D253EC0-5CF4-40F8-A78F-0EC99F51D2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40989" y="1107625"/>
                <a:ext cx="2067840" cy="15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912047E-3CAE-478A-9C1F-A7708AB9350B}"/>
                  </a:ext>
                </a:extLst>
              </p14:cNvPr>
              <p14:cNvContentPartPr/>
              <p14:nvPr/>
            </p14:nvContentPartPr>
            <p14:xfrm>
              <a:off x="7479549" y="1046065"/>
              <a:ext cx="1376640" cy="14997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912047E-3CAE-478A-9C1F-A7708AB935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61549" y="1028425"/>
                <a:ext cx="1412280" cy="153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DA21C52E-072F-49BF-8D73-971D4B6BFA8F}"/>
                  </a:ext>
                </a:extLst>
              </p14:cNvPr>
              <p14:cNvContentPartPr/>
              <p14:nvPr/>
            </p14:nvContentPartPr>
            <p14:xfrm>
              <a:off x="4064229" y="3449065"/>
              <a:ext cx="466200" cy="5313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DA21C52E-072F-49BF-8D73-971D4B6BFA8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46229" y="3431425"/>
                <a:ext cx="501840" cy="56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832F14E0-D9FF-49A3-861F-9D7E99A8A08D}"/>
                  </a:ext>
                </a:extLst>
              </p14:cNvPr>
              <p14:cNvContentPartPr/>
              <p14:nvPr/>
            </p14:nvContentPartPr>
            <p14:xfrm>
              <a:off x="9397989" y="5209825"/>
              <a:ext cx="762120" cy="613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832F14E0-D9FF-49A3-861F-9D7E99A8A08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79989" y="5192185"/>
                <a:ext cx="797760" cy="64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8504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Factor comun în produs de sume (lucrăm în forma canonică după unu)</a:t>
            </a:r>
          </a:p>
          <a:p>
            <a:r>
              <a:rPr lang="ro-RO" b="1" i="1" dirty="0"/>
              <a:t>Exemplul 2</a:t>
            </a:r>
            <a:endParaRPr lang="ro-RO" i="1" dirty="0"/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91D32B2B-DB79-4D25-82EA-89AFDA46A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868708"/>
            <a:ext cx="1343025" cy="2381250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586971BF-63CB-4021-8B76-92359D245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196" y="411513"/>
            <a:ext cx="8656322" cy="2845020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B2BA6CA5-88AF-4C53-91FC-3446B3F1A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96" y="3246122"/>
            <a:ext cx="7564723" cy="35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947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B1222A2-1DD2-4365-9675-08CD61A9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D0CF1BE6-3693-4956-887A-19103195B2FF}"/>
                  </a:ext>
                </a:extLst>
              </p14:cNvPr>
              <p14:cNvContentPartPr/>
              <p14:nvPr/>
            </p14:nvContentPartPr>
            <p14:xfrm>
              <a:off x="3188709" y="263785"/>
              <a:ext cx="851400" cy="5338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D0CF1BE6-3693-4956-887A-19103195B2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71069" y="246145"/>
                <a:ext cx="8870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DE29739F-9EB2-4B11-AF8A-9AA33ACE82ED}"/>
                  </a:ext>
                </a:extLst>
              </p14:cNvPr>
              <p14:cNvContentPartPr/>
              <p14:nvPr/>
            </p14:nvContentPartPr>
            <p14:xfrm>
              <a:off x="6078069" y="148945"/>
              <a:ext cx="2269080" cy="5821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DE29739F-9EB2-4B11-AF8A-9AA33ACE82E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0072" y="131294"/>
                <a:ext cx="2304714" cy="617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EDA31EE-0555-4495-8CEC-DB5D9B4D9A93}"/>
                  </a:ext>
                </a:extLst>
              </p14:cNvPr>
              <p14:cNvContentPartPr/>
              <p14:nvPr/>
            </p14:nvContentPartPr>
            <p14:xfrm>
              <a:off x="4999509" y="153985"/>
              <a:ext cx="687600" cy="428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EDA31EE-0555-4495-8CEC-DB5D9B4D9A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81860" y="135985"/>
                <a:ext cx="723259" cy="46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D77D33EF-BE5A-43F2-91B8-66DF07B65C07}"/>
                  </a:ext>
                </a:extLst>
              </p14:cNvPr>
              <p14:cNvContentPartPr/>
              <p14:nvPr/>
            </p14:nvContentPartPr>
            <p14:xfrm>
              <a:off x="1669509" y="738985"/>
              <a:ext cx="1154880" cy="31993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D77D33EF-BE5A-43F2-91B8-66DF07B65C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51863" y="721345"/>
                <a:ext cx="1190531" cy="32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6522748D-2C88-40C2-974C-07813F1B16B7}"/>
                  </a:ext>
                </a:extLst>
              </p14:cNvPr>
              <p14:cNvContentPartPr/>
              <p14:nvPr/>
            </p14:nvContentPartPr>
            <p14:xfrm>
              <a:off x="3869109" y="1685785"/>
              <a:ext cx="539640" cy="32724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6522748D-2C88-40C2-974C-07813F1B16B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1121" y="1668145"/>
                <a:ext cx="575256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702EC07F-D7C5-46BD-9E29-FDC95F3FD0C5}"/>
                  </a:ext>
                </a:extLst>
              </p14:cNvPr>
              <p14:cNvContentPartPr/>
              <p14:nvPr/>
            </p14:nvContentPartPr>
            <p14:xfrm>
              <a:off x="4717269" y="1395265"/>
              <a:ext cx="990720" cy="17834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702EC07F-D7C5-46BD-9E29-FDC95F3FD0C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99629" y="1377625"/>
                <a:ext cx="1026360" cy="18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9614DA2B-FE92-4C73-B77C-F4C5F1A153E0}"/>
                  </a:ext>
                </a:extLst>
              </p14:cNvPr>
              <p14:cNvContentPartPr/>
              <p14:nvPr/>
            </p14:nvContentPartPr>
            <p14:xfrm>
              <a:off x="5909589" y="2158105"/>
              <a:ext cx="140760" cy="126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9614DA2B-FE92-4C73-B77C-F4C5F1A153E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91589" y="2140105"/>
                <a:ext cx="1764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03387B93-1AC6-4B50-8C7F-38557B3B3868}"/>
                  </a:ext>
                </a:extLst>
              </p14:cNvPr>
              <p14:cNvContentPartPr/>
              <p14:nvPr/>
            </p14:nvContentPartPr>
            <p14:xfrm>
              <a:off x="5928669" y="2293465"/>
              <a:ext cx="174240" cy="90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03387B93-1AC6-4B50-8C7F-38557B3B386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911029" y="2275825"/>
                <a:ext cx="2098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4C4391A7-8BE2-4E27-80F9-D2FB6F51F762}"/>
                  </a:ext>
                </a:extLst>
              </p14:cNvPr>
              <p14:cNvContentPartPr/>
              <p14:nvPr/>
            </p14:nvContentPartPr>
            <p14:xfrm>
              <a:off x="7541109" y="1467265"/>
              <a:ext cx="438120" cy="23004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4C4391A7-8BE2-4E27-80F9-D2FB6F51F76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523109" y="1449625"/>
                <a:ext cx="4737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5461DE05-E96F-4778-A210-31230DC3271A}"/>
                  </a:ext>
                </a:extLst>
              </p14:cNvPr>
              <p14:cNvContentPartPr/>
              <p14:nvPr/>
            </p14:nvContentPartPr>
            <p14:xfrm>
              <a:off x="6715989" y="1462585"/>
              <a:ext cx="647640" cy="26100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5461DE05-E96F-4778-A210-31230DC3271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98349" y="1444945"/>
                <a:ext cx="68328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E2F83583-5110-43A9-82CF-9F66B65D8041}"/>
                  </a:ext>
                </a:extLst>
              </p14:cNvPr>
              <p14:cNvContentPartPr/>
              <p14:nvPr/>
            </p14:nvContentPartPr>
            <p14:xfrm>
              <a:off x="6680349" y="1367185"/>
              <a:ext cx="178200" cy="936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E2F83583-5110-43A9-82CF-9F66B65D804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62709" y="1349545"/>
                <a:ext cx="2138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D3F68E69-D887-4ECD-878C-46C9639C6385}"/>
                  </a:ext>
                </a:extLst>
              </p14:cNvPr>
              <p14:cNvContentPartPr/>
              <p14:nvPr/>
            </p14:nvContentPartPr>
            <p14:xfrm>
              <a:off x="7656669" y="2010505"/>
              <a:ext cx="412560" cy="21996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D3F68E69-D887-4ECD-878C-46C9639C638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639029" y="1992865"/>
                <a:ext cx="4482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2D03A744-152A-448D-BB36-E06D824F719F}"/>
                  </a:ext>
                </a:extLst>
              </p14:cNvPr>
              <p14:cNvContentPartPr/>
              <p14:nvPr/>
            </p14:nvContentPartPr>
            <p14:xfrm>
              <a:off x="6722829" y="1935625"/>
              <a:ext cx="813960" cy="3513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2D03A744-152A-448D-BB36-E06D824F719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705189" y="1917625"/>
                <a:ext cx="84960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C126892A-7829-4BCF-A49E-0EFDE9B05E97}"/>
                  </a:ext>
                </a:extLst>
              </p14:cNvPr>
              <p14:cNvContentPartPr/>
              <p14:nvPr/>
            </p14:nvContentPartPr>
            <p14:xfrm>
              <a:off x="7564869" y="2622505"/>
              <a:ext cx="5040" cy="1526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C126892A-7829-4BCF-A49E-0EFDE9B05E9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547229" y="2604505"/>
                <a:ext cx="406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4C19B596-E6EA-4421-8619-68376981C327}"/>
                  </a:ext>
                </a:extLst>
              </p14:cNvPr>
              <p14:cNvContentPartPr/>
              <p14:nvPr/>
            </p14:nvContentPartPr>
            <p14:xfrm>
              <a:off x="7727949" y="2396065"/>
              <a:ext cx="261360" cy="1044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4C19B596-E6EA-4421-8619-68376981C327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710309" y="2378065"/>
                <a:ext cx="29700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E919D146-738E-4C53-A119-F5C07F9E42F3}"/>
                  </a:ext>
                </a:extLst>
              </p14:cNvPr>
              <p14:cNvContentPartPr/>
              <p14:nvPr/>
            </p14:nvContentPartPr>
            <p14:xfrm>
              <a:off x="8320869" y="1255585"/>
              <a:ext cx="137160" cy="226800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E919D146-738E-4C53-A119-F5C07F9E42F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302869" y="1237945"/>
                <a:ext cx="172800" cy="230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1CED2E14-4C4A-46D1-92FA-B411924A9A72}"/>
                  </a:ext>
                </a:extLst>
              </p14:cNvPr>
              <p14:cNvContentPartPr/>
              <p14:nvPr/>
            </p14:nvContentPartPr>
            <p14:xfrm>
              <a:off x="7829829" y="2949745"/>
              <a:ext cx="334080" cy="23760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1CED2E14-4C4A-46D1-92FA-B411924A9A7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12189" y="2932105"/>
                <a:ext cx="3697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F498F522-A74C-4BAB-B3B8-010F5A342583}"/>
                  </a:ext>
                </a:extLst>
              </p14:cNvPr>
              <p14:cNvContentPartPr/>
              <p14:nvPr/>
            </p14:nvContentPartPr>
            <p14:xfrm>
              <a:off x="7358229" y="2983225"/>
              <a:ext cx="279360" cy="25920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F498F522-A74C-4BAB-B3B8-010F5A34258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340252" y="2965585"/>
                <a:ext cx="314954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891E6F8F-8B03-4812-A522-49D265D7A00E}"/>
                  </a:ext>
                </a:extLst>
              </p14:cNvPr>
              <p14:cNvContentPartPr/>
              <p14:nvPr/>
            </p14:nvContentPartPr>
            <p14:xfrm>
              <a:off x="6766389" y="2988625"/>
              <a:ext cx="358200" cy="30852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891E6F8F-8B03-4812-A522-49D265D7A00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748389" y="2970625"/>
                <a:ext cx="39384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37" name="Cerneală 136">
                <a:extLst>
                  <a:ext uri="{FF2B5EF4-FFF2-40B4-BE49-F238E27FC236}">
                    <a16:creationId xmlns:a16="http://schemas.microsoft.com/office/drawing/2014/main" id="{BABA9D02-228A-4794-89E1-0BD0330157BE}"/>
                  </a:ext>
                </a:extLst>
              </p14:cNvPr>
              <p14:cNvContentPartPr/>
              <p14:nvPr/>
            </p14:nvContentPartPr>
            <p14:xfrm>
              <a:off x="6496389" y="1294105"/>
              <a:ext cx="65520" cy="1980720"/>
            </p14:xfrm>
          </p:contentPart>
        </mc:Choice>
        <mc:Fallback xmlns="">
          <p:pic>
            <p:nvPicPr>
              <p:cNvPr id="137" name="Cerneală 136">
                <a:extLst>
                  <a:ext uri="{FF2B5EF4-FFF2-40B4-BE49-F238E27FC236}">
                    <a16:creationId xmlns:a16="http://schemas.microsoft.com/office/drawing/2014/main" id="{BABA9D02-228A-4794-89E1-0BD0330157B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478749" y="1276462"/>
                <a:ext cx="101160" cy="2016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B2951692-2590-4796-87BF-FC173323BF2F}"/>
                  </a:ext>
                </a:extLst>
              </p14:cNvPr>
              <p14:cNvContentPartPr/>
              <p14:nvPr/>
            </p14:nvContentPartPr>
            <p14:xfrm>
              <a:off x="7752789" y="2502265"/>
              <a:ext cx="370080" cy="28656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B2951692-2590-4796-87BF-FC173323BF2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735149" y="2484625"/>
                <a:ext cx="4057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35C81DD1-C761-4305-B1CE-B9E4B7B7A7B0}"/>
                  </a:ext>
                </a:extLst>
              </p14:cNvPr>
              <p14:cNvContentPartPr/>
              <p14:nvPr/>
            </p14:nvContentPartPr>
            <p14:xfrm>
              <a:off x="7295589" y="2550505"/>
              <a:ext cx="143640" cy="17136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35C81DD1-C761-4305-B1CE-B9E4B7B7A7B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277589" y="2532505"/>
                <a:ext cx="17928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5DF34CC5-3914-4F0D-8354-258843E4D4D4}"/>
                  </a:ext>
                </a:extLst>
              </p14:cNvPr>
              <p14:cNvContentPartPr/>
              <p14:nvPr/>
            </p14:nvContentPartPr>
            <p14:xfrm>
              <a:off x="6804909" y="2526385"/>
              <a:ext cx="358920" cy="2840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5DF34CC5-3914-4F0D-8354-258843E4D4D4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786909" y="2508745"/>
                <a:ext cx="39456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C95ADE49-6199-47C6-82B3-7DCA1DB49A87}"/>
                  </a:ext>
                </a:extLst>
              </p14:cNvPr>
              <p14:cNvContentPartPr/>
              <p14:nvPr/>
            </p14:nvContentPartPr>
            <p14:xfrm>
              <a:off x="8518149" y="2330905"/>
              <a:ext cx="246240" cy="828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C95ADE49-6199-47C6-82B3-7DCA1DB49A8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500509" y="2313265"/>
                <a:ext cx="281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42" name="Cerneală 141">
                <a:extLst>
                  <a:ext uri="{FF2B5EF4-FFF2-40B4-BE49-F238E27FC236}">
                    <a16:creationId xmlns:a16="http://schemas.microsoft.com/office/drawing/2014/main" id="{EDFF79F8-54AB-4131-BF01-617B4F6248E3}"/>
                  </a:ext>
                </a:extLst>
              </p14:cNvPr>
              <p14:cNvContentPartPr/>
              <p14:nvPr/>
            </p14:nvContentPartPr>
            <p14:xfrm>
              <a:off x="8561709" y="2439985"/>
              <a:ext cx="213480" cy="21960"/>
            </p14:xfrm>
          </p:contentPart>
        </mc:Choice>
        <mc:Fallback xmlns="">
          <p:pic>
            <p:nvPicPr>
              <p:cNvPr id="142" name="Cerneală 141">
                <a:extLst>
                  <a:ext uri="{FF2B5EF4-FFF2-40B4-BE49-F238E27FC236}">
                    <a16:creationId xmlns:a16="http://schemas.microsoft.com/office/drawing/2014/main" id="{EDFF79F8-54AB-4131-BF01-617B4F6248E3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543709" y="2421985"/>
                <a:ext cx="2491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04DA9F61-358C-4803-A869-1582AA85E12B}"/>
                  </a:ext>
                </a:extLst>
              </p14:cNvPr>
              <p14:cNvContentPartPr/>
              <p14:nvPr/>
            </p14:nvContentPartPr>
            <p14:xfrm>
              <a:off x="8960949" y="1337665"/>
              <a:ext cx="77760" cy="20548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04DA9F61-358C-4803-A869-1582AA85E12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943309" y="1319665"/>
                <a:ext cx="113400" cy="20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27BC3FCB-1860-4DF8-A42A-6F45C394D3AF}"/>
                  </a:ext>
                </a:extLst>
              </p14:cNvPr>
              <p14:cNvContentPartPr/>
              <p14:nvPr/>
            </p14:nvContentPartPr>
            <p14:xfrm>
              <a:off x="6375789" y="1862185"/>
              <a:ext cx="1917720" cy="194544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27BC3FCB-1860-4DF8-A42A-6F45C394D3AF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358149" y="1826185"/>
                <a:ext cx="1953360" cy="20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E05588F3-6A63-4CFA-A46F-24E0D4EFC096}"/>
                  </a:ext>
                </a:extLst>
              </p14:cNvPr>
              <p14:cNvContentPartPr/>
              <p14:nvPr/>
            </p14:nvContentPartPr>
            <p14:xfrm>
              <a:off x="3450429" y="4053145"/>
              <a:ext cx="20880" cy="16812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E05588F3-6A63-4CFA-A46F-24E0D4EFC09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432429" y="4035505"/>
                <a:ext cx="5652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4CBC6F00-C5FB-4D05-B1B7-F63991236D2C}"/>
                  </a:ext>
                </a:extLst>
              </p14:cNvPr>
              <p14:cNvContentPartPr/>
              <p14:nvPr/>
            </p14:nvContentPartPr>
            <p14:xfrm>
              <a:off x="3256749" y="3855145"/>
              <a:ext cx="129600" cy="432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4CBC6F00-C5FB-4D05-B1B7-F63991236D2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238749" y="3837145"/>
                <a:ext cx="1652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281F4F7A-65F2-432E-A0AB-3FC7FDD517F9}"/>
                  </a:ext>
                </a:extLst>
              </p14:cNvPr>
              <p14:cNvContentPartPr/>
              <p14:nvPr/>
            </p14:nvContentPartPr>
            <p14:xfrm>
              <a:off x="3235149" y="3949825"/>
              <a:ext cx="146520" cy="2808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281F4F7A-65F2-432E-A0AB-3FC7FDD517F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217193" y="3931825"/>
                <a:ext cx="182073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979A7D07-F57B-4396-85E6-F87726A03DD6}"/>
                  </a:ext>
                </a:extLst>
              </p14:cNvPr>
              <p14:cNvContentPartPr/>
              <p14:nvPr/>
            </p14:nvContentPartPr>
            <p14:xfrm>
              <a:off x="3428109" y="4547785"/>
              <a:ext cx="22320" cy="14472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979A7D07-F57B-4396-85E6-F87726A03DD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410469" y="4529785"/>
                <a:ext cx="579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92F39745-9F47-46AC-AA9B-D225DFDF6F47}"/>
                  </a:ext>
                </a:extLst>
              </p14:cNvPr>
              <p14:cNvContentPartPr/>
              <p14:nvPr/>
            </p14:nvContentPartPr>
            <p14:xfrm>
              <a:off x="3604509" y="4341505"/>
              <a:ext cx="327240" cy="2790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92F39745-9F47-46AC-AA9B-D225DFDF6F47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586509" y="4323842"/>
                <a:ext cx="362880" cy="3146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3C139C4A-FB97-4F68-A35B-D1957A0F254D}"/>
                  </a:ext>
                </a:extLst>
              </p14:cNvPr>
              <p14:cNvContentPartPr/>
              <p14:nvPr/>
            </p14:nvContentPartPr>
            <p14:xfrm>
              <a:off x="3209949" y="4422505"/>
              <a:ext cx="139680" cy="228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3C139C4A-FB97-4F68-A35B-D1957A0F254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191949" y="4404865"/>
                <a:ext cx="1753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22DCA83A-54D4-425D-8C33-F141DEA47943}"/>
                  </a:ext>
                </a:extLst>
              </p14:cNvPr>
              <p14:cNvContentPartPr/>
              <p14:nvPr/>
            </p14:nvContentPartPr>
            <p14:xfrm>
              <a:off x="3561309" y="4008505"/>
              <a:ext cx="328320" cy="2325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22DCA83A-54D4-425D-8C33-F141DEA4794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543329" y="3990865"/>
                <a:ext cx="363921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C16C4906-A011-477D-A421-ACDA78A8772B}"/>
                  </a:ext>
                </a:extLst>
              </p14:cNvPr>
              <p14:cNvContentPartPr/>
              <p14:nvPr/>
            </p14:nvContentPartPr>
            <p14:xfrm>
              <a:off x="3455109" y="4933705"/>
              <a:ext cx="39960" cy="19692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C16C4906-A011-477D-A421-ACDA78A8772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437109" y="4915705"/>
                <a:ext cx="75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6182F1B-BBD7-48DF-9E4B-A10F1EEB4492}"/>
                  </a:ext>
                </a:extLst>
              </p14:cNvPr>
              <p14:cNvContentPartPr/>
              <p14:nvPr/>
            </p14:nvContentPartPr>
            <p14:xfrm>
              <a:off x="3888549" y="4924705"/>
              <a:ext cx="94320" cy="1033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6182F1B-BBD7-48DF-9E4B-A10F1EEB4492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870909" y="4906705"/>
                <a:ext cx="12996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18B7A9DC-8E39-48D4-8D5F-F053C985716C}"/>
                  </a:ext>
                </a:extLst>
              </p14:cNvPr>
              <p14:cNvContentPartPr/>
              <p14:nvPr/>
            </p14:nvContentPartPr>
            <p14:xfrm>
              <a:off x="4056669" y="3888625"/>
              <a:ext cx="84960" cy="14090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18B7A9DC-8E39-48D4-8D5F-F053C985716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039029" y="3870625"/>
                <a:ext cx="120600" cy="144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A5C5567A-F39F-4E9F-91EF-3B9459A47A08}"/>
                  </a:ext>
                </a:extLst>
              </p14:cNvPr>
              <p14:cNvContentPartPr/>
              <p14:nvPr/>
            </p14:nvContentPartPr>
            <p14:xfrm>
              <a:off x="2964789" y="3854785"/>
              <a:ext cx="24120" cy="116496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A5C5567A-F39F-4E9F-91EF-3B9459A47A08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946789" y="3836785"/>
                <a:ext cx="59760" cy="12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AD873BF7-CD53-436E-A4DC-3A02DE1267F8}"/>
                  </a:ext>
                </a:extLst>
              </p14:cNvPr>
              <p14:cNvContentPartPr/>
              <p14:nvPr/>
            </p14:nvContentPartPr>
            <p14:xfrm>
              <a:off x="3647709" y="4817425"/>
              <a:ext cx="155880" cy="23796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AD873BF7-CD53-436E-A4DC-3A02DE1267F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630069" y="4799425"/>
                <a:ext cx="19152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1AFA35C3-57F5-41CD-A37B-C9342B43407C}"/>
                  </a:ext>
                </a:extLst>
              </p14:cNvPr>
              <p14:cNvContentPartPr/>
              <p14:nvPr/>
            </p14:nvContentPartPr>
            <p14:xfrm>
              <a:off x="3218229" y="4817425"/>
              <a:ext cx="147960" cy="2372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1AFA35C3-57F5-41CD-A37B-C9342B43407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200229" y="4799425"/>
                <a:ext cx="18360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0A6BE437-F245-4BA0-8BFC-DB25C58E1E11}"/>
                  </a:ext>
                </a:extLst>
              </p14:cNvPr>
              <p14:cNvContentPartPr/>
              <p14:nvPr/>
            </p14:nvContentPartPr>
            <p14:xfrm>
              <a:off x="3011229" y="4307305"/>
              <a:ext cx="1131120" cy="102492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0A6BE437-F245-4BA0-8BFC-DB25C58E1E1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993229" y="4271665"/>
                <a:ext cx="1166760" cy="10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863B5185-257E-436A-B056-86D0CA3A688D}"/>
                  </a:ext>
                </a:extLst>
              </p14:cNvPr>
              <p14:cNvContentPartPr/>
              <p14:nvPr/>
            </p14:nvContentPartPr>
            <p14:xfrm>
              <a:off x="2872989" y="3613225"/>
              <a:ext cx="1258200" cy="63252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863B5185-257E-436A-B056-86D0CA3A688D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54989" y="3577585"/>
                <a:ext cx="1293840" cy="70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C9C8D02B-72B8-44F0-85F4-FE373207C637}"/>
                  </a:ext>
                </a:extLst>
              </p14:cNvPr>
              <p14:cNvContentPartPr/>
              <p14:nvPr/>
            </p14:nvContentPartPr>
            <p14:xfrm>
              <a:off x="2770029" y="4686745"/>
              <a:ext cx="1575720" cy="90612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C9C8D02B-72B8-44F0-85F4-FE373207C637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2752029" y="4651105"/>
                <a:ext cx="1611360" cy="9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F5BDC015-3CCD-40B2-B924-B55C5CADC4AD}"/>
                  </a:ext>
                </a:extLst>
              </p14:cNvPr>
              <p14:cNvContentPartPr/>
              <p14:nvPr/>
            </p14:nvContentPartPr>
            <p14:xfrm>
              <a:off x="2179989" y="6100465"/>
              <a:ext cx="134280" cy="2124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F5BDC015-3CCD-40B2-B924-B55C5CADC4AD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2161989" y="6082825"/>
                <a:ext cx="1699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E26290F8-E5CC-454F-BE26-70187DEA27AF}"/>
                  </a:ext>
                </a:extLst>
              </p14:cNvPr>
              <p14:cNvContentPartPr/>
              <p14:nvPr/>
            </p14:nvContentPartPr>
            <p14:xfrm>
              <a:off x="3365829" y="6178945"/>
              <a:ext cx="29160" cy="21924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E26290F8-E5CC-454F-BE26-70187DEA27A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348189" y="6161305"/>
                <a:ext cx="648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929E666E-456E-4040-B34F-19E6EBE693D3}"/>
                  </a:ext>
                </a:extLst>
              </p14:cNvPr>
              <p14:cNvContentPartPr/>
              <p14:nvPr/>
            </p14:nvContentPartPr>
            <p14:xfrm>
              <a:off x="3031389" y="6232225"/>
              <a:ext cx="133200" cy="9612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929E666E-456E-4040-B34F-19E6EBE693D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013749" y="6214225"/>
                <a:ext cx="16884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13879CA2-00CB-4CF0-8B5A-027802F51AAD}"/>
                  </a:ext>
                </a:extLst>
              </p14:cNvPr>
              <p14:cNvContentPartPr/>
              <p14:nvPr/>
            </p14:nvContentPartPr>
            <p14:xfrm>
              <a:off x="2747709" y="6203425"/>
              <a:ext cx="195480" cy="19188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13879CA2-00CB-4CF0-8B5A-027802F51AAD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730069" y="6185425"/>
                <a:ext cx="23112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181" name="Cerneală 180">
                <a:extLst>
                  <a:ext uri="{FF2B5EF4-FFF2-40B4-BE49-F238E27FC236}">
                    <a16:creationId xmlns:a16="http://schemas.microsoft.com/office/drawing/2014/main" id="{364F8E6D-1E21-4957-8FE4-6FD52FD5C50D}"/>
                  </a:ext>
                </a:extLst>
              </p14:cNvPr>
              <p14:cNvContentPartPr/>
              <p14:nvPr/>
            </p14:nvContentPartPr>
            <p14:xfrm>
              <a:off x="2521629" y="6203425"/>
              <a:ext cx="156600" cy="224280"/>
            </p14:xfrm>
          </p:contentPart>
        </mc:Choice>
        <mc:Fallback xmlns="">
          <p:pic>
            <p:nvPicPr>
              <p:cNvPr id="181" name="Cerneală 180">
                <a:extLst>
                  <a:ext uri="{FF2B5EF4-FFF2-40B4-BE49-F238E27FC236}">
                    <a16:creationId xmlns:a16="http://schemas.microsoft.com/office/drawing/2014/main" id="{364F8E6D-1E21-4957-8FE4-6FD52FD5C50D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503629" y="6185425"/>
                <a:ext cx="1922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82" name="Cerneală 181">
                <a:extLst>
                  <a:ext uri="{FF2B5EF4-FFF2-40B4-BE49-F238E27FC236}">
                    <a16:creationId xmlns:a16="http://schemas.microsoft.com/office/drawing/2014/main" id="{61F05387-EFC6-4F81-BF9E-2742604B79BA}"/>
                  </a:ext>
                </a:extLst>
              </p14:cNvPr>
              <p14:cNvContentPartPr/>
              <p14:nvPr/>
            </p14:nvContentPartPr>
            <p14:xfrm>
              <a:off x="2184669" y="6212785"/>
              <a:ext cx="144000" cy="213840"/>
            </p14:xfrm>
          </p:contentPart>
        </mc:Choice>
        <mc:Fallback xmlns="">
          <p:pic>
            <p:nvPicPr>
              <p:cNvPr id="182" name="Cerneală 181">
                <a:extLst>
                  <a:ext uri="{FF2B5EF4-FFF2-40B4-BE49-F238E27FC236}">
                    <a16:creationId xmlns:a16="http://schemas.microsoft.com/office/drawing/2014/main" id="{61F05387-EFC6-4F81-BF9E-2742604B79B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166669" y="6195145"/>
                <a:ext cx="1796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98" name="Cerneală 197">
                <a:extLst>
                  <a:ext uri="{FF2B5EF4-FFF2-40B4-BE49-F238E27FC236}">
                    <a16:creationId xmlns:a16="http://schemas.microsoft.com/office/drawing/2014/main" id="{B708C464-ABA2-4FA9-9D83-163C18A8FA80}"/>
                  </a:ext>
                </a:extLst>
              </p14:cNvPr>
              <p14:cNvContentPartPr/>
              <p14:nvPr/>
            </p14:nvContentPartPr>
            <p14:xfrm>
              <a:off x="8341749" y="4326025"/>
              <a:ext cx="13320" cy="1022760"/>
            </p14:xfrm>
          </p:contentPart>
        </mc:Choice>
        <mc:Fallback xmlns="">
          <p:pic>
            <p:nvPicPr>
              <p:cNvPr id="198" name="Cerneală 197">
                <a:extLst>
                  <a:ext uri="{FF2B5EF4-FFF2-40B4-BE49-F238E27FC236}">
                    <a16:creationId xmlns:a16="http://schemas.microsoft.com/office/drawing/2014/main" id="{B708C464-ABA2-4FA9-9D83-163C18A8FA8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323749" y="4308385"/>
                <a:ext cx="48960" cy="10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AEACBF76-2D86-43E2-B498-9154BA5FCF66}"/>
                  </a:ext>
                </a:extLst>
              </p14:cNvPr>
              <p14:cNvContentPartPr/>
              <p14:nvPr/>
            </p14:nvContentPartPr>
            <p14:xfrm>
              <a:off x="8997309" y="4254025"/>
              <a:ext cx="55080" cy="115128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AEACBF76-2D86-43E2-B498-9154BA5FCF66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979669" y="4236385"/>
                <a:ext cx="90720" cy="11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ACBEE08C-17AF-4F27-80B7-C6749A3D5A8C}"/>
                  </a:ext>
                </a:extLst>
              </p14:cNvPr>
              <p14:cNvContentPartPr/>
              <p14:nvPr/>
            </p14:nvContentPartPr>
            <p14:xfrm>
              <a:off x="8488989" y="4923265"/>
              <a:ext cx="304200" cy="28656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ACBEE08C-17AF-4F27-80B7-C6749A3D5A8C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8471349" y="4905265"/>
                <a:ext cx="3398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29DB1CFE-2464-43E5-8F42-54E0572CFA77}"/>
                  </a:ext>
                </a:extLst>
              </p14:cNvPr>
              <p14:cNvContentPartPr/>
              <p14:nvPr/>
            </p14:nvContentPartPr>
            <p14:xfrm>
              <a:off x="8488989" y="4422505"/>
              <a:ext cx="338040" cy="24084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29DB1CFE-2464-43E5-8F42-54E0572CFA77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471349" y="4404865"/>
                <a:ext cx="37368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208" name="Cerneală 207">
                <a:extLst>
                  <a:ext uri="{FF2B5EF4-FFF2-40B4-BE49-F238E27FC236}">
                    <a16:creationId xmlns:a16="http://schemas.microsoft.com/office/drawing/2014/main" id="{25ABEB63-8F5D-476E-AF10-17DB49FAD81D}"/>
                  </a:ext>
                </a:extLst>
              </p14:cNvPr>
              <p14:cNvContentPartPr/>
              <p14:nvPr/>
            </p14:nvContentPartPr>
            <p14:xfrm>
              <a:off x="7998309" y="4827865"/>
              <a:ext cx="177840" cy="95760"/>
            </p14:xfrm>
          </p:contentPart>
        </mc:Choice>
        <mc:Fallback xmlns="">
          <p:pic>
            <p:nvPicPr>
              <p:cNvPr id="208" name="Cerneală 207">
                <a:extLst>
                  <a:ext uri="{FF2B5EF4-FFF2-40B4-BE49-F238E27FC236}">
                    <a16:creationId xmlns:a16="http://schemas.microsoft.com/office/drawing/2014/main" id="{25ABEB63-8F5D-476E-AF10-17DB49FAD81D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980669" y="4809865"/>
                <a:ext cx="21348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226" name="Cerneală 225">
                <a:extLst>
                  <a:ext uri="{FF2B5EF4-FFF2-40B4-BE49-F238E27FC236}">
                    <a16:creationId xmlns:a16="http://schemas.microsoft.com/office/drawing/2014/main" id="{60006817-A53C-4305-95F5-C56DC5835872}"/>
                  </a:ext>
                </a:extLst>
              </p14:cNvPr>
              <p14:cNvContentPartPr/>
              <p14:nvPr/>
            </p14:nvContentPartPr>
            <p14:xfrm>
              <a:off x="11660589" y="3965305"/>
              <a:ext cx="71640" cy="581040"/>
            </p14:xfrm>
          </p:contentPart>
        </mc:Choice>
        <mc:Fallback xmlns="">
          <p:pic>
            <p:nvPicPr>
              <p:cNvPr id="226" name="Cerneală 225">
                <a:extLst>
                  <a:ext uri="{FF2B5EF4-FFF2-40B4-BE49-F238E27FC236}">
                    <a16:creationId xmlns:a16="http://schemas.microsoft.com/office/drawing/2014/main" id="{60006817-A53C-4305-95F5-C56DC583587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1642949" y="3947305"/>
                <a:ext cx="107280" cy="61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227" name="Cerneală 226">
                <a:extLst>
                  <a:ext uri="{FF2B5EF4-FFF2-40B4-BE49-F238E27FC236}">
                    <a16:creationId xmlns:a16="http://schemas.microsoft.com/office/drawing/2014/main" id="{FB19D22A-EB5E-4512-BD04-921AF2C30D73}"/>
                  </a:ext>
                </a:extLst>
              </p14:cNvPr>
              <p14:cNvContentPartPr/>
              <p14:nvPr/>
            </p14:nvContentPartPr>
            <p14:xfrm>
              <a:off x="9167949" y="1284745"/>
              <a:ext cx="2396160" cy="3326040"/>
            </p14:xfrm>
          </p:contentPart>
        </mc:Choice>
        <mc:Fallback xmlns="">
          <p:pic>
            <p:nvPicPr>
              <p:cNvPr id="227" name="Cerneală 226">
                <a:extLst>
                  <a:ext uri="{FF2B5EF4-FFF2-40B4-BE49-F238E27FC236}">
                    <a16:creationId xmlns:a16="http://schemas.microsoft.com/office/drawing/2014/main" id="{FB19D22A-EB5E-4512-BD04-921AF2C30D73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9150306" y="1267105"/>
                <a:ext cx="2431805" cy="33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261" name="Cerneală 260">
                <a:extLst>
                  <a:ext uri="{FF2B5EF4-FFF2-40B4-BE49-F238E27FC236}">
                    <a16:creationId xmlns:a16="http://schemas.microsoft.com/office/drawing/2014/main" id="{B4F30A82-14FF-4FF5-8377-CA4D1875EE9D}"/>
                  </a:ext>
                </a:extLst>
              </p14:cNvPr>
              <p14:cNvContentPartPr/>
              <p14:nvPr/>
            </p14:nvContentPartPr>
            <p14:xfrm>
              <a:off x="4287789" y="3651385"/>
              <a:ext cx="3484800" cy="3071520"/>
            </p14:xfrm>
          </p:contentPart>
        </mc:Choice>
        <mc:Fallback xmlns="">
          <p:pic>
            <p:nvPicPr>
              <p:cNvPr id="261" name="Cerneală 260">
                <a:extLst>
                  <a:ext uri="{FF2B5EF4-FFF2-40B4-BE49-F238E27FC236}">
                    <a16:creationId xmlns:a16="http://schemas.microsoft.com/office/drawing/2014/main" id="{B4F30A82-14FF-4FF5-8377-CA4D1875EE9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269789" y="3633385"/>
                <a:ext cx="3520440" cy="31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262" name="Cerneală 261">
                <a:extLst>
                  <a:ext uri="{FF2B5EF4-FFF2-40B4-BE49-F238E27FC236}">
                    <a16:creationId xmlns:a16="http://schemas.microsoft.com/office/drawing/2014/main" id="{A10F654F-35E0-434E-B68C-D0D35BAAC4E0}"/>
                  </a:ext>
                </a:extLst>
              </p14:cNvPr>
              <p14:cNvContentPartPr/>
              <p14:nvPr/>
            </p14:nvContentPartPr>
            <p14:xfrm>
              <a:off x="8010189" y="5863945"/>
              <a:ext cx="196560" cy="287640"/>
            </p14:xfrm>
          </p:contentPart>
        </mc:Choice>
        <mc:Fallback xmlns="">
          <p:pic>
            <p:nvPicPr>
              <p:cNvPr id="262" name="Cerneală 261">
                <a:extLst>
                  <a:ext uri="{FF2B5EF4-FFF2-40B4-BE49-F238E27FC236}">
                    <a16:creationId xmlns:a16="http://schemas.microsoft.com/office/drawing/2014/main" id="{A10F654F-35E0-434E-B68C-D0D35BAAC4E0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992549" y="5845945"/>
                <a:ext cx="23220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274" name="Cerneală 273">
                <a:extLst>
                  <a:ext uri="{FF2B5EF4-FFF2-40B4-BE49-F238E27FC236}">
                    <a16:creationId xmlns:a16="http://schemas.microsoft.com/office/drawing/2014/main" id="{884663E8-1EDA-42DD-A156-36DCFF8BCF75}"/>
                  </a:ext>
                </a:extLst>
              </p14:cNvPr>
              <p14:cNvContentPartPr/>
              <p14:nvPr/>
            </p14:nvContentPartPr>
            <p14:xfrm>
              <a:off x="8343189" y="5537425"/>
              <a:ext cx="2109240" cy="821880"/>
            </p14:xfrm>
          </p:contentPart>
        </mc:Choice>
        <mc:Fallback xmlns="">
          <p:pic>
            <p:nvPicPr>
              <p:cNvPr id="274" name="Cerneală 273">
                <a:extLst>
                  <a:ext uri="{FF2B5EF4-FFF2-40B4-BE49-F238E27FC236}">
                    <a16:creationId xmlns:a16="http://schemas.microsoft.com/office/drawing/2014/main" id="{884663E8-1EDA-42DD-A156-36DCFF8BCF75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325549" y="5519785"/>
                <a:ext cx="2144880" cy="85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2319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Factor comun în produs de sume (lucrăm în forma canonică după zero)</a:t>
            </a:r>
          </a:p>
          <a:p>
            <a:r>
              <a:rPr lang="ro-RO" b="1" i="1" dirty="0"/>
              <a:t>Exemplul 3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6A64F22A-F45C-471B-B27D-55140E9A4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868708"/>
            <a:ext cx="1704975" cy="23336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B208B118-AAC7-4446-BC3E-F7E26D6B5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318" y="868708"/>
            <a:ext cx="8305800" cy="38100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78871F17-2D9F-475C-BEE0-9D7A8204F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40" y="1691659"/>
            <a:ext cx="9392779" cy="1645902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D461C430-29F4-4650-AFBD-80F6D49C8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40" y="3647080"/>
            <a:ext cx="8138072" cy="18850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EB864E4-E804-48F2-94AF-21219626CAFC}"/>
                  </a:ext>
                </a:extLst>
              </p14:cNvPr>
              <p14:cNvContentPartPr/>
              <p14:nvPr/>
            </p14:nvContentPartPr>
            <p14:xfrm>
              <a:off x="2304909" y="1558345"/>
              <a:ext cx="3722400" cy="19551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EB864E4-E804-48F2-94AF-21219626CAF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87267" y="1540705"/>
                <a:ext cx="3758043" cy="19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26CC2BD1-0289-4224-8033-C890E7C4CED0}"/>
                  </a:ext>
                </a:extLst>
              </p14:cNvPr>
              <p14:cNvContentPartPr/>
              <p14:nvPr/>
            </p14:nvContentPartPr>
            <p14:xfrm>
              <a:off x="3965589" y="1664545"/>
              <a:ext cx="808920" cy="17625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26CC2BD1-0289-4224-8033-C890E7C4CED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47949" y="1628905"/>
                <a:ext cx="844560" cy="18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ADFB91FA-CFD4-4476-B25A-5B7F57B92349}"/>
                  </a:ext>
                </a:extLst>
              </p14:cNvPr>
              <p14:cNvContentPartPr/>
              <p14:nvPr/>
            </p14:nvContentPartPr>
            <p14:xfrm>
              <a:off x="6164469" y="1592185"/>
              <a:ext cx="669240" cy="17989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ADFB91FA-CFD4-4476-B25A-5B7F57B9234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46829" y="1556545"/>
                <a:ext cx="704880" cy="18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9B5EFF2B-9360-45B0-A191-5888C850ADC9}"/>
                  </a:ext>
                </a:extLst>
              </p14:cNvPr>
              <p14:cNvContentPartPr/>
              <p14:nvPr/>
            </p14:nvContentPartPr>
            <p14:xfrm>
              <a:off x="5030829" y="1295905"/>
              <a:ext cx="848520" cy="43740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9B5EFF2B-9360-45B0-A191-5888C850ADC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13189" y="1260265"/>
                <a:ext cx="88416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08DB54C-43E5-4478-81F7-93268F1B6527}"/>
                  </a:ext>
                </a:extLst>
              </p14:cNvPr>
              <p14:cNvContentPartPr/>
              <p14:nvPr/>
            </p14:nvContentPartPr>
            <p14:xfrm>
              <a:off x="4948749" y="1568425"/>
              <a:ext cx="235800" cy="2732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08DB54C-43E5-4478-81F7-93268F1B65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30749" y="1532425"/>
                <a:ext cx="27144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5AB9504-0FAC-4545-9A20-87AB950B1831}"/>
                  </a:ext>
                </a:extLst>
              </p14:cNvPr>
              <p14:cNvContentPartPr/>
              <p14:nvPr/>
            </p14:nvContentPartPr>
            <p14:xfrm>
              <a:off x="4104189" y="1255225"/>
              <a:ext cx="1383840" cy="403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5AB9504-0FAC-4545-9A20-87AB950B183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86549" y="1219585"/>
                <a:ext cx="1419480" cy="47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F8FFC039-A7C9-45EC-BC3E-BAAF0079C385}"/>
                  </a:ext>
                </a:extLst>
              </p14:cNvPr>
              <p14:cNvContentPartPr/>
              <p14:nvPr/>
            </p14:nvContentPartPr>
            <p14:xfrm>
              <a:off x="4811589" y="2860105"/>
              <a:ext cx="386640" cy="4132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F8FFC039-A7C9-45EC-BC3E-BAAF0079C3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3949" y="2824105"/>
                <a:ext cx="42228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2F63350E-4920-4BB0-8DD6-65D41D72FA6E}"/>
                  </a:ext>
                </a:extLst>
              </p14:cNvPr>
              <p14:cNvContentPartPr/>
              <p14:nvPr/>
            </p14:nvContentPartPr>
            <p14:xfrm>
              <a:off x="3936069" y="2852545"/>
              <a:ext cx="413640" cy="4276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2F63350E-4920-4BB0-8DD6-65D41D72FA6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18429" y="2816545"/>
                <a:ext cx="449280" cy="49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EAFBDBE4-8F91-49D6-92D2-1915ED3C2D49}"/>
                  </a:ext>
                </a:extLst>
              </p14:cNvPr>
              <p14:cNvContentPartPr/>
              <p14:nvPr/>
            </p14:nvContentPartPr>
            <p14:xfrm>
              <a:off x="6808869" y="2866585"/>
              <a:ext cx="456840" cy="4172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EAFBDBE4-8F91-49D6-92D2-1915ED3C2D4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90869" y="2830945"/>
                <a:ext cx="49248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B11A73A-C166-48F0-A332-E9EAFD690CE1}"/>
                  </a:ext>
                </a:extLst>
              </p14:cNvPr>
              <p14:cNvContentPartPr/>
              <p14:nvPr/>
            </p14:nvContentPartPr>
            <p14:xfrm>
              <a:off x="3948309" y="1753465"/>
              <a:ext cx="392040" cy="5241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B11A73A-C166-48F0-A332-E9EAFD690C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930669" y="1717825"/>
                <a:ext cx="427680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A64F03A2-7807-4805-B55E-86831D603680}"/>
                  </a:ext>
                </a:extLst>
              </p14:cNvPr>
              <p14:cNvContentPartPr/>
              <p14:nvPr/>
            </p14:nvContentPartPr>
            <p14:xfrm>
              <a:off x="4824909" y="1782265"/>
              <a:ext cx="398160" cy="4417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A64F03A2-7807-4805-B55E-86831D60368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806909" y="1746265"/>
                <a:ext cx="43380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B1485617-367F-4A19-A765-AE8D9F22E39A}"/>
                  </a:ext>
                </a:extLst>
              </p14:cNvPr>
              <p14:cNvContentPartPr/>
              <p14:nvPr/>
            </p14:nvContentPartPr>
            <p14:xfrm>
              <a:off x="6774669" y="1809625"/>
              <a:ext cx="501120" cy="4492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B1485617-367F-4A19-A765-AE8D9F22E39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57029" y="1773625"/>
                <a:ext cx="536760" cy="52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3F8DF3EA-897B-483E-9A86-D11362C74DC2}"/>
                  </a:ext>
                </a:extLst>
              </p14:cNvPr>
              <p14:cNvContentPartPr/>
              <p14:nvPr/>
            </p14:nvContentPartPr>
            <p14:xfrm>
              <a:off x="7573509" y="1689385"/>
              <a:ext cx="1608480" cy="15217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3F8DF3EA-897B-483E-9A86-D11362C74DC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555869" y="1671741"/>
                <a:ext cx="1644120" cy="1557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1F0204B9-43DA-4D45-88DC-632BDCBD01E0}"/>
                  </a:ext>
                </a:extLst>
              </p14:cNvPr>
              <p14:cNvContentPartPr/>
              <p14:nvPr/>
            </p14:nvContentPartPr>
            <p14:xfrm>
              <a:off x="10867149" y="1881265"/>
              <a:ext cx="1155240" cy="15375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1F0204B9-43DA-4D45-88DC-632BDCBD01E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849509" y="1863625"/>
                <a:ext cx="1190880" cy="15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9847A37B-9102-4C4C-8B89-4D9654030322}"/>
                  </a:ext>
                </a:extLst>
              </p14:cNvPr>
              <p14:cNvContentPartPr/>
              <p14:nvPr/>
            </p14:nvContentPartPr>
            <p14:xfrm>
              <a:off x="457029" y="-29255"/>
              <a:ext cx="360" cy="3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9847A37B-9102-4C4C-8B89-4D965403032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9029" y="-4689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85052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Absorbția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4041EEF-245B-4881-A2EB-640268BA0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4676775" cy="320040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BF98BCE4-6B5D-4DFD-9EFA-F058C261C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4251951"/>
            <a:ext cx="9705975" cy="323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BC29559-03A5-48D9-ADE5-3330764F78EC}"/>
                  </a:ext>
                </a:extLst>
              </p14:cNvPr>
              <p14:cNvContentPartPr/>
              <p14:nvPr/>
            </p14:nvContentPartPr>
            <p14:xfrm>
              <a:off x="6501429" y="996025"/>
              <a:ext cx="334080" cy="27360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BC29559-03A5-48D9-ADE5-3330764F78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83429" y="960385"/>
                <a:ext cx="3697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F230016A-D0A9-4CCC-9ACF-5DFCFADD2575}"/>
                  </a:ext>
                </a:extLst>
              </p14:cNvPr>
              <p14:cNvContentPartPr/>
              <p14:nvPr/>
            </p14:nvContentPartPr>
            <p14:xfrm>
              <a:off x="6664149" y="780025"/>
              <a:ext cx="54360" cy="715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F230016A-D0A9-4CCC-9ACF-5DFCFADD25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46509" y="744385"/>
                <a:ext cx="90000" cy="78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E5FE745-742B-4B65-91B4-58E8A857CEDD}"/>
                  </a:ext>
                </a:extLst>
              </p14:cNvPr>
              <p14:cNvContentPartPr/>
              <p14:nvPr/>
            </p14:nvContentPartPr>
            <p14:xfrm>
              <a:off x="6641109" y="1502185"/>
              <a:ext cx="149760" cy="86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E5FE745-742B-4B65-91B4-58E8A857CED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3109" y="1466545"/>
                <a:ext cx="1854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80EAD0F-9E86-4B4F-B3FC-1220556FBB45}"/>
                  </a:ext>
                </a:extLst>
              </p14:cNvPr>
              <p14:cNvContentPartPr/>
              <p14:nvPr/>
            </p14:nvContentPartPr>
            <p14:xfrm>
              <a:off x="6641109" y="764905"/>
              <a:ext cx="221400" cy="277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80EAD0F-9E86-4B4F-B3FC-1220556FBB4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23109" y="729265"/>
                <a:ext cx="2570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AEABC990-7427-4DFE-8EF7-145B90F99ADF}"/>
                  </a:ext>
                </a:extLst>
              </p14:cNvPr>
              <p14:cNvContentPartPr/>
              <p14:nvPr/>
            </p14:nvContentPartPr>
            <p14:xfrm>
              <a:off x="7047189" y="760225"/>
              <a:ext cx="186480" cy="7574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AEABC990-7427-4DFE-8EF7-145B90F99AD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029189" y="724225"/>
                <a:ext cx="222120" cy="82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E3BB1664-443B-491D-A5D2-9536FF492C11}"/>
                  </a:ext>
                </a:extLst>
              </p14:cNvPr>
              <p14:cNvContentPartPr/>
              <p14:nvPr/>
            </p14:nvContentPartPr>
            <p14:xfrm>
              <a:off x="7376229" y="997465"/>
              <a:ext cx="376560" cy="3459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E3BB1664-443B-491D-A5D2-9536FF492C1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58229" y="961825"/>
                <a:ext cx="41220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338B0C8A-28B0-4FDC-91F0-D40474397E72}"/>
                  </a:ext>
                </a:extLst>
              </p14:cNvPr>
              <p14:cNvContentPartPr/>
              <p14:nvPr/>
            </p14:nvContentPartPr>
            <p14:xfrm>
              <a:off x="7520229" y="815305"/>
              <a:ext cx="108000" cy="76104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338B0C8A-28B0-4FDC-91F0-D40474397E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02229" y="779305"/>
                <a:ext cx="143640" cy="83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BDF62187-E97B-4621-927D-EF2A903682C0}"/>
                  </a:ext>
                </a:extLst>
              </p14:cNvPr>
              <p14:cNvContentPartPr/>
              <p14:nvPr/>
            </p14:nvContentPartPr>
            <p14:xfrm>
              <a:off x="7473789" y="1564825"/>
              <a:ext cx="126360" cy="187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BDF62187-E97B-4621-927D-EF2A903682C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56149" y="1528825"/>
                <a:ext cx="1620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C331C98-42EE-4E12-8DCD-30E6C86F8925}"/>
                  </a:ext>
                </a:extLst>
              </p14:cNvPr>
              <p14:cNvContentPartPr/>
              <p14:nvPr/>
            </p14:nvContentPartPr>
            <p14:xfrm>
              <a:off x="7555509" y="789025"/>
              <a:ext cx="189000" cy="3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C331C98-42EE-4E12-8DCD-30E6C86F892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37869" y="753025"/>
                <a:ext cx="2246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E36F311A-E695-44B4-9B05-E06F8A569EF9}"/>
                  </a:ext>
                </a:extLst>
              </p14:cNvPr>
              <p14:cNvContentPartPr/>
              <p14:nvPr/>
            </p14:nvContentPartPr>
            <p14:xfrm>
              <a:off x="7916589" y="1141825"/>
              <a:ext cx="215280" cy="183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E36F311A-E695-44B4-9B05-E06F8A569EF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98589" y="1105825"/>
                <a:ext cx="25092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5F49CF3B-31E1-4F8A-887C-7AE435F5CFAE}"/>
                  </a:ext>
                </a:extLst>
              </p14:cNvPr>
              <p14:cNvContentPartPr/>
              <p14:nvPr/>
            </p14:nvContentPartPr>
            <p14:xfrm>
              <a:off x="8022429" y="1029505"/>
              <a:ext cx="14400" cy="27720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5F49CF3B-31E1-4F8A-887C-7AE435F5CFA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04429" y="993505"/>
                <a:ext cx="5004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0B8CEA4-5D94-4790-93C3-5F5F45443A27}"/>
                  </a:ext>
                </a:extLst>
              </p14:cNvPr>
              <p14:cNvContentPartPr/>
              <p14:nvPr/>
            </p14:nvContentPartPr>
            <p14:xfrm>
              <a:off x="8326269" y="851665"/>
              <a:ext cx="300240" cy="703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0B8CEA4-5D94-4790-93C3-5F5F45443A2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308269" y="816025"/>
                <a:ext cx="335880" cy="77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D6CA5D8A-F667-46F6-BBBF-6297417C5DC7}"/>
                  </a:ext>
                </a:extLst>
              </p14:cNvPr>
              <p14:cNvContentPartPr/>
              <p14:nvPr/>
            </p14:nvContentPartPr>
            <p14:xfrm>
              <a:off x="8315829" y="1210225"/>
              <a:ext cx="422640" cy="1515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D6CA5D8A-F667-46F6-BBBF-6297417C5D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98189" y="1174585"/>
                <a:ext cx="4582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EA2338B9-0264-4068-BDFB-7099762E18F2}"/>
                  </a:ext>
                </a:extLst>
              </p14:cNvPr>
              <p14:cNvContentPartPr/>
              <p14:nvPr/>
            </p14:nvContentPartPr>
            <p14:xfrm>
              <a:off x="8860869" y="714505"/>
              <a:ext cx="171720" cy="9608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EA2338B9-0264-4068-BDFB-7099762E18F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43229" y="678505"/>
                <a:ext cx="207360" cy="10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64298370-3D4B-43DA-AA5E-1803EF0F0FB2}"/>
                  </a:ext>
                </a:extLst>
              </p14:cNvPr>
              <p14:cNvContentPartPr/>
              <p14:nvPr/>
            </p14:nvContentPartPr>
            <p14:xfrm>
              <a:off x="9360549" y="1078465"/>
              <a:ext cx="212400" cy="172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64298370-3D4B-43DA-AA5E-1803EF0F0FB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42549" y="1042465"/>
                <a:ext cx="2480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DC6637CB-3372-454C-BF9B-DEC345D7CCDB}"/>
                  </a:ext>
                </a:extLst>
              </p14:cNvPr>
              <p14:cNvContentPartPr/>
              <p14:nvPr/>
            </p14:nvContentPartPr>
            <p14:xfrm>
              <a:off x="9360549" y="1212385"/>
              <a:ext cx="268560" cy="176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DC6637CB-3372-454C-BF9B-DEC345D7CCD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342549" y="1176745"/>
                <a:ext cx="3042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EF609456-E943-42CD-9E9D-CB39BC77B6D0}"/>
                  </a:ext>
                </a:extLst>
              </p14:cNvPr>
              <p14:cNvContentPartPr/>
              <p14:nvPr/>
            </p14:nvContentPartPr>
            <p14:xfrm>
              <a:off x="9934749" y="893065"/>
              <a:ext cx="526680" cy="4003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EF609456-E943-42CD-9E9D-CB39BC77B6D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917109" y="857425"/>
                <a:ext cx="56232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DCEDD50B-73ED-4546-BC62-DD65B7E850D8}"/>
                  </a:ext>
                </a:extLst>
              </p14:cNvPr>
              <p14:cNvContentPartPr/>
              <p14:nvPr/>
            </p14:nvContentPartPr>
            <p14:xfrm>
              <a:off x="10164069" y="716665"/>
              <a:ext cx="67680" cy="84276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DCEDD50B-73ED-4546-BC62-DD65B7E850D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46069" y="680665"/>
                <a:ext cx="103320" cy="9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308441B-2636-4732-A9F8-C674B511512F}"/>
                  </a:ext>
                </a:extLst>
              </p14:cNvPr>
              <p14:cNvContentPartPr/>
              <p14:nvPr/>
            </p14:nvContentPartPr>
            <p14:xfrm>
              <a:off x="10110789" y="1528465"/>
              <a:ext cx="237960" cy="23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308441B-2636-4732-A9F8-C674B511512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093149" y="1492825"/>
                <a:ext cx="27360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5253783A-CD60-4A97-BFE1-D0DF1C24F045}"/>
                  </a:ext>
                </a:extLst>
              </p14:cNvPr>
              <p14:cNvContentPartPr/>
              <p14:nvPr/>
            </p14:nvContentPartPr>
            <p14:xfrm>
              <a:off x="10164069" y="678505"/>
              <a:ext cx="243000" cy="27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5253783A-CD60-4A97-BFE1-D0DF1C24F04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146069" y="642505"/>
                <a:ext cx="2786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D3DEAC2A-B458-4C58-8A65-3B8118B59718}"/>
                  </a:ext>
                </a:extLst>
              </p14:cNvPr>
              <p14:cNvContentPartPr/>
              <p14:nvPr/>
            </p14:nvContentPartPr>
            <p14:xfrm>
              <a:off x="6309549" y="2658505"/>
              <a:ext cx="424440" cy="37908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D3DEAC2A-B458-4C58-8A65-3B8118B597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91909" y="2622865"/>
                <a:ext cx="46008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04751C5E-7139-4011-B47F-36ED1AB5AB01}"/>
                  </a:ext>
                </a:extLst>
              </p14:cNvPr>
              <p14:cNvContentPartPr/>
              <p14:nvPr/>
            </p14:nvContentPartPr>
            <p14:xfrm>
              <a:off x="6466869" y="2535745"/>
              <a:ext cx="33480" cy="6339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04751C5E-7139-4011-B47F-36ED1AB5AB0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49229" y="2500105"/>
                <a:ext cx="69120" cy="70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A59F023-D6C6-490A-859E-5C4F21950BDF}"/>
                  </a:ext>
                </a:extLst>
              </p14:cNvPr>
              <p14:cNvContentPartPr/>
              <p14:nvPr/>
            </p14:nvContentPartPr>
            <p14:xfrm>
              <a:off x="6443829" y="3233425"/>
              <a:ext cx="133920" cy="432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A59F023-D6C6-490A-859E-5C4F21950BD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26189" y="3197785"/>
                <a:ext cx="16956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8901185D-BAFF-4DFD-B267-59911D299D0C}"/>
                  </a:ext>
                </a:extLst>
              </p14:cNvPr>
              <p14:cNvContentPartPr/>
              <p14:nvPr/>
            </p14:nvContentPartPr>
            <p14:xfrm>
              <a:off x="6414669" y="2492185"/>
              <a:ext cx="199080" cy="248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8901185D-BAFF-4DFD-B267-59911D299D0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97029" y="2456545"/>
                <a:ext cx="2347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5A04C01E-43E8-4AFA-A922-A302C77AAB42}"/>
                  </a:ext>
                </a:extLst>
              </p14:cNvPr>
              <p14:cNvContentPartPr/>
              <p14:nvPr/>
            </p14:nvContentPartPr>
            <p14:xfrm>
              <a:off x="7074189" y="2848945"/>
              <a:ext cx="237600" cy="3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5A04C01E-43E8-4AFA-A922-A302C77AAB4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056549" y="2812945"/>
                <a:ext cx="273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BBC4E4DA-3917-451D-9D19-6DB6A3ADF7FA}"/>
                  </a:ext>
                </a:extLst>
              </p14:cNvPr>
              <p14:cNvContentPartPr/>
              <p14:nvPr/>
            </p14:nvContentPartPr>
            <p14:xfrm>
              <a:off x="7201989" y="2690185"/>
              <a:ext cx="23040" cy="3391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BBC4E4DA-3917-451D-9D19-6DB6A3ADF7F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184349" y="2654185"/>
                <a:ext cx="5868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CD9D5FE2-9E2C-4D1C-8205-F9743A86B338}"/>
                  </a:ext>
                </a:extLst>
              </p14:cNvPr>
              <p14:cNvContentPartPr/>
              <p14:nvPr/>
            </p14:nvContentPartPr>
            <p14:xfrm>
              <a:off x="7573149" y="2710705"/>
              <a:ext cx="375840" cy="3045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CD9D5FE2-9E2C-4D1C-8205-F9743A86B33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55509" y="2674705"/>
                <a:ext cx="41148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CE85252-4799-4B74-A01E-F1570F3AA154}"/>
                  </a:ext>
                </a:extLst>
              </p14:cNvPr>
              <p14:cNvContentPartPr/>
              <p14:nvPr/>
            </p14:nvContentPartPr>
            <p14:xfrm>
              <a:off x="7769349" y="2535745"/>
              <a:ext cx="56160" cy="6026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CE85252-4799-4B74-A01E-F1570F3AA15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51349" y="2500105"/>
                <a:ext cx="91800" cy="67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513DE0D6-1413-4E22-BA09-CAC2F860FCFB}"/>
                  </a:ext>
                </a:extLst>
              </p14:cNvPr>
              <p14:cNvContentPartPr/>
              <p14:nvPr/>
            </p14:nvContentPartPr>
            <p14:xfrm>
              <a:off x="7743429" y="3174025"/>
              <a:ext cx="137880" cy="187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513DE0D6-1413-4E22-BA09-CAC2F860FCF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725429" y="3138385"/>
                <a:ext cx="1735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DA126460-EA42-4C8A-A7AD-E8F4EF37A608}"/>
                  </a:ext>
                </a:extLst>
              </p14:cNvPr>
              <p14:cNvContentPartPr/>
              <p14:nvPr/>
            </p14:nvContentPartPr>
            <p14:xfrm>
              <a:off x="7671069" y="2482465"/>
              <a:ext cx="157680" cy="586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DA126460-EA42-4C8A-A7AD-E8F4EF37A60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653429" y="2446465"/>
                <a:ext cx="19332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9C668C09-C708-4611-B1DE-840C5BC219B5}"/>
                  </a:ext>
                </a:extLst>
              </p14:cNvPr>
              <p14:cNvContentPartPr/>
              <p14:nvPr/>
            </p14:nvContentPartPr>
            <p14:xfrm>
              <a:off x="8166789" y="2562025"/>
              <a:ext cx="237960" cy="7934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9C668C09-C708-4611-B1DE-840C5BC219B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149149" y="2526025"/>
                <a:ext cx="273600" cy="86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94123E14-724F-432A-BE67-AF099D77036E}"/>
                  </a:ext>
                </a:extLst>
              </p14:cNvPr>
              <p14:cNvContentPartPr/>
              <p14:nvPr/>
            </p14:nvContentPartPr>
            <p14:xfrm>
              <a:off x="8157069" y="2875945"/>
              <a:ext cx="313560" cy="936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94123E14-724F-432A-BE67-AF099D77036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139069" y="2839945"/>
                <a:ext cx="3492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33AE97B-733D-4E25-9ED9-3B4CF33874C5}"/>
                  </a:ext>
                </a:extLst>
              </p14:cNvPr>
              <p14:cNvContentPartPr/>
              <p14:nvPr/>
            </p14:nvContentPartPr>
            <p14:xfrm>
              <a:off x="8974989" y="2792425"/>
              <a:ext cx="261000" cy="2772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33AE97B-733D-4E25-9ED9-3B4CF33874C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957349" y="2756785"/>
                <a:ext cx="2966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327D94EB-1588-483B-BC43-61900ACCD43A}"/>
                  </a:ext>
                </a:extLst>
              </p14:cNvPr>
              <p14:cNvContentPartPr/>
              <p14:nvPr/>
            </p14:nvContentPartPr>
            <p14:xfrm>
              <a:off x="8999109" y="2942185"/>
              <a:ext cx="413640" cy="180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327D94EB-1588-483B-BC43-61900ACCD43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81469" y="2906545"/>
                <a:ext cx="44928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37DEED7B-EFC0-478D-ACF3-C1A0848FC6EA}"/>
                  </a:ext>
                </a:extLst>
              </p14:cNvPr>
              <p14:cNvContentPartPr/>
              <p14:nvPr/>
            </p14:nvContentPartPr>
            <p14:xfrm>
              <a:off x="9806229" y="2630065"/>
              <a:ext cx="387360" cy="3816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37DEED7B-EFC0-478D-ACF3-C1A0848FC6E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788229" y="2594425"/>
                <a:ext cx="4230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2503B5F-2C76-4942-9391-C809EE97078A}"/>
                  </a:ext>
                </a:extLst>
              </p14:cNvPr>
              <p14:cNvContentPartPr/>
              <p14:nvPr/>
            </p14:nvContentPartPr>
            <p14:xfrm>
              <a:off x="9971109" y="2459065"/>
              <a:ext cx="68040" cy="8348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2503B5F-2C76-4942-9391-C809EE97078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53469" y="2423425"/>
                <a:ext cx="103680" cy="90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E5B4C0D-CCF1-4873-8582-6CCB5489B9FB}"/>
                  </a:ext>
                </a:extLst>
              </p14:cNvPr>
              <p14:cNvContentPartPr/>
              <p14:nvPr/>
            </p14:nvContentPartPr>
            <p14:xfrm>
              <a:off x="9947709" y="3340705"/>
              <a:ext cx="164520" cy="93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E5B4C0D-CCF1-4873-8582-6CCB5489B9F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929709" y="3304705"/>
                <a:ext cx="2001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71D6331-F4AE-4978-A55A-797A7A46ED79}"/>
                  </a:ext>
                </a:extLst>
              </p14:cNvPr>
              <p14:cNvContentPartPr/>
              <p14:nvPr/>
            </p14:nvContentPartPr>
            <p14:xfrm>
              <a:off x="9985869" y="2511985"/>
              <a:ext cx="159480" cy="1296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71D6331-F4AE-4978-A55A-797A7A46ED7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967869" y="2475985"/>
                <a:ext cx="1951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F2CF1F56-29C7-41CB-B6B2-B4D5BD8F3634}"/>
                  </a:ext>
                </a:extLst>
              </p14:cNvPr>
              <p14:cNvContentPartPr/>
              <p14:nvPr/>
            </p14:nvContentPartPr>
            <p14:xfrm>
              <a:off x="6323589" y="5523025"/>
              <a:ext cx="114840" cy="136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F2CF1F56-29C7-41CB-B6B2-B4D5BD8F363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305589" y="5505025"/>
                <a:ext cx="1504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22AE9A7-7BDD-45F9-B387-20CB12B5936D}"/>
                  </a:ext>
                </a:extLst>
              </p14:cNvPr>
              <p14:cNvContentPartPr/>
              <p14:nvPr/>
            </p14:nvContentPartPr>
            <p14:xfrm>
              <a:off x="6223509" y="4951705"/>
              <a:ext cx="225000" cy="48384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22AE9A7-7BDD-45F9-B387-20CB12B5936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205509" y="4934065"/>
                <a:ext cx="260640" cy="51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C1D759E6-3374-4A24-BACF-6D26D637985D}"/>
                  </a:ext>
                </a:extLst>
              </p14:cNvPr>
              <p14:cNvContentPartPr/>
              <p14:nvPr/>
            </p14:nvContentPartPr>
            <p14:xfrm>
              <a:off x="6678549" y="4942345"/>
              <a:ext cx="110880" cy="5994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C1D759E6-3374-4A24-BACF-6D26D637985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60909" y="4924705"/>
                <a:ext cx="14652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AD755E41-801C-42AB-82BD-66190614F483}"/>
                  </a:ext>
                </a:extLst>
              </p14:cNvPr>
              <p14:cNvContentPartPr/>
              <p14:nvPr/>
            </p14:nvContentPartPr>
            <p14:xfrm>
              <a:off x="8195589" y="5192545"/>
              <a:ext cx="199800" cy="2088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AD755E41-801C-42AB-82BD-66190614F48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177589" y="5174905"/>
                <a:ext cx="23544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9B781700-1312-4C56-9E7D-9579A1BAA8A3}"/>
                  </a:ext>
                </a:extLst>
              </p14:cNvPr>
              <p14:cNvContentPartPr/>
              <p14:nvPr/>
            </p14:nvContentPartPr>
            <p14:xfrm>
              <a:off x="8234109" y="5293345"/>
              <a:ext cx="196920" cy="1008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9B781700-1312-4C56-9E7D-9579A1BAA8A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216469" y="5275705"/>
                <a:ext cx="23256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0D3E3EE6-BD65-4F98-8686-419840C0D7C5}"/>
                  </a:ext>
                </a:extLst>
              </p14:cNvPr>
              <p14:cNvContentPartPr/>
              <p14:nvPr/>
            </p14:nvContentPartPr>
            <p14:xfrm>
              <a:off x="7444629" y="4884745"/>
              <a:ext cx="563760" cy="6080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0D3E3EE6-BD65-4F98-8686-419840C0D7C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426989" y="4866756"/>
                <a:ext cx="599400" cy="6436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3FC71B2E-9968-43B5-B393-38CF696A632C}"/>
                  </a:ext>
                </a:extLst>
              </p14:cNvPr>
              <p14:cNvContentPartPr/>
              <p14:nvPr/>
            </p14:nvContentPartPr>
            <p14:xfrm>
              <a:off x="6906069" y="5093905"/>
              <a:ext cx="433440" cy="29628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3FC71B2E-9968-43B5-B393-38CF696A632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88084" y="5076265"/>
                <a:ext cx="46905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593197A5-77E5-4AC1-914A-EC206B638A41}"/>
                  </a:ext>
                </a:extLst>
              </p14:cNvPr>
              <p14:cNvContentPartPr/>
              <p14:nvPr/>
            </p14:nvContentPartPr>
            <p14:xfrm>
              <a:off x="6756309" y="5634265"/>
              <a:ext cx="1197000" cy="1681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593197A5-77E5-4AC1-914A-EC206B638A4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6738309" y="5616625"/>
                <a:ext cx="123264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FD204D00-5DA9-40A9-9606-857DC3D3FE45}"/>
                  </a:ext>
                </a:extLst>
              </p14:cNvPr>
              <p14:cNvContentPartPr/>
              <p14:nvPr/>
            </p14:nvContentPartPr>
            <p14:xfrm>
              <a:off x="8763309" y="5601145"/>
              <a:ext cx="140760" cy="1980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FD204D00-5DA9-40A9-9606-857DC3D3FE4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745669" y="5583505"/>
                <a:ext cx="1764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C6BCEA31-20C9-48A6-A311-168772454A08}"/>
                  </a:ext>
                </a:extLst>
              </p14:cNvPr>
              <p14:cNvContentPartPr/>
              <p14:nvPr/>
            </p14:nvContentPartPr>
            <p14:xfrm>
              <a:off x="8623269" y="4979785"/>
              <a:ext cx="280080" cy="49788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C6BCEA31-20C9-48A6-A311-168772454A0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605629" y="4961785"/>
                <a:ext cx="31572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CD959C4B-E207-4EDE-AB44-65FC58245F78}"/>
                  </a:ext>
                </a:extLst>
              </p14:cNvPr>
              <p14:cNvContentPartPr/>
              <p14:nvPr/>
            </p14:nvContentPartPr>
            <p14:xfrm>
              <a:off x="7271469" y="5926585"/>
              <a:ext cx="229320" cy="2523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CD959C4B-E207-4EDE-AB44-65FC58245F7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253829" y="5908585"/>
                <a:ext cx="26496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9636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Adsorbția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B015D910-5772-4670-86E7-9567FB4CD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7572375" cy="3457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B89382D0-5F3B-4CE6-B75A-32CEB0FA5ADE}"/>
                  </a:ext>
                </a:extLst>
              </p14:cNvPr>
              <p14:cNvContentPartPr/>
              <p14:nvPr/>
            </p14:nvContentPartPr>
            <p14:xfrm>
              <a:off x="408429" y="2183665"/>
              <a:ext cx="605880" cy="3956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B89382D0-5F3B-4CE6-B75A-32CEB0FA5A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789" y="2166041"/>
                <a:ext cx="641520" cy="4312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7116C870-7075-4591-B0F9-98B9973FA250}"/>
                  </a:ext>
                </a:extLst>
              </p14:cNvPr>
              <p14:cNvContentPartPr/>
              <p14:nvPr/>
            </p14:nvContentPartPr>
            <p14:xfrm>
              <a:off x="5995989" y="4855945"/>
              <a:ext cx="455400" cy="2365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7116C870-7075-4591-B0F9-98B9973FA2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78349" y="4837945"/>
                <a:ext cx="49104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F5A3659B-4907-4D15-8BEE-A8D5DDA0118D}"/>
                  </a:ext>
                </a:extLst>
              </p14:cNvPr>
              <p14:cNvContentPartPr/>
              <p14:nvPr/>
            </p14:nvContentPartPr>
            <p14:xfrm>
              <a:off x="7154469" y="4787185"/>
              <a:ext cx="251640" cy="4867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F5A3659B-4907-4D15-8BEE-A8D5DDA011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36829" y="4769545"/>
                <a:ext cx="28728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46F867BC-03C0-45C1-ACF9-B4C9D9E16534}"/>
                  </a:ext>
                </a:extLst>
              </p14:cNvPr>
              <p14:cNvContentPartPr/>
              <p14:nvPr/>
            </p14:nvContentPartPr>
            <p14:xfrm>
              <a:off x="6786549" y="4769185"/>
              <a:ext cx="241920" cy="4978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46F867BC-03C0-45C1-ACF9-B4C9D9E1653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68549" y="4751545"/>
                <a:ext cx="277560" cy="53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C8D9254-3FBC-4B3D-9973-09C89D4E864F}"/>
                  </a:ext>
                </a:extLst>
              </p14:cNvPr>
              <p14:cNvContentPartPr/>
              <p14:nvPr/>
            </p14:nvContentPartPr>
            <p14:xfrm>
              <a:off x="7694109" y="4927945"/>
              <a:ext cx="245160" cy="2199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C8D9254-3FBC-4B3D-9973-09C89D4E86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76469" y="4909945"/>
                <a:ext cx="2808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337B2639-F360-4DEF-9DBA-745F9A2417AE}"/>
                  </a:ext>
                </a:extLst>
              </p14:cNvPr>
              <p14:cNvContentPartPr/>
              <p14:nvPr/>
            </p14:nvContentPartPr>
            <p14:xfrm>
              <a:off x="8190909" y="5289385"/>
              <a:ext cx="131400" cy="288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337B2639-F360-4DEF-9DBA-745F9A2417A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72909" y="5271385"/>
                <a:ext cx="1670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29A9F5AB-FED2-4BC8-9A94-1A765313EF27}"/>
                  </a:ext>
                </a:extLst>
              </p14:cNvPr>
              <p14:cNvContentPartPr/>
              <p14:nvPr/>
            </p14:nvContentPartPr>
            <p14:xfrm>
              <a:off x="8095509" y="4782865"/>
              <a:ext cx="278640" cy="4550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29A9F5AB-FED2-4BC8-9A94-1A765313EF2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077509" y="4764879"/>
                <a:ext cx="314280" cy="4906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19EFF1F1-0CE9-4ABC-A174-D31EE65F9109}"/>
                  </a:ext>
                </a:extLst>
              </p14:cNvPr>
              <p14:cNvContentPartPr/>
              <p14:nvPr/>
            </p14:nvContentPartPr>
            <p14:xfrm>
              <a:off x="8927109" y="4566865"/>
              <a:ext cx="466200" cy="504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19EFF1F1-0CE9-4ABC-A174-D31EE65F910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909469" y="4549225"/>
                <a:ext cx="5018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799C19F8-2FB0-4653-995D-630024F04BDA}"/>
                  </a:ext>
                </a:extLst>
              </p14:cNvPr>
              <p14:cNvContentPartPr/>
              <p14:nvPr/>
            </p14:nvContentPartPr>
            <p14:xfrm>
              <a:off x="8905869" y="4738225"/>
              <a:ext cx="410400" cy="58680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799C19F8-2FB0-4653-995D-630024F04BD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887885" y="4720225"/>
                <a:ext cx="446009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1ABDA959-04EE-47F1-AFCA-D1BFCAF5F82C}"/>
                  </a:ext>
                </a:extLst>
              </p14:cNvPr>
              <p14:cNvContentPartPr/>
              <p14:nvPr/>
            </p14:nvContentPartPr>
            <p14:xfrm>
              <a:off x="8537949" y="4837225"/>
              <a:ext cx="246600" cy="30204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1ABDA959-04EE-47F1-AFCA-D1BFCAF5F82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20335" y="4819585"/>
                <a:ext cx="282188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282A20E7-A303-4A99-9BC3-952F14B1CA6D}"/>
                  </a:ext>
                </a:extLst>
              </p14:cNvPr>
              <p14:cNvContentPartPr/>
              <p14:nvPr/>
            </p14:nvContentPartPr>
            <p14:xfrm>
              <a:off x="8494029" y="5895265"/>
              <a:ext cx="14760" cy="36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282A20E7-A303-4A99-9BC3-952F14B1CA6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76029" y="5877265"/>
                <a:ext cx="50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D27E9505-5624-46C7-A43D-BF6A9A6DBA06}"/>
                  </a:ext>
                </a:extLst>
              </p14:cNvPr>
              <p14:cNvContentPartPr/>
              <p14:nvPr/>
            </p14:nvContentPartPr>
            <p14:xfrm>
              <a:off x="8686629" y="5601505"/>
              <a:ext cx="190080" cy="140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D27E9505-5624-46C7-A43D-BF6A9A6DBA0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668989" y="5583865"/>
                <a:ext cx="2257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BAC948AC-ADB8-4583-968B-A549C9B23FC0}"/>
                  </a:ext>
                </a:extLst>
              </p14:cNvPr>
              <p14:cNvContentPartPr/>
              <p14:nvPr/>
            </p14:nvContentPartPr>
            <p14:xfrm>
              <a:off x="9013869" y="5794105"/>
              <a:ext cx="450360" cy="1634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BAC948AC-ADB8-4583-968B-A549C9B23FC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995883" y="5776105"/>
                <a:ext cx="485972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4210BB26-4D34-4A42-839B-B81DF06C5D86}"/>
                  </a:ext>
                </a:extLst>
              </p14:cNvPr>
              <p14:cNvContentPartPr/>
              <p14:nvPr/>
            </p14:nvContentPartPr>
            <p14:xfrm>
              <a:off x="8633349" y="5706625"/>
              <a:ext cx="245880" cy="41076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4210BB26-4D34-4A42-839B-B81DF06C5D8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615709" y="5688625"/>
                <a:ext cx="281520" cy="44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AD468256-85AF-490D-8E32-B34763674270}"/>
                  </a:ext>
                </a:extLst>
              </p14:cNvPr>
              <p14:cNvContentPartPr/>
              <p14:nvPr/>
            </p14:nvContentPartPr>
            <p14:xfrm>
              <a:off x="8137269" y="5697625"/>
              <a:ext cx="240840" cy="4435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AD468256-85AF-490D-8E32-B34763674270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119269" y="5679985"/>
                <a:ext cx="27648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2E19384A-6BAB-45A7-8BB8-44AE8A8C271F}"/>
                  </a:ext>
                </a:extLst>
              </p14:cNvPr>
              <p14:cNvContentPartPr/>
              <p14:nvPr/>
            </p14:nvContentPartPr>
            <p14:xfrm>
              <a:off x="9740709" y="4947025"/>
              <a:ext cx="199800" cy="3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2E19384A-6BAB-45A7-8BB8-44AE8A8C271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22709" y="4929385"/>
                <a:ext cx="235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B3207B2E-FDD4-44DC-BE93-12D1F1EBB74D}"/>
                  </a:ext>
                </a:extLst>
              </p14:cNvPr>
              <p14:cNvContentPartPr/>
              <p14:nvPr/>
            </p14:nvContentPartPr>
            <p14:xfrm>
              <a:off x="9841869" y="5038465"/>
              <a:ext cx="161640" cy="262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B3207B2E-FDD4-44DC-BE93-12D1F1EBB74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823869" y="5020825"/>
                <a:ext cx="19728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463304DA-C237-454F-91E6-4A0C6CDE73B0}"/>
                  </a:ext>
                </a:extLst>
              </p14:cNvPr>
              <p14:cNvContentPartPr/>
              <p14:nvPr/>
            </p14:nvContentPartPr>
            <p14:xfrm>
              <a:off x="10241109" y="5245465"/>
              <a:ext cx="117720" cy="104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463304DA-C237-454F-91E6-4A0C6CDE73B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223469" y="5227465"/>
                <a:ext cx="1533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93E6F2ED-76EE-43D7-87A0-34C4FA652ED0}"/>
                  </a:ext>
                </a:extLst>
              </p14:cNvPr>
              <p14:cNvContentPartPr/>
              <p14:nvPr/>
            </p14:nvContentPartPr>
            <p14:xfrm>
              <a:off x="10794429" y="4807345"/>
              <a:ext cx="602280" cy="44208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93E6F2ED-76EE-43D7-87A0-34C4FA652ED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776778" y="4789705"/>
                <a:ext cx="637941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598E9FC9-E182-4362-A446-CF8F0367D8E4}"/>
                  </a:ext>
                </a:extLst>
              </p14:cNvPr>
              <p14:cNvContentPartPr/>
              <p14:nvPr/>
            </p14:nvContentPartPr>
            <p14:xfrm>
              <a:off x="10486269" y="4718785"/>
              <a:ext cx="183960" cy="60012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598E9FC9-E182-4362-A446-CF8F0367D8E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0468629" y="4701145"/>
                <a:ext cx="21960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A39B95FD-DD08-4809-BC69-B321C301BEF5}"/>
                  </a:ext>
                </a:extLst>
              </p14:cNvPr>
              <p14:cNvContentPartPr/>
              <p14:nvPr/>
            </p14:nvContentPartPr>
            <p14:xfrm>
              <a:off x="10114749" y="4740025"/>
              <a:ext cx="267480" cy="38664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A39B95FD-DD08-4809-BC69-B321C301BEF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0097109" y="4722369"/>
                <a:ext cx="303120" cy="4223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6BE8E3BD-C671-4FF2-B6C8-C3DFF815FF17}"/>
                  </a:ext>
                </a:extLst>
              </p14:cNvPr>
              <p14:cNvContentPartPr/>
              <p14:nvPr/>
            </p14:nvContentPartPr>
            <p14:xfrm>
              <a:off x="11545389" y="4801585"/>
              <a:ext cx="639720" cy="44424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6BE8E3BD-C671-4FF2-B6C8-C3DFF815FF17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527399" y="4783585"/>
                <a:ext cx="67534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0233777B-3D48-4226-AE98-0776775C8EE3}"/>
                  </a:ext>
                </a:extLst>
              </p14:cNvPr>
              <p14:cNvContentPartPr/>
              <p14:nvPr/>
            </p14:nvContentPartPr>
            <p14:xfrm>
              <a:off x="529029" y="3363745"/>
              <a:ext cx="545400" cy="34272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0233777B-3D48-4226-AE98-0776775C8EE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511041" y="3346105"/>
                <a:ext cx="581016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634EE664-FF89-46B9-9E57-1DC782600746}"/>
                  </a:ext>
                </a:extLst>
              </p14:cNvPr>
              <p14:cNvContentPartPr/>
              <p14:nvPr/>
            </p14:nvContentPartPr>
            <p14:xfrm>
              <a:off x="235269" y="4381105"/>
              <a:ext cx="5212440" cy="22032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634EE664-FF89-46B9-9E57-1DC78260074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17269" y="4363108"/>
                <a:ext cx="5248080" cy="22388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2358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Adsorbția</a:t>
            </a:r>
          </a:p>
          <a:p>
            <a:r>
              <a:rPr lang="ro-RO" b="1" i="1" dirty="0"/>
              <a:t>Exemplu de utilizare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B015D910-5772-4670-86E7-9567FB4CD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707" y="137196"/>
            <a:ext cx="4746834" cy="2167422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C42D78C-8BE3-4EC6-A3F9-868E2B80C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2423171"/>
            <a:ext cx="8270150" cy="37489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5CACF613-3B7C-4BC9-8BF0-4371F6F8D377}"/>
                  </a:ext>
                </a:extLst>
              </p14:cNvPr>
              <p14:cNvContentPartPr/>
              <p14:nvPr/>
            </p14:nvContentPartPr>
            <p14:xfrm>
              <a:off x="364869" y="1365385"/>
              <a:ext cx="10539360" cy="323532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5CACF613-3B7C-4BC9-8BF0-4371F6F8D37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6869" y="1347743"/>
                <a:ext cx="10575000" cy="3270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81007FB7-9ED2-4D91-8D65-9D1FC32938D7}"/>
                  </a:ext>
                </a:extLst>
              </p14:cNvPr>
              <p14:cNvContentPartPr/>
              <p14:nvPr/>
            </p14:nvContentPartPr>
            <p14:xfrm>
              <a:off x="10566549" y="4706545"/>
              <a:ext cx="313920" cy="3963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81007FB7-9ED2-4D91-8D65-9D1FC32938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548549" y="4688889"/>
                <a:ext cx="349560" cy="4320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663C913B-EF42-47AE-BD42-1E21D917D7FD}"/>
                  </a:ext>
                </a:extLst>
              </p14:cNvPr>
              <p14:cNvContentPartPr/>
              <p14:nvPr/>
            </p14:nvContentPartPr>
            <p14:xfrm>
              <a:off x="9774189" y="4715905"/>
              <a:ext cx="619920" cy="4600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663C913B-EF42-47AE-BD42-1E21D917D7F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56199" y="4697905"/>
                <a:ext cx="655539" cy="49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1515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Simplificarea prin transpoziție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6DC74BC-D5D0-4C0F-BA80-63B23C871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868708"/>
            <a:ext cx="1371600" cy="24288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B816B5F5-2ACD-4866-869E-51E3E618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879" y="868708"/>
            <a:ext cx="1647825" cy="146685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FEE0CBF0-63B0-46B1-A273-BA96232DB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15" y="868708"/>
            <a:ext cx="2626997" cy="1540578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464D7347-BBDB-43C1-B874-76E98FDCF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8440" y="2738203"/>
            <a:ext cx="7040803" cy="37526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7335A3C-1BA4-4C6E-B72A-0847DE14D9FE}"/>
                  </a:ext>
                </a:extLst>
              </p14:cNvPr>
              <p14:cNvContentPartPr/>
              <p14:nvPr/>
            </p14:nvContentPartPr>
            <p14:xfrm>
              <a:off x="3705309" y="485905"/>
              <a:ext cx="4023360" cy="4118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7335A3C-1BA4-4C6E-B72A-0847DE14D9F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87309" y="467905"/>
                <a:ext cx="405900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2E8B210-C87A-4A26-A5CC-12D22BB7851E}"/>
                  </a:ext>
                </a:extLst>
              </p14:cNvPr>
              <p14:cNvContentPartPr/>
              <p14:nvPr/>
            </p14:nvContentPartPr>
            <p14:xfrm>
              <a:off x="8667549" y="1596505"/>
              <a:ext cx="1155600" cy="4809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2E8B210-C87A-4A26-A5CC-12D22BB7851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649549" y="1578865"/>
                <a:ext cx="1191240" cy="5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E2F96230-1538-406C-BB3F-C1D61C7D952C}"/>
                  </a:ext>
                </a:extLst>
              </p14:cNvPr>
              <p14:cNvContentPartPr/>
              <p14:nvPr/>
            </p14:nvContentPartPr>
            <p14:xfrm>
              <a:off x="7408269" y="1866865"/>
              <a:ext cx="811440" cy="20772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E2F96230-1538-406C-BB3F-C1D61C7D95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390269" y="1848865"/>
                <a:ext cx="8470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1BB9B204-23FB-4229-A879-BC50ED633B1B}"/>
                  </a:ext>
                </a:extLst>
              </p14:cNvPr>
              <p14:cNvContentPartPr/>
              <p14:nvPr/>
            </p14:nvContentPartPr>
            <p14:xfrm>
              <a:off x="8051229" y="222025"/>
              <a:ext cx="2822040" cy="7174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1BB9B204-23FB-4229-A879-BC50ED633B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33231" y="204385"/>
                <a:ext cx="2857675" cy="7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08D95D44-3477-4C82-BD55-01A5869C7BF1}"/>
                  </a:ext>
                </a:extLst>
              </p14:cNvPr>
              <p14:cNvContentPartPr/>
              <p14:nvPr/>
            </p14:nvContentPartPr>
            <p14:xfrm>
              <a:off x="10041309" y="1584985"/>
              <a:ext cx="1255320" cy="11376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08D95D44-3477-4C82-BD55-01A5869C7B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23664" y="1567345"/>
                <a:ext cx="1290970" cy="11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CBB28DD5-05E8-44B1-B1C5-DFFEFBFD008A}"/>
                  </a:ext>
                </a:extLst>
              </p14:cNvPr>
              <p14:cNvContentPartPr/>
              <p14:nvPr/>
            </p14:nvContentPartPr>
            <p14:xfrm>
              <a:off x="8883549" y="2217145"/>
              <a:ext cx="713520" cy="209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CBB28DD5-05E8-44B1-B1C5-DFFEFBFD00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65549" y="2199505"/>
                <a:ext cx="74916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796833BE-5234-45FF-8E40-D34B8A318515}"/>
                  </a:ext>
                </a:extLst>
              </p14:cNvPr>
              <p14:cNvContentPartPr/>
              <p14:nvPr/>
            </p14:nvContentPartPr>
            <p14:xfrm>
              <a:off x="11556549" y="1520545"/>
              <a:ext cx="316080" cy="37080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796833BE-5234-45FF-8E40-D34B8A31851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538889" y="1502905"/>
                <a:ext cx="351761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3A138B4D-CC41-4739-8B60-5BC419486167}"/>
                  </a:ext>
                </a:extLst>
              </p14:cNvPr>
              <p14:cNvContentPartPr/>
              <p14:nvPr/>
            </p14:nvContentPartPr>
            <p14:xfrm>
              <a:off x="966429" y="3283825"/>
              <a:ext cx="4611960" cy="34250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3A138B4D-CC41-4739-8B60-5BC41948616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48789" y="3265827"/>
                <a:ext cx="4647600" cy="3460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400C6108-9F05-4A8B-B42A-1F071C2CF2AE}"/>
                  </a:ext>
                </a:extLst>
              </p14:cNvPr>
              <p14:cNvContentPartPr/>
              <p14:nvPr/>
            </p14:nvContentPartPr>
            <p14:xfrm>
              <a:off x="6063669" y="5025145"/>
              <a:ext cx="1782360" cy="133632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400C6108-9F05-4A8B-B42A-1F071C2CF2A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45669" y="5007145"/>
                <a:ext cx="1818000" cy="13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C7C483CB-5F39-4387-9025-0A08FDAAB37F}"/>
                  </a:ext>
                </a:extLst>
              </p14:cNvPr>
              <p14:cNvContentPartPr/>
              <p14:nvPr/>
            </p14:nvContentPartPr>
            <p14:xfrm>
              <a:off x="8137629" y="5003545"/>
              <a:ext cx="2568600" cy="97596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C7C483CB-5F39-4387-9025-0A08FDAAB37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119987" y="4985545"/>
                <a:ext cx="2604245" cy="10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17624DDD-BF77-47D1-86C2-A0AF03F33EB5}"/>
                  </a:ext>
                </a:extLst>
              </p14:cNvPr>
              <p14:cNvContentPartPr/>
              <p14:nvPr/>
            </p14:nvContentPartPr>
            <p14:xfrm>
              <a:off x="11006469" y="4817425"/>
              <a:ext cx="351720" cy="54576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17624DDD-BF77-47D1-86C2-A0AF03F33EB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988469" y="4799425"/>
                <a:ext cx="387360" cy="58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008089E0-766E-4F1B-BE25-BEC2EC922F79}"/>
                  </a:ext>
                </a:extLst>
              </p14:cNvPr>
              <p14:cNvContentPartPr/>
              <p14:nvPr/>
            </p14:nvContentPartPr>
            <p14:xfrm>
              <a:off x="5534109" y="4356625"/>
              <a:ext cx="2901600" cy="43740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008089E0-766E-4F1B-BE25-BEC2EC922F7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16109" y="4320985"/>
                <a:ext cx="2937240" cy="50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9765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409FC980-DE5D-4FF5-B512-DDA17B853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685830"/>
            <a:ext cx="9877425" cy="128587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B65A12FD-AA36-4614-ABA1-91DADCC6B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2148854"/>
            <a:ext cx="6743700" cy="2428875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9446D2A8-F648-4276-ABF0-F8C7C9AEA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2" y="4892024"/>
            <a:ext cx="9201150" cy="1047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1DA3E23A-BDBE-4587-BDEF-9DE2718D0BFA}"/>
                  </a:ext>
                </a:extLst>
              </p14:cNvPr>
              <p14:cNvContentPartPr/>
              <p14:nvPr/>
            </p14:nvContentPartPr>
            <p14:xfrm>
              <a:off x="7834509" y="2546545"/>
              <a:ext cx="276480" cy="23220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1DA3E23A-BDBE-4587-BDEF-9DE2718D0B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16869" y="2510905"/>
                <a:ext cx="31212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EAE69BF1-DD2F-4C3A-B924-6BE3A7B052AA}"/>
                  </a:ext>
                </a:extLst>
              </p14:cNvPr>
              <p14:cNvContentPartPr/>
              <p14:nvPr/>
            </p14:nvContentPartPr>
            <p14:xfrm>
              <a:off x="7868349" y="2649505"/>
              <a:ext cx="273240" cy="4572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EAE69BF1-DD2F-4C3A-B924-6BE3A7B052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50709" y="2613865"/>
                <a:ext cx="30888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3B0E6036-A00F-46A2-8CDD-2B1BEC9BFF65}"/>
                  </a:ext>
                </a:extLst>
              </p14:cNvPr>
              <p14:cNvContentPartPr/>
              <p14:nvPr/>
            </p14:nvContentPartPr>
            <p14:xfrm>
              <a:off x="8315829" y="2559865"/>
              <a:ext cx="254160" cy="51372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3B0E6036-A00F-46A2-8CDD-2B1BEC9BFF6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98189" y="2524225"/>
                <a:ext cx="28980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2DD248BD-358F-438F-A06E-0A0402DC202F}"/>
                  </a:ext>
                </a:extLst>
              </p14:cNvPr>
              <p14:cNvContentPartPr/>
              <p14:nvPr/>
            </p14:nvContentPartPr>
            <p14:xfrm>
              <a:off x="8845389" y="2548705"/>
              <a:ext cx="261000" cy="3610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2DD248BD-358F-438F-A06E-0A0402DC202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27389" y="2513065"/>
                <a:ext cx="296640" cy="43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8FDD3B4F-9128-4092-823D-015BE6BD5B7A}"/>
                  </a:ext>
                </a:extLst>
              </p14:cNvPr>
              <p14:cNvContentPartPr/>
              <p14:nvPr/>
            </p14:nvContentPartPr>
            <p14:xfrm>
              <a:off x="8815869" y="2655625"/>
              <a:ext cx="308160" cy="3492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8FDD3B4F-9128-4092-823D-015BE6BD5B7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97869" y="2619985"/>
                <a:ext cx="34380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F38A5AD1-8E27-4596-8756-21636F7CECF5}"/>
                  </a:ext>
                </a:extLst>
              </p14:cNvPr>
              <p14:cNvContentPartPr/>
              <p14:nvPr/>
            </p14:nvContentPartPr>
            <p14:xfrm>
              <a:off x="9548109" y="2658865"/>
              <a:ext cx="596880" cy="172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F38A5AD1-8E27-4596-8756-21636F7CECF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30469" y="2622865"/>
                <a:ext cx="63252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478F9A58-8922-4F07-90BC-87BA1847D0EC}"/>
                  </a:ext>
                </a:extLst>
              </p14:cNvPr>
              <p14:cNvContentPartPr/>
              <p14:nvPr/>
            </p14:nvContentPartPr>
            <p14:xfrm>
              <a:off x="9986589" y="2531065"/>
              <a:ext cx="226440" cy="3103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478F9A58-8922-4F07-90BC-87BA1847D0E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68949" y="2495425"/>
                <a:ext cx="26208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35CDE49-E7EF-45D7-9163-BEF22534E766}"/>
                  </a:ext>
                </a:extLst>
              </p14:cNvPr>
              <p14:cNvContentPartPr/>
              <p14:nvPr/>
            </p14:nvContentPartPr>
            <p14:xfrm>
              <a:off x="10457469" y="2543305"/>
              <a:ext cx="325800" cy="2415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35CDE49-E7EF-45D7-9163-BEF22534E76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39829" y="2507305"/>
                <a:ext cx="36144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3B7BA218-10D8-487F-B4BC-A94A9C1F210C}"/>
                  </a:ext>
                </a:extLst>
              </p14:cNvPr>
              <p14:cNvContentPartPr/>
              <p14:nvPr/>
            </p14:nvContentPartPr>
            <p14:xfrm>
              <a:off x="10510389" y="2627185"/>
              <a:ext cx="341640" cy="151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3B7BA218-10D8-487F-B4BC-A94A9C1F210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492389" y="2591185"/>
                <a:ext cx="377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CF18A171-968E-4CA0-8932-40CF61A794C7}"/>
                  </a:ext>
                </a:extLst>
              </p14:cNvPr>
              <p14:cNvContentPartPr/>
              <p14:nvPr/>
            </p14:nvContentPartPr>
            <p14:xfrm>
              <a:off x="10524789" y="2366905"/>
              <a:ext cx="328320" cy="298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CF18A171-968E-4CA0-8932-40CF61A794C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507149" y="2331265"/>
                <a:ext cx="36396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11C5331-55FA-4515-8EC9-3EFA81C241FB}"/>
                  </a:ext>
                </a:extLst>
              </p14:cNvPr>
              <p14:cNvContentPartPr/>
              <p14:nvPr/>
            </p14:nvContentPartPr>
            <p14:xfrm>
              <a:off x="11049669" y="2531065"/>
              <a:ext cx="269280" cy="6141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11C5331-55FA-4515-8EC9-3EFA81C241F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1031669" y="2495425"/>
                <a:ext cx="304920" cy="68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C276324E-7038-40CC-A148-B9B0F04F730D}"/>
                  </a:ext>
                </a:extLst>
              </p14:cNvPr>
              <p14:cNvContentPartPr/>
              <p14:nvPr/>
            </p14:nvContentPartPr>
            <p14:xfrm>
              <a:off x="11434509" y="2531065"/>
              <a:ext cx="331200" cy="34488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C276324E-7038-40CC-A148-B9B0F04F730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1416509" y="2495065"/>
                <a:ext cx="3668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1DCFB5B0-69C3-4CDF-8D73-BE444625D720}"/>
                  </a:ext>
                </a:extLst>
              </p14:cNvPr>
              <p14:cNvContentPartPr/>
              <p14:nvPr/>
            </p14:nvContentPartPr>
            <p14:xfrm>
              <a:off x="11506869" y="2684065"/>
              <a:ext cx="288000" cy="2052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1DCFB5B0-69C3-4CDF-8D73-BE444625D72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488869" y="2648425"/>
                <a:ext cx="3236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A94EA854-4D84-4814-8830-3C776000FBBC}"/>
                  </a:ext>
                </a:extLst>
              </p14:cNvPr>
              <p14:cNvContentPartPr/>
              <p14:nvPr/>
            </p14:nvContentPartPr>
            <p14:xfrm>
              <a:off x="9529029" y="2056225"/>
              <a:ext cx="173880" cy="1184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A94EA854-4D84-4814-8830-3C776000FBB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511389" y="2020585"/>
                <a:ext cx="2095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C83CC835-3AEE-4693-947E-25B1C9ED3912}"/>
                  </a:ext>
                </a:extLst>
              </p14:cNvPr>
              <p14:cNvContentPartPr/>
              <p14:nvPr/>
            </p14:nvContentPartPr>
            <p14:xfrm>
              <a:off x="9737109" y="1818265"/>
              <a:ext cx="353880" cy="3322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C83CC835-3AEE-4693-947E-25B1C9ED391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719109" y="1782265"/>
                <a:ext cx="389520" cy="40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5EE40123-5230-4ACA-8E22-CC9617C21973}"/>
                  </a:ext>
                </a:extLst>
              </p14:cNvPr>
              <p14:cNvContentPartPr/>
              <p14:nvPr/>
            </p14:nvContentPartPr>
            <p14:xfrm>
              <a:off x="10119789" y="1915105"/>
              <a:ext cx="20520" cy="262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5EE40123-5230-4ACA-8E22-CC9617C2197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102149" y="1879465"/>
                <a:ext cx="561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792AFBE0-9F57-4730-AA3A-091193BE9B0F}"/>
                  </a:ext>
                </a:extLst>
              </p14:cNvPr>
              <p14:cNvContentPartPr/>
              <p14:nvPr/>
            </p14:nvContentPartPr>
            <p14:xfrm>
              <a:off x="10200069" y="1998625"/>
              <a:ext cx="209520" cy="1227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792AFBE0-9F57-4730-AA3A-091193BE9B0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182429" y="1962625"/>
                <a:ext cx="24516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66C0C5E4-AFF5-43A7-B95E-894B76103A39}"/>
                  </a:ext>
                </a:extLst>
              </p14:cNvPr>
              <p14:cNvContentPartPr/>
              <p14:nvPr/>
            </p14:nvContentPartPr>
            <p14:xfrm>
              <a:off x="10489149" y="1643665"/>
              <a:ext cx="940680" cy="44604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66C0C5E4-AFF5-43A7-B95E-894B76103A3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471509" y="1607665"/>
                <a:ext cx="97632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68FB6056-CB46-47D1-BB72-B1B93D5166D2}"/>
                  </a:ext>
                </a:extLst>
              </p14:cNvPr>
              <p14:cNvContentPartPr/>
              <p14:nvPr/>
            </p14:nvContentPartPr>
            <p14:xfrm>
              <a:off x="11160189" y="1780825"/>
              <a:ext cx="330840" cy="1512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68FB6056-CB46-47D1-BB72-B1B93D5166D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142189" y="1744825"/>
                <a:ext cx="3664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670DD194-B8FA-4ADB-8891-4FAA9B985E7E}"/>
                  </a:ext>
                </a:extLst>
              </p14:cNvPr>
              <p14:cNvContentPartPr/>
              <p14:nvPr/>
            </p14:nvContentPartPr>
            <p14:xfrm>
              <a:off x="9538389" y="2701345"/>
              <a:ext cx="605160" cy="74988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670DD194-B8FA-4ADB-8891-4FAA9B985E7E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520389" y="2665345"/>
                <a:ext cx="640800" cy="82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6E239386-71A6-4617-B7B7-74E132E58F2D}"/>
                  </a:ext>
                </a:extLst>
              </p14:cNvPr>
              <p14:cNvContentPartPr/>
              <p14:nvPr/>
            </p14:nvContentPartPr>
            <p14:xfrm>
              <a:off x="10067589" y="3329905"/>
              <a:ext cx="138960" cy="2494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6E239386-71A6-4617-B7B7-74E132E58F2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0049589" y="3294265"/>
                <a:ext cx="17460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066EFDD6-4BB5-46A3-A202-B95C9C197171}"/>
                  </a:ext>
                </a:extLst>
              </p14:cNvPr>
              <p14:cNvContentPartPr/>
              <p14:nvPr/>
            </p14:nvContentPartPr>
            <p14:xfrm>
              <a:off x="10356309" y="3399385"/>
              <a:ext cx="295200" cy="244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066EFDD6-4BB5-46A3-A202-B95C9C19717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338669" y="3363745"/>
                <a:ext cx="330840" cy="31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68AF9C6C-68A9-4C4F-BF0E-11D4FDE6C1B7}"/>
                  </a:ext>
                </a:extLst>
              </p14:cNvPr>
              <p14:cNvContentPartPr/>
              <p14:nvPr/>
            </p14:nvContentPartPr>
            <p14:xfrm>
              <a:off x="10467189" y="3480385"/>
              <a:ext cx="268920" cy="183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68AF9C6C-68A9-4C4F-BF0E-11D4FDE6C1B7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449189" y="3444745"/>
                <a:ext cx="3045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682F8A0-CDDB-4F42-8095-5BCBC8492796}"/>
                  </a:ext>
                </a:extLst>
              </p14:cNvPr>
              <p14:cNvContentPartPr/>
              <p14:nvPr/>
            </p14:nvContentPartPr>
            <p14:xfrm>
              <a:off x="10876509" y="3408385"/>
              <a:ext cx="265680" cy="4986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682F8A0-CDDB-4F42-8095-5BCBC849279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858509" y="3372745"/>
                <a:ext cx="301320" cy="57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4891E4E6-3847-4213-8880-4A91940F2624}"/>
                  </a:ext>
                </a:extLst>
              </p14:cNvPr>
              <p14:cNvContentPartPr/>
              <p14:nvPr/>
            </p14:nvContentPartPr>
            <p14:xfrm>
              <a:off x="10852389" y="3300745"/>
              <a:ext cx="284760" cy="151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4891E4E6-3847-4213-8880-4A91940F2624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834389" y="3264745"/>
                <a:ext cx="32040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4B2B7994-B45E-4C7B-8A98-8BD33BC0D8CA}"/>
                  </a:ext>
                </a:extLst>
              </p14:cNvPr>
              <p14:cNvContentPartPr/>
              <p14:nvPr/>
            </p14:nvContentPartPr>
            <p14:xfrm>
              <a:off x="11439549" y="3357265"/>
              <a:ext cx="296640" cy="3412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4B2B7994-B45E-4C7B-8A98-8BD33BC0D8CA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1421549" y="3321625"/>
                <a:ext cx="33228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8CC8A8F-855C-4741-9E85-A25C9C72F468}"/>
                  </a:ext>
                </a:extLst>
              </p14:cNvPr>
              <p14:cNvContentPartPr/>
              <p14:nvPr/>
            </p14:nvContentPartPr>
            <p14:xfrm>
              <a:off x="11482749" y="3501985"/>
              <a:ext cx="337680" cy="306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8CC8A8F-855C-4741-9E85-A25C9C72F46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465109" y="3465985"/>
                <a:ext cx="3733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DE50026-ECD8-4853-9548-7497D8821A4E}"/>
                  </a:ext>
                </a:extLst>
              </p14:cNvPr>
              <p14:cNvContentPartPr/>
              <p14:nvPr/>
            </p14:nvContentPartPr>
            <p14:xfrm>
              <a:off x="9574029" y="3447265"/>
              <a:ext cx="486360" cy="80748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DE50026-ECD8-4853-9548-7497D8821A4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556029" y="3411265"/>
                <a:ext cx="522000" cy="87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D376C704-CFDF-4D61-BF83-7579C267F20D}"/>
                  </a:ext>
                </a:extLst>
              </p14:cNvPr>
              <p14:cNvContentPartPr/>
              <p14:nvPr/>
            </p14:nvContentPartPr>
            <p14:xfrm>
              <a:off x="10269909" y="4167625"/>
              <a:ext cx="308160" cy="2750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D376C704-CFDF-4D61-BF83-7579C267F20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251909" y="4131985"/>
                <a:ext cx="34380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91FAFD2A-B4EF-4765-8B31-E0C60200908B}"/>
                  </a:ext>
                </a:extLst>
              </p14:cNvPr>
              <p14:cNvContentPartPr/>
              <p14:nvPr/>
            </p14:nvContentPartPr>
            <p14:xfrm>
              <a:off x="10387269" y="4287145"/>
              <a:ext cx="293760" cy="2520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91FAFD2A-B4EF-4765-8B31-E0C60200908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369269" y="4251505"/>
                <a:ext cx="32940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731BDEAF-69A8-4158-BF52-9910CA1E5994}"/>
                  </a:ext>
                </a:extLst>
              </p14:cNvPr>
              <p14:cNvContentPartPr/>
              <p14:nvPr/>
            </p14:nvContentPartPr>
            <p14:xfrm>
              <a:off x="10919709" y="4210825"/>
              <a:ext cx="249120" cy="493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731BDEAF-69A8-4158-BF52-9910CA1E599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0901709" y="4175185"/>
                <a:ext cx="284760" cy="56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700E50A-4DA3-4635-9113-C11B85E173FE}"/>
                  </a:ext>
                </a:extLst>
              </p14:cNvPr>
              <p14:cNvContentPartPr/>
              <p14:nvPr/>
            </p14:nvContentPartPr>
            <p14:xfrm>
              <a:off x="11410389" y="4210825"/>
              <a:ext cx="323280" cy="3470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700E50A-4DA3-4635-9113-C11B85E173F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392749" y="4174825"/>
                <a:ext cx="35892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993FA4A9-AF07-4FAC-9EB5-3388E428852C}"/>
                  </a:ext>
                </a:extLst>
              </p14:cNvPr>
              <p14:cNvContentPartPr/>
              <p14:nvPr/>
            </p14:nvContentPartPr>
            <p14:xfrm>
              <a:off x="11448909" y="4374265"/>
              <a:ext cx="254160" cy="198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993FA4A9-AF07-4FAC-9EB5-3388E428852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431269" y="4338625"/>
                <a:ext cx="2898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65B36E0-FBDE-4DD7-988A-446C0353D170}"/>
                  </a:ext>
                </a:extLst>
              </p14:cNvPr>
              <p14:cNvContentPartPr/>
              <p14:nvPr/>
            </p14:nvContentPartPr>
            <p14:xfrm>
              <a:off x="11473029" y="4070425"/>
              <a:ext cx="282600" cy="115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65B36E0-FBDE-4DD7-988A-446C0353D17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1455029" y="4034425"/>
                <a:ext cx="31824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AA751612-92A2-4357-8EF7-60F6952562B9}"/>
                  </a:ext>
                </a:extLst>
              </p14:cNvPr>
              <p14:cNvContentPartPr/>
              <p14:nvPr/>
            </p14:nvContentPartPr>
            <p14:xfrm>
              <a:off x="9933309" y="4100305"/>
              <a:ext cx="207720" cy="2998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AA751612-92A2-4357-8EF7-60F6952562B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915669" y="4064305"/>
                <a:ext cx="24336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6D442A66-43CE-418F-B322-3C159FFF9127}"/>
                  </a:ext>
                </a:extLst>
              </p14:cNvPr>
              <p14:cNvContentPartPr/>
              <p14:nvPr/>
            </p14:nvContentPartPr>
            <p14:xfrm>
              <a:off x="10255509" y="5140345"/>
              <a:ext cx="312480" cy="32400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6D442A66-43CE-418F-B322-3C159FFF912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0237509" y="5104345"/>
                <a:ext cx="34812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C1B0531E-EB00-49F2-93B3-6910497F5335}"/>
                  </a:ext>
                </a:extLst>
              </p14:cNvPr>
              <p14:cNvContentPartPr/>
              <p14:nvPr/>
            </p14:nvContentPartPr>
            <p14:xfrm>
              <a:off x="10312029" y="5303065"/>
              <a:ext cx="263160" cy="244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C1B0531E-EB00-49F2-93B3-6910497F5335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294389" y="5267065"/>
                <a:ext cx="2988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E8A259A-7E57-4EA9-A981-28DAD277EEA8}"/>
                  </a:ext>
                </a:extLst>
              </p14:cNvPr>
              <p14:cNvContentPartPr/>
              <p14:nvPr/>
            </p14:nvContentPartPr>
            <p14:xfrm>
              <a:off x="10241109" y="4975825"/>
              <a:ext cx="333000" cy="5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E8A259A-7E57-4EA9-A981-28DAD277EEA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223469" y="4940185"/>
                <a:ext cx="3686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F9F3B4FF-A0E5-4511-B1AF-DAAC260EFEC1}"/>
                  </a:ext>
                </a:extLst>
              </p14:cNvPr>
              <p14:cNvContentPartPr/>
              <p14:nvPr/>
            </p14:nvContentPartPr>
            <p14:xfrm>
              <a:off x="10919709" y="5139625"/>
              <a:ext cx="273240" cy="6807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F9F3B4FF-A0E5-4511-B1AF-DAAC260EFEC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901709" y="5103625"/>
                <a:ext cx="308880" cy="7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C8852919-4D6B-4066-87A1-759F372C8324}"/>
                  </a:ext>
                </a:extLst>
              </p14:cNvPr>
              <p14:cNvContentPartPr/>
              <p14:nvPr/>
            </p14:nvContentPartPr>
            <p14:xfrm>
              <a:off x="11393469" y="5183905"/>
              <a:ext cx="404640" cy="38124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C8852919-4D6B-4066-87A1-759F372C832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1375469" y="5148265"/>
                <a:ext cx="44028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7AEEE07E-58AD-4875-A669-9904702D0FD9}"/>
                  </a:ext>
                </a:extLst>
              </p14:cNvPr>
              <p14:cNvContentPartPr/>
              <p14:nvPr/>
            </p14:nvContentPartPr>
            <p14:xfrm>
              <a:off x="11468349" y="5331865"/>
              <a:ext cx="306000" cy="151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7AEEE07E-58AD-4875-A669-9904702D0FD9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1450349" y="5296225"/>
                <a:ext cx="3416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8EDA64BE-3799-4E3C-A0F1-0F67C8ED6EC3}"/>
                  </a:ext>
                </a:extLst>
              </p14:cNvPr>
              <p14:cNvContentPartPr/>
              <p14:nvPr/>
            </p14:nvContentPartPr>
            <p14:xfrm>
              <a:off x="11473029" y="4947385"/>
              <a:ext cx="343440" cy="972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8EDA64BE-3799-4E3C-A0F1-0F67C8ED6EC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455029" y="4911385"/>
                <a:ext cx="37908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68260402-A52C-40CF-9CE2-B96E06463321}"/>
                  </a:ext>
                </a:extLst>
              </p14:cNvPr>
              <p14:cNvContentPartPr/>
              <p14:nvPr/>
            </p14:nvContentPartPr>
            <p14:xfrm>
              <a:off x="9927549" y="4793305"/>
              <a:ext cx="2136240" cy="123804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68260402-A52C-40CF-9CE2-B96E06463321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909909" y="4757305"/>
                <a:ext cx="2171880" cy="13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B71CCE41-8176-406C-9689-2C8CC4306162}"/>
                  </a:ext>
                </a:extLst>
              </p14:cNvPr>
              <p14:cNvContentPartPr/>
              <p14:nvPr/>
            </p14:nvContentPartPr>
            <p14:xfrm>
              <a:off x="10089189" y="4692145"/>
              <a:ext cx="2150640" cy="94536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B71CCE41-8176-406C-9689-2C8CC430616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0071189" y="4656505"/>
                <a:ext cx="2186280" cy="10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B42EEE8A-2BE0-4B2D-81B3-03D2F93942D3}"/>
                  </a:ext>
                </a:extLst>
              </p14:cNvPr>
              <p14:cNvContentPartPr/>
              <p14:nvPr/>
            </p14:nvContentPartPr>
            <p14:xfrm>
              <a:off x="10101429" y="4670905"/>
              <a:ext cx="1917360" cy="14317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B42EEE8A-2BE0-4B2D-81B3-03D2F93942D3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0083789" y="4634905"/>
                <a:ext cx="1953000" cy="15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3371914E-80D7-4CEF-8033-2C41C2CD11A4}"/>
                  </a:ext>
                </a:extLst>
              </p14:cNvPr>
              <p14:cNvContentPartPr/>
              <p14:nvPr/>
            </p14:nvContentPartPr>
            <p14:xfrm>
              <a:off x="10188189" y="4682065"/>
              <a:ext cx="1591200" cy="112608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3371914E-80D7-4CEF-8033-2C41C2CD11A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0170189" y="4646065"/>
                <a:ext cx="1626840" cy="119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17255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F19709F4-EFBF-46D0-9BB3-CDCF5AFF1C04}"/>
                  </a:ext>
                </a:extLst>
              </p14:cNvPr>
              <p14:cNvContentPartPr/>
              <p14:nvPr/>
            </p14:nvContentPartPr>
            <p14:xfrm>
              <a:off x="1357029" y="1098625"/>
              <a:ext cx="138240" cy="82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F19709F4-EFBF-46D0-9BB3-CDCF5AFF1C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9029" y="1080985"/>
                <a:ext cx="1738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F196ECC-AEFD-47C7-A5DB-8BC8CA58C616}"/>
                  </a:ext>
                </a:extLst>
              </p14:cNvPr>
              <p14:cNvContentPartPr/>
              <p14:nvPr/>
            </p14:nvContentPartPr>
            <p14:xfrm>
              <a:off x="1361709" y="1227145"/>
              <a:ext cx="185400" cy="504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F196ECC-AEFD-47C7-A5DB-8BC8CA58C6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4069" y="1209145"/>
                <a:ext cx="2210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EE798654-D3A7-4E63-B176-43D05ED373FA}"/>
                  </a:ext>
                </a:extLst>
              </p14:cNvPr>
              <p14:cNvContentPartPr/>
              <p14:nvPr/>
            </p14:nvContentPartPr>
            <p14:xfrm>
              <a:off x="855549" y="864985"/>
              <a:ext cx="190800" cy="46872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EE798654-D3A7-4E63-B176-43D05ED373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37549" y="846985"/>
                <a:ext cx="22644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8D7EF58F-06A3-4A12-BA84-C68E9D51CD21}"/>
                  </a:ext>
                </a:extLst>
              </p14:cNvPr>
              <p14:cNvContentPartPr/>
              <p14:nvPr/>
            </p14:nvContentPartPr>
            <p14:xfrm>
              <a:off x="1761669" y="520465"/>
              <a:ext cx="4439520" cy="10101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8D7EF58F-06A3-4A12-BA84-C68E9D51CD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43670" y="502819"/>
                <a:ext cx="4475157" cy="10458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8" name="Cerneală 97">
                <a:extLst>
                  <a:ext uri="{FF2B5EF4-FFF2-40B4-BE49-F238E27FC236}">
                    <a16:creationId xmlns:a16="http://schemas.microsoft.com/office/drawing/2014/main" id="{B4BBAE64-4005-4080-84ED-64D369EE387D}"/>
                  </a:ext>
                </a:extLst>
              </p14:cNvPr>
              <p14:cNvContentPartPr/>
              <p14:nvPr/>
            </p14:nvContentPartPr>
            <p14:xfrm>
              <a:off x="6429429" y="947785"/>
              <a:ext cx="211680" cy="239400"/>
            </p14:xfrm>
          </p:contentPart>
        </mc:Choice>
        <mc:Fallback xmlns="">
          <p:pic>
            <p:nvPicPr>
              <p:cNvPr id="98" name="Cerneală 97">
                <a:extLst>
                  <a:ext uri="{FF2B5EF4-FFF2-40B4-BE49-F238E27FC236}">
                    <a16:creationId xmlns:a16="http://schemas.microsoft.com/office/drawing/2014/main" id="{B4BBAE64-4005-4080-84ED-64D369EE38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11429" y="930145"/>
                <a:ext cx="24732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17BA5BD9-E008-478B-9EA4-190586503992}"/>
                  </a:ext>
                </a:extLst>
              </p14:cNvPr>
              <p14:cNvContentPartPr/>
              <p14:nvPr/>
            </p14:nvContentPartPr>
            <p14:xfrm>
              <a:off x="6944589" y="889465"/>
              <a:ext cx="1017360" cy="47196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17BA5BD9-E008-478B-9EA4-19058650399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26589" y="871479"/>
                <a:ext cx="1053000" cy="5075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9C25DDDB-C789-4B09-A142-773A38646959}"/>
                  </a:ext>
                </a:extLst>
              </p14:cNvPr>
              <p14:cNvContentPartPr/>
              <p14:nvPr/>
            </p14:nvContentPartPr>
            <p14:xfrm>
              <a:off x="8157069" y="1087105"/>
              <a:ext cx="360" cy="36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9C25DDDB-C789-4B09-A142-773A3864695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39069" y="10694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DD0BF866-8B0F-4B5D-A3AD-1704D4820166}"/>
                  </a:ext>
                </a:extLst>
              </p14:cNvPr>
              <p14:cNvContentPartPr/>
              <p14:nvPr/>
            </p14:nvContentPartPr>
            <p14:xfrm>
              <a:off x="8277309" y="981265"/>
              <a:ext cx="408600" cy="2811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DD0BF866-8B0F-4B5D-A3AD-1704D482016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59653" y="963625"/>
                <a:ext cx="444271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71DDF8C5-708C-4FF3-AC54-281475E13F62}"/>
                  </a:ext>
                </a:extLst>
              </p14:cNvPr>
              <p14:cNvContentPartPr/>
              <p14:nvPr/>
            </p14:nvContentPartPr>
            <p14:xfrm>
              <a:off x="9061749" y="1043905"/>
              <a:ext cx="202680" cy="111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71DDF8C5-708C-4FF3-AC54-281475E13F6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44109" y="1026265"/>
                <a:ext cx="2383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1AB8D5C0-28C0-4D78-9BAB-38D8A53A821C}"/>
                  </a:ext>
                </a:extLst>
              </p14:cNvPr>
              <p14:cNvContentPartPr/>
              <p14:nvPr/>
            </p14:nvContentPartPr>
            <p14:xfrm>
              <a:off x="9090909" y="1140385"/>
              <a:ext cx="174240" cy="2412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1AB8D5C0-28C0-4D78-9BAB-38D8A53A82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72909" y="1122385"/>
                <a:ext cx="2098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93F46F2B-EA15-4B64-B240-88A46F9AF034}"/>
                  </a:ext>
                </a:extLst>
              </p14:cNvPr>
              <p14:cNvContentPartPr/>
              <p14:nvPr/>
            </p14:nvContentPartPr>
            <p14:xfrm>
              <a:off x="3640149" y="1732225"/>
              <a:ext cx="1416600" cy="25380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93F46F2B-EA15-4B64-B240-88A46F9AF03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22149" y="1714585"/>
                <a:ext cx="145224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862E7678-E1B5-445F-83A0-3039986833F1}"/>
                  </a:ext>
                </a:extLst>
              </p14:cNvPr>
              <p14:cNvContentPartPr/>
              <p14:nvPr/>
            </p14:nvContentPartPr>
            <p14:xfrm>
              <a:off x="2020869" y="1711705"/>
              <a:ext cx="1158840" cy="54504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862E7678-E1B5-445F-83A0-3039986833F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02869" y="1694065"/>
                <a:ext cx="1194480" cy="58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5C5A5488-EF5C-41B9-B7CA-E799715A71FC}"/>
                  </a:ext>
                </a:extLst>
              </p14:cNvPr>
              <p14:cNvContentPartPr/>
              <p14:nvPr/>
            </p14:nvContentPartPr>
            <p14:xfrm>
              <a:off x="3488949" y="2205625"/>
              <a:ext cx="789120" cy="42912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5C5A5488-EF5C-41B9-B7CA-E799715A71F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70949" y="2187625"/>
                <a:ext cx="82476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5" name="Cerneală 134">
                <a:extLst>
                  <a:ext uri="{FF2B5EF4-FFF2-40B4-BE49-F238E27FC236}">
                    <a16:creationId xmlns:a16="http://schemas.microsoft.com/office/drawing/2014/main" id="{49039271-C0B7-4284-A7F9-F1B484C04088}"/>
                  </a:ext>
                </a:extLst>
              </p14:cNvPr>
              <p14:cNvContentPartPr/>
              <p14:nvPr/>
            </p14:nvContentPartPr>
            <p14:xfrm>
              <a:off x="10236069" y="1193305"/>
              <a:ext cx="25560" cy="189360"/>
            </p14:xfrm>
          </p:contentPart>
        </mc:Choice>
        <mc:Fallback xmlns="">
          <p:pic>
            <p:nvPicPr>
              <p:cNvPr id="135" name="Cerneală 134">
                <a:extLst>
                  <a:ext uri="{FF2B5EF4-FFF2-40B4-BE49-F238E27FC236}">
                    <a16:creationId xmlns:a16="http://schemas.microsoft.com/office/drawing/2014/main" id="{49039271-C0B7-4284-A7F9-F1B484C0408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218429" y="1175305"/>
                <a:ext cx="612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36" name="Cerneală 135">
                <a:extLst>
                  <a:ext uri="{FF2B5EF4-FFF2-40B4-BE49-F238E27FC236}">
                    <a16:creationId xmlns:a16="http://schemas.microsoft.com/office/drawing/2014/main" id="{F01F8C56-F46C-4F8F-8FEC-D30F654E10CD}"/>
                  </a:ext>
                </a:extLst>
              </p14:cNvPr>
              <p14:cNvContentPartPr/>
              <p14:nvPr/>
            </p14:nvContentPartPr>
            <p14:xfrm>
              <a:off x="9996669" y="875065"/>
              <a:ext cx="182880" cy="39600"/>
            </p14:xfrm>
          </p:contentPart>
        </mc:Choice>
        <mc:Fallback xmlns="">
          <p:pic>
            <p:nvPicPr>
              <p:cNvPr id="136" name="Cerneală 135">
                <a:extLst>
                  <a:ext uri="{FF2B5EF4-FFF2-40B4-BE49-F238E27FC236}">
                    <a16:creationId xmlns:a16="http://schemas.microsoft.com/office/drawing/2014/main" id="{F01F8C56-F46C-4F8F-8FEC-D30F654E10C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978669" y="857065"/>
                <a:ext cx="21852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33A9820C-9A72-47D1-8112-38B3316D6A0B}"/>
                  </a:ext>
                </a:extLst>
              </p14:cNvPr>
              <p14:cNvContentPartPr/>
              <p14:nvPr/>
            </p14:nvContentPartPr>
            <p14:xfrm>
              <a:off x="10505709" y="1063345"/>
              <a:ext cx="190080" cy="1666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33A9820C-9A72-47D1-8112-38B3316D6A0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487709" y="1045345"/>
                <a:ext cx="22572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12A9EFBC-6368-4D69-A7D4-01A3E528EAF5}"/>
                  </a:ext>
                </a:extLst>
              </p14:cNvPr>
              <p14:cNvContentPartPr/>
              <p14:nvPr/>
            </p14:nvContentPartPr>
            <p14:xfrm>
              <a:off x="9981189" y="1048585"/>
              <a:ext cx="150120" cy="21852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12A9EFBC-6368-4D69-A7D4-01A3E528EAF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963189" y="1030945"/>
                <a:ext cx="1857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C7668BBC-E930-48B3-A5F5-B213DBFD1FD1}"/>
                  </a:ext>
                </a:extLst>
              </p14:cNvPr>
              <p14:cNvContentPartPr/>
              <p14:nvPr/>
            </p14:nvContentPartPr>
            <p14:xfrm>
              <a:off x="9595989" y="976585"/>
              <a:ext cx="270720" cy="36864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C7668BBC-E930-48B3-A5F5-B213DBFD1FD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578349" y="958945"/>
                <a:ext cx="30636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9" name="Cerneală 148">
                <a:extLst>
                  <a:ext uri="{FF2B5EF4-FFF2-40B4-BE49-F238E27FC236}">
                    <a16:creationId xmlns:a16="http://schemas.microsoft.com/office/drawing/2014/main" id="{88393122-FA88-4BF4-8BB1-57EC37233203}"/>
                  </a:ext>
                </a:extLst>
              </p14:cNvPr>
              <p14:cNvContentPartPr/>
              <p14:nvPr/>
            </p14:nvContentPartPr>
            <p14:xfrm>
              <a:off x="11689389" y="1178905"/>
              <a:ext cx="109800" cy="97200"/>
            </p14:xfrm>
          </p:contentPart>
        </mc:Choice>
        <mc:Fallback xmlns="">
          <p:pic>
            <p:nvPicPr>
              <p:cNvPr id="149" name="Cerneală 148">
                <a:extLst>
                  <a:ext uri="{FF2B5EF4-FFF2-40B4-BE49-F238E27FC236}">
                    <a16:creationId xmlns:a16="http://schemas.microsoft.com/office/drawing/2014/main" id="{88393122-FA88-4BF4-8BB1-57EC3723320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671389" y="1160905"/>
                <a:ext cx="1454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0" name="Cerneală 149">
                <a:extLst>
                  <a:ext uri="{FF2B5EF4-FFF2-40B4-BE49-F238E27FC236}">
                    <a16:creationId xmlns:a16="http://schemas.microsoft.com/office/drawing/2014/main" id="{B5C6EE19-0BED-4DBB-8CF5-E13D37E2E47D}"/>
                  </a:ext>
                </a:extLst>
              </p14:cNvPr>
              <p14:cNvContentPartPr/>
              <p14:nvPr/>
            </p14:nvContentPartPr>
            <p14:xfrm>
              <a:off x="11354589" y="1029505"/>
              <a:ext cx="253080" cy="244440"/>
            </p14:xfrm>
          </p:contentPart>
        </mc:Choice>
        <mc:Fallback xmlns="">
          <p:pic>
            <p:nvPicPr>
              <p:cNvPr id="150" name="Cerneală 149">
                <a:extLst>
                  <a:ext uri="{FF2B5EF4-FFF2-40B4-BE49-F238E27FC236}">
                    <a16:creationId xmlns:a16="http://schemas.microsoft.com/office/drawing/2014/main" id="{B5C6EE19-0BED-4DBB-8CF5-E13D37E2E47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336949" y="1011505"/>
                <a:ext cx="28872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51" name="Cerneală 150">
                <a:extLst>
                  <a:ext uri="{FF2B5EF4-FFF2-40B4-BE49-F238E27FC236}">
                    <a16:creationId xmlns:a16="http://schemas.microsoft.com/office/drawing/2014/main" id="{54024E03-8FFF-489B-B45A-434AA33309AC}"/>
                  </a:ext>
                </a:extLst>
              </p14:cNvPr>
              <p14:cNvContentPartPr/>
              <p14:nvPr/>
            </p14:nvContentPartPr>
            <p14:xfrm>
              <a:off x="10866429" y="1039225"/>
              <a:ext cx="403200" cy="304200"/>
            </p14:xfrm>
          </p:contentPart>
        </mc:Choice>
        <mc:Fallback xmlns="">
          <p:pic>
            <p:nvPicPr>
              <p:cNvPr id="151" name="Cerneală 150">
                <a:extLst>
                  <a:ext uri="{FF2B5EF4-FFF2-40B4-BE49-F238E27FC236}">
                    <a16:creationId xmlns:a16="http://schemas.microsoft.com/office/drawing/2014/main" id="{54024E03-8FFF-489B-B45A-434AA33309A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848789" y="1021585"/>
                <a:ext cx="43884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2" name="Cerneală 151">
                <a:extLst>
                  <a:ext uri="{FF2B5EF4-FFF2-40B4-BE49-F238E27FC236}">
                    <a16:creationId xmlns:a16="http://schemas.microsoft.com/office/drawing/2014/main" id="{F42960A1-6085-41F2-A0A4-DEEA4880E00F}"/>
                  </a:ext>
                </a:extLst>
              </p14:cNvPr>
              <p14:cNvContentPartPr/>
              <p14:nvPr/>
            </p14:nvContentPartPr>
            <p14:xfrm>
              <a:off x="10810269" y="927265"/>
              <a:ext cx="126720" cy="11160"/>
            </p14:xfrm>
          </p:contentPart>
        </mc:Choice>
        <mc:Fallback xmlns="">
          <p:pic>
            <p:nvPicPr>
              <p:cNvPr id="152" name="Cerneală 151">
                <a:extLst>
                  <a:ext uri="{FF2B5EF4-FFF2-40B4-BE49-F238E27FC236}">
                    <a16:creationId xmlns:a16="http://schemas.microsoft.com/office/drawing/2014/main" id="{F42960A1-6085-41F2-A0A4-DEEA4880E00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792269" y="909265"/>
                <a:ext cx="1623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53" name="Cerneală 152">
                <a:extLst>
                  <a:ext uri="{FF2B5EF4-FFF2-40B4-BE49-F238E27FC236}">
                    <a16:creationId xmlns:a16="http://schemas.microsoft.com/office/drawing/2014/main" id="{69C1DF8E-3B51-431E-9651-3D677BAD1D6F}"/>
                  </a:ext>
                </a:extLst>
              </p14:cNvPr>
              <p14:cNvContentPartPr/>
              <p14:nvPr/>
            </p14:nvContentPartPr>
            <p14:xfrm>
              <a:off x="1491669" y="3337465"/>
              <a:ext cx="137880" cy="8280"/>
            </p14:xfrm>
          </p:contentPart>
        </mc:Choice>
        <mc:Fallback xmlns="">
          <p:pic>
            <p:nvPicPr>
              <p:cNvPr id="153" name="Cerneală 152">
                <a:extLst>
                  <a:ext uri="{FF2B5EF4-FFF2-40B4-BE49-F238E27FC236}">
                    <a16:creationId xmlns:a16="http://schemas.microsoft.com/office/drawing/2014/main" id="{69C1DF8E-3B51-431E-9651-3D677BAD1D6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73669" y="3319465"/>
                <a:ext cx="17352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EA77BC59-CD95-43CA-A48C-0EA7282C939A}"/>
                  </a:ext>
                </a:extLst>
              </p14:cNvPr>
              <p14:cNvContentPartPr/>
              <p14:nvPr/>
            </p14:nvContentPartPr>
            <p14:xfrm>
              <a:off x="1520469" y="3474625"/>
              <a:ext cx="150120" cy="1260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EA77BC59-CD95-43CA-A48C-0EA7282C939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02469" y="3456625"/>
                <a:ext cx="1857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03BC8CA3-6A2C-423D-BFC0-EB2A8F44A50E}"/>
                  </a:ext>
                </a:extLst>
              </p14:cNvPr>
              <p14:cNvContentPartPr/>
              <p14:nvPr/>
            </p14:nvContentPartPr>
            <p14:xfrm>
              <a:off x="2560149" y="3176185"/>
              <a:ext cx="167760" cy="140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03BC8CA3-6A2C-423D-BFC0-EB2A8F44A50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42149" y="3158545"/>
                <a:ext cx="2034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74" name="Cerneală 173">
                <a:extLst>
                  <a:ext uri="{FF2B5EF4-FFF2-40B4-BE49-F238E27FC236}">
                    <a16:creationId xmlns:a16="http://schemas.microsoft.com/office/drawing/2014/main" id="{7689F66B-E5D3-41C6-923E-4070CEBF0D04}"/>
                  </a:ext>
                </a:extLst>
              </p14:cNvPr>
              <p14:cNvContentPartPr/>
              <p14:nvPr/>
            </p14:nvContentPartPr>
            <p14:xfrm>
              <a:off x="2050029" y="3282025"/>
              <a:ext cx="775080" cy="312120"/>
            </p14:xfrm>
          </p:contentPart>
        </mc:Choice>
        <mc:Fallback xmlns="">
          <p:pic>
            <p:nvPicPr>
              <p:cNvPr id="174" name="Cerneală 173">
                <a:extLst>
                  <a:ext uri="{FF2B5EF4-FFF2-40B4-BE49-F238E27FC236}">
                    <a16:creationId xmlns:a16="http://schemas.microsoft.com/office/drawing/2014/main" id="{7689F66B-E5D3-41C6-923E-4070CEBF0D0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32021" y="3264385"/>
                <a:ext cx="810737" cy="34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79" name="Cerneală 178">
                <a:extLst>
                  <a:ext uri="{FF2B5EF4-FFF2-40B4-BE49-F238E27FC236}">
                    <a16:creationId xmlns:a16="http://schemas.microsoft.com/office/drawing/2014/main" id="{194BF2FB-729D-48FD-BA1E-F7155465EE80}"/>
                  </a:ext>
                </a:extLst>
              </p14:cNvPr>
              <p14:cNvContentPartPr/>
              <p14:nvPr/>
            </p14:nvContentPartPr>
            <p14:xfrm>
              <a:off x="5697909" y="3394705"/>
              <a:ext cx="128880" cy="152640"/>
            </p14:xfrm>
          </p:contentPart>
        </mc:Choice>
        <mc:Fallback xmlns="">
          <p:pic>
            <p:nvPicPr>
              <p:cNvPr id="179" name="Cerneală 178">
                <a:extLst>
                  <a:ext uri="{FF2B5EF4-FFF2-40B4-BE49-F238E27FC236}">
                    <a16:creationId xmlns:a16="http://schemas.microsoft.com/office/drawing/2014/main" id="{194BF2FB-729D-48FD-BA1E-F7155465EE8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679909" y="3377065"/>
                <a:ext cx="16452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86" name="Cerneală 185">
                <a:extLst>
                  <a:ext uri="{FF2B5EF4-FFF2-40B4-BE49-F238E27FC236}">
                    <a16:creationId xmlns:a16="http://schemas.microsoft.com/office/drawing/2014/main" id="{68B0CD75-35D0-410C-96A5-E8E800EF6D3A}"/>
                  </a:ext>
                </a:extLst>
              </p14:cNvPr>
              <p14:cNvContentPartPr/>
              <p14:nvPr/>
            </p14:nvContentPartPr>
            <p14:xfrm>
              <a:off x="5433309" y="3182665"/>
              <a:ext cx="315000" cy="22680"/>
            </p14:xfrm>
          </p:contentPart>
        </mc:Choice>
        <mc:Fallback xmlns="">
          <p:pic>
            <p:nvPicPr>
              <p:cNvPr id="186" name="Cerneală 185">
                <a:extLst>
                  <a:ext uri="{FF2B5EF4-FFF2-40B4-BE49-F238E27FC236}">
                    <a16:creationId xmlns:a16="http://schemas.microsoft.com/office/drawing/2014/main" id="{68B0CD75-35D0-410C-96A5-E8E800EF6D3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15309" y="3164665"/>
                <a:ext cx="3506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87" name="Cerneală 186">
                <a:extLst>
                  <a:ext uri="{FF2B5EF4-FFF2-40B4-BE49-F238E27FC236}">
                    <a16:creationId xmlns:a16="http://schemas.microsoft.com/office/drawing/2014/main" id="{D52BC219-B27F-4160-9D2D-831CAF221B9A}"/>
                  </a:ext>
                </a:extLst>
              </p14:cNvPr>
              <p14:cNvContentPartPr/>
              <p14:nvPr/>
            </p14:nvContentPartPr>
            <p14:xfrm>
              <a:off x="6544989" y="3209665"/>
              <a:ext cx="482400" cy="246240"/>
            </p14:xfrm>
          </p:contentPart>
        </mc:Choice>
        <mc:Fallback xmlns="">
          <p:pic>
            <p:nvPicPr>
              <p:cNvPr id="187" name="Cerneală 186">
                <a:extLst>
                  <a:ext uri="{FF2B5EF4-FFF2-40B4-BE49-F238E27FC236}">
                    <a16:creationId xmlns:a16="http://schemas.microsoft.com/office/drawing/2014/main" id="{D52BC219-B27F-4160-9D2D-831CAF221B9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527349" y="3191665"/>
                <a:ext cx="5180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88" name="Cerneală 187">
                <a:extLst>
                  <a:ext uri="{FF2B5EF4-FFF2-40B4-BE49-F238E27FC236}">
                    <a16:creationId xmlns:a16="http://schemas.microsoft.com/office/drawing/2014/main" id="{E884E81B-405A-4527-AB50-FC57B49EE059}"/>
                  </a:ext>
                </a:extLst>
              </p14:cNvPr>
              <p14:cNvContentPartPr/>
              <p14:nvPr/>
            </p14:nvContentPartPr>
            <p14:xfrm>
              <a:off x="6006069" y="3272305"/>
              <a:ext cx="351720" cy="257040"/>
            </p14:xfrm>
          </p:contentPart>
        </mc:Choice>
        <mc:Fallback xmlns="">
          <p:pic>
            <p:nvPicPr>
              <p:cNvPr id="188" name="Cerneală 187">
                <a:extLst>
                  <a:ext uri="{FF2B5EF4-FFF2-40B4-BE49-F238E27FC236}">
                    <a16:creationId xmlns:a16="http://schemas.microsoft.com/office/drawing/2014/main" id="{E884E81B-405A-4527-AB50-FC57B49EE05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988069" y="3254305"/>
                <a:ext cx="38736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89" name="Cerneală 188">
                <a:extLst>
                  <a:ext uri="{FF2B5EF4-FFF2-40B4-BE49-F238E27FC236}">
                    <a16:creationId xmlns:a16="http://schemas.microsoft.com/office/drawing/2014/main" id="{0807F66E-F05A-4564-9698-AD679629203D}"/>
                  </a:ext>
                </a:extLst>
              </p14:cNvPr>
              <p14:cNvContentPartPr/>
              <p14:nvPr/>
            </p14:nvContentPartPr>
            <p14:xfrm>
              <a:off x="5404149" y="3296065"/>
              <a:ext cx="175680" cy="218160"/>
            </p14:xfrm>
          </p:contentPart>
        </mc:Choice>
        <mc:Fallback xmlns="">
          <p:pic>
            <p:nvPicPr>
              <p:cNvPr id="189" name="Cerneală 188">
                <a:extLst>
                  <a:ext uri="{FF2B5EF4-FFF2-40B4-BE49-F238E27FC236}">
                    <a16:creationId xmlns:a16="http://schemas.microsoft.com/office/drawing/2014/main" id="{0807F66E-F05A-4564-9698-AD679629203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86509" y="3278425"/>
                <a:ext cx="2113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90" name="Cerneală 189">
                <a:extLst>
                  <a:ext uri="{FF2B5EF4-FFF2-40B4-BE49-F238E27FC236}">
                    <a16:creationId xmlns:a16="http://schemas.microsoft.com/office/drawing/2014/main" id="{FC05B368-E767-493E-8DA9-D96297E97329}"/>
                  </a:ext>
                </a:extLst>
              </p14:cNvPr>
              <p14:cNvContentPartPr/>
              <p14:nvPr/>
            </p14:nvContentPartPr>
            <p14:xfrm>
              <a:off x="4812309" y="3378145"/>
              <a:ext cx="254160" cy="137160"/>
            </p14:xfrm>
          </p:contentPart>
        </mc:Choice>
        <mc:Fallback xmlns="">
          <p:pic>
            <p:nvPicPr>
              <p:cNvPr id="190" name="Cerneală 189">
                <a:extLst>
                  <a:ext uri="{FF2B5EF4-FFF2-40B4-BE49-F238E27FC236}">
                    <a16:creationId xmlns:a16="http://schemas.microsoft.com/office/drawing/2014/main" id="{FC05B368-E767-493E-8DA9-D96297E9732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794309" y="3360145"/>
                <a:ext cx="28980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6539AC65-C12C-449E-A6A1-B3E1305ACE75}"/>
                  </a:ext>
                </a:extLst>
              </p14:cNvPr>
              <p14:cNvContentPartPr/>
              <p14:nvPr/>
            </p14:nvContentPartPr>
            <p14:xfrm>
              <a:off x="7541109" y="3265825"/>
              <a:ext cx="143280" cy="396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6539AC65-C12C-449E-A6A1-B3E1305ACE7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523109" y="3248185"/>
                <a:ext cx="1789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6EAA29F3-D2EF-49D8-8D43-13D28F2165AF}"/>
                  </a:ext>
                </a:extLst>
              </p14:cNvPr>
              <p14:cNvContentPartPr/>
              <p14:nvPr/>
            </p14:nvContentPartPr>
            <p14:xfrm>
              <a:off x="7599069" y="3354025"/>
              <a:ext cx="162360" cy="1692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6EAA29F3-D2EF-49D8-8D43-13D28F2165AF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581069" y="3336385"/>
                <a:ext cx="1980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01" name="Cerneală 200">
                <a:extLst>
                  <a:ext uri="{FF2B5EF4-FFF2-40B4-BE49-F238E27FC236}">
                    <a16:creationId xmlns:a16="http://schemas.microsoft.com/office/drawing/2014/main" id="{F521D857-9C6A-46F5-9B13-81A6A3D24550}"/>
                  </a:ext>
                </a:extLst>
              </p14:cNvPr>
              <p14:cNvContentPartPr/>
              <p14:nvPr/>
            </p14:nvContentPartPr>
            <p14:xfrm>
              <a:off x="8927109" y="3349345"/>
              <a:ext cx="11520" cy="157680"/>
            </p14:xfrm>
          </p:contentPart>
        </mc:Choice>
        <mc:Fallback xmlns="">
          <p:pic>
            <p:nvPicPr>
              <p:cNvPr id="201" name="Cerneală 200">
                <a:extLst>
                  <a:ext uri="{FF2B5EF4-FFF2-40B4-BE49-F238E27FC236}">
                    <a16:creationId xmlns:a16="http://schemas.microsoft.com/office/drawing/2014/main" id="{F521D857-9C6A-46F5-9B13-81A6A3D2455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09469" y="3331705"/>
                <a:ext cx="4716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02" name="Cerneală 201">
                <a:extLst>
                  <a:ext uri="{FF2B5EF4-FFF2-40B4-BE49-F238E27FC236}">
                    <a16:creationId xmlns:a16="http://schemas.microsoft.com/office/drawing/2014/main" id="{22F44B90-9003-4815-AF9E-7BA83C4D92F9}"/>
                  </a:ext>
                </a:extLst>
              </p14:cNvPr>
              <p14:cNvContentPartPr/>
              <p14:nvPr/>
            </p14:nvContentPartPr>
            <p14:xfrm>
              <a:off x="8566389" y="3012385"/>
              <a:ext cx="200160" cy="5040"/>
            </p14:xfrm>
          </p:contentPart>
        </mc:Choice>
        <mc:Fallback xmlns="">
          <p:pic>
            <p:nvPicPr>
              <p:cNvPr id="202" name="Cerneală 201">
                <a:extLst>
                  <a:ext uri="{FF2B5EF4-FFF2-40B4-BE49-F238E27FC236}">
                    <a16:creationId xmlns:a16="http://schemas.microsoft.com/office/drawing/2014/main" id="{22F44B90-9003-4815-AF9E-7BA83C4D92F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548389" y="2994745"/>
                <a:ext cx="2358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3CCB9FB5-4A09-4AE9-B0E2-1FCA2998BF12}"/>
                  </a:ext>
                </a:extLst>
              </p14:cNvPr>
              <p14:cNvContentPartPr/>
              <p14:nvPr/>
            </p14:nvContentPartPr>
            <p14:xfrm>
              <a:off x="8551629" y="3176185"/>
              <a:ext cx="203040" cy="23472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3CCB9FB5-4A09-4AE9-B0E2-1FCA2998BF1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533989" y="3158545"/>
                <a:ext cx="23868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AF8A5A1A-4033-459B-A021-DECAF6E32BC4}"/>
                  </a:ext>
                </a:extLst>
              </p14:cNvPr>
              <p14:cNvContentPartPr/>
              <p14:nvPr/>
            </p14:nvContentPartPr>
            <p14:xfrm>
              <a:off x="8031789" y="3190225"/>
              <a:ext cx="387000" cy="32616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AF8A5A1A-4033-459B-A021-DECAF6E32BC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014149" y="3172585"/>
                <a:ext cx="42264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05" name="Cerneală 204">
                <a:extLst>
                  <a:ext uri="{FF2B5EF4-FFF2-40B4-BE49-F238E27FC236}">
                    <a16:creationId xmlns:a16="http://schemas.microsoft.com/office/drawing/2014/main" id="{82374181-1709-4CDF-9A3B-90FEAA3B03A9}"/>
                  </a:ext>
                </a:extLst>
              </p14:cNvPr>
              <p14:cNvContentPartPr/>
              <p14:nvPr/>
            </p14:nvContentPartPr>
            <p14:xfrm>
              <a:off x="3892869" y="4002025"/>
              <a:ext cx="277560" cy="267120"/>
            </p14:xfrm>
          </p:contentPart>
        </mc:Choice>
        <mc:Fallback xmlns="">
          <p:pic>
            <p:nvPicPr>
              <p:cNvPr id="205" name="Cerneală 204">
                <a:extLst>
                  <a:ext uri="{FF2B5EF4-FFF2-40B4-BE49-F238E27FC236}">
                    <a16:creationId xmlns:a16="http://schemas.microsoft.com/office/drawing/2014/main" id="{82374181-1709-4CDF-9A3B-90FEAA3B03A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75206" y="3984361"/>
                <a:ext cx="313246" cy="302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A42525DA-2077-4B4F-B920-A0A99598B9B0}"/>
                  </a:ext>
                </a:extLst>
              </p14:cNvPr>
              <p14:cNvContentPartPr/>
              <p14:nvPr/>
            </p14:nvContentPartPr>
            <p14:xfrm>
              <a:off x="3015549" y="3127945"/>
              <a:ext cx="1542240" cy="80388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A42525DA-2077-4B4F-B920-A0A99598B9B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997549" y="3109953"/>
                <a:ext cx="1577880" cy="8395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18" name="Cerneală 217">
                <a:extLst>
                  <a:ext uri="{FF2B5EF4-FFF2-40B4-BE49-F238E27FC236}">
                    <a16:creationId xmlns:a16="http://schemas.microsoft.com/office/drawing/2014/main" id="{5EC04062-1E69-4A6D-8B91-4109B15C1C1F}"/>
                  </a:ext>
                </a:extLst>
              </p14:cNvPr>
              <p14:cNvContentPartPr/>
              <p14:nvPr/>
            </p14:nvContentPartPr>
            <p14:xfrm>
              <a:off x="10135269" y="3055945"/>
              <a:ext cx="193320" cy="8280"/>
            </p14:xfrm>
          </p:contentPart>
        </mc:Choice>
        <mc:Fallback xmlns="">
          <p:pic>
            <p:nvPicPr>
              <p:cNvPr id="218" name="Cerneală 217">
                <a:extLst>
                  <a:ext uri="{FF2B5EF4-FFF2-40B4-BE49-F238E27FC236}">
                    <a16:creationId xmlns:a16="http://schemas.microsoft.com/office/drawing/2014/main" id="{5EC04062-1E69-4A6D-8B91-4109B15C1C1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117629" y="3037945"/>
                <a:ext cx="2289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19" name="Cerneală 218">
                <a:extLst>
                  <a:ext uri="{FF2B5EF4-FFF2-40B4-BE49-F238E27FC236}">
                    <a16:creationId xmlns:a16="http://schemas.microsoft.com/office/drawing/2014/main" id="{102070E3-AFE5-495B-8748-E02F2DC15162}"/>
                  </a:ext>
                </a:extLst>
              </p14:cNvPr>
              <p14:cNvContentPartPr/>
              <p14:nvPr/>
            </p14:nvContentPartPr>
            <p14:xfrm>
              <a:off x="11208429" y="3147025"/>
              <a:ext cx="452160" cy="318240"/>
            </p14:xfrm>
          </p:contentPart>
        </mc:Choice>
        <mc:Fallback xmlns="">
          <p:pic>
            <p:nvPicPr>
              <p:cNvPr id="219" name="Cerneală 218">
                <a:extLst>
                  <a:ext uri="{FF2B5EF4-FFF2-40B4-BE49-F238E27FC236}">
                    <a16:creationId xmlns:a16="http://schemas.microsoft.com/office/drawing/2014/main" id="{102070E3-AFE5-495B-8748-E02F2DC1516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190789" y="3129385"/>
                <a:ext cx="4878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20" name="Cerneală 219">
                <a:extLst>
                  <a:ext uri="{FF2B5EF4-FFF2-40B4-BE49-F238E27FC236}">
                    <a16:creationId xmlns:a16="http://schemas.microsoft.com/office/drawing/2014/main" id="{77E719FF-0EA4-4901-8AAF-D32192751DB9}"/>
                  </a:ext>
                </a:extLst>
              </p14:cNvPr>
              <p14:cNvContentPartPr/>
              <p14:nvPr/>
            </p14:nvContentPartPr>
            <p14:xfrm>
              <a:off x="10780029" y="3219385"/>
              <a:ext cx="289440" cy="298440"/>
            </p14:xfrm>
          </p:contentPart>
        </mc:Choice>
        <mc:Fallback xmlns="">
          <p:pic>
            <p:nvPicPr>
              <p:cNvPr id="220" name="Cerneală 219">
                <a:extLst>
                  <a:ext uri="{FF2B5EF4-FFF2-40B4-BE49-F238E27FC236}">
                    <a16:creationId xmlns:a16="http://schemas.microsoft.com/office/drawing/2014/main" id="{77E719FF-0EA4-4901-8AAF-D32192751DB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62007" y="3201745"/>
                <a:ext cx="325124" cy="33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21" name="Cerneală 220">
                <a:extLst>
                  <a:ext uri="{FF2B5EF4-FFF2-40B4-BE49-F238E27FC236}">
                    <a16:creationId xmlns:a16="http://schemas.microsoft.com/office/drawing/2014/main" id="{FC652A87-717E-4AED-A12C-A4AE03F8A567}"/>
                  </a:ext>
                </a:extLst>
              </p14:cNvPr>
              <p14:cNvContentPartPr/>
              <p14:nvPr/>
            </p14:nvContentPartPr>
            <p14:xfrm>
              <a:off x="10159389" y="3233785"/>
              <a:ext cx="428040" cy="321480"/>
            </p14:xfrm>
          </p:contentPart>
        </mc:Choice>
        <mc:Fallback xmlns="">
          <p:pic>
            <p:nvPicPr>
              <p:cNvPr id="221" name="Cerneală 220">
                <a:extLst>
                  <a:ext uri="{FF2B5EF4-FFF2-40B4-BE49-F238E27FC236}">
                    <a16:creationId xmlns:a16="http://schemas.microsoft.com/office/drawing/2014/main" id="{FC652A87-717E-4AED-A12C-A4AE03F8A56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141389" y="3215805"/>
                <a:ext cx="463680" cy="35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22" name="Cerneală 221">
                <a:extLst>
                  <a:ext uri="{FF2B5EF4-FFF2-40B4-BE49-F238E27FC236}">
                    <a16:creationId xmlns:a16="http://schemas.microsoft.com/office/drawing/2014/main" id="{A1552A3E-F611-473E-A196-1E33BDD9D1FC}"/>
                  </a:ext>
                </a:extLst>
              </p14:cNvPr>
              <p14:cNvContentPartPr/>
              <p14:nvPr/>
            </p14:nvContentPartPr>
            <p14:xfrm>
              <a:off x="9239949" y="3200305"/>
              <a:ext cx="284040" cy="195120"/>
            </p14:xfrm>
          </p:contentPart>
        </mc:Choice>
        <mc:Fallback xmlns="">
          <p:pic>
            <p:nvPicPr>
              <p:cNvPr id="222" name="Cerneală 221">
                <a:extLst>
                  <a:ext uri="{FF2B5EF4-FFF2-40B4-BE49-F238E27FC236}">
                    <a16:creationId xmlns:a16="http://schemas.microsoft.com/office/drawing/2014/main" id="{A1552A3E-F611-473E-A196-1E33BDD9D1F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222309" y="3182305"/>
                <a:ext cx="319680" cy="2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5426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A23E160-1995-42CB-B128-F0A86AFF3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777269"/>
            <a:ext cx="101346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61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E63B24F9-E5F8-4FDB-A386-DCC064AA9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502952"/>
            <a:ext cx="10096500" cy="29908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0D69599D-D038-4432-A31B-D0DB0609B6F8}"/>
                  </a:ext>
                </a:extLst>
              </p14:cNvPr>
              <p14:cNvContentPartPr/>
              <p14:nvPr/>
            </p14:nvContentPartPr>
            <p14:xfrm>
              <a:off x="7989669" y="3440785"/>
              <a:ext cx="1176120" cy="80064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0D69599D-D038-4432-A31B-D0DB0609B6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1669" y="3404785"/>
                <a:ext cx="1211760" cy="87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266CC42E-3E29-49A8-9C42-8AC21FB906A6}"/>
                  </a:ext>
                </a:extLst>
              </p14:cNvPr>
              <p14:cNvContentPartPr/>
              <p14:nvPr/>
            </p14:nvContentPartPr>
            <p14:xfrm>
              <a:off x="1453149" y="3864145"/>
              <a:ext cx="159120" cy="18252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266CC42E-3E29-49A8-9C42-8AC21FB906A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35149" y="3828145"/>
                <a:ext cx="1947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EE772C02-8EAD-426E-A456-C5B8FA984618}"/>
                  </a:ext>
                </a:extLst>
              </p14:cNvPr>
              <p14:cNvContentPartPr/>
              <p14:nvPr/>
            </p14:nvContentPartPr>
            <p14:xfrm>
              <a:off x="1438029" y="3835345"/>
              <a:ext cx="121320" cy="2653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EE772C02-8EAD-426E-A456-C5B8FA9846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20029" y="3799705"/>
                <a:ext cx="15696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8D71A068-A83E-4E53-A329-F2B8DD1EBCCA}"/>
                  </a:ext>
                </a:extLst>
              </p14:cNvPr>
              <p14:cNvContentPartPr/>
              <p14:nvPr/>
            </p14:nvContentPartPr>
            <p14:xfrm>
              <a:off x="1640709" y="3955225"/>
              <a:ext cx="135000" cy="29124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8D71A068-A83E-4E53-A329-F2B8DD1EBC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23069" y="3919585"/>
                <a:ext cx="1706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1C6D1E45-96DF-41B6-87BE-1B03B72ADA71}"/>
                  </a:ext>
                </a:extLst>
              </p14:cNvPr>
              <p14:cNvContentPartPr/>
              <p14:nvPr/>
            </p14:nvContentPartPr>
            <p14:xfrm>
              <a:off x="1780389" y="3883585"/>
              <a:ext cx="207000" cy="24660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1C6D1E45-96DF-41B6-87BE-1B03B72ADA7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62749" y="3847585"/>
                <a:ext cx="24264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552FA5D2-53CA-4466-AF3F-E5B71BEE5A30}"/>
                  </a:ext>
                </a:extLst>
              </p14:cNvPr>
              <p14:cNvContentPartPr/>
              <p14:nvPr/>
            </p14:nvContentPartPr>
            <p14:xfrm>
              <a:off x="1826469" y="3859465"/>
              <a:ext cx="103320" cy="32724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552FA5D2-53CA-4466-AF3F-E5B71BEE5A3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808829" y="3823465"/>
                <a:ext cx="138960" cy="39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E41BB935-9B34-4554-A115-10932D206538}"/>
                  </a:ext>
                </a:extLst>
              </p14:cNvPr>
              <p14:cNvContentPartPr/>
              <p14:nvPr/>
            </p14:nvContentPartPr>
            <p14:xfrm>
              <a:off x="1977669" y="4006705"/>
              <a:ext cx="164160" cy="25020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E41BB935-9B34-4554-A115-10932D20653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59669" y="3971065"/>
                <a:ext cx="1998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D941FB79-3BC1-4DC4-99B4-9FBA25ACE472}"/>
                  </a:ext>
                </a:extLst>
              </p14:cNvPr>
              <p14:cNvContentPartPr/>
              <p14:nvPr/>
            </p14:nvContentPartPr>
            <p14:xfrm>
              <a:off x="2228589" y="4393345"/>
              <a:ext cx="143280" cy="1659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D941FB79-3BC1-4DC4-99B4-9FBA25ACE47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10589" y="4357705"/>
                <a:ext cx="178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64A5C680-315A-44EB-A69A-CDB9314F8C55}"/>
                  </a:ext>
                </a:extLst>
              </p14:cNvPr>
              <p14:cNvContentPartPr/>
              <p14:nvPr/>
            </p14:nvContentPartPr>
            <p14:xfrm>
              <a:off x="2500029" y="4370665"/>
              <a:ext cx="167400" cy="1810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64A5C680-315A-44EB-A69A-CDB9314F8C5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82389" y="4334665"/>
                <a:ext cx="20304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AD3D3113-9B10-4C58-841E-0DA336DED1EC}"/>
                  </a:ext>
                </a:extLst>
              </p14:cNvPr>
              <p14:cNvContentPartPr/>
              <p14:nvPr/>
            </p14:nvContentPartPr>
            <p14:xfrm>
              <a:off x="2315349" y="4981945"/>
              <a:ext cx="127080" cy="16452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AD3D3113-9B10-4C58-841E-0DA336DED1E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97349" y="4946305"/>
                <a:ext cx="1627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B842BDE2-95A1-4B7C-840A-EB7CFB738EC1}"/>
                  </a:ext>
                </a:extLst>
              </p14:cNvPr>
              <p14:cNvContentPartPr/>
              <p14:nvPr/>
            </p14:nvContentPartPr>
            <p14:xfrm>
              <a:off x="2574549" y="4898425"/>
              <a:ext cx="30600" cy="29916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B842BDE2-95A1-4B7C-840A-EB7CFB738EC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556909" y="4862425"/>
                <a:ext cx="6624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FDBAFE1F-CBA2-496D-8956-37686462AD3B}"/>
                  </a:ext>
                </a:extLst>
              </p14:cNvPr>
              <p14:cNvContentPartPr/>
              <p14:nvPr/>
            </p14:nvContentPartPr>
            <p14:xfrm>
              <a:off x="2434869" y="6181825"/>
              <a:ext cx="28440" cy="21456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FDBAFE1F-CBA2-496D-8956-37686462AD3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417229" y="6145825"/>
                <a:ext cx="640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B0B295B1-02F3-435B-8907-5312A10A1F4F}"/>
                  </a:ext>
                </a:extLst>
              </p14:cNvPr>
              <p14:cNvContentPartPr/>
              <p14:nvPr/>
            </p14:nvContentPartPr>
            <p14:xfrm>
              <a:off x="2579229" y="6203065"/>
              <a:ext cx="174240" cy="1540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B0B295B1-02F3-435B-8907-5312A10A1F4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61589" y="6167425"/>
                <a:ext cx="20988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9B043EEC-6ECF-4FE1-90F9-5CE95A8DA6F6}"/>
                  </a:ext>
                </a:extLst>
              </p14:cNvPr>
              <p14:cNvContentPartPr/>
              <p14:nvPr/>
            </p14:nvContentPartPr>
            <p14:xfrm>
              <a:off x="2502189" y="5542105"/>
              <a:ext cx="26640" cy="2232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9B043EEC-6ECF-4FE1-90F9-5CE95A8DA6F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84549" y="5506465"/>
                <a:ext cx="6228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BD42A546-D447-4128-BF73-FB7A19F397FC}"/>
                  </a:ext>
                </a:extLst>
              </p14:cNvPr>
              <p14:cNvContentPartPr/>
              <p14:nvPr/>
            </p14:nvContentPartPr>
            <p14:xfrm>
              <a:off x="2641869" y="5499265"/>
              <a:ext cx="27360" cy="1954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BD42A546-D447-4128-BF73-FB7A19F397F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624229" y="5463625"/>
                <a:ext cx="630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5750817C-AD1B-455B-8CD8-C9C2150829BF}"/>
                  </a:ext>
                </a:extLst>
              </p14:cNvPr>
              <p14:cNvContentPartPr/>
              <p14:nvPr/>
            </p14:nvContentPartPr>
            <p14:xfrm>
              <a:off x="1877229" y="4441945"/>
              <a:ext cx="14400" cy="4748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5750817C-AD1B-455B-8CD8-C9C2150829B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859589" y="4405945"/>
                <a:ext cx="50040" cy="54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3" name="Cerneală 92">
                <a:extLst>
                  <a:ext uri="{FF2B5EF4-FFF2-40B4-BE49-F238E27FC236}">
                    <a16:creationId xmlns:a16="http://schemas.microsoft.com/office/drawing/2014/main" id="{7EE67C2C-BDFD-498A-BB13-62E2967BF71C}"/>
                  </a:ext>
                </a:extLst>
              </p14:cNvPr>
              <p14:cNvContentPartPr/>
              <p14:nvPr/>
            </p14:nvContentPartPr>
            <p14:xfrm>
              <a:off x="1775709" y="4860625"/>
              <a:ext cx="147240" cy="173160"/>
            </p14:xfrm>
          </p:contentPart>
        </mc:Choice>
        <mc:Fallback xmlns="">
          <p:pic>
            <p:nvPicPr>
              <p:cNvPr id="93" name="Cerneală 92">
                <a:extLst>
                  <a:ext uri="{FF2B5EF4-FFF2-40B4-BE49-F238E27FC236}">
                    <a16:creationId xmlns:a16="http://schemas.microsoft.com/office/drawing/2014/main" id="{7EE67C2C-BDFD-498A-BB13-62E2967BF71C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58069" y="4824625"/>
                <a:ext cx="18288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D55FF797-DCE4-4D8D-B010-16BDFC7B3D09}"/>
                  </a:ext>
                </a:extLst>
              </p14:cNvPr>
              <p14:cNvContentPartPr/>
              <p14:nvPr/>
            </p14:nvContentPartPr>
            <p14:xfrm>
              <a:off x="1948509" y="4822825"/>
              <a:ext cx="19440" cy="14400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D55FF797-DCE4-4D8D-B010-16BDFC7B3D0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930509" y="4786825"/>
                <a:ext cx="55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5D9FA15B-2DFE-41D8-8573-CCD0EF6030D3}"/>
                  </a:ext>
                </a:extLst>
              </p14:cNvPr>
              <p14:cNvContentPartPr/>
              <p14:nvPr/>
            </p14:nvContentPartPr>
            <p14:xfrm>
              <a:off x="1850949" y="5600425"/>
              <a:ext cx="232920" cy="8485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5D9FA15B-2DFE-41D8-8573-CCD0EF6030D3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832949" y="5564425"/>
                <a:ext cx="268560" cy="9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4BD0EB61-9C46-489F-B834-D7A2988FFD74}"/>
                  </a:ext>
                </a:extLst>
              </p14:cNvPr>
              <p14:cNvContentPartPr/>
              <p14:nvPr/>
            </p14:nvContentPartPr>
            <p14:xfrm>
              <a:off x="2419029" y="5534185"/>
              <a:ext cx="93240" cy="1515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4BD0EB61-9C46-489F-B834-D7A2988FFD74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01389" y="5498545"/>
                <a:ext cx="1288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29258E16-E698-4FD4-B701-580B20BFEBD9}"/>
                  </a:ext>
                </a:extLst>
              </p14:cNvPr>
              <p14:cNvContentPartPr/>
              <p14:nvPr/>
            </p14:nvContentPartPr>
            <p14:xfrm>
              <a:off x="2590749" y="5524465"/>
              <a:ext cx="51480" cy="774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29258E16-E698-4FD4-B701-580B20BFEBD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573109" y="5488825"/>
                <a:ext cx="871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5434685C-3736-4B3D-A243-0B18D18A67E5}"/>
                  </a:ext>
                </a:extLst>
              </p14:cNvPr>
              <p14:cNvContentPartPr/>
              <p14:nvPr/>
            </p14:nvContentPartPr>
            <p14:xfrm>
              <a:off x="9128349" y="3406585"/>
              <a:ext cx="1295640" cy="88272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5434685C-3736-4B3D-A243-0B18D18A67E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110349" y="3370585"/>
                <a:ext cx="1331280" cy="9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3C00D017-988E-4D7A-A765-F3A9593833D1}"/>
                  </a:ext>
                </a:extLst>
              </p14:cNvPr>
              <p14:cNvContentPartPr/>
              <p14:nvPr/>
            </p14:nvContentPartPr>
            <p14:xfrm>
              <a:off x="2083509" y="3387865"/>
              <a:ext cx="183600" cy="17784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3C00D017-988E-4D7A-A765-F3A9593833D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065509" y="3352225"/>
                <a:ext cx="21924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2" name="Cerneală 111">
                <a:extLst>
                  <a:ext uri="{FF2B5EF4-FFF2-40B4-BE49-F238E27FC236}">
                    <a16:creationId xmlns:a16="http://schemas.microsoft.com/office/drawing/2014/main" id="{82D00FEA-71D7-49FE-A47E-71934D9678F9}"/>
                  </a:ext>
                </a:extLst>
              </p14:cNvPr>
              <p14:cNvContentPartPr/>
              <p14:nvPr/>
            </p14:nvContentPartPr>
            <p14:xfrm>
              <a:off x="2121669" y="3378145"/>
              <a:ext cx="106560" cy="286560"/>
            </p14:xfrm>
          </p:contentPart>
        </mc:Choice>
        <mc:Fallback xmlns="">
          <p:pic>
            <p:nvPicPr>
              <p:cNvPr id="112" name="Cerneală 111">
                <a:extLst>
                  <a:ext uri="{FF2B5EF4-FFF2-40B4-BE49-F238E27FC236}">
                    <a16:creationId xmlns:a16="http://schemas.microsoft.com/office/drawing/2014/main" id="{82D00FEA-71D7-49FE-A47E-71934D9678F9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104029" y="3342145"/>
                <a:ext cx="14220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F8CE28C5-DCC0-42AD-9B02-114C0AC59D82}"/>
                  </a:ext>
                </a:extLst>
              </p14:cNvPr>
              <p14:cNvContentPartPr/>
              <p14:nvPr/>
            </p14:nvContentPartPr>
            <p14:xfrm>
              <a:off x="2343429" y="3468505"/>
              <a:ext cx="81000" cy="25020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F8CE28C5-DCC0-42AD-9B02-114C0AC59D82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325789" y="3432505"/>
                <a:ext cx="1166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6D96AE97-D778-4D0A-B432-52478AF0FA9D}"/>
                  </a:ext>
                </a:extLst>
              </p14:cNvPr>
              <p14:cNvContentPartPr/>
              <p14:nvPr/>
            </p14:nvContentPartPr>
            <p14:xfrm>
              <a:off x="2536029" y="3450505"/>
              <a:ext cx="181080" cy="23904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6D96AE97-D778-4D0A-B432-52478AF0FA9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2518389" y="3414505"/>
                <a:ext cx="21672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0FA7A68E-09A5-4D9C-8468-B446C56D5FA9}"/>
                  </a:ext>
                </a:extLst>
              </p14:cNvPr>
              <p14:cNvContentPartPr/>
              <p14:nvPr/>
            </p14:nvContentPartPr>
            <p14:xfrm>
              <a:off x="2564109" y="3436105"/>
              <a:ext cx="145440" cy="29952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0FA7A68E-09A5-4D9C-8468-B446C56D5FA9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546469" y="3400105"/>
                <a:ext cx="18108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330965EE-DBC6-4463-ABC1-CCDC20CE0439}"/>
                  </a:ext>
                </a:extLst>
              </p14:cNvPr>
              <p14:cNvContentPartPr/>
              <p14:nvPr/>
            </p14:nvContentPartPr>
            <p14:xfrm>
              <a:off x="2756349" y="3583345"/>
              <a:ext cx="168840" cy="15624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330965EE-DBC6-4463-ABC1-CCDC20CE043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738709" y="3547705"/>
                <a:ext cx="204480" cy="22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C4734AAD-398B-42DD-A3D3-2F7A8AA0B429}"/>
                  </a:ext>
                </a:extLst>
              </p14:cNvPr>
              <p14:cNvContentPartPr/>
              <p14:nvPr/>
            </p14:nvContentPartPr>
            <p14:xfrm>
              <a:off x="3073869" y="3877105"/>
              <a:ext cx="118800" cy="1666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C4734AAD-398B-42DD-A3D3-2F7A8AA0B429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055869" y="3841465"/>
                <a:ext cx="1544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18" name="Cerneală 117">
                <a:extLst>
                  <a:ext uri="{FF2B5EF4-FFF2-40B4-BE49-F238E27FC236}">
                    <a16:creationId xmlns:a16="http://schemas.microsoft.com/office/drawing/2014/main" id="{FF1CC80C-2543-4131-89D9-48FEFE2CF206}"/>
                  </a:ext>
                </a:extLst>
              </p14:cNvPr>
              <p14:cNvContentPartPr/>
              <p14:nvPr/>
            </p14:nvContentPartPr>
            <p14:xfrm>
              <a:off x="3280149" y="3863425"/>
              <a:ext cx="138240" cy="165240"/>
            </p14:xfrm>
          </p:contentPart>
        </mc:Choice>
        <mc:Fallback xmlns="">
          <p:pic>
            <p:nvPicPr>
              <p:cNvPr id="118" name="Cerneală 117">
                <a:extLst>
                  <a:ext uri="{FF2B5EF4-FFF2-40B4-BE49-F238E27FC236}">
                    <a16:creationId xmlns:a16="http://schemas.microsoft.com/office/drawing/2014/main" id="{FF1CC80C-2543-4131-89D9-48FEFE2CF206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262509" y="3827785"/>
                <a:ext cx="17388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A182C18F-4F45-490E-A3F5-2177918F1669}"/>
                  </a:ext>
                </a:extLst>
              </p14:cNvPr>
              <p14:cNvContentPartPr/>
              <p14:nvPr/>
            </p14:nvContentPartPr>
            <p14:xfrm>
              <a:off x="3798189" y="3856585"/>
              <a:ext cx="135000" cy="15408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A182C18F-4F45-490E-A3F5-2177918F166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780549" y="3820945"/>
                <a:ext cx="1706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C7DF95DE-6D29-4677-8DF0-B4069ECF9CF1}"/>
                  </a:ext>
                </a:extLst>
              </p14:cNvPr>
              <p14:cNvContentPartPr/>
              <p14:nvPr/>
            </p14:nvContentPartPr>
            <p14:xfrm>
              <a:off x="4066389" y="3836065"/>
              <a:ext cx="45000" cy="2224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C7DF95DE-6D29-4677-8DF0-B4069ECF9CF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048749" y="3800065"/>
                <a:ext cx="8064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D3F957B7-4750-4886-852C-F24637F74C06}"/>
                  </a:ext>
                </a:extLst>
              </p14:cNvPr>
              <p14:cNvContentPartPr/>
              <p14:nvPr/>
            </p14:nvContentPartPr>
            <p14:xfrm>
              <a:off x="5779629" y="3778105"/>
              <a:ext cx="32040" cy="20556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D3F957B7-4750-4886-852C-F24637F74C06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761629" y="3742105"/>
                <a:ext cx="6768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B53D5A81-A3FD-47C8-BFEF-B61741724D7E}"/>
                  </a:ext>
                </a:extLst>
              </p14:cNvPr>
              <p14:cNvContentPartPr/>
              <p14:nvPr/>
            </p14:nvContentPartPr>
            <p14:xfrm>
              <a:off x="5933709" y="3779185"/>
              <a:ext cx="181440" cy="18288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B53D5A81-A3FD-47C8-BFEF-B61741724D7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5916069" y="3743185"/>
                <a:ext cx="21708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10D11F33-767F-440B-AE01-B06ED15EDB72}"/>
                  </a:ext>
                </a:extLst>
              </p14:cNvPr>
              <p14:cNvContentPartPr/>
              <p14:nvPr/>
            </p14:nvContentPartPr>
            <p14:xfrm>
              <a:off x="4677669" y="3779185"/>
              <a:ext cx="39600" cy="23760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10D11F33-767F-440B-AE01-B06ED15EDB72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660029" y="3743545"/>
                <a:ext cx="75240" cy="30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04A3A032-F68D-40AE-A696-2244E8E4ED9C}"/>
                  </a:ext>
                </a:extLst>
              </p14:cNvPr>
              <p14:cNvContentPartPr/>
              <p14:nvPr/>
            </p14:nvContentPartPr>
            <p14:xfrm>
              <a:off x="4822029" y="3810145"/>
              <a:ext cx="59040" cy="198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04A3A032-F68D-40AE-A696-2244E8E4ED9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804389" y="3774505"/>
                <a:ext cx="946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125" name="Cerneală 124">
                <a:extLst>
                  <a:ext uri="{FF2B5EF4-FFF2-40B4-BE49-F238E27FC236}">
                    <a16:creationId xmlns:a16="http://schemas.microsoft.com/office/drawing/2014/main" id="{61C8906A-6C9A-4847-8295-627135675206}"/>
                  </a:ext>
                </a:extLst>
              </p14:cNvPr>
              <p14:cNvContentPartPr/>
              <p14:nvPr/>
            </p14:nvContentPartPr>
            <p14:xfrm>
              <a:off x="3320469" y="3541945"/>
              <a:ext cx="939240" cy="33480"/>
            </p14:xfrm>
          </p:contentPart>
        </mc:Choice>
        <mc:Fallback xmlns="">
          <p:pic>
            <p:nvPicPr>
              <p:cNvPr id="125" name="Cerneală 124">
                <a:extLst>
                  <a:ext uri="{FF2B5EF4-FFF2-40B4-BE49-F238E27FC236}">
                    <a16:creationId xmlns:a16="http://schemas.microsoft.com/office/drawing/2014/main" id="{61C8906A-6C9A-4847-8295-627135675206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302469" y="3506305"/>
                <a:ext cx="9748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126" name="Cerneală 125">
                <a:extLst>
                  <a:ext uri="{FF2B5EF4-FFF2-40B4-BE49-F238E27FC236}">
                    <a16:creationId xmlns:a16="http://schemas.microsoft.com/office/drawing/2014/main" id="{FEF29C0F-5FC9-4162-96A4-E9F3D6D6636B}"/>
                  </a:ext>
                </a:extLst>
              </p14:cNvPr>
              <p14:cNvContentPartPr/>
              <p14:nvPr/>
            </p14:nvContentPartPr>
            <p14:xfrm>
              <a:off x="4099869" y="3450505"/>
              <a:ext cx="224640" cy="220320"/>
            </p14:xfrm>
          </p:contentPart>
        </mc:Choice>
        <mc:Fallback xmlns="">
          <p:pic>
            <p:nvPicPr>
              <p:cNvPr id="126" name="Cerneală 125">
                <a:extLst>
                  <a:ext uri="{FF2B5EF4-FFF2-40B4-BE49-F238E27FC236}">
                    <a16:creationId xmlns:a16="http://schemas.microsoft.com/office/drawing/2014/main" id="{FEF29C0F-5FC9-4162-96A4-E9F3D6D6636B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082229" y="3414505"/>
                <a:ext cx="26028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127" name="Cerneală 126">
                <a:extLst>
                  <a:ext uri="{FF2B5EF4-FFF2-40B4-BE49-F238E27FC236}">
                    <a16:creationId xmlns:a16="http://schemas.microsoft.com/office/drawing/2014/main" id="{0BD848C7-FA22-418A-8F2B-9F3907E42BE5}"/>
                  </a:ext>
                </a:extLst>
              </p14:cNvPr>
              <p14:cNvContentPartPr/>
              <p14:nvPr/>
            </p14:nvContentPartPr>
            <p14:xfrm>
              <a:off x="5048109" y="3473905"/>
              <a:ext cx="1357200" cy="39600"/>
            </p14:xfrm>
          </p:contentPart>
        </mc:Choice>
        <mc:Fallback xmlns="">
          <p:pic>
            <p:nvPicPr>
              <p:cNvPr id="127" name="Cerneală 126">
                <a:extLst>
                  <a:ext uri="{FF2B5EF4-FFF2-40B4-BE49-F238E27FC236}">
                    <a16:creationId xmlns:a16="http://schemas.microsoft.com/office/drawing/2014/main" id="{0BD848C7-FA22-418A-8F2B-9F3907E42BE5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030109" y="3438265"/>
                <a:ext cx="1392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D91D3F05-2598-4C1C-B3D0-C088ACBA2016}"/>
                  </a:ext>
                </a:extLst>
              </p14:cNvPr>
              <p14:cNvContentPartPr/>
              <p14:nvPr/>
            </p14:nvContentPartPr>
            <p14:xfrm>
              <a:off x="5006349" y="3408385"/>
              <a:ext cx="239760" cy="14940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D91D3F05-2598-4C1C-B3D0-C088ACBA201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988349" y="3372745"/>
                <a:ext cx="2754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E0C39B90-60AC-4024-A29E-ED6F881CEC26}"/>
                  </a:ext>
                </a:extLst>
              </p14:cNvPr>
              <p14:cNvContentPartPr/>
              <p14:nvPr/>
            </p14:nvContentPartPr>
            <p14:xfrm>
              <a:off x="5437269" y="4665505"/>
              <a:ext cx="645840" cy="52884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E0C39B90-60AC-4024-A29E-ED6F881CEC2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419629" y="4629865"/>
                <a:ext cx="681480" cy="60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134" name="Cerneală 133">
                <a:extLst>
                  <a:ext uri="{FF2B5EF4-FFF2-40B4-BE49-F238E27FC236}">
                    <a16:creationId xmlns:a16="http://schemas.microsoft.com/office/drawing/2014/main" id="{372F4C8D-7BA6-4306-B696-D7A8DD24A562}"/>
                  </a:ext>
                </a:extLst>
              </p14:cNvPr>
              <p14:cNvContentPartPr/>
              <p14:nvPr/>
            </p14:nvContentPartPr>
            <p14:xfrm>
              <a:off x="5513229" y="4687465"/>
              <a:ext cx="529200" cy="450720"/>
            </p14:xfrm>
          </p:contentPart>
        </mc:Choice>
        <mc:Fallback xmlns="">
          <p:pic>
            <p:nvPicPr>
              <p:cNvPr id="134" name="Cerneală 133">
                <a:extLst>
                  <a:ext uri="{FF2B5EF4-FFF2-40B4-BE49-F238E27FC236}">
                    <a16:creationId xmlns:a16="http://schemas.microsoft.com/office/drawing/2014/main" id="{372F4C8D-7BA6-4306-B696-D7A8DD24A562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495589" y="4651825"/>
                <a:ext cx="56484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180" name="Cerneală 179">
                <a:extLst>
                  <a:ext uri="{FF2B5EF4-FFF2-40B4-BE49-F238E27FC236}">
                    <a16:creationId xmlns:a16="http://schemas.microsoft.com/office/drawing/2014/main" id="{3E415265-0640-4B21-98EC-98DE32E5A8C1}"/>
                  </a:ext>
                </a:extLst>
              </p14:cNvPr>
              <p14:cNvContentPartPr/>
              <p14:nvPr/>
            </p14:nvContentPartPr>
            <p14:xfrm>
              <a:off x="1818909" y="3479305"/>
              <a:ext cx="10154880" cy="3024360"/>
            </p14:xfrm>
          </p:contentPart>
        </mc:Choice>
        <mc:Fallback xmlns="">
          <p:pic>
            <p:nvPicPr>
              <p:cNvPr id="180" name="Cerneală 179">
                <a:extLst>
                  <a:ext uri="{FF2B5EF4-FFF2-40B4-BE49-F238E27FC236}">
                    <a16:creationId xmlns:a16="http://schemas.microsoft.com/office/drawing/2014/main" id="{3E415265-0640-4B21-98EC-98DE32E5A8C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801268" y="3461305"/>
                <a:ext cx="10190521" cy="306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9526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A845551-07F0-41CB-8FC1-8F6C817AA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416" y="1143025"/>
            <a:ext cx="8412388" cy="5394203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C0FE4CF2-6376-46B9-84EF-0A3F3D76C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594391"/>
            <a:ext cx="364807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8062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7919E4B0-34AF-493F-9EBB-04598F334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100107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56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r>
              <a:rPr lang="ro-RO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2F05C4D-D5BA-4B86-A5C2-B7ACF8218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1011555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22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82C79C7A-A4C2-4046-8DF4-8B2742CC4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25765"/>
            <a:ext cx="6963696" cy="56544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Cerneală 3">
                <a:extLst>
                  <a:ext uri="{FF2B5EF4-FFF2-40B4-BE49-F238E27FC236}">
                    <a16:creationId xmlns:a16="http://schemas.microsoft.com/office/drawing/2014/main" id="{FB064988-6070-428B-A381-FA2F31B8839E}"/>
                  </a:ext>
                </a:extLst>
              </p14:cNvPr>
              <p14:cNvContentPartPr/>
              <p14:nvPr/>
            </p14:nvContentPartPr>
            <p14:xfrm>
              <a:off x="8758629" y="2810065"/>
              <a:ext cx="61920" cy="805320"/>
            </p14:xfrm>
          </p:contentPart>
        </mc:Choice>
        <mc:Fallback xmlns="">
          <p:pic>
            <p:nvPicPr>
              <p:cNvPr id="4" name="Cerneală 3">
                <a:extLst>
                  <a:ext uri="{FF2B5EF4-FFF2-40B4-BE49-F238E27FC236}">
                    <a16:creationId xmlns:a16="http://schemas.microsoft.com/office/drawing/2014/main" id="{FB064988-6070-428B-A381-FA2F31B883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40989" y="2774425"/>
                <a:ext cx="97560" cy="87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E2E626F3-5B12-4EC9-ABA7-E29A1434A76B}"/>
                  </a:ext>
                </a:extLst>
              </p14:cNvPr>
              <p14:cNvContentPartPr/>
              <p14:nvPr/>
            </p14:nvContentPartPr>
            <p14:xfrm>
              <a:off x="8737029" y="2662105"/>
              <a:ext cx="2164680" cy="124524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E2E626F3-5B12-4EC9-ABA7-E29A1434A7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19029" y="2626465"/>
                <a:ext cx="2200320" cy="13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E9FBCE2-F13E-41E7-A3D5-38589AB3455E}"/>
                  </a:ext>
                </a:extLst>
              </p14:cNvPr>
              <p14:cNvContentPartPr/>
              <p14:nvPr/>
            </p14:nvContentPartPr>
            <p14:xfrm>
              <a:off x="7844229" y="2956945"/>
              <a:ext cx="805320" cy="212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E9FBCE2-F13E-41E7-A3D5-38589AB3455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26229" y="2921305"/>
                <a:ext cx="840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8D005F58-CFD2-43EF-B8E1-1F2AA31F251B}"/>
                  </a:ext>
                </a:extLst>
              </p14:cNvPr>
              <p14:cNvContentPartPr/>
              <p14:nvPr/>
            </p14:nvContentPartPr>
            <p14:xfrm>
              <a:off x="8272629" y="2829505"/>
              <a:ext cx="223560" cy="2728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8D005F58-CFD2-43EF-B8E1-1F2AA31F25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54989" y="2793505"/>
                <a:ext cx="2592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B9ABB125-7004-4F41-A70B-010C20D47DA4}"/>
                  </a:ext>
                </a:extLst>
              </p14:cNvPr>
              <p14:cNvContentPartPr/>
              <p14:nvPr/>
            </p14:nvContentPartPr>
            <p14:xfrm>
              <a:off x="8002989" y="3179785"/>
              <a:ext cx="14400" cy="468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B9ABB125-7004-4F41-A70B-010C20D47D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85349" y="3144145"/>
                <a:ext cx="500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BE1AFC21-F34E-4F5A-A593-D22FEDDC3676}"/>
                  </a:ext>
                </a:extLst>
              </p14:cNvPr>
              <p14:cNvContentPartPr/>
              <p14:nvPr/>
            </p14:nvContentPartPr>
            <p14:xfrm>
              <a:off x="7998309" y="3378145"/>
              <a:ext cx="2160" cy="61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BE1AFC21-F34E-4F5A-A593-D22FEDDC367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80669" y="3342145"/>
                <a:ext cx="378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C397A7D4-8581-4CB9-8D12-637D163C95C2}"/>
                  </a:ext>
                </a:extLst>
              </p14:cNvPr>
              <p14:cNvContentPartPr/>
              <p14:nvPr/>
            </p14:nvContentPartPr>
            <p14:xfrm>
              <a:off x="8002989" y="3517825"/>
              <a:ext cx="6480" cy="2484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C397A7D4-8581-4CB9-8D12-637D163C95C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85349" y="3481825"/>
                <a:ext cx="421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A2480A97-826E-4810-8DAC-987CC99CBA8A}"/>
                  </a:ext>
                </a:extLst>
              </p14:cNvPr>
              <p14:cNvContentPartPr/>
              <p14:nvPr/>
            </p14:nvContentPartPr>
            <p14:xfrm>
              <a:off x="7901829" y="3666145"/>
              <a:ext cx="749160" cy="684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A2480A97-826E-4810-8DAC-987CC99CBA8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84189" y="3630505"/>
                <a:ext cx="78480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C7C2AB4A-FA14-4895-BA13-C86111F6F773}"/>
                  </a:ext>
                </a:extLst>
              </p14:cNvPr>
              <p14:cNvContentPartPr/>
              <p14:nvPr/>
            </p14:nvContentPartPr>
            <p14:xfrm>
              <a:off x="8449749" y="3561025"/>
              <a:ext cx="178200" cy="29340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C7C2AB4A-FA14-4895-BA13-C86111F6F77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32109" y="3525385"/>
                <a:ext cx="21384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CF0C430A-BE59-47D7-8E41-F6986A117763}"/>
                  </a:ext>
                </a:extLst>
              </p14:cNvPr>
              <p14:cNvContentPartPr/>
              <p14:nvPr/>
            </p14:nvContentPartPr>
            <p14:xfrm>
              <a:off x="7767189" y="1997185"/>
              <a:ext cx="161280" cy="26172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CF0C430A-BE59-47D7-8E41-F6986A11776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49189" y="1961185"/>
                <a:ext cx="19692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A27E0336-30F4-423F-9EF1-22EBB694EF13}"/>
                  </a:ext>
                </a:extLst>
              </p14:cNvPr>
              <p14:cNvContentPartPr/>
              <p14:nvPr/>
            </p14:nvContentPartPr>
            <p14:xfrm>
              <a:off x="7905069" y="2117065"/>
              <a:ext cx="29160" cy="2732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A27E0336-30F4-423F-9EF1-22EBB694EF1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887069" y="2081425"/>
                <a:ext cx="648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91D0FE4C-94D9-4780-8677-0491598B1DDD}"/>
                  </a:ext>
                </a:extLst>
              </p14:cNvPr>
              <p14:cNvContentPartPr/>
              <p14:nvPr/>
            </p14:nvContentPartPr>
            <p14:xfrm>
              <a:off x="8094429" y="1828345"/>
              <a:ext cx="237960" cy="3427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91D0FE4C-94D9-4780-8677-0491598B1DD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076429" y="1792345"/>
                <a:ext cx="27360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67D5573-DEDF-489F-8C81-18F5EB93A314}"/>
                  </a:ext>
                </a:extLst>
              </p14:cNvPr>
              <p14:cNvContentPartPr/>
              <p14:nvPr/>
            </p14:nvContentPartPr>
            <p14:xfrm>
              <a:off x="8266509" y="1863625"/>
              <a:ext cx="10800" cy="136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67D5573-DEDF-489F-8C81-18F5EB93A31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48869" y="1827625"/>
                <a:ext cx="464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AB1C2C6C-0D7F-47C6-BB89-0FDD6EDE29F7}"/>
                  </a:ext>
                </a:extLst>
              </p14:cNvPr>
              <p14:cNvContentPartPr/>
              <p14:nvPr/>
            </p14:nvContentPartPr>
            <p14:xfrm>
              <a:off x="8412309" y="1664905"/>
              <a:ext cx="252720" cy="46332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AB1C2C6C-0D7F-47C6-BB89-0FDD6EDE29F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394669" y="1629265"/>
                <a:ext cx="28836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0FD52D88-89CA-4E43-819D-A4A2011E42B9}"/>
                  </a:ext>
                </a:extLst>
              </p14:cNvPr>
              <p14:cNvContentPartPr/>
              <p14:nvPr/>
            </p14:nvContentPartPr>
            <p14:xfrm>
              <a:off x="8712189" y="1925545"/>
              <a:ext cx="23040" cy="93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0FD52D88-89CA-4E43-819D-A4A2011E42B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694189" y="1889905"/>
                <a:ext cx="5868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DEEC834B-C52D-480B-AD90-E9511F04724B}"/>
                  </a:ext>
                </a:extLst>
              </p14:cNvPr>
              <p14:cNvContentPartPr/>
              <p14:nvPr/>
            </p14:nvContentPartPr>
            <p14:xfrm>
              <a:off x="8465229" y="1718905"/>
              <a:ext cx="302400" cy="85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DEEC834B-C52D-480B-AD90-E9511F04724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447229" y="1683265"/>
                <a:ext cx="33804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F8AA857-63DA-4923-9502-5D3EFC6BB033}"/>
                  </a:ext>
                </a:extLst>
              </p14:cNvPr>
              <p14:cNvContentPartPr/>
              <p14:nvPr/>
            </p14:nvContentPartPr>
            <p14:xfrm>
              <a:off x="7815429" y="4244665"/>
              <a:ext cx="361440" cy="4489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F8AA857-63DA-4923-9502-5D3EFC6BB03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797429" y="4208665"/>
                <a:ext cx="397080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31D64579-5C00-4AD9-8356-A237D0080AC4}"/>
                  </a:ext>
                </a:extLst>
              </p14:cNvPr>
              <p14:cNvContentPartPr/>
              <p14:nvPr/>
            </p14:nvContentPartPr>
            <p14:xfrm>
              <a:off x="7870149" y="4225225"/>
              <a:ext cx="234720" cy="48240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31D64579-5C00-4AD9-8356-A237D0080AC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852149" y="4189585"/>
                <a:ext cx="270360" cy="55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F812229D-52CE-46C6-B114-D1861FDA7226}"/>
                  </a:ext>
                </a:extLst>
              </p14:cNvPr>
              <p14:cNvContentPartPr/>
              <p14:nvPr/>
            </p14:nvContentPartPr>
            <p14:xfrm>
              <a:off x="10785069" y="2954425"/>
              <a:ext cx="610920" cy="54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F812229D-52CE-46C6-B114-D1861FDA722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767069" y="2918785"/>
                <a:ext cx="6465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40741CC8-30F9-481F-A164-187062C26C69}"/>
                  </a:ext>
                </a:extLst>
              </p14:cNvPr>
              <p14:cNvContentPartPr/>
              <p14:nvPr/>
            </p14:nvContentPartPr>
            <p14:xfrm>
              <a:off x="11064069" y="2848945"/>
              <a:ext cx="255600" cy="1976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40741CC8-30F9-481F-A164-187062C26C6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1046069" y="2812945"/>
                <a:ext cx="291240" cy="26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FE61A17-C7F5-4883-8AB0-C51F5C53F3C2}"/>
                  </a:ext>
                </a:extLst>
              </p14:cNvPr>
              <p14:cNvContentPartPr/>
              <p14:nvPr/>
            </p14:nvContentPartPr>
            <p14:xfrm>
              <a:off x="11044629" y="3204985"/>
              <a:ext cx="7920" cy="972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FE61A17-C7F5-4883-8AB0-C51F5C53F3C2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026989" y="3168985"/>
                <a:ext cx="435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CAE98978-1145-4284-9F73-29FED07EFD89}"/>
                  </a:ext>
                </a:extLst>
              </p14:cNvPr>
              <p14:cNvContentPartPr/>
              <p14:nvPr/>
            </p14:nvContentPartPr>
            <p14:xfrm>
              <a:off x="11044629" y="3358705"/>
              <a:ext cx="3240" cy="4140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CAE98978-1145-4284-9F73-29FED07EFD8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026989" y="3323065"/>
                <a:ext cx="38880" cy="11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BC28E81A-BE8D-4769-BE6D-BD394EB97367}"/>
                  </a:ext>
                </a:extLst>
              </p14:cNvPr>
              <p14:cNvContentPartPr/>
              <p14:nvPr/>
            </p14:nvContentPartPr>
            <p14:xfrm>
              <a:off x="11049669" y="3536905"/>
              <a:ext cx="360" cy="3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BC28E81A-BE8D-4769-BE6D-BD394EB9736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1031669" y="3501265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0A74666C-16D3-4209-B349-5E90E100FE14}"/>
                  </a:ext>
                </a:extLst>
              </p14:cNvPr>
              <p14:cNvContentPartPr/>
              <p14:nvPr/>
            </p14:nvContentPartPr>
            <p14:xfrm>
              <a:off x="10938789" y="3700705"/>
              <a:ext cx="606240" cy="536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0A74666C-16D3-4209-B349-5E90E100FE1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921149" y="3665065"/>
                <a:ext cx="641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D95B84EE-C36B-498C-A7A6-B948BCDC8634}"/>
                  </a:ext>
                </a:extLst>
              </p14:cNvPr>
              <p14:cNvContentPartPr/>
              <p14:nvPr/>
            </p14:nvContentPartPr>
            <p14:xfrm>
              <a:off x="11362509" y="3638065"/>
              <a:ext cx="176760" cy="22824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D95B84EE-C36B-498C-A7A6-B948BCDC8634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344509" y="3602425"/>
                <a:ext cx="2124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9021CF2F-0545-4C55-96CC-39A1EE5A1F5B}"/>
                  </a:ext>
                </a:extLst>
              </p14:cNvPr>
              <p14:cNvContentPartPr/>
              <p14:nvPr/>
            </p14:nvContentPartPr>
            <p14:xfrm>
              <a:off x="11039949" y="2012305"/>
              <a:ext cx="132120" cy="90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9021CF2F-0545-4C55-96CC-39A1EE5A1F5B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022309" y="1976665"/>
                <a:ext cx="167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9D08035C-17C1-4B9B-9C15-79A1AFEEFBA0}"/>
                  </a:ext>
                </a:extLst>
              </p14:cNvPr>
              <p14:cNvContentPartPr/>
              <p14:nvPr/>
            </p14:nvContentPartPr>
            <p14:xfrm>
              <a:off x="10986669" y="2045065"/>
              <a:ext cx="171720" cy="23796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9D08035C-17C1-4B9B-9C15-79A1AFEEFBA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0969029" y="2009425"/>
                <a:ext cx="20736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A110631-DF85-4055-A6F2-F7CF99252C8A}"/>
                  </a:ext>
                </a:extLst>
              </p14:cNvPr>
              <p14:cNvContentPartPr/>
              <p14:nvPr/>
            </p14:nvContentPartPr>
            <p14:xfrm>
              <a:off x="11290509" y="2001865"/>
              <a:ext cx="246240" cy="302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A110631-DF85-4055-A6F2-F7CF99252C8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1272509" y="1965865"/>
                <a:ext cx="28188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470C98D-7C9D-49DB-9B22-465FCF2CD10A}"/>
                  </a:ext>
                </a:extLst>
              </p14:cNvPr>
              <p14:cNvContentPartPr/>
              <p14:nvPr/>
            </p14:nvContentPartPr>
            <p14:xfrm>
              <a:off x="11480949" y="2046865"/>
              <a:ext cx="18720" cy="126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470C98D-7C9D-49DB-9B22-465FCF2CD10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11462949" y="2011225"/>
                <a:ext cx="5436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4AF64A56-7355-40D8-8851-DE104F417D32}"/>
                  </a:ext>
                </a:extLst>
              </p14:cNvPr>
              <p14:cNvContentPartPr/>
              <p14:nvPr/>
            </p14:nvContentPartPr>
            <p14:xfrm>
              <a:off x="11612709" y="1924825"/>
              <a:ext cx="169560" cy="38196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4AF64A56-7355-40D8-8851-DE104F417D32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1594709" y="1888825"/>
                <a:ext cx="205200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A43B0B97-F7B0-4DE8-84D4-459F2A741A4D}"/>
                  </a:ext>
                </a:extLst>
              </p14:cNvPr>
              <p14:cNvContentPartPr/>
              <p14:nvPr/>
            </p14:nvContentPartPr>
            <p14:xfrm>
              <a:off x="11844549" y="2138665"/>
              <a:ext cx="3960" cy="7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A43B0B97-F7B0-4DE8-84D4-459F2A741A4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1826909" y="2102665"/>
                <a:ext cx="3960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F2A586DA-6368-405D-9E31-03EFF4CCD890}"/>
                  </a:ext>
                </a:extLst>
              </p14:cNvPr>
              <p14:cNvContentPartPr/>
              <p14:nvPr/>
            </p14:nvContentPartPr>
            <p14:xfrm>
              <a:off x="11646549" y="1991065"/>
              <a:ext cx="225360" cy="352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F2A586DA-6368-405D-9E31-03EFF4CCD89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11628549" y="1955065"/>
                <a:ext cx="2610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C5D00934-265F-4231-9F5F-CE534E2BFA45}"/>
                  </a:ext>
                </a:extLst>
              </p14:cNvPr>
              <p14:cNvContentPartPr/>
              <p14:nvPr/>
            </p14:nvContentPartPr>
            <p14:xfrm>
              <a:off x="11217069" y="4152865"/>
              <a:ext cx="222840" cy="2098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C5D00934-265F-4231-9F5F-CE534E2BFA45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1199429" y="4117225"/>
                <a:ext cx="25848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B93D2855-0407-4801-AAAF-F11EFBDF37C0}"/>
                  </a:ext>
                </a:extLst>
              </p14:cNvPr>
              <p14:cNvContentPartPr/>
              <p14:nvPr/>
            </p14:nvContentPartPr>
            <p14:xfrm>
              <a:off x="11446029" y="4162945"/>
              <a:ext cx="113760" cy="4676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B93D2855-0407-4801-AAAF-F11EFBDF37C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1428029" y="4126945"/>
                <a:ext cx="14940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C608310-0558-4469-8C47-7A6DB4C00BDD}"/>
                  </a:ext>
                </a:extLst>
              </p14:cNvPr>
              <p14:cNvContentPartPr/>
              <p14:nvPr/>
            </p14:nvContentPartPr>
            <p14:xfrm>
              <a:off x="9057069" y="3070345"/>
              <a:ext cx="195480" cy="2178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C608310-0558-4469-8C47-7A6DB4C00BD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039069" y="3034345"/>
                <a:ext cx="23112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2D4E41AB-3257-413C-91DA-3339656ECD67}"/>
                  </a:ext>
                </a:extLst>
              </p14:cNvPr>
              <p14:cNvContentPartPr/>
              <p14:nvPr/>
            </p14:nvContentPartPr>
            <p14:xfrm>
              <a:off x="9239589" y="3060625"/>
              <a:ext cx="64440" cy="5032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2D4E41AB-3257-413C-91DA-3339656ECD6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221589" y="3024625"/>
                <a:ext cx="100080" cy="57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334A35B1-9C0C-46BB-8F6B-4769C4FAF249}"/>
                  </a:ext>
                </a:extLst>
              </p14:cNvPr>
              <p14:cNvContentPartPr/>
              <p14:nvPr/>
            </p14:nvContentPartPr>
            <p14:xfrm>
              <a:off x="9403749" y="3248185"/>
              <a:ext cx="172800" cy="50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334A35B1-9C0C-46BB-8F6B-4769C4FAF24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385749" y="3212185"/>
                <a:ext cx="2084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E0136C22-BB16-47B8-8D74-CC5DE2CAFD64}"/>
                  </a:ext>
                </a:extLst>
              </p14:cNvPr>
              <p14:cNvContentPartPr/>
              <p14:nvPr/>
            </p14:nvContentPartPr>
            <p14:xfrm>
              <a:off x="9446949" y="3354025"/>
              <a:ext cx="145080" cy="129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E0136C22-BB16-47B8-8D74-CC5DE2CAFD64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429309" y="3318385"/>
                <a:ext cx="1807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0172C7CD-74A9-4A1B-ACB6-23FA5A80DA3F}"/>
                  </a:ext>
                </a:extLst>
              </p14:cNvPr>
              <p14:cNvContentPartPr/>
              <p14:nvPr/>
            </p14:nvContentPartPr>
            <p14:xfrm>
              <a:off x="9764469" y="3166465"/>
              <a:ext cx="218160" cy="28332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0172C7CD-74A9-4A1B-ACB6-23FA5A80DA3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9746829" y="3130465"/>
                <a:ext cx="2538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B49FE06E-7263-46E6-B5C5-54AA934A0F3E}"/>
                  </a:ext>
                </a:extLst>
              </p14:cNvPr>
              <p14:cNvContentPartPr/>
              <p14:nvPr/>
            </p14:nvContentPartPr>
            <p14:xfrm>
              <a:off x="9796869" y="3176185"/>
              <a:ext cx="155880" cy="2800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B49FE06E-7263-46E6-B5C5-54AA934A0F3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779229" y="3140545"/>
                <a:ext cx="19152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EF244246-B45F-4E14-9733-5F40A02F453B}"/>
                  </a:ext>
                </a:extLst>
              </p14:cNvPr>
              <p14:cNvContentPartPr/>
              <p14:nvPr/>
            </p14:nvContentPartPr>
            <p14:xfrm>
              <a:off x="10062909" y="3301105"/>
              <a:ext cx="218520" cy="540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EF244246-B45F-4E14-9733-5F40A02F453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044909" y="3265465"/>
                <a:ext cx="25416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7D5DE247-ACC4-406E-BF7D-92B27BD7E77E}"/>
                  </a:ext>
                </a:extLst>
              </p14:cNvPr>
              <p14:cNvContentPartPr/>
              <p14:nvPr/>
            </p14:nvContentPartPr>
            <p14:xfrm>
              <a:off x="10160109" y="3195625"/>
              <a:ext cx="23400" cy="17568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7D5DE247-ACC4-406E-BF7D-92B27BD7E77E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142469" y="3159625"/>
                <a:ext cx="590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92CC0F03-2F92-478D-B931-99B9CD47D66D}"/>
                  </a:ext>
                </a:extLst>
              </p14:cNvPr>
              <p14:cNvContentPartPr/>
              <p14:nvPr/>
            </p14:nvContentPartPr>
            <p14:xfrm>
              <a:off x="10447749" y="3094105"/>
              <a:ext cx="177120" cy="147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92CC0F03-2F92-478D-B931-99B9CD47D66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0430109" y="3058105"/>
                <a:ext cx="21276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246D1D08-40FE-48BC-BB75-951ED5B98A07}"/>
                  </a:ext>
                </a:extLst>
              </p14:cNvPr>
              <p14:cNvContentPartPr/>
              <p14:nvPr/>
            </p14:nvContentPartPr>
            <p14:xfrm>
              <a:off x="10358829" y="3094465"/>
              <a:ext cx="176040" cy="3492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246D1D08-40FE-48BC-BB75-951ED5B98A07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0340829" y="3058465"/>
                <a:ext cx="21168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F305CBD6-1CDF-4093-B8A8-059A7EB14BB9}"/>
                  </a:ext>
                </a:extLst>
              </p14:cNvPr>
              <p14:cNvContentPartPr/>
              <p14:nvPr/>
            </p14:nvContentPartPr>
            <p14:xfrm>
              <a:off x="1166949" y="2421265"/>
              <a:ext cx="2451240" cy="30780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F305CBD6-1CDF-4093-B8A8-059A7EB14BB9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49309" y="2403265"/>
                <a:ext cx="248688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9A1E166A-2244-4D26-8F62-E4E757F7D86E}"/>
                  </a:ext>
                </a:extLst>
              </p14:cNvPr>
              <p14:cNvContentPartPr/>
              <p14:nvPr/>
            </p14:nvContentPartPr>
            <p14:xfrm>
              <a:off x="3810429" y="2375905"/>
              <a:ext cx="3807360" cy="37692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9A1E166A-2244-4D26-8F62-E4E757F7D86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792429" y="2357905"/>
                <a:ext cx="3843000" cy="4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25302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97591B54-D1B6-4705-AA95-8AD4B8360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244" y="868708"/>
            <a:ext cx="3566121" cy="318622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D76284F7-E97B-46E3-B6D4-616F68DE2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44" y="4526267"/>
            <a:ext cx="1460074" cy="822951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73A24184-7D17-44C1-AA10-A848A09FE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82" y="777269"/>
            <a:ext cx="4540365" cy="59997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10D9645A-1EF4-4371-B7B3-DB8F259B0D27}"/>
                  </a:ext>
                </a:extLst>
              </p14:cNvPr>
              <p14:cNvContentPartPr/>
              <p14:nvPr/>
            </p14:nvContentPartPr>
            <p14:xfrm>
              <a:off x="6296949" y="1606585"/>
              <a:ext cx="854640" cy="19494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10D9645A-1EF4-4371-B7B3-DB8F259B0D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79309" y="1570945"/>
                <a:ext cx="890280" cy="20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6C4D9870-E5C9-4FBF-BA71-BA732665C4F7}"/>
                  </a:ext>
                </a:extLst>
              </p14:cNvPr>
              <p14:cNvContentPartPr/>
              <p14:nvPr/>
            </p14:nvContentPartPr>
            <p14:xfrm>
              <a:off x="8330949" y="1542865"/>
              <a:ext cx="1049040" cy="210564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6C4D9870-E5C9-4FBF-BA71-BA732665C4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12949" y="1507225"/>
                <a:ext cx="1084680" cy="21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C4F60524-9750-4493-B822-5C73FDA44F35}"/>
                  </a:ext>
                </a:extLst>
              </p14:cNvPr>
              <p14:cNvContentPartPr/>
              <p14:nvPr/>
            </p14:nvContentPartPr>
            <p14:xfrm>
              <a:off x="8916309" y="4311985"/>
              <a:ext cx="35280" cy="30708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C4F60524-9750-4493-B822-5C73FDA44F3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98309" y="4275985"/>
                <a:ext cx="7092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4724AD1B-B41F-42E5-9B21-C983A70BB50B}"/>
                  </a:ext>
                </a:extLst>
              </p14:cNvPr>
              <p14:cNvContentPartPr/>
              <p14:nvPr/>
            </p14:nvContentPartPr>
            <p14:xfrm>
              <a:off x="8866989" y="4302265"/>
              <a:ext cx="237960" cy="40428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4724AD1B-B41F-42E5-9B21-C983A70BB50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49349" y="4266265"/>
                <a:ext cx="27360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3C5086CA-8624-4123-A6A1-46BC3727342F}"/>
                  </a:ext>
                </a:extLst>
              </p14:cNvPr>
              <p14:cNvContentPartPr/>
              <p14:nvPr/>
            </p14:nvContentPartPr>
            <p14:xfrm>
              <a:off x="8512749" y="4224145"/>
              <a:ext cx="902520" cy="6818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3C5086CA-8624-4123-A6A1-46BC3727342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95109" y="4188505"/>
                <a:ext cx="938160" cy="75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AD8D3B3-C2CF-4D3E-8B35-0E086C5FACE0}"/>
                  </a:ext>
                </a:extLst>
              </p14:cNvPr>
              <p14:cNvContentPartPr/>
              <p14:nvPr/>
            </p14:nvContentPartPr>
            <p14:xfrm>
              <a:off x="8445789" y="4350145"/>
              <a:ext cx="1078560" cy="563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AD8D3B3-C2CF-4D3E-8B35-0E086C5FACE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28149" y="4314505"/>
                <a:ext cx="1114200" cy="63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40080A44-79B2-4EB8-8840-D55DB74DF8B3}"/>
                  </a:ext>
                </a:extLst>
              </p14:cNvPr>
              <p14:cNvContentPartPr/>
              <p14:nvPr/>
            </p14:nvContentPartPr>
            <p14:xfrm>
              <a:off x="8823789" y="5255905"/>
              <a:ext cx="305280" cy="29916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40080A44-79B2-4EB8-8840-D55DB74DF8B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06149" y="5220265"/>
                <a:ext cx="34092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50592CEC-ED75-4D42-AF7F-C81E5851EB1F}"/>
                  </a:ext>
                </a:extLst>
              </p14:cNvPr>
              <p14:cNvContentPartPr/>
              <p14:nvPr/>
            </p14:nvContentPartPr>
            <p14:xfrm>
              <a:off x="6429429" y="1909345"/>
              <a:ext cx="194400" cy="784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50592CEC-ED75-4D42-AF7F-C81E5851EB1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411429" y="1873345"/>
                <a:ext cx="23004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57DEB263-00D6-4EF2-ABA4-FB6C1A667D55}"/>
                  </a:ext>
                </a:extLst>
              </p14:cNvPr>
              <p14:cNvContentPartPr/>
              <p14:nvPr/>
            </p14:nvContentPartPr>
            <p14:xfrm>
              <a:off x="6453189" y="1924465"/>
              <a:ext cx="266400" cy="1303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57DEB263-00D6-4EF2-ABA4-FB6C1A667D5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435549" y="1888825"/>
                <a:ext cx="3020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F462741C-326E-42C7-B5C1-AF6532A7B815}"/>
                  </a:ext>
                </a:extLst>
              </p14:cNvPr>
              <p14:cNvContentPartPr/>
              <p14:nvPr/>
            </p14:nvContentPartPr>
            <p14:xfrm>
              <a:off x="6434109" y="2393905"/>
              <a:ext cx="291240" cy="1278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F462741C-326E-42C7-B5C1-AF6532A7B81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416109" y="2358265"/>
                <a:ext cx="3268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5171EC47-767E-4F6B-985F-2B892EBCF1B3}"/>
                  </a:ext>
                </a:extLst>
              </p14:cNvPr>
              <p14:cNvContentPartPr/>
              <p14:nvPr/>
            </p14:nvContentPartPr>
            <p14:xfrm>
              <a:off x="6477309" y="2451865"/>
              <a:ext cx="264240" cy="1184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5171EC47-767E-4F6B-985F-2B892EBCF1B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59669" y="2415865"/>
                <a:ext cx="29988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93CDF57C-858E-4DF0-94F6-C4BAF867475E}"/>
                  </a:ext>
                </a:extLst>
              </p14:cNvPr>
              <p14:cNvContentPartPr/>
              <p14:nvPr/>
            </p14:nvContentPartPr>
            <p14:xfrm>
              <a:off x="6429429" y="2910145"/>
              <a:ext cx="279000" cy="1220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93CDF57C-858E-4DF0-94F6-C4BAF867475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411429" y="2874505"/>
                <a:ext cx="31464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4D4BDBE8-8A19-4545-8482-3BB1F7E4C5DB}"/>
                  </a:ext>
                </a:extLst>
              </p14:cNvPr>
              <p14:cNvContentPartPr/>
              <p14:nvPr/>
            </p14:nvContentPartPr>
            <p14:xfrm>
              <a:off x="6458229" y="2958745"/>
              <a:ext cx="317160" cy="1166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4D4BDBE8-8A19-4545-8482-3BB1F7E4C5D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440229" y="2923105"/>
                <a:ext cx="3528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4BC7434-3A62-424E-BEFD-31C0B7386EE1}"/>
                  </a:ext>
                </a:extLst>
              </p14:cNvPr>
              <p14:cNvContentPartPr/>
              <p14:nvPr/>
            </p14:nvContentPartPr>
            <p14:xfrm>
              <a:off x="6448509" y="3449425"/>
              <a:ext cx="235800" cy="925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4BC7434-3A62-424E-BEFD-31C0B7386EE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430869" y="3413785"/>
                <a:ext cx="2714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D80C5401-167C-46CF-9B32-FEEA98B85A66}"/>
                  </a:ext>
                </a:extLst>
              </p14:cNvPr>
              <p14:cNvContentPartPr/>
              <p14:nvPr/>
            </p14:nvContentPartPr>
            <p14:xfrm>
              <a:off x="6439149" y="3498025"/>
              <a:ext cx="258840" cy="12096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D80C5401-167C-46CF-9B32-FEEA98B85A6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421509" y="3462385"/>
                <a:ext cx="2944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C37866D5-16E9-454B-BD85-39581CB6BD19}"/>
                  </a:ext>
                </a:extLst>
              </p14:cNvPr>
              <p14:cNvContentPartPr/>
              <p14:nvPr/>
            </p14:nvContentPartPr>
            <p14:xfrm>
              <a:off x="8456949" y="5130265"/>
              <a:ext cx="1000080" cy="8161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C37866D5-16E9-454B-BD85-39581CB6BD1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438949" y="5094265"/>
                <a:ext cx="1035720" cy="88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8C41193F-6F52-485B-B65D-D1DA8EF86D69}"/>
                  </a:ext>
                </a:extLst>
              </p14:cNvPr>
              <p14:cNvContentPartPr/>
              <p14:nvPr/>
            </p14:nvContentPartPr>
            <p14:xfrm>
              <a:off x="8508429" y="5139625"/>
              <a:ext cx="1173240" cy="7761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8C41193F-6F52-485B-B65D-D1DA8EF86D6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90429" y="5103625"/>
                <a:ext cx="120888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56BD8C7A-A3D6-4D52-BF50-CC2B589C0FCF}"/>
                  </a:ext>
                </a:extLst>
              </p14:cNvPr>
              <p14:cNvContentPartPr/>
              <p14:nvPr/>
            </p14:nvContentPartPr>
            <p14:xfrm>
              <a:off x="6361029" y="1226065"/>
              <a:ext cx="92520" cy="36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56BD8C7A-A3D6-4D52-BF50-CC2B589C0FC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343389" y="1190065"/>
                <a:ext cx="12816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B30D6B37-92EC-40C8-B212-1D289A52994C}"/>
                  </a:ext>
                </a:extLst>
              </p14:cNvPr>
              <p14:cNvContentPartPr/>
              <p14:nvPr/>
            </p14:nvContentPartPr>
            <p14:xfrm>
              <a:off x="6839829" y="952825"/>
              <a:ext cx="80640" cy="1911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B30D6B37-92EC-40C8-B212-1D289A52994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6821829" y="916825"/>
                <a:ext cx="1162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ADE3DA9D-30FB-491A-96D9-73161FCEE838}"/>
                  </a:ext>
                </a:extLst>
              </p14:cNvPr>
              <p14:cNvContentPartPr/>
              <p14:nvPr/>
            </p14:nvContentPartPr>
            <p14:xfrm>
              <a:off x="6792309" y="1082425"/>
              <a:ext cx="96480" cy="914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ADE3DA9D-30FB-491A-96D9-73161FCEE83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774669" y="1046785"/>
                <a:ext cx="13212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224605D7-C335-4334-8D30-ACCE0B050925}"/>
                  </a:ext>
                </a:extLst>
              </p14:cNvPr>
              <p14:cNvContentPartPr/>
              <p14:nvPr/>
            </p14:nvContentPartPr>
            <p14:xfrm>
              <a:off x="8560629" y="890185"/>
              <a:ext cx="116640" cy="25488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224605D7-C335-4334-8D30-ACCE0B05092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542629" y="854185"/>
                <a:ext cx="1522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A1820014-BC3B-421F-A5E1-ECB9E87AAB90}"/>
                  </a:ext>
                </a:extLst>
              </p14:cNvPr>
              <p14:cNvContentPartPr/>
              <p14:nvPr/>
            </p14:nvContentPartPr>
            <p14:xfrm>
              <a:off x="8513109" y="1015105"/>
              <a:ext cx="129600" cy="1346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A1820014-BC3B-421F-A5E1-ECB9E87AAB9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495469" y="979465"/>
                <a:ext cx="16524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EC1A12E3-2539-4763-B868-62C741B4CF8C}"/>
                  </a:ext>
                </a:extLst>
              </p14:cNvPr>
              <p14:cNvContentPartPr/>
              <p14:nvPr/>
            </p14:nvContentPartPr>
            <p14:xfrm>
              <a:off x="8769429" y="6186505"/>
              <a:ext cx="239400" cy="37764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EC1A12E3-2539-4763-B868-62C741B4CF8C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751429" y="6150865"/>
                <a:ext cx="275040" cy="44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4A9E902-AC9D-404C-94BB-81A96FA5576D}"/>
                  </a:ext>
                </a:extLst>
              </p14:cNvPr>
              <p14:cNvContentPartPr/>
              <p14:nvPr/>
            </p14:nvContentPartPr>
            <p14:xfrm>
              <a:off x="8609589" y="6121345"/>
              <a:ext cx="731880" cy="5446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4A9E902-AC9D-404C-94BB-81A96FA5576D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591949" y="6085705"/>
                <a:ext cx="76752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F734F252-4A79-4683-88B5-EE3D9F31089A}"/>
                  </a:ext>
                </a:extLst>
              </p14:cNvPr>
              <p14:cNvContentPartPr/>
              <p14:nvPr/>
            </p14:nvContentPartPr>
            <p14:xfrm>
              <a:off x="8469549" y="6151585"/>
              <a:ext cx="1056240" cy="53856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F734F252-4A79-4683-88B5-EE3D9F31089A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51549" y="6115945"/>
                <a:ext cx="109188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F640664-AB24-4239-8201-5FB5382AFB05}"/>
                  </a:ext>
                </a:extLst>
              </p14:cNvPr>
              <p14:cNvContentPartPr/>
              <p14:nvPr/>
            </p14:nvContentPartPr>
            <p14:xfrm>
              <a:off x="8653509" y="1139305"/>
              <a:ext cx="433440" cy="30888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F640664-AB24-4239-8201-5FB5382AFB0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635869" y="1121305"/>
                <a:ext cx="46908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9149C963-C70D-424D-A95A-B54FB2B2FA12}"/>
                  </a:ext>
                </a:extLst>
              </p14:cNvPr>
              <p14:cNvContentPartPr/>
              <p14:nvPr/>
            </p14:nvContentPartPr>
            <p14:xfrm>
              <a:off x="6875469" y="819265"/>
              <a:ext cx="1003320" cy="63360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9149C963-C70D-424D-A95A-B54FB2B2FA12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857469" y="801625"/>
                <a:ext cx="1038960" cy="66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CF090C13-5903-49E8-9E4C-EA5889331D78}"/>
                  </a:ext>
                </a:extLst>
              </p14:cNvPr>
              <p14:cNvContentPartPr/>
              <p14:nvPr/>
            </p14:nvContentPartPr>
            <p14:xfrm>
              <a:off x="9538389" y="1016905"/>
              <a:ext cx="400680" cy="13356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CF090C13-5903-49E8-9E4C-EA5889331D7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520389" y="998905"/>
                <a:ext cx="4363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17A742A3-D793-4D8E-BCFC-2944AEB7FD4B}"/>
                  </a:ext>
                </a:extLst>
              </p14:cNvPr>
              <p14:cNvContentPartPr/>
              <p14:nvPr/>
            </p14:nvContentPartPr>
            <p14:xfrm>
              <a:off x="9249309" y="1003945"/>
              <a:ext cx="159480" cy="2293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17A742A3-D793-4D8E-BCFC-2944AEB7FD4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231669" y="986305"/>
                <a:ext cx="19512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B3B5B61C-7A00-4091-887D-3163B374A7AC}"/>
                  </a:ext>
                </a:extLst>
              </p14:cNvPr>
              <p14:cNvContentPartPr/>
              <p14:nvPr/>
            </p14:nvContentPartPr>
            <p14:xfrm>
              <a:off x="6692589" y="2598025"/>
              <a:ext cx="447480" cy="4204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B3B5B61C-7A00-4091-887D-3163B374A7A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674949" y="2580385"/>
                <a:ext cx="48312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C100D4AA-2E34-4065-A258-116809C6D29B}"/>
                  </a:ext>
                </a:extLst>
              </p14:cNvPr>
              <p14:cNvContentPartPr/>
              <p14:nvPr/>
            </p14:nvContentPartPr>
            <p14:xfrm>
              <a:off x="6640749" y="3174025"/>
              <a:ext cx="496800" cy="36684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C100D4AA-2E34-4065-A258-116809C6D29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623109" y="3156385"/>
                <a:ext cx="53244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3D7EE030-0D5D-4F1D-821C-FFA7FF86F237}"/>
                  </a:ext>
                </a:extLst>
              </p14:cNvPr>
              <p14:cNvContentPartPr/>
              <p14:nvPr/>
            </p14:nvContentPartPr>
            <p14:xfrm>
              <a:off x="6670269" y="1640425"/>
              <a:ext cx="459720" cy="8452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3D7EE030-0D5D-4F1D-821C-FFA7FF86F23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652629" y="1622777"/>
                <a:ext cx="495360" cy="8809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39CEC952-B5E4-445E-B4B1-240A7C025A94}"/>
                  </a:ext>
                </a:extLst>
              </p14:cNvPr>
              <p14:cNvContentPartPr/>
              <p14:nvPr/>
            </p14:nvContentPartPr>
            <p14:xfrm>
              <a:off x="8360829" y="1645465"/>
              <a:ext cx="622440" cy="189252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39CEC952-B5E4-445E-B4B1-240A7C025A94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342829" y="1627825"/>
                <a:ext cx="658080" cy="19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CED40BD0-AA32-49B9-88EC-3B175F1B0885}"/>
                  </a:ext>
                </a:extLst>
              </p14:cNvPr>
              <p14:cNvContentPartPr/>
              <p14:nvPr/>
            </p14:nvContentPartPr>
            <p14:xfrm>
              <a:off x="9572229" y="2328745"/>
              <a:ext cx="1803600" cy="110592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CED40BD0-AA32-49B9-88EC-3B175F1B088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54229" y="2310745"/>
                <a:ext cx="1839240" cy="114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586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E2A337FF-70C5-431A-ADCF-23A3F734C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10" y="4800585"/>
            <a:ext cx="2771775" cy="100012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F35F565B-06FF-4185-83EC-5DE4CE3FE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10" y="868708"/>
            <a:ext cx="3474682" cy="3228251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6D573236-F657-4AD6-A894-115AFDE1D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365" y="2057415"/>
            <a:ext cx="1485900" cy="1114425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1C19F887-5FD1-4061-B0B3-B991D509F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82" y="868708"/>
            <a:ext cx="4383434" cy="58064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E926B3D9-42B4-4FCF-BDC7-54C1BB457883}"/>
                  </a:ext>
                </a:extLst>
              </p14:cNvPr>
              <p14:cNvContentPartPr/>
              <p14:nvPr/>
            </p14:nvContentPartPr>
            <p14:xfrm>
              <a:off x="3786669" y="2608465"/>
              <a:ext cx="368280" cy="3952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E926B3D9-42B4-4FCF-BDC7-54C1BB45788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68669" y="2590825"/>
                <a:ext cx="40392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814D7CDC-02DC-4FFA-8F7F-12464AEAD0C1}"/>
                  </a:ext>
                </a:extLst>
              </p14:cNvPr>
              <p14:cNvContentPartPr/>
              <p14:nvPr/>
            </p14:nvContentPartPr>
            <p14:xfrm>
              <a:off x="76869" y="1832305"/>
              <a:ext cx="916200" cy="32940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814D7CDC-02DC-4FFA-8F7F-12464AEAD0C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869" y="1814305"/>
                <a:ext cx="95184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268FDFC3-1B52-4359-81AE-8166AAA7E148}"/>
                  </a:ext>
                </a:extLst>
              </p14:cNvPr>
              <p14:cNvContentPartPr/>
              <p14:nvPr/>
            </p14:nvContentPartPr>
            <p14:xfrm>
              <a:off x="1304109" y="1710985"/>
              <a:ext cx="398160" cy="2592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268FDFC3-1B52-4359-81AE-8166AAA7E1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6485" y="1693345"/>
                <a:ext cx="433768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1A7C5A18-44CC-4D5B-8F31-38992B35F0D7}"/>
                  </a:ext>
                </a:extLst>
              </p14:cNvPr>
              <p14:cNvContentPartPr/>
              <p14:nvPr/>
            </p14:nvContentPartPr>
            <p14:xfrm>
              <a:off x="177669" y="2406145"/>
              <a:ext cx="2142360" cy="6400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1A7C5A18-44CC-4D5B-8F31-38992B35F0D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9669" y="2388145"/>
                <a:ext cx="2178000" cy="67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F7FD0A3C-3355-46F7-A049-5EE164473A22}"/>
                  </a:ext>
                </a:extLst>
              </p14:cNvPr>
              <p14:cNvContentPartPr/>
              <p14:nvPr/>
            </p14:nvContentPartPr>
            <p14:xfrm>
              <a:off x="3756429" y="2597305"/>
              <a:ext cx="384840" cy="396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F7FD0A3C-3355-46F7-A049-5EE164473A2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38789" y="2561305"/>
                <a:ext cx="42048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87F72A32-ABA7-4B7A-A2CE-CA1294009364}"/>
                  </a:ext>
                </a:extLst>
              </p14:cNvPr>
              <p14:cNvContentPartPr/>
              <p14:nvPr/>
            </p14:nvContentPartPr>
            <p14:xfrm>
              <a:off x="4080789" y="2205625"/>
              <a:ext cx="2277000" cy="4316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87F72A32-ABA7-4B7A-A2CE-CA129400936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62789" y="2169985"/>
                <a:ext cx="2312640" cy="5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4E1A9A8B-E5CE-4659-B80D-49F940CC6FD1}"/>
                  </a:ext>
                </a:extLst>
              </p14:cNvPr>
              <p14:cNvContentPartPr/>
              <p14:nvPr/>
            </p14:nvContentPartPr>
            <p14:xfrm>
              <a:off x="5448069" y="840145"/>
              <a:ext cx="6422400" cy="42778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4E1A9A8B-E5CE-4659-B80D-49F940CC6FD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30069" y="822504"/>
                <a:ext cx="6458040" cy="431352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2479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37D3F70B-DEB6-4C66-BBAB-C101757BC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960147"/>
            <a:ext cx="4004483" cy="5460659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F5F8A798-C80D-429E-8188-BDD47FFED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93" y="960146"/>
            <a:ext cx="3931877" cy="3900589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0D03ECC3-030B-4BA3-A3B9-1B39160F8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804" y="1600220"/>
            <a:ext cx="2011658" cy="2227193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3C159FA-BE51-4CDE-877B-44D900629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293" y="5074902"/>
            <a:ext cx="5105400" cy="1438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421D92B7-F015-411A-B748-73E2E98421FB}"/>
                  </a:ext>
                </a:extLst>
              </p14:cNvPr>
              <p14:cNvContentPartPr/>
              <p14:nvPr/>
            </p14:nvContentPartPr>
            <p14:xfrm>
              <a:off x="7588989" y="799105"/>
              <a:ext cx="3273480" cy="190440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421D92B7-F015-411A-B748-73E2E98421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71347" y="781105"/>
                <a:ext cx="3309124" cy="19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EE3EDA51-B984-4070-912A-D08299DE9A13}"/>
                  </a:ext>
                </a:extLst>
              </p14:cNvPr>
              <p14:cNvContentPartPr/>
              <p14:nvPr/>
            </p14:nvContentPartPr>
            <p14:xfrm>
              <a:off x="5347989" y="3432505"/>
              <a:ext cx="597960" cy="49608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EE3EDA51-B984-4070-912A-D08299DE9A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30349" y="3414505"/>
                <a:ext cx="633600" cy="53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D7ED7ED9-F746-4B7F-8A4D-592B43842458}"/>
                  </a:ext>
                </a:extLst>
              </p14:cNvPr>
              <p14:cNvContentPartPr/>
              <p14:nvPr/>
            </p14:nvContentPartPr>
            <p14:xfrm>
              <a:off x="10517229" y="4258705"/>
              <a:ext cx="329760" cy="1573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D7ED7ED9-F746-4B7F-8A4D-592B438424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499249" y="4240705"/>
                <a:ext cx="365361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9A5454C4-3B69-4B21-801F-52187FA8EB7D}"/>
                  </a:ext>
                </a:extLst>
              </p14:cNvPr>
              <p14:cNvContentPartPr/>
              <p14:nvPr/>
            </p14:nvContentPartPr>
            <p14:xfrm>
              <a:off x="9499869" y="4261945"/>
              <a:ext cx="658440" cy="34992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9A5454C4-3B69-4B21-801F-52187FA8EB7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81869" y="4244305"/>
                <a:ext cx="69408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A97AC07B-DDB5-4B4F-AB43-F27732587E18}"/>
                  </a:ext>
                </a:extLst>
              </p14:cNvPr>
              <p14:cNvContentPartPr/>
              <p14:nvPr/>
            </p14:nvContentPartPr>
            <p14:xfrm>
              <a:off x="10563309" y="4554985"/>
              <a:ext cx="270000" cy="1648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A97AC07B-DDB5-4B4F-AB43-F27732587E1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545645" y="4536985"/>
                <a:ext cx="305688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9E66EF37-D288-468E-88D1-22D9C19A63EB}"/>
                  </a:ext>
                </a:extLst>
              </p14:cNvPr>
              <p14:cNvContentPartPr/>
              <p14:nvPr/>
            </p14:nvContentPartPr>
            <p14:xfrm>
              <a:off x="11589669" y="4362385"/>
              <a:ext cx="177840" cy="189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9E66EF37-D288-468E-88D1-22D9C19A63E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71669" y="4344745"/>
                <a:ext cx="2134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BD2E0BB-6674-473E-A0B2-4E9A0F8A5780}"/>
                  </a:ext>
                </a:extLst>
              </p14:cNvPr>
              <p14:cNvContentPartPr/>
              <p14:nvPr/>
            </p14:nvContentPartPr>
            <p14:xfrm>
              <a:off x="11025549" y="4422505"/>
              <a:ext cx="460800" cy="1810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BD2E0BB-6674-473E-A0B2-4E9A0F8A578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007549" y="4404865"/>
                <a:ext cx="49644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A24B771F-985A-41C2-8913-2A1946E4F971}"/>
                  </a:ext>
                </a:extLst>
              </p14:cNvPr>
              <p14:cNvContentPartPr/>
              <p14:nvPr/>
            </p14:nvContentPartPr>
            <p14:xfrm>
              <a:off x="11342709" y="4013545"/>
              <a:ext cx="116280" cy="20808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A24B771F-985A-41C2-8913-2A1946E4F97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325069" y="3995905"/>
                <a:ext cx="15192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FE520A71-1DB8-4832-95F7-579AA6688672}"/>
                  </a:ext>
                </a:extLst>
              </p14:cNvPr>
              <p14:cNvContentPartPr/>
              <p14:nvPr/>
            </p14:nvContentPartPr>
            <p14:xfrm>
              <a:off x="11625669" y="4023985"/>
              <a:ext cx="184320" cy="1684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FE520A71-1DB8-4832-95F7-579AA668867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607669" y="4006345"/>
                <a:ext cx="2199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6FEEAD49-3430-44ED-A916-055D6D863AA7}"/>
                  </a:ext>
                </a:extLst>
              </p14:cNvPr>
              <p14:cNvContentPartPr/>
              <p14:nvPr/>
            </p14:nvContentPartPr>
            <p14:xfrm>
              <a:off x="11275749" y="5432665"/>
              <a:ext cx="410040" cy="24912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6FEEAD49-3430-44ED-A916-055D6D863AA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1257749" y="5415025"/>
                <a:ext cx="4456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BE981BE-C39C-4AE1-876B-0E1FB7B2A41A}"/>
                  </a:ext>
                </a:extLst>
              </p14:cNvPr>
              <p14:cNvContentPartPr/>
              <p14:nvPr/>
            </p14:nvContentPartPr>
            <p14:xfrm>
              <a:off x="11155509" y="4927945"/>
              <a:ext cx="332280" cy="37188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BE981BE-C39C-4AE1-876B-0E1FB7B2A41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137528" y="4909945"/>
                <a:ext cx="367881" cy="40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56D77C22-DAC3-49D6-A8FF-64E8BC18EB44}"/>
                  </a:ext>
                </a:extLst>
              </p14:cNvPr>
              <p14:cNvContentPartPr/>
              <p14:nvPr/>
            </p14:nvContentPartPr>
            <p14:xfrm>
              <a:off x="10141029" y="5887705"/>
              <a:ext cx="423360" cy="29232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56D77C22-DAC3-49D6-A8FF-64E8BC18EB4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123389" y="5869705"/>
                <a:ext cx="45900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F72A45E6-15B0-44CC-986A-831CB1E824FB}"/>
                  </a:ext>
                </a:extLst>
              </p14:cNvPr>
              <p14:cNvContentPartPr/>
              <p14:nvPr/>
            </p14:nvContentPartPr>
            <p14:xfrm>
              <a:off x="6028389" y="1087105"/>
              <a:ext cx="1184400" cy="52308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F72A45E6-15B0-44CC-986A-831CB1E824F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010394" y="1069117"/>
                <a:ext cx="1220029" cy="558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05A2E73D-5C8B-4CEA-ADC9-FF81F8B53226}"/>
                  </a:ext>
                </a:extLst>
              </p14:cNvPr>
              <p14:cNvContentPartPr/>
              <p14:nvPr/>
            </p14:nvContentPartPr>
            <p14:xfrm>
              <a:off x="10805589" y="6024505"/>
              <a:ext cx="332640" cy="15948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05A2E73D-5C8B-4CEA-ADC9-FF81F8B5322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787949" y="6006865"/>
                <a:ext cx="36828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99" name="Cerneală 98">
                <a:extLst>
                  <a:ext uri="{FF2B5EF4-FFF2-40B4-BE49-F238E27FC236}">
                    <a16:creationId xmlns:a16="http://schemas.microsoft.com/office/drawing/2014/main" id="{76F73310-FCCC-4FFF-A77A-D908794455B4}"/>
                  </a:ext>
                </a:extLst>
              </p14:cNvPr>
              <p14:cNvContentPartPr/>
              <p14:nvPr/>
            </p14:nvContentPartPr>
            <p14:xfrm>
              <a:off x="11619549" y="6202345"/>
              <a:ext cx="430920" cy="239040"/>
            </p14:xfrm>
          </p:contentPart>
        </mc:Choice>
        <mc:Fallback xmlns="">
          <p:pic>
            <p:nvPicPr>
              <p:cNvPr id="99" name="Cerneală 98">
                <a:extLst>
                  <a:ext uri="{FF2B5EF4-FFF2-40B4-BE49-F238E27FC236}">
                    <a16:creationId xmlns:a16="http://schemas.microsoft.com/office/drawing/2014/main" id="{76F73310-FCCC-4FFF-A77A-D908794455B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601909" y="6184345"/>
                <a:ext cx="46656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00" name="Cerneală 99">
                <a:extLst>
                  <a:ext uri="{FF2B5EF4-FFF2-40B4-BE49-F238E27FC236}">
                    <a16:creationId xmlns:a16="http://schemas.microsoft.com/office/drawing/2014/main" id="{F460ED9A-B3A2-4239-8A4D-4DB6A9F9CEE7}"/>
                  </a:ext>
                </a:extLst>
              </p14:cNvPr>
              <p14:cNvContentPartPr/>
              <p14:nvPr/>
            </p14:nvContentPartPr>
            <p14:xfrm>
              <a:off x="11266029" y="6208105"/>
              <a:ext cx="226800" cy="214560"/>
            </p14:xfrm>
          </p:contentPart>
        </mc:Choice>
        <mc:Fallback xmlns="">
          <p:pic>
            <p:nvPicPr>
              <p:cNvPr id="100" name="Cerneală 99">
                <a:extLst>
                  <a:ext uri="{FF2B5EF4-FFF2-40B4-BE49-F238E27FC236}">
                    <a16:creationId xmlns:a16="http://schemas.microsoft.com/office/drawing/2014/main" id="{F460ED9A-B3A2-4239-8A4D-4DB6A9F9CE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248058" y="6190105"/>
                <a:ext cx="262384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2915B076-3EAF-448C-8212-FAB4FF23D139}"/>
                  </a:ext>
                </a:extLst>
              </p14:cNvPr>
              <p14:cNvContentPartPr/>
              <p14:nvPr/>
            </p14:nvContentPartPr>
            <p14:xfrm>
              <a:off x="10812789" y="6315385"/>
              <a:ext cx="257040" cy="1879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2915B076-3EAF-448C-8212-FAB4FF23D13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794789" y="6297745"/>
                <a:ext cx="2926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14541CAA-5420-4739-A868-7E50A0A1882D}"/>
                  </a:ext>
                </a:extLst>
              </p14:cNvPr>
              <p14:cNvContentPartPr/>
              <p14:nvPr/>
            </p14:nvContentPartPr>
            <p14:xfrm>
              <a:off x="10211229" y="3035785"/>
              <a:ext cx="1179360" cy="68040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14541CAA-5420-4739-A868-7E50A0A1882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193234" y="3017785"/>
                <a:ext cx="1214989" cy="71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05" name="Cerneală 104">
                <a:extLst>
                  <a:ext uri="{FF2B5EF4-FFF2-40B4-BE49-F238E27FC236}">
                    <a16:creationId xmlns:a16="http://schemas.microsoft.com/office/drawing/2014/main" id="{AC1160E4-F527-418F-9790-7640324B489F}"/>
                  </a:ext>
                </a:extLst>
              </p14:cNvPr>
              <p14:cNvContentPartPr/>
              <p14:nvPr/>
            </p14:nvContentPartPr>
            <p14:xfrm>
              <a:off x="5248629" y="1732225"/>
              <a:ext cx="685800" cy="579600"/>
            </p14:xfrm>
          </p:contentPart>
        </mc:Choice>
        <mc:Fallback xmlns="">
          <p:pic>
            <p:nvPicPr>
              <p:cNvPr id="105" name="Cerneală 104">
                <a:extLst>
                  <a:ext uri="{FF2B5EF4-FFF2-40B4-BE49-F238E27FC236}">
                    <a16:creationId xmlns:a16="http://schemas.microsoft.com/office/drawing/2014/main" id="{AC1160E4-F527-418F-9790-7640324B48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30989" y="1714225"/>
                <a:ext cx="721440" cy="61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43616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E87D36D-E1B4-4D17-A833-96CC96329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777269"/>
            <a:ext cx="4322099" cy="5691162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0FB8A122-5D46-4D71-9829-42BE76435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76" y="777269"/>
            <a:ext cx="3657560" cy="3284077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4C4BA920-E514-42C9-8F04-25C79DD76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292" y="960147"/>
            <a:ext cx="2103097" cy="2707909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9517DE16-BC76-432C-9901-5D8B0BD43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976" y="4251951"/>
            <a:ext cx="732472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904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4CFFBD4-D4C0-4940-A641-994B80B9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10" y="868708"/>
            <a:ext cx="3474682" cy="3299066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8309F470-2B38-4C01-B773-06427487D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4480511" cy="586988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E2EFA59B-A556-46D1-BA71-1080082D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10" y="4526268"/>
            <a:ext cx="3049760" cy="1280146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A56126E0-F57F-42DB-A390-B5E5D7B17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3487" y="1691659"/>
            <a:ext cx="1971653" cy="13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3728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4CFFBD4-D4C0-4940-A641-994B80B9F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10" y="868708"/>
            <a:ext cx="3474682" cy="3299066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8309F470-2B38-4C01-B773-06427487D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4480511" cy="586988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E2EFA59B-A556-46D1-BA71-1080082D6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10" y="4526268"/>
            <a:ext cx="3049760" cy="1280146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A56126E0-F57F-42DB-A390-B5E5D7B17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3487" y="1691659"/>
            <a:ext cx="1971653" cy="13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993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D3965201-A822-410A-95E7-223E93360E61}"/>
              </a:ext>
            </a:extLst>
          </p:cNvPr>
          <p:cNvSpPr/>
          <p:nvPr/>
        </p:nvSpPr>
        <p:spPr>
          <a:xfrm>
            <a:off x="335343" y="137196"/>
            <a:ext cx="102411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Simplificarea funcțiilor binare – </a:t>
            </a:r>
            <a:r>
              <a:rPr lang="ro-RO" b="1" dirty="0">
                <a:solidFill>
                  <a:srgbClr val="FF0000"/>
                </a:solidFill>
              </a:rPr>
              <a:t>Simplificare prin adiacență – diagrame </a:t>
            </a:r>
            <a:r>
              <a:rPr lang="ro-RO" b="1" dirty="0" err="1">
                <a:solidFill>
                  <a:srgbClr val="FF0000"/>
                </a:solidFill>
              </a:rPr>
              <a:t>Karnaugh</a:t>
            </a:r>
            <a:endParaRPr lang="ro-RO" b="1" dirty="0">
              <a:solidFill>
                <a:srgbClr val="FF0000"/>
              </a:solidFill>
            </a:endParaRPr>
          </a:p>
          <a:p>
            <a:r>
              <a:rPr lang="ro-RO" b="1" i="1" dirty="0"/>
              <a:t>Exemple de utilizare: circuit pentru adunare cu 5 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FAF7376D-2790-4F4C-A299-B667E206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417342"/>
            <a:ext cx="2979014" cy="3991189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6A725BC1-A6BE-4C8F-AA01-3D8315A7E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391" y="1417342"/>
            <a:ext cx="3558002" cy="4114755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0A91F7BD-EEBA-4E50-90FC-92D681D97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390" y="1417342"/>
            <a:ext cx="474345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19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Dreptunghi 65">
            <a:extLst>
              <a:ext uri="{FF2B5EF4-FFF2-40B4-BE49-F238E27FC236}">
                <a16:creationId xmlns:a16="http://schemas.microsoft.com/office/drawing/2014/main" id="{F1A83150-3AAE-42B6-A9D7-8F5826FEA287}"/>
              </a:ext>
            </a:extLst>
          </p:cNvPr>
          <p:cNvSpPr/>
          <p:nvPr/>
        </p:nvSpPr>
        <p:spPr>
          <a:xfrm>
            <a:off x="1158294" y="2514610"/>
            <a:ext cx="102411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sz="3200" b="1" i="1" dirty="0">
                <a:solidFill>
                  <a:srgbClr val="0000FF"/>
                </a:solidFill>
              </a:rPr>
              <a:t>Alte note de curs folosite </a:t>
            </a:r>
            <a:r>
              <a:rPr lang="ro-RO" sz="3200" b="1" i="1">
                <a:solidFill>
                  <a:srgbClr val="0000FF"/>
                </a:solidFill>
              </a:rPr>
              <a:t>in trecut</a:t>
            </a:r>
            <a:endParaRPr lang="ro-RO" sz="3200" b="1" i="1" dirty="0"/>
          </a:p>
        </p:txBody>
      </p:sp>
    </p:spTree>
    <p:extLst>
      <p:ext uri="{BB962C8B-B14F-4D97-AF65-F5344CB8AC3E}">
        <p14:creationId xmlns:p14="http://schemas.microsoft.com/office/powerpoint/2010/main" val="10660237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Cerneală 1">
                <a:extLst>
                  <a:ext uri="{FF2B5EF4-FFF2-40B4-BE49-F238E27FC236}">
                    <a16:creationId xmlns:a16="http://schemas.microsoft.com/office/drawing/2014/main" id="{9A63B903-3FA7-4BD6-AF9E-BA09C1DD398F}"/>
                  </a:ext>
                </a:extLst>
              </p14:cNvPr>
              <p14:cNvContentPartPr/>
              <p14:nvPr/>
            </p14:nvContentPartPr>
            <p14:xfrm>
              <a:off x="409149" y="856345"/>
              <a:ext cx="1020600" cy="387360"/>
            </p14:xfrm>
          </p:contentPart>
        </mc:Choice>
        <mc:Fallback xmlns="">
          <p:pic>
            <p:nvPicPr>
              <p:cNvPr id="2" name="Cerneală 1">
                <a:extLst>
                  <a:ext uri="{FF2B5EF4-FFF2-40B4-BE49-F238E27FC236}">
                    <a16:creationId xmlns:a16="http://schemas.microsoft.com/office/drawing/2014/main" id="{9A63B903-3FA7-4BD6-AF9E-BA09C1DD39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1149" y="838705"/>
                <a:ext cx="105624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2CE7E2D2-3E18-4E36-AA75-559FDAF10E06}"/>
                  </a:ext>
                </a:extLst>
              </p14:cNvPr>
              <p14:cNvContentPartPr/>
              <p14:nvPr/>
            </p14:nvContentPartPr>
            <p14:xfrm>
              <a:off x="3190509" y="1126345"/>
              <a:ext cx="123480" cy="46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2CE7E2D2-3E18-4E36-AA75-559FDAF10E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2509" y="1108345"/>
                <a:ext cx="1591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2ECCF61D-9520-420E-8A06-942BA1CDF814}"/>
                  </a:ext>
                </a:extLst>
              </p14:cNvPr>
              <p14:cNvContentPartPr/>
              <p14:nvPr/>
            </p14:nvContentPartPr>
            <p14:xfrm>
              <a:off x="3253149" y="1219225"/>
              <a:ext cx="145800" cy="14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2ECCF61D-9520-420E-8A06-942BA1CDF8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35149" y="1201225"/>
                <a:ext cx="18144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432D454C-7291-452B-9CF0-09E0C1E1BD0C}"/>
                  </a:ext>
                </a:extLst>
              </p14:cNvPr>
              <p14:cNvContentPartPr/>
              <p14:nvPr/>
            </p14:nvContentPartPr>
            <p14:xfrm>
              <a:off x="3604509" y="1052545"/>
              <a:ext cx="216720" cy="20808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432D454C-7291-452B-9CF0-09E0C1E1BD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86869" y="1034905"/>
                <a:ext cx="252360" cy="24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1BFABF1F-EDBB-4A40-AB1F-8E0DC6943183}"/>
                  </a:ext>
                </a:extLst>
              </p14:cNvPr>
              <p14:cNvContentPartPr/>
              <p14:nvPr/>
            </p14:nvContentPartPr>
            <p14:xfrm>
              <a:off x="3941469" y="1047865"/>
              <a:ext cx="58320" cy="2178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1BFABF1F-EDBB-4A40-AB1F-8E0DC69431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23469" y="1029865"/>
                <a:ext cx="9396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287CF10C-DC85-4BCE-BC30-DC649D64E087}"/>
                  </a:ext>
                </a:extLst>
              </p14:cNvPr>
              <p14:cNvContentPartPr/>
              <p14:nvPr/>
            </p14:nvContentPartPr>
            <p14:xfrm>
              <a:off x="4114629" y="1030585"/>
              <a:ext cx="54000" cy="2318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287CF10C-DC85-4BCE-BC30-DC649D64E0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96629" y="1012945"/>
                <a:ext cx="896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5B559523-86F5-4CAD-9AEC-6521950CF79B}"/>
                  </a:ext>
                </a:extLst>
              </p14:cNvPr>
              <p14:cNvContentPartPr/>
              <p14:nvPr/>
            </p14:nvContentPartPr>
            <p14:xfrm>
              <a:off x="1809189" y="1024825"/>
              <a:ext cx="1247400" cy="35532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5B559523-86F5-4CAD-9AEC-6521950CF7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91189" y="1006825"/>
                <a:ext cx="1283040" cy="39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8AB0E074-C97D-4554-B8F5-17F6200C84D7}"/>
                  </a:ext>
                </a:extLst>
              </p14:cNvPr>
              <p14:cNvContentPartPr/>
              <p14:nvPr/>
            </p14:nvContentPartPr>
            <p14:xfrm>
              <a:off x="6814269" y="1002145"/>
              <a:ext cx="136800" cy="133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8AB0E074-C97D-4554-B8F5-17F6200C84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96269" y="984505"/>
                <a:ext cx="1724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C6BEB5A8-25B2-4C93-AD34-70D0EBA720B5}"/>
                  </a:ext>
                </a:extLst>
              </p14:cNvPr>
              <p14:cNvContentPartPr/>
              <p14:nvPr/>
            </p14:nvContentPartPr>
            <p14:xfrm>
              <a:off x="6838749" y="1092145"/>
              <a:ext cx="175320" cy="72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C6BEB5A8-25B2-4C93-AD34-70D0EBA720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20749" y="1074145"/>
                <a:ext cx="2109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FA22304F-235F-45F8-86AC-3BD01C13D4CC}"/>
                  </a:ext>
                </a:extLst>
              </p14:cNvPr>
              <p14:cNvContentPartPr/>
              <p14:nvPr/>
            </p14:nvContentPartPr>
            <p14:xfrm>
              <a:off x="7107669" y="837625"/>
              <a:ext cx="196560" cy="1404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FA22304F-235F-45F8-86AC-3BD01C13D4C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90029" y="819985"/>
                <a:ext cx="2322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281F6617-A030-40D2-BB99-3D1123737855}"/>
                  </a:ext>
                </a:extLst>
              </p14:cNvPr>
              <p14:cNvContentPartPr/>
              <p14:nvPr/>
            </p14:nvContentPartPr>
            <p14:xfrm>
              <a:off x="7844589" y="957505"/>
              <a:ext cx="456120" cy="28044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281F6617-A030-40D2-BB99-3D11237378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26949" y="939505"/>
                <a:ext cx="4917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8FA8E559-FE75-4F2E-8EFF-DA665F64FC8D}"/>
                  </a:ext>
                </a:extLst>
              </p14:cNvPr>
              <p14:cNvContentPartPr/>
              <p14:nvPr/>
            </p14:nvContentPartPr>
            <p14:xfrm>
              <a:off x="7136829" y="933385"/>
              <a:ext cx="596520" cy="2973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8FA8E559-FE75-4F2E-8EFF-DA665F64FC8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119189" y="915385"/>
                <a:ext cx="63216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FCB1E03F-C215-4D41-AFD8-F274DEF54A2C}"/>
                  </a:ext>
                </a:extLst>
              </p14:cNvPr>
              <p14:cNvContentPartPr/>
              <p14:nvPr/>
            </p14:nvContentPartPr>
            <p14:xfrm>
              <a:off x="6217749" y="986305"/>
              <a:ext cx="485280" cy="32688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FCB1E03F-C215-4D41-AFD8-F274DEF54A2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99762" y="968325"/>
                <a:ext cx="520894" cy="3624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AF518C3D-013E-4FE7-8FC5-BFF31F391703}"/>
                  </a:ext>
                </a:extLst>
              </p14:cNvPr>
              <p14:cNvContentPartPr/>
              <p14:nvPr/>
            </p14:nvContentPartPr>
            <p14:xfrm>
              <a:off x="5505309" y="986305"/>
              <a:ext cx="353520" cy="20520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AF518C3D-013E-4FE7-8FC5-BFF31F39170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87687" y="968305"/>
                <a:ext cx="389124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A92E03F0-C419-4388-A7E9-4853BA6E220E}"/>
                  </a:ext>
                </a:extLst>
              </p14:cNvPr>
              <p14:cNvContentPartPr/>
              <p14:nvPr/>
            </p14:nvContentPartPr>
            <p14:xfrm>
              <a:off x="6284709" y="1740505"/>
              <a:ext cx="159480" cy="35820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A92E03F0-C419-4388-A7E9-4853BA6E22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67069" y="1722865"/>
                <a:ext cx="195120" cy="39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00931E46-6695-4484-B8B7-19F166129DFF}"/>
                  </a:ext>
                </a:extLst>
              </p14:cNvPr>
              <p14:cNvContentPartPr/>
              <p14:nvPr/>
            </p14:nvContentPartPr>
            <p14:xfrm>
              <a:off x="6559389" y="1970185"/>
              <a:ext cx="196920" cy="18684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00931E46-6695-4484-B8B7-19F166129DF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41389" y="1952545"/>
                <a:ext cx="2325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8CF7FAFB-64BA-451C-BC76-8DED9692CA18}"/>
                  </a:ext>
                </a:extLst>
              </p14:cNvPr>
              <p14:cNvContentPartPr/>
              <p14:nvPr/>
            </p14:nvContentPartPr>
            <p14:xfrm>
              <a:off x="6852789" y="1896025"/>
              <a:ext cx="163080" cy="68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8CF7FAFB-64BA-451C-BC76-8DED9692CA1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35149" y="1878025"/>
                <a:ext cx="1987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78A2088E-0C82-4CB4-BB0E-57DAB1114C02}"/>
                  </a:ext>
                </a:extLst>
              </p14:cNvPr>
              <p14:cNvContentPartPr/>
              <p14:nvPr/>
            </p14:nvContentPartPr>
            <p14:xfrm>
              <a:off x="6886629" y="2000785"/>
              <a:ext cx="121320" cy="648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78A2088E-0C82-4CB4-BB0E-57DAB1114C0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868989" y="1982785"/>
                <a:ext cx="15696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A43EDB33-C87A-4985-939B-16A93676BDA2}"/>
                  </a:ext>
                </a:extLst>
              </p14:cNvPr>
              <p14:cNvContentPartPr/>
              <p14:nvPr/>
            </p14:nvContentPartPr>
            <p14:xfrm>
              <a:off x="8527869" y="1654465"/>
              <a:ext cx="331920" cy="34596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A43EDB33-C87A-4985-939B-16A93676BDA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09889" y="1636465"/>
                <a:ext cx="367521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2D00EFCD-2671-48DD-A86D-47D9C6BC93D4}"/>
                  </a:ext>
                </a:extLst>
              </p14:cNvPr>
              <p14:cNvContentPartPr/>
              <p14:nvPr/>
            </p14:nvContentPartPr>
            <p14:xfrm>
              <a:off x="8974989" y="1687225"/>
              <a:ext cx="416880" cy="27324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2D00EFCD-2671-48DD-A86D-47D9C6BC93D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957349" y="1669585"/>
                <a:ext cx="4525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A468A3B5-DBCB-4C2C-B91A-DBF81F0EBA51}"/>
                  </a:ext>
                </a:extLst>
              </p14:cNvPr>
              <p14:cNvContentPartPr/>
              <p14:nvPr/>
            </p14:nvContentPartPr>
            <p14:xfrm>
              <a:off x="7762509" y="1717825"/>
              <a:ext cx="553320" cy="25200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A468A3B5-DBCB-4C2C-B91A-DBF81F0EBA5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744869" y="1699851"/>
                <a:ext cx="588960" cy="2875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0A6BA998-E9B1-4023-93F5-A8C1C8426A57}"/>
                  </a:ext>
                </a:extLst>
              </p14:cNvPr>
              <p14:cNvContentPartPr/>
              <p14:nvPr/>
            </p14:nvContentPartPr>
            <p14:xfrm>
              <a:off x="7262109" y="1790185"/>
              <a:ext cx="367920" cy="27936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0A6BA998-E9B1-4023-93F5-A8C1C8426A5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44109" y="1772185"/>
                <a:ext cx="40356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89407AB7-1BF1-44F4-8CEA-0FAC1572A8D1}"/>
                  </a:ext>
                </a:extLst>
              </p14:cNvPr>
              <p14:cNvContentPartPr/>
              <p14:nvPr/>
            </p14:nvContentPartPr>
            <p14:xfrm>
              <a:off x="8102349" y="1592545"/>
              <a:ext cx="182880" cy="147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89407AB7-1BF1-44F4-8CEA-0FAC1572A8D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84709" y="1574905"/>
                <a:ext cx="21852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1697B82A-4DEA-4024-B462-96F67E04497A}"/>
                  </a:ext>
                </a:extLst>
              </p14:cNvPr>
              <p14:cNvContentPartPr/>
              <p14:nvPr/>
            </p14:nvContentPartPr>
            <p14:xfrm>
              <a:off x="8965629" y="1550425"/>
              <a:ext cx="186120" cy="90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1697B82A-4DEA-4024-B462-96F67E04497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47989" y="1532425"/>
                <a:ext cx="2217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BC76B58-A145-488E-988C-831F72B28195}"/>
                  </a:ext>
                </a:extLst>
              </p14:cNvPr>
              <p14:cNvContentPartPr/>
              <p14:nvPr/>
            </p14:nvContentPartPr>
            <p14:xfrm>
              <a:off x="1558989" y="2733745"/>
              <a:ext cx="247680" cy="97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BC76B58-A145-488E-988C-831F72B2819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40989" y="2715745"/>
                <a:ext cx="2833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590AB987-5F70-419C-91B1-1EDCDF95A940}"/>
                  </a:ext>
                </a:extLst>
              </p14:cNvPr>
              <p14:cNvContentPartPr/>
              <p14:nvPr/>
            </p14:nvContentPartPr>
            <p14:xfrm>
              <a:off x="567549" y="2911225"/>
              <a:ext cx="770040" cy="38988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590AB987-5F70-419C-91B1-1EDCDF95A94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9909" y="2893569"/>
                <a:ext cx="805680" cy="425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72C496C4-11CF-4D3F-88EC-E2E9630B3DA6}"/>
                  </a:ext>
                </a:extLst>
              </p14:cNvPr>
              <p14:cNvContentPartPr/>
              <p14:nvPr/>
            </p14:nvContentPartPr>
            <p14:xfrm>
              <a:off x="2767149" y="2834185"/>
              <a:ext cx="475200" cy="2937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72C496C4-11CF-4D3F-88EC-E2E9630B3DA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49163" y="2816545"/>
                <a:ext cx="510813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2" name="Cerneală 81">
                <a:extLst>
                  <a:ext uri="{FF2B5EF4-FFF2-40B4-BE49-F238E27FC236}">
                    <a16:creationId xmlns:a16="http://schemas.microsoft.com/office/drawing/2014/main" id="{339A18AA-B887-4BBF-8B85-F724BB9FA33A}"/>
                  </a:ext>
                </a:extLst>
              </p14:cNvPr>
              <p14:cNvContentPartPr/>
              <p14:nvPr/>
            </p14:nvContentPartPr>
            <p14:xfrm>
              <a:off x="2213829" y="2858665"/>
              <a:ext cx="330480" cy="331920"/>
            </p14:xfrm>
          </p:contentPart>
        </mc:Choice>
        <mc:Fallback xmlns="">
          <p:pic>
            <p:nvPicPr>
              <p:cNvPr id="82" name="Cerneală 81">
                <a:extLst>
                  <a:ext uri="{FF2B5EF4-FFF2-40B4-BE49-F238E27FC236}">
                    <a16:creationId xmlns:a16="http://schemas.microsoft.com/office/drawing/2014/main" id="{339A18AA-B887-4BBF-8B85-F724BB9FA33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96189" y="2840665"/>
                <a:ext cx="36612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0412BB74-401B-4FAD-B2AA-23150D3E094F}"/>
                  </a:ext>
                </a:extLst>
              </p14:cNvPr>
              <p14:cNvContentPartPr/>
              <p14:nvPr/>
            </p14:nvContentPartPr>
            <p14:xfrm>
              <a:off x="1582749" y="2882785"/>
              <a:ext cx="473040" cy="2919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0412BB74-401B-4FAD-B2AA-23150D3E094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65096" y="2864785"/>
                <a:ext cx="508707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BE826513-63B3-4372-A508-47DDF85A70BF}"/>
                  </a:ext>
                </a:extLst>
              </p14:cNvPr>
              <p14:cNvContentPartPr/>
              <p14:nvPr/>
            </p14:nvContentPartPr>
            <p14:xfrm>
              <a:off x="1385829" y="3888625"/>
              <a:ext cx="168840" cy="118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BE826513-63B3-4372-A508-47DDF85A70B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67829" y="3870625"/>
                <a:ext cx="20448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48FD1EAB-90C1-43BC-BC46-05D00826B4E9}"/>
                  </a:ext>
                </a:extLst>
              </p14:cNvPr>
              <p14:cNvContentPartPr/>
              <p14:nvPr/>
            </p14:nvContentPartPr>
            <p14:xfrm>
              <a:off x="1419669" y="3981505"/>
              <a:ext cx="138960" cy="324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48FD1EAB-90C1-43BC-BC46-05D00826B4E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401669" y="3963865"/>
                <a:ext cx="1746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4926468B-E322-495D-81E8-1D55C3C18659}"/>
                  </a:ext>
                </a:extLst>
              </p14:cNvPr>
              <p14:cNvContentPartPr/>
              <p14:nvPr/>
            </p14:nvContentPartPr>
            <p14:xfrm>
              <a:off x="1756269" y="3677665"/>
              <a:ext cx="208800" cy="432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4926468B-E322-495D-81E8-1D55C3C1865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738629" y="3659665"/>
                <a:ext cx="2444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5F971DEB-5A65-4355-9D4B-8057F045AC30}"/>
                  </a:ext>
                </a:extLst>
              </p14:cNvPr>
              <p14:cNvContentPartPr/>
              <p14:nvPr/>
            </p14:nvContentPartPr>
            <p14:xfrm>
              <a:off x="2866509" y="3888265"/>
              <a:ext cx="16200" cy="2232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5F971DEB-5A65-4355-9D4B-8057F045AC3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848869" y="3870265"/>
                <a:ext cx="518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62237983-2BA5-4389-B68D-6D7124E811ED}"/>
                  </a:ext>
                </a:extLst>
              </p14:cNvPr>
              <p14:cNvContentPartPr/>
              <p14:nvPr/>
            </p14:nvContentPartPr>
            <p14:xfrm>
              <a:off x="3031389" y="3835345"/>
              <a:ext cx="408240" cy="21672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62237983-2BA5-4389-B68D-6D7124E811E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013733" y="3817705"/>
                <a:ext cx="443911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5C55689E-9CD3-4B15-B9D3-A2CDEEFD02BA}"/>
                  </a:ext>
                </a:extLst>
              </p14:cNvPr>
              <p14:cNvContentPartPr/>
              <p14:nvPr/>
            </p14:nvContentPartPr>
            <p14:xfrm>
              <a:off x="2468709" y="3830665"/>
              <a:ext cx="259920" cy="27432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5C55689E-9CD3-4B15-B9D3-A2CDEEFD02B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451093" y="3812641"/>
                <a:ext cx="295511" cy="310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0DD9B101-1C0B-4853-9919-86E6871A9F4D}"/>
                  </a:ext>
                </a:extLst>
              </p14:cNvPr>
              <p14:cNvContentPartPr/>
              <p14:nvPr/>
            </p14:nvContentPartPr>
            <p14:xfrm>
              <a:off x="1818909" y="3835345"/>
              <a:ext cx="498600" cy="2797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0DD9B101-1C0B-4853-9919-86E6871A9F4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801269" y="3817705"/>
                <a:ext cx="53424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A49EF32F-7FB5-4FF1-84B0-349EB2AEC439}"/>
                  </a:ext>
                </a:extLst>
              </p14:cNvPr>
              <p14:cNvContentPartPr/>
              <p14:nvPr/>
            </p14:nvContentPartPr>
            <p14:xfrm>
              <a:off x="711909" y="3830665"/>
              <a:ext cx="464040" cy="30852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A49EF32F-7FB5-4FF1-84B0-349EB2AEC43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94269" y="3812665"/>
                <a:ext cx="49968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06" name="Cerneală 105">
                <a:extLst>
                  <a:ext uri="{FF2B5EF4-FFF2-40B4-BE49-F238E27FC236}">
                    <a16:creationId xmlns:a16="http://schemas.microsoft.com/office/drawing/2014/main" id="{E4593B8E-4DC9-4C5D-96A8-767042D6FC2F}"/>
                  </a:ext>
                </a:extLst>
              </p14:cNvPr>
              <p14:cNvContentPartPr/>
              <p14:nvPr/>
            </p14:nvContentPartPr>
            <p14:xfrm>
              <a:off x="1610469" y="3478945"/>
              <a:ext cx="1882080" cy="106560"/>
            </p14:xfrm>
          </p:contentPart>
        </mc:Choice>
        <mc:Fallback xmlns="">
          <p:pic>
            <p:nvPicPr>
              <p:cNvPr id="106" name="Cerneală 105">
                <a:extLst>
                  <a:ext uri="{FF2B5EF4-FFF2-40B4-BE49-F238E27FC236}">
                    <a16:creationId xmlns:a16="http://schemas.microsoft.com/office/drawing/2014/main" id="{E4593B8E-4DC9-4C5D-96A8-767042D6FC2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92829" y="3461305"/>
                <a:ext cx="191772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07" name="Cerneală 106">
                <a:extLst>
                  <a:ext uri="{FF2B5EF4-FFF2-40B4-BE49-F238E27FC236}">
                    <a16:creationId xmlns:a16="http://schemas.microsoft.com/office/drawing/2014/main" id="{3E5186BB-7D9B-4038-BC74-78EE1571EEDE}"/>
                  </a:ext>
                </a:extLst>
              </p14:cNvPr>
              <p14:cNvContentPartPr/>
              <p14:nvPr/>
            </p14:nvContentPartPr>
            <p14:xfrm>
              <a:off x="624069" y="3608545"/>
              <a:ext cx="532800" cy="82440"/>
            </p14:xfrm>
          </p:contentPart>
        </mc:Choice>
        <mc:Fallback xmlns="">
          <p:pic>
            <p:nvPicPr>
              <p:cNvPr id="107" name="Cerneală 106">
                <a:extLst>
                  <a:ext uri="{FF2B5EF4-FFF2-40B4-BE49-F238E27FC236}">
                    <a16:creationId xmlns:a16="http://schemas.microsoft.com/office/drawing/2014/main" id="{3E5186BB-7D9B-4038-BC74-78EE1571EED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6429" y="3590905"/>
                <a:ext cx="56844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08" name="Cerneală 107">
                <a:extLst>
                  <a:ext uri="{FF2B5EF4-FFF2-40B4-BE49-F238E27FC236}">
                    <a16:creationId xmlns:a16="http://schemas.microsoft.com/office/drawing/2014/main" id="{8B0E254F-5BE1-4911-A02B-EC02761C8EBE}"/>
                  </a:ext>
                </a:extLst>
              </p14:cNvPr>
              <p14:cNvContentPartPr/>
              <p14:nvPr/>
            </p14:nvContentPartPr>
            <p14:xfrm>
              <a:off x="3787029" y="3887905"/>
              <a:ext cx="176040" cy="15120"/>
            </p14:xfrm>
          </p:contentPart>
        </mc:Choice>
        <mc:Fallback xmlns="">
          <p:pic>
            <p:nvPicPr>
              <p:cNvPr id="108" name="Cerneală 107">
                <a:extLst>
                  <a:ext uri="{FF2B5EF4-FFF2-40B4-BE49-F238E27FC236}">
                    <a16:creationId xmlns:a16="http://schemas.microsoft.com/office/drawing/2014/main" id="{8B0E254F-5BE1-4911-A02B-EC02761C8EB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769389" y="3870265"/>
                <a:ext cx="2116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09" name="Cerneală 108">
                <a:extLst>
                  <a:ext uri="{FF2B5EF4-FFF2-40B4-BE49-F238E27FC236}">
                    <a16:creationId xmlns:a16="http://schemas.microsoft.com/office/drawing/2014/main" id="{275B6BC3-D20A-458E-8E0C-DBB8A9E74888}"/>
                  </a:ext>
                </a:extLst>
              </p14:cNvPr>
              <p14:cNvContentPartPr/>
              <p14:nvPr/>
            </p14:nvContentPartPr>
            <p14:xfrm>
              <a:off x="3787029" y="3979705"/>
              <a:ext cx="197640" cy="16560"/>
            </p14:xfrm>
          </p:contentPart>
        </mc:Choice>
        <mc:Fallback xmlns="">
          <p:pic>
            <p:nvPicPr>
              <p:cNvPr id="109" name="Cerneală 108">
                <a:extLst>
                  <a:ext uri="{FF2B5EF4-FFF2-40B4-BE49-F238E27FC236}">
                    <a16:creationId xmlns:a16="http://schemas.microsoft.com/office/drawing/2014/main" id="{275B6BC3-D20A-458E-8E0C-DBB8A9E7488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769389" y="3962065"/>
                <a:ext cx="23328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495770F4-0129-4F5F-80D4-77D615D1ACF5}"/>
                  </a:ext>
                </a:extLst>
              </p14:cNvPr>
              <p14:cNvContentPartPr/>
              <p14:nvPr/>
            </p14:nvContentPartPr>
            <p14:xfrm>
              <a:off x="4292469" y="3667945"/>
              <a:ext cx="214920" cy="864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495770F4-0129-4F5F-80D4-77D615D1ACF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274469" y="3650305"/>
                <a:ext cx="2505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17" name="Cerneală 116">
                <a:extLst>
                  <a:ext uri="{FF2B5EF4-FFF2-40B4-BE49-F238E27FC236}">
                    <a16:creationId xmlns:a16="http://schemas.microsoft.com/office/drawing/2014/main" id="{3AB7FCC4-8353-4C38-948E-8FF731AE99ED}"/>
                  </a:ext>
                </a:extLst>
              </p14:cNvPr>
              <p14:cNvContentPartPr/>
              <p14:nvPr/>
            </p14:nvContentPartPr>
            <p14:xfrm>
              <a:off x="4263669" y="3545905"/>
              <a:ext cx="225720" cy="13680"/>
            </p14:xfrm>
          </p:contentPart>
        </mc:Choice>
        <mc:Fallback xmlns="">
          <p:pic>
            <p:nvPicPr>
              <p:cNvPr id="117" name="Cerneală 116">
                <a:extLst>
                  <a:ext uri="{FF2B5EF4-FFF2-40B4-BE49-F238E27FC236}">
                    <a16:creationId xmlns:a16="http://schemas.microsoft.com/office/drawing/2014/main" id="{3AB7FCC4-8353-4C38-948E-8FF731AE99E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246029" y="3527905"/>
                <a:ext cx="2613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28" name="Cerneală 127">
                <a:extLst>
                  <a:ext uri="{FF2B5EF4-FFF2-40B4-BE49-F238E27FC236}">
                    <a16:creationId xmlns:a16="http://schemas.microsoft.com/office/drawing/2014/main" id="{686EB3EF-21F2-4DFB-803E-FA8100E08D8B}"/>
                  </a:ext>
                </a:extLst>
              </p14:cNvPr>
              <p14:cNvContentPartPr/>
              <p14:nvPr/>
            </p14:nvContentPartPr>
            <p14:xfrm>
              <a:off x="6217749" y="3816265"/>
              <a:ext cx="429840" cy="264240"/>
            </p14:xfrm>
          </p:contentPart>
        </mc:Choice>
        <mc:Fallback xmlns="">
          <p:pic>
            <p:nvPicPr>
              <p:cNvPr id="128" name="Cerneală 127">
                <a:extLst>
                  <a:ext uri="{FF2B5EF4-FFF2-40B4-BE49-F238E27FC236}">
                    <a16:creationId xmlns:a16="http://schemas.microsoft.com/office/drawing/2014/main" id="{686EB3EF-21F2-4DFB-803E-FA8100E08D8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199749" y="3798265"/>
                <a:ext cx="46548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29" name="Cerneală 128">
                <a:extLst>
                  <a:ext uri="{FF2B5EF4-FFF2-40B4-BE49-F238E27FC236}">
                    <a16:creationId xmlns:a16="http://schemas.microsoft.com/office/drawing/2014/main" id="{1D8B86A9-3E6A-4D05-8130-680B59074595}"/>
                  </a:ext>
                </a:extLst>
              </p14:cNvPr>
              <p14:cNvContentPartPr/>
              <p14:nvPr/>
            </p14:nvContentPartPr>
            <p14:xfrm>
              <a:off x="5818149" y="3816265"/>
              <a:ext cx="196560" cy="235440"/>
            </p14:xfrm>
          </p:contentPart>
        </mc:Choice>
        <mc:Fallback xmlns="">
          <p:pic>
            <p:nvPicPr>
              <p:cNvPr id="129" name="Cerneală 128">
                <a:extLst>
                  <a:ext uri="{FF2B5EF4-FFF2-40B4-BE49-F238E27FC236}">
                    <a16:creationId xmlns:a16="http://schemas.microsoft.com/office/drawing/2014/main" id="{1D8B86A9-3E6A-4D05-8130-680B5907459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800509" y="3798265"/>
                <a:ext cx="23220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0" name="Cerneală 129">
                <a:extLst>
                  <a:ext uri="{FF2B5EF4-FFF2-40B4-BE49-F238E27FC236}">
                    <a16:creationId xmlns:a16="http://schemas.microsoft.com/office/drawing/2014/main" id="{D6FD8005-205D-493A-99FA-2C8A3992293E}"/>
                  </a:ext>
                </a:extLst>
              </p14:cNvPr>
              <p14:cNvContentPartPr/>
              <p14:nvPr/>
            </p14:nvContentPartPr>
            <p14:xfrm>
              <a:off x="5298309" y="3787465"/>
              <a:ext cx="288000" cy="331920"/>
            </p14:xfrm>
          </p:contentPart>
        </mc:Choice>
        <mc:Fallback xmlns="">
          <p:pic>
            <p:nvPicPr>
              <p:cNvPr id="130" name="Cerneală 129">
                <a:extLst>
                  <a:ext uri="{FF2B5EF4-FFF2-40B4-BE49-F238E27FC236}">
                    <a16:creationId xmlns:a16="http://schemas.microsoft.com/office/drawing/2014/main" id="{D6FD8005-205D-493A-99FA-2C8A3992293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280669" y="3769485"/>
                <a:ext cx="323640" cy="367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1" name="Cerneală 130">
                <a:extLst>
                  <a:ext uri="{FF2B5EF4-FFF2-40B4-BE49-F238E27FC236}">
                    <a16:creationId xmlns:a16="http://schemas.microsoft.com/office/drawing/2014/main" id="{F95542FF-247C-4923-8007-56E82D653588}"/>
                  </a:ext>
                </a:extLst>
              </p14:cNvPr>
              <p14:cNvContentPartPr/>
              <p14:nvPr/>
            </p14:nvContentPartPr>
            <p14:xfrm>
              <a:off x="4306869" y="3787465"/>
              <a:ext cx="774360" cy="342000"/>
            </p14:xfrm>
          </p:contentPart>
        </mc:Choice>
        <mc:Fallback xmlns="">
          <p:pic>
            <p:nvPicPr>
              <p:cNvPr id="131" name="Cerneală 130">
                <a:extLst>
                  <a:ext uri="{FF2B5EF4-FFF2-40B4-BE49-F238E27FC236}">
                    <a16:creationId xmlns:a16="http://schemas.microsoft.com/office/drawing/2014/main" id="{F95542FF-247C-4923-8007-56E82D65358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289221" y="3769465"/>
                <a:ext cx="810017" cy="37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32" name="Cerneală 131">
                <a:extLst>
                  <a:ext uri="{FF2B5EF4-FFF2-40B4-BE49-F238E27FC236}">
                    <a16:creationId xmlns:a16="http://schemas.microsoft.com/office/drawing/2014/main" id="{85352790-B4EF-43A7-8F99-EE28CDE8CCFC}"/>
                  </a:ext>
                </a:extLst>
              </p14:cNvPr>
              <p14:cNvContentPartPr/>
              <p14:nvPr/>
            </p14:nvContentPartPr>
            <p14:xfrm>
              <a:off x="5252949" y="3715105"/>
              <a:ext cx="215640" cy="9720"/>
            </p14:xfrm>
          </p:contentPart>
        </mc:Choice>
        <mc:Fallback xmlns="">
          <p:pic>
            <p:nvPicPr>
              <p:cNvPr id="132" name="Cerneală 131">
                <a:extLst>
                  <a:ext uri="{FF2B5EF4-FFF2-40B4-BE49-F238E27FC236}">
                    <a16:creationId xmlns:a16="http://schemas.microsoft.com/office/drawing/2014/main" id="{85352790-B4EF-43A7-8F99-EE28CDE8CCF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234949" y="3697105"/>
                <a:ext cx="2512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33" name="Cerneală 132">
                <a:extLst>
                  <a:ext uri="{FF2B5EF4-FFF2-40B4-BE49-F238E27FC236}">
                    <a16:creationId xmlns:a16="http://schemas.microsoft.com/office/drawing/2014/main" id="{7011EE68-14E3-4237-9BA6-097ED7F4C8A3}"/>
                  </a:ext>
                </a:extLst>
              </p14:cNvPr>
              <p14:cNvContentPartPr/>
              <p14:nvPr/>
            </p14:nvContentPartPr>
            <p14:xfrm>
              <a:off x="6188949" y="3690625"/>
              <a:ext cx="236880" cy="7560"/>
            </p14:xfrm>
          </p:contentPart>
        </mc:Choice>
        <mc:Fallback xmlns="">
          <p:pic>
            <p:nvPicPr>
              <p:cNvPr id="133" name="Cerneală 132">
                <a:extLst>
                  <a:ext uri="{FF2B5EF4-FFF2-40B4-BE49-F238E27FC236}">
                    <a16:creationId xmlns:a16="http://schemas.microsoft.com/office/drawing/2014/main" id="{7011EE68-14E3-4237-9BA6-097ED7F4C8A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170949" y="3672985"/>
                <a:ext cx="2725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DFE4CD70-6FA3-4C41-A7FD-4BA27D463F20}"/>
                  </a:ext>
                </a:extLst>
              </p14:cNvPr>
              <p14:cNvContentPartPr/>
              <p14:nvPr/>
            </p14:nvContentPartPr>
            <p14:xfrm>
              <a:off x="7290909" y="2196265"/>
              <a:ext cx="2120760" cy="29988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DFE4CD70-6FA3-4C41-A7FD-4BA27D463F2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272909" y="2178265"/>
                <a:ext cx="21564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D24F4BF5-AF2E-40F7-93D0-7F6A8E80DDED}"/>
                  </a:ext>
                </a:extLst>
              </p14:cNvPr>
              <p14:cNvContentPartPr/>
              <p14:nvPr/>
            </p14:nvContentPartPr>
            <p14:xfrm>
              <a:off x="10149669" y="3806545"/>
              <a:ext cx="174240" cy="1332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D24F4BF5-AF2E-40F7-93D0-7F6A8E80DDE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131669" y="3788905"/>
                <a:ext cx="2098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B7878ABD-852E-4477-904D-A5F46284172C}"/>
                  </a:ext>
                </a:extLst>
              </p14:cNvPr>
              <p14:cNvContentPartPr/>
              <p14:nvPr/>
            </p14:nvContentPartPr>
            <p14:xfrm>
              <a:off x="10178469" y="3931825"/>
              <a:ext cx="152280" cy="1404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B7878ABD-852E-4477-904D-A5F46284172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160829" y="3913825"/>
                <a:ext cx="18792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60" name="Cerneală 159">
                <a:extLst>
                  <a:ext uri="{FF2B5EF4-FFF2-40B4-BE49-F238E27FC236}">
                    <a16:creationId xmlns:a16="http://schemas.microsoft.com/office/drawing/2014/main" id="{712204F0-4426-4774-AC08-26EDDA14D3D1}"/>
                  </a:ext>
                </a:extLst>
              </p14:cNvPr>
              <p14:cNvContentPartPr/>
              <p14:nvPr/>
            </p14:nvContentPartPr>
            <p14:xfrm>
              <a:off x="11382669" y="4104985"/>
              <a:ext cx="14040" cy="5040"/>
            </p14:xfrm>
          </p:contentPart>
        </mc:Choice>
        <mc:Fallback xmlns="">
          <p:pic>
            <p:nvPicPr>
              <p:cNvPr id="160" name="Cerneală 159">
                <a:extLst>
                  <a:ext uri="{FF2B5EF4-FFF2-40B4-BE49-F238E27FC236}">
                    <a16:creationId xmlns:a16="http://schemas.microsoft.com/office/drawing/2014/main" id="{712204F0-4426-4774-AC08-26EDDA14D3D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364669" y="4086985"/>
                <a:ext cx="496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61" name="Cerneală 160">
                <a:extLst>
                  <a:ext uri="{FF2B5EF4-FFF2-40B4-BE49-F238E27FC236}">
                    <a16:creationId xmlns:a16="http://schemas.microsoft.com/office/drawing/2014/main" id="{CC13406A-7047-418F-AED0-274B22BC354E}"/>
                  </a:ext>
                </a:extLst>
              </p14:cNvPr>
              <p14:cNvContentPartPr/>
              <p14:nvPr/>
            </p14:nvContentPartPr>
            <p14:xfrm>
              <a:off x="10704069" y="3568225"/>
              <a:ext cx="497880" cy="523440"/>
            </p14:xfrm>
          </p:contentPart>
        </mc:Choice>
        <mc:Fallback xmlns="">
          <p:pic>
            <p:nvPicPr>
              <p:cNvPr id="161" name="Cerneală 160">
                <a:extLst>
                  <a:ext uri="{FF2B5EF4-FFF2-40B4-BE49-F238E27FC236}">
                    <a16:creationId xmlns:a16="http://schemas.microsoft.com/office/drawing/2014/main" id="{CC13406A-7047-418F-AED0-274B22BC354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686069" y="3550225"/>
                <a:ext cx="533520" cy="55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62" name="Cerneală 161">
                <a:extLst>
                  <a:ext uri="{FF2B5EF4-FFF2-40B4-BE49-F238E27FC236}">
                    <a16:creationId xmlns:a16="http://schemas.microsoft.com/office/drawing/2014/main" id="{36F2D260-BD52-4E02-BB8C-CEBDBEF5D0F1}"/>
                  </a:ext>
                </a:extLst>
              </p14:cNvPr>
              <p14:cNvContentPartPr/>
              <p14:nvPr/>
            </p14:nvContentPartPr>
            <p14:xfrm>
              <a:off x="6906069" y="3190945"/>
              <a:ext cx="3096000" cy="1622880"/>
            </p14:xfrm>
          </p:contentPart>
        </mc:Choice>
        <mc:Fallback xmlns="">
          <p:pic>
            <p:nvPicPr>
              <p:cNvPr id="162" name="Cerneală 161">
                <a:extLst>
                  <a:ext uri="{FF2B5EF4-FFF2-40B4-BE49-F238E27FC236}">
                    <a16:creationId xmlns:a16="http://schemas.microsoft.com/office/drawing/2014/main" id="{36F2D260-BD52-4E02-BB8C-CEBDBEF5D0F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888069" y="3172945"/>
                <a:ext cx="3131640" cy="165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70" name="Cerneală 169">
                <a:extLst>
                  <a:ext uri="{FF2B5EF4-FFF2-40B4-BE49-F238E27FC236}">
                    <a16:creationId xmlns:a16="http://schemas.microsoft.com/office/drawing/2014/main" id="{4C11FB2F-D1DD-426E-9A39-2693884B0316}"/>
                  </a:ext>
                </a:extLst>
              </p14:cNvPr>
              <p14:cNvContentPartPr/>
              <p14:nvPr/>
            </p14:nvContentPartPr>
            <p14:xfrm>
              <a:off x="5846949" y="5253385"/>
              <a:ext cx="149400" cy="76320"/>
            </p14:xfrm>
          </p:contentPart>
        </mc:Choice>
        <mc:Fallback xmlns="">
          <p:pic>
            <p:nvPicPr>
              <p:cNvPr id="170" name="Cerneală 169">
                <a:extLst>
                  <a:ext uri="{FF2B5EF4-FFF2-40B4-BE49-F238E27FC236}">
                    <a16:creationId xmlns:a16="http://schemas.microsoft.com/office/drawing/2014/main" id="{4C11FB2F-D1DD-426E-9A39-2693884B031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829309" y="5235745"/>
                <a:ext cx="1850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75" name="Cerneală 174">
                <a:extLst>
                  <a:ext uri="{FF2B5EF4-FFF2-40B4-BE49-F238E27FC236}">
                    <a16:creationId xmlns:a16="http://schemas.microsoft.com/office/drawing/2014/main" id="{C8E99804-3428-4DF8-B151-B052CF9799AB}"/>
                  </a:ext>
                </a:extLst>
              </p14:cNvPr>
              <p14:cNvContentPartPr/>
              <p14:nvPr/>
            </p14:nvContentPartPr>
            <p14:xfrm>
              <a:off x="5569389" y="5418625"/>
              <a:ext cx="633240" cy="174240"/>
            </p14:xfrm>
          </p:contentPart>
        </mc:Choice>
        <mc:Fallback xmlns="">
          <p:pic>
            <p:nvPicPr>
              <p:cNvPr id="175" name="Cerneală 174">
                <a:extLst>
                  <a:ext uri="{FF2B5EF4-FFF2-40B4-BE49-F238E27FC236}">
                    <a16:creationId xmlns:a16="http://schemas.microsoft.com/office/drawing/2014/main" id="{C8E99804-3428-4DF8-B151-B052CF9799A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51739" y="5400985"/>
                <a:ext cx="66890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76" name="Cerneală 175">
                <a:extLst>
                  <a:ext uri="{FF2B5EF4-FFF2-40B4-BE49-F238E27FC236}">
                    <a16:creationId xmlns:a16="http://schemas.microsoft.com/office/drawing/2014/main" id="{F36E8120-F087-4942-A843-064338D3FB48}"/>
                  </a:ext>
                </a:extLst>
              </p14:cNvPr>
              <p14:cNvContentPartPr/>
              <p14:nvPr/>
            </p14:nvContentPartPr>
            <p14:xfrm>
              <a:off x="2345949" y="4922185"/>
              <a:ext cx="2493720" cy="629640"/>
            </p14:xfrm>
          </p:contentPart>
        </mc:Choice>
        <mc:Fallback xmlns="">
          <p:pic>
            <p:nvPicPr>
              <p:cNvPr id="176" name="Cerneală 175">
                <a:extLst>
                  <a:ext uri="{FF2B5EF4-FFF2-40B4-BE49-F238E27FC236}">
                    <a16:creationId xmlns:a16="http://schemas.microsoft.com/office/drawing/2014/main" id="{F36E8120-F087-4942-A843-064338D3FB4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327949" y="4904185"/>
                <a:ext cx="2529360" cy="66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77" name="Cerneală 176">
                <a:extLst>
                  <a:ext uri="{FF2B5EF4-FFF2-40B4-BE49-F238E27FC236}">
                    <a16:creationId xmlns:a16="http://schemas.microsoft.com/office/drawing/2014/main" id="{377FD380-AB4F-4F79-814B-4A6FABCA29C2}"/>
                  </a:ext>
                </a:extLst>
              </p14:cNvPr>
              <p14:cNvContentPartPr/>
              <p14:nvPr/>
            </p14:nvContentPartPr>
            <p14:xfrm>
              <a:off x="1032669" y="5044585"/>
              <a:ext cx="674280" cy="440280"/>
            </p14:xfrm>
          </p:contentPart>
        </mc:Choice>
        <mc:Fallback xmlns="">
          <p:pic>
            <p:nvPicPr>
              <p:cNvPr id="177" name="Cerneală 176">
                <a:extLst>
                  <a:ext uri="{FF2B5EF4-FFF2-40B4-BE49-F238E27FC236}">
                    <a16:creationId xmlns:a16="http://schemas.microsoft.com/office/drawing/2014/main" id="{377FD380-AB4F-4F79-814B-4A6FABCA29C2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14679" y="5026945"/>
                <a:ext cx="709901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84" name="Cerneală 183">
                <a:extLst>
                  <a:ext uri="{FF2B5EF4-FFF2-40B4-BE49-F238E27FC236}">
                    <a16:creationId xmlns:a16="http://schemas.microsoft.com/office/drawing/2014/main" id="{7703E3B4-FE85-4D95-B523-710684437C2B}"/>
                  </a:ext>
                </a:extLst>
              </p14:cNvPr>
              <p14:cNvContentPartPr/>
              <p14:nvPr/>
            </p14:nvContentPartPr>
            <p14:xfrm>
              <a:off x="6621309" y="5013625"/>
              <a:ext cx="2807640" cy="1245240"/>
            </p14:xfrm>
          </p:contentPart>
        </mc:Choice>
        <mc:Fallback xmlns="">
          <p:pic>
            <p:nvPicPr>
              <p:cNvPr id="184" name="Cerneală 183">
                <a:extLst>
                  <a:ext uri="{FF2B5EF4-FFF2-40B4-BE49-F238E27FC236}">
                    <a16:creationId xmlns:a16="http://schemas.microsoft.com/office/drawing/2014/main" id="{7703E3B4-FE85-4D95-B523-710684437C2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603669" y="4995625"/>
                <a:ext cx="2843280" cy="12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94" name="Cerneală 193">
                <a:extLst>
                  <a:ext uri="{FF2B5EF4-FFF2-40B4-BE49-F238E27FC236}">
                    <a16:creationId xmlns:a16="http://schemas.microsoft.com/office/drawing/2014/main" id="{7CA369A8-9B39-415A-A3A2-D5A6699E575C}"/>
                  </a:ext>
                </a:extLst>
              </p14:cNvPr>
              <p14:cNvContentPartPr/>
              <p14:nvPr/>
            </p14:nvContentPartPr>
            <p14:xfrm>
              <a:off x="4054509" y="5953225"/>
              <a:ext cx="60120" cy="452520"/>
            </p14:xfrm>
          </p:contentPart>
        </mc:Choice>
        <mc:Fallback xmlns="">
          <p:pic>
            <p:nvPicPr>
              <p:cNvPr id="194" name="Cerneală 193">
                <a:extLst>
                  <a:ext uri="{FF2B5EF4-FFF2-40B4-BE49-F238E27FC236}">
                    <a16:creationId xmlns:a16="http://schemas.microsoft.com/office/drawing/2014/main" id="{7CA369A8-9B39-415A-A3A2-D5A6699E575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036509" y="5935225"/>
                <a:ext cx="95760" cy="48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95" name="Cerneală 194">
                <a:extLst>
                  <a:ext uri="{FF2B5EF4-FFF2-40B4-BE49-F238E27FC236}">
                    <a16:creationId xmlns:a16="http://schemas.microsoft.com/office/drawing/2014/main" id="{7DA56BE9-3192-4784-9C6D-3D46AFEFC6B0}"/>
                  </a:ext>
                </a:extLst>
              </p14:cNvPr>
              <p14:cNvContentPartPr/>
              <p14:nvPr/>
            </p14:nvContentPartPr>
            <p14:xfrm>
              <a:off x="4038309" y="6485305"/>
              <a:ext cx="122040" cy="86400"/>
            </p14:xfrm>
          </p:contentPart>
        </mc:Choice>
        <mc:Fallback xmlns="">
          <p:pic>
            <p:nvPicPr>
              <p:cNvPr id="195" name="Cerneală 194">
                <a:extLst>
                  <a:ext uri="{FF2B5EF4-FFF2-40B4-BE49-F238E27FC236}">
                    <a16:creationId xmlns:a16="http://schemas.microsoft.com/office/drawing/2014/main" id="{7DA56BE9-3192-4784-9C6D-3D46AFEFC6B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020309" y="6467305"/>
                <a:ext cx="1576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A5776F54-9976-4FA9-BC37-4010FC94B8CE}"/>
                  </a:ext>
                </a:extLst>
              </p14:cNvPr>
              <p14:cNvContentPartPr/>
              <p14:nvPr/>
            </p14:nvContentPartPr>
            <p14:xfrm>
              <a:off x="238509" y="5805265"/>
              <a:ext cx="3217320" cy="98172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A5776F54-9976-4FA9-BC37-4010FC94B8C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20867" y="5787625"/>
                <a:ext cx="3252964" cy="10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203" name="Cerneală 202">
                <a:extLst>
                  <a:ext uri="{FF2B5EF4-FFF2-40B4-BE49-F238E27FC236}">
                    <a16:creationId xmlns:a16="http://schemas.microsoft.com/office/drawing/2014/main" id="{8817EE04-E021-427C-9246-39D0C5D0A9CA}"/>
                  </a:ext>
                </a:extLst>
              </p14:cNvPr>
              <p14:cNvContentPartPr/>
              <p14:nvPr/>
            </p14:nvContentPartPr>
            <p14:xfrm>
              <a:off x="4453029" y="6095425"/>
              <a:ext cx="1636200" cy="699120"/>
            </p14:xfrm>
          </p:contentPart>
        </mc:Choice>
        <mc:Fallback xmlns="">
          <p:pic>
            <p:nvPicPr>
              <p:cNvPr id="203" name="Cerneală 202">
                <a:extLst>
                  <a:ext uri="{FF2B5EF4-FFF2-40B4-BE49-F238E27FC236}">
                    <a16:creationId xmlns:a16="http://schemas.microsoft.com/office/drawing/2014/main" id="{8817EE04-E021-427C-9246-39D0C5D0A9CA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435389" y="6077416"/>
                <a:ext cx="1671840" cy="7347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16165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67A3A215-5CD0-4A4F-8C87-E17293FDA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9" name="Cerneală 238">
                <a:extLst>
                  <a:ext uri="{FF2B5EF4-FFF2-40B4-BE49-F238E27FC236}">
                    <a16:creationId xmlns:a16="http://schemas.microsoft.com/office/drawing/2014/main" id="{A210B410-3770-4C7C-82FB-B064FB62DDEE}"/>
                  </a:ext>
                </a:extLst>
              </p14:cNvPr>
              <p14:cNvContentPartPr/>
              <p14:nvPr/>
            </p14:nvContentPartPr>
            <p14:xfrm>
              <a:off x="273069" y="187105"/>
              <a:ext cx="11505960" cy="5967720"/>
            </p14:xfrm>
          </p:contentPart>
        </mc:Choice>
        <mc:Fallback xmlns="">
          <p:pic>
            <p:nvPicPr>
              <p:cNvPr id="239" name="Cerneală 238">
                <a:extLst>
                  <a:ext uri="{FF2B5EF4-FFF2-40B4-BE49-F238E27FC236}">
                    <a16:creationId xmlns:a16="http://schemas.microsoft.com/office/drawing/2014/main" id="{A210B410-3770-4C7C-82FB-B064FB62DD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429" y="169464"/>
                <a:ext cx="11541600" cy="60033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19464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9690ACFE-EE49-41E9-BBEC-1EEF7151173A}"/>
                  </a:ext>
                </a:extLst>
              </p14:cNvPr>
              <p14:cNvContentPartPr/>
              <p14:nvPr/>
            </p14:nvContentPartPr>
            <p14:xfrm>
              <a:off x="904869" y="324265"/>
              <a:ext cx="3116520" cy="6584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9690ACFE-EE49-41E9-BBEC-1EEF715117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6871" y="306265"/>
                <a:ext cx="3152156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2FDA9BCF-B88A-453A-B541-F7D9DF5589BB}"/>
                  </a:ext>
                </a:extLst>
              </p14:cNvPr>
              <p14:cNvContentPartPr/>
              <p14:nvPr/>
            </p14:nvContentPartPr>
            <p14:xfrm>
              <a:off x="4422789" y="413545"/>
              <a:ext cx="353880" cy="22500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2FDA9BCF-B88A-453A-B541-F7D9DF5589B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04789" y="395545"/>
                <a:ext cx="38952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49923557-1424-4FB5-BDDA-D9E4A129BF5E}"/>
                  </a:ext>
                </a:extLst>
              </p14:cNvPr>
              <p14:cNvContentPartPr/>
              <p14:nvPr/>
            </p14:nvContentPartPr>
            <p14:xfrm>
              <a:off x="5113629" y="282505"/>
              <a:ext cx="659520" cy="29160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49923557-1424-4FB5-BDDA-D9E4A129BF5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95629" y="264505"/>
                <a:ext cx="6951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59C1C7EA-ACFE-49BC-B35D-12C2CD4728B4}"/>
                  </a:ext>
                </a:extLst>
              </p14:cNvPr>
              <p14:cNvContentPartPr/>
              <p14:nvPr/>
            </p14:nvContentPartPr>
            <p14:xfrm>
              <a:off x="5782869" y="447745"/>
              <a:ext cx="102960" cy="1306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59C1C7EA-ACFE-49BC-B35D-12C2CD4728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65229" y="430105"/>
                <a:ext cx="13860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0002640D-6E9A-401E-AFA7-116E5875BA7D}"/>
                  </a:ext>
                </a:extLst>
              </p14:cNvPr>
              <p14:cNvContentPartPr/>
              <p14:nvPr/>
            </p14:nvContentPartPr>
            <p14:xfrm>
              <a:off x="5818869" y="301945"/>
              <a:ext cx="76680" cy="8136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0002640D-6E9A-401E-AFA7-116E5875BA7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01229" y="284305"/>
                <a:ext cx="1123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D1743ECD-9038-4122-A2CD-D0FC5069DF17}"/>
                  </a:ext>
                </a:extLst>
              </p14:cNvPr>
              <p14:cNvContentPartPr/>
              <p14:nvPr/>
            </p14:nvContentPartPr>
            <p14:xfrm>
              <a:off x="5914629" y="524065"/>
              <a:ext cx="101520" cy="424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D1743ECD-9038-4122-A2CD-D0FC5069DF1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96629" y="506425"/>
                <a:ext cx="1371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25E2E5AD-3848-4039-816C-75C20024A171}"/>
                  </a:ext>
                </a:extLst>
              </p14:cNvPr>
              <p14:cNvContentPartPr/>
              <p14:nvPr/>
            </p14:nvContentPartPr>
            <p14:xfrm>
              <a:off x="6395949" y="402025"/>
              <a:ext cx="424440" cy="1404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25E2E5AD-3848-4039-816C-75C20024A17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77949" y="384385"/>
                <a:ext cx="4600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D7F10B71-4CCD-4173-81DE-D689F1D006EC}"/>
                  </a:ext>
                </a:extLst>
              </p14:cNvPr>
              <p14:cNvContentPartPr/>
              <p14:nvPr/>
            </p14:nvContentPartPr>
            <p14:xfrm>
              <a:off x="6852789" y="385825"/>
              <a:ext cx="774000" cy="15192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D7F10B71-4CCD-4173-81DE-D689F1D006E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35149" y="368185"/>
                <a:ext cx="80964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8CF6905-2A7B-432C-B897-830DA08428E8}"/>
                  </a:ext>
                </a:extLst>
              </p14:cNvPr>
              <p14:cNvContentPartPr/>
              <p14:nvPr/>
            </p14:nvContentPartPr>
            <p14:xfrm>
              <a:off x="7887789" y="350185"/>
              <a:ext cx="159480" cy="154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8CF6905-2A7B-432C-B897-830DA08428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70149" y="332185"/>
                <a:ext cx="1951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10C5134D-8251-496A-B957-5A27A2D19BA4}"/>
                  </a:ext>
                </a:extLst>
              </p14:cNvPr>
              <p14:cNvContentPartPr/>
              <p14:nvPr/>
            </p14:nvContentPartPr>
            <p14:xfrm>
              <a:off x="8104149" y="370705"/>
              <a:ext cx="144360" cy="13104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10C5134D-8251-496A-B957-5A27A2D19BA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86509" y="352705"/>
                <a:ext cx="18000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7525C5CC-8F50-4704-B304-BEEA85CE2AE6}"/>
                  </a:ext>
                </a:extLst>
              </p14:cNvPr>
              <p14:cNvContentPartPr/>
              <p14:nvPr/>
            </p14:nvContentPartPr>
            <p14:xfrm>
              <a:off x="8299269" y="358105"/>
              <a:ext cx="262080" cy="14400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7525C5CC-8F50-4704-B304-BEEA85CE2AE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81269" y="340105"/>
                <a:ext cx="2977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F1CF4ECC-31B0-4191-A436-05040E11DBC8}"/>
                  </a:ext>
                </a:extLst>
              </p14:cNvPr>
              <p14:cNvContentPartPr/>
              <p14:nvPr/>
            </p14:nvContentPartPr>
            <p14:xfrm>
              <a:off x="8494029" y="254785"/>
              <a:ext cx="18720" cy="226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F1CF4ECC-31B0-4191-A436-05040E11DBC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476029" y="237145"/>
                <a:ext cx="543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2F502824-FE4C-459C-8182-F1681EFE111F}"/>
                  </a:ext>
                </a:extLst>
              </p14:cNvPr>
              <p14:cNvContentPartPr/>
              <p14:nvPr/>
            </p14:nvContentPartPr>
            <p14:xfrm>
              <a:off x="8662149" y="345505"/>
              <a:ext cx="456480" cy="1476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2F502824-FE4C-459C-8182-F1681EFE111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644509" y="327865"/>
                <a:ext cx="4921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61C395D-27BB-487E-ABC1-0B5A0FD312BD}"/>
                  </a:ext>
                </a:extLst>
              </p14:cNvPr>
              <p14:cNvContentPartPr/>
              <p14:nvPr/>
            </p14:nvContentPartPr>
            <p14:xfrm>
              <a:off x="9531189" y="239305"/>
              <a:ext cx="304560" cy="2678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61C395D-27BB-487E-ABC1-0B5A0FD312B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13189" y="221665"/>
                <a:ext cx="3402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F06B38DA-7C47-4D9B-A9DB-F513423E694A}"/>
                  </a:ext>
                </a:extLst>
              </p14:cNvPr>
              <p14:cNvContentPartPr/>
              <p14:nvPr/>
            </p14:nvContentPartPr>
            <p14:xfrm>
              <a:off x="9810549" y="240385"/>
              <a:ext cx="26280" cy="1800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F06B38DA-7C47-4D9B-A9DB-F513423E694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792549" y="222385"/>
                <a:ext cx="6192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F910F8C3-5365-4418-87CF-34B91EF599A9}"/>
                  </a:ext>
                </a:extLst>
              </p14:cNvPr>
              <p14:cNvContentPartPr/>
              <p14:nvPr/>
            </p14:nvContentPartPr>
            <p14:xfrm>
              <a:off x="9981549" y="139225"/>
              <a:ext cx="664920" cy="56448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F910F8C3-5365-4418-87CF-34B91EF599A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963909" y="121585"/>
                <a:ext cx="70056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53B5FFFA-57EF-4D29-B9A8-369B449DB952}"/>
                  </a:ext>
                </a:extLst>
              </p14:cNvPr>
              <p14:cNvContentPartPr/>
              <p14:nvPr/>
            </p14:nvContentPartPr>
            <p14:xfrm>
              <a:off x="10593189" y="282505"/>
              <a:ext cx="76320" cy="842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53B5FFFA-57EF-4D29-B9A8-369B449DB95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575549" y="264865"/>
                <a:ext cx="1119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41755173-CA06-4BE5-B23E-07AEFC4D87F9}"/>
                  </a:ext>
                </a:extLst>
              </p14:cNvPr>
              <p14:cNvContentPartPr/>
              <p14:nvPr/>
            </p14:nvContentPartPr>
            <p14:xfrm>
              <a:off x="10712709" y="454225"/>
              <a:ext cx="117720" cy="2340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41755173-CA06-4BE5-B23E-07AEFC4D87F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694709" y="436585"/>
                <a:ext cx="15336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295AA259-CDE2-45C2-96F1-DB8F5E044736}"/>
                  </a:ext>
                </a:extLst>
              </p14:cNvPr>
              <p14:cNvContentPartPr/>
              <p14:nvPr/>
            </p14:nvContentPartPr>
            <p14:xfrm>
              <a:off x="11898549" y="254785"/>
              <a:ext cx="3600" cy="50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295AA259-CDE2-45C2-96F1-DB8F5E04473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1880549" y="237145"/>
                <a:ext cx="3924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03E9A25E-0A47-48CE-85E7-DA1D3FF8BC61}"/>
                  </a:ext>
                </a:extLst>
              </p14:cNvPr>
              <p14:cNvContentPartPr/>
              <p14:nvPr/>
            </p14:nvContentPartPr>
            <p14:xfrm>
              <a:off x="11068749" y="326785"/>
              <a:ext cx="845640" cy="1699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03E9A25E-0A47-48CE-85E7-DA1D3FF8BC6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051101" y="309145"/>
                <a:ext cx="881295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27428462-2571-47E7-9239-A06B2983B35E}"/>
                  </a:ext>
                </a:extLst>
              </p14:cNvPr>
              <p14:cNvContentPartPr/>
              <p14:nvPr/>
            </p14:nvContentPartPr>
            <p14:xfrm>
              <a:off x="5669109" y="937345"/>
              <a:ext cx="389880" cy="11628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27428462-2571-47E7-9239-A06B2983B35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651109" y="919345"/>
                <a:ext cx="42552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D503A834-B4E1-4476-A0E5-A6B4C2BC95F4}"/>
                  </a:ext>
                </a:extLst>
              </p14:cNvPr>
              <p14:cNvContentPartPr/>
              <p14:nvPr/>
            </p14:nvContentPartPr>
            <p14:xfrm>
              <a:off x="7767549" y="691465"/>
              <a:ext cx="551880" cy="2890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D503A834-B4E1-4476-A0E5-A6B4C2BC95F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749549" y="673825"/>
                <a:ext cx="587520" cy="32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B8EF7035-19D2-4000-BB5B-B55E65E18C74}"/>
                  </a:ext>
                </a:extLst>
              </p14:cNvPr>
              <p14:cNvContentPartPr/>
              <p14:nvPr/>
            </p14:nvContentPartPr>
            <p14:xfrm>
              <a:off x="6409989" y="798385"/>
              <a:ext cx="1103760" cy="41040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B8EF7035-19D2-4000-BB5B-B55E65E18C7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392349" y="780745"/>
                <a:ext cx="113940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073E7263-CEC0-4C84-8D89-2609A21A7545}"/>
                  </a:ext>
                </a:extLst>
              </p14:cNvPr>
              <p14:cNvContentPartPr/>
              <p14:nvPr/>
            </p14:nvContentPartPr>
            <p14:xfrm>
              <a:off x="5080149" y="928705"/>
              <a:ext cx="380520" cy="31680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073E7263-CEC0-4C84-8D89-2609A21A754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62509" y="911065"/>
                <a:ext cx="41616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06" name="Cerneală 205">
                <a:extLst>
                  <a:ext uri="{FF2B5EF4-FFF2-40B4-BE49-F238E27FC236}">
                    <a16:creationId xmlns:a16="http://schemas.microsoft.com/office/drawing/2014/main" id="{D261609C-6CC0-402C-8476-AEEC82DF6DDF}"/>
                  </a:ext>
                </a:extLst>
              </p14:cNvPr>
              <p14:cNvContentPartPr/>
              <p14:nvPr/>
            </p14:nvContentPartPr>
            <p14:xfrm>
              <a:off x="1381149" y="1588585"/>
              <a:ext cx="810000" cy="340920"/>
            </p14:xfrm>
          </p:contentPart>
        </mc:Choice>
        <mc:Fallback xmlns="">
          <p:pic>
            <p:nvPicPr>
              <p:cNvPr id="206" name="Cerneală 205">
                <a:extLst>
                  <a:ext uri="{FF2B5EF4-FFF2-40B4-BE49-F238E27FC236}">
                    <a16:creationId xmlns:a16="http://schemas.microsoft.com/office/drawing/2014/main" id="{D261609C-6CC0-402C-8476-AEEC82DF6DD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363157" y="1570945"/>
                <a:ext cx="845624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07" name="Cerneală 206">
                <a:extLst>
                  <a:ext uri="{FF2B5EF4-FFF2-40B4-BE49-F238E27FC236}">
                    <a16:creationId xmlns:a16="http://schemas.microsoft.com/office/drawing/2014/main" id="{D28BE5D5-ED1C-4745-8A15-F3D61A962D60}"/>
                  </a:ext>
                </a:extLst>
              </p14:cNvPr>
              <p14:cNvContentPartPr/>
              <p14:nvPr/>
            </p14:nvContentPartPr>
            <p14:xfrm>
              <a:off x="369909" y="1691545"/>
              <a:ext cx="754560" cy="520560"/>
            </p14:xfrm>
          </p:contentPart>
        </mc:Choice>
        <mc:Fallback xmlns="">
          <p:pic>
            <p:nvPicPr>
              <p:cNvPr id="207" name="Cerneală 206">
                <a:extLst>
                  <a:ext uri="{FF2B5EF4-FFF2-40B4-BE49-F238E27FC236}">
                    <a16:creationId xmlns:a16="http://schemas.microsoft.com/office/drawing/2014/main" id="{D28BE5D5-ED1C-4745-8A15-F3D61A962D6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51909" y="1673905"/>
                <a:ext cx="79020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10" name="Cerneală 209">
                <a:extLst>
                  <a:ext uri="{FF2B5EF4-FFF2-40B4-BE49-F238E27FC236}">
                    <a16:creationId xmlns:a16="http://schemas.microsoft.com/office/drawing/2014/main" id="{689A1DBB-172A-49D6-B33C-3D3F1116FEF8}"/>
                  </a:ext>
                </a:extLst>
              </p14:cNvPr>
              <p14:cNvContentPartPr/>
              <p14:nvPr/>
            </p14:nvContentPartPr>
            <p14:xfrm>
              <a:off x="676629" y="2608825"/>
              <a:ext cx="287640" cy="506520"/>
            </p14:xfrm>
          </p:contentPart>
        </mc:Choice>
        <mc:Fallback xmlns="">
          <p:pic>
            <p:nvPicPr>
              <p:cNvPr id="210" name="Cerneală 209">
                <a:extLst>
                  <a:ext uri="{FF2B5EF4-FFF2-40B4-BE49-F238E27FC236}">
                    <a16:creationId xmlns:a16="http://schemas.microsoft.com/office/drawing/2014/main" id="{689A1DBB-172A-49D6-B33C-3D3F1116FEF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8651" y="2591185"/>
                <a:ext cx="323235" cy="54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78" name="Cerneală 277">
                <a:extLst>
                  <a:ext uri="{FF2B5EF4-FFF2-40B4-BE49-F238E27FC236}">
                    <a16:creationId xmlns:a16="http://schemas.microsoft.com/office/drawing/2014/main" id="{FDCF1235-DF01-430A-98CF-D6C0230F86B4}"/>
                  </a:ext>
                </a:extLst>
              </p14:cNvPr>
              <p14:cNvContentPartPr/>
              <p14:nvPr/>
            </p14:nvContentPartPr>
            <p14:xfrm>
              <a:off x="2449629" y="1428745"/>
              <a:ext cx="2352600" cy="5334480"/>
            </p14:xfrm>
          </p:contentPart>
        </mc:Choice>
        <mc:Fallback xmlns="">
          <p:pic>
            <p:nvPicPr>
              <p:cNvPr id="278" name="Cerneală 277">
                <a:extLst>
                  <a:ext uri="{FF2B5EF4-FFF2-40B4-BE49-F238E27FC236}">
                    <a16:creationId xmlns:a16="http://schemas.microsoft.com/office/drawing/2014/main" id="{FDCF1235-DF01-430A-98CF-D6C0230F86B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431632" y="1411105"/>
                <a:ext cx="2388235" cy="537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79" name="Cerneală 278">
                <a:extLst>
                  <a:ext uri="{FF2B5EF4-FFF2-40B4-BE49-F238E27FC236}">
                    <a16:creationId xmlns:a16="http://schemas.microsoft.com/office/drawing/2014/main" id="{8B108CBE-11AC-4EC4-BC8B-A890D1FC49EA}"/>
                  </a:ext>
                </a:extLst>
              </p14:cNvPr>
              <p14:cNvContentPartPr/>
              <p14:nvPr/>
            </p14:nvContentPartPr>
            <p14:xfrm>
              <a:off x="5134509" y="1390585"/>
              <a:ext cx="167760" cy="5250240"/>
            </p14:xfrm>
          </p:contentPart>
        </mc:Choice>
        <mc:Fallback xmlns="">
          <p:pic>
            <p:nvPicPr>
              <p:cNvPr id="279" name="Cerneală 278">
                <a:extLst>
                  <a:ext uri="{FF2B5EF4-FFF2-40B4-BE49-F238E27FC236}">
                    <a16:creationId xmlns:a16="http://schemas.microsoft.com/office/drawing/2014/main" id="{8B108CBE-11AC-4EC4-BC8B-A890D1FC49E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16869" y="1372945"/>
                <a:ext cx="203400" cy="528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6" name="Cerneală 345">
                <a:extLst>
                  <a:ext uri="{FF2B5EF4-FFF2-40B4-BE49-F238E27FC236}">
                    <a16:creationId xmlns:a16="http://schemas.microsoft.com/office/drawing/2014/main" id="{862089EC-F9AD-40A1-904C-FE6272799A9C}"/>
                  </a:ext>
                </a:extLst>
              </p14:cNvPr>
              <p14:cNvContentPartPr/>
              <p14:nvPr/>
            </p14:nvContentPartPr>
            <p14:xfrm>
              <a:off x="8695989" y="2382025"/>
              <a:ext cx="306000" cy="310680"/>
            </p14:xfrm>
          </p:contentPart>
        </mc:Choice>
        <mc:Fallback xmlns="">
          <p:pic>
            <p:nvPicPr>
              <p:cNvPr id="346" name="Cerneală 345">
                <a:extLst>
                  <a:ext uri="{FF2B5EF4-FFF2-40B4-BE49-F238E27FC236}">
                    <a16:creationId xmlns:a16="http://schemas.microsoft.com/office/drawing/2014/main" id="{862089EC-F9AD-40A1-904C-FE6272799A9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678328" y="2364025"/>
                <a:ext cx="341682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2" name="Cerneală 351">
                <a:extLst>
                  <a:ext uri="{FF2B5EF4-FFF2-40B4-BE49-F238E27FC236}">
                    <a16:creationId xmlns:a16="http://schemas.microsoft.com/office/drawing/2014/main" id="{79B568C1-0441-4744-9837-A54D2F1CD488}"/>
                  </a:ext>
                </a:extLst>
              </p14:cNvPr>
              <p14:cNvContentPartPr/>
              <p14:nvPr/>
            </p14:nvContentPartPr>
            <p14:xfrm>
              <a:off x="5530149" y="1352065"/>
              <a:ext cx="2724120" cy="3371040"/>
            </p14:xfrm>
          </p:contentPart>
        </mc:Choice>
        <mc:Fallback xmlns="">
          <p:pic>
            <p:nvPicPr>
              <p:cNvPr id="352" name="Cerneală 351">
                <a:extLst>
                  <a:ext uri="{FF2B5EF4-FFF2-40B4-BE49-F238E27FC236}">
                    <a16:creationId xmlns:a16="http://schemas.microsoft.com/office/drawing/2014/main" id="{79B568C1-0441-4744-9837-A54D2F1CD48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512509" y="1334425"/>
                <a:ext cx="2759760" cy="34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26" name="Cerneală 425">
                <a:extLst>
                  <a:ext uri="{FF2B5EF4-FFF2-40B4-BE49-F238E27FC236}">
                    <a16:creationId xmlns:a16="http://schemas.microsoft.com/office/drawing/2014/main" id="{C1506AE9-5BE8-4C46-A0F2-D6F8ADAE9D1C}"/>
                  </a:ext>
                </a:extLst>
              </p14:cNvPr>
              <p14:cNvContentPartPr/>
              <p14:nvPr/>
            </p14:nvContentPartPr>
            <p14:xfrm>
              <a:off x="9260829" y="1164505"/>
              <a:ext cx="2806560" cy="3377160"/>
            </p14:xfrm>
          </p:contentPart>
        </mc:Choice>
        <mc:Fallback xmlns="">
          <p:pic>
            <p:nvPicPr>
              <p:cNvPr id="426" name="Cerneală 425">
                <a:extLst>
                  <a:ext uri="{FF2B5EF4-FFF2-40B4-BE49-F238E27FC236}">
                    <a16:creationId xmlns:a16="http://schemas.microsoft.com/office/drawing/2014/main" id="{C1506AE9-5BE8-4C46-A0F2-D6F8ADAE9D1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242829" y="1146505"/>
                <a:ext cx="2842200" cy="341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46" name="Cerneală 445">
                <a:extLst>
                  <a:ext uri="{FF2B5EF4-FFF2-40B4-BE49-F238E27FC236}">
                    <a16:creationId xmlns:a16="http://schemas.microsoft.com/office/drawing/2014/main" id="{74ED0511-E17D-4D66-B76F-16B848AD331F}"/>
                  </a:ext>
                </a:extLst>
              </p14:cNvPr>
              <p14:cNvContentPartPr/>
              <p14:nvPr/>
            </p14:nvContentPartPr>
            <p14:xfrm>
              <a:off x="11020869" y="5867545"/>
              <a:ext cx="1206000" cy="251280"/>
            </p14:xfrm>
          </p:contentPart>
        </mc:Choice>
        <mc:Fallback xmlns="">
          <p:pic>
            <p:nvPicPr>
              <p:cNvPr id="446" name="Cerneală 445">
                <a:extLst>
                  <a:ext uri="{FF2B5EF4-FFF2-40B4-BE49-F238E27FC236}">
                    <a16:creationId xmlns:a16="http://schemas.microsoft.com/office/drawing/2014/main" id="{74ED0511-E17D-4D66-B76F-16B848AD331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002869" y="5849905"/>
                <a:ext cx="12416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47" name="Cerneală 446">
                <a:extLst>
                  <a:ext uri="{FF2B5EF4-FFF2-40B4-BE49-F238E27FC236}">
                    <a16:creationId xmlns:a16="http://schemas.microsoft.com/office/drawing/2014/main" id="{62AB4585-99A2-45AC-9AB5-7728C07D0888}"/>
                  </a:ext>
                </a:extLst>
              </p14:cNvPr>
              <p14:cNvContentPartPr/>
              <p14:nvPr/>
            </p14:nvContentPartPr>
            <p14:xfrm>
              <a:off x="11030229" y="5498545"/>
              <a:ext cx="914040" cy="266400"/>
            </p14:xfrm>
          </p:contentPart>
        </mc:Choice>
        <mc:Fallback xmlns="">
          <p:pic>
            <p:nvPicPr>
              <p:cNvPr id="447" name="Cerneală 446">
                <a:extLst>
                  <a:ext uri="{FF2B5EF4-FFF2-40B4-BE49-F238E27FC236}">
                    <a16:creationId xmlns:a16="http://schemas.microsoft.com/office/drawing/2014/main" id="{62AB4585-99A2-45AC-9AB5-7728C07D0888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012582" y="5480905"/>
                <a:ext cx="949694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8" name="Cerneală 447">
                <a:extLst>
                  <a:ext uri="{FF2B5EF4-FFF2-40B4-BE49-F238E27FC236}">
                    <a16:creationId xmlns:a16="http://schemas.microsoft.com/office/drawing/2014/main" id="{4D256FE8-BEAC-4A44-963D-182B351CE87E}"/>
                  </a:ext>
                </a:extLst>
              </p14:cNvPr>
              <p14:cNvContentPartPr/>
              <p14:nvPr/>
            </p14:nvContentPartPr>
            <p14:xfrm>
              <a:off x="10443069" y="5476585"/>
              <a:ext cx="270720" cy="549360"/>
            </p14:xfrm>
          </p:contentPart>
        </mc:Choice>
        <mc:Fallback xmlns="">
          <p:pic>
            <p:nvPicPr>
              <p:cNvPr id="448" name="Cerneală 447">
                <a:extLst>
                  <a:ext uri="{FF2B5EF4-FFF2-40B4-BE49-F238E27FC236}">
                    <a16:creationId xmlns:a16="http://schemas.microsoft.com/office/drawing/2014/main" id="{4D256FE8-BEAC-4A44-963D-182B351CE87E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425429" y="5458585"/>
                <a:ext cx="306360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9" name="Cerneală 448">
                <a:extLst>
                  <a:ext uri="{FF2B5EF4-FFF2-40B4-BE49-F238E27FC236}">
                    <a16:creationId xmlns:a16="http://schemas.microsoft.com/office/drawing/2014/main" id="{CCCA92BF-2D8C-4C02-BB00-9B9CF615B731}"/>
                  </a:ext>
                </a:extLst>
              </p14:cNvPr>
              <p14:cNvContentPartPr/>
              <p14:nvPr/>
            </p14:nvContentPartPr>
            <p14:xfrm>
              <a:off x="9220869" y="5625265"/>
              <a:ext cx="942840" cy="539640"/>
            </p14:xfrm>
          </p:contentPart>
        </mc:Choice>
        <mc:Fallback xmlns="">
          <p:pic>
            <p:nvPicPr>
              <p:cNvPr id="449" name="Cerneală 448">
                <a:extLst>
                  <a:ext uri="{FF2B5EF4-FFF2-40B4-BE49-F238E27FC236}">
                    <a16:creationId xmlns:a16="http://schemas.microsoft.com/office/drawing/2014/main" id="{CCCA92BF-2D8C-4C02-BB00-9B9CF615B731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202869" y="5607625"/>
                <a:ext cx="978480" cy="57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50" name="Cerneală 449">
                <a:extLst>
                  <a:ext uri="{FF2B5EF4-FFF2-40B4-BE49-F238E27FC236}">
                    <a16:creationId xmlns:a16="http://schemas.microsoft.com/office/drawing/2014/main" id="{7A482122-B857-4CFC-AD0D-E7AA86F60F66}"/>
                  </a:ext>
                </a:extLst>
              </p14:cNvPr>
              <p14:cNvContentPartPr/>
              <p14:nvPr/>
            </p14:nvContentPartPr>
            <p14:xfrm>
              <a:off x="9786789" y="4932265"/>
              <a:ext cx="773640" cy="366480"/>
            </p14:xfrm>
          </p:contentPart>
        </mc:Choice>
        <mc:Fallback xmlns="">
          <p:pic>
            <p:nvPicPr>
              <p:cNvPr id="450" name="Cerneală 449">
                <a:extLst>
                  <a:ext uri="{FF2B5EF4-FFF2-40B4-BE49-F238E27FC236}">
                    <a16:creationId xmlns:a16="http://schemas.microsoft.com/office/drawing/2014/main" id="{7A482122-B857-4CFC-AD0D-E7AA86F60F6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69141" y="4914625"/>
                <a:ext cx="809297" cy="40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4617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ECA7913C-0B91-4754-AC93-DF9523C5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A68AE9C-C84E-41C2-A91A-0586FA4A11F7}"/>
                  </a:ext>
                </a:extLst>
              </p14:cNvPr>
              <p14:cNvContentPartPr/>
              <p14:nvPr/>
            </p14:nvContentPartPr>
            <p14:xfrm>
              <a:off x="105669" y="1252705"/>
              <a:ext cx="77760" cy="1051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A68AE9C-C84E-41C2-A91A-0586FA4A11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669" y="1235065"/>
                <a:ext cx="1134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DD744759-2EA6-4643-83F1-49E239C209EE}"/>
                  </a:ext>
                </a:extLst>
              </p14:cNvPr>
              <p14:cNvContentPartPr/>
              <p14:nvPr/>
            </p14:nvContentPartPr>
            <p14:xfrm>
              <a:off x="153549" y="1572385"/>
              <a:ext cx="16920" cy="1544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DD744759-2EA6-4643-83F1-49E239C209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909" y="1554745"/>
                <a:ext cx="525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1FDA41D-BBEC-4297-B523-97EA4B3D48D4}"/>
                  </a:ext>
                </a:extLst>
              </p14:cNvPr>
              <p14:cNvContentPartPr/>
              <p14:nvPr/>
            </p14:nvContentPartPr>
            <p14:xfrm>
              <a:off x="81549" y="1923385"/>
              <a:ext cx="106200" cy="1324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1FDA41D-BBEC-4297-B523-97EA4B3D48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549" y="1905385"/>
                <a:ext cx="1418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9ABD6729-21B5-4DB8-8117-AF68F2B3F31B}"/>
                  </a:ext>
                </a:extLst>
              </p14:cNvPr>
              <p14:cNvContentPartPr/>
              <p14:nvPr/>
            </p14:nvContentPartPr>
            <p14:xfrm>
              <a:off x="100989" y="2286265"/>
              <a:ext cx="96840" cy="1872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9ABD6729-21B5-4DB8-8117-AF68F2B3F3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989" y="2268265"/>
                <a:ext cx="1324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47E0CA4D-97FA-4A22-B1AC-8F0DBB738F53}"/>
                  </a:ext>
                </a:extLst>
              </p14:cNvPr>
              <p14:cNvContentPartPr/>
              <p14:nvPr/>
            </p14:nvContentPartPr>
            <p14:xfrm>
              <a:off x="119349" y="2583985"/>
              <a:ext cx="78120" cy="2120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47E0CA4D-97FA-4A22-B1AC-8F0DBB738F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1349" y="2565985"/>
                <a:ext cx="1137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7558D2B9-4B61-4E8F-86D6-1B0930845A26}"/>
                  </a:ext>
                </a:extLst>
              </p14:cNvPr>
              <p14:cNvContentPartPr/>
              <p14:nvPr/>
            </p14:nvContentPartPr>
            <p14:xfrm>
              <a:off x="135189" y="3378145"/>
              <a:ext cx="116640" cy="17424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7558D2B9-4B61-4E8F-86D6-1B0930845A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7189" y="3360145"/>
                <a:ext cx="1522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686EE279-7FC7-45B2-91D1-01B7C91376D7}"/>
                  </a:ext>
                </a:extLst>
              </p14:cNvPr>
              <p14:cNvContentPartPr/>
              <p14:nvPr/>
            </p14:nvContentPartPr>
            <p14:xfrm>
              <a:off x="120069" y="3707185"/>
              <a:ext cx="204480" cy="1652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686EE279-7FC7-45B2-91D1-01B7C91376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429" y="3689185"/>
                <a:ext cx="2401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408C6F2B-A5E5-4905-A039-E25920AE4A7A}"/>
                  </a:ext>
                </a:extLst>
              </p14:cNvPr>
              <p14:cNvContentPartPr/>
              <p14:nvPr/>
            </p14:nvContentPartPr>
            <p14:xfrm>
              <a:off x="110349" y="3009145"/>
              <a:ext cx="96840" cy="2394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408C6F2B-A5E5-4905-A039-E25920AE4A7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349" y="2991478"/>
                <a:ext cx="132480" cy="275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4" name="Cerneală 223">
                <a:extLst>
                  <a:ext uri="{FF2B5EF4-FFF2-40B4-BE49-F238E27FC236}">
                    <a16:creationId xmlns:a16="http://schemas.microsoft.com/office/drawing/2014/main" id="{24666E81-FE71-4305-B366-CB14E0221D55}"/>
                  </a:ext>
                </a:extLst>
              </p14:cNvPr>
              <p14:cNvContentPartPr/>
              <p14:nvPr/>
            </p14:nvContentPartPr>
            <p14:xfrm>
              <a:off x="2752389" y="629905"/>
              <a:ext cx="3917160" cy="2346480"/>
            </p14:xfrm>
          </p:contentPart>
        </mc:Choice>
        <mc:Fallback xmlns="">
          <p:pic>
            <p:nvPicPr>
              <p:cNvPr id="224" name="Cerneală 223">
                <a:extLst>
                  <a:ext uri="{FF2B5EF4-FFF2-40B4-BE49-F238E27FC236}">
                    <a16:creationId xmlns:a16="http://schemas.microsoft.com/office/drawing/2014/main" id="{24666E81-FE71-4305-B366-CB14E0221D5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734747" y="612265"/>
                <a:ext cx="3952803" cy="23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8" name="Cerneală 227">
                <a:extLst>
                  <a:ext uri="{FF2B5EF4-FFF2-40B4-BE49-F238E27FC236}">
                    <a16:creationId xmlns:a16="http://schemas.microsoft.com/office/drawing/2014/main" id="{D150EA69-4B92-4F52-B506-2098B121BC3C}"/>
                  </a:ext>
                </a:extLst>
              </p14:cNvPr>
              <p14:cNvContentPartPr/>
              <p14:nvPr/>
            </p14:nvContentPartPr>
            <p14:xfrm>
              <a:off x="7352469" y="1319665"/>
              <a:ext cx="245520" cy="335880"/>
            </p14:xfrm>
          </p:contentPart>
        </mc:Choice>
        <mc:Fallback xmlns="">
          <p:pic>
            <p:nvPicPr>
              <p:cNvPr id="228" name="Cerneală 227">
                <a:extLst>
                  <a:ext uri="{FF2B5EF4-FFF2-40B4-BE49-F238E27FC236}">
                    <a16:creationId xmlns:a16="http://schemas.microsoft.com/office/drawing/2014/main" id="{D150EA69-4B92-4F52-B506-2098B121BC3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34803" y="1302025"/>
                <a:ext cx="281212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45" name="Cerneală 244">
                <a:extLst>
                  <a:ext uri="{FF2B5EF4-FFF2-40B4-BE49-F238E27FC236}">
                    <a16:creationId xmlns:a16="http://schemas.microsoft.com/office/drawing/2014/main" id="{DFC9225F-0CF4-409D-9F72-68DC9E630B48}"/>
                  </a:ext>
                </a:extLst>
              </p14:cNvPr>
              <p14:cNvContentPartPr/>
              <p14:nvPr/>
            </p14:nvContentPartPr>
            <p14:xfrm>
              <a:off x="10585629" y="1071625"/>
              <a:ext cx="1416960" cy="620640"/>
            </p14:xfrm>
          </p:contentPart>
        </mc:Choice>
        <mc:Fallback xmlns="">
          <p:pic>
            <p:nvPicPr>
              <p:cNvPr id="245" name="Cerneală 244">
                <a:extLst>
                  <a:ext uri="{FF2B5EF4-FFF2-40B4-BE49-F238E27FC236}">
                    <a16:creationId xmlns:a16="http://schemas.microsoft.com/office/drawing/2014/main" id="{DFC9225F-0CF4-409D-9F72-68DC9E630B4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567989" y="1053985"/>
                <a:ext cx="145260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6" name="Cerneală 245">
                <a:extLst>
                  <a:ext uri="{FF2B5EF4-FFF2-40B4-BE49-F238E27FC236}">
                    <a16:creationId xmlns:a16="http://schemas.microsoft.com/office/drawing/2014/main" id="{A042DA82-681C-416B-95BA-64F84114FB13}"/>
                  </a:ext>
                </a:extLst>
              </p14:cNvPr>
              <p14:cNvContentPartPr/>
              <p14:nvPr/>
            </p14:nvContentPartPr>
            <p14:xfrm>
              <a:off x="8066349" y="1091065"/>
              <a:ext cx="2068560" cy="453240"/>
            </p14:xfrm>
          </p:contentPart>
        </mc:Choice>
        <mc:Fallback xmlns="">
          <p:pic>
            <p:nvPicPr>
              <p:cNvPr id="246" name="Cerneală 245">
                <a:extLst>
                  <a:ext uri="{FF2B5EF4-FFF2-40B4-BE49-F238E27FC236}">
                    <a16:creationId xmlns:a16="http://schemas.microsoft.com/office/drawing/2014/main" id="{A042DA82-681C-416B-95BA-64F84114FB1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048349" y="1073065"/>
                <a:ext cx="210420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8F96AB9E-D168-4F80-B6AF-C24EC6DDB914}"/>
                  </a:ext>
                </a:extLst>
              </p14:cNvPr>
              <p14:cNvContentPartPr/>
              <p14:nvPr/>
            </p14:nvContentPartPr>
            <p14:xfrm>
              <a:off x="2425149" y="326785"/>
              <a:ext cx="360" cy="36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8F96AB9E-D168-4F80-B6AF-C24EC6DDB91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407149" y="3091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66B3BF0B-3F52-44D2-8DB9-AE1AC829403F}"/>
                  </a:ext>
                </a:extLst>
              </p14:cNvPr>
              <p14:cNvContentPartPr/>
              <p14:nvPr/>
            </p14:nvContentPartPr>
            <p14:xfrm>
              <a:off x="2712757" y="3703317"/>
              <a:ext cx="3917160" cy="23464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66B3BF0B-3F52-44D2-8DB9-AE1AC829403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695115" y="3685677"/>
                <a:ext cx="3952803" cy="23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56C87C8E-6AFD-452C-B610-074991297033}"/>
                  </a:ext>
                </a:extLst>
              </p14:cNvPr>
              <p14:cNvContentPartPr/>
              <p14:nvPr/>
            </p14:nvContentPartPr>
            <p14:xfrm>
              <a:off x="7312837" y="4393077"/>
              <a:ext cx="245520" cy="3358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56C87C8E-6AFD-452C-B610-07499129703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295171" y="4375437"/>
                <a:ext cx="281212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E014E991-95DB-4DF9-8638-CD4FC7FCC7AC}"/>
                  </a:ext>
                </a:extLst>
              </p14:cNvPr>
              <p14:cNvContentPartPr/>
              <p14:nvPr/>
            </p14:nvContentPartPr>
            <p14:xfrm>
              <a:off x="2385517" y="3400197"/>
              <a:ext cx="360" cy="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E014E991-95DB-4DF9-8638-CD4FC7FCC7A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367517" y="3382557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0A44D6A8-506F-45F9-BB41-3D4D693E0D57}"/>
                  </a:ext>
                </a:extLst>
              </p14:cNvPr>
              <p14:cNvContentPartPr/>
              <p14:nvPr/>
            </p14:nvContentPartPr>
            <p14:xfrm>
              <a:off x="7453989" y="4505665"/>
              <a:ext cx="29520" cy="16668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0A44D6A8-506F-45F9-BB41-3D4D693E0D5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435989" y="4488025"/>
                <a:ext cx="651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F38293E-2B4D-469B-AE7F-F68371133730}"/>
                  </a:ext>
                </a:extLst>
              </p14:cNvPr>
              <p14:cNvContentPartPr/>
              <p14:nvPr/>
            </p14:nvContentPartPr>
            <p14:xfrm>
              <a:off x="10929069" y="4143865"/>
              <a:ext cx="1192680" cy="9432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F38293E-2B4D-469B-AE7F-F6837113373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911429" y="4125872"/>
                <a:ext cx="1228320" cy="978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2075A2D1-0F7C-4E42-A040-10CB4FD97EAE}"/>
                  </a:ext>
                </a:extLst>
              </p14:cNvPr>
              <p14:cNvContentPartPr/>
              <p14:nvPr/>
            </p14:nvContentPartPr>
            <p14:xfrm>
              <a:off x="7910469" y="4283545"/>
              <a:ext cx="2780280" cy="8341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2075A2D1-0F7C-4E42-A040-10CB4FD97EA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92469" y="4265545"/>
                <a:ext cx="2815920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A4A7BD45-C853-4976-9785-F8DC07B8717D}"/>
                  </a:ext>
                </a:extLst>
              </p14:cNvPr>
              <p14:cNvContentPartPr/>
              <p14:nvPr/>
            </p14:nvContentPartPr>
            <p14:xfrm>
              <a:off x="4459149" y="4316305"/>
              <a:ext cx="1202040" cy="17049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A4A7BD45-C853-4976-9785-F8DC07B8717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441509" y="4280305"/>
                <a:ext cx="1237680" cy="177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4EB1CE4C-5585-4078-9036-97F763E19000}"/>
                  </a:ext>
                </a:extLst>
              </p14:cNvPr>
              <p14:cNvContentPartPr/>
              <p14:nvPr/>
            </p14:nvContentPartPr>
            <p14:xfrm>
              <a:off x="4846149" y="4600345"/>
              <a:ext cx="2160" cy="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4EB1CE4C-5585-4078-9036-97F763E1900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28149" y="4564705"/>
                <a:ext cx="37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7BE0C64-4E66-4716-A21A-10B9039170DF}"/>
                  </a:ext>
                </a:extLst>
              </p14:cNvPr>
              <p14:cNvContentPartPr/>
              <p14:nvPr/>
            </p14:nvContentPartPr>
            <p14:xfrm>
              <a:off x="3766509" y="4526545"/>
              <a:ext cx="1143000" cy="5799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7BE0C64-4E66-4716-A21A-10B9039170D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48869" y="4490905"/>
                <a:ext cx="1178640" cy="65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00036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ECA7913C-0B91-4754-AC93-DF9523C55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838325" cy="33051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A68AE9C-C84E-41C2-A91A-0586FA4A11F7}"/>
                  </a:ext>
                </a:extLst>
              </p14:cNvPr>
              <p14:cNvContentPartPr/>
              <p14:nvPr/>
            </p14:nvContentPartPr>
            <p14:xfrm>
              <a:off x="105669" y="1252705"/>
              <a:ext cx="77760" cy="10512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A68AE9C-C84E-41C2-A91A-0586FA4A11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669" y="1235065"/>
                <a:ext cx="113400" cy="1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DD744759-2EA6-4643-83F1-49E239C209EE}"/>
                  </a:ext>
                </a:extLst>
              </p14:cNvPr>
              <p14:cNvContentPartPr/>
              <p14:nvPr/>
            </p14:nvContentPartPr>
            <p14:xfrm>
              <a:off x="153549" y="1572385"/>
              <a:ext cx="16920" cy="15444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DD744759-2EA6-4643-83F1-49E239C209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5909" y="1554745"/>
                <a:ext cx="5256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71FDA41D-BBEC-4297-B523-97EA4B3D48D4}"/>
                  </a:ext>
                </a:extLst>
              </p14:cNvPr>
              <p14:cNvContentPartPr/>
              <p14:nvPr/>
            </p14:nvContentPartPr>
            <p14:xfrm>
              <a:off x="81549" y="1923385"/>
              <a:ext cx="106200" cy="13248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71FDA41D-BBEC-4297-B523-97EA4B3D48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549" y="1905385"/>
                <a:ext cx="1418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2" name="Cerneală 191">
                <a:extLst>
                  <a:ext uri="{FF2B5EF4-FFF2-40B4-BE49-F238E27FC236}">
                    <a16:creationId xmlns:a16="http://schemas.microsoft.com/office/drawing/2014/main" id="{9ABD6729-21B5-4DB8-8117-AF68F2B3F31B}"/>
                  </a:ext>
                </a:extLst>
              </p14:cNvPr>
              <p14:cNvContentPartPr/>
              <p14:nvPr/>
            </p14:nvContentPartPr>
            <p14:xfrm>
              <a:off x="100989" y="2286265"/>
              <a:ext cx="96840" cy="187200"/>
            </p14:xfrm>
          </p:contentPart>
        </mc:Choice>
        <mc:Fallback xmlns="">
          <p:pic>
            <p:nvPicPr>
              <p:cNvPr id="192" name="Cerneală 191">
                <a:extLst>
                  <a:ext uri="{FF2B5EF4-FFF2-40B4-BE49-F238E27FC236}">
                    <a16:creationId xmlns:a16="http://schemas.microsoft.com/office/drawing/2014/main" id="{9ABD6729-21B5-4DB8-8117-AF68F2B3F3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989" y="2268265"/>
                <a:ext cx="1324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3" name="Cerneală 192">
                <a:extLst>
                  <a:ext uri="{FF2B5EF4-FFF2-40B4-BE49-F238E27FC236}">
                    <a16:creationId xmlns:a16="http://schemas.microsoft.com/office/drawing/2014/main" id="{47E0CA4D-97FA-4A22-B1AC-8F0DBB738F53}"/>
                  </a:ext>
                </a:extLst>
              </p14:cNvPr>
              <p14:cNvContentPartPr/>
              <p14:nvPr/>
            </p14:nvContentPartPr>
            <p14:xfrm>
              <a:off x="119349" y="2583985"/>
              <a:ext cx="78120" cy="212040"/>
            </p14:xfrm>
          </p:contentPart>
        </mc:Choice>
        <mc:Fallback xmlns="">
          <p:pic>
            <p:nvPicPr>
              <p:cNvPr id="193" name="Cerneală 192">
                <a:extLst>
                  <a:ext uri="{FF2B5EF4-FFF2-40B4-BE49-F238E27FC236}">
                    <a16:creationId xmlns:a16="http://schemas.microsoft.com/office/drawing/2014/main" id="{47E0CA4D-97FA-4A22-B1AC-8F0DBB738F5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1349" y="2565985"/>
                <a:ext cx="11376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6" name="Cerneală 195">
                <a:extLst>
                  <a:ext uri="{FF2B5EF4-FFF2-40B4-BE49-F238E27FC236}">
                    <a16:creationId xmlns:a16="http://schemas.microsoft.com/office/drawing/2014/main" id="{7558D2B9-4B61-4E8F-86D6-1B0930845A26}"/>
                  </a:ext>
                </a:extLst>
              </p14:cNvPr>
              <p14:cNvContentPartPr/>
              <p14:nvPr/>
            </p14:nvContentPartPr>
            <p14:xfrm>
              <a:off x="135189" y="3378145"/>
              <a:ext cx="116640" cy="174240"/>
            </p14:xfrm>
          </p:contentPart>
        </mc:Choice>
        <mc:Fallback xmlns="">
          <p:pic>
            <p:nvPicPr>
              <p:cNvPr id="196" name="Cerneală 195">
                <a:extLst>
                  <a:ext uri="{FF2B5EF4-FFF2-40B4-BE49-F238E27FC236}">
                    <a16:creationId xmlns:a16="http://schemas.microsoft.com/office/drawing/2014/main" id="{7558D2B9-4B61-4E8F-86D6-1B0930845A2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7189" y="3360145"/>
                <a:ext cx="15228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9" name="Cerneală 198">
                <a:extLst>
                  <a:ext uri="{FF2B5EF4-FFF2-40B4-BE49-F238E27FC236}">
                    <a16:creationId xmlns:a16="http://schemas.microsoft.com/office/drawing/2014/main" id="{686EE279-7FC7-45B2-91D1-01B7C91376D7}"/>
                  </a:ext>
                </a:extLst>
              </p14:cNvPr>
              <p14:cNvContentPartPr/>
              <p14:nvPr/>
            </p14:nvContentPartPr>
            <p14:xfrm>
              <a:off x="120069" y="3707185"/>
              <a:ext cx="204480" cy="165240"/>
            </p14:xfrm>
          </p:contentPart>
        </mc:Choice>
        <mc:Fallback xmlns="">
          <p:pic>
            <p:nvPicPr>
              <p:cNvPr id="199" name="Cerneală 198">
                <a:extLst>
                  <a:ext uri="{FF2B5EF4-FFF2-40B4-BE49-F238E27FC236}">
                    <a16:creationId xmlns:a16="http://schemas.microsoft.com/office/drawing/2014/main" id="{686EE279-7FC7-45B2-91D1-01B7C91376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2429" y="3689185"/>
                <a:ext cx="24012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0" name="Cerneală 199">
                <a:extLst>
                  <a:ext uri="{FF2B5EF4-FFF2-40B4-BE49-F238E27FC236}">
                    <a16:creationId xmlns:a16="http://schemas.microsoft.com/office/drawing/2014/main" id="{408C6F2B-A5E5-4905-A039-E25920AE4A7A}"/>
                  </a:ext>
                </a:extLst>
              </p14:cNvPr>
              <p14:cNvContentPartPr/>
              <p14:nvPr/>
            </p14:nvContentPartPr>
            <p14:xfrm>
              <a:off x="110349" y="3009145"/>
              <a:ext cx="96840" cy="239400"/>
            </p14:xfrm>
          </p:contentPart>
        </mc:Choice>
        <mc:Fallback xmlns="">
          <p:pic>
            <p:nvPicPr>
              <p:cNvPr id="200" name="Cerneală 199">
                <a:extLst>
                  <a:ext uri="{FF2B5EF4-FFF2-40B4-BE49-F238E27FC236}">
                    <a16:creationId xmlns:a16="http://schemas.microsoft.com/office/drawing/2014/main" id="{408C6F2B-A5E5-4905-A039-E25920AE4A7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2349" y="2991478"/>
                <a:ext cx="132480" cy="275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47" name="Cerneală 246">
                <a:extLst>
                  <a:ext uri="{FF2B5EF4-FFF2-40B4-BE49-F238E27FC236}">
                    <a16:creationId xmlns:a16="http://schemas.microsoft.com/office/drawing/2014/main" id="{8F96AB9E-D168-4F80-B6AF-C24EC6DDB914}"/>
                  </a:ext>
                </a:extLst>
              </p14:cNvPr>
              <p14:cNvContentPartPr/>
              <p14:nvPr/>
            </p14:nvContentPartPr>
            <p14:xfrm>
              <a:off x="2425149" y="326785"/>
              <a:ext cx="360" cy="360"/>
            </p14:xfrm>
          </p:contentPart>
        </mc:Choice>
        <mc:Fallback xmlns="">
          <p:pic>
            <p:nvPicPr>
              <p:cNvPr id="247" name="Cerneală 246">
                <a:extLst>
                  <a:ext uri="{FF2B5EF4-FFF2-40B4-BE49-F238E27FC236}">
                    <a16:creationId xmlns:a16="http://schemas.microsoft.com/office/drawing/2014/main" id="{8F96AB9E-D168-4F80-B6AF-C24EC6DDB91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07149" y="3091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66B3BF0B-3F52-44D2-8DB9-AE1AC829403F}"/>
                  </a:ext>
                </a:extLst>
              </p14:cNvPr>
              <p14:cNvContentPartPr/>
              <p14:nvPr/>
            </p14:nvContentPartPr>
            <p14:xfrm>
              <a:off x="2621318" y="594391"/>
              <a:ext cx="3917160" cy="234648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66B3BF0B-3F52-44D2-8DB9-AE1AC829403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03676" y="576751"/>
                <a:ext cx="3952803" cy="23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56C87C8E-6AFD-452C-B610-074991297033}"/>
                  </a:ext>
                </a:extLst>
              </p14:cNvPr>
              <p14:cNvContentPartPr/>
              <p14:nvPr/>
            </p14:nvContentPartPr>
            <p14:xfrm>
              <a:off x="7221398" y="1284151"/>
              <a:ext cx="245520" cy="33588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56C87C8E-6AFD-452C-B610-07499129703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203732" y="1266511"/>
                <a:ext cx="281212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E014E991-95DB-4DF9-8638-CD4FC7FCC7AC}"/>
                  </a:ext>
                </a:extLst>
              </p14:cNvPr>
              <p14:cNvContentPartPr/>
              <p14:nvPr/>
            </p14:nvContentPartPr>
            <p14:xfrm>
              <a:off x="2294078" y="291271"/>
              <a:ext cx="360" cy="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E014E991-95DB-4DF9-8638-CD4FC7FCC7A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76078" y="27363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48" name="Cerneală 247">
                <a:extLst>
                  <a:ext uri="{FF2B5EF4-FFF2-40B4-BE49-F238E27FC236}">
                    <a16:creationId xmlns:a16="http://schemas.microsoft.com/office/drawing/2014/main" id="{0A44D6A8-506F-45F9-BB41-3D4D693E0D57}"/>
                  </a:ext>
                </a:extLst>
              </p14:cNvPr>
              <p14:cNvContentPartPr/>
              <p14:nvPr/>
            </p14:nvContentPartPr>
            <p14:xfrm>
              <a:off x="7362550" y="1396739"/>
              <a:ext cx="29520" cy="166680"/>
            </p14:xfrm>
          </p:contentPart>
        </mc:Choice>
        <mc:Fallback xmlns="">
          <p:pic>
            <p:nvPicPr>
              <p:cNvPr id="248" name="Cerneală 247">
                <a:extLst>
                  <a:ext uri="{FF2B5EF4-FFF2-40B4-BE49-F238E27FC236}">
                    <a16:creationId xmlns:a16="http://schemas.microsoft.com/office/drawing/2014/main" id="{0A44D6A8-506F-45F9-BB41-3D4D693E0D5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44550" y="1379099"/>
                <a:ext cx="6516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AF38293E-2B4D-469B-AE7F-F68371133730}"/>
                  </a:ext>
                </a:extLst>
              </p14:cNvPr>
              <p14:cNvContentPartPr/>
              <p14:nvPr/>
            </p14:nvContentPartPr>
            <p14:xfrm>
              <a:off x="10837630" y="1034939"/>
              <a:ext cx="1192680" cy="94320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AF38293E-2B4D-469B-AE7F-F6837113373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819990" y="1016946"/>
                <a:ext cx="1228320" cy="9788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2075A2D1-0F7C-4E42-A040-10CB4FD97EAE}"/>
                  </a:ext>
                </a:extLst>
              </p14:cNvPr>
              <p14:cNvContentPartPr/>
              <p14:nvPr/>
            </p14:nvContentPartPr>
            <p14:xfrm>
              <a:off x="7819030" y="1174619"/>
              <a:ext cx="2780280" cy="83412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2075A2D1-0F7C-4E42-A040-10CB4FD97EA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01030" y="1156619"/>
                <a:ext cx="2815920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81" name="Cerneală 80">
                <a:extLst>
                  <a:ext uri="{FF2B5EF4-FFF2-40B4-BE49-F238E27FC236}">
                    <a16:creationId xmlns:a16="http://schemas.microsoft.com/office/drawing/2014/main" id="{A4A7BD45-C853-4976-9785-F8DC07B8717D}"/>
                  </a:ext>
                </a:extLst>
              </p14:cNvPr>
              <p14:cNvContentPartPr/>
              <p14:nvPr/>
            </p14:nvContentPartPr>
            <p14:xfrm>
              <a:off x="4367710" y="1207379"/>
              <a:ext cx="1202040" cy="1704960"/>
            </p14:xfrm>
          </p:contentPart>
        </mc:Choice>
        <mc:Fallback xmlns="">
          <p:pic>
            <p:nvPicPr>
              <p:cNvPr id="81" name="Cerneală 80">
                <a:extLst>
                  <a:ext uri="{FF2B5EF4-FFF2-40B4-BE49-F238E27FC236}">
                    <a16:creationId xmlns:a16="http://schemas.microsoft.com/office/drawing/2014/main" id="{A4A7BD45-C853-4976-9785-F8DC07B8717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50070" y="1171379"/>
                <a:ext cx="1237680" cy="177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4EB1CE4C-5585-4078-9036-97F763E19000}"/>
                  </a:ext>
                </a:extLst>
              </p14:cNvPr>
              <p14:cNvContentPartPr/>
              <p14:nvPr/>
            </p14:nvContentPartPr>
            <p14:xfrm>
              <a:off x="4754710" y="1491419"/>
              <a:ext cx="2160" cy="36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4EB1CE4C-5585-4078-9036-97F763E1900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36710" y="1455779"/>
                <a:ext cx="378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47BE0C64-4E66-4716-A21A-10B9039170DF}"/>
                  </a:ext>
                </a:extLst>
              </p14:cNvPr>
              <p14:cNvContentPartPr/>
              <p14:nvPr/>
            </p14:nvContentPartPr>
            <p14:xfrm>
              <a:off x="3675070" y="1417619"/>
              <a:ext cx="1143000" cy="5799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47BE0C64-4E66-4716-A21A-10B9039170D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57430" y="1381979"/>
                <a:ext cx="1178640" cy="65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A7F05980-F290-4735-BFA9-3B4664A8D157}"/>
                  </a:ext>
                </a:extLst>
              </p14:cNvPr>
              <p14:cNvContentPartPr/>
              <p14:nvPr/>
            </p14:nvContentPartPr>
            <p14:xfrm>
              <a:off x="3888189" y="3527185"/>
              <a:ext cx="176760" cy="18648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A7F05980-F290-4735-BFA9-3B4664A8D15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70549" y="3509545"/>
                <a:ext cx="21240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82B86A0B-8E07-4ADA-95BF-EB5AF684582D}"/>
                  </a:ext>
                </a:extLst>
              </p14:cNvPr>
              <p14:cNvContentPartPr/>
              <p14:nvPr/>
            </p14:nvContentPartPr>
            <p14:xfrm>
              <a:off x="3742749" y="3404785"/>
              <a:ext cx="339480" cy="241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82B86A0B-8E07-4ADA-95BF-EB5AF684582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724749" y="3387145"/>
                <a:ext cx="3751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24FCC1BF-DD68-4B8E-A205-436CE53E1BBA}"/>
                  </a:ext>
                </a:extLst>
              </p14:cNvPr>
              <p14:cNvContentPartPr/>
              <p14:nvPr/>
            </p14:nvContentPartPr>
            <p14:xfrm>
              <a:off x="3922029" y="3820945"/>
              <a:ext cx="186840" cy="86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24FCC1BF-DD68-4B8E-A205-436CE53E1BB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04389" y="3802945"/>
                <a:ext cx="2224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Cerneală 24">
                <a:extLst>
                  <a:ext uri="{FF2B5EF4-FFF2-40B4-BE49-F238E27FC236}">
                    <a16:creationId xmlns:a16="http://schemas.microsoft.com/office/drawing/2014/main" id="{7C9DE467-8ED3-45F3-BE2F-866DF2F0A29B}"/>
                  </a:ext>
                </a:extLst>
              </p14:cNvPr>
              <p14:cNvContentPartPr/>
              <p14:nvPr/>
            </p14:nvContentPartPr>
            <p14:xfrm>
              <a:off x="9252549" y="3045505"/>
              <a:ext cx="812160" cy="644760"/>
            </p14:xfrm>
          </p:contentPart>
        </mc:Choice>
        <mc:Fallback xmlns="">
          <p:pic>
            <p:nvPicPr>
              <p:cNvPr id="25" name="Cerneală 24">
                <a:extLst>
                  <a:ext uri="{FF2B5EF4-FFF2-40B4-BE49-F238E27FC236}">
                    <a16:creationId xmlns:a16="http://schemas.microsoft.com/office/drawing/2014/main" id="{7C9DE467-8ED3-45F3-BE2F-866DF2F0A29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234909" y="3027505"/>
                <a:ext cx="84780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4F18D19E-E6C2-4DD8-A463-6341F2C125E1}"/>
                  </a:ext>
                </a:extLst>
              </p14:cNvPr>
              <p14:cNvContentPartPr/>
              <p14:nvPr/>
            </p14:nvContentPartPr>
            <p14:xfrm>
              <a:off x="8036829" y="3363745"/>
              <a:ext cx="780120" cy="42264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4F18D19E-E6C2-4DD8-A463-6341F2C125E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19189" y="3346105"/>
                <a:ext cx="81576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95A291F4-30A1-406E-B583-8CCEF6282A69}"/>
                  </a:ext>
                </a:extLst>
              </p14:cNvPr>
              <p14:cNvContentPartPr/>
              <p14:nvPr/>
            </p14:nvContentPartPr>
            <p14:xfrm>
              <a:off x="5365629" y="3316945"/>
              <a:ext cx="2266920" cy="5900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95A291F4-30A1-406E-B583-8CCEF6282A6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47629" y="3298945"/>
                <a:ext cx="2302560" cy="62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6A259A1-C41A-4207-A056-C3DACF68FF80}"/>
                  </a:ext>
                </a:extLst>
              </p14:cNvPr>
              <p14:cNvContentPartPr/>
              <p14:nvPr/>
            </p14:nvContentPartPr>
            <p14:xfrm>
              <a:off x="4677669" y="3464545"/>
              <a:ext cx="447480" cy="2653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6A259A1-C41A-4207-A056-C3DACF68FF80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660029" y="3446905"/>
                <a:ext cx="48312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73CAC765-424A-4EEC-A1BE-38A2A528A1E5}"/>
                  </a:ext>
                </a:extLst>
              </p14:cNvPr>
              <p14:cNvContentPartPr/>
              <p14:nvPr/>
            </p14:nvContentPartPr>
            <p14:xfrm>
              <a:off x="2416869" y="3498745"/>
              <a:ext cx="1027800" cy="54288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73CAC765-424A-4EEC-A1BE-38A2A528A1E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98875" y="3481105"/>
                <a:ext cx="1063428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1186234-0BC5-468A-B855-53BCDC97F167}"/>
                  </a:ext>
                </a:extLst>
              </p14:cNvPr>
              <p14:cNvContentPartPr/>
              <p14:nvPr/>
            </p14:nvContentPartPr>
            <p14:xfrm>
              <a:off x="3109509" y="4413865"/>
              <a:ext cx="225360" cy="6649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1186234-0BC5-468A-B855-53BCDC97F16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91509" y="4395865"/>
                <a:ext cx="26100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6009E829-F8CC-4845-B6D7-3DABC916EC99}"/>
                  </a:ext>
                </a:extLst>
              </p14:cNvPr>
              <p14:cNvContentPartPr/>
              <p14:nvPr/>
            </p14:nvContentPartPr>
            <p14:xfrm>
              <a:off x="3479229" y="4593145"/>
              <a:ext cx="170640" cy="1260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6009E829-F8CC-4845-B6D7-3DABC916EC9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461589" y="4575505"/>
                <a:ext cx="20628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376A577-F326-4A08-BC79-CC0846046713}"/>
                  </a:ext>
                </a:extLst>
              </p14:cNvPr>
              <p14:cNvContentPartPr/>
              <p14:nvPr/>
            </p14:nvContentPartPr>
            <p14:xfrm>
              <a:off x="3508029" y="4717705"/>
              <a:ext cx="142560" cy="82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376A577-F326-4A08-BC79-CC084604671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490389" y="4699705"/>
                <a:ext cx="17820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E9DAC6BA-E90D-4DB9-AEBD-E0D9FD2AE3BE}"/>
                  </a:ext>
                </a:extLst>
              </p14:cNvPr>
              <p14:cNvContentPartPr/>
              <p14:nvPr/>
            </p14:nvContentPartPr>
            <p14:xfrm>
              <a:off x="3922029" y="4249345"/>
              <a:ext cx="127800" cy="109260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E9DAC6BA-E90D-4DB9-AEBD-E0D9FD2AE3B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04389" y="4231705"/>
                <a:ext cx="163440" cy="11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A3A9CE7C-C917-479A-88AD-EC0A38AFD041}"/>
                  </a:ext>
                </a:extLst>
              </p14:cNvPr>
              <p14:cNvContentPartPr/>
              <p14:nvPr/>
            </p14:nvContentPartPr>
            <p14:xfrm>
              <a:off x="4158549" y="4907065"/>
              <a:ext cx="1089360" cy="43956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A3A9CE7C-C917-479A-88AD-EC0A38AFD04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40909" y="4871425"/>
                <a:ext cx="112500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7474E329-5210-466B-8D28-92E908EFCC1B}"/>
                  </a:ext>
                </a:extLst>
              </p14:cNvPr>
              <p14:cNvContentPartPr/>
              <p14:nvPr/>
            </p14:nvContentPartPr>
            <p14:xfrm>
              <a:off x="4051269" y="4177345"/>
              <a:ext cx="1325160" cy="4798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7474E329-5210-466B-8D28-92E908EFCC1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033269" y="4141345"/>
                <a:ext cx="1360800" cy="55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791E077-F107-4973-A6F9-6F18739D49C0}"/>
                  </a:ext>
                </a:extLst>
              </p14:cNvPr>
              <p14:cNvContentPartPr/>
              <p14:nvPr/>
            </p14:nvContentPartPr>
            <p14:xfrm>
              <a:off x="5424669" y="4114345"/>
              <a:ext cx="28800" cy="13176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791E077-F107-4973-A6F9-6F18739D49C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06669" y="4096705"/>
                <a:ext cx="64440" cy="13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EB518712-531B-4BC0-B214-72AF3EB998FD}"/>
                  </a:ext>
                </a:extLst>
              </p14:cNvPr>
              <p14:cNvContentPartPr/>
              <p14:nvPr/>
            </p14:nvContentPartPr>
            <p14:xfrm>
              <a:off x="4257189" y="4893385"/>
              <a:ext cx="837720" cy="45468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EB518712-531B-4BC0-B214-72AF3EB998F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239181" y="4875731"/>
                <a:ext cx="873375" cy="4903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22ED70F7-03E6-4959-B672-5BAFDA5F958C}"/>
                  </a:ext>
                </a:extLst>
              </p14:cNvPr>
              <p14:cNvContentPartPr/>
              <p14:nvPr/>
            </p14:nvContentPartPr>
            <p14:xfrm>
              <a:off x="7194789" y="4634185"/>
              <a:ext cx="207000" cy="54648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22ED70F7-03E6-4959-B672-5BAFDA5F958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176789" y="4616545"/>
                <a:ext cx="24264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8E1FE564-55BB-41C2-9CF3-351D7A0062BA}"/>
                  </a:ext>
                </a:extLst>
              </p14:cNvPr>
              <p14:cNvContentPartPr/>
              <p14:nvPr/>
            </p14:nvContentPartPr>
            <p14:xfrm>
              <a:off x="7641549" y="4661185"/>
              <a:ext cx="146520" cy="1656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8E1FE564-55BB-41C2-9CF3-351D7A0062B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623549" y="4643545"/>
                <a:ext cx="1821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E82FF79A-B736-435E-A0E5-F69AA1891A2E}"/>
                  </a:ext>
                </a:extLst>
              </p14:cNvPr>
              <p14:cNvContentPartPr/>
              <p14:nvPr/>
            </p14:nvContentPartPr>
            <p14:xfrm>
              <a:off x="7704909" y="4778545"/>
              <a:ext cx="127800" cy="57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E82FF79A-B736-435E-A0E5-F69AA1891A2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686909" y="4760905"/>
                <a:ext cx="1634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01BE29D6-2837-4F29-9182-736454CD1D14}"/>
                  </a:ext>
                </a:extLst>
              </p14:cNvPr>
              <p14:cNvContentPartPr/>
              <p14:nvPr/>
            </p14:nvContentPartPr>
            <p14:xfrm>
              <a:off x="9288189" y="4258705"/>
              <a:ext cx="105120" cy="123444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01BE29D6-2837-4F29-9182-736454CD1D1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70189" y="4241065"/>
                <a:ext cx="140760" cy="12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13" name="Cerneală 112">
                <a:extLst>
                  <a:ext uri="{FF2B5EF4-FFF2-40B4-BE49-F238E27FC236}">
                    <a16:creationId xmlns:a16="http://schemas.microsoft.com/office/drawing/2014/main" id="{06D91A82-B7C3-4868-84EA-578752A72781}"/>
                  </a:ext>
                </a:extLst>
              </p14:cNvPr>
              <p14:cNvContentPartPr/>
              <p14:nvPr/>
            </p14:nvContentPartPr>
            <p14:xfrm>
              <a:off x="4470669" y="4350505"/>
              <a:ext cx="483120" cy="290880"/>
            </p14:xfrm>
          </p:contentPart>
        </mc:Choice>
        <mc:Fallback xmlns="">
          <p:pic>
            <p:nvPicPr>
              <p:cNvPr id="113" name="Cerneală 112">
                <a:extLst>
                  <a:ext uri="{FF2B5EF4-FFF2-40B4-BE49-F238E27FC236}">
                    <a16:creationId xmlns:a16="http://schemas.microsoft.com/office/drawing/2014/main" id="{06D91A82-B7C3-4868-84EA-578752A7278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53016" y="4332865"/>
                <a:ext cx="518787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15" name="Cerneală 114">
                <a:extLst>
                  <a:ext uri="{FF2B5EF4-FFF2-40B4-BE49-F238E27FC236}">
                    <a16:creationId xmlns:a16="http://schemas.microsoft.com/office/drawing/2014/main" id="{8CA7A23E-51BA-48EF-83D9-4A4D5B395801}"/>
                  </a:ext>
                </a:extLst>
              </p14:cNvPr>
              <p14:cNvContentPartPr/>
              <p14:nvPr/>
            </p14:nvContentPartPr>
            <p14:xfrm>
              <a:off x="8166789" y="4297585"/>
              <a:ext cx="936000" cy="1105560"/>
            </p14:xfrm>
          </p:contentPart>
        </mc:Choice>
        <mc:Fallback xmlns="">
          <p:pic>
            <p:nvPicPr>
              <p:cNvPr id="115" name="Cerneală 114">
                <a:extLst>
                  <a:ext uri="{FF2B5EF4-FFF2-40B4-BE49-F238E27FC236}">
                    <a16:creationId xmlns:a16="http://schemas.microsoft.com/office/drawing/2014/main" id="{8CA7A23E-51BA-48EF-83D9-4A4D5B39580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149142" y="4279585"/>
                <a:ext cx="971654" cy="11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16" name="Cerneală 115">
                <a:extLst>
                  <a:ext uri="{FF2B5EF4-FFF2-40B4-BE49-F238E27FC236}">
                    <a16:creationId xmlns:a16="http://schemas.microsoft.com/office/drawing/2014/main" id="{53504FD1-3F61-4C31-9328-A2263C9B3268}"/>
                  </a:ext>
                </a:extLst>
              </p14:cNvPr>
              <p14:cNvContentPartPr/>
              <p14:nvPr/>
            </p14:nvContentPartPr>
            <p14:xfrm>
              <a:off x="813789" y="5755585"/>
              <a:ext cx="122760" cy="344880"/>
            </p14:xfrm>
          </p:contentPart>
        </mc:Choice>
        <mc:Fallback xmlns="">
          <p:pic>
            <p:nvPicPr>
              <p:cNvPr id="116" name="Cerneală 115">
                <a:extLst>
                  <a:ext uri="{FF2B5EF4-FFF2-40B4-BE49-F238E27FC236}">
                    <a16:creationId xmlns:a16="http://schemas.microsoft.com/office/drawing/2014/main" id="{53504FD1-3F61-4C31-9328-A2263C9B326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96149" y="5737585"/>
                <a:ext cx="1584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04" name="Cerneală 203">
                <a:extLst>
                  <a:ext uri="{FF2B5EF4-FFF2-40B4-BE49-F238E27FC236}">
                    <a16:creationId xmlns:a16="http://schemas.microsoft.com/office/drawing/2014/main" id="{6E6E63DE-C695-47BB-8734-195EC0EC6A43}"/>
                  </a:ext>
                </a:extLst>
              </p14:cNvPr>
              <p14:cNvContentPartPr/>
              <p14:nvPr/>
            </p14:nvContentPartPr>
            <p14:xfrm>
              <a:off x="5065389" y="5941345"/>
              <a:ext cx="94680" cy="108000"/>
            </p14:xfrm>
          </p:contentPart>
        </mc:Choice>
        <mc:Fallback xmlns="">
          <p:pic>
            <p:nvPicPr>
              <p:cNvPr id="204" name="Cerneală 203">
                <a:extLst>
                  <a:ext uri="{FF2B5EF4-FFF2-40B4-BE49-F238E27FC236}">
                    <a16:creationId xmlns:a16="http://schemas.microsoft.com/office/drawing/2014/main" id="{6E6E63DE-C695-47BB-8734-195EC0EC6A4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047749" y="5923345"/>
                <a:ext cx="1303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12" name="Cerneală 211">
                <a:extLst>
                  <a:ext uri="{FF2B5EF4-FFF2-40B4-BE49-F238E27FC236}">
                    <a16:creationId xmlns:a16="http://schemas.microsoft.com/office/drawing/2014/main" id="{FEDB626D-84B4-4979-B480-B6B2BDB9F7F9}"/>
                  </a:ext>
                </a:extLst>
              </p14:cNvPr>
              <p14:cNvContentPartPr/>
              <p14:nvPr/>
            </p14:nvContentPartPr>
            <p14:xfrm>
              <a:off x="3156669" y="5726785"/>
              <a:ext cx="1424160" cy="366480"/>
            </p14:xfrm>
          </p:contentPart>
        </mc:Choice>
        <mc:Fallback xmlns="">
          <p:pic>
            <p:nvPicPr>
              <p:cNvPr id="212" name="Cerneală 211">
                <a:extLst>
                  <a:ext uri="{FF2B5EF4-FFF2-40B4-BE49-F238E27FC236}">
                    <a16:creationId xmlns:a16="http://schemas.microsoft.com/office/drawing/2014/main" id="{FEDB626D-84B4-4979-B480-B6B2BDB9F7F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139029" y="5708785"/>
                <a:ext cx="14598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13" name="Cerneală 212">
                <a:extLst>
                  <a:ext uri="{FF2B5EF4-FFF2-40B4-BE49-F238E27FC236}">
                    <a16:creationId xmlns:a16="http://schemas.microsoft.com/office/drawing/2014/main" id="{48A2E29E-C122-4D74-A573-14D2F4E51A7F}"/>
                  </a:ext>
                </a:extLst>
              </p14:cNvPr>
              <p14:cNvContentPartPr/>
              <p14:nvPr/>
            </p14:nvContentPartPr>
            <p14:xfrm>
              <a:off x="2555469" y="5808505"/>
              <a:ext cx="299520" cy="281880"/>
            </p14:xfrm>
          </p:contentPart>
        </mc:Choice>
        <mc:Fallback xmlns="">
          <p:pic>
            <p:nvPicPr>
              <p:cNvPr id="213" name="Cerneală 212">
                <a:extLst>
                  <a:ext uri="{FF2B5EF4-FFF2-40B4-BE49-F238E27FC236}">
                    <a16:creationId xmlns:a16="http://schemas.microsoft.com/office/drawing/2014/main" id="{48A2E29E-C122-4D74-A573-14D2F4E51A7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537491" y="5790865"/>
                <a:ext cx="335117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14" name="Cerneală 213">
                <a:extLst>
                  <a:ext uri="{FF2B5EF4-FFF2-40B4-BE49-F238E27FC236}">
                    <a16:creationId xmlns:a16="http://schemas.microsoft.com/office/drawing/2014/main" id="{6E64E259-A5CB-47C9-BD8A-22A66506D86F}"/>
                  </a:ext>
                </a:extLst>
              </p14:cNvPr>
              <p14:cNvContentPartPr/>
              <p14:nvPr/>
            </p14:nvContentPartPr>
            <p14:xfrm>
              <a:off x="1198269" y="5679985"/>
              <a:ext cx="1053360" cy="365400"/>
            </p14:xfrm>
          </p:contentPart>
        </mc:Choice>
        <mc:Fallback xmlns="">
          <p:pic>
            <p:nvPicPr>
              <p:cNvPr id="214" name="Cerneală 213">
                <a:extLst>
                  <a:ext uri="{FF2B5EF4-FFF2-40B4-BE49-F238E27FC236}">
                    <a16:creationId xmlns:a16="http://schemas.microsoft.com/office/drawing/2014/main" id="{6E64E259-A5CB-47C9-BD8A-22A66506D86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80269" y="5662345"/>
                <a:ext cx="10890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15" name="Cerneală 214">
                <a:extLst>
                  <a:ext uri="{FF2B5EF4-FFF2-40B4-BE49-F238E27FC236}">
                    <a16:creationId xmlns:a16="http://schemas.microsoft.com/office/drawing/2014/main" id="{0A9D8973-33B0-45DF-8D85-68056A66D23A}"/>
                  </a:ext>
                </a:extLst>
              </p14:cNvPr>
              <p14:cNvContentPartPr/>
              <p14:nvPr/>
            </p14:nvContentPartPr>
            <p14:xfrm>
              <a:off x="774189" y="6316825"/>
              <a:ext cx="200880" cy="218160"/>
            </p14:xfrm>
          </p:contentPart>
        </mc:Choice>
        <mc:Fallback xmlns="">
          <p:pic>
            <p:nvPicPr>
              <p:cNvPr id="215" name="Cerneală 214">
                <a:extLst>
                  <a:ext uri="{FF2B5EF4-FFF2-40B4-BE49-F238E27FC236}">
                    <a16:creationId xmlns:a16="http://schemas.microsoft.com/office/drawing/2014/main" id="{0A9D8973-33B0-45DF-8D85-68056A66D23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56189" y="6299185"/>
                <a:ext cx="2365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223" name="Cerneală 222">
                <a:extLst>
                  <a:ext uri="{FF2B5EF4-FFF2-40B4-BE49-F238E27FC236}">
                    <a16:creationId xmlns:a16="http://schemas.microsoft.com/office/drawing/2014/main" id="{744CA335-9623-41C4-A9DB-B3B5EC61A60D}"/>
                  </a:ext>
                </a:extLst>
              </p14:cNvPr>
              <p14:cNvContentPartPr/>
              <p14:nvPr/>
            </p14:nvContentPartPr>
            <p14:xfrm>
              <a:off x="3561309" y="6375505"/>
              <a:ext cx="378000" cy="15840"/>
            </p14:xfrm>
          </p:contentPart>
        </mc:Choice>
        <mc:Fallback xmlns="">
          <p:pic>
            <p:nvPicPr>
              <p:cNvPr id="223" name="Cerneală 222">
                <a:extLst>
                  <a:ext uri="{FF2B5EF4-FFF2-40B4-BE49-F238E27FC236}">
                    <a16:creationId xmlns:a16="http://schemas.microsoft.com/office/drawing/2014/main" id="{744CA335-9623-41C4-A9DB-B3B5EC61A60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543309" y="6357865"/>
                <a:ext cx="41364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235" name="Cerneală 234">
                <a:extLst>
                  <a:ext uri="{FF2B5EF4-FFF2-40B4-BE49-F238E27FC236}">
                    <a16:creationId xmlns:a16="http://schemas.microsoft.com/office/drawing/2014/main" id="{6D099933-8AE7-451C-9370-36632ED92AD5}"/>
                  </a:ext>
                </a:extLst>
              </p14:cNvPr>
              <p14:cNvContentPartPr/>
              <p14:nvPr/>
            </p14:nvContentPartPr>
            <p14:xfrm>
              <a:off x="976509" y="6664945"/>
              <a:ext cx="19800" cy="146160"/>
            </p14:xfrm>
          </p:contentPart>
        </mc:Choice>
        <mc:Fallback xmlns="">
          <p:pic>
            <p:nvPicPr>
              <p:cNvPr id="235" name="Cerneală 234">
                <a:extLst>
                  <a:ext uri="{FF2B5EF4-FFF2-40B4-BE49-F238E27FC236}">
                    <a16:creationId xmlns:a16="http://schemas.microsoft.com/office/drawing/2014/main" id="{6D099933-8AE7-451C-9370-36632ED92AD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58509" y="6646945"/>
                <a:ext cx="5544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255" name="Cerneală 254">
                <a:extLst>
                  <a:ext uri="{FF2B5EF4-FFF2-40B4-BE49-F238E27FC236}">
                    <a16:creationId xmlns:a16="http://schemas.microsoft.com/office/drawing/2014/main" id="{C4E94EA1-90AA-4065-A5F4-7BC5B620EADF}"/>
                  </a:ext>
                </a:extLst>
              </p14:cNvPr>
              <p14:cNvContentPartPr/>
              <p14:nvPr/>
            </p14:nvContentPartPr>
            <p14:xfrm>
              <a:off x="5336829" y="5748025"/>
              <a:ext cx="2478240" cy="1022533"/>
            </p14:xfrm>
          </p:contentPart>
        </mc:Choice>
        <mc:Fallback xmlns="">
          <p:pic>
            <p:nvPicPr>
              <p:cNvPr id="255" name="Cerneală 254">
                <a:extLst>
                  <a:ext uri="{FF2B5EF4-FFF2-40B4-BE49-F238E27FC236}">
                    <a16:creationId xmlns:a16="http://schemas.microsoft.com/office/drawing/2014/main" id="{C4E94EA1-90AA-4065-A5F4-7BC5B620EAD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319189" y="5730383"/>
                <a:ext cx="2513880" cy="10581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256" name="Cerneală 255">
                <a:extLst>
                  <a:ext uri="{FF2B5EF4-FFF2-40B4-BE49-F238E27FC236}">
                    <a16:creationId xmlns:a16="http://schemas.microsoft.com/office/drawing/2014/main" id="{57BFE70C-B38D-405B-8F66-F09546CB9DA6}"/>
                  </a:ext>
                </a:extLst>
              </p14:cNvPr>
              <p14:cNvContentPartPr/>
              <p14:nvPr/>
            </p14:nvContentPartPr>
            <p14:xfrm>
              <a:off x="4109949" y="6593078"/>
              <a:ext cx="896400" cy="138240"/>
            </p14:xfrm>
          </p:contentPart>
        </mc:Choice>
        <mc:Fallback xmlns="">
          <p:pic>
            <p:nvPicPr>
              <p:cNvPr id="256" name="Cerneală 255">
                <a:extLst>
                  <a:ext uri="{FF2B5EF4-FFF2-40B4-BE49-F238E27FC236}">
                    <a16:creationId xmlns:a16="http://schemas.microsoft.com/office/drawing/2014/main" id="{57BFE70C-B38D-405B-8F66-F09546CB9DA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091956" y="6575078"/>
                <a:ext cx="932026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257" name="Cerneală 256">
                <a:extLst>
                  <a:ext uri="{FF2B5EF4-FFF2-40B4-BE49-F238E27FC236}">
                    <a16:creationId xmlns:a16="http://schemas.microsoft.com/office/drawing/2014/main" id="{4707463C-55E9-4BF0-91F1-B1C7EEA33F1D}"/>
                  </a:ext>
                </a:extLst>
              </p14:cNvPr>
              <p14:cNvContentPartPr/>
              <p14:nvPr/>
            </p14:nvContentPartPr>
            <p14:xfrm>
              <a:off x="1308069" y="6239425"/>
              <a:ext cx="1894680" cy="585000"/>
            </p14:xfrm>
          </p:contentPart>
        </mc:Choice>
        <mc:Fallback xmlns="">
          <p:pic>
            <p:nvPicPr>
              <p:cNvPr id="257" name="Cerneală 256">
                <a:extLst>
                  <a:ext uri="{FF2B5EF4-FFF2-40B4-BE49-F238E27FC236}">
                    <a16:creationId xmlns:a16="http://schemas.microsoft.com/office/drawing/2014/main" id="{4707463C-55E9-4BF0-91F1-B1C7EEA33F1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290069" y="6221785"/>
                <a:ext cx="1930320" cy="6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258" name="Cerneală 257">
                <a:extLst>
                  <a:ext uri="{FF2B5EF4-FFF2-40B4-BE49-F238E27FC236}">
                    <a16:creationId xmlns:a16="http://schemas.microsoft.com/office/drawing/2014/main" id="{BFEC0E01-5F14-4C5F-949C-CF6FD65ECE9B}"/>
                  </a:ext>
                </a:extLst>
              </p14:cNvPr>
              <p14:cNvContentPartPr/>
              <p14:nvPr/>
            </p14:nvContentPartPr>
            <p14:xfrm>
              <a:off x="4085829" y="6289825"/>
              <a:ext cx="678960" cy="211320"/>
            </p14:xfrm>
          </p:contentPart>
        </mc:Choice>
        <mc:Fallback xmlns="">
          <p:pic>
            <p:nvPicPr>
              <p:cNvPr id="258" name="Cerneală 257">
                <a:extLst>
                  <a:ext uri="{FF2B5EF4-FFF2-40B4-BE49-F238E27FC236}">
                    <a16:creationId xmlns:a16="http://schemas.microsoft.com/office/drawing/2014/main" id="{BFEC0E01-5F14-4C5F-949C-CF6FD65ECE9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67829" y="6272185"/>
                <a:ext cx="714600" cy="24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8262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4628</TotalTime>
  <Words>510</Words>
  <Application>Microsoft Office PowerPoint</Application>
  <PresentationFormat>Ecran lat</PresentationFormat>
  <Paragraphs>71</Paragraphs>
  <Slides>49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232</cp:revision>
  <dcterms:created xsi:type="dcterms:W3CDTF">2020-09-24T15:20:51Z</dcterms:created>
  <dcterms:modified xsi:type="dcterms:W3CDTF">2024-10-10T14:16:06Z</dcterms:modified>
</cp:coreProperties>
</file>