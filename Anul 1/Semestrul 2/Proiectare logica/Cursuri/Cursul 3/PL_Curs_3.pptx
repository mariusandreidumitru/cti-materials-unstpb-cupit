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384" r:id="rId2"/>
    <p:sldId id="306" r:id="rId3"/>
    <p:sldId id="317" r:id="rId4"/>
    <p:sldId id="345" r:id="rId5"/>
    <p:sldId id="374" r:id="rId6"/>
    <p:sldId id="319" r:id="rId7"/>
    <p:sldId id="322" r:id="rId8"/>
    <p:sldId id="323" r:id="rId9"/>
    <p:sldId id="327" r:id="rId10"/>
    <p:sldId id="326" r:id="rId11"/>
    <p:sldId id="375" r:id="rId12"/>
    <p:sldId id="376" r:id="rId13"/>
    <p:sldId id="377" r:id="rId14"/>
    <p:sldId id="378" r:id="rId15"/>
    <p:sldId id="328" r:id="rId16"/>
    <p:sldId id="329" r:id="rId17"/>
    <p:sldId id="330" r:id="rId18"/>
    <p:sldId id="370" r:id="rId19"/>
    <p:sldId id="364" r:id="rId20"/>
    <p:sldId id="371" r:id="rId21"/>
    <p:sldId id="372" r:id="rId22"/>
    <p:sldId id="379" r:id="rId23"/>
    <p:sldId id="373" r:id="rId24"/>
    <p:sldId id="366" r:id="rId25"/>
    <p:sldId id="367" r:id="rId26"/>
    <p:sldId id="369" r:id="rId27"/>
    <p:sldId id="365" r:id="rId28"/>
    <p:sldId id="363" r:id="rId29"/>
    <p:sldId id="351" r:id="rId30"/>
    <p:sldId id="350" r:id="rId31"/>
    <p:sldId id="380" r:id="rId32"/>
    <p:sldId id="352" r:id="rId33"/>
    <p:sldId id="381" r:id="rId34"/>
    <p:sldId id="382" r:id="rId35"/>
    <p:sldId id="354" r:id="rId36"/>
    <p:sldId id="383" r:id="rId37"/>
    <p:sldId id="353" r:id="rId38"/>
    <p:sldId id="355" r:id="rId39"/>
    <p:sldId id="358" r:id="rId40"/>
    <p:sldId id="357" r:id="rId41"/>
    <p:sldId id="359" r:id="rId42"/>
    <p:sldId id="360" r:id="rId43"/>
    <p:sldId id="361" r:id="rId44"/>
    <p:sldId id="362" r:id="rId45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5" autoAdjust="0"/>
  </p:normalViewPr>
  <p:slideViewPr>
    <p:cSldViewPr>
      <p:cViewPr varScale="1">
        <p:scale>
          <a:sx n="99" d="100"/>
          <a:sy n="99" d="100"/>
        </p:scale>
        <p:origin x="126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17:26:02.1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299 430,'-5'-3,"-1"0,-1 0,1 1,0 0,0 0,-1 0,0 1,1 0,-1 0,1 1,-1 0,0 0,0 0,1 1,-1 0,1 0,-1 1,1 0,-1 0,1 0,0 1,0 0,0 0,0 1,1-1,-1 1,-2 3,-4 3,1 1,1-1,0 2,0-1,1 1,0 1,1 0,1 0,0 0,1 1,-4 13,-2 64,12-88,0 0,0 0,1 0,-1-1,1 1,0 0,-1-1,1 1,0 0,1-1,-1 1,0-1,1 0,-1 1,1-1,0 0,0 0,0 0,0 0,0 0,0-1,0 1,1-1,-1 1,1-1,-1 0,1 0,-1 0,1 0,0 0,2 0,2-2,1 0,0 0,-1-1,1 0,-1 0,0 0,1-1,-1-1,0 1,-1-1,1 0,-1 0,0-1,0 0,0 0,0-1,-1 1,0-1,0 0,3-6,12-15,-1-1,-2 0,0-1,-2-1,-1-1,-2 0,-1-1,-1 0,-2-1,-1 1,-2-2,-1 1,-1 0,-2-1,-2 0,-1 1,-1-3,2 28,1 0,-2 0,1 0,-1 0,0 0,-1 1,1-1,-2 1,1-1,-1 1,0 0,-2-2,5 8,1 1,-1-1,0 0,1 1,-1-1,0 1,1-1,-1 1,0-1,0 1,0-1,0 1,1 0,-1 0,0-1,0 1,0 0,0 0,0 0,0 0,0 0,0 0,0 0,1 0,-1 0,0 1,0-1,0 0,0 0,0 1,0-1,1 1,-1-1,0 1,0-1,1 1,-1-1,0 1,1 0,-1-1,0 1,1 0,-1 0,1-1,0 1,-1 0,1 0,-1 0,1 0,0 0,0 0,-20 50,10 1,2 1,2 1,3 0,2 31,-1-55,1 1,1-1,2 0,1 0,2-1,0 1,2-1,1 0,2 0,1-1,0 0,3-1,-11-22,0 0,1 0,0 0,0 0,1 0,-1-1,1 0,0 0,0 0,0-1,0 0,1 0,0 0,-1-1,1 1,0-1,0-1,0 1,0-1,1 0,-1 0,0-1,0 0,1 0,-1 0,0-1,0 0,0 0,0-1,0 0,0 0,0 0,0-1,0 1,-1-1,2-2,5-4,0 0,-1-1,0 0,-1-1,0 0,-1-1,0 0,-1-1,0 1,-1-1,0-1,-1 0,-1 1,0-2,-1 1,0 0,-2-1,1 0,-2 0,0 1,-1-13,-8-25,8 52,0-1,0 1,-1 0,1 0,0-1,0 1,-1 0,1 0,0 0,-1-1,1 1,0 0,-1 0,1 0,0 0,-1 0,1-1,0 1,-1 0,1 0,0 0,-1 0,1 0,0 0,-1 0,1 0,0 1,-1-1,1 0,0 0,-1 0,1 0,0 0,-1 0,1 1,0-1,0 0,-1 0,1 0,0 1,0-1,-1 0,1 0,0 1,0-1,0 0,-1 1,1-1,0 0,0 1,0-1,0 0,0 1,0-1,0 0,0 1,0-1,0 0,0 1,0-1,0 0,0 1,0-1,0 0,0 1,0-1,0 0,-3 10,1 0,0 0,0 0,1 0,0 0,1 0,0 0,1 0,0 0,0 0,1 0,0 0,1 0,0-1,1 1,0-1,0 0,1 0,0 0,1-1,0 1,0-2,5 6,22 14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17:26:02.39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120 640,'-2'21,"-1"13,2 7,4 2,4-2,2-5,0-10</inkml:trace>
  <inkml:trace contextRef="#ctx0" brushRef="#br0" timeOffset="699.69">0 466,'27'0,"-1"1,1 1,-1 1,1 1,-1 2,0 0,-1 2,0 1,0 1,-1 1,0 1,10 7,-21-8,0 1,-1 0,-1 1,0 1,0 0,-1 0,-1 1,-1 0,0 0,-1 1,0 0,-1 0,-1 1,-1 0,0 0,-1 0,-1 0,-1 0,0 13,-1-17,14 44,-13-56,1-1,-1 1,1-1,0 1,0-1,-1 0,1 1,0-1,0 0,-1 0,1 0,0-1,0 1,-1 0,1-1,0 1,-1-1,1 1,0-1,-1 0,1 0,-1 0,1 0,-1 0,0 0,1 0,-1 0,0 0,0-1,1 1,-1-1,-1 2,18-17,-1-2,-1 0,0 0,-1-2,-2 0,4-7,-8 12,-7 13,-1 2,-1-1,0 1,1 0,-1-1,1 1,-1 0,1-1,0 1,-1 0,1 0,0 0,0 0,0 0,0 0,0 0,0 0,0 0,0 0,1 0,-1 1,0-1,0 1,1-1,-1 1,0-1,1 1,-1-1,0 1,1 0,-1 0,1 0,-1 0,0 0,1 0,-1 0,27 79,9 19,-34-94,-1 1,1-1,-1 1,1-1,1 0,-1 0,0-1,1 1,0-1,0 0,0 0,0 0,0 0,1-1,-1 1,1-1,0 0,-1-1,3 1,-3-1,-1-1,1 0,0 0,0-1,-1 1,1-1,0 0,-1 0,1 0,0 0,-1 0,0-1,1 0,-1 1,0-2,0 1,0 0,0 0,0-1,0 0,-1 1,1-1,-1 0,1-2,45-82,-30 31,-2-1,-3-1,-2 0,-3 0,-3-1,-2 0,-3-21,0-274,-1 340,-2 26,-13 96,5 1,5 0,5 38,21 53,-17-185,0-1,1 0,1 1,0-1,1-1,1 1,0-1,1 0,0-1,1 0,0 0,4 2,-7-8,1 0,0-1,0 0,1 0,-1 0,1-1,0 0,0-1,1 0,-1 0,1-1,5 1,-10-2,-1-1,1 1,0-1,-1 0,1 0,0 0,-1 0,1-1,-1 0,1 0,-1 0,1 0,-1 0,1 0,-1-1,0 0,0 0,0 0,0 0,0 0,0-1,0 1,-1-1,1 1,-1-1,0 0,0 0,0 0,0-1,1-2,8-24</inkml:trace>
  <inkml:trace contextRef="#ctx0" brushRef="#br0" timeOffset="967.374">949 400,'-20'-3,"-14"0,-6 0,9 1,18 0,24 1,22 0,23-1,19-4,15-1,9-1,3 1,-16 2</inkml:trace>
  <inkml:trace contextRef="#ctx0" brushRef="#br0" timeOffset="2228.049">1443 814,'-3'-41,"7"-208,-4 244,-1 4,1-1,-1 0,1 1,0-1,-1 0,1 1,0-1,0 0,0 1,0-1,1 0,-1 0,0 1,1-1,-1 1,1-1,-1 0,1 1,0-1,0 1,0-1,0 1,0 0,0-1,0 1,0 0,0 0,1 0,-1 0,0 0,1 0,-1 0,1 0,-1 0,1 1,0-1,-1 1,1-1,0 1,121 46,58 15,-176-59,1 0,-1 1,0-1,-1 1,1 1,0-1,-1 1,0-1,0 1,0 0,0 1,-1-1,0 1,0-1,0 1,0 0,-1 0,1 0,-1 1,-1-1,1 1,-1-1,0 1,0-1,0 1,-1-1,0 1,-1 4,-9 62,1 31,9-100,1 0,0-1,0 1,0 0,0-1,0 1,1-1,-1 0,1 1,0-1,-1 0,1 0,0 0,0 0,1 0,-1 0,0-1,1 1,-1-1,1 0,-1 0,1 1,-1-2,1 1,0 0,-1 0,2-1,77 4,-51-8,-1-1,0-2,0-1,0-1,-1-2,0 0,-1-2,23-15,-45 26,0 1,0-2,0 1,-1 0,1-1,-1 0,0 0,0 0,0 0,0-1,-1 0,1 0,-1 0,0 0,0 0,0-1,-1 1,1-1,-1 0,0 1,-1-1,1 0,-1 0,0 0,0 0,0-1,-1 1,0 0,0 0,-1-4,0 5,-1-1,0 1,0 0,-1 0,1 0,-1 0,0 1,0-1,0 1,-1-1,1 1,-1 0,0 1,1-1,-1 1,0-1,-1 1,1 0,0 0,-1 1,1 0,-1-1,1 2,-1-1,1 0,-1 1,0 0,0 0,1 0,-1 1,1-1,-1 1,0 0,1 0,-1 1,1 0,0-1,-3 3,-1 4,0 1,0-1,1 2,1-1,0 1,0 0,0 0,2 1,-1-1,1 1,1 0,0 0,0 1,1-1,1 0,0 1,0 0,1-1,1 1,0 3,-1-12,1 1,-1 0,1-1,0 1,0 0,0-1,0 1,1-1,-1 1,1-1,0 0,0 0,0 0,1 0,-1 0,1 0,0-1,-1 1,1-1,0 0,0 0,1 0,-1 0,0 0,1-1,-1 1,1-1,-1 0,1 0,0 0,-1-1,1 1,0-1,-1 0,1 0,0 0,0-1,-1 1,2-1,5-2,0-1,0 0,-1-1,1 0,-1 0,-1-1,1 0,-1 0,0-1,0 0,-1-1,0 0,0 0,-1 0,0-1,0 0,-1 0,0 0,-1-1,0 1,-1-1,0 0,0 0,-1-1,1-4,-4 15,1 0,0 0,-1 0,1 0,0 0,-1 0,1 0,0 0,-1 0,1 0,0 0,-1 0,1 0,0 0,-1 0,1 0,0 0,-1-1,1 1,0 0,-1 0,1 0,0 0,0-1,-1 1,1 0,0 0,0-1,0 1,-1 0,1 0,0-1,0 1,0 0,0-1,-1 1,1 0,0-1,0 1,0 0,0-1,-3 10,1-1,0 0,0 1,0 0,1-1,1 1,-1 0,2 0,-1-1,1 1,0 0,1-1,0 1,0-1,1 0,3 7,-5-11,1 1,0-1,1 0,-1 0,0 0,1 0,0 0,0-1,0 1,1-1,-1 0,1 0,-1 0,1 0,0-1,0 0,1 0,-1 0,0 0,1 0,-1-1,1 0,-1 0,1 0,-1 0,1-1,0 0,0 0,-1 0,1-1,3 0,-2 0,-1-1,0 0,0 0,0-1,0 1,0-1,0 0,-1 0,0-1,1 1,-1-1,0 0,-1 0,1 0,-1-1,0 1,0-1,0 0,-1 0,1 0,-1 0,0 0,0-5,3-6,-1 0,-1-1,0 1,-1-1,-1 0,-1 1,0-7,-28-113,28 135,-1 0,1 0,0 0,0 0,-1-1,1 1,0 0,0 0,0 0,1-1,-1 1,0 0,0 0,1 0,-1 0,0-1,1 1,0 0,-1 0,1 0,-1 0,1 0,0 0,0 0,-1 0,1 1,0-1,0 0,0 0,0 1,0-1,0 1,0-1,0 1,1-1,-1 1,0-1,0 1,0 0,0 0,1 0,-1-1,1 1,59 5,-49-3,191 24,-197-27,1 1,0 1,0 0,-1 0,1 0,0 0,-1 1,1 0,-1 1,0-1,0 1,0 1,0-1,0 1,-1 0,1 0,-1 0,0 1,-1 0,1 0,-1 0,0 1,0-1,0 1,2 6,-3 3,0 2,-1-1,0 0,-2 0,0 1,-1-1,0 0,-3 12,1-10,1 0,1-1,0 1,2 0,0 0,1 0,1 3,-2-17,0 1,1 0,-1-1,1 0,0 1,0-1,1 0,-1 0,1 0,0 0,0-1,0 1,1-1,-1 0,1 0,0 0,0 0,0-1,0 1,0-1,0 0,1 0,-1-1,1 1,-1-1,1 0,0 0,-1-1,1 1,0-1,0 0,-1-1,4 1,10-5,-1 0,1-2,-1 1,0-2,-1-1,0 0,0 0,-1-2,0 0,-1-1,0 0,-1-1,6-8,-4 5,0 0,-1-1,-1 0,0-1,-1 0,-1-1,-1-1,-1 0,-1 0,-1-1,0 1,-1-2,1-12,-6 30,0-1,0 0,0 0,0 1,-1-1,0 0,0 0,0 0,-1 0,1 0,-1 0,0 1,-1-1,1 0,-1 1,0-1,0 1,0 0,-1-1,0 1,1 0,-2 0,1 1,0-1,-1 1,1-1,-1 1,0 0,0 1,0-1,0 1,-1-1,1 1,-1 1,1-1,-1 1,0-1,0 1,0 2,0-1,0 1,0 0,0 0,0 0,0 1,0 0,1 0,-1 0,1 0,-1 1,1-1,0 1,0 1,0-1,1 0,-1 1,1 0,-1 0,1 0,1 0,-1 0,0 0,1 1,-1 2,-1 2,0 0,0 1,1-1,1 1,0-1,0 1,0 0,1 0,1 0,0 0,0 0,2 7,0-6,1-1,0 0,1 0,0 0,1 0,0 0,1-1,-1 0,2 0,-1-1,1 1,1-1,-1-1,1 0,1 0,-1 0,1-1,0 0,1-1,-1 0,3 0,15 7,0-1,1-2,1-1,-1-1,1-1,1-2,2 0,36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17:25:58.34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210 916,'10'21,"-10"-21,1 0,-1 0,1 0,-1 1,0-1,1 0,-1 0,0 0,1 0,-1 0,1 0,-1 0,0 0,1 0,-1 0,1 0,-1 0,0 0,1 0,-1-1,0 1,1 0,-1 0,0 0,1 0,-1-1,0 1,1 0,-1 0,0-1,1 1,-1 0,0-1,0 1,0 0,1-1,-1 1,0 0,0-1,0 1,0 0,0-1,1 1,-1-1,0 1,0 0,0-1,0 1,0-1,0 1,0 0,-1-1,1 1,0 0,0-1,0 1,1-4,0 0,0 0,-1 0,0 1,1-1,-1 0,0 0,-1 0,1 0,-1 0,0 1,0-1,0 0,0 0,-1 1,1-1,-1 1,0 0,0-1,0 1,0 0,-1 0,1 0,-1 0,0 1,0-1,0 1,0 0,0-1,-1 1,1 1,-1-1,1 0,-1 1,0 0,1 0,-1 0,0 0,0 1,0-1,0 1,1 0,-1 0,0 1,0-1,0 1,0 0,1-1,-3 2,-2 2,0 1,0 0,1 1,-1-1,1 1,0 1,1-1,0 1,0 0,0 1,1-1,0 1,0 0,1 1,0-1,1 1,-1-1,2 1,-1 0,1 0,1 1,0-1,0 0,1 0,0 3,1-7,0-1,0 1,0 0,1-1,0 1,0-1,0 0,1 0,-1 1,1-2,0 1,0 0,1 0,-1-1,1 0,-1 0,1 0,0 0,0 0,1-1,-1 0,0 0,1 0,8 4,1-2,0 1,0-2,0 0,0-1,0 0,4-1,-3 1,1-1,-1-1,1-1,-1 0,1-1,-1-1,0 0,0-1,0 0,0-2,-1 1,0-2,0 0,0-1,-1 0,-1-1,1 0,-1-1,-1 0,0-1,0-1,-1 1,-1-2,0 1,1-3,-9 12,-1 2,0 1,0 0,0-1,0 1,0-1,0 1,0 0,0-1,0 1,0-1,0 1,0-1,0 1,0 0,0-1,0 1,1 0,-1-1,0 1,0-1,0 1,1 0,-1-1,0 1,0 0,1 0,-1-1,0 1,1 0,-1 0,0-1,1 1,-1 0,1 0,-1 0,0 0,1-1,-1 1,1 0,-1 0,0 0,1 0,-1 0,1 0,-1 0,0 0,1 0,-1 0,1 0,-1 1,0-1,1 0,-1 0,1 0,-1 0,0 1,1-1,-1 0,29 52,-22-37,1-1,1 1,0-1,1-1,0 0,1 0,10 9,-13-16,0 0,0 0,0-1,1 0,0 0,0-1,0 0,1-1,4 2,-11-4,0-1,0 1,0-1,0 1,0-1,0 0,0 0,0 0,0-1,0 1,0-1,0 1,0-1,0 0,-1 0,1-1,0 1,-1 0,1-1,-1 0,1 1,-1-1,0 0,1 0,-1-1,0 1,0 0,-1-1,1 1,0-1,-1 1,1-3,1-2,-1 0,0 0,-1 0,0 0,0 0,0-1,-1 1,0 0,0 0,-1-1,0 1,-1 0,1 0,-1 0,0 0,-1 1,0-1,0 0,0 1,-1 0,0 0,0 0,-1 0,1 1,-1-1,-1 1,1 1,0-1,-1 1,0 0,0 0,-1 0,1 1,-1 0,1 0,-1 1,0 0,0 0,-7-1,8 2,0-1,0 1,-1 0,1 0,-1 0,1 1,-1 0,1 1,-1-1,1 1,0 0,-1 1,1 0,-3 1,9-3,0 1,0 0,0-1,0 1,0-1,0 1,0 0,0-1,0 1,0 0,0-1,0 1,0 0,1-1,-1 1,0 0,0-1,1 1,-1-1,0 1,1-1,-1 1,1-1,-1 1,1-1,-1 1,1-1,-1 0,1 1,-1-1,1 0,0 1,-1-1,1 0,-1 0,1 1,0-1,-1 0,1 0,0 0,-1 0,1 0,0 0,-1 0,1 0,0 0,-1 0,1 0,-1-1,1 1,0 0,-1 0,1-1,20 1,-1-1,1 0,-1-2,1-1,-1 0,0-1,-1-1,6-4,25-5,-30 9,-6 1,1 0,-1 1,1 1,0 0,0 1,0 1,0 0,0 1,0 1,7 1,-16 1,-1 1,1 0,-1 0,0 0,0 1,-1-1,1 1,-1 0,0 1,0-1,-1 1,0-1,0 1,0 0,-1 1,0-1,0 0,0 1,-1-1,0 1,0-1,0 1,-1-1,0 1,-1 5,5 20,19 43,-22-73,0-1,0 1,0 0,1-1,-1 1,0-1,1 0,-1 1,1-1,-1 0,1 0,0 0,-1 0,1 0,0 0,0 0,0-1,0 1,0-1,0 1,-1-1,1 0,0 0,0 0,0 0,0 0,0 0,0 0,0-1,0 1,0-1,0 1,0-1,0 0,-1 0,1 0,0 0,11-8,-1-1,0 0,0 0,-1-1,-1-1,0 0,0 0,-2-1,1 0,-2-1,1 0,-2 0,0 0,-1-1,0 0,0-4,12-73,-10 109,-1 22,-4-20,1 0,0 0,2-1,0 1,1-1,1-1,1 1,-7-15,1 0,-1 0,1 0,-1-1,1 1,0 0,0-1,1 0,-1 1,0-1,1 0,-1 0,1 0,0-1,-1 1,1 0,0-1,0 0,0 0,0 0,1 0,-1 0,0-1,0 1,0-1,0 0,1 0,-1 0,0-1,0 1,1-1,-1 1,0-1,0 0,0 0,0-1,0 1,0 0,-1-1,1 0,0 0,-1 0,1 0,-1 0,1-1,10-14,-1-1,-1-1,-1 0,0-1,-1 0,-1 0,-1-1,-1 0,-1 0,-1-1,0 1,-2-1,0-8,-3 62,-1-9,1 0,1 1,1 0,1-1,1 0,1 1,1-1,1-1,8 19,-12-37,0 0,0 0,0-1,0 1,1 0,0-1,0 0,0 0,0 0,0 0,1 0,-1-1,1 1,0-1,0 0,0 0,0 0,0-1,0 0,0 1,0-1,1-1,-1 1,0-1,1 1,-1-1,0-1,1 1,-1 0,0-1,1 0,-1 0,0-1,4-1,2-1,-1 0,1-1,-1 0,-1-1,1 0,-1 0,0-1,0 0,-1-1,4-4,13-18</inkml:trace>
  <inkml:trace contextRef="#ctx0" brushRef="#br0" timeOffset="641.271">2055 368,'0'-34,"0"15,1 44,36 485,-33-276,-3-252,1-1,1 1,0-1,2 1,0 0,1 0,1 1,0 0,6-9,-12 24,0 0,-1 1,1-1,0 1,0-1,0 1,0 0,0-1,0 1,0 0,0 0,1 0,-1 0,0 0,1 0,-1 0,1 0,-1 0,1 1,0-1,-1 0,1 1,-1 0,1-1,0 1,0 0,-1 0,1 0,0 0,-1 0,1 0,0 0,-1 1,1-1,0 1,-1-1,1 1,-1 0,1-1,-1 1,1 0,-1 0,1 0,-1 0,0 0,0 1,1-1,-1 0,0 0,0 1,0 0,9 15,-1 2,0-1,-1 1,-1 0,-1 1,-1 0,-1-1,0 2,-2-1,0 0,-1 1,-2 17,1-35,1-1,-1 0,1 0,0 0,-1 0,0-1,1 1,-1 0,0 0,0 0,0 0,0 0,0 0,0 0,-1 0,1 0,-1 0,0 0,1 0,-1 0,0 0,0-1,0 1,0 0,0-1,-1 1,1-1,0 1,-1-1,1 1,-1-1,1 0,-1 0,0 0,1 0,-1 0,0 0,0 0,0-1,0 1,0-1,0 1,-2-4,1 0,-1 0,1 0,-1-1,1 1,0-1,1 0,-1 1,0-1,1-1,0 1,0 0,0 0,1-1,0 1,-1-1,2 1,-1-1,0 0,1 1,0-1,0 0,0 1,1-1,0-1,0-6,2 0,-1 1,2-1,-1 1,2 0,-1 0,2 0,-1 1,1-1,1 2,0-1,0 1,1 0,0 0,1 1,0 0,0 0,1 1,-1 1,2-1,-1 2,1-1,0 1,0 1,0 0,6-1,-13 5,0-1,0 1,0 0,0 0,0 0,1 0,-1 1,0 0,0 0,0 0,0 0,0 1,-1-1,1 1,0 0,-1 0,1 0,-1 1,1-1,-1 1,0 0,0 0,-1 0,1 0,0 1,-1-1,0 1,0-1,2 4,35 117,-39-123,28 100,-27-100,-1-1,0 1,1 0,-1-1,1 1,-1 0,1-1,-1 1,1-1,-1 1,1-1,0 1,-1-1,1 0,0 1,-1-1,1 0,0 1,0-1,-1 0,1 0,0 0,0 1,-1-1,1 0,0 0,0 0,-1 0,1-1,0 1,0 0,-1 0,1 0,0-1,0 1,-1 0,1 0,0-1,-1 1,1-1,0 1,-1-1,1 1,-1-1,1 1,-1-1,1 0,-1 1,1-1,-1 1,0-1,11-13</inkml:trace>
  <inkml:trace contextRef="#ctx0" brushRef="#br0" timeOffset="1973.385">2483 555,'8'10,"2"-1,-1 0,1-1,0 0,1 0,0-1,5 2,31 22,-33-18,1 1,-2 0,0 1,0 0,-2 1,0 1,0 0,-2 0,0 1,-1 0,-1 0,3 12,12 36,48 104,-26-117,-43-52,0 0,1 0,-1 0,0 0,1-1,-1 1,1 0,-1 0,1-1,-1 1,1-1,-1 1,1-1,-1 0,1 0,0 0,-1 0,1 0,0 0,-1 0,1 0,-1-1,1 1,0 0,-1-1,1 0,-1 1,1-1,-1 0,0 0,1 1,-1-1,0 0,0-1,1 1,-1 0,0 0,0 0,0-2,8-12,0-1,-2 0,0 0,-1-1,0 0,-2 0,0 0,1-11,0 5,12-68,-15 150,-3-31,0-20,-1 1,2-1,-1 0,1 1,0-1,0 0,1 1,1-1,-1 0,1 0,1 0,-1 0,1 0,1 0,-1-1,1 1,1-1,-1 0,1-1,1 1,-1-1,2 1,8 1,1-2,0 0,1-1,-1 0,1-1,0-1,0-1,0 0,0-1,0-1,0-1,0 0,5-2,1 1,-1 0,1-1,-1-2,0 0,-1-1,1-1,-1-1,16-9,-36 17,1 0,-1-1,1 1,-1-1,0 0,1 1,-1-1,0 0,0 0,0 0,1 1,-1-1,0-1,0 1,0 0,0 0,-1 0,1 0,0-1,0 1,-1 0,1-1,-1 1,1 0,-1-1,0 1,1-1,-1 1,0-1,0 1,0-1,0 1,0 0,0-1,-1 1,1-1,0 1,-1-1,1 1,-1 0,1-1,-1 1,0 0,0-1,0 1,1 0,-1 0,-1-1,-8-5,0 0,-1 0,0 1,-1 0,1 1,-1 0,0 1,0 0,0 1,-1 0,1 1,-1 1,1 0,-12 0,19 1,1 1,-1-1,0 1,1 0,-1 0,1 0,-1 0,1 1,0 0,-1 0,1 0,0 0,0 1,0 0,1-1,-1 1,1 1,-1-1,1 0,0 1,0 0,1 0,-1 0,1 0,0 0,0 0,0 1,0-1,1 0,0 1,0 0,0-1,0 1,1 0,0 1,-1-3,0 0,0 1,1-1,-1 1,1-1,0 1,0-1,0 1,1-1,-1 1,1-1,0 0,0 1,0-1,0 0,0 1,1-1,0 0,0 0,-1 0,2 0,-1-1,0 1,0 0,1-1,0 0,-1 1,1-1,0 0,0-1,0 1,0 0,0-1,1 0,0 1,6-2,0-1,0 0,0 0,0-1,0 0,-1-1,1 0,-1 0,1-1,-1-1,0 1,-1-1,1-1,-1 0,0 0,0 0,-1-1,0 0,6-7,43-41,-51 72,-8 5,2-18,-1 0,1 1,0 0,0-1,1 1,-1-1,1 1,0 0,0 0,1-1,-1 1,1 0,0-1,0 1,1-1,-1 1,1-1,0 0,0 0,0 0,1 0,0 0,-1 0,1-1,1 1,-1-1,0 0,1 0,0 0,0 1,11-1,0 0,0-1,0 0,0-1,1-1,-1 0,0-1,0-1,0 0,0-1,0-1,-1 0,1-1,-1 0,0-1,-1-1,12-7,2-2,0 0,-1-2,-1 0,-1-2,0-1,-2-1,0 0,-2-2,0-1,-2 0,0-1,-2-1,-1-1,-2 0,0-1,-2 0,-1-1,-2 0,0 0,-2-3,4-24,-2-1,-3 1,-3-1,-1-1,-4 1,-2 0,-2 1,-3-1,8 50,1-4,-1 1,-1-1,0 0,0 1,-1 0,-1 0,1 0,-2 0,0 1,0-1,-1 2,-4-6,10 14,0-1,0 1,0 0,-1 0,1 0,0 0,-1 0,1 0,0 1,-1-1,1 0,-1 1,0-1,1 1,-1 0,1-1,-1 1,0 0,1 0,-1 0,1 0,-1 0,0 0,1 1,-1-1,1 0,-1 1,0-1,1 1,-1 0,1-1,0 1,-1 0,1 0,0 0,-1 0,1 0,0 0,0 1,-1-1,-34 62,21-13,3 2,2 0,2 0,2 0,3 1,3 46,0-80,-3 50,3 0,4 0,2-1,4 1,2-1,4 1,-11-51,2 0,0 0,1-1,1 0,0 0,1-1,2 1,-9-12,1 0,0-1,0 1,0-1,0 0,1 0,0 0,-1 0,1-1,1 0,-1 0,0 0,1-1,0 0,-1 0,1 0,0-1,0 0,0 0,0 0,0-1,0 0,0 0,1 0,5-5,-1 1,0-2,0 1,-1-1,0-1,0 0,0-1,-1 0,0 0,0-1,-1 0,0 0,-1-1,0 0,0 0,-1-1,-1 0,0 0,2-7,13-17,-19 33,-1 1,0 1,0-1,0 0,0 1,-1-1,1 1,0-1,1 0,-1 1,0-1,0 0,0 1,0-1,0 1,1-1,-1 1,0-1,0 0,1 1,-1-1,0 1,1-1,-1 1,1 0,-1-1,1 1,-1-1,1 1,-1 0,1-1,-1 1,1 0,-1-1,1 1,-1 0,1 0,0 0,-1 0,1 0,-1-1,1 1,0 0,-1 0,1 1,0-1,-1 0,1 0,-1 0,1 0,0 0,-1 1,1-1,-1 0,1 0,-1 1,1-1,-1 0,1 1,-1-1,1 1,23 158,-23-155,0 0,0 0,0 0,1 0,-1 0,1 0,0 0,0 0,0-1,0 1,1-1,0 1,0-1,-1 0,2 0,-1 0,0-1,1 1,-1-1,1 1,0-1,-1-1,1 1,0 0,0-1,0 0,1 0,-1 0,0 0,0-1,1 0,-1 1,0-2,0 1,1 0,-1-1,1 0,18-8</inkml:trace>
  <inkml:trace contextRef="#ctx0" brushRef="#br0" timeOffset="2232.211">4649 689,'-13'-3,"-8"-4,1-2</inkml:trace>
  <inkml:trace contextRef="#ctx0" brushRef="#br0" timeOffset="2500.495">3993 408,'16'11,"13"4,14 2,11-2,13-7,10-5,9-7,1-4,-15-2</inkml:trace>
  <inkml:trace contextRef="#ctx0" brushRef="#br0" timeOffset="2501.495">4863 809,'0'20,"0"17,0 12,0 8,2 2,3-3,6-5,2-9,2-11,1-11,-3-12,-3-6</inkml:trace>
  <inkml:trace contextRef="#ctx0" brushRef="#br0" timeOffset="2789.792">4876 208,'-16'-3,"-10"5,-5 6,1 6,1 5,-2 4,5-2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17:25:56.3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28 455,'0'-401,"-5"348,0 56,-5 75,2 379,8-410,2 0,2 0,9 36,-2-40</inkml:trace>
  <inkml:trace contextRef="#ctx0" brushRef="#br0" timeOffset="457.775">389 68,'-9'0,"1"0,-1 1,0 0,1 0,-1 1,1 0,0 1,-1 0,1 0,0 1,1 0,-1 0,1 1,0 0,0 0,0 1,1 0,-1 0,2 0,-1 1,1 0,0 0,-4 7,-2 7,2 1,0 0,1 0,2 1,0 0,2 0,0 0,1 1,2-1,0 1,2-1,0 1,2-1,0 1,2-1,1 3,-1-10,0-1,1 0,1 0,0-1,1 0,1 0,0-1,0 0,1 0,1-1,6 5,-11-11,1-1,-1 1,1-1,0 0,0-1,1 0,0 0,-1 0,1-1,0 0,1-1,-1 0,0 0,1-1,-1 0,1 0,-1-1,1 0,-1-1,1 0,-1 0,3-1,-4 0,1-1,-1 0,0 0,0-1,0 1,-1-2,1 1,-1-1,0 0,0 0,-1-1,1 1,-1-1,-1 0,1-1,-1 1,3-6,-5 9,0-1,-1 0,1 0,-1 0,0 0,0 0,0 0,0-1,0 1,-1 0,0 0,0 0,0-1,-1 1,1 0,-1 0,0 0,0-1,-1 1,1 0,-1 1,0-1,0 0,0 0,0 1,-1-1,1 1,-1 0,0 0,0 0,0 0,-3-1,2 0,0 1,-1 1,1-1,-1 1,0-1,1 1,-1 1,0-1,-1 1,1 0,0 0,0 0,0 1,-1-1,1 1,0 1,0-1,-1 1,1 0,0 0,0 0,0 1,0 0,0 0,1 0,-1 1,0-1,1 1,0 0,0 0,-2 2,-3 2,0 1,0 1,0 0,1 0,0 1,1-1,0 2,1-1,0 1,0 0,1 0,1 1,0-1,2-3,0-1,1 1,0-1,0 1,1 0,0-1,0 1,1-1,0 1,0 0,8 23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17:25:55.05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299 709,'-48'29,"46"-29,1 0,0 1,-1-1,1 0,0 0,-1 0,1 0,0 0,-1 0,1-1,0 1,-1 0,1-1,0 1,0-1,-1 1,1-1,0 1,0-1,0 0,0 0,0 1,0-1,0 0,0 0,0 0,0 0,0 0,0-1,1 1,-1 0,1 0,-1 0,1-1,-1 1,1 0,-1 0,1-1,0 0,-2-9,1-1,1 1,0 0,0-1,1 1,1 0,0-1,0 1,1 0,1 0,-1 1,2-1,0 1,0 0,0 0,2 0,-1 1,1 0,0 0,1 1,0 0,-3 2,-1 1,1 0,0 0,0 1,1 0,-1 0,1 0,0 0,0 1,0 0,0 0,1 1,-1 0,1 0,0 0,0 1,-1 0,1 0,0 1,0-1,0 2,0-1,0 1,0 0,-1 0,1 1,0 0,-1 0,1 1,-1 0,0 0,0 0,0 1,0 0,1 2,0 1,0 0,-1 0,0 0,0 1,-1 0,0 0,0 0,-1 1,0 0,-1 0,0 0,0 0,-1 0,0 1,0-1,-1 1,-1-1,1 1,-2-1,0 8,-2 5,0-1,-2 1,0-1,-1 0,-2-1,0 1,-1-1,-1-1,-1 2,-10 15,-1-1,-2 0,-1-2,-2-1,-1-1,-2-2,0-1,-2-1,-1-1,-1-2,-35 18,65-40,-4 3,-1-1,1 0,-1 0,1-1,-1 0,0 0,0-1,0 0,-1-1,1 0,-8 0,16-2,0 1,-1-1,1 0,0 0,0 0,-1 0,1 0,0 0,0 0,0 0,0 0,0 0,1-1,-1 1,0 0,0-1,1 1,-1-1,1 1,-1-1,1 1,0 0,0-1,0 1,-1-1,1 0,1 1,-1-1,0 1,0-1,0 1,1 0,-1-1,1 1,-1-1,1 1,0 0,-1-1,1 1,0 0,0-1,0 1,0 0,0 0,0 0,0 0,1 0,-1 0,0 1,2-2,7-5,1 0,0 1,1 0,-1 1,1 0,0 0,1 2,-1 0,0 0,1 1,0 0,0 1,-1 1,1 0,0 0,6 2,32 3,0 2,0 2,0 2,19 9,138 26,-199-44,0 0,0-1,1 0,-1-1,0 0,0 0,0-1,1 0,-1-1,0 0,-1 0,1-1,0 0,-1 0,1-1,-1-1,0 1,0-1,-1 0,1-1,-1 0,-1 0,1-1,2-3,7-15</inkml:trace>
  <inkml:trace contextRef="#ctx0" brushRef="#br0" timeOffset="466.861">793 1,'14'43,"-7"21,-2 0,-3 1,-3 3,5 125,-4-191,-1 1,1-1,0 1,-1-1,1 1,1-1,-1 1,0-1,1 1,-1-1,1 1,0-1,-1 1,1-1,0 0,1 0,-1 1,0-1,1 0,-1 0,1 0,0 0,-1-1,1 1,0 0,0-1,0 1,0-1,1 0,-1 0,0 1,0-2,1 1,-1 0,1 0,8-4,-1-1,0-1,0 1,-1-2,1 1,-1-1,0 0,-1-1,0 0,0-1,0 1,-1-2,0 1,0-1,-3 4,54-63,-58 68,0-1,0 1,0-1,0 1,0 0,0-1,1 1,-1 0,0-1,0 1,0 0,1-1,-1 1,0 0,0-1,1 1,-1 0,0 0,0-1,1 1,-1 0,0 0,1 0,-1-1,0 1,1 0,-1 0,0 0,1 0,-1 0,1 0,-1 0,0 0,1 0,-1 0,0 0,1 0,-1 0,1 0,-1 0,0 0,1 0,-1 0,0 1,1-1,-1 0,0 0,1 0,-1 1,0-1,1 0,-1 0,0 1,0-1,1 0,-1 0,0 1,0-1,0 0,1 1,-1-1,0 1,0-1,0 0,0 1,0-1,0 0,0 1,2 31,-2-25,1 49,2-1,4 0,1 0,6 11,1-6</inkml:trace>
  <inkml:trace contextRef="#ctx0" brushRef="#br0" timeOffset="713.43">1422 923,'14'3,"11"0,10-1,9 1,5-2,2 0,-1 0,-3-1,-4 2,-10 1</inkml:trace>
  <inkml:trace contextRef="#ctx0" brushRef="#br0" timeOffset="887.617">1555 1244,'16'2,"15"-1,10-4,10-5,10-4,7-2,-10 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17:26:08.07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294 134,'-174'-100,"172"98,0 1,0 0,-1-1,1 1,-1 0,1 0,-1 0,1 0,-1 1,0-1,0 1,1-1,-1 1,0 0,1 0,-1 0,0 1,0-1,1 1,-1-1,0 1,1 0,-1 0,1 0,-1 0,1 1,0-1,-1 0,1 1,0 0,0 0,0-1,0 1,0 1,1-1,-1 0,0 0,0 2,-3 8,0 1,1 0,1 1,-1-1,2 1,0 0,1-1,0 1,1 0,1 0,0 0,1-1,0 1,2 5,-3-16,0 1,0-1,0 1,0-1,0 1,0-1,1 0,0 0,0 0,0 0,0 0,0 0,0 0,1-1,-1 1,1-1,0 0,0 0,0 0,0 0,0 0,0 0,1-1,-1 0,0 1,1-1,-1-1,1 1,-1 0,1-1,-1 0,1 0,0 0,-1 0,1 0,-1-1,1 0,-1 1,3-2,8-7,-1 0,0-1,0-1,-1 0,-1-1,0 0,0 0,-1-1,-1-1,0 0,-1 0,0 0,-1-1,2-9,-6 18,10-20,-7 46,-6 5,1 0,1 0,1 0,1 0,5 13,-8-31,1-1,0 0,0 0,1 0,0 0,0-1,0 1,0-1,1 0,0 0,0 0,1 0,-1-1,1 1,0-1,0 0,0-1,1 1,-1-1,1 0,0-1,0 1,0-1,5 1,-7-2,0-1,0 0,1 1,-1-1,0-1,0 1,0-1,1 1,-1-1,0-1,0 1,0 0,0-1,0 0,-1 0,1 0,0 0,-1-1,0 1,1-1,-1 0,0 0,0 0,-1-1,2-1,2-3,0-1,0 0,-1-1,-1 1,0-1,0 0,-1 0,0 0,1-9,0-1,-2 0,-1 0,0 0,-2 0,0 0,-1 0,-1 0,-1 1,0-1,-2-1,6 20,0-1,0 1,0-1,0 1,0 0,0-1,1 1,-1 0,1-1,-1 1,1 0,-1 0,1-1,0 1,0 0,0 0,-1 0,1 0,0 0,0 0,0 0,0 0,1 1,-1-1,0 0,0 0,0 1,1-1,-1 1,0-1,1 1,-1 0,0 0,1-1,-1 1,0 0,1 0,-1 0,1 0,-1 1,0-1,1 0,-1 0,0 1,1-1,-1 1,0-1,0 1,1 0,-1 0,0 0,11-1,-2 0,0 0,0 1,0 0,-1 0,1 1,0 0,-1 1,0 0,1 0,-1 1,0 0,-1 1,1 0,-1 0,0 1,0 0,0 0,-1 1,0 0,-1 0,1 1,-2 0,1 0,-1 0,0 1,1 1,-1 8,0 0,-1 0,0 0,-2 1,0 0,-1-1,-1 4,15 100,-14-117,0-1,1 1,0-1,0 0,0 1,0-1,1 0,0-1,0 1,0 0,0-1,0 1,1-1,-1 0,1 0,0-1,0 1,0-1,0 0,0 0,1 0,-1 0,1-1,-1 0,1 0,-1 0,1 0,0-1,-1 1,1-1,0-1,0 1,-1-1,1 0,-1 0,1 0,0 0,-1-1,0 0,1 0,14-8,0-1,-1 0,-1-2,0 0,-1-1,0 0,-1-1,-1-1,0 0,-1-1,-1-1,-1 0,2-5,34-81,-45 99,-1 0,1-1,-1 1,0 0,-1 0,1 0,-1-1,0 1,0 0,-1 0,0-1,0 1,0 0,0 0,-1 0,0 0,0 0,0 1,0-1,-2-1,3 4,0 0,-1 1,1-1,-1 0,1 1,-1-1,1 1,-1 0,0-1,0 1,0 0,0 0,0 0,0 0,0 0,0 1,0-1,0 1,0-1,0 1,-1 0,1 0,0 0,0 0,0 0,-1 0,1 1,0-1,0 1,0-1,0 1,0 0,0 0,-1 0,-1 2,0 0,-1 0,1 0,0 0,1 1,-1-1,0 1,1 0,0 0,0 1,0-1,1 1,-1-1,1 3,-3 2,1 1,1 1,0-1,0 0,1 1,0-1,1 1,0 0,1-1,0 1,1 0,0-1,1 1,0 0,0-1,1 0,0 1,1-1,1-1,-1 1,1-1,1 1,0-1,0-1,1 1,0-1,0 0,1-1,0 0,0 0,1-1,3 2,6 0,1 0,0-2,0-1,1 0,-1-1,9 0,50 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17:26:10.6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199 952,'-7'-2,"1"1,-1-1,0 1,1 1,-1-1,0 1,0 1,0-1,1 1,-1 0,0 0,1 1,-1 0,1 0,-1 1,1 0,0 0,0 0,0 1,1 0,-1 0,1 0,0 0,0 1,0 0,1 0,0 1,-1 0,1 0,1 0,0 1,1-1,-1 1,1-1,0 1,1 0,-1-1,1 1,1 0,-1 0,1 0,0 0,1 0,0 0,0 0,0-1,1 1,0 0,0-1,1 1,0-1,0 0,0 0,1 0,0 0,0-1,1 1,-1-1,1 0,0-1,0 1,1-1,-1 0,1 0,3 1,7 1,1 0,0-1,0-1,1-1,-1-1,1 0,-1-1,1 0,-1-2,1 0,-1-1,1-1,-1-1,0 0,0-1,0-1,-1 0,0-2,0 0,-1 0,0-1,0-1,-1-1,8-8,-11 12,-1-2,-1 1,1-1,-1-1,-1 0,1 0,-2 0,0-1,0-1,-1 1,0-1,-1 0,0 0,-1 0,0-1,-1 0,1-9,-4 20,1-1,-1 0,1 0,-1 0,0 1,0-1,-1 0,1 0,-1 0,1 1,-1-1,0 0,0 1,0-1,0 0,0 1,-1-1,1 1,-1 0,1-1,-1 1,0 0,0 0,0 0,0 1,-1-1,1 0,0 1,-1-1,1 1,-1 0,1 0,-1 0,0 0,1 0,-1 0,0 1,0 0,0-1,1 1,-1 0,0 0,0 0,0 1,1-1,-1 1,0 0,0-1,1 1,-1 1,1-1,-2 0,-2 7,-1 0,1 0,0 0,1 0,0 1,1 0,0 0,0 0,0 1,1 0,1-1,0 1,0 0,1 0,0 0,1 0,0 0,1 0,0 6,0-9,0 0,0 0,1 1,0-1,0 0,1 0,0-1,0 1,0 0,1-1,0 0,0 0,1 0,-1-1,1 1,1-1,-1 0,1 0,0-1,0 0,0 0,0 0,1-1,0 0,-1 0,1-1,0 1,1-2,-1 1,0-1,0 0,1 0,-1-1,0 0,1 0,0-1,13-4,0-1,-1 0,1-2,-1 0,-1-1,1-1,-2-1,1-1,-2 0,1-1,-2-1,0-1,-1 0,0-1,-1-1,7-11,1-1,-1-1,-1-1,-1 0,-2-2,-2 0,-1-1,-1-1,-2 0,-1 0,-2-1,-2 0,-1-1,-1 1,-3-1,-2-33,1 42,-1-1,-2 0,-1 1,-1-1,-2 1,0 0,-2 1,-1 0,-1 0,-12-18,19 38,0 1,-1 0,0 0,0 0,0 1,-1 0,0 0,0 0,0 0,-3 0,7 3,-1 1,1 0,-1 0,1 0,-1 0,0 1,1-1,-1 1,0-1,1 1,-1 0,0 0,0 0,1 1,-1-1,0 1,1-1,-1 1,0 0,1 0,-1 0,1 0,0 1,-1-1,1 0,0 1,0 0,0 0,0-1,-1 2,-6 9,0 0,1 1,0 0,1 1,1-1,0 1,1 1,0-1,1 1,1 0,0 0,0 12,-8 35,3 1,3 0,2 0,3-1,3 1,3 0,2 0,4-1,3 4,-7-36,2-1,0-1,3 1,0-2,14 22,-21-39,0-1,0-1,1 1,0-1,1 0,0 0,0-1,0 0,1-1,0 0,1 0,-1-1,1 0,0-1,0 0,0 0,10 1,-14-4,0 0,0-1,0 0,0 0,0-1,0 1,0-1,-1-1,1 1,0-1,-1 0,1 0,-1-1,1 1,-1-1,0-1,0 1,-1-1,1 1,-1-1,1-1,-1 1,0 0,-1-1,1 0,-1-1,7-9,0-1,-1-1,-1 0,-1 0,-1 0,0-1,2-14,5-64,-13 96,0 0,0 1,0-1,0 0,0 0,0 1,0-1,0 0,0 0,0 1,0-1,0 0,0 0,0 0,-1 1,1-1,0 0,0 0,0 0,0 1,0-1,-1 0,1 0,0 0,0 0,0 1,-1-1,1 0,0 0,0 0,-1 0,1 0,0 0,0 0,-1 0,1 0,0 0,0 0,0 0,-1 0,1 0,0 0,0 0,-1 0,1 0,0 0,0 0,-1 0,1 0,-4 14,0 0,0 0,2 0,0 1,0-1,1 1,1-1,1 1,0 0,1-1,2 8,-3-18,0 1,1-1,0 1,0-1,0 0,1 1,-1-1,1 0,0-1,0 1,1 0,-1-1,1 0,0 0,-1 0,1 0,1 0,-1-1,0 0,1 0,-1 0,1 0,-1-1,1 0,0 0,0 0,-1 0,1-1,0 0,0 0,3 0,0-1,1 0,0 0,0-1,-1 0,1 0,0-1,-1 0,0-1,0 0,0 0,0 0,-1-1,0 0,0-1,0 0,6-6,-7 2,1 0,-1-1,-1 1,0-1,0 0,-1 0,0-1,-1 1,-1-1,0 0,0 0,-1 1,-1-1,0-6,3-1,-3 19,0 0,0 0,0 1,0-1,0 0,1 0,-1 0,0 1,0-1,0 0,0 0,0 0,0 0,1 1,-1-1,0 0,0 0,0 0,0 0,1 0,-1 0,0 0,0 0,0 1,0-1,1 0,-1 0,0 0,0 0,0 0,1 0,-1 0,0 0,0 0,1 0,-1 0,0 0,0 0,0-1,0 1,1 0,-1 0,0 0,0 0,0 0,1 0,-1 0,0 0,0-1,0 1,0 0,0 0,1 0,-1 0,0-1,58 176,-55-167,1 0,-1-1,2 1,-1-1,1 0,0 0,0-1,1 1,0-1,0 0,0-1,1 0,0 0,0 0,0-1,1 0,-1 0,1-1,0 0,0 0,0-1,0 0,1 0,-1-1,0 0,1 0,-1-1,1-1,-1 1,1-1,-1-1,0 1,4-2,8-8,-1 1,-1-2,0-1,-1 0,0-1,-1-1,0 0,-1-1,-1-1,-1-1,-1 0,10-17,-1-7,-2 0,-2-1,-2-1,-2-1,-2 0,-1 0,-3-1,-2 0,-1 0,-3 0,-2-1,-6-44,6 60,-1 0,-1-1,-2 1,-1 1,-2-1,0 1,-2 0,-2 1,0 0,-3 0,15 27,-1 0,0-1,0 1,0 0,0 0,-1 0,1 0,0 0,-1 1,0-1,1 0,-1 1,0-1,0 1,0-1,0 1,0 0,0 0,0 0,0 0,0 0,-1 0,1 1,0-1,-1 1,1 0,0-1,-1 1,1 0,0 0,-1 1,1-1,0 0,-1 1,1-1,0 1,-1 0,1 0,0 0,0 0,0 0,0 1,0-1,0 0,0 1,1-1,-1 1,0 0,0 1,-7 9,1 1,1 0,0 0,0 1,1-1,1 2,0-1,0 8,-11 44,4 0,2 1,4 0,2 0,4 43,0-77,0-1,2 1,2-1,1 1,1-1,2-1,1 1,1-1,2-1,1 0,1-1,2 0,4 5,-13-26,-1 0,2 0,-1-1,1 0,0 0,0-1,1 0,-1 0,1-1,1 0,-1-1,1 0,0 0,0-1,0 0,0-1,0 0,1-1,-1 0,1 0,-1-1,1-1,-1 1,0-2,1 0,-1 0,0-1,0 0,0 0,0-1,-1-1,0 1,0-2,0 1,0-1,-1-1,0 1,0-1,6-9,-3 1,-2-1,0-1,-1 0,0 0,-2-1,0 0,-1 0,-1 0,0-1,-1 1,-2-1,0 0,0 1,-2-1,-1-4,-12-50,14 74,0 0,0 0,0 0,0 0,-1-1,1 1,0 0,0 0,0 0,-1-1,1 1,-1 0,1 0,0-1,-1 1,1 0,-1-1,1 1,-1 0,0-1,1 1,-1-1,0 1,1-1,-1 1,0-1,0 0,1 1,-1-1,0 0,0 1,0-1,1 0,-1 0,0 0,0 0,0 0,0 0,1 0,-1 0,0 0,0 0,0 0,0-1,1 1,-1 0,0-1,0 1,1 0,-1-1,0 1,1-1,-1 1,0-1,1 0,-1 1,1-1,-1 1,0-1,1 0,0 0,-1 1,1-1,-1 0,1 0,0 1,0-1,0 0,-1 0,-6 24,1 1,1 1,1-1,1 1,1-1,1 1,1 0,4 22,-4-34,1 0,0 0,1 0,1-1,0 1,0-1,1 1,1-1,0-1,1 1,0-1,1 0,0 0,0 0,1-1,1 0,0-1,0 0,1-1,0 1,0-2,1 1,0-2,0 1,1-2,1 1,1-2,0-1,0 0,1-1,-1-1,1 0,-1-1,1 0,-1-1,7-2,51-10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17:26:08.5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5 504,'-3'-42,"2"1,1 0,2 0,2 0,2 0,2-3,11-92,-13 59,-6 77,0 0,0 1,1-1,-1 0,0 0,0 0,1 0,-1 0,0 0,0 0,1 0,-1 0,0 0,0 1,1-1,-1 0,0-1,1 1,-1 0,0 0,0 0,1 0,-1 0,0 0,0 0,86 548,-56-448,-16-69</inkml:trace>
  <inkml:trace contextRef="#ctx0" brushRef="#br0" timeOffset="419.409">660 170,'-5'-4,"0"0,0 0,-1 1,0-1,1 1,-1 1,0-1,-1 1,1 0,0 0,0 1,-1-1,1 2,-1-1,1 1,-1 0,1 0,-1 0,1 1,-1 0,1 1,-1-1,1 1,-1 1,-7 6,1 1,0 0,0 1,1 1,1 0,0 0,0 1,1 1,1 0,0 0,1 0,1 1,0 1,1-1,0 1,1 0,-1 13,1-10,0 0,2 0,0 1,1-1,2 0,-1 1,3 11,-1-24,-1 0,1-1,1 1,-1 0,1-1,1 1,-1-1,1 1,0-1,0 0,1 0,0-1,0 1,0-1,1 0,0 0,0 0,0 0,0-1,1 0,0 0,5 2,-2-2,0-2,0 1,0-1,1 0,-1-1,1 0,-1 0,1-1,-1 0,1-1,-1 0,1-1,-1 0,0 0,0-1,0 0,0-1,0 0,-1 0,1-1,-1 0,0 0,-1-1,1 0,-1 0,0-1,-1 0,0 0,0-1,0 1,-1-1,0-1,-1 1,0-1,0 1,0-1,-1 0,-1-1,0 1,0-1,-1 7,0 0,-1 0,1 0,-1 0,0 0,0 0,0 0,0-1,0 1,-1 0,1 0,-1 0,0 0,0 0,0 0,0 0,0 1,-1-1,0 0,1 1,-1-1,0 1,0-1,0 1,0 0,-1 0,1 0,-1 0,1 0,-1 0,0 1,0 0,1-1,-1 1,0 0,0 0,0 0,0 1,0-1,-1 1,1 0,0 0,0 0,0 0,0 0,-1 1,-6 3,-1 1,1 1,0-1,1 2,0-1,0 1,0 1,1 0,0 0,0 0,1 1,0 0,1 0,0 1,0 0,1 0,0 1,1-1,0 3,-12 66,18-49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17:26:06.2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0 411,'35'25,"-2"2,-1 0,-1 2,-1 2,-2 0,-1 2,-2 1,19 33,164 297,-172-313,-35-51,0 0,1 0,-1 0,1-1,-1 1,0-1,0 1,1-1,-1 1,0-1,0 0,0 1,1-1,-1 0,0 0,0 0,0 0,-1 0,1 0,0 0,0 0,0-1,-1 1,1 0,-1 0,1 0,-1-1,1 1,-1 0,0-1,0 1,1-1,-1 1,0 0,0-1,0 1,-1 0,1-1,0 1,0-1,34-276,-23 178,19-166,19-38,-45 285,-3 9,1 1,0-1,0 1,1 0,0 0,0 0,1 0,1 0,-1 1,7-8,-10 15,0-1,0 1,0 0,1 0,-1 0,0 0,1 0,-1 0,1 0,-1 0,1 1,-1-1,1 1,0-1,-1 1,1-1,0 1,-1 0,1 0,0 0,0 0,-1 0,2 0,14 5</inkml:trace>
  <inkml:trace contextRef="#ctx0" brushRef="#br0" timeOffset="288.294">1003 345,'0'18,"0"18,0 15,0 16,0 12,2 9,1 5,0-2,1-5,3-10,0-16,1-18,0-16</inkml:trace>
  <inkml:trace contextRef="#ctx0" brushRef="#br0" timeOffset="581.65">1417 225,'1'27,"-2"1,-1-1,-1 0,-1 1,-1-1,-1-1,-2 1,-1-1,-1 0,-1-1,-1-1,-1 1,-1-2,-1 0,-2-1,0 0,-1-1,-1-1,-1-1,-12 9,24-21,-1 1,1-1,-1-1,-1 1,1-1,-1-1,0 0,0-1,-1 1,1-2,-1 0,0 0,-7 0,19-3,-1 0,1 0,0-1,0 1,-1 0,1-1,0 1,0-1,-1 1,1-1,0 1,-1-1,1 1,-1-1,1 1,-1-1,1 0,-1 0,0 1,1-1,-1 0,0 0,1 1,-1-1,0 0,0 0,0 0,0 1,1-1,-1 0,0 0,-1 0,1 1,0-1,0 0,0 0,0 0,-1 1,1-1,0 0,-1 0,1 1,0-1,-1 0,1 1,-1-1,1 0,-1 1,0-1,1 1,-1-1,0 1,1-1,-1 1,0-1,11 2,1 1,-1 1,0-1,0 2,0-1,0 1,0 1,-1 0,0 0,0 1,0 0,-1 1,4 2,-8-5,30 21,-4-1,1-2,1 0,0-3,2 0,0-2,1-2,29 9,-34-17,-1-2,1-1,0-1,0-2,3-1,18-2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17:27:30.1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1 321,'43'-6,"-1"2,1 2,0 2,37 4,-75-4,-1 0,1 0,0 1,0-1,0 1,0 0,0 0,-1 1,1-1,0 1,-1 0,1 1,-1-1,0 1,0-1,0 1,0 1,0-1,-1 0,1 1,-1 0,0 0,0 0,-1 0,1 0,-1 0,0 1,0 0,0-1,0 1,-1 0,0-1,0 1,0 0,-1 0,0 0,0 2,-5 11,-1 0,-1-1,-1 0,-1 0,0 0,-1-1,-1 0,0-1,-1 0,-2-1,0 4,-118 154,130-171,1 0,0 0,0 1,0-1,0 0,0 1,0-1,0 1,0-1,1 1,-1-1,1 1,-1-1,1 1,-1 0,1-1,0 1,0 0,0-1,0 1,0 0,0-1,0 1,0 0,1-1,-1 1,1 0,-1-1,1 1,0-1,0 1,0-1,-1 1,1-1,0 0,1 1,-1-1,0 0,1 1,10 2,-1-1,1-1,0 1,1-2,-1 0,0 0,0-1,1 0,-1-1,0-1,0 0,0-1,-2 2,164-35,-128 21</inkml:trace>
  <inkml:trace contextRef="#ctx0" brushRef="#br0" timeOffset="612.209">736 267,'-3'-40,"-3"51,-3 54,3 0,2 0,5 35,-1-51,3 135,7-161,5-37,-5-11,-7 15,0 0,1 1,1 0,-1 0,1 0,1 0,-1 1,2 0,-1 0,2 0,-7 6,1 1,0-1,1 1,-1 0,0 0,0 0,0 0,1 0,-1 1,0-1,1 0,-1 1,0 0,1 0,-1 0,1 0,-1 0,0 0,1 0,-1 1,1-1,-1 1,0 0,0 0,1 0,-1 0,0 0,0 0,0 1,0-1,0 0,0 1,-1 0,1-1,0 1,53 69,-48-61,0 1,-1-1,0 1,-1 1,-1-1,1 1,-2-1,0 1,0 0,-1 1,0-1,-1 9,-1-19,-1 0,1-1,0 1,-1 0,0-1,1 1,-1-1,0 1,0-1,0 1,0-1,0 1,0-1,0 0,-1 0,1 0,0 0,-1 0,1 0,-1 0,1 0,-1 0,1 0,-1-1,0 1,1-1,-1 1,0-1,1 0,-1 0,0 0,1 0,-1 0,0 0,-59-10,55 8,0 0,0 0,0-1,0 0,1 0,-1 0,1 0,0-1,0 0,0 0,0 0,1-1,-1 0,1 0,0 0,1 0,0 0,-1-1,1-1,4 2,0 0,0 1,1-1,0 1,0 0,0 0,0 0,1 0,-1 0,1 0,0 0,1 1,-1 0,0-1,1 1,0 0,0 1,0-1,0 1,0 0,0 0,0 0,1 0,3 0,0-3,-1 2,3-4,1 0,1 1,-1 1,1 0,0 0,1 1,-1 0,1 1,-1 1,1 0,0 1,0 0,0 1,3 0,-9 4,1 0,-1 0,1 0,-1 1,-1 0,1 1,-1 0,0 0,0 0,0 0,-1 1,0 0,0 0,-1 1,0-1,0 1,-1 0,2 5,22 38,-14-34,-2-4</inkml:trace>
  <inkml:trace contextRef="#ctx0" brushRef="#br0" timeOffset="874.509">977 228</inkml:trace>
  <inkml:trace contextRef="#ctx0" brushRef="#br0" timeOffset="1252.988">1311 0,'54'152,"-35"-78,-4 1,-3 1,2 73,11 75,-1-133,-23-89,0 1,1 0,-1-1,1 1,-1-1,1 1,0-1,-1 0,1 0,1 0,-1 0,0 0,0 0,1 0,-1-1,1 1,-1-1,1 0,0 0,-1 0,1 0,0 0,0 0,0-1,0 0,0 1,0-1,-1 0,1 0,1-1,9-2,-1-2,1 0,-1 0,0-1,0 0,-1-1,1-1,-2 0,1 0,-1-1,0-1,2 0,104-96,-115 105,-1 0,0 1,1-1,-1 1,1-1,-1 1,1-1,-1 1,1 0,-1-1,1 1,-1 0,1-1,0 1,-1 0,1 0,0-1,-1 1,1 0,0 0,-1 0,1 0,0 0,-1 0,1 0,0 0,-1 0,1 0,0 0,-1 1,1-1,-1 0,1 0,0 1,-1-1,1 0,-1 1,1-1,-1 0,1 1,-1-1,1 1,-1-1,1 1,-1-1,0 1,1 0,-1-1,0 1,1-1,-1 1,0 0,0-1,9 43,-8-32,0-4,-1 0,1 0,0 0,1-1,0 1,0 0,0-1,1 0,0 1,0-1,0 0,1 0,0-1,0 1,1-1,-1 0,1 0,0 0,1-1,-1 0,1 0,0 0,0-1,0 1,0-2,7 3,-6-3,0-1,0-1,0 1,0-1,0 0,0-1,0 0,0 0,0 0,0-1,-1 0,1 0,4-3,18-10</inkml:trace>
  <inkml:trace contextRef="#ctx0" brushRef="#br0" timeOffset="1522.261">2126 481,'-13'-7,"-8"-4,-1-3,0-1,-1 0,4 2</inkml:trace>
  <inkml:trace contextRef="#ctx0" brushRef="#br0" timeOffset="1773.129">1325 241,'20'-14,"21"-6,19-3,15 1,11 4,4 3,-3 3,-11 5,-17 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17:27:34.2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1,'25'16,"160"223,-92-122,186 255,-268-353,-17-22,-35-45,35 41</inkml:trace>
  <inkml:trace contextRef="#ctx0" brushRef="#br0" timeOffset="420.128">576 94,'-2'17,"0"0,-1 0,-1-1,-1 1,0-1,-1 1,-4 6,7-17,-50 106,-5-2,-4-3,-5-3,-32 33,88-121,-7 17,46-43,-11-2,-1 0</inkml:trace>
  <inkml:trace contextRef="#ctx0" brushRef="#br0" timeOffset="1642.341">897 683,'0'0,"-1"0,1 0,-1 0,1 0,-1 0,1 0,-1 0,1 0,-1 0,1 0,-1 0,1-1,-1 1,1 0,0 0,-1 0,1-1,-1 1,1 0,0-1,-1 1,1 0,0-1,-1 1,1 0,0-1,-1 1,1 0,0-1,0 1,0-1,-1 1,1-1,0 1,0-1,0 1,0 0,0-1,0 1,0-1,0 1,0-1,0 1,0-1,0 1,0-1,0 1,0-1,0 1,1-1,-1 1,0 0,0-1,1 1,-1-1,0 1,0 0,1-1,-1 1,0 0,1-1,-1 1,1 0,-1 0,0-1,1 1,-1 0,1 0,-1 0,1-1,87-21,-77 21,94 0,-102 2,1-1,-1 1,0 0,1 0,-1 0,0 0,0 1,0-1,0 1,0 0,0-1,-1 1,1 1,-1-1,1 0,-1 1,0-1,1 1,-2 0,1 0,0-1,0 1,-1 1,0-1,1 0,-1 0,0 0,-1 1,1 1,-2 1,0 1,-1-1,0 1,0-1,-1 0,0 0,0 0,0 0,-1-1,0 1,0-1,0 0,-1 0,1 0,-1-1,0 1,-1-1,1 0,-1-1,0 0,-1 1,-74 44,80-47,1 1,0-1,0 0,0 0,0 0,0 0,0 0,1 1,-1-1,0 0,0 0,1 0,-1 0,1 0,-1 0,1 0,-1 0,1 0,0 0,-1 0,1 0,0 0,0 0,0-1,0 1,0 0,0-1,0 1,0 0,0-1,0 1,0-1,0 0,0 1,0-1,0 0,1 0,-1 0,0 1,0-1,0 0,0-1,3 3,56 20,-42-16,0 1,0 0,0 1,-1 1,0 0,-1 1,0 1,5 6,-18-15,0 0,-1 0,1 1,-1-1,0 1,0 0,0-1,0 1,-1 0,1 0,-1 0,1 0,-1 1,0-1,-1 0,1 0,0 1,-1-1,0 0,1 1,-1-1,-1 0,1 1,0-1,-1 0,0 1,0-1,0 0,0 0,0 0,-1 0,1 0,-1 0,0 0,-1 2,-10 7,0 0,-1 0,0-1,-1-1,0-1,0 0,-1 0,0-2,-1 0,-10 2,-106 26,103-41,23 0</inkml:trace>
  <inkml:trace contextRef="#ctx0" brushRef="#br0" timeOffset="1934.59">1404 161,'3'16,"7"14,8 11,9 8,11 5,8 4,8 2,3 1,-1 0,-1-3,-5-6,-4-4,-6-6,-7-7,-7-11,-8-8</inkml:trace>
  <inkml:trace contextRef="#ctx0" brushRef="#br0" timeOffset="2202.207">1833 174,'-16'21,"-12"17,-8 17,-5 17,-2 11,-1 11,3 3,6-2,9-8,8-18</inkml:trace>
  <inkml:trace contextRef="#ctx0" brushRef="#br0" timeOffset="2687.485">2086 655,'17'-8,"-1"1,1 0,0 1,1 1,0 0,-1 1,1 1,0 1,1 1,7 0,-22 1,0 1,0-1,0 1,0 0,1 0,-1 1,-1-1,1 1,0 0,0 0,-1 0,1 0,-1 1,1 0,-1-1,0 1,0 0,0 1,-1-1,1 0,-1 1,0-1,0 1,0 0,0 0,-1 0,1 0,-1 0,0 0,0 0,-1 0,1 0,-1 1,0-1,0 0,0 0,0 0,-1 2,-4 14,0 0,-2-1,0 1,-1-1,-1-1,0 0,-2 0,0 0,-13 14,15-20,-119 168,127-179,0 0,0 0,0 0,0 0,0 0,0 0,0 0,1 1,-1-1,0 0,1 0,-1 1,0-1,1 0,0 1,-1-1,1 0,0 1,0-1,0 1,0-1,0 0,0 1,0-1,0 1,0-1,1 0,-1 1,1-1,-1 0,1 1,-1-1,1 0,0 0,0 0,-1 1,1-1,1 1,8 0,0 0,0-1,0 0,0-1,0 0,0 0,1-1,-1 0,0-1,-1 0,2-1,-5 2,273-51,-255 44,-23 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17:27:51.86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1 201,'18'5,"18"3,15 1,16 1,15-2,9-1,4-3,1 1,-5 0,-9 0,-12 1,-17-2</inkml:trace>
  <inkml:trace contextRef="#ctx0" brushRef="#br0" timeOffset="353.57">535 1,'56'43,"1"-3,55 28,74 53,-178-116,0 1,0-1,0 2,-1-1,0 1,0 0,-1 1,0-1,0 1,-1 1,0-1,0 1,-1-1,0 1,0 1,-1-1,-1 0,1 1,-2 0,1-1,-1 1,-1 0,0 0,0-1,-1 1,0 1,-4 4,-1 0,0-1,-1 1,-1-2,0 1,-1-1,-1 0,0 0,0-1,-1-1,-1 0,0 0,-1-2,1 1,-10 4,-2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17:27:50.9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15,'2'15,"8"15,8 12,11 9,10 5,6 5,8 1,4-1,1-4,-5-5,-7-4,-8-4,-12-9</inkml:trace>
  <inkml:trace contextRef="#ctx0" brushRef="#br0" timeOffset="255.292">361 0,'-16'21,"-9"20,-6 17,-2 14,3 11,4 8,4 1,5-3,7-8,4-11,3-17</inkml:trace>
  <inkml:trace contextRef="#ctx0" brushRef="#br0" timeOffset="566.697">589 616,'11'-8,"1"0,0 1,0 0,0 1,1 0,0 1,1 1,-1 0,1 0,-1 2,1 0,0 0,7 1,-17 1,-1 1,0-1,1 1,-1 0,0 0,1 0,-1 0,0 0,0 1,0-1,0 1,0 0,-1 0,1 0,0 0,-1 1,0-1,1 1,-1-1,0 1,0 0,-1 0,1 0,0 0,-1 0,0 0,0 1,0-1,0 0,0 0,-1 1,1-1,-1 1,0-1,0 0,0 1,-1 13,0 0,0 0,-2 0,0 0,-1 0,-4 9,-67 169,74-193,-1 0,1 1,0-1,-1 0,1 0,0 1,0-1,0 1,1-1,-1 1,0-1,1 1,0-1,0 1,0-1,0 1,0-1,0 1,0 0,1-1,-1 1,1-1,0 0,0 1,0-1,0 1,0-1,1 0,-1 0,1 0,-1 0,1 0,0 0,0 0,-1 0,1-1,1 1,-1-1,1 1,13 2,0-2,0 0,0 0,0-1,0-1,0-1,0-1,0 0,0-1,0 0,3-2,-7 2,136-33,-82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17:27:49.7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28,'18'13,"13"12,13 8,7 8,5 6,4 4,-2 4,-1 3,-6 0,-5-3,-7-4,-7-4,-8-5,-7-8,-5-9</inkml:trace>
  <inkml:trace contextRef="#ctx0" brushRef="#br0" timeOffset="260.019">469 0,'-16'12,"-10"10,-5 11,-1 10,-1 11,2 6,3 5,2 3,3-2,3-4,6-9,4-11,4-13</inkml:trace>
  <inkml:trace contextRef="#ctx0" brushRef="#br0" timeOffset="708.025">602 416,'15'-3,"-8"1,1 0,-1 1,1-1,-1 2,1-1,0 1,-1 0,1 0,0 1,-1 0,1 0,-1 1,1 0,-1 1,0-1,0 1,0 1,2 1,-7-3,1 1,-1-1,0 1,-1 0,1 0,0 0,-1 0,0 0,1 0,-1 1,-1-1,1 0,0 1,-1-1,0 0,1 1,-1-1,-1 1,1-1,0 0,-1 1,0-1,1 0,-2 1,-31 76,6-17,28-61,0 0,0-1,-1 1,1-1,1 1,-1-1,0 0,0 1,0-1,1 0,-1 0,1 0,-1 0,1 0,-1 0,1 0,-1-1,1 1,0 0,0-1,-1 0,1 1,0-1,0 0,-1 0,1 0,0 0,0 0,-1 0,1 0,0-1,0 1,0-1,2 1,4-1,0 1,0-1,0 1,1 1,-1 0,0 0,0 0,0 1,0 0,0 1,-1 0,1 0,-1 1,1-1,-1 2,0-1,-1 1,1 0,-1 0,0 1,0 0,-1 0,0 0,0 1,2 3,-4-3,1 1,-2 0,1 0,-1 0,0 0,-1 1,0-1,0 0,-1 1,0-1,0 0,-1 1,0-1,-1 0,1 0,-2 1,1-1,-1-1,0 1,-1 0,0-1,0 1,-4 5,-1-1,0 1,0-1,-1-1,-1 0,0 0,0-1,-1 0,0-1,-1 0,-10 4,20-11,1 0,-1-1,0 1,0-1,1 1,-1-1,0 0,0 0,0-1,0 1,0-1,0 1,-1-1,1 0,0 0,0 0,0-1,0 1,0-1,-1 0,-6-7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17:25:47.29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4789 900,'13'20,"15"17,13 12,11 8,10 2,6 2,5-2,0-1,-4-4,-9-4,-11-7,-13-5,-13-7,-10-9</inkml:trace>
  <inkml:trace contextRef="#ctx0" brushRef="#br0" timeOffset="249.432">5230 953,'-16'12,"-10"12,-4 14,-3 11,0 14,2 10,0 8,5 6,5 0,8-8,4-18</inkml:trace>
  <inkml:trace contextRef="#ctx0" brushRef="#br0" timeOffset="621.324">5591 1514,'18'12,"0"-1,1 0,0-2,1 0,0-1,0-1,12 2,-26-8,1 1,-1-1,1 0,0-1,-1 1,1-1,0-1,-1 1,1-1,0 0,-1 0,1-1,-1 0,0 0,0-1,0 0,0 0,0 0,0-1,-1 0,1 0,-1 0,0 0,-1-1,5-5,-4 4,-1 0,1 0,-1-1,-1 1,1-1,-1 0,-1 0,1-1,-1 1,0 0,-1-1,0 1,0-1,0 0,-1 1,0-1,-1 0,0 1,0-1,0 1,-1-1,0 1,-1 0,1 0,-2 0,1 0,-1 0,0 1,0-1,0 1,-1 0,0 1,0-1,-1 1,0 0,0 0,0 0,0 1,-1 0,1 1,-1-1,0 1,0 0,-1 1,-2-1,3 3,0 0,0 0,-1 1,1 0,0 1,0-1,0 1,0 0,0 1,0 0,1 0,-1 1,1-1,0 1,0 1,0-1,1 1,-1 0,1 0,0 1,1-1,-1 1,1 0,0 0,1 1,-4 6,-26 40</inkml:trace>
  <inkml:trace contextRef="#ctx0" brushRef="#br0" timeOffset="-1064.852">3292 887,'16'13,"12"14,10 12,8 10,5 8,6 6,1 3,1 3,-3-3,-5-2,-6-6,-6-8,-5-8,-9-9,-8-10</inkml:trace>
  <inkml:trace contextRef="#ctx0" brushRef="#br0" timeOffset="-785.428">3786 980,'-14'4,"-8"9,-6 13,-5 17,-3 13,-3 16,-1 12,-1 7,3 2,4-3,9-8,8-19</inkml:trace>
  <inkml:trace contextRef="#ctx0" brushRef="#br0" timeOffset="-428.855">4121 1582,'-1'-67,"4"-1,2 1,10-35,-9 78,-6 24,1 0,-1 0,0 0,1 0,-1 0,0 0,1 0,-1 0,1 0,-1 0,0 0,1 0,-1 0,0 0,1 0,-1 0,0 0,1 0,-1 1,0-1,1 0,-1 0,0 0,1 1,-1-1,0 0,1 0,-1 1,0-1,0 0,0 1,1-1,-1 0,0 1,0-1,0 0,0 1,1-1,-1 0,0 1,0-1,0 1,0-1,0 0,0 1,0-1,0 0,0 1,0-1,0 1,-1-1,1 0,0 1,0-1,0 0,0 1,0-1,-1 0,1 1,0-1,0 0,-1 0,1 1,0-1,-1 0,11 130,-6-55,3-1,4 1,6 11,-4-37</inkml:trace>
  <inkml:trace contextRef="#ctx0" brushRef="#br0" timeOffset="-3300.996">657 859,'10'9,"9"10,6 11,8 10,5 6,3 5,4 3,1-1,-1-3,-3-5,-4-6,-5-7,-5-7,-7-7</inkml:trace>
  <inkml:trace contextRef="#ctx0" brushRef="#br0" timeOffset="-3060.598">1005 887,'-16'13,"-9"17,-6 13,-2 14,1 11,0 7,2 3,3-2,5-5,5-12,6-15</inkml:trace>
  <inkml:trace contextRef="#ctx0" brushRef="#br0" timeOffset="-2528.34">1166 1247,'27'-10,"0"0,0 2,1 1,1 1,-1 2,5 0,-31 3,1 0,-1 0,1 1,-1-1,1 1,0 0,-1 0,1-1,-1 2,1-1,0 0,-1 0,1 1,-1 0,1-1,-1 1,1 0,-1 0,0 0,1 1,-1-1,0 0,0 1,0 0,0-1,0 1,0 0,0 0,-1 0,1 0,-1 0,1 1,-1-1,0 0,0 1,0-1,0 1,-1-1,1 1,0-1,-1 1,0-1,0 1,0 0,0-1,0 2,-5 11,-1 1,-1-2,0 1,-1-1,0 0,-1-1,-1 0,0 0,-1-1,0 0,-10 7,-9 13,29-31,-15 20,16-21,0 0,-1 0,1 1,0-1,0 0,0 0,-1 0,1 1,0-1,0 0,0 1,0-1,0 0,-1 0,1 1,0-1,0 0,0 1,0-1,0 0,0 1,0-1,0 0,0 0,0 1,0-1,0 0,1 1,-1-1,0 0,0 0,0 1,0-1,0 0,0 1,1-1,-1 0,0 0,0 0,1 1,-1-1,0 0,0 0,0 0,1 1,-1-1,0 0,1 0,-1 0,0 0,0 0,1 0,-1 0,0 0,1 0,-1 0,0 0,1 0,-1 0,0 0,0 0,1 0,-1 0,0 0,1 0,-1 0,0 0,130-34,-123 32,0 0,0 0,0 1,0 0,0 0,0 1,1 0,-1 0,0 0,0 1,0 0,0 1,0 0,0 0,0 0,0 1,-1 0,1 0,-1 1,0 0,0 0,0 0,-1 1,1-1,-1 1,0 1,1 1,-3-1,0 0,0 0,0 0,-1 0,0 0,0 0,0 1,-1-1,0 1,-1 0,1-1,-1 1,0-1,-1 1,0 0,0-1,0 1,-1-1,0 0,0 1,0-1,-1 0,0 0,0-1,-1 1,0-1,1 1,-2-1,1 0,-1-1,0 1,0-1,0 0,0 0,-5 2,-3 3,0 0,-1-1,0-1,0 0,-1-1,1 0,-2-1,1-1,0 0,-1-1,-1-1,-18-14,27 0</inkml:trace>
  <inkml:trace contextRef="#ctx0" brushRef="#br0" timeOffset="-2212.596">1835 900,'16'16,"14"11,11 10,10 6,6 5,4 4,0 2,-2 1,-5 0,-5-3,-8-2,-7-7,-9-7,-9-10</inkml:trace>
  <inkml:trace contextRef="#ctx0" brushRef="#br0" timeOffset="-1951.295">2275 940,'-13'14,"-10"15,-5 15,-4 13,-2 11,-2 9,1 4,4-2,5-6,7-16</inkml:trace>
  <inkml:trace contextRef="#ctx0" brushRef="#br0" timeOffset="-1468.771">2556 1301,'24'-4,"0"0,1 2,-1 1,0 1,1 1,-1 1,16 4,-36-5,0 0,-1 0,1 0,0 1,0-1,-1 1,1 0,-1 0,1 1,-1-1,0 1,0-1,0 1,0 0,0 0,-1 1,1-1,-1 0,0 1,0-1,0 1,-1 0,1 0,-1 0,0-1,0 1,0 0,-1 0,1 1,-1-1,0 0,0 0,0 0,-1 3,-4 10,-1 0,-1 0,0 0,-1-1,0 0,-2 0,0-1,-1 0,0-1,-1 0,0-1,-9 7,-147 131,166-149,1-2,0 0,0 0,0 1,0-1,1 1,-1-1,0 1,0-1,0 1,0-1,0 1,1-1,-1 1,0 0,1 0,-1-1,0 1,1 0,-1 0,1 0,-1 0,1 0,0 0,-1 0,1 0,0 0,0 0,-1 0,1 0,0 0,0 0,0 0,0 0,0 0,1 0,-1 0,0 0,0-1,1 1,-1 0,0 0,1 0,-1 0,1 0,-1 0,1 0,0-1,-1 1,1 0,0 0,-1-1,1 1,12 1,-1 0,1-1,-1 0,1-1,0-1,-1 0,1-1,8-2,-2 1,135-25,-80 12</inkml:trace>
  <inkml:trace contextRef="#ctx0" brushRef="#br1" timeOffset="94256.241">3 1060,'0'1,"-3"43,3 1,2 0,2-1,1 1,3-1,1-1,3 1,9 21,4-7,4-2,1-1,3-1,24 28,-19-39,1-2,3-2,1-1,26 16,-33-26,43 37,-39-30,1-1,2-3,1-1,27 11,-27-22,2-3,0-1,0-3,1-1,26 1,80 19,-113-20,19 4,0-2,58 5,154-4,-85-1,-117-12,0-3,0-3,20-7,99-11,-172 21,0 0,0-1,0-1,-1 0,1-1,-1-1,0 0,2-3,37-13,-25 11,-1-1,0-2,-1-1,0-1,-2-1,0-1,-1-1,-1-2,10-10,-24 22,0-1,0 0,-1 0,0 0,-1-1,0-1,-1 1,0-1,-1 0,1-2,13-41,31-119,-36-6,-15 1,-31-26,30 190,0-12,-1 0,-2 1,-1 0,-1 0,-1 0,-1 1,-1 0,-1 1,-7-9,-113-195,32 122,27 42,48 41,0 1,-2 1,0 1,-2 1,0 2,-21-10,-30-4,-1 4,-37-6,75 25,0 2,-1 2,0 2,0 1,-19 4,-13-1,35-2,-46 0,0 3,1 4,-15 6,15 5,0 3,-20 10,-71 31,-63 37,110-33,-27 28,-17 20,54-16,115-94,-1-1,1 1,-1-1,1 0,-1-1,0 1,0-1,0 0,-1 0,1-1,0 1,-1-1,1-1,-2 1,-10 2</inkml:trace>
  <inkml:trace contextRef="#ctx0" brushRef="#br2" timeOffset="140729.479">3692 2209,'4'7,"0"0,0-1,1 1,0-1,0-1,0 1,1-1,0 0,0 0,0 0,1-1,-1 0,1 0,0-1,0 0,0 0,1 0,4 0,142 15,475-13,563-17,-1158 12,0-2,1-1,-1-2,0-1,-1-1,1-3,-2 0,1-2,-2-1,1-2,-2-1,0-1,12-11,12-21,-3-2,-2-2,-2-2,33-52,-21 28,-29 43,-3-2,0-1,-3-2,-1 0,-2-1,-2-1,-2-1,-2 0,8-42,-17 52,-1 0,-2 0,-2-1,-1 1,-1-1,-2 1,-2 0,-1 0,-1 0,-2 1,-2 0,-1 1,-1 0,-1 1,-2 0,-13-16,-3 1,-1 1,-3 2,-2 2,-1 1,-3 3,0 0,-37-22,2 9,-2 2,-2 4,-2 4,-29-8,23 14,0 4,-2 5,0 3,-2 4,0 4,-1 4,-44 4,-640 23,329-17,415 1,0 1,0 2,0 1,1 2,0 1,0 2,1 1,-27 13,3 4,2 1,1 3,2 3,0 2,44-32,0 0,1 1,0-1,0 2,0-1,0 1,1-1,0 2,1-1,0 0,0 1,0 0,1 0,0 0,0 1,-109 410,103-388,3-1,0 1,2 0,1 1,2-1,1 1,1-1,2 0,1 1,2-1,3 7,69 207,-36-50,-35-143,3-1,2-1,2 0,3 0,1-2,3 0,9 14,-28-59,9 19,0-1,2 0,0-1,2 0,0-1,1 0,0-2,2 0,0-1,1 0,1-2,0 0,18 8,74 9,-100-30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17:28:24.21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0 322,'14'2,"15"1,20 0,16-3,16-4,13 0,5-3,0 0,-3 1,-7 2,-11 1,-13 2,-14 0,-17 1</inkml:trace>
  <inkml:trace contextRef="#ctx0" brushRef="#br0" timeOffset="344.607">655 1,'0'0,"0"1,-1 0,1 0,0 0,0-1,0 1,0 0,0 0,0 0,0 0,1-1,-1 1,0 0,0 0,1-1,-1 1,0 0,1 0,-1-1,0 1,1 0,-1-1,1 1,0 0,-1-1,1 1,-1-1,1 1,0-1,-1 1,1-1,0 0,0 1,-1-1,1 0,0 0,0 1,0-1,-1 0,2 0,18 8,0 0,1-2,0 0,0-2,18 2,22 6,-33-8,0 2,0 1,0 1,-1 2,0 0,-1 2,0 1,-1 1,-1 1,17 14,-35-23,0 1,0-1,-1 1,0 1,-1-1,0 0,0 1,0 0,-1 0,0 0,-1 0,0 1,0-1,0 1,-1-1,-1 1,1-1,-2 1,1 0,-1-1,0 1,-1-1,0 1,0-1,-1 0,0 0,0 0,-1 0,0 0,-2 1,-10 18,-2-1,-1-1,-1 0,-1-2,-1 0,-1-2,0 0,-2-1,-1-2,0-1,-1 0,-24 9,6-7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17:28:22.26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0 214,'56'24,"-2"2,-2 3,19 15,-69-43,97 65,-2 4,-5 4,-2 5,-4 3,8 16,-16-8,-62-81,-14-15</inkml:trace>
  <inkml:trace contextRef="#ctx0" brushRef="#br0" timeOffset="250.467">762 160,'-6'-13,"-6"-8,-4 1,-2 4,-2 10,-3 19,-4 22,-2 29,-3 25,-3 23,1 18,0 9,3 1,5-7,8-14,7-29</inkml:trace>
  <inkml:trace contextRef="#ctx0" brushRef="#br0" timeOffset="534.23">1043 789,'23'-108,"-5"-2,-3-18,-7 73,1 71,49 334,11-103,-47-186</inkml:trace>
  <inkml:trace contextRef="#ctx0" brushRef="#br0" timeOffset="890.348">1511 1,'12'20,"12"19,11 11,12 8,11 9,9 4,7 1,5 2,0-2,-4-5,-9-4,-10-7,-12-5,-12-7,-12-9,-8-10</inkml:trace>
  <inkml:trace contextRef="#ctx0" brushRef="#br0" timeOffset="1141.753">2073 27,'-16'2,"-12"8,-8 13,-2 17,0 17,2 18,6 15,4 16,6 11,5 0,6-3,4-9,3-17,2-22</inkml:trace>
  <inkml:trace contextRef="#ctx0" brushRef="#br0" timeOffset="1440.037">2287 776,'51'128,"-47"-122,0 0,0 0,0 0,1-1,-1 1,1-1,1 0,-1 0,1-1,0 0,0 0,0 0,0-1,1 0,-1 0,1 0,6 1,-8-3,0-1,0 0,0 1,0-2,-1 1,1 0,0-1,0 0,0 0,-1 0,1-1,0 0,-1 0,1 0,-1 0,0-1,0 1,0-1,0 0,0 0,-1-1,1 1,-1-1,1-1,6-7,-1 0,0-1,-1-1,-1 1,0-1,0-1,-1 0,-1 1,-1 0,0 1,-1-1,0 0,-1-1,-1 1,0 0,-1 0,-1-1,0 1,-3-11,3 17,-1 0,0 1,-1 0,1-1,-1 1,-1 0,0 0,0 0,0 1,0 0,-1-1,0 1,-1 1,1-1,-1 1,0 0,-1 1,1-1,-1 1,1 0,-1 1,-2-1,3 2,0 0,0 0,-1 1,1 0,0 0,0 1,-1 0,1 0,0 0,0 1,-1-1,1 2,0-1,0 1,0 0,0 0,0 0,1 1,-1 0,1 0,-1 1,1-1,0 1,1 0,-1 1,-2 2,-5 5,1 0,1 1,0 1,1 0,0 0,1 0,0 1,2 1,-4 9,6-11,0 1,0 0,2 0,0 0,1 0,0 14,5 18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17:27:56.96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6029 1029,'18'-5,"1"-2,-2 0,1-1,-1 0,0-2,-1 0,0-1,-1 0,0-1,-1-1,0 0,-1-1,-1-1,0 0,-1-1,6-9,-2 4,-1-1,-1 0,-1-1,-1 0,-1-1,-1 0,-1-1,-1 0,-1 0,-1 0,-2-1,0 1,-2-1,-1 0,-1 0,-1 0,-1-4,1 22,0 0,-1-1,1 1,-1 0,-1 0,0 0,0 1,0-1,-1 1,-3-3,6 8,0-1,-1 1,1-1,-1 1,1 0,-1 0,0 0,0 1,0-1,0 1,0-1,0 1,-1 0,1 0,0 0,-1 1,1-1,0 1,-1 0,1 0,0 0,-1 0,1 1,-1-1,1 1,0 0,-3 1,-1 1,0 0,0 1,0 0,1 0,-1 1,1-1,0 2,0-1,1 0,0 1,0 0,0 1,1-1,-1 1,2 0,-1 0,0 0,-4 11,1 1,0 0,2 0,0 0,1 0,0 6,2 23,3 0,2 0,2 0,2 0,2-1,2 0,2-1,3 0,1-1,5 5,15 54,40 117,-77-220,0 0,0 1,0-1,0 0,1 0,-1 0,1 0,-1 1,1-1,-1 0,1 0,0 0,-1 0,1 0,0 0,0 0,0-1,0 1,-1 0,1 0,0-1,1 1,-1 0,0-1,0 1,0-1,0 0,0 1,0-1,1 0,-1 1,0-1,0 0,1 0,-1 0,0 0,0 0,0-1,1 1,-1 0,0-1,0 1,0 0,0-1,0 1,1-1,-1 0,0 1,0-1,0 0,13-15,0 0,-1-1,-1 0,0-1,-2 0,0-1,-1 0,0-1,-9 19,43-94,-43 94,0 1,0 0,0-1,1 1,-1 0,0-1,0 1,0 0,0 0,1-1,-1 1,0 0,0 0,0-1,1 1,-1 0,0 0,1 0,-1-1,0 1,0 0,1 0,-1 0,0 0,1 0,-1 0,0-1,1 1,-1 0,0 0,1 0,-1 0,0 0,1 0,-1 0,0 1,1-1,-1 0,0 0,1 0,-1 0,0 0,0 0,1 1,-1-1,0 0,0 0,1 0,-1 1,0-1,0 0,1 0,-1 1,0-1,0 0,0 1,0-1,1 0,-1 0,0 1,0-1,0 0,0 1,0-1,0 0,0 1,6 25,-6-24,6 37,-4-16,2 1,0-1,1 0,2-1,0 1,3 2,-9-22,0 0,0-1,0 1,0-1,0 1,1-1,-1 1,1-1,-1 0,1 0,0 0,0 0,0 0,0 0,0 0,1-1,-1 1,1-1,-1 0,1 0,-1 1,1-1,-1-1,1 1,0 0,0-1,-1 0,1 1,0-1,0 0,-1 0,1-1,0 1,0 0,0-1,-1 0,1 0,17-11</inkml:trace>
  <inkml:trace contextRef="#ctx0" brushRef="#br0" timeOffset="261.302">6658 775,'-16'2,"-5"3,1 6,8 0,13-1,7-3</inkml:trace>
  <inkml:trace contextRef="#ctx0" brushRef="#br0" timeOffset="750.994">6965 976,'58'275,"-29"-174,-30-100,1-1,0 1,0 0,0-1,0 1,0 0,0 0,0-1,0 1,0 0,0-1,0 1,1 0,-1-1,0 1,0-1,1 1,-1 0,0-1,1 1,-1-1,1 1,-1-1,1 1,-1-1,1 1,-1-1,1 1,-1-1,1 0,-1 1,1-1,0 0,-1 1,1-1,0 0,-1 0,1 0,0 0,-1 1,1-1,0 0,-1 0,1 0,0-1,-1 1,1 0,0 0,-1 0,1 0,0-1,-1 1,1 0,0 0,-1-1,1 1,-1-1,1 1,-1-1,1 1,-1 0,1-1,-1 0,1 1,11-17,-1-1,-1 0,0 0,-1-1,-1 0,0-4,-3 10,49-156,-47 149,-7 21,0-1,0 0,0 0,0 0,0 1,0-1,0 0,0 0,0 0,0 1,0-1,0 0,0 0,0 0,0 0,0 1,0-1,1 0,-1 0,0 0,0 0,0 0,0 0,0 1,1-1,-1 0,0 0,0 0,0 0,0 0,1 0,-1 0,0 0,0 0,0 0,0 0,1 0,-1 0,0 0,0 0,0 0,1 0,-1 0,0 0,0 0,0 23,-3 14,0-26,1-1,1 1,0 0,0 0,1 0,1 0,0 0,0-1,1 1,0 0,1-1,0 1,1-1,0 0,6 9,-7-15,0-1,0 0,0 0,1 0,0 0,-1-1,1 1,0-1,0 0,1 0,-1 0,0-1,0 1,1-1,-1 0,1-1,-1 1,1-1,-1 0,1 0,0 0,-1 0,1-1,-1 0,1 0,-1 0,0-1,2 0,5-2,0 0,-1-1,1-1,-1 0,0 0,-1-1,1 0,-1 0,-1-1,5-5,-3 1,-1-1,0 1,0-2,-2 1,1-1,-2 0,0 0,-1-1,0 0,-1 0,-1 0,0-1,-1 1,0-2,-4 48,-1 5,2 0,1 0,2 0,2 0,6 29,19-5,-28-58,0-1,0 1,0-1,0 0,0 0,1 0,-1 1,1-1,-1 0,1-1,-1 1,1 0,-1 0,1-1,0 1,-1-1,1 1,0-1,-1 0,1 0,0 1,0-1,-1-1,1 1,0 0,0 0,-1 0,1-1,0 1,-1-1,1 0,-1 1,1-1,0 0,0-1,16-11</inkml:trace>
  <inkml:trace contextRef="#ctx0" brushRef="#br0" timeOffset="973.396">7607 654,'-14'12,"-4"10,1 3,8 3,12-3,12-7,11-6,1-5</inkml:trace>
  <inkml:trace contextRef="#ctx0" brushRef="#br0" timeOffset="1143.951">7928 1029,'0'18,"0"16,0 7,0 8,0-1,-2-2,-1-7,2-9,2-14,0-16,0-6</inkml:trace>
  <inkml:trace contextRef="#ctx0" brushRef="#br0" timeOffset="1313.048">7888 454,'-5'21,"1"17,6 15,5 11,1-5</inkml:trace>
  <inkml:trace contextRef="#ctx0" brushRef="#br0" timeOffset="1769.655">8089 1257,'13'-9,"-1"-1,1 0,-2 0,1-1,-1-1,-1 0,0 0,-1-1,0-1,-1 1,-1-1,0 0,-1-1,0 0,-1 0,-1 0,0-3,14-56,-3 0,-3 0,-4-2,-2 1,-5-55,0 77,-3 0,-2 1,-2 0,-2-1,7 50,1-2,-1 1,0-1,0 0,0 0,0 0,-1 1,0-1,0 1,-1-1,1 1,-1 0,0 0,0 0,0 0,-1 0,3 3,-1 1,0 0,1 0,-1 0,0 0,1 0,-1 1,1-1,-1 0,0 1,1-1,-1 1,1 0,0-1,-1 1,1 0,-1 0,1 0,0 0,0 0,-1 0,1 0,0 1,0-1,0 0,0 1,1-1,-1 0,0 1,0-1,1 1,-1-1,1 1,0 0,-1 0,-14 36,2 2,1 0,2 1,2 0,1 0,2 1,2 19,-5 38,4 0,4 10,2-75,1 0,2 0,1 0,1-1,2 0,1 0,15 30,-18-49,1 0,0 0,1 0,1-2,0 1,0-1,2 0,7 6,-14-14,0 1,1-1,-1 0,1-1,0 1,0-1,0 0,0-1,1 0,-1 1,1-2,0 1,-1-1,1 0,0-1,0 1,0-1,-1-1,1 1,0-1,2-1,3-4,0-1,-1 0,0-1,0 0,0-1,-1 0,-1 0,0-1,0 0,0-1,-2 0,1-1,-1 1,-1-1,0 0,-1-1,0 0,2-10,2-2,0 0,-2-1,-1 1,-1-1,-1 0,-1-1,-1-6,-8 6,5 27,1-1,-1 1,1 0,-1 0,1 0,-1-1,1 1,-1 0,1 0,-1 0,1 0,-1 0,1 0,-1 0,1 0,-1 0,1 0,-1 0,1 0,-1 0,1 0,-1 1,1-1,-1 0,1 0,-1 1,1-1,0 0,-1 0,1 1,-1-1,1 1,0-1,-1 0,1 1,0-1,-1 1,1-1,0 1,0-1,0 0,-1 1,1-1,0 1,0-1,0 1,0 0,0-1,0 1,-9 19,0 1,2 0,1 1,0-1,2 1,0 0,2 0,0 1,2 7,-2-18,1 1,0-1,1 1,0-1,1 1,1-1,0 1,0-1,1 0,1 0,0 0,1 0,0-1,1 1,0-1,0-1,1 1,1-1,0-1,0 1,1-1,0-1,7 5,22 9</inkml:trace>
  <inkml:trace contextRef="#ctx0" brushRef="#br0" timeOffset="-3997.632">294 668,'-7'-4,"0"0,-1 0,1 1,-1-1,0 2,0-1,0 1,-1 0,1 1,0 0,-1 0,1 1,-1 0,1 0,0 1,-1 0,1 1,0 0,0 0,0 1,0 0,0 0,0 1,1 0,0 0,0 0,0 1,0 1,-2 2,2-1,2 0,-1 1,1 0,0 0,0 0,1 1,1 0,-1 0,1 0,1 0,0 0,0 0,0 1,1-1,1 0,0 1,0-1,1 1,0-1,0 1,1-1,1 0,-1 0,1 0,1 1,-1-7,-1 0,0 1,1-1,-1 0,1 0,0-1,0 1,0-1,0 1,1-1,-1 0,1 0,-1-1,1 1,0-1,0 1,-1-1,1 0,0-1,0 1,0-1,0 0,0 0,0 0,0 0,0-1,0 1,0-1,0 0,-1 0,5-2,3-1,1-1,-1 0,-1-1,1 0,-1-1,0 0,0 0,-1-1,8-8,-7 5,0 1,-1-2,-1 1,0-2,0 1,-1-1,-1 0,0 0,0-1,-2 1,0-1,0 0,-1-2,-7-22,-9 51,10-3,1-1,1 0,-1 1,1-1,1 1,0-1,0 1,1-1,0 1,1-1,0 0,0 1,1-1,0 0,1-1,0 1,0 0,1-1,0 0,0 0,1-1,0 1,0-1,1 0,0-1,0 0,5 3,26 12,-1-6</inkml:trace>
  <inkml:trace contextRef="#ctx0" brushRef="#br0" timeOffset="-3017.092">963 708,'-10'-3,"-1"0,0 0,0 1,1 1,-1 0,-1 0,1 1,0 1,0 0,0 0,1 1,-1 0,0 1,1 1,-1-1,1 2,0-1,0 1,1 1,-1 0,1 0,0 1,1 0,0 0,0 1,0 0,-3 6,6-7,1 1,0-1,0 1,0 0,1 0,1 0,-1 0,1 1,0-1,1 0,0 6,0-11,1 0,0 0,1 0,-1 0,0 0,1 0,0 0,-1 0,1 0,0 0,1 0,-1-1,0 1,1 0,0-1,-1 1,1-1,0 1,1-1,-1 0,0 0,0 0,1 0,-1 0,1-1,0 1,-1-1,1 0,0 1,0-1,0-1,0 1,0 0,5 0,-1 0,0-1,1 0,-1 0,0 0,0-1,1 0,-1-1,0 1,0-2,0 1,0-1,-1 0,1 0,-1 0,2-2,94-73,-81 59,-2-2,0 0,-1-1,-1 0,-2-2,0 0,-1-1,-2 0,0-1,-2 0,0-1,-2 0,-2 0,3-16,-2-10,-3-1,-2 0,-2 0,-2 0,-3 1,-2-1,-5-13,3 34,4 20,0 23,2 168,8 365,-6-522,1-1,2 1,0 0,1-1,1 0,1 1,1-2,0 1,2-1,0 0,1 0,3 3,-10-19,0 0,1 0,-1 0,1-1,-1 1,1-1,0 0,0 0,0 0,0 0,0 0,0 0,1-1,-1 0,0 0,1 0,-1 0,1 0,-1-1,1 1,0-1,-1 0,1 0,-1 0,1-1,0 1,-1-1,1 0,-1 0,1 0,-1-1,0 1,0-1,1 1,-1-1,0 0,0 0,-1-1,1 1,0-1,-1 1,0-1,1 0,-1 0,7-13,-1-1,-1 0,0 0,-1-1,-1 0,-1 0,0 0,-2 0,0-1,-1 1,0-1,-2 1,-1-12,-6-68,9 96,0 0,0 0,0 0,0 1,1-1,-1 0,1 1,-1-1,1 1,-1-1,1 1,0 0,-1-1,1 1,0 0,0 0,0 0,0 1,0-1,0 0,0 1,0 0,0-1,1 1,-1 0,0 0,0 0,0 0,0 0,0 1,0-1,1 1,-1-1,0 1,0 0,0 0,-1-1,1 1,0 1,1 0,8 0,8 2,100 30,-114-32,1 1,-1 0,0 0,0 0,0 1,0 0,-1-1,1 2,-1-1,0 0,0 1,-1 0,1 0,-1 0,0 0,-1 1,1-1,-1 1,0 0,14 104,-16-96,1 0,0 0,1 0,0-1,1 1,1-1,0 1,0-1,2 0,0-1,0 1,8 10,-10-19,0 0,1 0,-1-1,1 0,-1 0,1 0,0 0,0-1,1 0,-1 0,0 0,1-1,-1 1,1-1,-1-1,1 1,0-1,-1 0,1 0,-1-1,1 1,0-1,-1-1,0 1,1-1,-1 0,0 0,0 0,0-1,0 0,0 0,0 0,-1 0,0-1,1 0,-1 0,-1 0,4-4,6-6,-1-1,-1 0,0 0,-1-1,-1 0,0-1,-1 0,-1 0,-1-1,0 1,-1-2,-1 1,-1 0,1-15,-3 29,-1 0,1 0,0 0,-1 0,0 0,0 0,0 0,0 0,-1 0,1 0,-1 0,0 1,0-1,-1 0,1 0,-1 1,1-1,-1 1,-1-1,1 1,0 0,-1 0,1 0,-1 0,0 0,0 1,-2-2,3 4,-1 0,1 0,0 0,0 0,0 0,-1 1,1-1,0 1,0-1,0 1,0 0,0 0,0 0,0 0,0 0,0 0,1 1,-1-1,0 1,1-1,-1 1,1 0,-1-1,1 1,0 0,0 0,0 0,-27 58,25-50,-1 0,1 0,1 0,0 0,1 1,0-1,0 1,1-1,0 1,1-1,0 1,1-1,0 0,1 1,0-1,0 0,1-1,1 1,-1-1,2 1,-1-2,1 1,0 0,1-1,0 0,0-1,1 0,2 1,4 0,1-1,0 0,1-2,0 1,0-2,0 0,0-1,1-1,-1 0,1-2,-1 0,1 0,-1-1,7-2,41-5</inkml:trace>
  <inkml:trace contextRef="#ctx0" brushRef="#br0" timeOffset="-1206.461">2541 561,'-8'-2,"1"0,-1 1,1-1,-1 1,1 1,-1-1,0 2,1-1,-1 1,0 0,1 0,-1 1,1 0,0 0,-1 1,1 0,0 0,0 1,1 0,-1 0,0 1,-3 2,1 0,-1 0,1 1,1 0,-1 1,2 0,-1 0,1 1,-2 3,7-9,0-1,0 1,0-1,0 1,1 0,-1 0,1 0,0 0,0 0,1 0,-1 0,1 0,0 0,0 0,0 0,0 0,1 1,0-1,0 0,0-1,0 1,1 0,-1 0,1 0,0-1,0 1,1-1,1 3,7 5,1-1,0 0,1 0,0-1,1-1,0 0,0-1,15 5,4 4,-13-6,-1-2,-1 1,0 1,0 0,-1 2,-1 0,7 7,-21-18,0 0,-1 1,1-1,-1 1,0-1,1 1,-1-1,0 1,0 0,0 0,0 0,-1-1,1 1,0 0,-1 0,1 0,-1 0,0 0,0 0,1 0,-1 0,0 0,-1 0,1 0,0 0,-1 0,1 0,-1 0,1 0,-1 0,0 0,0 0,0-1,0 1,0 0,-1-1,1 1,0 0,-1-1,1 0,-1 1,1-1,-1 0,-1 1,-7 4,0-1,0-1,-1 1,1-2,-1 1,0-2,0 1,0-1,0-1,0 0,-1-1,1 0,0 0,0-1,0-1,0 0,0-1,0 0,-7-3,16 6,1 0,-1-1,0 1,0-1,1 0,-1 1,1-1,-1 0,1 0,-1 0,1 0,-1 0,1-1,0 1,0 0,-1-1,1 1,0-1,0 1,0-1,1 1,-1-1,0 0,1 1,-1-1,1 0,-1 1,1-1,0 0,0 0,0 0,0 1,0-1,0 0,0 0,0 1,1-1,-1 0,1 0,0 1,-1-1,1 0,0 1,0-1,0 1,0-1,0 1,0 0,0-1,1 1,-1 0,0 0,2-1,13-8,0 1,1 0,0 1,1 2,0-1,0 2,0 0,13-1,-12 2,80-17,-54 13,-1-1,0-3,0-1,-1-3,36-18,-77 34,0-1,0 1,0-1,0 1,-1-1,1 0,0 1,-1-1,1 0,0 0,-1 0,1 0,-1-1,1 1,-1 0,0-1,0 1,1-1,-1 1,0-1,0 1,0-1,-1 0,1 0,0 1,-1-1,1 0,-1 0,1 0,-1 0,0 1,0-1,0 0,0 0,0 0,0 0,-1 0,1 0,-1 1,1-1,-2-2,-3 1,0 0,0 0,-1 0,1 1,-1 0,0 0,0 0,1 1,-1 0,0 0,-1 0,1 1,0 0,0 0,0 0,0 1,0 0,0 0,0 1,0 0,1 0,-6 2,6-1,0 0,0 0,0 1,0 0,1 0,0 0,-1 0,1 1,1-1,-1 1,1 0,0 1,0-1,0 0,1 1,0-1,0 1,0 0,1 0,-1 0,1 0,1 0,-1 0,1 0,1 0,-1 0,1 0,0 0,0-1,0 1,1 0,0 0,0-1,0 1,1-1,0 1,0-1,1 0,-1 0,1-1,0 1,0-1,3 3,8 2,0 0,1 0,0-1,0-1,1-1,0 0,0-2,0 1,1-2,0-1,-1 0,1-1,0-1,0 0,-1-1,6-2,58-9,1-3,-2-4,-1-3,25-13,-88 30,64-26,-67 12,-38 8,3 7,-1 2,1 0,-1 1,0 2,1 0,-1 1,1 2,-1 0,1 1,0 2,-9 3,24-6,-1 0,1 0,-1 0,1 1,1 0,-1 1,1-1,0 1,0 0,1 1,-1 0,-1 3,5-7,0 0,1 0,-1 0,1 0,-1 0,1 0,0 0,1 1,-1-1,0 0,1 0,0 1,0-1,0 0,0 1,0-1,1 0,-1 1,1-1,0 0,0 0,0 0,0 0,1 0,-1 0,1 0,0 0,0 0,0-1,0 1,0-1,2 2,1 0,-1-1,1 1,0-1,0 0,0 0,0-1,0 1,1-1,-1 0,1-1,-1 1,1-1,-1 0,1-1,0 1,0-1,0 0,-1-1,1 1,0-1,-1 0,1-1,0 1,4-3,4-2,0 1,0-2,-1 0,0-1,0 0,-1-1,0 0,-1-1,0-1,59-79,-65 116,-6-16,0 0,1 0,1 0,0 0,0-1,1 1,0 0,0-1,1 1,1-1,-1 0,1 0,1 0,0 0,0-1,1 0,0 0,0-1,7 7,-11-13,-1 0,1 0,-1 0,1-1,0 1,0-1,-1 1,1-1,0 0,-1 0,1 0,0 0,0 0,0 0,-1 0,1 0,0-1,-1 1,1 0,0-1,-1 0,1 1,0-1,-1 0,1 0,-1 0,1 0,-1 0,0 0,1-1,-1 1,0 0,0-1,1 0,33-56,-32 52,21-52,-20 45,1 0,0 1,1-1,0 1,1 0,0 1,1 0,0 0,1 0,0 1,5-4,-10 11,-1 1,1 0,-1 0,1 0,0 0,0 0,0 1,0 0,0 0,0 0,0 0,0 1,1-1,-1 1,0 0,0 0,0 1,1-1,-1 1,0 0,0 0,0 0,0 1,0-1,0 1,-1 0,1 0,0 1,6 4,0 1,0 0,-1 1,0-1,-1 2,0-1,0 1,-1 1,0 0,14 31,-1 1,-3 1,-1 0,-3 1,-1 0,-2 1,-3 0,2 36,8 115,-8 33,4 47,-10-237,1-27,-1-19,2-26,-1-10,-3 0,-1-1,-3 1,-1 0,-1 1,-3-1,-2 1,-1 0,-2 1,-2 0,5 16,0 1,-1 1,-1 0,-2 0,0 1,-1 1,-1 1,-1 0,0 1,-2 0,0 2,0 0,-2 2,0 0,-1 1,0 1,-9-3,-52-7,83 23,0-1,0 0,0 0,0 1,0-1,0 0,0 1,0-1,0 0,0 1,0-1,0 0,0 1,0-1,0 0,0 0,0 1,0-1,-1 0,1 1,0-1,0 0,0 0,-1 0,1 1,0-1,0 0,-1 0,1 0,0 1,0-1,-1 0,1 0,0 0,0 0,-1 0,1 0,-1 1,28 6,-1 0,1-2,0 0,0-2,1-1,-1-1,2-2,13 1,0-3,0-1,0-2,0-2,-1-1,0-2,-1-3,31-14,-50 27,-31 23,7-15,1-6,1 0,0 1,0 0,0-1,0 1,0 0,0-1,1 1,-1 0,0 0,1-1,-1 1,1 0,0 0,0 0,0 0,0 0,0 0,0 0,0 0,1-1,-1 1,0 0,1 0,0 0,-1-1,1 1,0 0,0 0,0-1,0 1,0-1,1 1,-1-1,0 0,1 1,-1-1,1 0,-1 0,1 0,0 0,5 1,0 0,1-1,-1 0,0-1,1 1,-1-1,1-1,-1 1,1-1,-1-1,0 1,0-1,1-1,-1 1,-1-1,1 0,0-1,-1 1,1-2,-1 1,0 0,-1-1,1 0,-1-1,0 1,0-1,-1 0,1 0,-1 0,-1-1,1 1,-1-1,0 0,-1 0,0 0,0-1,0 1,-1 0,0-1,0-5,-1 9,0 0,-1 1,1-1,-1 0,0 0,0 0,0 1,-1-1,1 0,-1 1,0-1,0 1,0 0,0 0,0 0,-1 0,0 0,1 0,-1 0,0 1,0 0,-1-1,1 1,0 0,-1 1,1-1,-1 1,0-1,1 1,-2 0,-2-1,-1 0,1 1,-1 0,0 0,0 1,1 0,-1 1,0-1,1 1,-1 1,0-1,1 1,0 1,-8 2,7-1,1 1,-1 0,1 0,0 0,0 1,1 0,-1 1,1-1,1 1,-1 0,1 1,1-1,-1 1,1 0,1 0,-1 0,1 1,1-1,-1 1,2-1,-1 1,1 0,0 0,1 0,0 0,1 0,-1 0,2 1,0-5,-1-1,1 1,1-1,-1 0,1 0,-1 0,1 0,0 0,1 0,-1-1,0 1,1-1,0 0,0-1,0 1,0 0,0-1,1 0,-1 0,1 0,-1-1,1 0,0 0,0 0,-1 0,1 0,0-1,0 0,0 0,0-1,0 1,-1-1,1 0,0 0,-1-1,1 1,-1-1,1 0,0-1,36-15</inkml:trace>
  <inkml:trace contextRef="#ctx0" brushRef="#br0" timeOffset="-927.686">4706 588,'-16'-7,"-12"-2,-8 0,-5 2,1 7,3 5,7 7,9 5,7 5,6 6,9 2,5-4</inkml:trace>
  <inkml:trace contextRef="#ctx0" brushRef="#br0" timeOffset="-926.686">4720 1109,'6'18,"8"16,5 5,7 4,7-3,10-9,9-9,9-14,11-14,8-15,-9-5</inkml:trace>
  <inkml:trace contextRef="#ctx0" brushRef="#br1" timeOffset="28453.604">856 2687,'-12'-13,"-1"1,0 1,-1 0,0 1,-1 1,0 0,-8-3,18 10,1 0,-1 0,0 0,0 1,0 0,0 0,0 0,0 1,0 0,0 0,0 0,0 0,0 1,0 0,1 0,-1 0,0 1,0-1,1 1,-1 0,0 1,1-1,0 1,0 0,0 0,0 0,0 1,0 0,-5 7,0 2,0-1,2 2,-1-1,2 1,0 0,0 0,1 0,1 1,1 0,0 0,0 0,2 0,0 0,1 0,0 0,1 0,2 6,-3-18,0 1,0-1,1 0,-1 0,1 1,0-1,0 0,0 0,1 0,-1 0,1 0,-1 0,1 0,0-1,0 1,0-1,1 1,-1-1,1 0,-1 0,1 0,-1 0,1 0,0-1,0 1,0-1,0 0,0 1,1-2,-1 1,0 0,0-1,1 1,-1-1,0 0,0 0,1 0,1-1,7-4,-1 0,0-1,-1 0,0-1,0 0,0-1,-1 0,0 0,0-1,-1 0,0-1,-1 1,0-2,0 1,0-2,5-5,-1-1,0 0,-2-1,0 1,0-2,-2 1,-1-1,0 0,-2-1,3-17,-8 52,2 1,0 0,1-1,0 1,2-1,-1 1,2-1,0-1,0 1,1-1,1 1,0-2,1 1,0-1,1 0,1-1,0 0,0-1,1 0,0 0,1-1,0 0,0-1,1-1,1 1,105 18,-65-23</inkml:trace>
  <inkml:trace contextRef="#ctx0" brushRef="#br1" timeOffset="29467.414">1578 2727,'0'-4,"1"0,-1-1,0 1,0 0,0 0,-1-1,0 1,0 0,0 0,0 0,0 0,-1 0,0 0,0 0,0 1,0-1,0 1,-1-1,0 1,1 0,-1 0,-1 0,1 0,0 1,-1-1,1 1,-1 0,1 0,-1 0,0 0,0 1,0-1,0 1,-3 0,1 1,0 0,1 0,-1 0,0 1,0 0,1 0,-1 0,1 1,-1 0,1 0,-1 1,1-1,0 1,0 0,0 1,1-1,-1 1,1 0,0 0,0 0,0 0,0 1,1 0,-2 2,-1 2,1 0,0 1,0-1,1 1,0 0,0 0,1 0,1 1,0-1,0 1,1-1,0 1,1 0,0-5,1-1,-1 1,1-1,1 1,-1-1,1 0,0 1,0-1,0 0,1 0,-1-1,1 1,1 0,-1-1,0 0,1 0,0 0,0 0,0 0,1-1,-1 0,1 0,0 0,0-1,0 1,0-1,4 1,0 0,0-1,0 0,0 0,-1-1,1-1,0 1,0-1,0-1,0 0,0 0,0-1,0 0,0 0,-1-1,1 0,7-4,-5 0,0 0,0-1,-1 0,0-1,0 0,-1 0,0-1,-1-1,0 1,0-1,-1 0,-1-1,0 0,0 0,-1 0,-1-1,0 1,-1-1,0-4,4-22,-1 0,-3-1,-1 0,-2 1,-4-36,-16-109,-23-82,39 250,2 21,2 29,20 142,24 89,-43-258,8 51,2-1,2 0,3-1,3 0,2-2,11 18,-30-65,1-2,1 1,-1 0,1-1,0 1,0-1,0 0,1 0,-1-1,1 1,1-1,-1 0,0-1,1 1,0-1,0 0,0 0,0-1,7 2,-10-5,0 0,0-1,0 1,0-1,0 0,-1 1,1-1,0-1,-1 1,1 0,-1 0,0-1,0 0,0 1,0-1,0 0,-1 0,1 0,-1 0,0 0,0 0,0 0,0-1,0 1,-1 0,1-1,-1 1,0 0,0-4,6-44,-2 0,-2-1,-4-33,0-34,2 117,0 0,-1 0,1 0,0 0,0 0,0-1,1 1,-1 0,0 0,1 0,-1 0,1 0,0 0,0 0,0 0,0 0,0 1,0-1,0 0,0 0,1 1,-1-1,1 1,-1-1,1 1,0 0,0 0,-1-1,1 1,0 1,0-1,0 0,0 0,0 1,0-1,0 1,0-1,2 1,15-2,-1 1,0 1,1 1,-1 1,0 0,0 1,0 1,0 1,10 4,-21-5,-1 0,1 0,0 1,-1 0,0 0,0 0,-1 1,0 0,0 0,0 1,0-1,-1 1,0 0,-1 0,0 0,0 1,0-1,-1 1,0 0,0-1,0 7,-2-14,3 19,0 0,2-1,0 1,1-1,1 0,1-1,1 1,0-1,1-1,0 0,2-1,0 0,0 0,2-1,5 4,-15-16,0 1,1-1,-1 0,1 0,0-1,-1 1,1-1,0 0,0 0,0-1,0 1,0-1,0 0,0-1,0 1,0-1,0 0,-1 0,1 0,0-1,0 0,-1 0,1 0,-1 0,0-1,0 1,0-1,0 0,0-1,1 0,9-9,-2 0,1-1,-1 0,-1-1,-1 0,0-1,5-11,-6 11,-1-1,-1 0,0 0,-1 0,-1-1,-1 0,0 0,-1 0,-1 0,-1-1,-1 1,0 0,-1-1,-2-1,4 18,-1 0,0 1,0-1,0 0,-1 1,1-1,0 0,0 1,-1-1,1 1,-1-1,0 1,1-1,-1 1,0-1,0 1,0 0,0-1,0 1,0 0,0 0,-1 0,1 0,0 0,-1 0,1 0,0 0,-1 0,1 1,-1-1,0 1,1-1,-1 1,1-1,-1 1,0 0,1 0,-1 0,0 0,1 0,-1 0,1 0,-1 1,0-1,1 1,-1-1,1 1,-1-1,1 1,-1 0,1 0,-1 0,0 0,-6 10,0 0,0 0,1 0,1 1,0 0,0 0,1 0,1 1,0 0,1 0,0 0,1 0,0 6,0-8,-1-1,2 1,0 0,0 0,1-1,0 1,1 0,0 0,0 0,2-1,-1 1,1-1,1 0,0 0,0 0,1 0,0 0,0-1,1 0,1 0,0-1,0 0,0 0,5 3,3-3,1-1,-1-1,2 0,-1-1,1 0,0-1,0-2,0 1,0-2,0 0,1-1,-1-1,0 0,0-2,0 0,0-1,2-1,39-11</inkml:trace>
  <inkml:trace contextRef="#ctx0" brushRef="#br1" timeOffset="29855.584">3236 2366,'-8'1,"-1"0,1 0,-1 0,1 1,0 1,0-1,0 1,0 0,1 1,-1 0,1 0,0 1,0 0,0 0,1 1,0 0,0 0,0 0,1 1,0-1,0 1,1 0,-1 1,2-1,-1 1,1 0,0 0,1 0,-1 1,3-5,-1 0,1 0,-1-1,1 1,0 0,1 0,-1 0,1-1,0 1,-1 0,2 0,-1-1,0 1,1-1,-1 1,1-1,0 0,0 1,1-1,-1 0,1 0,-1-1,1 1,74 54,-69-52,31 18,-21-14,0 1,-1 0,-1 2,0 0,-1 0,0 1,0 1,-2 1,0 0,6 9,-17-21,0 0,0 1,0-1,-1 1,1-1,-1 1,0-1,0 1,0 0,-1-1,1 1,-1 0,0 0,0 0,0-1,0 1,-1 0,0 0,0-1,0 1,0 0,0-1,-1 1,1-1,-1 0,0 1,0-1,0 0,-1 0,1 0,-1 0,1-1,-1 1,0-1,0 0,0 1,-2-1,-7 5,-1-1,-1 0,1-1,-1-1,0 0,0-1,0 0,0-1,0-1,-1 0,1-1,-1-1,1 0,-5-2,18 4,0-1,0 0,1 0,-1 0,0 0,0 0,0 0,0 0,0 0,0 0,1 0,-1 0,0-1,0 1,0 0,0-1,1 1,-1 0,0-1,0 1,1-1,-1 1,0-1,1 0,-1 1,0-1,1 0,-1 1,1-1,-1 0,1 0,0 1,-1-1,1 0,0 0,-1 0,1 0,0 1,0-1,0 0,0 0,0 0,0 0,0 0,0 0,0 1,0-1,0 0,1 0,-1 0,0 0,1 0,-1 0,48-38,-15 19</inkml:trace>
  <inkml:trace contextRef="#ctx0" brushRef="#br1" timeOffset="30716.441">3663 2714,'-17'-13,"-1"1,-1 0,0 1,0 2,-1 0,-1 1,1 1,-1 0,19 7,1 0,-1-1,1 1,-1 0,1 0,-1 0,1 0,-1 1,1-1,-1 0,1 1,-1-1,1 1,-1-1,1 1,0 0,-1-1,1 1,0 0,0 0,0 0,-1 0,1 0,0 0,0 0,0 0,1 1,-1-1,0 0,0 1,1-1,-1 0,1 1,-1-1,1 1,-1-1,1 1,0-1,0 1,0-1,-3 68,4-63,-2 4,1 1,0 0,1 0,1 0,-1 0,2-1,-1 1,2-1,-1 0,1 1,1-2,0 1,0 0,1-1,0 0,0 0,1-1,1 0,-1 0,1-1,0 0,7 4,-11-9,-1-1,1 0,0 0,0 0,0 0,0 0,0-1,-1 0,1 0,0 0,0 0,0-1,0 1,0-1,0 0,0 0,0-1,-1 1,1-1,-1 0,1 0,-1 0,0 0,1-1,-1 1,0-1,0 0,4-4,0-1,0 0,-1 0,0 0,0-1,-1 0,0 0,-1 0,0-1,0-1,2-9,-1-1,-1 1,-1-1,0-1,-2 1,0-5,-2 85,2-48,1 1,1-1,-1 1,2-1,0 0,0 0,1-1,0 1,1-1,0 0,1 0,2 2,-5-8,-1 1,1-1,1 0,-1-1,0 1,1-1,0 1,0-1,0-1,0 1,0-1,1 0,-1 0,1-1,-1 1,1-1,-1 0,1-1,0 1,0-1,-1 0,1-1,0 0,-1 1,1-2,1 1,-1-1,1-1,0 0,0 0,-1 0,0-1,0 0,0 0,0 0,0-1,-1 0,0 0,0 0,0-1,-1 1,0-1,0 0,0-1,-1 1,0-1,0 1,0-1,0-6,4-12,-1-1,-2 0,0-1,-2 1,-1-17,-1 34,0 6,-1 1,1-1,-1 0,1 0,0 1,0-1,0 0,0 0,1 1,-1-1,1 0,-1 1,1-1,0 1,0-1,0 0,1 1,-1 0,0-1,1 1,0 0,0 0,-1 0,1 0,0 0,0 0,1 1,-1-1,0 0,1 1,-1 0,1-1,118 6,-111-5,-1 1,1 0,0 0,-1 1,1 0,0 1,-1 0,1 1,-1 0,0 0,0 1,0 0,-1 0,1 1,-1 1,0-1,0 1,-1 0,0 1,0 0,0 0,-1 1,0-1,-1 1,3 4,22 105,-12-29,-16-82,1-1,0 0,0 0,0 0,0-1,1 1,-1-1,1 0,0 0,1 0,-1 0,1-1,-1 0,1 0,0 0,0 0,1-1,-1 0,0 0,1 0,-1-1,1 0,0 0,-1 0,1-1,0 0,-1 0,1 0,0-1,-1 1,1-2,0 1,-1 0,1-1,-1 0,2-1,20-7,-1-1,-1-1,1-1,-2-2,0 0,-1-1,0-2,-1 0,-2-1,0-2,0 0,11-17,-25 31,0 0,-1 0,0 0,0-1,-1 0,0 0,0 0,-1 0,0-1,0 0,-1 1,0-1,0 0,-1 0,0 0,-1 0,0 0,-1 0,0-7,-2 13,1-1,-1 1,1 0,-1 0,0 0,0 0,0 0,-1 1,1-1,-1 1,1 0,-1 0,0 0,0 0,0 1,0 0,0 0,0 0,0 0,0 0,-1 1,1 0,0 0,0 0,0 0,-1 1,1 0,0 0,0 0,0 0,0 0,0 1,0 0,1 0,-1 0,1 0,-1 0,1 1,-1 0,1 0,0 0,-5 5,1 0,0 1,0 0,1 0,0 0,1 0,0 1,0 0,1 0,0 1,1-1,0 1,1 0,0-1,1 1,0 0,1 0,0 0,0 0,1 0,1 0,0 0,0-1,1 1,1-1,-1 1,2-1,-1 0,2-1,2 5,3-1,1-1,0 0,1 0,0-1,1-1,0 0,1-1,-1-1,2 0,-1-1,1-1,1 0,-1-1,1-1,-1 0,1-2,0 0,0 0,1-2,-1 0,17-3,52 0</inkml:trace>
  <inkml:trace contextRef="#ctx0" brushRef="#br1" timeOffset="32639.805">1792 3729,'32'32,"-31"-32,-1-1,1 1,-1-1,1 1,-1-1,1 0,-1 1,1-1,-1 1,1-1,-1 0,0 1,1-1,-1 0,0 0,0 1,1-1,-1 0,0 0,0 1,0-1,0 0,0 0,0 1,0-1,0 0,-1 0,1 1,0-1,0 0,-1 0,1 1,0-1,-1 0,1 1,-1-1,1 0,0 1,-1-1,0 1,1-1,-1 0,-2-5,-1 0,0 0,0 0,0 1,-1-1,0 1,0 0,0 0,-1 1,1 0,-1 0,0 0,0 0,0 1,-1 0,1 1,-1-1,0 1,0 0,0 1,0 0,0 0,0 0,0 1,0 0,0 0,0 1,0 0,0 0,0 1,0 0,1 0,-1 1,0-1,1 1,0 1,-2 0,-1 7,0 0,1 0,0 0,1 1,1 0,0 0,0 1,1 0,1 0,0 0,1 1,0-1,1 1,1-1,0 1,1 0,0 0,1-1,1 1,2 9,-3-15,2 0,-1 0,1 0,0-1,0 1,1-1,0 0,1 0,-1 0,1 0,1-1,-1 0,1 0,0-1,0 1,1-1,0 0,0-1,0 0,0 0,1 0,-1-1,1 0,0-1,0 0,0 0,0 0,0-1,0-1,1 1,2-1,22-4,-1-1,0-1,0-2,-1-1,0-1,0-2,-1-1,-1-2,0 0,-1-2,-1-2,16-13,35-20,-77 51,0 1,1-1,-1 1,0 0,1 0,-1-1,0 1,0 0,1 0,-1 0,0 0,1 0,-1 1,0-1,1 0,-1 1,0-1,0 0,1 1,-1 0,0-1,0 1,0 0,0-1,0 1,0 0,0 0,0 0,0 0,0 0,0 0,-1 0,1 0,0 1,-1-1,1 0,-1 0,1 0,-1 1,0-1,1 0,-1 1,0-1,0 0,0 1,0-1,0 0,0 1,0-1,-1 0,1 1,4 13,-2-6,1 0,1 0,0-1,0 0,0 0,1 0,0 0,1-1,0 1,0-1,0-1,1 1,0-1,0 0,1-1,-1 0,1 0,0-1,1 0,-1 0,1-1,0 0,0 0,0-1,0 0,0-1,0 0,0 0,7-1,-12-1,0 0,-1 0,1-1,0 0,-1 1,1-1,-1 0,1-1,-1 1,0 0,0-1,0 0,0 0,-1 0,1 0,-1 0,1 0,-1-1,0 1,-1-1,1 0,-1 1,1-1,-1 0,0 0,0 0,-1 0,1 0,-1 0,0 0,0 0,0 0,-1 0,1 0,-1 0,0 0,0 0,-1 1,1-1,-1 0,1 1,-1-1,0 1,-1-1,-1-2,-5-4,1 0,-1 0,-1 1,0 0,0 1,-1 0,0 1,0 0,-1 1,0 0,0 0,0 2,-1-1,0 2,1-1,-1 2,-1 0,1 0,0 2,0-1,0 1,-1 1,-9 2,19-2,-1 0,0 0,1 0,-1 0,1 1,-1-1,1 1,0 0,0 1,0-1,0 1,0 0,0 0,1 0,-1 1,4-4,-1 1,1 0,0 0,0-1,0 1,-1 0,1 0,0 0,0 0,0-1,0 1,0 0,1 0,-1 0,0-1,0 1,0 0,1 0,-1-1,0 1,1 0,-1 0,1-1,-1 1,1 0,-1-1,1 1,-1-1,1 1,0-1,-1 1,1-1,0 1,-1-1,1 1,0-1,0 0,-1 0,1 1,0-1,0 0,0 0,-1 0,1 0,0 0,0 0,0 0,0 0,-1 0,1 0,0 0,0-1,0 1,-1 0,1-1,0 1,26-3,-1-1,0-2,0 0,0-2,-1-1,0 0,-1-2,6-5,44-18,-2-3,-2-3,-2-3,-1-4,-3-2,17-19,-67 55,0-1,-1-1,-1 0,0-1,-1 0,0-1,-2 0,4-9,-10 20,-1-1,1 1,-1-1,-1 1,1-1,-1 1,0-1,-1 0,1 0,-1 1,-1-1,1 0,-1 1,0-1,-1 0,0 1,0-1,0 1,-1 0,0 0,0 0,0 0,-1 0,0 1,-4-6,4 7,0 1,0-1,0 0,0 1,-1 0,1 0,-1 0,0 1,0-1,0 1,0 0,0 1,-1-1,1 1,0 0,-1 1,1-1,-1 1,1 0,-1 0,1 1,-1-1,1 1,0 0,-1 1,1 0,0-1,0 2,0-1,0 0,0 1,1 0,-1 0,1 1,0-1,0 1,0 0,0 0,1 0,-1 0,1 1,0 0,-9 17,1 0,1 2,1-1,1 1,1 1,1-1,2 1,0 0,1 0,2 0,0 1,2-1,4 24,-3-10,2-1,2 1,2-1,1 0,4 6,-8-28,1 0,1 0,0-1,1 0,1 0,0-1,1 0,1-1,0 0,0-1,1 0,1 0,1-1,-7-6,1 0,-1 0,1-1,0 0,0 0,0-1,1 0,-1-1,1 0,0 0,0-1,-1 0,1 0,0-1,0 0,0-1,0 0,0 0,-1-1,1 0,0-1,-1 0,0 0,0-1,0 0,0 0,0-1,-1 1,0-2,0 1,0-1,-1 0,0-1,2-1,35-57,-42 65,0 1,0-1,0 0,0 0,0 1,0-1,0 0,0 1,0-1,0 1,-1 0,1-1,0 1,0 0,0-1,-1 1,1 0,0 0,-1 0,1-1,-1 1,1 0,-1 0,1 0,-1 0,1 0,-1 0,0 0,0 0,0 0,1 0,-1 0,0 0,0 0,-1 0,1 1,0-1,0 0,0 0,-1 0,7 15,-4-8,1-1,1 0,-1 0,1 0,0 0,1-1,-1 0,1 0,1 0,-1 0,1-1,0 0,0 0,1 0,-1-1,1 0,0 0,0-1,0 0,1 0,-1-1,1 0,0 0,-1 0,1-1,0-1,0 1,2-1,1-2,0 0,0-1,-1 0,1-1,-1 0,0-1,0 0,0 0,-1-1,0-1,0 1,0-1,-1-1,0 0,-1 0,0 0,0-1,0 0,-1 0,-1-1,-3 6,0 0,-1 0,0 0,0 0,0-1,0 1,0 0,-1 0,0 0,0-1,0 1,-1 0,1 0,-1-1,0 1,0 0,-1 0,1 0,-1 0,0 0,0 1,0-1,0 0,-1 1,1 0,-1-1,0 1,0 0,0 0,-1 1,1-1,-7-5,0 1,0 1,0 0,-1 0,0 1,0 0,0 1,-1 0,0 1,-6-1,10 2,1 1,-1 0,1 0,-1 1,0 0,1 1,-1-1,0 1,1 1,-1-1,1 1,0 1,0 0,-1-1,2 2,-1-1,0 1,1 0,-1 1,1 0,1 0,-1 0,1 0,0 1,0 0,0 0,1 0,0 1,0-1,0 1,1 0,0 2,2-6,0 0,1 0,0 0,-1 0,1 0,0 0,1 1,-1-1,0 0,1 0,0 0,0 0,0 0,0 0,0 0,1-1,-1 1,1 0,0 0,17 21</inkml:trace>
  <inkml:trace contextRef="#ctx0" brushRef="#br1" timeOffset="33935.251">4278 3783,'-22'-12,"0"1,-1 2,0 0,0 1,-1 1,0 1,0 2,-14-2,28 5,1 1,-1-1,0 1,1 1,-1 0,1 0,0 1,-1 0,1 1,0 0,0 0,0 1,1 0,-1 1,1 0,0 0,0 0,1 1,0 1,0-1,0 1,1 0,-2 2,4-3,-1-1,1 1,1 0,-1 0,1 1,0-1,1 0,-1 1,1 0,0-1,1 1,0 0,0 0,1 0,-1 0,1 0,1 0,-1 0,1 0,1 0,-1 0,1 0,0-1,1 1,0-1,0 1,0-1,0 0,1 0,0-1,1 1,-1-1,1 0,0 0,0 0,1 0,2-1,-1 0,1 0,0-1,0 0,1 0,-1-1,0 0,1-1,-1 1,1-2,0 1,-1-1,1 0,0-1,-1 0,1-1,-1 0,1 0,-1 0,0-1,0-1,0 1,0-1,-1-1,0 1,1-1,-2 0,1-1,-1 0,1 0,-1 0,-1-1,0 0,0 0,0 0,-1 0,0-1,0 0,-1 0,0 0,2-6,-3 6,0-1,0 1,0-1,-1 1,-1-1,1 0,-2 1,1-1,-1 1,0-1,-1 0,0 1,0 0,-3-7,4 15,0 0,1 0,-1 0,0 0,0 0,1 1,-1-1,0 0,0 0,1 1,-1-1,0 1,1-1,-1 0,0 1,1-1,-1 1,1-1,-1 1,0 0,1-1,0 1,-1-1,1 1,-1 0,1 0,0-1,-1 1,1 0,0 0,0-1,0 1,0 0,-1 0,1-1,0 1,0 0,0 0,1 0,-1-1,0 1,0 0,0 0,1-1,-1 1,0 0,-2 14,1 0,1 0,0 0,0 0,2-1,0 1,0 0,1-1,1 1,1-1,0 0,1 0,0-1,1 1,0-1,2 1,-5-11,0 1,-1-1,1 1,0-1,1 0,-1-1,1 1,-1-1,1 0,0 0,-1 0,1-1,0 1,0-1,0 0,1-1,-1 1,0-1,0 0,0-1,0 1,0-1,0 0,0 0,0 0,0-1,0 0,0 0,-1 0,1 0,-1-1,1 0,-1 0,0 0,0 0,1-2,10-11,-1 0,0-1,-1 0,-1-1,0-1,-1 0,-2 0,0-1,-1 0,0-1,-2 0,2-12,-4 19,0 39,-4-3,10 115,-9-131,0-1,0 0,1 1,0-1,0 0,1 0,-1-1,1 1,0 0,1-1,-1 0,1 0,-1 0,1 0,0 0,1-1,-1 0,1 0,-1 0,1 0,0-1,0 0,2 1,-1-2,-1 0,1 0,-1 0,1-1,-1 0,1 0,-1 0,1-1,-1 0,1 0,-1-1,0 1,0-1,1 0,-1 0,0-1,-1 1,1-1,0 0,-1-1,0 1,2-3,2-1,0 0,-1 0,0-1,0-1,-1 1,0-1,-1 0,0 0,0 0,-1-1,2-5,-4 6,0 0,0 0,0 0,-1 0,-1 0,0-1,0 1,-1 0,0 0,0 0,-1 0,0 0,-1 0,-1-5,17 59,9 23,-12-36,1 1,1-1,1-1,2 0,8 11,-21-39,0 1,0 0,0-1,0 0,0 1,1-1,0 0,-1 0,1 0,0 0,0-1,1 1,-1-1,0 0,1 0,0 0,-1-1,1 1,0-1,0 0,0 0,0 0,0 0,0-1,0 1,0-1,0 0,0 0,0-1,0 1,0-1,0 0,0 0,0 0,-1-1,1 1,3-3,4-6,1 0,-2-1,0 0,0-1,-1 0,0-1,-1 0,-1 0,0 0,-1-1,0 0,2-11,-8 23,1-1,0 1,0 0,0 0,0-1,0 1,0 0,0 0,1 0,-1 0,1 0,-1 1,1-1,0 0,0 1,0-1,0 1,0-1,0 1,0 0,0 0,0 0,1 0,-1 1,0-1,1 0,-1 1,1 0,-1 0,0-1,1 1,15-1,0-2,0 0,-1-1,0-1,1-1,-2 0,1-1,-1-1,0-1,-1 0,0-1,0 0,-1-1,9-10,-20 19,-1 0,1 0,-1 0,0-1,1 1,-1-1,0 1,0-1,-1 0,1 0,-1 0,1 0,-1 0,0 0,0 0,0 0,-1-1,1 1,-1 0,0-1,0 1,0 0,0 0,0-1,-1 1,1 0,-1 0,0-1,0 1,0 0,-1 0,1 0,-1 0,0-1,-2 0,-1 1,1-1,-1 1,1-1,-1 1,0 1,0-1,0 1,0 0,-1 0,1 0,-1 1,1 0,-1 0,1 0,-1 1,0 0,1 0,-1 0,0 1,-4 0,-2 2,0-1,0 2,0 0,1 0,0 1,-1 0,2 1,-1 0,-5 6,3-3,1 1,1 1,-1 0,2 0,0 1,0 1,1-1,-6 12,11-18,1 1,0-1,0 0,1 1,-1-1,1 1,1 0,-1 0,1-1,1 1,-1 0,1 0,0 0,1 0,-1 0,1 0,1 0,-1 0,1-1,3 7,1-6,0 0,1 0,0 0,0-1,0 0,1-1,0 0,0 0,0 0,1-1,-1 0,1-1,0 0,0 0,0-1,1 0,-1-1,1 0,-1-1,0 1,4-2,58 3,-1-2,0-4,-1-3,57-13,-92 15</inkml:trace>
  <inkml:trace contextRef="#ctx0" brushRef="#br1" timeOffset="34218.008">6029 4024,'-4'-14,"-2"-4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17:26:12.1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5643 3276,'-9'127,"5"1,6-1,8 19,-7-91,74 726,-69-728,99 957,-107-336,-7-338,7-297,-21 655,1-280,20-408,-2-12,2 2,-3-14</inkml:trace>
  <inkml:trace contextRef="#ctx0" brushRef="#br0" timeOffset="2955.114">5656 3503,'-12'-43,"3"-1,1 0,2-1,1-36,3-8,2 7,-4 1,-4-1,-5-8,0 27,6 44,2 0,0-1,1 0,1 0,1-1,1 1,1 0,0 0,1-1,2 1,0 0,1 0,1 0,7-16,-7 30,0 0,1 1,0 0,0 0,0 0,1 1,0 0,0 0,0 0,0 1,0 1,1-1,-1 1,1 0,-1 1,1-1,0 2,0-1,0 1,0 0,-1 1,4 0,0-2,8 1,1 0,0 1,0 0,-1 2,1 0,3 3,81 14,0-4,1-5,1-4,52-6,11 3,177 2,6-15,624-6,-483 13,350-12,147 7,-522 1,39 22,263 10,-14 8,-756-34,902 32,-44 9,-791-41,111 0,70 13,52 12,-297-25,0 0,0 0,0 0,-1 0,1 0,0 1,0 0,-1-1,1 1,0 0,-1 0,1 0,-1 1,1-1,-1 0,0 1,1 0,-1 0,0-1,0 1,0 0,0 1,-1-1,1 0,-1 0,1 1,-1-1,0 1,0 0,0-1,0 1,0 0,0-1,-1 1,0 0,1 1,-3 15,0 0,-1 0,-1-1,-1 1,0-1,-2 0,-1 3,-3 10,-20 56,4 2,5 2,3 0,-2 45,-5 435,19-298,-24 127,17-296,-36 365,37-150,-25 291,25-432,8 1,8-1,7 0,14 42,17 107,24 49,26-20,-48 45,0-61,-37-322,-9-27</inkml:trace>
  <inkml:trace contextRef="#ctx0" brushRef="#br0" timeOffset="5350.152">5817 7688,'5'397,"1"5,-22 83,-6-94,22-378,0 0,2 0,-1 0,1 0,1 0,0 0,1-1,5 12,-7-19,1-1,-1 1,1-1,0 0,0 0,0 0,0 0,1 0,-1-1,1 0,0 0,0 0,1 0,-1 0,0-1,1 0,0 0,-1 0,1 0,0-1,0 0,0 0,0 0,2 0,233-3,282 22,-318-9,741-1,-611-11,511-16,437 2,-407 15,-555 3,10-14,314-19,106-7,-563 38,188-7,-182-16,-83 8,99 1,70 1,-128 0,0 6,23 8,-25 0,93-3,-191-5,-37 4,-1 0,1 1,-1 0,1 1,-1 0,1 1,6 2,56 8,-76-11,1 0,-1 1,0-1,0 0,1 0,-1 0,0 0,1 0,-1 0,0 1,0-1,1 0,-1 0,0 0,0 0,1 0,-1 0,0 0,1 0,-1-1,0 1,0 0,1 0,-1 0,0 0,0 0,1 0,-1 0,0-1,0 1,1 0,-1 0,0 0,0-1,0 1,1 0,-1 0,0 0,0-1,0 1,0 0,0 0,1-1,-1 1,0 0,0-1,0 1,0 0,0 0,0-1,0 1,0 0,0 0,0-1,0 1,0 0,0-1,0 1,-1 0,1 0,0-1,0 1,0 0,0 0,0-1,0 1,-1 0,1 0,0-1,-4-8</inkml:trace>
  <inkml:trace contextRef="#ctx0" brushRef="#br0" timeOffset="5816.108">15682 8703,'2'-1,"0"0,0 1,0-1,0 0,0 1,0-1,0 1,0 0,0 0,0 0,1 0,-1 0,0 0,0 0,0 1,0-1,0 1,0-1,0 1,0 0,0 0,-1 0,1 0,0 0,0 0,-1 1,1-1,-1 0,1 1,-1-1,1 1,-1 0,0-1,0 1,0 0,0 0,0 0,0 0,-1 0,1 0,0 0,-1 0,0 0,1 0,-1 1,3 162,-5-108,-1 32,-1-8,3 0,4 1,4-1,15 76,15-45,-32-101</inkml:trace>
  <inkml:trace contextRef="#ctx0" brushRef="#br0" timeOffset="7820.844">5883 5990,'15'-9,"1"2,-1 0,1 0,0 1,1 1,10-1,3-2,111-22,1 6,1 7,0 6,1 6,74 10,-125-5,2225 2,-960-15,334 5,-539 3,63-22,-794 27,-297 14,-96-8,-31-6</inkml:trace>
  <inkml:trace contextRef="#ctx0" brushRef="#br0" timeOffset="9532.929">5817 4051,'6'8,"85"3,298 3,741 19,36-18,394-2,-5-5,-352-25,-1020 8,854-53,-681 35,8 21,-119-10,-179 33,-57-14</inkml:trace>
  <inkml:trace contextRef="#ctx0" brushRef="#br0" timeOffset="11374.201">5522 7901,'16'-3,"-1"0,1 1,-1 1,1 0,-1 1,1 1,-1 0,15 4,13 0,199 7,62-11,-263-1,1009-39,-500 12,1552-51,67-1,-891 59,-274 8,-614 25,18-13,-178 14,-163-5,-61-14,-7-3</inkml:trace>
  <inkml:trace contextRef="#ctx0" brushRef="#br0" timeOffset="13169.451">10562 2380,'-6'180,"1"-88,5 0,5 38,85 398,-77-339,-8-83,19 96,113 376,-127-494,-4 0,-3 1,-4-1,-3 1,-6 10,2 12,5 1,4-1,9 41,-4-85,-3-1,-2 1,-3-1,-6 32,-7 3,-3 29,-2 106,10 192,-5-209,11-1,12 80,32 143,34 37,-58-148,-11-185,0-16,-8 95,-4-128,4 0,3 0,10 48,-5-112,-5-28,0 0,0 1,0-1,0 0,0 1,0-1,0 0,0 1,0-1,0 1,0-1,0 0,0 1,0-1,0 0,0 1,1-1,-1 0,0 1,0-1,0 0,1 0,-1 1,0-1,0 0,1 1,-1-1,0 0,0 0,1 0,-1 1,0-1,1 0,-1 0,0 0,1 0,-1 0,0 0,1 1,-1-1,1 0,-1 0,0 0,1 0,-1 0,0 0,1 0,-1-1,0 1,1 0,-1 0,0 0,1 0,-1 0,0 0,1-1,-1 1,0 0,1 0,-1-1,0 1,0 0,1 0,-1-1,0 1,0 0,1-1,9-22,0-7</inkml:trace>
  <inkml:trace contextRef="#ctx0" brushRef="#br0" timeOffset="14721.319">8036 2314,'-17'129,"15"-84,-12 143,9 0,9 33,20 89,2 33,-14 27,-27 389,22-649,5 0,4 0,18 50,-31-143,26 154,7 174,-6-70,16 18,-27-127,-8 1,-7 0,-9 44,-28 481,-2-312,20-20,3-59,-1-9,18-128,0-158,-3-15</inkml:trace>
  <inkml:trace contextRef="#ctx0" brushRef="#br0" timeOffset="16497.427">13009 2407,'-9'35,"-3"115,6 1,7 0,10 48,-8-141,37 1091,-41-876,11 522,-2-637,10 143,-14 1,-22 141,-1-115,15 111,4-377,-27 523,14-88,13 299,28-636,-23-131,-1-48,-34-37,15 37</inkml:trace>
  <inkml:trace contextRef="#ctx0" brushRef="#br0" timeOffset="18740.88">1044 0,'125'64,"64"40,120 45,-103-52,57 42,415 296,-557-365,-3-4,-3 6,-3 5,-104-71,51 40,2-2,2-4,2-2,3-2,21 3,-29-14,-1 2,-2 3,7 8,78 70,-101-73,2-2,1-3,32 17,305 124,-50 33,-29-34,-265-148,1-2,1-2,1-1,1-2,8 1,-19-6,108 69,-123-73,-7-3,-18-3,-8-3</inkml:trace>
  <inkml:trace contextRef="#ctx0" brushRef="#br0" timeOffset="25426.486">4306 3409,'-10'15,"7"-3,2 0,-1 1,2-1,-1 1,2-1,0 0,0 1,1-1,1 0,0 0,1 0,1 2,-2-7,1 0,1-1,-1 0,1 0,0 0,1 0,-1-1,1 0,0 0,0 0,1-1,-1 0,1 0,0-1,0 0,0 0,1-1,-1 1,1-2,-1 1,1-1,0 0,-1-1,1 1,0-2,0 1,1-1,-6 0,1 0,0 0,0-1,0 1,-1-1,1 0,-1 0,1 0,-1 0,0-1,0 1,0-1,0 0,0 0,-1 0,1 0,-1 0,0-1,0 1,0-1,0 1,-1-1,1 0,-1 0,0 0,0 1,12-106,-14 93,1 0,-2 0,0 0,-1 0,-1 1,0-1,-1 1,-2-4,4 13,1 1,-1-1,0 1,0-1,0 1,-1 0,1 0,-1 0,-1 1,1 0,-1-1,1 1,-1 1,0-1,-1 1,1 0,-1 0,1 1,-1-1,0 1,0 0,-4 0,7 1,-1 1,1 0,-1 0,1 0,-1 0,1 0,0 1,-1 0,1-1,-1 1,1 1,0-1,0 0,0 1,0-1,0 1,0 0,0 0,0 0,1 1,-1-1,1 1,0-1,-1 1,1 0,0 0,1 0,-1 0,0 0,1 0,0 0,-1 4,-3 8,1 0,0 1,1 0,1 0,1 0,0 8,0-17,0 0,0 1,1-1,0 0,1 1,-1-1,2 1,-1-1,1 0,0 0,0 0,1 0,0 0,0-1,1 1,-1-1,1 0,1 0,-1 0,1 0,0-1,3 3,12 4</inkml:trace>
  <inkml:trace contextRef="#ctx0" brushRef="#br0" timeOffset="26302.251">4747 3436,'0'8,"-1"0,1 1,0-1,1 0,0 0,0 0,0 0,1 0,1-1,-1 1,1 0,1-1,-1 0,1 0,0 0,1 0,0 0,0-1,0 0,1 0,0-1,0 1,3 1,0-1,0-1,1 0,-1-1,1 0,0 0,0-1,0 0,0-1,1 0,4-1,-11 0,0-1,-1 0,1 1,0-2,0 1,0 0,-1-1,1 0,0 0,0 0,-1 0,1-1,-1 1,0-1,1 0,-1 0,0 0,0 0,0-1,0 1,0-1,-1 0,1 0,-1 0,0 0,0 0,0 0,0-1,1-2,1-9,-1 1,0-1,-1 0,0 0,-1 0,-1 0,-1 0,0 0,-1 0,0 0,-1 0,-2-2,4 10,-1 1,1 0,-2-1,1 1,-1 0,0 0,0 0,0 1,-1-1,0 1,0 0,-1 0,1 0,-1 1,0-1,0 1,-1 0,1 1,-1-1,0 1,0 0,0 1,0-1,0 1,-1 0,1 1,-1 0,-5-1,10 1,-1 1,1-1,-1 1,0 0,1 0,-1 0,1 0,-1 0,0 1,1-1,-1 1,1-1,-1 1,1 0,-1 0,1 0,0 1,-1-1,1 0,0 1,0-1,0 1,0 0,0 0,1 0,-1 0,0 0,1 0,0 0,-1 1,1-1,0 0,-1 2,-15 72,18-69</inkml:trace>
  <inkml:trace contextRef="#ctx0" brushRef="#br0" timeOffset="27392.108">4546 4880,'-3'-1,"-1"0,0 0,0 0,0 0,0 1,0-1,0 1,0 0,0 0,0 1,0-1,0 1,0 0,0 0,0 0,0 0,1 1,-1 0,0 0,1 0,0 0,-1 0,1 0,0 1,0 0,0 0,1 0,-3 2,1 0,0 2,0-1,0 0,0 1,1 0,0-1,1 1,0 1,0-1,0 0,1 0,0 1,0-1,1 0,0 2,1 0,0 0,1 0,1-1,0 1,0-1,0 1,1-1,0 0,1 0,0-1,0 1,0-1,1 0,0-1,1 1,-1-1,1 0,1-1,-1 0,1 0,-1-1,1 1,1-2,-1 1,0-1,1 0,0-1,0 0,0-1,0 0,-1 0,2 0,-1-2,0 1,0-1,8-2,-10 0,-1 0,1-1,-1 0,0-1,0 1,-1-1,0 0,1-1,-2 1,1-1,-1 0,1 0,-2-1,1 1,-1-1,0 0,0 0,-1 0,0 0,0 0,-1 0,1 0,-2-1,1 1,-1-1,0 1,-1 0,0-1,0 1,-1-5,0 2,1 1,-2 0,1 0,-1 0,-1 0,1 0,-1 1,-1 0,0 0,0 0,0 0,-1 1,0 0,-1 0,0 0,0 1,0 0,-1 0,1 1,-1 0,-1 1,1-1,-1 1,1 1,-4-1,8 4,0 0,0 0,0 0,0 0,0 1,0-1,0 1,0 0,0 0,0 1,0-1,0 1,1 0,-1 0,1 0,-1 0,1 1,0-1,0 1,0 0,0 0,1 0,-1 0,1 1,0-1,-1 1,2-1,-1 1,0 0,0 1,-3 9,0 0,1 0,1 0,0 1,0-1,2 1,-1 13,2-20,0 1,1-1,0 1,0-1,1 0,0 0,0 1,1-1,0-1,0 1,1 0,0-1,0 1,3 1,9 10</inkml:trace>
  <inkml:trace contextRef="#ctx0" brushRef="#br0" timeOffset="27913.768">5001 5134,'10'-31,"-1"0,-1-1,-2 0,-1 0,-2 0,0-1,-3 1,-2-27,3 28,7 60,4 120,-8 138,1-239,12-68,-14 10</inkml:trace>
  <inkml:trace contextRef="#ctx0" brushRef="#br0" timeOffset="29777.577">4694 8957,'0'-423,"14"866,-12-406,0-27</inkml:trace>
  <inkml:trace contextRef="#ctx0" brushRef="#br0" timeOffset="30258.583">4934 8744,'0'24,"-1"-4,1 1,1-1,0 1,2-1,0 0,1 0,6 16,-7-30,0-1,0 0,1 0,-1 0,1 0,0 0,0-1,1 0,-1 0,1 0,0 0,0-1,1 1,-1-2,0 1,1 0,0-1,0 0,0 0,-1-1,2 0,-1 0,0 0,0-1,0 0,0 0,0 0,0-1,0 0,0 0,0 0,0-1,0 0,0 0,0-1,-1 1,0-1,1 0,-1-1,0 0,1-1,2 0,-1-1,1 0,-2-1,1 1,-1-1,0-1,0 1,-1-1,0 0,0 0,-1 0,0-1,-1 0,1 1,-2-1,1-1,-1 1,-1 0,0 0,0-1,-1 1,0 0,0-1,-1 1,0 0,-1-1,0 1,-1 0,0 0,0 0,-1 1,0-1,0 1,-1 0,-4-6,4 8,0 0,0 0,-1 0,1 0,-1 1,0 0,-1 1,1-1,-1 1,0 0,0 1,0-1,-1 2,1-1,-1 1,1 0,-1 0,0 1,0 0,0 1,0 0,0 0,0 0,1 1,-1 0,0 1,0 0,1 0,-1 0,-3 3,1 1,0 0,0 0,1 1,-1 1,2 0,-1 0,1 0,0 1,1 1,0-1,1 1,0 0,0 0,1 1,0 0,1 0,0 0,1 0,0 1,1-1,0 1,1 8,-1 7</inkml:trace>
  <inkml:trace contextRef="#ctx0" brushRef="#br0" timeOffset="31088.471">4774 6992,'8'-354,"-3"249,-5 100,0 26,0-17,0 552,0-525</inkml:trace>
  <inkml:trace contextRef="#ctx0" brushRef="#br0" timeOffset="31436.626">5014 6926,'48'-394,"-42"350,1 57,22 266,-22-178,11 129,-14-172</inkml:trace>
  <inkml:trace contextRef="#ctx0" brushRef="#br0" timeOffset="33423.04">3611 3075,'4'95,"5"0,4-1,12 32,4 42,58 612,-53-589,-33-197,-1-4</inkml:trace>
  <inkml:trace contextRef="#ctx0" brushRef="#br0" timeOffset="33721.56">3531 4332,'4'18,"7"11,5 6,5 6,6 1,2 3,1 1,-2-3,-1-4,-4-4,-5-6,-3-8,-4-8</inkml:trace>
  <inkml:trace contextRef="#ctx0" brushRef="#br0" timeOffset="33942.138">3932 4372,'0'-18,"0"-9,0 6,0 14,0 21,0 21,-2 18,-4 14,-4 10,-6 4,0-11</inkml:trace>
  <inkml:trace contextRef="#ctx0" brushRef="#br0" timeOffset="37761.59">4186 9025,'0'-13,"-2"-197,-13-62,-124-800,119 743,8 151,13 37,-15 181,-7 36,-4-2,-3 0,-33 61,23-59,38-76,-1 0,1 0,0 0,0-1,0 1,-1 0,1 0,0 0,0-1,0 1,-1 0,1 0,0 0,0 0,-1 0,1 0,0 0,0-1,-1 1,1 0,0 0,0 0,-1 0,1 0,0 0,0 0,-1 0,1 0,0 0,0 1,-1-1,1 0,0 0,0 0,-1 0,1 0,0 0,0 1,-1-1,1 0,0 0,0 0,0 0,-1 1,1-1,0 0,0 0,0 1,0-1,0 0,0 0,-1 1,3-27,8-22,2 0,2 2,2-1,2 2,2 0,14-21,-12 31,-21 35,0 1,0-1,0 0,0 0,0 1,0-1,0 1,0-1,0 1,-1-1,1 1,0-1,0 1,-1 0,1-1,0 1,-1 0,1 0,-1-1,1 1,-1 0,1 0,-1 0,1 0,-1 0,0 0,0 0,1 0,-1 0,0 0,0 0,0 0,0 0,1 2,11 32,2 0,2 0,0-1,3-1,1-1,5 5,-18-28,61 101,-67-109,0 0,-1 0,1 1,-1-1,1 0,-1 1,0-1,0 0,0 0,1 1,-1-1,-1 1,1-1,0 0,0 1,0-1,-1 0,1 0,0 1,-1-1,1 0,-1 0,0 1,1-1,-1 0,0 0,0 0,0 0,0 0,0 0,0 0,0 0,0-1,0 1,0 0,0-1,0 1,-1 0,1-1,0 0,0 1,-1-1,1 0,0 1,-1-1,1 0,0 0,-1 0,1 0,-1-1,-226 26,167-12,5 1</inkml:trace>
  <inkml:trace contextRef="#ctx0" brushRef="#br0" timeOffset="43551.448">6471 1337,'-12'32,"0"0,3 0,0 1,2 0,2 0,-2 28,6-46,-2 0,1-1,1 0,1 1,0-1,1 1,0-1,1 1,2 5,-2-18,0 1,0 0,0 0,0 0,1-1,-1 0,1 1,-1-1,1 0,0 0,0 0,0-1,0 1,0-1,0 1,0-1,1 0,-1 0,0 0,1-1,-1 1,1-1,-1 0,0 0,1 0,-1-1,1 1,-1-1,0 0,1 1,-1-1,0-1,0 1,1-1,-1 1,0-1,-1 0,1 0,0 0,0 0,-1 0,1-1,-1 1,0-1,0 0,0 0,1-2,5-11,0 0,-2 0,0 0,-1-1,0 0,-1-1,-1 1,-1-1,-1 1,0-1,-1 1,-1-1,-1 0,-1-6,2 10,0 1,0 0,-1 0,-1 0,0 0,-1 0,0 1,-1-1,0 1,-5-8,9 19,0-1,0 0,-1 1,1-1,0 1,0-1,-1 1,1 0,-1-1,1 1,-1 0,0 0,1 0,-1 0,0 1,0-1,0 0,0 1,1-1,-1 1,0 0,0-1,0 1,0 0,0 0,0 0,0 1,0-1,0 0,0 1,0-1,1 1,-1 0,0 0,0-1,1 1,-1 0,0 0,1 1,-1-1,1 0,-1 0,1 1,0-1,-1 1,1-1,0 1,0 0,0-1,0 1,0 1,-7 13,0 0,1 1,1 0,0 0,1 1,1 0,1-1,0 1,1 0,1 1,1-1,1 0,0 0,1 0,1 0,1 0,1-1,1 3,12 22,1-9</inkml:trace>
  <inkml:trace contextRef="#ctx0" brushRef="#br0" timeOffset="43954.618">6793 1604,'-5'8,"0"-1,0 1,1 0,1 0,-1 0,1 1,1-1,-1 1,2 0,-1 0,1-1,0 1,1 0,0 0,1 0,-1 0,2 0,-1 0,1-1,1 1,-1 0,3 3,-3-10,0 1,0-1,1 0,-1 0,1 0,-1 0,1 0,0 0,0 0,-1-1,1 0,0 1,1-1,-1 0,0-1,0 1,0 0,0-1,1 0,-1 0,0 0,0 0,1 0,-1-1,0 1,0-1,2-1,5 0,-1-2,0 1,0-1,-1 0,1-1,-1 0,0-1,6-4,-2-1,0 0,-1 0,0-1,0-1,-1 0,-1 0,0-1,-1 0,-1 0,0-1,-1 0,-1 0,0-1,-1 0,0 1,-1-1,-1-1,-1 1,0-16,-2 26,-1-1,0 0,0 1,0-1,-1 1,1 0,-2 0,1 0,-1 0,0 0,0 1,0-1,-1 1,0 0,0 1,0-1,0 1,-1 0,0 0,0 1,0 0,0 0,0 0,-1 1,1 0,-1 0,0 0,1 1,-1 0,0 0,0 1,0 0,0 0,0 1,1 0,-1 0,0 0,1 1,-1 0,0 1,1-1,-4 3,-2 2,2-1,-1 2,1 0,0 0,1 0,0 1,0 1,1 0,0 0,1 0,0 1,0 0,1 0,1 1,0 0,1 0,0 0,0 1,2-1,-1 1,2-1,0 1,0 0,1 0,0-1,2 1,-1 0,1 0,1-1,0 0,3 5,13 37</inkml:trace>
  <inkml:trace contextRef="#ctx0" brushRef="#br0" timeOffset="45110.689">8864 1484,'-8'10,"0"1,0 0,1 0,1 0,0 1,0 0,1 1,1-1,0 1,1 0,0 0,1 0,0 0,1 0,0 0,1 1,1-1,0 0,1 0,1 0,0 0,0 0,1 0,1-1,0 0,1 0,0 0,1 0,0-1,1-1,0 1,6 5,-11-13,0 1,0-1,1 0,-1 0,1-1,0 1,0-1,0 1,0-1,0-1,0 1,1 0,-1-1,0 0,1 0,-1 0,1-1,0 1,-1-1,1 0,-1-1,1 1,-1-1,1 0,-1 0,1 0,-1-1,1 1,-1-1,0 0,0 0,0-1,0 1,-1-1,1 0,4-10,-2 0,0-1,0 0,-1 0,-1 0,0 0,-1-1,-1 1,0-1,-1 0,-1 0,0 0,-1 1,0-3,1 1,0 0,0 0,-2 0,0 0,-1 0,0 0,-1 0,-1 1,-1-1,0 1,-1 1,0-1,-1 1,-1 0,0 1,-10-10,18 21,-1 1,0-1,0 1,0-1,0 1,-1 0,1 0,0 0,0 0,-1 0,1 1,0-1,-1 1,1-1,-1 1,1 0,-1 0,1 0,-1 0,1 0,0 1,-1-1,1 1,-1 0,1-1,0 1,0 0,-1 1,1-1,0 0,0 0,0 1,0-1,0 1,1 0,-1 0,0 0,1-1,-1 1,1 1,0-1,0 0,0 0,-5 11,1-1,0 1,1 0,0 1,2-1,-1 1,2-1,-1 1,2 0,0-1,1 1,0 0,1-1,0 1,1-1,1 0,2 5,11 30</inkml:trace>
  <inkml:trace contextRef="#ctx0" brushRef="#br0" timeOffset="45402.908">9306 1792,'9'-112,"-4"-1,-6-6,-4 66,0 72,5 42,3-1,2 0,3 0,3 0,5 11,-14-59,7 31</inkml:trace>
  <inkml:trace contextRef="#ctx0" brushRef="#br0" timeOffset="46203.386">6458 602,'162'-7,"80"-15,-151 12,630-58,275 27,-764 49,-181 1,-75-2,-43-15,46 3</inkml:trace>
  <inkml:trace contextRef="#ctx0" brushRef="#br0" timeOffset="46482.189">8677 254,'-1'-1,"-42"-16,42 17,0 0,0-1,0 1,0 0,0-1,1 1,-1 0,0 0,0 0,0 0,0 0,0 0,0 0,0 0,0 0,0 0,0 1,1-1,-1 0,0 1,0-1,0 0,0 1,1-1,-1 1,0-1,0 1,1 0,-1-1,0 1,1 0,-1-1,1 1,-1 0,1 0,-1 0,1-1,-1 1,1 0,0 0,0 0,-1 0,1 0,0 0,1 5,1-1,0 0,0 0,0 0,0 0,1 0,0 0,0-1,0 1,1-1,-1 0,1 0,0 0,0 0,0-1,1 1,-1-1,1 0,3 1,154 81,-34-21,-125-63,0 0,0 0,0 0,-1 1,1-1,0 1,0 0,-1 0,1 0,-1 0,0 0,0 0,0 1,0-1,0 1,0-1,0 1,-1 0,1 0,-1 0,0 0,0 0,0 0,0 0,-1 0,1 0,-1 0,0 1,0-1,0 0,0 0,-1 0,1 1,-5 5,-1-1,0 0,0 0,0-1,-1 0,0 0,-1 0,1-1,-1 0,-5 2,-51 35,-1-3,-63 28,41-26</inkml:trace>
  <inkml:trace contextRef="#ctx0" brushRef="#br0" timeOffset="47701.976">15322 481,'-7'11,"-138"20,-137 0,-1-12,0-13,-77-16,20 3,242 6,-468 7,341 21,219-26,-1 1,1 0,-1 1,1 0,0 0,0 0,0 0,0 1,1 0,-1 1,1-1,-3 4,-1 0</inkml:trace>
  <inkml:trace contextRef="#ctx0" brushRef="#br0" timeOffset="48172.719">12888 415,'-107'41,"2"4,2 5,-29 23,129-71,2-2,0 0,1 0,-1 0,0 0,0 0,0 0,0 0,1 1,-1-1,0 0,0 1,1-1,-1 1,0-1,0 1,1-1,-1 1,1-1,-1 1,0-1,1 1,-1 0,1 0,-1-1,1 1,0 0,-1 0,1-1,0 1,0 0,-1 0,1 0,0-1,0 1,0 0,0 0,0 0,0 0,0-1,0 1,0 0,0 0,1 0,-1 0,0-1,1 1,-1 0,98 20,-46-7,-2 2,0 2,-1 3,-1 1,-1 3,-1 1,39 31,-84-56,0 0,-1 0,1-1,0 1,0-1,0 1,-1-1,1 1,0-1,0 1,0-1,0 0,0 1,0-1,0 0,0 0,0 0,0 0,0 0,0 0,0 0,0 0,0 0,0-1,0 1,0 0,0-1,0 1,0 0,0-1,0 1,0-1,-1 0,1 1,0-1,0 0,0 1,-1-1,1 0,-1 0,1 1,0-1,-1 0,1 0,-1 0,0 0,1 0,-1 0,0 0,0 0,1 0,-1 0,0 0,0 0,0 0,0 0,0 0,-1 0,1 0,0 0,0 0,-1 0,1-1,-1-206,1 187,-1-1,0 0,-2 1,-1 0,-1 0,0 0,-2 0,-6-14,-8 10,21 24,-1 1,1 0,-1 0,1 0,-1 0,0 0,1 0,-1 0,1 0,-1 0,1 0,-1 0,1 0,-1 0,0 0,1 0,-1 0,1 1,-1-1,1 0,-1 0,1 1,-1-1,1 0,0 1,-1-1,1 0,-1 1,1-1,0 1,-1-1,1 1,0-1,-1 1,1-1,0 1,0-1,0 1,-1-1,1 1,0-1,0 1,0 0,0-1,0 1,0-1,0 1,0-1,0 1,-3 19</inkml:trace>
  <inkml:trace contextRef="#ctx0" brushRef="#br0" timeOffset="48969.759">14239 1872,'-7'-11,"1"1,-1-1,2-1,0 1,0-1,1 0,0 0,1 0,1-1,-1 1,2-1,0 1,1-1,1-11,-2 15,-11-260,9 370,3-12,-2 5,5-1,8 41,17-30,-17-85</inkml:trace>
  <inkml:trace contextRef="#ctx0" brushRef="#br0" timeOffset="49361.664">14480 1724,'5'26,"-2"-4,0 0,2 1,1-1,1-1,1 1,0-1,2-1,0 0,6 7,-14-24,1 0,-1 0,1-1,-1 1,1-1,0 0,0 1,0-1,0-1,0 1,1 0,-1-1,0 0,1 1,-1-1,1-1,-1 1,1 0,0-1,-1 0,1 0,-1 0,1 0,0-1,-1 1,1-1,-1 0,1 0,-1 0,1 0,-1-1,0 0,0 1,1-1,-1 0,-1 0,1-1,0 1,0-1,1-1,8-9,-1-1,-1 1,0-2,0 1,-2-1,0-1,0 1,-2-1,0-1,0 1,-2-1,0 0,-1 0,-1 0,0-1,-1 1,-1 0,-1-1,-1 1,0 0,-3-12,4 22,-1-1,0 0,0 1,0-1,-1 1,0-1,0 1,-1 0,0 0,0 1,-1-1,0 1,0 0,0 0,-1 1,0 0,0 0,0 0,-1 0,1 1,-1 0,0 1,-1-1,1 1,0 1,-1-1,0 1,1 1,-1 0,0 0,0 0,0 1,0 0,1 0,-1 1,-7 1,4 1,0 1,0 0,1 0,0 1,0 1,0 0,1 0,0 0,0 1,0 1,1 0,0 0,1 0,0 1,0 0,-4 8,-1 3,1 0,1 1,1 0,1 1,1-1,1 2,-3 15,-1 22</inkml:trace>
  <inkml:trace contextRef="#ctx0" brushRef="#br0" timeOffset="50190.25">11619 1885,'2'-32,"2"0,0 0,3 0,4-14,7-30,4-118,-33 350,10 192,1-333,1 0,1 0,1 0,0-1,0 1,2-1,1 4,4 1</inkml:trace>
  <inkml:trace contextRef="#ctx0" brushRef="#br0" timeOffset="50562.256">12033 1739,'10'-109,"-8"68,2 1,1 0,2 0,2 1,2-3,4 12,-15 29,0 1,0-1,0 1,0 0,1-1,-1 1,0-1,0 1,0 0,1-1,-1 1,0 0,1-1,-1 1,0 0,1 0,-1-1,0 1,1 0,-1 0,0-1,1 1,-1 0,1 0,-1 0,1 0,-1 0,0 0,1 0,-1 0,1 0,-1 0,1 0,-1 0,1 0,-1 0,0 0,1 0,-1 0,1 0,-1 1,0-1,1 0,-1 0,1 0,-1 1,0-1,1 0,-1 1,0-1,0 0,1 1,-1-1,0 0,0 1,1-1,-1 1,0-1,0 0,0 1,0-1,0 1,1-1,-1 0,0 1,0-1,0 1,0-1,0 1,9 86,-8 255,-4-217</inkml:trace>
  <inkml:trace contextRef="#ctx0" brushRef="#br0" timeOffset="51101.483">11619 2192,'7'0,"6"0,9-2,6-1,6-2,4 0,0 0,0 0,-6 0</inkml:trace>
  <inkml:trace contextRef="#ctx0" brushRef="#br0" timeOffset="51504.408">12140 2005,'3'0,"11"0,8-2,21-8,4-2</inkml:trace>
  <inkml:trace contextRef="#ctx0" brushRef="#br0" timeOffset="51798.474">12193 1818,'0'3,"0"6,0 10,2 11,4 8,2 8,3 2,-2 0,-1-8</inkml:trace>
  <inkml:trace contextRef="#ctx0" brushRef="#br1" timeOffset="77348.7">5228 8235,'-48'-13,"-15"-6,-1 3,-1 3,-7 2,13 5,-1 3,1 3,0 2,0 3,-46 10,74-9,-1 2,2 1,-1 1,1 2,1 1,0 1,1 1,1 2,0 1,1 1,-11 11,21-15,1 1,1 1,1 0,0 1,1 0,1 1,0 0,2 1,0 0,2 1,-5 17,1 6,2 0,3 1,1 0,2 0,2 11,1-19,1 0,2 0,2-1,1 1,2-1,1 0,2-1,1 0,2 0,2-2,1 0,1-1,2 0,1-2,1 0,2-2,1 0,1-2,1 0,26 17,-20-20,1-2,1-2,1-1,0-1,1-3,1 0,0-3,0-1,1-2,1-1,-1-3,1-1,27-2,-38-3,0-1,0-2,0-1,-1-2,0 0,-1-2,0-1,0-1,-1-1,-1-2,0 0,-1-2,0 0,-2-2,0-1,-1 0,10-15,17-19,-3-1,-2-2,-3-2,-2-2,-3-1,-1-5,-20 39,-1 0,-2 0,-1-1,-1-1,-1 1,-2-1,-1-1,-1 1,-1-1,-2 0,-2 1,0-1,-2 0,-2 1,0 0,-2 0,-1 0,-2 1,-6-12,-2 6,-1 2,-2 1,-1 0,-1 2,-2 0,-1 2,-1 0,-1 2,-2 2,0 0,-2 2,0 1,-2 2,-24-10,36 19,-1 2,1 0,-2 1,1 2,-1 0,0 2,1 0,-1 2,-1 0,1 2,0 1,0 1,1 0,-1 2,1 1,0 1,0 1,1 1,0 0,0 2,1 1,-14 11,1 2,1 1,1 1,-23 27,-23 30</inkml:trace>
  <inkml:trace contextRef="#ctx0" brushRef="#br1" timeOffset="86338.671">1 990,'14'13,"13"12,14 11,11 5,8 6,3 3,2 0,-1 1,-2-1,-7-3,-8-5,-11-2,-8-6,-9-9</inkml:trace>
  <inkml:trace contextRef="#ctx0" brushRef="#br1" timeOffset="86591.029">522 977,'-15'6,"-11"10,-3 11,2 14,3 14,3 12,1 9,1 9,2 3,3 0,5-5,3-18</inkml:trace>
  <inkml:trace contextRef="#ctx0" brushRef="#br1" timeOffset="87129.638">657 1444,'11'-4,"-3"0,1 0,0 0,0 1,0 0,0 1,0 0,0 0,1 1,-1 0,1 1,-1 0,0 1,1 0,8 1,-15 0,-1-1,0 0,0 1,0-1,0 1,0 0,-1 0,1 0,0 0,-1 0,0 0,1 0,-1 0,0 0,0 1,0-1,0 0,0 1,-1-1,1 1,-1-1,0 1,0-1,0 1,0-1,0 1,0-1,0 1,-1-1,0 1,-23 73,-36 25,60-100,0-1,1 1,-1 0,0 0,1 0,-1 0,1 0,-1-1,1 1,-1 0,1 0,-1-1,1 1,0 0,0-1,-1 1,1-1,0 1,0-1,0 1,-1-1,1 1,0-1,0 0,0 0,0 1,0-1,0 0,0 0,0 0,0 0,0 0,0 0,0 0,-1-1,1 1,0 0,0 0,0-1,0 1,0 0,0-1,-1 1,1-1,0 1,0-1,0 0,-1 1,1-1,0 0,6 0,1 0,1-1,-1 2,0-1,0 1,0 1,1-1,-1 1,0 1,0 0,0 0,0 0,-1 1,1 0,-1 1,1-1,-1 1,0 1,-1-1,1 1,-1 1,0-1,0 1,0 0,-1 0,0 1,0 0,-1-1,0 2,0-1,0 0,-1 1,0 0,0 2,-2-4,0 1,0-1,-1 1,0 0,0-1,0 1,-1 0,0-1,0 1,-1-1,0 1,0-1,0 0,-1 1,0-1,0-1,-1 1,1 0,-1-1,0 0,-1 0,0 1,-7 6,-1 1,0-2,-1 0,0 0,-1-1,0-1,-13 6,26-14,0 1,0 0,-1-1,1 1,0-1,-1 1,1-1,0 0,-1 0,0 0,1-1,-1 1,0 0,1-1,-1 0,0 0,1 0,-1 0,0 0,0 0,1-1,-1 1,1-1,-1 0,0 0,1 0,-1 0,1 0,0 0,-1-1,1 1,0-1,0 0,-1-1,-1-20,7-1</inkml:trace>
  <inkml:trace contextRef="#ctx0" brushRef="#br1" timeOffset="87436.901">1178 883,'2'18,"8"17,7 15,9 9,12 7,8 3,8-1,4-3,1-3,-3-6,-4-5,-6-5,-6-3,-9-4,-8-7,-9-9</inkml:trace>
  <inkml:trace contextRef="#ctx0" brushRef="#br1" timeOffset="87693.215">1619 1056,'-14'5,"-8"15,-6 17,-3 21,-2 19,0 12,0 7,4 3,5-6,6-12,9-16,5-18</inkml:trace>
  <inkml:trace contextRef="#ctx0" brushRef="#br1" timeOffset="88055.321">1806 1498,'24'-8,"1"0,1 2,-1 1,1 1,0 1,2 1,-24 1,0 1,0-1,0 1,0 0,0 0,0 0,0 0,0 1,-1 0,1-1,0 1,0 1,0-1,-1 1,1-1,-1 1,1 0,-1 0,0 0,0 1,0-1,0 1,0 0,0 0,-1 0,1 0,-1 0,0 1,0-1,0 0,1 4,-3 4,0-1,-1 1,0-1,-1 0,0 1,-1-1,0 0,0 0,-1 0,0-1,-1 1,0-1,-1 0,0-1,0 1,-1 0,-128 152,131-157,3-3,-1 0,0 0,1 1,-1-1,1 1,-1 0,1-1,-1 1,1 0,0 0,0-1,0 1,0 0,1 0,-1 0,0 1,1-1,-1 0,1 0,0 0,0 0,0 0,0 0,0 1,0-1,0 0,1 0,-1 0,1 0,0 0,-1 0,2 2,61 12,21-13,0-4,41-7,-51 3,-33 2</inkml:trace>
  <inkml:trace contextRef="#ctx0" brushRef="#br2" timeOffset="117532.083">2728 54,'19'11,"-1"1,0 1,-1 1,-1 1,0 0,-1 0,11 17,4 1,37 38,10 11,-3 3,17 31,-67-84,-18-54,-21-60,9 64</inkml:trace>
  <inkml:trace contextRef="#ctx0" brushRef="#br2" timeOffset="117836.268">3224 67,'-7'0,"-7"9,-8 15,-6 16,-9 15,-6 13,-3 7,2 3,3-3,8-7,8-11,8-15</inkml:trace>
  <inkml:trace contextRef="#ctx0" brushRef="#br2" timeOffset="119175.991">3357 722,'6'-27,"1"0,1 0,2 1,0 0,2 1,1 0,4-4,-5 11,-12 17,0 1,1 0,-1 0,0-1,1 1,-1 0,0 0,1 0,-1 0,0-1,1 1,-1 0,0 0,1 0,-1 0,1 0,-1 0,0 0,1 0,-1 0,1 0,-1 0,0 0,1 0,-1 1,0-1,1 0,-1 0,0 0,1 0,-1 1,0-1,1 0,-1 0,0 1,1-1,-1 0,0 1,0-1,0 0,1 0,-1 1,0-1,0 1,0-1,0 0,1 1,-1-1,0 0,0 1,0-1,0 1,0-1,0 0,0 1,0-1,0 0,0 1,-1-1,1 1,0-1,0 0,0 1,0-1,0 0,-1 1,1-1,0 0,0 1,-1 171,-2-125,-2 270,7-282</inkml:trace>
  <inkml:trace contextRef="#ctx0" brushRef="#br2" timeOffset="119670.711">3731 134,'-2'4,"3"7,7 8,8 9,11 10,13 7,7 8,6 5,3 5,-2 1,-5-2,-5-2,-6-7,-9-7,-6-10,-7-9,-7-8</inkml:trace>
  <inkml:trace contextRef="#ctx0" brushRef="#br2" timeOffset="119926.026">4159 187,'-16'19,"-9"16,-9 17,-4 15,-2 12,-2 9,2 3,3-5,8-9,9-11,7-18</inkml:trace>
  <inkml:trace contextRef="#ctx0" brushRef="#br2" timeOffset="120288.058">4266 842,'17'14,"1"0,0-1,0-1,1-1,1-1,0 0,0-2,1 0,0-1,0-1,2-1,-17-5,0 0,0 0,0-1,0 0,0 0,0-1,0 1,0-1,-1-1,1 1,-1-1,0 0,1 0,-1 0,-1-1,1 0,0 0,-1 0,0 0,0-1,0 0,-1 0,1 0,-1 0,0 0,-1-1,1 1,-1-1,1-4,0 3,0 0,-1 0,0 0,-1 0,1-1,-1 1,-1 0,1 0,-1-1,0 1,-1 0,0-1,0 1,-1 0,0 0,0 0,0 0,-1 0,0 0,-1 1,1-1,-1 1,0 0,-3-3,3 6,1 0,-1 0,0 0,-1 1,1-1,0 1,-1 0,1 0,-1 1,1-1,-1 1,0 0,0 0,1 1,-1-1,0 1,0 0,0 0,0 1,0 0,1 0,-1 0,0 0,-2 2,-7 2,0 0,0 2,1 0,0 0,0 1,1 1,-6 4,-96 105,67-56</inkml:trace>
  <inkml:trace contextRef="#ctx0" brushRef="#br1" timeOffset="165758.606">7634 3690,'0'10,"0"1,0 0,0 0,1 1,0-1,1 0,0 0,0 0,2 0,3 8,-5-17,1 0,-1 0,1 0,0 0,0-1,0 1,0-1,0 0,0 1,0-2,0 1,0 0,1-1,-1 1,0-1,1 0,-1 0,0 0,0 0,1-1,-1 0,0 1,0-1,0 0,0 0,0-1,0 1,0-1,0 1,0-1,-1 0,1 0,0 0,-1-1,0 1,0 0,1-1,2-2,0 1,0-1,0 0,-1 0,0-1,0 0,0 1,0-1,-1 0,0-1,0 1,-1 0,0-1,0 0,-1 1,1-1,-1 0,-1 0,1 0,-1-1,0 0,0 0,-1 0,0 0,0 0,-1 0,0 0,0 1,-1-1,0 1,0-1,0 1,-1 0,-1 1,1-1,-1 1,0-1,0 1,-1 1,0-1,0 1,-1 0,5 3,-1 0,0 0,0 1,0-1,0 1,0 0,0 0,0 0,-1 0,1 0,0 1,-1 0,1-1,0 1,-1 1,1-1,0 0,-1 1,1-1,0 1,0 0,0 0,0 1,-1-1,2 0,-1 1,0 0,0 0,0 0,1 0,-1 0,1 0,0 1,-1-1,1 1,0 0,1 0,-2 2,-3 7,1 0,1 1,0-1,0 1,1 0,1 0,0 1,1-1,1 0,0 1,1 7,0-9</inkml:trace>
  <inkml:trace contextRef="#ctx0" brushRef="#br1" timeOffset="168856.732">10094 3677,'27'-93,"22"-28,-49 121,0 0,1 1,-1-1,0 0,1 0,-1 0,0 1,1-1,-1 0,0 0,1 0,-1 0,0 0,1 1,-1-1,0 0,1 0,-1 0,1 0,-1 0,0 0,1 0,-1 0,0-1,1 1,-1 0,1 0,-1 0,0 0,1 0,-1-1,0 1,1 0,-1 0,0 0,0-1,1 1,-1 0,0-1,0 1,1 0,-1 0,0-1,0 1,0-1,0 1,1 0,-1-1,0 1,0 0,0-1,0 1,0 0,0-1,0 1,0-1,0 1,4 33,3 126,-2 13,-5-168,0 0,0-1,-1 1,1-1,-1 1,0-1,0 1,0-1,0 1,-1-1,1 0,-1 0,0 0,0 0,0 0,-1 0,1 0,-1-1,1 1,-1-1,0 0,0 1,0-2,0 1,0 0,0 0,0-1,-1 0,1 0,-1 0,1 0,-1 0,0 0,234-3,-214 3,-14-1,0 1,1-1,-1 1,0-1,0 0,0 0,1 0,-1 0,0 0,0 0,1 0,-1-1,0 1,0-1,0 0,0 0,0 0,0 0,0 0,0 0,0 0,0-1,-1 1,1-1,0 1,-1-1,1 1,-1-1,0 0,0 0,1-1,2-12,-2-1</inkml:trace>
  <inkml:trace contextRef="#ctx0" brushRef="#br1" timeOffset="171517.867">14787 3543,'32'-18,"-19"15,-1 0,1 1,0 0,0 1,0 1,0 0,0 0,0 1,0 1,0 0,5 2,-16-3,0 0,0-1,0 1,0 0,0 0,-1 0,1 0,0 0,0 1,-1-1,1 0,-1 1,1 0,-1-1,0 1,1 0,-1-1,0 1,0 0,0 0,0 0,-1 0,1 0,0 0,-1 0,0 0,1 0,-1 1,0-1,0 0,0 0,0 0,-1 0,1 0,0 0,-1 0,0 0,1 1,-43 69,-56 22,98-94,0 1,0-1,1 0,-1 1,0-1,0 1,1-1,-1 1,0 0,1-1,-1 1,0 0,1-1,-1 1,1 0,-1 0,1-1,0 1,-1 0,1 0,0 0,-1 0,1 0,0 0,0-1,0 1,0 0,0 0,0 0,0 0,0 0,0 0,0 0,1 0,-1-1,0 1,1 0,-1 0,0 0,1-1,-1 1,1 0,-1 0,1-1,0 1,-1 0,1-1,0 1,-1-1,2 1,8 2,0-1,0-1,0 0,0-1,0 0,0 0,0-1,0 0,3-1,4 0,62-9,-2-4,0-2,31-14,-85 23,-10 2</inkml:trace>
  <inkml:trace contextRef="#ctx0" brushRef="#br1" timeOffset="172539.131">12474 3623,'201'3,"-199"-3,0 0,0 0,0 0,0 0,0 0,0 0,0 1,0-1,0 1,-1-1,1 1,0 0,0 0,-1 0,1 0,0 0,-1 0,1 0,-1 0,1 1,-1-1,0 0,0 1,0 0,1-1,-1 1,-1-1,1 1,0 0,0 0,-1 0,1-1,-1 1,1 0,-1 0,0 0,0 0,0 0,0 0,0 0,0 0,0 0,-1 0,1-1,-1 1,1 0,-5 7,0-1,-1 0,0 0,0 0,0-1,-1 0,0 0,-1-1,1 0,-1 0,-1-1,-32 29,41-34,0 1,0-1,0 1,0-1,0 1,0-1,0 1,0-1,0 0,1 1,-1-1,0 1,0-1,0 1,1-1,-1 0,0 1,0-1,1 1,-1-1,0 0,1 1,-1-1,0 0,1 0,-1 1,1-1,-1 0,0 0,1 0,-1 1,1-1,-1 0,1 0,-1 0,1 0,-1 0,1 0,-1 0,1 0,-1 0,1 0,-1 0,0 0,1 0,-1 0,1-1,-1 1,1 0,-1 0,0 0,1-1,-1 1,1 0,0 0,31-1,57 8,-86-6,0 0,0 0,0 0,0 1,0-1,-1 1,1-1,0 1,-1 0,0 0,1 0,-1 1,0-1,0 1,0-1,-1 1,1-1,0 1,-1 0,0 0,0 0,0 0,0 0,0 0,0 0,-1 0,1 0,-1 2,0-1,0 0,-1 1,1-1,-1 1,0-1,0 0,0 0,-1 1,1-1,-1 0,0 0,0-1,-1 1,1 0,-1-1,0 1,0-1,0 0,0 0,0 0,-3 1,-84 52,73-48,-1 0,1-1,-1-1,0-1,0 0,-1-2,0 0,1-1,-1 0,-1-2,0-2</inkml:trace>
  <inkml:trace contextRef="#ctx0" brushRef="#br1" timeOffset="173920.601">7568 5188,'-26'340,"25"-339,1 0,0 0,-1 0,1 0,0 1,0-1,0 0,0 0,0 1,0-1,1 0,-1 0,0 0,1 1,-1-1,1 0,-1 0,1 0,-1 0,1 0,0 0,-1 0,1 0,0 0,0 0,0 0,0-1,0 1,0 0,0 0,0-1,0 1,0-1,0 1,0-1,0 1,1-1,-1 0,0 0,0 0,0 1,1-1,-1 0,0 0,0-1,1 1,-1 0,0 0,0 0,0-1,1 1,-1-1,0 1,0-1,0 1,0-1,0 0,0 0,0 0,15-8,-1-1,-1-1,0-1,0 0,-1 0,0-1,-2-1,4-5,-13 16,1 0,-1 0,0-1,0 0,0 1,-1-1,1 0,-1 1,0-1,0 0,-1 0,1 0,-1 0,1 0,-1 0,-1 0,1 0,0 0,-1 0,-1-3,-14 39,9 26,3-1,1 1,4 10,-1-17,0 17</inkml:trace>
  <inkml:trace contextRef="#ctx0" brushRef="#br1" timeOffset="175591.071">10055 5241,'2'9,"1"0,0 0,0-1,1 1,0-1,1 0,0 0,0 0,1-1,-1 0,2 0,-1 0,1-1,0 0,0 0,1-1,3 2,-4-1,-1-2,-1-1,1 1,-1 1,0-1,-1 1,1-1,-1 2,0-1,0 0,0 1,-1-1,0 1,0 0,0 0,-1 1,0 0,-3-3,0 1,-1-1,1 1,-1-1,0 0,0 0,-1 0,1 0,-1 0,0-1,0 1,0-1,-1 0,1 0,-1 0,1 0,-1 0,0-1,0 0,-1 0,1 0,-1 0,2 1,-1-1,0-1,0 1,0 0,0-1,0 0,0 0,0 0,0 0,0-1,-1 1,1-1,0 0,0-1,0 1,-1-1,1 0,0 0,0 0,0 0,-2-2,-3-2</inkml:trace>
  <inkml:trace contextRef="#ctx0" brushRef="#br1" timeOffset="178914.716">10027 5241,'1'-2,"-1"0,0-1,1 1,-1 0,1 0,0 0,0 0,-1 0,2 0,-1 0,0 0,0 0,0 0,1 0,-1 1,1-1,0 1,-1-1,1 1,0-1,0 1,0 0,0 0,0 0,0 0,0 0,2 0,63-14,-60 15,199-6,-129 7,-1-9,-42 3,-18 4</inkml:trace>
  <inkml:trace contextRef="#ctx0" brushRef="#br1" timeOffset="180016.229">15188 4947,'-5'-2,"0"1,0 0,-1 0,1 0,-1 0,1 1,0 0,-1 0,1 1,-1-1,1 1,0 0,-1 1,1-1,0 1,0 0,0 0,0 1,0-1,1 1,-1 0,1 1,0-1,0 1,0-1,0 1,0 0,-1 4,-4 5,1 1,1-1,0 2,1-1,1 1,0 0,1 0,0 0,2 1,-1-1,2 1,0 0,1 0,1-1,0 1,1 1,0-9,0 1,1-1,0 1,0-1,1 0,0 0,0 0,1-1,0 0,0 0,0 0,1 0,1-1,-1 0,1 0,0-1,0 0,0 0,1 0,0-1,0 0,0-1,0 0,0 0,1-1,-1 0,1 0,0-1,0 0,-1 0,1-1,0-1,0 1,0-1,-1-1,1 0,0 0,-1 0,0-1,1-1,-1 1,-1-1,1-1,0 1,-1-1,0-1,3-2,-7 6,-1 0,0 0,0 0,-1-1,1 1,0 0,-1-1,1 1,-1-1,0 0,0 1,0-1,0 0,0 0,-1 0,1 0,-1 1,0-1,0 0,0 0,0 0,0 0,-1 0,1 0,-1 1,0-1,0 0,0 0,0 1,0-1,0 0,-1 1,0 0,1-1,-1 1,0 0,0 0,0 0,0 0,-2-2,-2 0,0 1,0-1,0 1,0 0,0 0,-1 1,1-1,-1 1,1 1,-1 0,0-1,0 2,0-1,1 1,-1 0,0 1,0 0,0 0,0 0,-1 1,-9 3,0 1,0 0,1 1,0 1,1 1,-1 0,-2 3,-13 9</inkml:trace>
  <inkml:trace contextRef="#ctx0" brushRef="#br1" timeOffset="180926.822">12287 5188,'135'-13,"-108"8,0 2,0 0,0 2,1 1,-1 2,10 1,-34-2,0-1,0 1,0-1,-1 1,1 0,0 0,-1 0,1 0,-1 1,1-1,-1 1,1-1,-1 1,0 0,0 0,0 0,0 0,0 0,-1 1,1-1,-1 0,1 1,-1 0,0-1,0 1,0-1,0 1,0 0,-1 0,1 0,-1-1,0 1,0 3,1 22,-3 0,0 1,-2-1,0 0,-2-1,-6 15,-9 53,18-81,0-2,1 0,0 0,1 1,0-1,1 0,0 1,1-1,0 0,1 1,2-6,-1-6</inkml:trace>
  <inkml:trace contextRef="#ctx0" brushRef="#br1" timeOffset="181179.19">12527 5454,'0'-2,"7"-1,14 0,14-1,15-3,11 0,3-1,-1 1,-13 1</inkml:trace>
  <inkml:trace contextRef="#ctx0" brushRef="#br1" timeOffset="182559.273">7542 8903,'1'17,"1"0,1 0,1 0,0-1,2 1,0-1,0 0,1-1,1 0,9 14,23 48,-37-68,1 1,-1 0,0 0,-1 0,-1 0,1 0,-2 1,1-1,-1 0,-1 1,-1 6,2-13,-1 0,0 0,0 0,0 0,0 0,-1 0,1-1,-1 1,0 0,0-1,-1 1,1-1,-1 0,1 0,-1 0,0 0,0 0,0-1,-1 1,1-1,-1 0,1 0,-1 0,0-1,0 1,0-1,1 0,-1 0,-5 1,6-2,0 0,0 0,0 0,0 0,0-1,0 1,0-1,0 0,0 0,0 0,0 0,0 0,0-1,1 1,-1-1,0 0,1 1,-1-1,1-1,0 1,0 0,0 0,0-1,0 1,0-1,1 0,-1 0,1 1,0-1,0 0,0 0,0-2,-16-101,19 98,0 0,0 0,0 0,1 0,0 0,1 1,0-1,0 1,0 0,1 0,0 1,1-1,-1 1,1 0,0 1,2-2,16-18,-12 13,-1-1,-1 0,0 0,-1-1,0 0,-1-1,-1 0,0 0,-1-1,0 1,-2-1,0-1,2-15,-6 30,0 0,0 1,0-1,0 0,-1 1,1-1,-1 0,1 1,-1-1,0 1,0-1,1 1,-1-1,0 1,0 0,-1-1,1 1,0 0,0 0,0 0,-1 0,1 0,-1 0,1 0,-1 0,1 0,-1 1,1-1,-1 1,0-1,1 1,-1 0,0-1,1 1,-1 0,0 0,1 0,-1 1,0-1,-1 0,-69 16,66-15,1 1,0 0,0 0,0 0,0 1,0 0,0 0,1 0,-1 0,1 1,0 0,0 0,0 0,1 0,0 0,-1 1,1 0,1-1,-1 1,1 0,0 0,0 1,0-1,1 0,0 1,0-1,0 1,0-1,1 1,0-1,1 1,-1-1,1 3,16 21,5-4</inkml:trace>
  <inkml:trace contextRef="#ctx0" brushRef="#br1" timeOffset="183515.251">10295 8917,'-3'-3,"0"-1,0 0,0 1,0 0,-1-1,0 1,0 1,1-1,-2 0,1 1,0 0,0 0,-1 0,1 1,-1-1,1 1,-1 0,0 1,0-1,1 1,-1 0,0 0,0 0,1 0,-1 1,0 0,1 0,-1 1,1-1,-1 1,1 0,-2 0,1 2,-1 0,1 0,0 0,0 0,1 1,-1 0,1 0,0 0,1 0,-1 1,1 0,0-1,0 1,1 0,-1 1,2-1,-1 0,0 0,1 1,0 3,1-8,1-1,-1 1,0 0,1 0,-1-1,1 1,-1-1,1 1,0 0,0-1,-1 1,1-1,0 1,1-1,-1 0,0 0,0 1,1-1,-1 0,0 0,1 0,-1 0,1 0,-1-1,1 1,0 0,-1-1,1 1,0-1,-1 1,1-1,0 0,1 0,59-3,-33-3,-1-3,0 0,-1-1,24-14,-9 6,-42 17,1 1,0-1,-1 1,1-1,0 1,0 0,-1 0,1-1,0 1,0 0,0 0,-1 0,1 0,0 0,0 0,0 0,0 0,-1 0,1 0,0 0,0 1,0-1,-1 0,1 1,0-1,0 0,-1 1,1-1,0 1,-1-1,1 1,-1-1,1 1,0 0,-1-1,1 1,-1-1,0 1,1 0,-1 0,0-1,1 1,-1 0,0 0,0 0,1 0,1 43,-3-33,1 4,1 4,-1-1,-1 0,0 1,-1-1,-1 0,-1 0,-1 0,0-1,-1 1,-1-1,-8 15,9-22,-1-1,0 0,0-1,0 1,-1-1,0-1,-1 0,0 0,0 0,0-1,-4 1,-8 2</inkml:trace>
  <inkml:trace contextRef="#ctx0" brushRef="#br1" timeOffset="184345.509">14907 8957,'0'-214,"-1"310,8 174,5-214,-4-40</inkml:trace>
  <inkml:trace contextRef="#ctx0" brushRef="#br1" timeOffset="184676.18">15175 8984,'0'4,"0"0,0 1,0-1,1 0,-1 0,1 0,0 0,0 0,1 0,-1 0,1 0,0-1,0 1,0 0,0-1,1 0,-1 1,1-1,0 0,0-1,0 1,0 0,1-1,-1 1,1-1,-1 0,1 0,0-1,0 1,0-1,0 0,0 0,2 2,1-1,-1-1,1 1,-1-1,1 0,-1-1,1 1,-1-1,1 0,0-1,-1 0,1 0,-1 0,1-1,-1 0,0 0,0-1,0 0,0 0,0 0,0 0,-1-1,0 0,0 0,0-1,0 0,0 1,-1-1,0-1,0 1,-1-1,1 1,-1-1,-1 0,1 0,-1-1,0 1,0 0,0-1,-1 1,0-5,-2 3,0-1,0 0,-1 1,0-1,-1 1,1 0,-2-1,1 1,-1 1,-1-1,1 1,-4-5,5 8,0 1,1-1,-1 1,-1 0,1 0,0 0,-1 0,0 1,1-1,-1 1,0 0,0 0,0 0,-1 1,1-1,0 1,-1 0,1 0,-1 1,1-1,-1 1,1 0,-1 0,1 1,-2-1,-2 3,-1 0,1 0,0 1,1 0,-1 0,0 1,1 0,0 0,1 1,-1 0,1 0,0 0,-3 4,-19 25</inkml:trace>
  <inkml:trace contextRef="#ctx0" brushRef="#br1" timeOffset="185397.493">12341 9145,'0'-14,"0"-11,0-8,0-3,0-3,0 2,0 4,0 12,0 15,0 17,0 13,0 13,0 8,2 3,1 1,2-1,0-5,0-9</inkml:trace>
  <inkml:trace contextRef="#ctx0" brushRef="#br1" timeOffset="185679.302">12487 9184,'5'-20,"1"-14,0-8,1-3,-1 1,-1 3,-2 7,-1 11,0 17,-2 18,0 18,0 18,-1 13,3 6,3 4,1-1,-1-13</inkml:trace>
  <inkml:trace contextRef="#ctx0" brushRef="#br1" timeOffset="186581.952">7381 7487,'-9'-41,"1"1,3-1,1 0,2-31,2 72,1 303,-1-275</inkml:trace>
  <inkml:trace contextRef="#ctx0" brushRef="#br1" timeOffset="186911.073">7475 7340,'4'-3,"1"0,0 1,0-1,0 1,0 0,0 0,0 1,0 0,1 0,-1 0,1 0,-1 1,3 0,1-1,70 2,-77-1,0 0,0 0,0 1,0-1,0 1,0-1,0 1,0 0,0 0,0 0,0 0,0 0,-1 1,1-1,0 0,-1 1,1-1,-1 1,0-1,1 1,-1 0,0 0,0 0,0-1,0 1,-1 0,1 0,0 0,-1 0,1 0,-1 1,0-1,0 0,0 0,0 2,-2 6,-1 0,-1 0,0 0,0 0,-1 0,0-1,-1 0,0 0,0-1,-1 1,0-1,-4 3,5-5,-72 81,77-87,0 1,1 0,-1-1,0 1,0 0,1 0,-1 0,0-1,1 1,-1 0,1 0,-1 0,1 0,0 0,-1 0,1 0,0 0,0 0,-1 0,1 0,0 0,0 0,0 0,0 0,0 0,1 0,-1 0,0 0,0 0,1 0,-1 0,0 0,1 0,-1 0,1 0,0 0,-1 0,1 0,0-1,-1 1,1 0,0 0,0-1,-1 1,1-1,0 1,0-1,0 1,0-1,0 1,0-1,0 0,0 1,0-1,0 0,1 0,12 2,1-1,0 0,-1-2,1 1,-1-2,1 0,-1 0,1-2,0 1,45-8</inkml:trace>
  <inkml:trace contextRef="#ctx0" brushRef="#br1" timeOffset="187629.9">10121 7366,'0'-176,"3"478,5-246,-3-40</inkml:trace>
  <inkml:trace contextRef="#ctx0" brushRef="#br1" timeOffset="188079.226">10282 7259,'127'14,"-124"-14,-1 0,0 0,1 0,-1 0,1 1,-1-1,0 1,1-1,-1 1,0 0,0 0,0 0,1 0,-1 1,0-1,0 0,-1 1,1-1,0 1,0 0,-1 0,1 0,-1 0,1 0,-1 0,0 0,0 0,0 0,0 0,0 1,-1-1,1 0,-1 1,1-1,-1 1,0-1,0 0,0 3,-4 3,0 0,0-1,0 1,-1-1,0 0,0 0,-1-1,0 0,0 0,-1 0,-5 3,-28 30,40-38,0-1,-1 0,1 0,0 1,-1-1,1 0,0 1,-1-1,1 0,0 1,0-1,0 0,-1 1,1-1,0 0,0 1,0-1,0 1,0-1,0 1,0-1,0 0,0 1,0-1,0 1,0-1,0 0,0 1,0-1,0 1,0-1,0 0,1 1,-1-1,0 1,0-1,1 0,-1 1,0-1,0 0,1 1,-1-1,0 0,1 0,-1 1,0-1,1 0,-1 0,0 0,1 1,-1-1,1 0,-1 0,0 0,1 0,-1 0,1 0,-1 0,1 0,29 2,-26-2,22 0,46 5,-70-5,0 1,0 0,0 0,1 0,-1 0,0 1,-1-1,1 1,0-1,0 1,0-1,-1 1,1 0,-1 0,0 0,1 0,-1 0,0 0,0 0,0 0,0 1,-1-1,1 0,-1 1,1-1,-1 0,0 1,0 0,0 3,0-1,0 1,-1-1,0 1,0-1,0 0,-1 1,0-1,0 0,0 0,-1 0,1 0,-1-1,-1 1,1-1,0 1,-1-1,0 0,0-1,0 1,-1-1,1 0,-1 1,-4 2,0-1,0 0,0 0,-1-1,0 0,0 0,0-1,0-1,0 0,0 0,-9 0,-3-3,4-2</inkml:trace>
  <inkml:trace contextRef="#ctx0" brushRef="#br1" timeOffset="189376.597">14747 7500,'5'-265,"0"253,-2 38,-3 275,0-282</inkml:trace>
  <inkml:trace contextRef="#ctx0" brushRef="#br1" timeOffset="189783.86">14948 7152,'-7'44,"2"0,2 0,3 30,0-57,-1-15,1 1,-1-1,0 1,1-1,0 0,0 1,0-1,0 1,0-1,0 1,0-1,1 0,-1 1,1-1,0 0,0 1,0-1,0 0,0 0,0 0,0 0,1 0,-1 0,1 0,0 0,-1 0,1-1,0 1,0-1,0 1,0-1,0 0,1 0,-1 0,0 0,0 0,1 0,-1-1,1 1,-1-1,0 0,1 1,7-3,-1-1,0 1,1-2,-2 1,1-1,0 0,-1-1,1 0,-2 0,1-1,0 0,-1 0,0-1,0 0,-1 0,0-1,-1 0,1 0,0-1,-22 86,6 83,11-109</inkml:trace>
  <inkml:trace contextRef="#ctx0" brushRef="#br1" timeOffset="190732.838">12006 7394,'27'-196,"-26"163,-1 22,0 15,-12 274,14-222,4-39</inkml:trace>
  <inkml:trace contextRef="#ctx0" brushRef="#br1" timeOffset="191051.985">12220 7220,'1'6,"1"1,-1-1,1 0,0 0,0 0,1 0,0 0,0 0,0 0,1-1,0 0,0 0,0 0,1 0,-1-1,1 1,0-1,1 0,-1-1,1 1,2 0,36 32,-38-30,-1 0,-1 0,1 0,-1 1,0-1,0 1,-1 0,0 0,0 1,0-1,-1 0,-1 1,2 7,-3-12,1 1,-1-1,0 1,0-1,0 0,-1 1,1-1,-1 1,0-1,0 0,0 1,0-1,-1 0,1 0,-1 0,0 0,0 0,0 0,0-1,0 1,-1-1,1 1,-1-1,0 0,0 0,1 0,-1 0,-1-1,1 1,0-1,-2 1,0 0,0-1,1 1,-1-1,0 0,0-1,0 1,0-1,0 0,0 0,0 0,0-1,-4 0,-9-5</inkml:trace>
  <inkml:trace contextRef="#ctx0" brushRef="#br1" timeOffset="191344.372">12233 7152,'19'-11,"12"-7,8-1,6-1,5-1,1 1,-2 1,-9 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06:33.363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4438 452,'-57'-110,"56"109,1 0,-1 0,0 0,1 0,-1 0,0 0,0 0,0 0,0 0,0 0,0 1,0-1,0 0,0 1,0-1,0 1,0-1,0 1,-1-1,1 1,0 0,0 0,0 0,-1 0,1 0,0 0,0 0,-1 0,1 0,0 0,0 1,0-1,-1 0,1 1,0-1,0 1,0-1,0 1,0 0,0-1,0 1,0 0,0 0,0 0,1 0,-1 0,0 0,0 0,1 0,-1 0,1 0,-1 0,1 0,-1 0,1 1,-19 29,2 0,2 1,1 1,-6 20,14-41,2 0,-1 0,1 0,1 1,0-1,1 1,1 0,-1-1,2 1,0 0,1 0,0 0,0 0,2 0,3-5,0 0,0 0,1-1,0 0,0 0,1-1,-1 0,1 0,1-1,-1 0,1 0,0-1,0 0,1-1,-1 0,1 0,-1-1,1-1,2 1,9 4,-8-3,64 26,-74-28,-1 0,0 0,1 1,-1-1,0 1,0 0,0 0,0 0,-1 0,1 0,-1 0,1 0,-1 0,1 1,-1-1,0 0,0 1,0-1,-1 1,1-1,0 1,-1 0,0-1,0 1,1 0,-2-1,1 1,0 1,-5 9,0 0,0-1,-1 1,-1-1,0 0,-1 0,0-1,-1 0,0-1,0 0,-1 0,-7 4,-17 17,25-26,1 1,0 1,1 0,0 0,0 0,0 1,1 0,0 0,1 1,0-1,0 1,1 1,-2 4,6-10,1 0,0 0,1 1,-1-1,0 0,1 0,0 0,0-1,0 1,1 0,-1-1,1 0,0 1,0-1,0 0,0 0,0-1,1 1,-1-1,1 1,0-1,0 0,0-1,0 1,0-1,1 1,6 4,-4-2,12 6,0 0,-1 2,-1 0,0 1,10 10,-23-19,0 0,-1 0,0 0,0 0,0 1,0-1,0 1,-1-1,0 1,0 0,0 0,-1 0,0 0,0 1,0-1,0 0,-1 0,0 1,0-1,0 0,-1 0,0 1,0-1,0 0,-2 3,-15 42,13-40,0 1,1 0,0-1,1 1,0 1,1-1,0 0,0 1,2-1,-1 1,1 0,1-1,0 1,1-1,0 0,3 8,2-3,1-1,1 0,1 0,0-1,0-1,2 1,0-2,8 8,54 65,-73-84,1 1,-1 0,1 0,-1 0,0 0,0 0,0 0,0 0,0 0,0 0,-1 1,1-1,-1 0,1 0,-1 1,0-1,0 0,0 1,0-1,-1 0,1 1,0-1,-1 0,0 0,1 1,-1-1,0 0,0 0,0 0,-1 0,1 0,0 0,-1 0,1-1,-1 1,-1 1,-13 12,8-9,1 0,0 0,0 1,1 0,0 0,0 0,1 1,-1 0,2 0,-1 0,1 1,1 0,-1 0,1 0,0 1,3-8,-1-1,1 0,0 0,-1 0,1 0,0 0,0 1,0-1,0 0,0 0,0 0,0 0,0 1,1-1,-1 0,0 0,1 0,-1 0,0 0,1 0,0 0,-1 0,1 0,-1 0,1 0,0 0,0 0,0 0,0 0,-1-1,1 1,0 0,0-1,0 1,1-1,-1 1,0-1,0 1,0-1,0 0,0 1,0-1,1 0,-1 0,0 0,0 0,0 0,1 0,-1 0,0-1,0 1,0 0,0-1,0 1,0-1,0 1,1-1,-1 1,0-1,-1 0,1 1,0-1,0 0,0 0,0 0,-1 0,2 0,7-14</inkml:trace>
  <inkml:trace contextRef="#ctx0" brushRef="#br0" timeOffset="1057.519">628 986,'-64'-15,"72"22,22 1,1-1,-1-2,1 0,0-3,23 0,-32-1,718 7,-482-10,650 24,-603-3,-305-19,0 0,-1 0,1 0,0 0,0 0,0 0,-1 0,1 0,0-1,0 1,0 0,0 0,-1 0,1 0,0 0,0-1,0 1,0 0,0 0,0 0,-1 0,1-1,0 1,0 0,0 0,0 0,0-1,0 1,0 0,0 0,0 0,0-1,0 1,0 0,0 0,0-1,0 1,0 0,0 0,0 0,0 0,1-1,-1 1,0 0,0 0,0 0,0-1,0 1,0 0,1 0,-1 0,0 0,0 0,0 0,1-1,-4-1,-8-7</inkml:trace>
  <inkml:trace contextRef="#ctx0" brushRef="#br0" timeOffset="2615.555">2593 625,'-17'-5,"25"14,26 7,0-1,1-1,1-3,0-1,0-1,5 2,19 5,23 5,-1 4,76 35,-145-54,0 1,-1 0,1 0,-1 2,-1-1,0 1,0 1,2 3,-10-10,-1 0,1 0,-1 0,1 1,-1-1,0 1,0 0,-1-1,1 1,-1 0,0 0,0 0,0 0,0 0,-1 0,1 0,-1 0,0 0,-1 0,1 1,-1-1,0 0,0 0,0 0,0-1,0 1,-1 0,0 0,0-1,-2 3,-9 10,-1-1,-1-1,-1 0,0-1,0 0,-2-2,1 0,-1-1,-1 0,0-2,0 0,-7 1,26-9,-367 123,341-108,27-16,1 1,-1-1,0 0,1 1,-1-1,0 0,0 0,1 0,-1 0,0 0,0 0,0 0,0-1,-1 1,1 0,0 0,0-1,-1 1,1-1,-1 1,1 0,-1-1,1 1,-1-1,0 1,0-1,0 1,0-1,0 1,0-1,0 1,-1-1,1 0,-3-11,-1 1,0 0,-1 0,0 0,-1 1,0 0,-1 0,-2-3,-6-11,-8-16,2-1,1-1,3-1,1-1,3 0,1-1,3 0,0-9,-2 30,-5 127,11-62,2 0,1 1,3-1,1 0,2 1,2-1,1 0,3-1,1 0,12 29,-10-46,-13-22,0-1,0 1,0 0,0 0,0-1,0 1,0 0,1 0,-1-1,0 1,0 0,0 0,0 0,0-1,0 1,1 0,-1 0,0 0,0-1,0 1,1 0,-1 0,0 0,0 0,0 0,1 0,-1-1,0 1,0 0,1 0,-1 0,0 0,0 0,1 0,-1 0,0 0,0 0,1 0,-1 0,0 0,0 0,1 0,-1 0,0 0,0 1,1-1,-1 0,0 0,0 0,0 0,1 0,-1 1,0-1,0 0,0 0,0 0,1 1,-3-19,0 0,-2 0,0 0,0 0,-2 1,-6-13,3 5,-70-176,77 195,1 5,0 1,0-1,1 1,-1-1,0 1,1-1,-1 0,0 1,1-1,-1 0,1 1,-1-1,1 0,-1 0,1 0,0 1,-1-1,1 0,0 0,0 0,-1 0,1 0,0 0,0 0,0 1,0-1,0 0,0 0,1 0,-1 0,0 0,0 0,1 0,-1 1,0-1,1 0,-1 0,1 0,-1 1,1-1,-1 0,1 1,0-1,-1 0,1 1,0-1,0 1,-1-1,1 1,0-1,0 1,0 0,-1-1,1 1,0 0,0 0,0 0,0-1,0 1,0 0,161 60,434 135,-523-165,-72-30,-1 1,1-1,-1 0,1 0,-1 1,1-1,-1 0,1 0,-1 1,1-1,-1 0,0 1,1-1,-1 1,0-1,1 0,-1 1,0-1,0 1,1-1,-1 1,0-1,0 1,0-1,0 1,1-1,-1 1,0 0,0-1,0 1,0-1,0 1,0-1,-1 1,1-1,0 1,0-1,0 1,0-1,-1 1,1-1,0 1,0-1,-1 1,1-1,0 0,-1 1,1-1,-1 1,1-1,0 0,-1 1,1-1,-1 0,1 0,-1 1,0-1,-32 13,-32 2,0-3,-1-3,-21-2,61-4,-179 11,-35-8,456-35,-120 8,0-3,-2-5,51-24,-57 9,-89 44,0 0,0 0,0 0,1 0,-1 0,0 0,0-1,0 1,1 0,-1-1,0 1,0 0,0-1,1 1,-1-1,0 1,1-1,-1 1,1-1,-1 0,0 1,1-1,-1 0,1 1,0-1,-1 0,1 0,0 0,-1 1,1-1,0 0,0 0,-1 0,1 1,0-1,0 0,0 0,0 0,0 0,0 0,1 1,-1-1,0 0,0 0,1 0,-1 1,0-1,1 0,-1 0,1 1,-1-1,1 0,-1 1,1-1,-1 0,1 1,0-1,-1 1,1-1,0 1,0-1,-1 1,1 0,0-1,0 1,0 0,0-1,-34-3,0 1,0 1,1 2,-1 2,-2 1,-5-1,-184 9,216-10,30-1,-9 1,0-2,0 0,0 0,-1-1,1-1,0 0,-1-1,0 0,0-1,0 0,0-1,-1 0,0-1,0 0,7-7,-16 12,0 0,-1 1,1-1,-1 0,1 0,-1-1,0 1,1 0,-1 0,0-1,-1 1,1 0,0-1,-1 1,1-1,-1 1,0 0,0-1,0 1,0-1,0 1,-1-1,1 1,-1-1,1 1,-1-1,0 1,0 0,0 0,0-1,0 1,-1 0,1 0,-1 0,1 0,-1 0,-4-4,0 0,-1 1,0-1,0 1,0 0,-1 1,1 0,-1 0,-7-2,-115-22,204 36,-75-8,1 0,0 0,0 0,0 0,0 0,0 0,0 0,0 1,-1-1,1 0,0 0,0 0,0 0,0 1,0-1,0 0,0 0,0 0,0 0,0 1,0-1,0 0,0 0,0 0,0 0,0 1,0-1,0 0,0 0,0 0,0 0,0 1,0-1,1 0,-1 0,0 0,0 0,0 0,0 1,-19 1,-16 1,40 2,2-3</inkml:trace>
  <inkml:trace contextRef="#ctx0" brushRef="#br0" timeOffset="8701.798">9598 853,'-414'32,"-671"-13,62 49,724-67,275-8,24 1</inkml:trace>
  <inkml:trace contextRef="#ctx0" brushRef="#br0" timeOffset="9255.166">7018 799,'0'0,"-1"-1,0 1,1-1,-1 1,0 0,1-1,-1 1,0 0,0-1,1 1,-1 0,0 0,0 0,1 0,-1 0,0 0,0 0,0 0,1 0,-1 0,0 0,0 0,1 1,-1-1,0 0,0 0,1 1,-1-1,0 1,1-1,-1 1,0-1,1 1,-1-1,1 1,-1-1,-1 1,-355 200,151-91,205-110,1 0,-1 0,0 0,1 0,-1 0,1 0,-1 0,1 0,-1 0,1 1,-1-1,1 0,-1 0,1 0,0 0,-1 1,1-1,-1 0,1 1,-1-1,1 0,0 1,-1-1,1 0,0 1,-1-1,1 1,0-1,0 0,-1 1,1-1,0 1,0-1,0 1,0-1,-1 1,1-1,0 1,0-1,0 1,0-1,0 1,0-1,0 1,0-1,1 1,-1-1,0 1,0-1,0 1,1-1,-1 1,0-1,0 1,1-1,-1 0,0 1,1-1,-1 0,0 1,1-1,0 1,34 3,1-4,1 2,-1 1,0 2,0 1,-1 3,1 0,-2 2,12 6,108 69,-151-84,-3-1,1 1,0-1,0 0,-1 0,1 0,0 0,0 0,0 0,0-1,0 1,0 0,0 0,1-1,-1 1,0 0,0-1,0 0,1 1,-1-1,0 1,1-1,-1 0,0 0,0 0,1 0,-1 0,0 0,1 0,-1-1,0 1,1 0,-1-1,0 1,0-1,1 1,-1-1,0 1,0-1,0 0,0 0,0 1,0-1,0 0,0 0,0 0,0 0,-1 0,1-1,0 1,-1 0,1 0,0-1,9-120,-11 95,-9-263,1 250,2 51,5 9,0 2</inkml:trace>
  <inkml:trace contextRef="#ctx0" brushRef="#br1" timeOffset="-113051.745">0 265,'1'2,"1"0,-1 0,1 0,0 0,0 0,0 0,0 0,0 0,0-1,0 1,0-1,1 0,-1 1,0-1,1 0,-1 0,1-1,-1 1,1 0,0-1,-1 0,1 0,0 0,-1 0,1 0,0 0,-1 0,1-1,-1 1,2-1,5 1,770 4,869-32,-1083 6,655 12,-797 11,1573 7,-1622-3,689 22,356 67,-112-3,-967-62,-303-22,-61-1,19-5,-1-1,1 1,0-1,-1 0,1 0,-1 0,1-1,0 0,-1 0,1-1,0 1,0-1,0 0,0 0,0-1,0 1,1-1,-1 0,1-1,-3-1,-103-126,101 120,-1 0,0 1,0 0,-1 1,-1 0,1 1,-1 0,-2 0,13 8,0 0,0-1,1 1,-1 0,0 0,0-1,0 1,1 0,-1 0,0 0,0 0,0 0,1 0,-1 1,0-1,0 0,0 0,1 1,-1-1,0 0,0 1,1-1,-1 0,0 1,1-1,-1 1,1-1,-1 1,0 0,1-1,-1 1,1 0,0-1,-1 1,1 0,-1-1,1 1,0 0,0 0,-1 0,1-1,0 1,0 0,0 0,0 0,0-1,0 1,0 0,0 0,0 0,0-1,1 1,-1 0,0 0,0-1,1 1,-1 0,1 0,-1-1,1 1,-1 0,1-1,-1 1,1-1,-1 1,1-1,0 1,-1-1,1 1,0-1,8 11,0-1,1 0,1 0,-1-1,1-1,1 0,0 0,0-1,0-1,1 0,0-1,0 0,6 1,294 98,-312-104,1 0,0 1,0-1,-1 0,1 1,0 0,0-1,-1 1,1 0,-1 0,1 0,-1-1,1 2,-1-1,1 0,-1 0,0 0,0 1,1-1,-1 1,0-1,0 1,-1-1,1 1,0-1,0 1,-1 0,1 0,-1-1,0 1,1 0,-1 0,0-1,0 1,0 0,0 0,0 0,0-1,-1 1,0 1,-5 4,-1-1,-1-1,1 1,-1-1,0-1,0 1,0-1,-1-1,-7 3,15-6,-110 37,-2-4,-2-6,0-4,-1-6,-5-5,-43 6</inkml:trace>
  <inkml:trace contextRef="#ctx0" brushRef="#br1" timeOffset="-111897.791">10441 158,'-17'40,"1"31,2 1,3 1,4-1,3 5,0-22,-5 87,2-222,-11-301,17 379,1 0,0 1,-1-1,1 0,0 1,0-1,0 0,0 0,1 1,-1-1,0 0,1 1,-1-1,1 0,0 1,0-1,-1 1,1-1,0 1,0-1,0 1,0 0,1 0,-1-1,0 1,0 0,1 0,-1 0,1 0,-1 0,1 1,-1-1,1 0,0 1,-1-1,1 1,0 0,-1-1,1 1,0 0,-1 0,1 0,0 0,0 0,0 1,229 29,-149-22,10-1,0 4,83 22,-123-11,-52-21,1 1,-1-1,0 0,1 1,-1-1,0 1,0-1,0 1,0-1,0 1,0-1,-1 1,1-1,0 0,-1 1,1-1,-1 1,0-1,1 0,-1 1,0-1,0 0,1 0,-1 0,0 0,0 0,-1 0,1 0,0 0,0 0,0 0,-1 0,1-1,0 1,-1-1,1 1,0-1,-1 1,-1-1,-32 19,-2-2,0-2,-36 10,38-14,-212 68,210-65</inkml:trace>
  <inkml:trace contextRef="#ctx0" brushRef="#br1" timeOffset="-110294.164">12218 185,'-19'-2,"-1"1,1 0,-1 2,0 1,1 0,0 1,-1 1,1 1,1 0,-1 2,1 0,0 1,0 1,1 0,0 2,1 0,1 1,-1 0,-6 8,11-6,1 1,0 0,0 1,2 0,0 0,1 1,0 0,2 0,0 1,1-1,0 1,1 7,2-13,0 0,1 0,0 0,1 0,0 0,1 0,0 0,1 0,0-1,1 1,1-1,-1 0,2 0,0-1,0 0,0 0,2 0,-1-1,1 1,4 1,0-1,0 0,1-1,1 0,-1-1,1-1,0 0,1-1,0 0,1-1,30 8</inkml:trace>
  <inkml:trace contextRef="#ctx0" brushRef="#br1" timeOffset="-109910.912">12152 719,'31'39,"-29"-34,1 0,1-1,-1 1,1-1,0 0,0 0,0 0,0 0,1-1,-1 1,1-1,0 0,0-1,0 1,1-1,0 0,0 0,0-2,0 1,0 0,-1-1,1 0,0-1,0 1,0-1,-1 0,1-1,0 1,-1-1,1 0,-1-1,0 1,1-1,-1 0,-1 0,1-1,0 1,-1-1,0 0,1 0,-2-1,1 1,0-1,-1 0,0 0,0 0,2-5,-3 5,1 0,-1 0,0 0,0 0,-1 0,1 0,-1 0,0-1,-1 1,1 0,-1-1,0 1,0 0,-1-1,0 1,0 0,0-1,0 1,-1 0,0 0,0 0,0 0,-1 1,0-1,0 0,0 1,0 0,0 0,-1 0,0 0,0 0,0 1,-3-2,-2 0,1 1,-1 0,0 1,0 0,0 0,0 1,0 0,0 0,-1 1,1 0,-1 1,1 0,-1 1,1 0,-1 1,4-2,1 1,-1 0,1 0,-1 1,1 0,0 0,-1 0,1 1,0-1,1 1,-1 0,0 1,1-1,0 1,0 0,0 0,0 0,0 1,1-1,0 1,0 0,0 0,1 0,0 0,-2 3,3-2,1-1,-1 0,1 0,0 0,0 0,1 1,-1-1,1 0,0 0,1 0,-1 0,1 0,0 0,0-1,0 1,1-1,0 1,0-1,0 0,0 0,1 0,-1 0,1-1,1 1,31 26</inkml:trace>
  <inkml:trace contextRef="#ctx0" brushRef="#br1" timeOffset="-109444.664">12887 625,'-5'-8,"-1"0,0 0,0 1,-1 0,0 0,-1 0,1 1,-1 0,0 0,-1 1,1 0,-1 1,0 0,0 0,-1 1,1 0,-1 0,1 1,-1 1,0-1,0 2,0-1,0 2,0-1,0 1,1 0,-1 1,0 1,1-1,-1 1,-2 2,6 0,0-1,1 1,0 0,0 1,0-1,1 1,0 0,0 0,0 0,1 1,0-1,0 1,1 0,0 0,0 0,0 0,1 0,0 0,0 1,1-1,0 0,0 0,1 1,0-1,0 0,1 0,0 0,0 0,1 0,-1-1,1 1,1-1,-1 1,1-1,1 0,-1 0,1-1,0 0,0 1,0-2,4 4,-1-2,1 0,0-1,0 0,0 0,1-1,0 0,0 0,0-1,0-1,0 1,1-2,-1 1,1-2,-1 1,1-1,-1-1,1 0,-1-1,0 0,1 0,-1-1,0 0,0-1,-1 0,1-1,-1 0,0 0,0-1,-1 0,1 0,5-7,0-7,-1 0,-1-1,-1-1,-1 0,-1 0,0-1,-2 0,-1-1,-1 1,-1-1,0 0,-2-1,10-70,-3-1,-5 0,-7-78,-1 149,4 25,0 0,0-1,0 1,0 0,-1-1,1 1,0 0,0-1,0 1,0 0,-1 0,1-1,0 1,0 0,-1 0,1-1,0 1,0 0,-1 0,1-1,0 1,-1 0,1 0,0 0,0 0,-1 0,1 0,0 0,-1-1,1 1,-1 0,1 0,0 0,-1 0,1 0,0 0,-1 1,1-1,0 0,-1 0,1 0,0 0,-1 0,1 0,0 1,0-1,-1 0,1 0,0 0,-1 1,1-1,0 0,0 0,0 1,-1-1,1 0,0 1,0-1,0 0,0 1,-1-1,1 0,0 1,0-1,0 0,-8 13,1 0,1 0,-1 1,2 0,0 0,1 0,-1 7,3-15,-9 36,2 1,1 1,3 0,1 0,2 0,3 0,1 0,2 0,2-1,4 11,-5-34,1 0,0 0,2-1,0 0,2 0,0-1,1 0,0-1,4 4,19 16</inkml:trace>
  <inkml:trace contextRef="#ctx0" brushRef="#br1" timeOffset="-108299.233">12152 1374,'0'-4,"0"-1,0 0,0 1,-1-1,1 1,-1-1,0 1,-1-1,1 1,-1-1,0 1,0 0,0 0,0 0,-1 0,0 0,0 1,0-1,0 1,0 0,-1 0,1 0,-1 0,0 0,0 1,0 0,0 0,0 0,-1 0,1 1,-1-1,1 1,-2 0,-5-1,0 0,-1 1,1 0,0 1,-1 0,1 1,0 0,-1 0,1 2,0-1,0 1,0 1,1 0,-1 1,1 0,0 0,0 1,1 0,0 1,0 0,0 0,1 1,0 0,-4 6,-1 2,0 0,2 0,0 1,1 0,0 1,2 1,0-1,1 1,1 0,0 1,2-1,0 1,0 12,3-21,1-1,-1 0,2 1,-1-1,2 0,-1 1,1-1,1 0,0 0,0 0,1-1,0 1,1-1,0 0,0 0,1-1,0 1,1-1,0 0,0-1,0 0,1 0,0-1,1 1,-1-2,1 1,0-1,1-1,-1 0,1 0,0-1,7 2,-9-4,0 0,0 0,0 0,0-1,0 0,0-1,0 0,-1 0,1 0,6-3,21-10</inkml:trace>
  <inkml:trace contextRef="#ctx0" brushRef="#br1" timeOffset="-107980.044">11817 1535,'279'0,"-276"0,49 7,-51-6,0-1,0 1,0-1,0 1,0-1,0 1,0 0,0-1,0 1,0 0,0 0,-1 0,1 0,0 0,0 0,-1 0,1 0,-1 0,1 0,-1 0,1 0,-1 0,0 1,1-1,-1 0,0 0,0 0,0 1,0-1,0 0,0 0,0 0,-1 0,1 1,0-1,-1 0,1 0,-1 0,1 0,-11 31,7-25,0 1,0-1,1 1,0 0,1 1,-1-1,2 0,-1 1,1-1,0 1,1-1,0 1,0-1,1 1,0-1,1 1,0-1,0 0,1 1,0-1,0-1,1 1,0 0,1 1,14 9,1-5</inkml:trace>
  <inkml:trace contextRef="#ctx0" brushRef="#br1" timeOffset="-107566.33">12326 1762,'13'-343,"-14"342,1 0,0 0,-1 1,1-1,0 0,0 1,0-1,0 0,-1 0,1 1,0-1,0 0,0 0,1 1,-1-1,0 0,0 0,0 1,0-1,1 0,-1 0,0 1,1-1,-1 0,0 1,1-1,-1 0,1 1,-1-1,1 1,0-1,-1 1,1-1,-1 1,1 0,0-1,-1 1,1-1,0 1,-1 0,1 0,0 0,0-1,-1 1,1 0,0 0,0 0,0 0,-1 0,1 0,0 0,0 0,-1 1,1-1,0 0,-1 0,1 1,0-1,0 0,-1 1,1-1,-1 1,1-1,0 1,36 16,0-1,1-2,0-1,11 0,-41-11,48 19,-54-21,-1 1,0 0,0 0,0-1,0 1,0 0,0 0,0 0,0 0,0 0,0 0,-1 1,1-1,0 0,-1 0,1 0,-1 1,1-1,-1 0,0 1,1-1,-1 0,0 1,0-1,0 0,0 1,0-1,0 0,-1 1,1-1,0 0,-1 1,1-1,-1 0,1 0,-1 1,0-1,1 0,-1 0,0 1,-42 53,34-45,1 0,0 0,0 1,1 0,0 1,1-1,-1 6,6-12,1-1,-1 1,1-1,0 0,0 1,1-1,0 1,-1-1,2 1,-1-1,0 0,1 0,0 1,0-1,0-1,0 1,1 0,-1 0,1-1,0 1,0-1,0 0,1 0,-1 0,1-1,-1 1,1-1,0 0,0 0,0 0,0 0,1-1,-1 1,0-1,1 0,-1-1,1 1,2-1,28 7</inkml:trace>
  <inkml:trace contextRef="#ctx0" brushRef="#br1" timeOffset="-107142.016">13021 1642,'-4'-4,"-10"-10,0 0,-1 1,0 0,-1 1,-16-9,30 20,-1 0,1 0,-1 1,1-1,-1 0,1 1,-1-1,0 1,1 0,-1 0,0 0,1 0,-1 1,0-1,1 1,-1-1,1 1,-1 0,1 0,-1 0,1 0,0 0,-1 1,1-1,0 1,0 0,0-1,0 1,0 0,1 0,-3 2,-39 75,22 10,20-86,1-1,0 1,0 0,0 0,0 0,0-1,1 1,-1 0,1 0,-1-1,1 1,0 0,0-1,1 1,-1-1,0 1,1-1,0 0,-1 0,1 0,0 1,0-2,0 1,0 0,1 0,-1-1,0 1,1-1,-1 0,3 2,4-2,0 0,0-1,0 0,0 0,0 0,-1-1,1-1,0 0,0 0,-1 0,1-1,-1 0,0-1,0 0,0 0,0-1,-1 0,0 0,0-1,0 0,-1 0,1-1,-2 1,2-2,-3 3,0 0,0-1,0 1,0-1,-1 0,0 0,0 0,-1 0,1 0,-1-1,-1 1,1-1,-1 1,0-1,-1 0,0 0,0 1,0-1,-1 0,0 1,0-1,0 1,-1-1,0 1,-2-4,4 9,-1 0,0 0,1 0,-1 0,1 0,-1 0,0 0,0 0,0 0,1 0,-1 1,0-1,0 0,0 1,0-1,0 1,0-1,0 1,-1-1,1 1,0 0,0 0,0-1,0 1,0 0,-1 0,1 0,0 0,0 0,0 0,0 1,0-1,-1 0,1 1,0-1,0 0,0 1,0 0,0-1,0 1,0-1,0 1,0 0,1 0,-1 0,0-1,0 1,1 0,-2 1,-22 54,25-47,0 0,1 0,0 0,0 0,0 0,2 0,-1-1,1 1,0-1,0 0,1 0,0-1,1 1,0-1,0 0,0 0,1-1,0 0,0 0,1-1,0 0,0 0,0-1,0 0,1 0,6 1,23 11</inkml:trace>
  <inkml:trace contextRef="#ctx0" brushRef="#br1" timeOffset="-106604.836">13235 1508,'9'19,"1"1,1-2,0 1,2-2,0 1,1-2,0 0,2-1,0 0,1 0,-14-12,1-1,-1 1,1 0,0-1,-1 0,1 0,0 0,0 0,0-1,1 1,-1-1,0 0,0-1,1 1,-1-1,1 0,-1 0,0 0,1 0,-1-1,0 0,1 0,-1 0,0 0,0-1,0 1,0-1,0 0,0 0,0-1,-1 1,1-1,-1 0,0 0,0 0,0 0,0 0,0-1,-1 0,1 1,-1-1,2-3,-1-1,0 1,-1-1,1 1,-1-1,-1 0,0 0,0 0,0 0,-1 0,0 0,0 0,-2-5,2 12,0 1,0-1,0 0,0 1,0-1,-1 0,1 1,0-1,0 0,-1 1,1-1,0 1,-1-1,1 1,0-1,-1 1,1-1,-1 1,1-1,-1 1,1-1,-1 1,1 0,-1-1,1 1,-1 0,0 0,1-1,-1 1,0 0,1 0,-1 0,1 0,-1 0,0 0,1 0,-1 0,0 0,1 0,-1 0,0 0,1 0,-1 0,0 1,1-1,-1 0,1 0,-1 1,1-1,-1 0,1 1,-1-1,1 1,-1-1,-27 30,12 1,1 1,2 0,1 0,2 2,1-1,1 1,2 0,2 1,0 14,-2 67,4 0,12 92,0 65,-9-256,0-1,-2 1,0-1,-1 1,-1-1,0 0,-2 0,1 0,-2 0,0-1,-2 2,7-14,0 0,-1-1,1 1,-1-1,1 0,-1 1,0-1,0 0,0 0,0 0,0 0,-1-1,1 1,0-1,-1 1,0-1,1 0,-1 0,0 0,1 0,-1 0,0-1,0 1,0-1,1 0,-1 0,0 0,0 0,0 0,0 0,0-1,1 0,-1 1,0-1,0 0,-1-1,-6-6,1 0,-1 0,1-1,1 0,0-1,0 0,1 0,0 0,1-1,0 0,1 0,0-1,1 1,0-1,1 0,0 0,0-5,-2 0,0 0,1-1,1 0,1 0,0 0,1 0,1 0,1 0,0 0,2 0,0 1,1-1,0 1,2-1,0 1,1 1,7-14,-9 24,1 0,0 0,0 1,0 0,0 0,1 0,0 1,0 0,0 0,0 1,1 0,-1 1,1-1,0 1,0 1,0-1,0 1,0 1,0-1,0 2,0-1,2 1,23 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06:45.615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2864 3182,'0'-7,"1"-1,0 0,1 1,0-1,0 1,0 0,1 0,0 0,1 0,0 0,0 0,0 1,1 0,0 0,0 0,0 1,3-3,108-78,-50 48,3 2,0 4,3 3,0 3,1 3,2 3,0 3,29 0,-54 10,0 3,1 2,-1 2,1 2,-1 3,0 1,25 8,70 25,-82-21,1-2,1-3,17-1,-62-8,0-1,1-2,-1 0,1-1,-1 0,1-2,-1-1,0 0,0-2,0 0,-1-1,1-1,6-4,74-74,-85 70,0 0,1 1,1 0,1 2,0 0,12-6,-22 16,0 0,0 0,0 1,1 0,-1 1,0 0,0 0,1 1,-1 0,0 0,0 1,0 0,0 0,0 1,-1 0,1 0,-1 1,0 0,1 0,-2 1,1 0,-1 0,4 4,17 8,4 2,0-2,1-1,1-2,0-1,0-1,2-2,-1-2,1-1,25 2,-8-4,0-3,0-2,0-2,0-2,0-3,0-1,-1-3,41-15,-11-6,-1-3,16-13,46-21,-70 47,-63 16,-2-2</inkml:trace>
  <inkml:trace contextRef="#ctx0" brushRef="#br0" timeOffset="2919.74">5229 54,'5'82,"4"0,3 0,17 57,9 55,-20-22,-6 1,-12 158,-1-210,8-46,-7-76,0 1,-1-1,1 0,0 1,-1-1,1 1,0-1,-1 1,1-1,-1 1,1-1,-1 1,1-1,-1 1,1-1,-1 1,1 0,-1-1,1 1,-1 0,0 0,1-1,-1 1,0 0,1 0,-1 0,0 0,1 0,-1 0,1 0,-1 0,0 0,1 0,-1 0,0 0,1 1,-1-1,0 0,1 0,-1 1,1-1,-1 0,1 1,-1-1,1 1,-1-1,1 0,-1 1,1-1,-1 1,1 0,0-1,-1 1,1-1,0 1,-1-1,1 1,0 0,0-1,0 1,0 0,-1-1,1 1,0 0,-3-13</inkml:trace>
  <inkml:trace contextRef="#ctx0" brushRef="#br0" timeOffset="3554.964">5055 1311,'33'31,"-2"2,-1 1,-2 1,-1 2,-2 1,-2 0,-1 2,-2 1,-2 0,6 22,-11-20,-20-73,-18-29,-3 2,-3 0,-2 2,-39-50,70 103,1 2,0-1,1 1,-1 0,1-1,-1 1,0-1,1 1,-1-1,1 1,-1-1,1 1,-1-1,1 1,-1-1,1 0,0 1,-1-1,1 0,0 1,-1-1,1 0,0 1,0-1,0 0,0 1,0-1,0 0,0 0,0 1,0-1,0 0,0 0,0 1,0-1,0 0,1 1,-1-1,0 0,1 1,-1-1,0 0,1 1,-1-1,1 1,-1-1,1 1,-1-1,1 1,0-1,-1 1,1-1,-1 1,1 0,0-1,-1 1,1 0,0 0,120-3,206-3,-314 6,-7-1,0 1,1 0,-1 0,0 1,0 0,1 0,-1 0,0 0,0 1,0 0,0 1,1 0,-6-1,0-1,-1 1,1-1,-1 1,1-1,-1 1,1 0,-1-1,0 1,0 0,0-1,0 1,0-1,0 1,-1 0,1-1,0 1,-1 0,1-1,-1 1,0-1,1 1,-1-1,0 1,0-1,0 0,0 1,0-1,0 0,0 0,-1 0,1 0,0 0,-1 0,1 0,0 0,-2 0,-1 3,-20 18,1 2,1 0,1 2,1 0,2 1,0 1,2 1,1 1,2 0,-3 10,8-11</inkml:trace>
  <inkml:trace contextRef="#ctx0" brushRef="#br0" timeOffset="6011.701">5671 5735,'-1'3,"0"-1,1 1,-1 0,1 0,0-1,0 1,0 0,0 0,0-1,0 1,1 0,-1-1,1 1,0 0,0-1,0 1,1 2,6 25,-1-2,-2-40,-1-57,-3 0,-6-49,5 109,-20-204,-31-128,37 256,-92-570,106 648,-6-34,2 1,2-1,2 0,1 0,5-15,-1 37,-3 24,-8 21,-2-1,-1 0,-1-1,-2 0,0 0,-1-1,-2 1,-7 14,8-15,-19 50,33-72,0 0,0 0,0 0,0-1,0 1,0 0,0 0,0 0,0 0,0 0,1-1,-1 1,0 0,0 0,1 0,-1-1,1 1,-1 0,1 0,-1-1,1 1,-1 0,1-1,0 1,-1-1,1 1,0-1,-1 1,1-1,0 0,0 1,0-1,-1 0,1 1,0-1,0 0,0 0,0 0,0 0,-1 0,1 0,0 0,0 0,0 0,43-7,-37 6,23-6,-3-1,1 2,-1 0,1 2,0 1,0 2,0 0,0 2,18 3,90 32,-135-35,-1-1,1 1,0-1,0 1,-1-1,1 1,0-1,0 0,0 1,-1-1,1 0,0 0,0 1,0-1,0 0,0 0,0 0,-1 0,1 0,0 0,0-1,0 1,0 0,0 0,0-1,-1 1,1 0,0-1,0 1,-1-1,1 1,0-1,0 1,-1-1,1 0,-1 1,1-1,0 0,-1 1,0-1,1 0,-1 0,1 0,-1 1,0-1,1 0,-1 0,0 0,0 0,0 0,0 1,0-1,0 0,0 0,0 0,0 0,0 0,0 0,-1 1,1-2,-59-57,45 41,0-1,1-1,2 0,0-1,1 0,1 0,1-1,0-1,1-5,-18-34,13 43</inkml:trace>
  <inkml:trace contextRef="#ctx0" brushRef="#br1" timeOffset="-117517.114">1954 0,'14'780,"-41"508,-111 465,86-1180,26 10,17 517,7-1002,-1 86,-8 0,-16 51,22-201,-1 1,-2-1,-2-1,-1 1,-2-2,-9 20,21-52,1 1,0-1,0 1,0-1,0 0,0 1,-1-1,1 1,0-1,0 1,0-1,-1 0,1 1,0-1,-1 1,1-1,0 0,-1 1,1-1,-1 0,1 0,-1 1,1-1,0 0,-1 0,1 0,-1 0,1 1,-1-1,1 0,-1 0,1 0,-1 0,1 0,-1 0,1 0,-1 0,1 0,-1-1,1 1,-1 0,1 0,0 0,-1 0,1-1,-1 1,1 0,-1 0,1-1,0 1,-1 0,1-1,0 1,-1-1,1 1,0 0,0-1,-1 1,1-1,-16-32,13 25,-8-16,0 2</inkml:trace>
  <inkml:trace contextRef="#ctx0" brushRef="#br1" timeOffset="-116966.7">1125 6524,'63'95,"-5"2,-3 2,21 64,-21-49,-16-43,-39-71,0 0,0-1,0 1,0 0,0-1,0 1,0-1,0 1,0 0,0-1,0 1,0 0,0-1,0 1,0 0,1-1,-1 1,0 0,0-1,0 1,1 0,-1 0,0-1,0 1,1 0,-1 0,0-1,1 1,-1 0,0 0,0 0,1 0,-1-1,1 1,-1 0,0 0,1 0,-1 0,0 0,1 0,-1 0,0 0,1 0,-1 0,0 0,1 0,-1 0,1 0,-1 0,0 0,1 1,-1-1,-6-36,-2 0,-1 0,-2 1,-1 0,-8-12,18 42,-49-119,-59-98,100 201,-2 0,0 1,-1 0,-1 1,-1 0,-1 1,0 1,-3-1,17 16,0 0,0 0,-1 0,1 0,0 0,-1 0,0 1,1-1,-1 1,0 0,0 0,0 0,0 0,0 0,0 0,0 1,0 0,0 0,0-1,0 2,0-1,0 0,0 1,0-1,0 1,0 0,0 0,0 0,0 0,1 1,-1-1,0 1,1 0,-2 1,1 0,-1 1,1-1,0 1,1 0,-1 0,1 1,0-1,0 0,0 1,0-1,1 1,0 0,0-1,0 1,0 0,1 0,0 0,0-1,0 1,0 0,1 0,0 0,0-1,0 1,1 0,0-1,0 0,0 1,0-1,0 0,1 0,0 0,0 0,0 0,0-1,1 1,-1-1,1 0,0 0,2 1,7 1,1-1,0 0,0-1,1-1,-1 0,0-1,1 0,-1-1,1-1,-1 0,1-1,-1-1,0 0,2-1,200-44,-120 24,2 4,55-2,-133 20,0 1,0 1,-1 1,1 1,0 0,3 2,-18-3,1 0,-1 1,0 0,1 0,-1 0,0 0,0 1,0 0,-1 0,1 0,-1 0,1 1,-1 0,0 0,-1 0,1 0,-1 1,0-1,0 1,0 0,0 0,-1 0,1 4,-1 3,-1 0,0 0,-1 0,0 0,-1 0,-1 0,0-1,0 1,-1 0,-1-1,0 1,0-1,-1 0,-1-1,0 1,0-1,-3 3,-22 36,-3-1,-1-2,-2-1,-2-2,-2-2,-13 8,-20 11,10-15</inkml:trace>
  <inkml:trace contextRef="#ctx0" brushRef="#br1" timeOffset="-110843.873">391 1537,'0'-20,"-1"-1,-1 1,0-1,-2 1,0 0,-1 0,-3-5,6 19,0 1,-1-1,1 0,-1 1,0 0,-1-1,1 1,-1 1,0-1,-1 0,1 1,-1 0,1 0,-1 0,-1 1,1 0,0 0,-1 0,1 0,-1 1,0 0,0 0,0 1,0-1,-6 1,5 1,1 0,-1 0,0 1,0 0,1 0,-1 1,1 0,-1 0,1 0,0 1,-1 0,1 0,1 1,-1-1,0 1,1 1,0-1,0 1,0 0,-3 5,-3 2,2 1,0 1,0-1,1 1,1 1,1 0,0 0,-2 6,2-3,0 1,1 0,1-1,1 1,1 0,0 1,2-1,0 0,1 0,1 1,1-1,0 0,1-1,2 1,0-1,0 0,2 0,0-1,8 12,-8-21,0 0,0-1,1 0,-1-1,2 0,-1 0,1-1,0 0,0 0,0-1,0-1,1 0,0 0,-1-1,1 0,0-1,0 0,0-1,0 0,0-1,0 0,0-1,0 0,0-1,-1 0,1 0,-1-1,0-1,0 1,0-2,-1 0,0 0,0 0,0-1,-1 0,0-1,0 0,-1 0,0-1,-1 0,1 0,-2 0,1-1,0-4,-5 12,1 0,-1 0,-1-1,1 1,0 0,0-1,-1 1,1-1,-1 1,0 0,0-1,0 1,0-1,0 1,-1-1,1 1,-1 0,0-2,-16 34,16-25,1 0,0 1,0-1,0 0,0 0,1 1,0-1,0 0,0 0,1 0,-1 0,1 0,1 0,-1 0,1 0,-1-1,1 1,1-1,-1 0,1 0,-1 0,1-1,0 1,0-1,1 0,2 2,1 0,0 0,1-1,0 1,-1-2,1 1,0-1,1-1,-1 0,0 0,1 0,-1-2,1 1,0-1,6-1,-12 1,0-1,1 0,-1 0,0 0,0 0,0-1,0 0,0 0,0 0,-1 0,1 0,-1-1,1 0,-1 1,0-1,0-1,0 1,-1 0,1-1,-1 1,0-1,0 0,0 0,0 0,0 0,-1 0,0 0,0 0,0 0,0-4,0 1,-1 1,0-1,0 1,0 0,-1-1,0 1,0-1,0 1,-1 0,0 0,0 0,-1 0,0 0,0 0,0 1,-1-1,0 1,0 0,0 0,-2-1,2 2,-1 0,0 0,0 1,-1 0,1 0,-1 0,1 1,-1 0,0 0,0 0,0 1,0-1,0 1,-1 1,1-1,0 1,0 1,0-1,-1 1,1 0,0 0,0 1,0-1,0 1,1 1,-1-1,0 1,1 0,0 0,0 1,0-1,-1 2,4-4,1 0,0 0,0 0,0 0,0 0,0 0,0 0,0 0,0 1,1-1,-1 0,0 1,1-1,-1 0,1 1,-1-1,1 0,-1 1,1-1,0 1,0-1,0 1,0-1,0 1,0-1,0 1,1-1,-1 1,0-1,1 0,-1 1,1-1,0 0,-1 1,1-1,0 0,0 0,0 1,0-1,0 0,0 0,0 0,0 0,0 0,0-1,1 1,-1 0,1 0,33 12,6-4</inkml:trace>
  <inkml:trace contextRef="#ctx0" brushRef="#br1" timeOffset="-110455.78">1112 1659,'-18'-6,"-1"1,1 1,-1 1,0 1,0 0,0 2,-1 0,1 1,0 1,-1 1,17-3,0 1,0 0,0 0,0 0,0 0,0 1,0-1,1 1,-1 0,0-1,1 1,0 0,-1 1,1-1,0 0,0 1,0-1,1 1,-1 0,0-1,1 1,0 0,0 0,0 0,0 0,0 0,0 0,1 0,-1 0,1 1,0-1,0 0,0 0,1 0,-1 0,1 0,0 1,0-1,0 0,0-1,0 1,0 0,1 0,0 0,-1-1,1 1,0-1,0 1,0-1,1 1,3 1,0 1,0 0,1-1,-1-1,1 1,0-1,0 0,1 0,-1-1,0 0,1 0,-1-1,1 0,0 0,-1-1,1 0,0 0,-1-1,1 0,-1 0,1-1,-1 0,1 0,-1-1,0 0,0 0,0 0,-1-1,1 0,-1-1,0 1,0-1,0-1,-1 1,0-1,0 1,0-2,-1 1,1-1,7-17,-2 1,-1-1,0-1,-2 0,-1 0,-1 0,-1-1,-1 1,-1-1,-1 0,-2 0,0 0,-4-11,3-6,-2 0,-1 1,-3-1,-1 1,-8-17,17 57,-33-56,32 58,0 0,0 0,0 0,0-1,0 1,0 0,0 0,0 0,0 0,0 1,0-1,0 0,0 0,0 0,0 1,0-1,0 1,0-1,0 1,1-1,-1 1,0-1,0 1,0 0,1-1,-1 1,0 0,1 0,-1 0,1-1,-1 1,1 0,-1 0,1 0,-1 0,1 0,0 0,0 0,-1 0,1 0,0 0,0 0,0 0,-7 25,0 0,2 0,0 1,2-1,1 23,0-21,-4 60,4 1,4-1,3 0,16 76,-4-83</inkml:trace>
  <inkml:trace contextRef="#ctx0" brushRef="#br1" timeOffset="-109926.663">391 2527,'-25'9,"1"1,0 2,1 0,0 2,1 0,0 2,2 0,0 1,0 1,-4 8,11-15,0 2,1 0,0 0,1 2,1-1,0 1,1 0,0 1,2 0,0 1,0-1,2 1,0 0,1 1,0-1,2 1,0 0,1 8,2-19,0-1,1 1,0 0,0-1,0 0,1 0,0 1,0-1,1-1,0 1,0-1,0 1,1-1,-1 0,1-1,0 1,1-1,-1 0,1 0,-1-1,1 1,1-1,-1-1,0 1,5 0,5 2,1 0,0-2,0 0,1-1,-1 0,1-2,-1 0,1-1,8-2,37-9,-10-4</inkml:trace>
  <inkml:trace contextRef="#ctx0" brushRef="#br1" timeOffset="-109648.712">430 2968,'-24'-8,"-1"0,0 2,-1 0,0 2,1 1,-1 1,-7 1,23 5,28-1,236-10,-252 7,0-1,0 1,0-1,0 1,0 0,1 0,-1 0,0 0,0 1,0-1,0 1,0-1,0 1,0 0,0-1,0 1,0 0,0 0,0 1,0-1,-1 0,1 0,0 1,-1-1,1 1,-1 0,0-1,1 1,-1 0,0 0,0 0,0 0,-1 0,1 0,0 0,-1 0,1 0,-1 0,1 1,-2 8,0 0,0 0,-1 0,0 0,-1 0,0 0,-1 0,-2 3,-13 50,19-63,-1 1,1 0,0-1,-1 1,1-1,0 1,0 0,0-1,0 1,0-1,1 1,-1 0,0-1,1 1,-1-1,1 1,-1-1,1 1,0-1,0 1,0-1,0 0,0 0,0 1,0-1,0 0,0 0,1 1,9 3</inkml:trace>
  <inkml:trace contextRef="#ctx0" brushRef="#br1" timeOffset="-109264.215">644 2942,'-7'-20,"0"1,1-1,1-1,1 1,0-1,2 1,0-5,2 23,0 0,-1 0,1 0,0 0,0 0,0 1,1-1,-1 0,0 0,1 0,-1 0,1 1,-1-1,1 0,0 0,0 1,0-1,0 1,0-1,0 1,1-1,-1 1,0-1,1 1,-1 0,1 0,-1 0,1 0,-1 0,1 0,0 0,0 1,-1-1,1 1,0-1,0 1,0 0,0-1,-1 1,1 0,0 0,0 0,0 1,0-1,0 0,0 1,1 0,131 46,-119-42,-11-5,0 1,0-1,0 1,-1 0,1 0,0 1,0-1,-1 1,1-1,-1 1,0 0,1 1,-1-1,0 0,0 1,0 0,-1 0,1 0,-1 0,0 0,1 0,-1 1,-1-1,1 1,0-1,-1 1,0 0,0-1,1 3,-4 6,1 0,-2 0,0-1,0 1,-1-1,0 0,-1 0,-6 10,-9 23,6 18,14-60,1-1,-1 1,0 0,1 0,-1 0,1 0,-1-1,1 1,0 0,0 0,0-1,0 1,0-1,0 1,0-1,1 1,-1-1,1 0,-1 1,1-1,-1 0,1 0,-1 0,1 0,0-1,0 1,-1 0,1-1,0 1,0-1,1 1,70-3,-33-6</inkml:trace>
  <inkml:trace contextRef="#ctx0" brushRef="#br1" timeOffset="-108859.455">1299 2915,'-1'-6,"0"0,-1 1,0-1,0 1,0-1,-1 1,0 0,0 0,0 0,0 0,-1 1,0-1,0 1,0 0,-1 0,1 0,-1 1,0 0,0 0,0 0,0 0,0 1,-1 0,0 0,1 0,-1 1,0 0,1 0,-1 0,0 1,0-1,0 2,0-1,1 1,-1-1,-3 2,3 1,1-1,0 1,0 0,0 0,0 0,0 1,1-1,0 1,-1 0,2 1,-1-1,0 1,1 0,0-1,0 2,0-1,1 0,-1 0,1 1,0-1,1 1,0 0,0 0,0-1,0 1,1 0,0 0,0 0,1-1,-1 1,2 3,1-5,1 0,-1 0,1 0,0-1,0 1,0-1,0 0,0 0,1-1,-1 1,1-1,0 0,0 0,0 0,0-1,0 0,0 0,0 0,1-1,-1 1,0-1,0-1,1 1,-1-1,0 1,0-2,0 1,0 0,0-1,2-1,1 1,1-1,-1 0,1 0,-1 0,0-1,-1-1,1 1,-1-1,0-1,0 1,0-1,-1 0,0-1,0 0,0 1,-1-2,0 1,-1-1,1 1,-2-1,1-1,-1 1,0 0,-1-1,0 1,0-1,0-4,-23-33,21 45,-1 0,0 1,1-1,-1 0,0 0,0 1,0-1,1 1,-1-1,0 0,0 1,0 0,0-1,0 1,0 0,0-1,0 1,0 0,0 0,0 0,-1 0,1 0,0 0,0 0,0 0,0 0,0 1,0-1,0 0,0 1,0-1,0 1,0-1,0 1,0-1,1 1,-1-1,0 1,0 0,0 0,1-1,-1 1,1 0,-1 0,0 0,-1 2,0 0,0 0,0 0,1 0,-1 0,1 1,0-1,0 1,0-1,0 1,1-1,-1 1,1-1,0 1,0-1,0 1,0 0,1-1,-1 1,1-1,0 1,0-1,1 0,-1 1,0-1,1 0,1 2,2 2,0 1,0-2,0 1,1 0,0-1,0 0,1-1,0 1,0-1,0-1,1 1,68 23,-41-20</inkml:trace>
  <inkml:trace contextRef="#ctx0" brushRef="#br1" timeOffset="-108240.085">1593 2687,'-7'19,"7"-5,2 0,-1 0,2-1,0 1,1-1,0 1,1-1,0 0,4 6,-4-9,-1 2,0 0,2 0,-1-1,2 0,-1 0,2 0,-1-1,1 0,1-1,0 0,0 0,1-1,0 1,-8-8,0 0,0 0,0 0,0 0,0 0,0-1,0 1,0-1,0 1,0-1,1 0,-1 1,0-1,0 0,0-1,1 1,-1 0,0-1,0 1,0-1,0 0,0 1,0-1,0 0,0 0,0 0,0-1,0 1,0 0,-1-1,1 1,0-2,2-2,0 1,-1-2,0 1,0 0,0-1,0 1,-1-1,0 0,0 0,-1 0,1-2,2-13,-1 0,-1-1,-1 1,0-1,-2 1,-1-1,0 1,-2 0,-3-13,7 35,-1-1,1 0,0 0,0 1,-1-1,1 0,0 0,0 0,0 0,-1 1,1-1,0 0,-1 0,1 0,0 0,0 0,-1 0,1 0,0 0,-1 0,1 0,0 0,0 0,-1 0,1 0,0 0,-1 0,1 0,0 0,0 0,-1 0,1-1,0 1,-1 0,1 0,0 0,0 0,0-1,-1 1,1 0,0 0,0 0,0-1,-1 1,1 0,0 0,0-1,0 1,0 0,0-1,0 1,0 0,-1 0,1-1,0 1,0 0,0-1,0 1,0 0,0 0,0-1,1 1,-1 0,0-1,0 1,0 0,0 0,0-1,-7 25,-8 75,4 2,5 0,4 8,1-88,8 758,-7-777,2 53,-2-1,-2 0,-3 1,-2-2,-3 1,-2-1,-10 26,-18-11,38-66,0 0,0 0,1 0,-1-1,-1 1,1 0,0-1,0 0,-1 1,1-1,0 0,-1 0,1-1,-1 1,1 0,-1-1,0 0,1 1,-1-1,1 0,-1 0,0-1,1 1,-1 0,1-1,-1 0,-1 0,-4-3,1 0,0-1,0 0,0 0,1-1,-1 0,1 0,1 0,-1-1,1 0,0 0,-2-5,-26-46,3-1,2-1,3-1,3-2,2 0,-8-53,19 79,1-2,2 1,0-35,5 61,1 0,1 0,0 0,0 0,2 0,-1 0,1 1,1-1,0 1,1 0,0 0,0 0,1 1,5-7,4 2,1 1,0 1,1 0,1 2,-1-1,2 2,-1 1,2 0,-1 1,1 1,0 1,0 1,1 1,6-1,-23 4,488-96,-431 86,125-20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07:12.2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637 1,'-33'1,"0"1,1 1,-1 2,1 1,0 2,1 1,0 2,0 0,-27 17,37-17,1 0,0 2,1 1,0 0,2 1,-1 1,2 1,0 0,1 1,1 1,1 0,0 1,2 1,-3 5,6-6,0-1,2 1,0 0,1 1,1-1,1 1,0 0,2 0,1 0,1 9,0-18,0 0,1 0,1-1,0 1,0 0,1-1,0 0,1 0,1 0,0-1,0 0,1 0,0 0,1-1,0 0,0 0,1-1,8 6,0-3,1-1,0 0,1-2,0 0,0-1,0-1,1-1,0 0,0-2,0 0,1-1,-1-1,1-2,-1 1,0-2,11-3,17-5</inkml:trace>
  <inkml:trace contextRef="#ctx0" brushRef="#br0" timeOffset="339.695">155 495,'0'1,"-1"0,1-1,0 1,0 0,0 0,0-1,0 1,0 0,0 0,0-1,0 1,0 0,0 0,0-1,0 1,1 0,-1 0,0-1,1 1,-1 0,0-1,1 1,-1 0,1-1,-1 1,1-1,-1 1,1-1,-1 1,1-1,0 1,-1-1,1 0,0 1,-1-1,1 0,0 1,0-1,-1 0,1 0,0 0,0 0,-1 0,1 0,0 0,0 0,-1 0,1 0,19 3,0-2,0 0,-1-2,1 0,0-1,-1 0,1-2,6-2,2 0,123-21,-149 27,-1-1,0 1,1-1,-1 0,0 1,1 0,-1-1,1 1,-1 0,1 0,-1 0,1 0,-1 0,0 0,1 0,-1 0,1 0,-1 1,1-1,-1 1,0-1,1 1,-1-1,0 1,1 0,-1 0,0 0,0 0,0 0,0 0,0 0,0 0,0 0,0 0,0 0,0 1,-1-1,1 0,0 1,-1-1,-30 87,16-57,7-18,0 1,1 1,1-1,0 1,1 0,0 1,1-1,1 0,0 13,2-24,1 0,0 0,0 0,0 0,1 0,-1 0,1-1,0 1,0-1,0 1,0-1,1 0,-1 0,1 0,0 0,0 0,0 0,0-1,1 0,-1 1,1-1,22 13</inkml:trace>
  <inkml:trace contextRef="#ctx0" brushRef="#br0" timeOffset="788.129">811 830,'48'-243,"-47"239,1-6,-1 0,1 0,-2 0,1-1,-1 1,-1 0,0-1,0 1,-1 0,-1 0,1 0,-1 0,-1 1,0-1,-3-4,7 14,0-1,-1 1,1-1,0 1,0 0,0-1,0 1,0 0,0-1,0 1,0-1,0 1,0 0,0-1,0 1,0 0,0-1,0 1,0-1,1 1,-1 0,0-1,0 1,0 0,1-1,-1 1,0 0,0 0,1-1,-1 1,0 0,1 0,-1-1,0 1,1 0,-1 0,0 0,1-1,-1 1,0 0,1 0,-1 0,0 0,1 0,-1 0,1 0,-1 0,0 0,1 0,-1 0,1 0,-1 0,0 0,1 0,-1 0,0 1,1-1,-1 0,0 0,1 0,-1 1,0-1,1 0,-1 0,0 1,0-1,1 0,-1 1,5-1,204-1,-203 1,-1 0,0 0,0 1,0 0,0 0,0 0,0 1,0-1,0 1,-1 1,1-1,-1 1,1-1,-1 1,0 0,0 1,0-1,-1 1,1 0,-1 0,0 0,0 0,0 0,0 1,-1-1,0 1,0 0,0 0,-1-1,1 1,-1 0,0 1,0-1,-1 0,0 11,0 0,-2-1,1 1,-2 0,0-1,-5 14,-10 75,18-102,0 0,0 1,1-1,-1 0,0 1,1-1,0 0,-1 0,1 0,0 0,0 1,0-1,1 0,-1-1,0 1,1 0,-1 0,1 0,0-1,-1 1,1-1,0 0,0 1,0-1,0 0,0 0,0 0,0 0,1-1,-1 1,0 0,0-1,1 0,79 2,-74-3,45-4</inkml:trace>
  <inkml:trace contextRef="#ctx0" brushRef="#br0" timeOffset="1224.595">1880 562,'-9'-13,"-1"0,-1 1,0 0,0 0,-1 1,-1 1,1 0,-2 1,1 1,-1 0,-1 0,0 1,1 1,-2 1,-3-1,12 5,0 0,0 0,0 0,0 1,0 1,1-1,-1 1,0 0,0 0,1 1,-1 0,0 0,1 1,0 0,0 0,0 0,0 1,0-1,0 1,1 1,0-1,0 1,0 0,1 0,-1 1,1-1,1 1,-1 0,-1 4,1-3,0 0,1 0,0 0,0 0,1 1,0-1,0 1,1-1,0 1,0 0,1 0,0-1,0 1,1 0,0 0,0-1,1 1,0-1,0 1,1-1,0 0,0 0,1 0,-1 0,2-1,0 2,1-2,1 0,0-1,0 0,0-1,0 1,1-1,-1-1,1 1,0-1,0-1,1 0,-1 0,0 0,1-1,-1 0,1-1,-1 0,1 0,-1-1,1 0,-1 0,1-1,-1 0,0-1,0 0,0 0,0-1,-1 1,1-2,-1 1,0-1,0 0,-1-1,0 1,1-1,-2-1,5-4,-6 5,0 0,0-1,0 1,-1-1,0 0,0 0,0 0,-1 0,-1 0,1 0,-1-1,0 1,0-1,-1 1,0-1,-1 1,0 0,0-1,0 1,-1 0,0-1,0 1,-1 0,0 0,-2-3,4 8,0 1,0 0,1 0,-1 0,0 0,0 0,0 0,0 0,0 0,0 0,0 0,-1 0,1 1,0-1,0 0,-1 1,1-1,0 1,-1 0,1-1,0 1,-1 0,1 0,-1 0,1 0,0 0,-1 0,1 0,-1 0,1 1,0-1,-1 0,1 1,0-1,0 1,-1 0,1-1,0 1,0 0,0 0,0 0,0 0,0 0,0 0,0 0,0 0,-28 61,29-53,-1-1,1 1,1-1,0 0,0 1,0-1,1 0,0 0,1 0,0 0,0 0,1 0,0-1,0 0,1 0,0 0,0 0,0-1,1 0,0 0,0 0,1-1,-1 0,1 0,0 0,1-1,-1 0,1-1,0 0,0 0,0 0,0-1,0-1,0 1,9-1,37 5,-6-5</inkml:trace>
  <inkml:trace contextRef="#ctx0" brushRef="#br0" timeOffset="1829.295">2161 428,'-3'2,"1"1,0-1,-1 0,1 0,0 1,0 0,0-1,1 1,-1 0,1 0,-1 0,1 0,0 0,0 0,0 0,1 0,-1 0,1 0,-1 1,1-1,0 0,1 0,-1 0,0 1,1-1,0 0,-1 0,1 0,1 0,-1 0,0 0,1 0,-1 0,3 2,0 2,1 1,0-1,0 0,1 0,0-1,0 1,1-1,-1-1,1 1,1-1,-1 0,1-1,-1 0,1 0,1-1,-1 0,0 0,1-1,-1 0,1 0,0-1,0 0,0-1,0 0,2 1,-1-1,1-1,-1 0,1 0,-1-1,1 0,-1-1,0 0,0-1,0 0,-1-1,1 0,-1 0,0-1,-1 0,1 0,-1-1,0 0,6-9,-9 10,-1 0,0 0,0-1,0 1,-1-1,0 0,0-1,0 1,-1 0,0-1,-1 1,0-1,0 0,-1 1,1-1,-2 0,1 1,-1-1,0 1,-1-1,0 1,0-1,0 1,-2-3,3 9,1 0,0 0,0 0,-1 0,1 1,-1-1,1 0,-1 0,1 0,-1 0,1 1,-1-1,0 0,1 1,-1-1,0 0,0 1,0-1,1 1,-1-1,0 1,0 0,0-1,0 1,0 0,0 0,0-1,0 1,0 0,0 0,0 0,0 0,0 0,0 0,1 1,-1-1,0 0,0 0,0 1,0-1,0 0,0 1,0-1,0 1,1-1,-1 1,0 0,0-1,1 1,-1 0,1-1,-1 1,0 0,1 0,-1 0,1-1,-1 1,1 0,0 0,-1 0,1 0,0 0,0 1,-3 14,0 0,2 0,0 1,0-1,2 0,0 1,1-1,1 0,0 0,1 0,0 0,6 11,38 122,34 135,-72-239,-2 0,-2 1,-2-1,-1 1,-3 0,-2 0,-2 0,-2 0,-4 13,7-48,0 1,-1-1,0 0,-1 0,0 0,-1 0,0-1,-3 3,8-11,0 0,-1 0,1-1,-1 1,1-1,-1 1,0-1,0 1,1-1,-1 0,0 0,0 0,0 0,0 0,-1 0,1-1,0 1,0-1,0 1,0-1,-1 0,1 0,0 0,0 0,-1 0,1-1,0 1,0-1,0 1,-1-1,1 0,0 0,0 0,0 0,0 0,1 0,-1 0,0-1,0 1,1-1,-1 1,-1-3,-12-14,0-2,2 0,0 0,1-1,1-1,1 0,1-1,1 1,-1-8,3 13,-17-47,3-1,2-1,-4-41,21 103,0-1,0 0,1 1,0-1,-1 0,1 0,1 1,-1-1,1 0,0 0,0 1,0-1,1 1,-1-1,1 1,0 0,1 0,-1-1,1 1,-1 1,1-1,1 0,-1 1,0 0,1-1,-1 1,1 1,0-1,19-9,0 1,0 2,1 0,0 1,0 2,1 0,10 0,-8 1,194-35,-123 25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07:11.2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413 378,'22'70,"-19"-85,-6-2,-1 1,-1 0,0 0,-1 0,-1 1,0 0,-1 0,-9-11,13 19,-1 0,0 0,-1 1,0 0,0 0,0 0,0 1,-1 0,0 0,0 1,0 0,-1 0,0 1,1-1,-1 2,0-1,-1 1,-4 0,4 3,0 0,0 1,0 0,0 0,0 1,0 0,1 1,0 0,-1 0,1 1,1 0,-1 1,1-1,0 2,0-1,0 1,1-1,0 2,1-1,0 1,0 0,0 0,1 0,0 0,0 4,-6 6,1 1,1 1,1-1,1 1,0 0,2 0,0 1,1 0,2-1,0 1,1 0,0 0,2 0,1-1,1 1,0-1,1 0,2 0,0 0,1-1,0 0,2-1,0 0,2 0,-1-1,13 12,-13-16,1-1,0 0,1-1,0 0,1-1,0 0,1-1,0-1,0 0,1-1,0-1,0-1,1 0,-1-1,12 1,-22-5,-1 0,1-1,0 1,-1-2,1 1,-1 0,1-1,-1 0,0-1,1 1,-1-1,0 0,-1 0,1 0,-1-1,1 1,-1-1,2-3,62-85,-64 85,20-31,-23 38,0 0,-1 0,1 0,0 0,0 0,-1 1,1-1,0 0,-1 0,1 1,0-1,-1 1,1-1,0 0,-1 1,1-1,-1 1,1-1,-1 1,1 0,-1-1,1 1,-1-1,1 1,-1 0,0 0,0-1,1 1,-1 0,0-1,0 1,0 0,0 0,0-1,0 1,0 0,0 0,0-1,0 1,0 0,0 0,0-1,-1 1,1 0,2 7,0-1,1 0,0 0,1 0,-1 0,1-1,1 0,-1 0,1 0,0 0,1 0,-1-1,1 0,0-1,0 1,0-1,1 0,0 0,-1-1,1 0,1 0,-1-1,0 0,4 1,5 1,1-1,-1 0,1-1,-1-1,1 0,0-2,11 0,-22 0,1 0,-1 0,0 0,0-1,0 0,0 0,0 0,0-1,0 0,-1 0,1 0,-1-1,0 0,0 0,0 0,-1-1,1 1,-1-1,0 0,-1 0,3-4,-5 6,1 0,-1-1,1 1,-1-1,0 1,-1-1,1 1,-1-1,1 0,-1 1,0-1,0 0,-1 1,1-1,-1 1,0-1,0 1,0-1,0 1,0-1,-1 1,0 0,1 0,-1-1,-1 1,1 1,0-1,-1 0,1 1,-1-1,0 1,0-1,-7-4,0-1,0 1,-1 1,0 0,0 0,-1 1,1 1,-12-3,10 3,1 2,-1-1,0 2,0 0,0 0,0 1,-9 2,17-2,1 0,0 1,0 0,0 0,0 0,-1 0,2 1,-1-1,0 1,0 0,0 1,1-1,-1 0,1 1,0 0,0 0,0 0,0 0,0 0,1 1,-1-1,1 1,0 0,0-1,0 2,2-1,-1 0,1-1,0 1,0 0,0 0,1 0,-1 0,1 0,0-1,0 1,0 0,1-1,-1 1,1 0,0-1,0 0,0 1,0-1,1 0,-1 0,1-1,0 1,0 0,0-1,0 0,0 1,0-1,1 0,-1-1,1 1,-1-1,1 1,0-1,-1 0,4 0,37 13</inkml:trace>
  <inkml:trace contextRef="#ctx0" brushRef="#br0" timeOffset="483.527">1429 700,'-14'-4,"0"1,-1 1,1 0,0 1,-1 1,1 0,-1 1,1 0,0 1,-1 1,1 0,0 1,1 1,-1 0,1 0,0 2,0 0,0 0,1 1,1 0,-1 1,9-6,1 0,-1 0,1 1,0-1,0 0,0 1,0-1,0 1,1 0,-1-1,1 1,0 0,0 0,1 0,-1 0,1 0,0 0,0 0,0 0,1 0,-1 0,1 0,0-1,0 1,0 0,1 0,-1-1,1 1,0-1,0 1,0-1,0 0,1 1,-1-1,1-1,0 1,0 0,0-1,2 2,5 3,1-1,0 0,0-1,1 0,-1 0,1-1,0-1,0 0,0-1,0 0,1-1,-1 0,0-1,1 0,-1-1,0-1,1 0,-1 0,0-1,0-1,9-4,-14 5,-2-1,1 0,0 0,-1 0,0-1,0 0,0 0,0 0,-1-1,0 1,0-1,0 0,-1 0,0 0,0-1,-1 1,1-1,-1 0,-1 1,0-1,1 0,-2 0,1-6,-1-13,-1-1,-1 1,-1 0,-1-1,-6-15,-120-479,108 432,16 83,4 22,5 371,-3-373,13 268,-9-252,1 0,1 0,2 0,1-1,1-1,2 1,1-2,3 5,17 20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07:15.4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0 200,'760'-13,"-798"13,14 0</inkml:trace>
  <inkml:trace contextRef="#ctx0" brushRef="#br0" timeOffset="314.954">508 0,'35'13,"64"16,-71-23,0 2,-1 1,0 1,0 1,4 4,-29-14,1 0,0 1,-1-1,1 1,-1-1,1 1,-1 0,0 0,1 0,-1 0,0 0,-1 1,1-1,0 1,-1-1,1 1,-1-1,0 1,0 0,0 0,0 0,0 0,0-1,-1 1,0 0,0 0,1 0,-2 0,1 0,0 0,-1 0,1 0,-1 0,-4 8,-1 0,0 0,-1-1,0 0,-1-1,0 1,0-1,-1-1,0 0,0 0,-1-1,-6 4,6-3,-185 129,143-103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07:38.9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91,'35'86,"-4"1,-4 1,-3 1,-5 1,-3 1,-3 10,-6-55,-3-34,-2-27,17-103,-18 116,0 0,-1 0,1 0,0 0,0 0,0 0,1 1,-1-1,0 0,1 1,-1-1,1 0,0 1,-1 0,1-1,0 1,0 0,0 0,0 0,0 0,0 0,0 1,0-1,0 0,0 1,0 0,1-1,-1 1,0 0,0 0,0 0,1 1,-1-1,0 0,0 1,0 0,0-1,0 1,1 1,5 0,-1 2,0-1,0 1,-1 0,1 1,-1 0,0 0,0 0,0 0,2 5,-3-4,-1 0,1 1,-1-1,-1 1,1 0,-1 0,-1 0,1 1,-1-1,0 1,-1-1,1 5,-2-9,0 0,0 0,0-1,0 1,0 0,-1 0,1 0,-1 0,0-1,0 1,0 0,0-1,0 1,-1-1,1 1,-1-1,1 0,-1 1,0-1,0 0,0 0,0 0,0 0,-1-1,1 1,-1-1,1 1,-1-1,1 0,-1 0,0 0,1 0,-1 0,-2-1,0 1,0 0,0-1,0 0,-1 0,1 0,0-1,0 0,0 0,0 0,0 0,0-1,0 0,0 0,1 0,-1-1,1 1,-1-1,-1-2,4 4,-1-1,1 0,0 0,0 0,0-1,0 1,0 0,0-1,1 1,-1-1,1 0,0 1,0-1,0 0,0 0,0 0,0 0,1 0,-1 0,1 0,0 0,0 0,0 0,0 0,1 0,-1 0,1 1,0-1,0 0,0 0,0 0,1-1,4-3,0 0,0 0,1 0,0 1,0 0,1 1,0-1,0 1,0 1,0 0,1 0,-1 0,1 1,0 0,0 1,9-1,-3-2,0 1,0 1,0 0,0 1,1 1,-1 0,1 1,-1 1,1 0,-1 1,0 1,2 0,-14-1,0 0,1 1,-1-1,0 1,0-1,0 1,-1 0,1 0,-1 0,1 0,-1 1,0-1,-1 1,1-1,0 1,-1 0,0 0,0-1,0 1,0 0,-1 0,1 0,-1 0,0 0,0 0,0 0,-1 0,0 0,0 3,6 55,-5-61,1 1,0-1,-1 0,1 1,0-1,0 0,0 0,0 0,0 0,0 0,0 0,0 0,0 0,0 0,1 0,-1 0,0-1,1 1,-1-1,0 1,1-1,-1 1,1-1,-1 0,1 0,-1 1,0-1,1 0,-1 0,1-1,-1 1,1 0,-1 0,1-1,-1 1,0-1,1 1,-1-1,0 0,1 1,-1-1,0 0,0 0,0 0,1-1,18-11</inkml:trace>
  <inkml:trace contextRef="#ctx0" brushRef="#br0" timeOffset="247.067">482 278,'-14'0,"-6"0,4 3,14 2,19 1,18-1,3-1</inkml:trace>
  <inkml:trace contextRef="#ctx0" brushRef="#br0" timeOffset="447.352">937 91,'-29'-91,"29"92,0-1,1 0,-1 0,0 0,0 0,0 0,1 0,-1 0,0 0,0 0,0 0,1 0,-1 0,9 53,-2 2,-2-1,-3 50,-1-55,0 39,-3-44,3 0,1 0,2-1,2 1,2-1,10 30,-13-61,0 0,1 0,0-1,1 1,0-1,1-1,1 1,-1-1,1-1,1 0,0 0,0-1,1 0,0 0,0-2,1 1,0-1,0-1,0 0,1-1,0 0,-1-1,1-1,1 0,10 1,-16-3,1 0,-1 0,1 0,0-1,-1-1,1 1,-1-1,0-1,5-1,20-12</inkml:trace>
  <inkml:trace contextRef="#ctx0" brushRef="#br0" timeOffset="695.834">830 399,'29'-5,"33"-4,31-2,24-1,13 0,0 3,-21 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07:37.7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0,'95'235,"-93"-231,-2-2,0 0,1 0,-1-1,1 1,-1 0,1 0,0 0,-1 0,1-1,0 1,0 0,0-1,0 1,1-1,-1 1,0-1,1 1,-1-1,1 0,-1 0,1 0,0 0,-1 0,1 0,0 0,0 0,0-1,-1 1,1-1,0 1,0-1,0 0,0 0,0 0,0 0,0 0,0 0,0 0,5-8,1 0,-2-1,1 0,-1 0,0 0,-1 0,0-1,-1 0,0 0,0-1,-1 1,-1-1,2-6,-4 15,24-87,-23 89,0 0,-1 0,1 1,-1-1,1 0,0 0,-1 1,1-1,0 0,-1 1,1-1,-1 0,1 1,-1-1,1 1,-1-1,1 1,-1-1,0 1,1 0,-1-1,0 1,1-1,-1 1,0 0,0-1,1 1,-1 0,0-1,0 1,0 0,0-1,0 1,0 0,0-1,0 1,0 0,-1-1,1 1,0 0,0-1,0 1,-1 0,1-1,-1 1,2 3,0 10,1-1,1 0,0 1,0-1,2 0,0-1,0 1,1-1,0 0,1 0,0-1,1 0,1 0,9 9,4-4</inkml:trace>
  <inkml:trace contextRef="#ctx0" brushRef="#br0" timeOffset="401.198">482 27,'20'31,"0"0,-2 2,-2 0,9 25,-5-12,-20-44,0 0,1-1,-1 1,1 0,-1-1,1 1,0-1,-1 1,1-1,0 1,0-1,0 0,0 1,0-1,1 0,-1 0,0 0,0 0,1 0,-1 0,1 0,-1 0,1 0,-1-1,1 1,0-1,-1 1,1-1,0 0,-1 1,1-1,0 0,-1 0,1 0,0-1,-1 1,1 0,0 0,-1-1,1 1,-1-1,1 0,0 1,-1-1,8-7,-2-1,1 1,-1-1,0-1,-1 1,0-1,0 0,-1 0,0-1,-1 0,1-5,-3 10,0 3,0-1,0 0,-1 0,0 0,1 0,-1 0,-1 0,1-1,-1 1,1 0,-1 0,0 0,-1-1,1 1,-1 0,0 0,0-2,0 6,-1-1,1 1,0 0,0 0,-1 0,1 0,0 0,0 0,-1 0,1 0,0 1,0-1,-1 0,1 1,0-1,0 1,0-1,0 1,0 0,0-1,0 1,0 0,0 0,0 0,0 0,0 0,0 0,1 0,-1 0,0 0,1 0,-1 0,1 0,-1 0,1 1,0-1,-1 0,1 0,0 2,-1 0,1 1,-1 0,1 0,0 0,0-1,1 1,-1 0,1 0,0-1,0 1,0 0,0-1,1 1,-1-1,1 1,0-1,0 0,0 0,1 0,-1 0,1 0,-1 0,1-1,0 1,0-1,0 0,0 0,1 0,-1 0,0-1,1 1,0-1,-1 0,1 0,0 0,-1 0,1-1,0 0,1 1,36 7,1-1,-1-2,1-2,11-1,-46-2,78 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07:36.6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162 1,'0'16,"2"18,3 18,1 16,1 12,2 8,0 5,-2 3,-3-3,-1-7,-1-9,-2-12,0-18</inkml:trace>
  <inkml:trace contextRef="#ctx0" brushRef="#br0" timeOffset="589.454">94 321,'-81'-171,"79"167,1 3,0 0,0 0,0 0,0-1,1 1,-1 0,0-1,1 1,-1 0,1-1,-1 1,1-1,-1 1,1-1,0 1,0-1,0 1,0 0,0-1,0 1,0-1,1 1,-1-1,0 1,1-1,0 1,-1 0,1-1,-1 1,1 0,0-1,0 1,0 0,0 0,0 0,0 0,0 0,0 0,2-1,7 0,1 0,-1 1,1 0,0 1,-1 0,1 0,0 1,0 1,-1 0,9 2,-12-2,27 4,1 2,-1 2,0 1,-1 2,-1 1,6 4,-35-17,0 0,1 0,-1 0,0 0,0 1,0 0,0-1,0 1,-1 0,1 0,0 1,-1-1,0 1,1-1,-1 1,0 0,0-1,-1 1,1 0,0 0,-1 1,0-1,0 0,0 0,0 1,0-1,-1 0,0 1,1-1,-1 1,0-1,-1 0,1 1,-1-1,1 1,-1-1,-1 3,-8 3,1-1,-1 0,-1-1,0 0,0-1,0 0,-1 0,1-2,-1 1,-1-1,1-1,0 0,-13 0,11 1,0-1,0-1,-1 0,1-1,0 0,-1-1,1-1,0 0,0-1,0-1,-1 0,14 3,0 0,0 0,0 0,-1 0,1-1,0 1,0 0,0-1,0 1,0 0,0-1,0 0,0 1,0-1,0 1,0-1,0 0,0 0,1 1,-1-1,0 0,1 0,-1 0,0 0,1 0,-1 0,1 0,-1 0,1 0,0 0,-1 0,1 0,0-1,0 1,0 0,0 0,0 0,0 0,0 0,0-1,0 1,1 0,-1 0,0 0,1 0,-1 0,1 0,-1 0,1 0,-1 0,1 0,0 0,-1 0,1 0,0 1,0-1,0 0,0 1,0-1,0 0,0 1,0-1,0 1,0-1,0 1,0 0,1-1,16-6,2 0,-1 1,1 1,0 0,0 2,20-1,-6 0,76-9,-54 8,0-3,0-2,0-2,38-15,-86 25,0-1,1 0,-1 0,-1-1,1 0,0-1,-1 0,0 0,0 0,-1-1,1 0,-1 0,0 0,2-4,-8 8,1 1,0-1,-1 1,1-1,-1 0,1 1,-1-1,0 1,0-1,0 0,0 1,0-1,0 0,0 1,0-1,-1 0,1 1,-1-1,1 1,-1-1,0 1,1-1,-1 1,0-1,0 1,0 0,0-1,0 1,0 0,-1 0,1 0,0 0,0 0,-2-1,-53-20,48 20,-1 1,1 0,-1 0,0 1,1 0,-1 0,0 1,1 0,-1 1,1 0,-1 0,1 1,0 0,0 0,0 1,1 0,-1 0,1 1,0 0,0 0,0 1,1 0,0 0,0 1,-2 3,6-7,1-1,-1 0,1 1,0-1,0 1,0 0,1-1,-1 1,0 0,1 0,0-1,0 1,0 0,0 0,0-1,0 1,1 0,-1 0,1-1,0 1,0 0,0-1,0 1,0-1,0 0,1 1,0-1,-1 0,1 0,0 1,0-1,0-1,0 1,0 0,0 0,2 0,5 4,1-1,1 1,-1-2,1 1,0-2,-1 1,2-2,5 2,41 4,0-3,0-3,1-2,25-4,30-4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07:35.7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255 415,'-57'-28,"44"20,-1 0,-1 1,1 1,-1 1,0 0,0 1,-2 0,14 3,1 1,0 0,0 0,0 1,0-1,-1 0,1 1,0-1,0 1,0 0,0 0,0 0,0 0,0 0,0 0,1 0,-1 1,0-1,1 0,-1 1,1 0,-1-1,1 1,0 0,0 0,0 0,0-1,0 1,0 0,0 2,-17 67,17-67,-2 11,1-1,0 1,1-1,1 1,0 0,1-1,1 1,0-1,1 0,0 1,1-1,1 0,3 5,-7-16,0-1,0 0,1 0,-1 0,1 0,-1 0,1-1,0 1,0 0,0-1,-1 1,2-1,-1 0,0 1,0-1,0 0,1 0,-1-1,0 1,1 0,-1-1,0 1,1-1,-1 0,1 0,-1 0,1 0,-1 0,1-1,-1 1,0-1,1 1,-1-1,0 0,1 0,-1 0,0 0,0-1,0 1,0 0,1-2,6-6,-1-1,1 0,-2-1,0 0,0 0,-1 0,0-1,-1 0,0-1,-1 1,0-1,-1 1,-1-1,0 0,-1 0,0 0,-1-2,1 9,0-1,-1 1,0 0,0 0,-1-1,0 1,0 0,0 0,-1 0,0 0,0 0,0 1,-1-2,3 7,-1-1,1 1,0-1,-1 0,1 1,0-1,-1 1,1-1,-1 1,1-1,0 1,-1-1,1 1,-1 0,0-1,1 1,-1 0,1-1,-1 1,1 0,-1 0,0-1,1 1,-1 0,0 0,1 0,-1 0,0 0,1 0,-1 0,0 0,1 0,-1 0,0 1,1-1,-1 0,1 0,-1 0,0 1,1-1,-1 0,1 1,-1-1,1 1,-1-1,1 0,-1 1,1-1,0 1,-1 0,1-1,-1 1,1-1,0 1,0-1,-1 1,1 0,-15 38,13-30,1 1,0 0,0 1,1-1,0 0,1 0,0 0,0 0,1 0,1 0,0-1,0 1,1-1,0 0,0 0,1 0,0 0,1-1,0 0,0 0,1 0,0-1,0 0,1 0,0-1,0 0,0 0,1-1,0 0,7 2,85 13,-54-19</inkml:trace>
  <inkml:trace contextRef="#ctx0" brushRef="#br0" timeOffset="243.642">522 1,'7'13,"9"19,11 19,7 22,3 19,0 14,-7 12,-11 11,-15 8,-19 6,-20-1,-11-8,0-28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07:47.2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55 0,'-19'91,"4"0,4 1,4 0,4 60,13-42,-10-110,1-1,-1 1,0 0,0 0,1 0,-1 0,0 0,0-1,1 1,-1 0,0 0,1 0,-1 0,0 0,1 0,-1 0,0 0,0 0,1 0,-1 0,0 0,1 0,-1 0,0 0,1 0,-1 0,0 1,0-1,1 0,-1 0,0 0,0 0,1 1,-1-1,0 0,0 0,0 0,1 1,-1-1,0 0,0 0,0 1,0-1,1 0,-1 0,0 1,0-1,0 0,0 1,0-1,0 0,0 1,0-1,0 0,0 1,6-29,-5 13,21-98,-20 108,0 0,0 0,0 0,1 0,-1 1,1-1,0 1,1-1,-1 1,1 0,0 0,0 1,0-1,0 1,0 0,1 0,0 0,0 1,4-2,-5 2,0 2,0-1,1 0,-1 1,0-1,1 1,-1 1,1-1,-1 1,0-1,0 1,1 0,-1 1,0-1,0 1,0-1,0 1,0 1,-1-1,1 0,-1 1,1 0,-1 0,0 0,1 1,4 4,-1 0,0 1,0 0,-1 0,0 1,-1 0,0 0,0 0,0 5,-2-9,-1 1,-1-1,1 0,-1 1,0 0,0-1,-1 1,0-1,0 1,-1 0,0-1,0 1,0-1,-1 1,0-1,0 0,-1 0,0 0,0 0,0 0,-1 0,1-1,-1 0,-1 0,1 0,-1 0,0-1,0 1,0-1,0 0,-1-1,0 1,-5 1,1-1,-1 0,1-1,-1 0,0-1,0 0,0 0,0-2,0 1,-1-1,1-1,-4 0,-12-15,29 7</inkml:trace>
  <inkml:trace contextRef="#ctx0" brushRef="#br0" timeOffset="267.078">469 53,'20'12,"15"12,9 12,7 13,-1 11,-7 13,-11 11,-12 10,-20 6,-18 6,-18 0,-13-5,-7-10,8-20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07:49.4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2,'44'0,"-19"-2,0 2,0 1,1 1,-1 1,0 1,23 7,-44-10,-1 0,0 0,0 1,0-1,0 1,0-1,0 1,0 0,0 0,-1 0,1 1,-1-1,1 0,-1 1,0 0,0 0,0-1,0 1,-1 0,1 0,-1 1,0-1,0 0,0 0,0 1,0-1,-1 0,0 1,1-1,-1 1,0-1,-1 0,1 1,-1-1,1 1,-1-1,0 0,0 0,-1 2,-9 16,-1 0,-1-1,-1 0,0-1,-2-1,0-1,-1 0,0-1,-2 0,-6 3,14-10,-63 56,74-64,0-1,0 1,0 0,0-1,0 1,0-1,0 1,0-1,0 1,0-1,1 1,-1-1,0 1,0-1,1 1,-1-1,0 1,0-1,1 0,-1 1,1-1,-1 1,0-1,1 0,-1 1,1-1,-1 0,1 0,-1 1,1-1,-1 0,1 0,-1 0,1 0,-1 0,1 1,-1-1,1 0,-1 0,1 0,-1 0,1-1,-1 1,1 0,-1 0,1 0,-1 0,1 0,-1-1,1 1,37-1,0-1,0-3,-1-1,10-3,2 0,30-6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07:50.1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10 107,'-7'110,"5"0,4 0,7 12,1 63,-7-78,12-138,-12 21,0 1,0 0,1-1,0 1,1 1,0-1,0 1,1 0,0 0,0 0,1 1,0 0,0 0,1 1,0 0,0 0,0 1,6-3,-11 7,-1 1,1-1,-1 1,0 0,1 0,-1 0,1 0,-1 0,1 0,-1 1,0-1,1 1,-1 0,0-1,0 1,1 0,-1 0,0 1,0-1,0 0,0 1,0-1,0 1,-1 0,1 0,-1-1,1 1,-1 0,1 0,-1 1,0-1,0 0,0 0,0 0,-1 1,1 0,2 5,-1 1,0 0,0-1,-1 1,0 0,0 0,-1 0,0 0,-2 4,2-9,-1 1,0-1,0 1,0-1,0 0,-1 0,0 0,0 0,0 0,0 0,-1 0,0-1,1 1,-1-1,0 0,-1 0,1 0,0 0,-1 0,0-1,0 0,1 0,-1 0,-1 0,1 0,0-1,0 0,-1 0,1 0,0 0,-1-1,1 1,-2-1,4-1,0 1,0 0,0-1,0 1,0-1,1 0,-1 0,0 1,1-1,-1 0,0 0,1-1,-1 1,1 0,0 0,-1-1,1 1,0-1,0 1,0-1,0 0,0 1,0-1,0 0,1 0,-1 1,1-1,-1 0,1 0,0 0,0 0,-1 0,1 0,1 0,-1 1,0-2,1-2,-1 0,1 0,0 0,1 0,-1 0,1 0,0 0,0 0,1 1,-1-1,1 1,0 0,1-1,9-7,1 0,1 2,0-1,1 2,0 0,0 0,1 2,0 0,0 1,1 1,-1 0,8 0,-22 4,-1 0,1 0,0 0,0 0,0 0,0 1,0-1,0 1,0 0,0 0,0 0,0 0,0 0,0 1,0-1,0 1,0 0,0 0,-1 0,1 0,0 1,0-1,-1 1,1-1,-1 1,0 0,1 0,-1 0,0 0,0 1,0-1,0 1,-1-1,1 1,-1-1,1 1,0 3,3 62,-5-60,-1-1,1 1,1 0,-1 0,1 0,1-1,-1 1,1-1,1 1,-1-1,1 0,1 2,-2-7,0 0,-1 0,1 0,0 0,0 0,0-1,0 1,0 0,1-1,-1 0,0 1,1-1,-1 0,1 0,-1-1,1 1,0 0,-1-1,1 0,-1 1,1-1,0 0,1-1,17-1</inkml:trace>
  <inkml:trace contextRef="#ctx0" brushRef="#br0" timeOffset="247.577">357 375,'18'16,"6"5</inkml:trace>
  <inkml:trace contextRef="#ctx0" brushRef="#br0" timeOffset="632.403">798 1,'-7'45,"2"0,2 0,1 1,3 9,0-8,-2 36,0 44,13 93,-12-210,0 0,1 1,0-1,1 0,0 0,1 0,0 0,0 0,1-1,0 0,1 1,0-1,0-1,1 1,0-1,1 0,-1 0,2-1,-1 0,1 0,0-1,0 0,1 0,8 4,-9-8,1 1,-1-1,1-1,-1 1,1-1,-1-1,1 0,0 0,-1-1,1 0,0 0,-1-1,0 0,1 0,-1-1,0 0,0-1,0 0,-1 0,1 0,2-4,3-1,-2-1,1 0,-1-1,-1 0,0-1,0-1,-1 1,-1-1,0 0,-1-1,4-9,3-13,-10 63,-5-21,0-1,0 1,1 0,0-1,0 1,1 0,-1 0,1-1,1 1,-1-1,1 1,0-1,0 1,0-1,1 0,0 0,0 0,0-1,1 1,-1-1,1 1,0-1,0 0,1-1,-1 1,1-1,0 0,1 1,55 5,-32-13</inkml:trace>
  <inkml:trace contextRef="#ctx0" brushRef="#br0" timeOffset="880.123">1414 441,'-14'-4,"-7"-2,-3 0,-6-1,3 1</inkml:trace>
  <inkml:trace contextRef="#ctx0" brushRef="#br0" timeOffset="1034.829">517 321,'21'-2,"26"-1,29-2,29-3,21-4,14-2,2-2,-13 3,-27 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07:48.4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135 0,'-7'18,"-2"18,0 13,2 13,5 11,4 7,4 6,4 2,0 0,-2-2,-2-6,-2-10,-2-17</inkml:trace>
  <inkml:trace contextRef="#ctx0" brushRef="#br0" timeOffset="541.689">1 227,'1'-4,"0"0,1-1,-1 1,1 0,0 0,0 0,1 0,-1 0,1 1,0-1,0 1,0-1,0 1,1 0,-1 0,1 1,0-1,0 1,0 0,0 0,0 0,2 0,97-24,-91 23,1 1,0 1,-1 0,1 1,0 0,0 0,0 2,-1 0,1 0,-1 1,1 0,-1 1,0 1,7 3,-17-6,1 0,-1-1,0 1,0 0,0 0,0 0,-1 0,1 0,0 1,-1-1,0 0,1 1,-1-1,0 1,0-1,-1 1,1 0,0-1,-1 1,0 0,1 0,-1-1,0 1,0 0,-1-1,1 1,-1 0,1 0,-1-1,0 1,0-1,0 1,0-1,0 1,-1-1,1 0,-1 1,0-1,1 0,-1 0,0 0,0 0,0-1,-1 1,0 0,-9 8,-1-1,0-1,-1 0,1 0,-1-2,-1 0,1 0,-1-1,0-1,0-1,-1 0,-9 0,22-2,0 0,0-1,0 0,0 1,-1-1,1 0,0-1,0 1,0-1,0 1,0-1,0 0,0 0,0 0,0 0,0-1,0 1,0-2,3 2,1-1,0 1,-1 0,1-1,0 1,0 0,0-1,0 1,0 0,0 0,0 0,0 0,1 0,-1 0,0 0,1 0,-1 1,1-1,-1 0,1 1,-1-1,1 1,-1 0,1-1,-1 1,1 0,0 0,242-45,-205 37,-1-2,0-2,0-1,-2-2,0-1,10-8,5-20,-50 42,0 1,0 0,0 0,0 0,-1-1,1 1,0-1,0 1,-1 0,1-1,-1 1,0-1,1 1,-1-1,0 1,0-1,0 0,0 1,0-1,0 1,0-1,0 1,-1-1,1 1,-1-1,1 1,-1-1,1 1,-1 0,0-1,0 1,0 0,0-1,0 1,0 0,0 0,0 0,0 0,0 0,-1 0,-4-2,0 1,-1-1,1 1,0 1,-1-1,1 1,-1 0,1 1,-1 0,1 0,-1 0,0 1,1 0,-1 0,1 0,0 1,-1 0,1 0,0 1,0 0,0 0,0 0,1 1,0-1,-1 1,1 1,0-1,1 1,-1 0,1 0,0 0,0 1,1-1,0 1,-2 3,2-5,0 1,0 0,0 0,0 0,1 0,0 0,0 1,0-1,1 1,-1-1,2 1,-1 0,0-1,1 1,0 0,1 0,-1-1,1 1,0 0,0-1,1 1,0-1,0 1,0-1,0 0,1 0,0 0,0 0,0 0,1-1,0 0,0 1,0-1,0-1,0 1,1 0,4 2,10 1,-1 0,1-1,0-1,1-1,-1 0,1-1,0-2,0 0,0-1,5-1,58-2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08:57.0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149 1,'7'20,"-1"0,-1 0,-1 1,-1 0,0 0,-1 16,-1-17,8 99,-5 0,-6 1,-5-1,-5 0,-6 11,-2-68,11-63,-10-58,-66-373,81 406,-3-14,2 1,2-1,2 1,2-28,-1 65,1-1,-1 1,1 0,-1-1,1 1,0 0,0-1,0 1,0 0,0 0,1 0,-1 0,1 0,-1 0,1 0,0 1,-1-1,1 0,0 1,0-1,0 1,1 0,-1 0,0 0,0 0,1 0,-1 0,0 1,1-1,-1 1,1 0,-1-1,0 1,1 0,-1 0,1 1,-1-1,1 0,-1 1,0 0,1-1,-1 1,1 1,11 1,-1 2,1 0,-1 1,0 0,0 1,0 0,-1 1,-1 0,1 1,-1 1,-1 0,0 0,4 5,-12-13,0 1,0-1,0 1,0-1,-1 1,1 0,-1-1,1 1,-1 0,0 0,0 0,-1 0,1 0,0 0,-1 0,0 0,0 1,0-1,0 0,0 0,-1 0,1 0,-1 0,0 0,0 0,0 0,0 0,0 0,-1 0,1-1,-1 1,0-1,0 1,0-1,-1 1,-3 2,-1 0,0-1,0 0,-1 0,1-1,-1 1,0-2,0 1,0-1,0 0,0-1,-1 0,1 0,0-1,0 0,-1 0,-4-2,13 2,-1 1,0-1,1 0,-1 0,0 0,0 0,1 0,-1 0,0 0,0 0,1 0,-1 0,0 0,0 0,1 0,-1-1,0 1,1 0,-1-1,0 1,1 0,-1-1,0 1,1-1,-1 1,1-1,-1 1,1-1,-1 1,1-1,-1 0,1 1,0-1,-1 0,1 1,0-1,-1 0,1 1,0-1,0 0,0 0,0 1,0-1,0 0,0 0,0 0,91-10,-28 10,-26 2,0-1,-1-1,1-2,0-2,-1-1,0-2,0-1,-1-2,0-2,-1-1,9-6,16-36,-57 54,-1 0,0 0,1 0,-1 0,0-1,0 1,-1 0,1 0,0 0,-1-1,1 1,-1 0,0-1,0 1,0 0,0-1,0 1,-1 0,1-1,0 1,-1 0,0-1,0 1,0 0,0 0,0 0,0 0,0 0,-1 0,1 0,0 0,-1 1,0-1,-3-2,-1 0,0 1,0-1,0 2,0-1,-1 0,1 1,-1 1,0-1,1 1,-1 0,0 0,0 1,0 0,1 0,-1 1,0-1,0 1,1 1,-1 0,0 0,1 0,0 0,-1 1,1 0,0 1,1-1,-1 1,1 0,-1 1,1-1,-3 5,3-4,0 0,1 1,0-1,0 1,0 0,1 0,0 0,0 0,1 0,-1 1,2 0,-1-1,1 1,-1 0,2 0,-1-1,1 1,0 0,1 0,-1 0,1 0,1 0,-1-1,1 1,0-1,1 1,0-1,0 0,0 0,1 0,-1 0,1-1,1 1,-1-1,2 1,4 2,0 0,1-1,0 0,0 0,1-1,-1-1,1 0,1 0,-1-1,1-1,-1 0,7 0,154 9,-69-14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08:57.6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1 695,'16'-5,"0"0,0 2,0 0,1 0,-1 2,1 0,-1 1,1 1,0 0,7 2,-22-2,0-1,1 0,-1 1,0-1,0 1,0 0,0-1,0 1,0 0,0 0,0 1,0-1,-1 0,1 0,0 1,-1-1,1 1,-1 0,1-1,-1 1,0 0,0 0,0 0,0 0,0 0,0 0,-1 0,1 0,0 0,-1 1,0-1,0 0,1 0,-1 0,0 0,-1 1,1-1,0 0,-1 0,1 0,-1 2,-4 3,0 1,0-1,0 0,-1 0,0 0,-1-1,1 0,-1 0,0-1,-1 1,-3 0,-17 15,28-21,0 1,0 0,0-1,-1 1,1-1,0 1,0 0,0-1,0 1,0-1,0 1,1 0,-1-1,0 1,0-1,0 1,1-1,-1 1,0 0,0-1,1 1,-1-1,0 1,1-1,-1 0,1 1,-1-1,1 1,-1-1,1 0,-1 1,1-1,-1 0,1 0,-1 1,1-1,-1 0,1 0,0 0,-1 0,1 1,-1-1,1 0,0 0,-1 0,1-1,-1 1,1 0,0 0,-1 0,1 0,-1 0,1-1,-1 1,1 0,-1-1,1 1,-1 0,1-1,-1 1,1 0,0-1,1 1,50 0,-37-2,1 1,-1 1,1 1,0 0,-1 1,1 1,-1 0,0 1,0 1,0 0,7 4,-18-6,-1 0,0 0,1 0,-1 0,0 1,0-1,-1 1,1 0,-1 0,0 0,0 0,0 0,0 0,-1 0,1 1,-1-1,0 1,-1-1,1 1,-1-1,0 1,0-1,0 1,-1-1,0 1,0-1,0 1,0-1,0 0,-1 1,0-1,0 0,0 0,0 0,-1-1,0 1,0 0,0-1,0 0,0 0,0 0,-1 0,0 0,-7 7,-1 0,0-1,-1-1,0 0,0-1,0 0,-1-1,0 0,-1-1,1-1,-1 0,1-1,-6 0,-19-8,38 5,0 0,1-1,-1 1,0-1,1 1,-1-1,1 1,-1-1,1 1,-1-1,1 1,-1-1,1 0,-1 1,1-1,0 0,-1 0,1 1,0-1,0 0,0 0,0 1,-1-1,1 0,0 0,0 1,0-1,1 0,-1 0,0 0,0 1,0-1,0 0,1 1,-1-1,0 0,1 0,-1 1,1-1,-1 0,1 1,-1-1,1 1,0-1,11-16</inkml:trace>
  <inkml:trace contextRef="#ctx0" brushRef="#br0" timeOffset="669.614">722 307,'21'186,"-6"50,-8-106,5 32,-5-136,-7-25,0-1,1 0,-1 1,1-1,-1 0,0 1,1-1,-1 0,1 0,-1 0,1 1,-1-1,1 0,-1 0,1 0,-1 0,1 0,0 0,-1 0,1 0,-1 0,1 0,-1 0,1 0,-1-1,1 1,-1 0,1 0,-1 0,1-1,-1 1,0 0,1-1,-1 1,1 0,-1-1,0 1,1 0,-1-1,0 1,1-1,-1 1,0-1,0 1,0-1,1 1,-1-1,0 1,0-1,0 1,0-1,0 1,0-1,0 1,0-1,0 1,0-1,0 1,0-1,0 1,0-1,0 1,-1-1,1 1,0-1,0 1,-1-1,1 1,0-2,3-7,-2 2,0-1,1 1,0 0,0-1,1 1,0 0,0 0,1 1,0-1,0 1,0 0,1 0,0 0,0 0,0 1,1 0,0 0,0 1,0-1,0 1,4-1,-4 3,-1 1,1 0,0 0,-1 0,1 1,0 0,0 0,-1 0,1 1,0 0,-1 0,1 0,-1 1,1-1,-1 1,1 1,-1-1,0 1,0 0,0 0,-1 0,1 1,-1 0,0 0,0 0,0 0,0 1,-1-1,0 1,0 0,0 0,0 0,-1 0,0 1,0-1,0 1,-1-1,0 1,0 0,0-1,-1 3,1-4,-1-1,0 0,0 0,0 0,-1 1,1-1,-1 0,1 0,-1 0,0 0,0 0,-1 0,1 0,-1 0,1 0,-1 0,0-1,0 1,0-1,0 0,0 1,-1-1,1 0,-1 0,0 0,1-1,-1 1,0-1,0 1,0-1,0 0,0 0,0 0,0-1,-1 1,1-1,0 1,0-1,-3-1,2 2,0-1,0 0,0-1,0 1,0-1,0 0,0 0,0 0,0 0,0-1,0 0,1 1,-1-1,1-1,-1 1,1 0,0-1,0 0,0 0,0 0,0 0,1 0,0 0,-1-1,1 1,0-1,0 0,1 1,-1-1,1 0,0-1,0 1,1 0,0 0,1 0,-1 0,1 0,-1 1,1-1,0 0,1 1,-1-1,0 0,1 1,0 0,0-1,0 1,0 0,1 0,-1 0,1 0,0 0,0 1,0-1,0 1,78-48,-69 44,2 0,-1 1,1 0,-1 1,1 1,0 0,1 1,-1 0,0 1,0 1,8 0,-17 2,0 0,0 0,-1 1,1-1,-1 1,1 0,-1 0,0 0,0 1,-1-1,1 1,-1 0,0 0,0 0,0 1,0-1,-1 1,1 0,-1-1,-1 1,1 0,0 2,11 21,-11-25,1 5,0-1,1 1,0-1,1 0,0 0,0 0,0-1,1 0,0 0,0 0,1-1,-1 1,7 2,19-11,-19-8</inkml:trace>
  <inkml:trace contextRef="#ctx0" brushRef="#br0" timeOffset="915.237">1218 548</inkml:trace>
  <inkml:trace contextRef="#ctx0" brushRef="#br0" timeOffset="1299.91">1606 120,'-1'-2,"-2"-6,0 1,0-1,1 0,0 0,0 0,1 0,0 0,1 0,0-1,0 1,1-8,0 15,0 0,-1 0,1 0,0 0,0 0,0 0,0 1,-1-1,1 0,0 0,0 1,0-1,1 1,-1-1,0 1,0-1,0 1,0 0,0-1,1 1,-1 0,0 0,0 0,0 0,0 0,1 0,-1 0,0 1,0-1,0 0,0 1,1-1,-1 1,0-1,0 1,0-1,0 1,0 0,0-1,0 1,0 0,-1 0,1 0,0 0,0 0,-1 0,1 0,12 14,-2-1,0 2,-1-1,0 1,-1 1,-1 0,-1 0,0 1,-1 0,-1 0,2 15,9 50,-4 1,-3-1,-4 2,-4 37,0-44,-1-57,1 1,1-1,1 0,1 0,1-1,1 1,4 8,-8-23,0-1,1 1,0-1,0 0,0 1,0-1,1-1,0 1,0 0,0-1,1 0,-1 0,1 0,0-1,0 1,1-1,-1 0,1-1,-1 0,1 1,0-2,0 1,0-1,0 0,0 0,0 0,4-1,0-1,-1 0,1 0,-1-1,0-1,0 1,0-1,0-1,0 0,0 0,-1-1,0 0,0 0,0-1,-1 0,0-1,0 1,0-1,-1 0,1-3,6-7,0 0,-2-1,0-1,-1 0,-1 0,0-1,-2 0,0-2,-2 4,-11 120,7-96,0-1,0 1,1-1,-1 1,1-1,1 0,-1 0,1 0,0 0,0 0,0-1,0 1,1-1,0 0,0 0,0 0,1 0,-1-1,1 0,0 0,0 0,0-1,0 1,0-1,0 0,1-1,3 2,24 4</inkml:trace>
  <inkml:trace contextRef="#ctx0" brushRef="#br0" timeOffset="1549.335">2381 615,'-14'-11,"-6"-7,-1-2,2 0,4 4</inkml:trace>
  <inkml:trace contextRef="#ctx0" brushRef="#br0" timeOffset="1719.914">1632 388,'20'-7,"23"-7,25-3,21-1,13 2,4 5,-10 5,-21 7,-24 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08:55.8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225 425,'1'0,"0"1,1-1,-1 0,0 0,1 1,-1-1,0 0,1 0,-1-1,1 1,-1 0,0 0,1-1,-1 1,0 0,1-1,-1 0,0 1,0-1,1 0,-1 1,0-1,0 0,0 0,0 0,0 0,0 0,0 0,-1 0,1-1,0 1,0 0,-1 0,1-1,-1 1,1 0,-1-1,0 1,1 0,-1-1,0 1,0 0,0-1,0 1,0-1,0 1,-1 0,1-1,0 1,-1 0,1-1,-1 1,1 0,-1-1,0 1,1 0,-1-1,-5 0,0-1,0 1,-1 0,1 0,0 1,-1 0,1 0,-1 0,1 1,-1 0,1 0,0 1,-1 0,1 0,-1 0,1 1,0 0,0 0,0 1,0 0,0 0,1 0,-1 0,-4 5,2-4,1 1,0 0,0 1,0 0,1 0,0 0,0 1,0 0,1 0,0 0,1 1,-1 0,1 0,1 0,0 0,0 0,0 1,1-1,0 1,1 0,0 0,1-1,-1 1,1 0,1 0,0 0,0-1,1 1,1 3,0-7,0 0,1-1,-1 1,1-1,0 0,0 0,1 0,-1-1,1 0,0 0,-1 0,1 0,1-1,-1 1,0-1,1-1,-1 1,1-1,2 1,110 6,-90-10,0 0,0-2,-1-1,1-1,-1-1,-1-1,25-12,-8-1</inkml:trace>
  <inkml:trace contextRef="#ctx0" brushRef="#br0" timeOffset="282.764">599 10,'-2'-7,"4"5,5 14,12 18,8 23,5 18,2 17,-4 12,-6 10,-11 6,-18 4,-17-1,-16-5,-13-13,3-22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0:02.4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1 541,'24'-59,"-2"-1,-3-2,-2 0,-3 0,-3-2,-3 1,0-45,-20 146,-4 55,3 1,1 85,19-23,4-94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0:02.67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46 244,'0'-19,"2"-11,1-7,0-3,0 0,1 6,0 5,-1 15,-2 21,-7 21,-4 19,-4 17,0 12,1 4,4-2,7-6,8-10,4-15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0:02.9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1 360,'51'-359,"-47"402,-4 29,-1 71,18 128,-6-192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0:04.58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1 442,'36'-113,"-19"68,-2-1,-3-1,-1 0,-3-1,1-23,-9 46,-9 40,-7 67,4 1,4 1,3 0,4 30,2-93,0 0,1 0,1 0,0 0,2-1,1 0,0 0,2 0,1 3,16 18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0:04.9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46 158,'-5'5,"1"0,0 0,0 1,0-1,0 1,1 0,0 0,0 0,1 0,0 1,0-1,0 1,1-1,0 1,0 0,1 0,0-1,0 1,0 0,1-1,0 1,0 0,1-1,0 1,0-1,0 0,1 1,0-1,0 0,1-1,2 4,2 1,0 0,0-1,1 0,0 0,0-1,1 0,0-1,0 0,1-1,0 0,0-1,1 0,-1-1,1 0,0 0,0-1,1-1,-1 0,0-1,6 0,-11-2,0 1,0-1,0 0,0-1,0 0,-1 0,1 0,0-1,-1 0,0 0,1 0,-1-1,-1 0,1 0,0-1,-1 0,0 0,0 0,-1 0,1-1,-1 0,0 0,-1 0,0 0,0 0,0-1,1-4,1-3,0 0,-1-1,-1 1,-1-1,0 0,-1 0,0 0,-1 0,-1 1,0-1,-1 0,-3-12,3 19,0-1,-1 1,0 0,0 0,-1 0,0 0,0 0,-1 1,0 0,0 0,-1 0,0 1,0-1,0 1,-1 1,0-1,0 1,0 1,-1-1,0 1,0 0,0 1,0 0,0 0,-1 1,1 0,-1 1,0 0,-4-1,4 2,0 1,0 0,0 0,0 0,0 1,1 0,-1 1,1 0,-1 0,1 1,0 0,1 1,-1-1,1 2,0-1,0 1,0 0,1 0,0 1,0-1,0 2,1-1,0 0,1 1,0 0,0 0,0 0,1 1,0-1,1 1,0 0,0 0,1-1,0 1,1 0,0 2,9 35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0:05.2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67 408,'-3'-42,"3"0,1-1,2 1,6-35,5-58,-14 113,0 21,-1 1,1 0,0-1,0 1,-1 0,1 0,0-1,-1 1,1 0,0 0,-1 0,1-1,0 1,-1 0,1 0,0 0,-1 0,1 0,0 0,-1 0,1 0,0-1,-1 1,1 1,-1-1,1 0,0 0,-1 0,1 0,0 0,-1 0,1 0,0 0,-1 1,1-1,0 0,-1 0,1 0,0 1,-1-1,1 0,0 0,0 1,-1-1,1 0,0 1,0-1,0 0,-1 1,1-1,0 0,0 1,0-1,0 1,0-1,0 0,0 1,0-1,0 0,0 1,0-1,0 1,0-1,0 0,0 1,0-1,0 0,1 1,-1-1,0 0,-14 32,1-1,2 2,1-1,2 1,1 1,2 0,1-1,1 16,11 117,4-95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0:06.01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0 503,'112'-316,"-106"296,-1-1,-1 0,0 0,-2 0,-1 0,0 0,-1-2,0 23,0-1,0 1,1 0,-1-1,0 1,0-1,0 1,1-1,-1 1,0-1,0 1,0-1,0 1,0-1,0 1,0-1,0 1,0-1,0 1,-1-1,1 1,0-1,0 1,0 0,0-1,-1 1,1-1,0 1,0-1,-1 1,1 0,0-1,-1 1,1 0,-1-1,1 1,0 0,-1 0,1-1,-1 1,1 0,-1 0,1 0,-1-1,1 1,-1 0,1 0,-1 0,1 0,-1 0,1 0,0 0,-1 0,1 0,-1 0,1 1,-1-1,1 0,-1 0,1 0,-1 0,1 1,-1-1,1 0,0 1,-1-1,1 0,0 1,-1-1,1 1,-20 34,12-1,0 0,3 0,0 1,3 0,1 0,1 0,2 0,4 21,-3-36,1 0,0 0,2-1,0 1,1-1,1-1,1 1,0-1,12 15,14 14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0:06.39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53 147,'-3'24,"1"0,2 1,0-1,2 0,0 0,2 1,-2-17,-1 0,1 0,1 0,0 0,0 0,0-1,1 1,0-1,0 0,1 0,0-1,0 1,1-1,0 0,0-1,0 1,1-1,-1-1,4 3,-4-5,-1 0,1 0,0 0,-1 0,1-1,0 0,0-1,0 1,0-1,0 0,0 0,0-1,0 0,0 0,0 0,0-1,-1 0,1 0,0 0,-1-1,0 0,0 0,0 0,0-1,0 1,0-1,-1 0,0-1,0 1,0-1,0 0,-1 0,0 0,0 0,0 0,-1-1,0 1,0-1,1-4,2-2,-1 0,-1 0,0-1,-1 1,0-1,-1 0,0 0,-1 0,0 0,-1 1,-1-1,0 0,-1 1,0-1,0 1,-2 0,0 0,0 0,-1 1,0-1,-1 1,0 1,-1 0,0 0,-1 0,0 1,0 0,-8-5,10 11,1 0,0 1,-1-1,1 2,-1-1,0 1,0 0,0 0,1 1,-1 0,0 0,0 0,0 1,0 0,1 1,-1-1,1 1,-1 0,1 1,-1 0,1 0,0 0,1 1,-1 0,0 0,1 0,0 1,0 0,-4 4,4-4,0 1,0-1,1 1,0-1,0 2,0-1,1 0,-1 1,2-1,-1 1,1 0,0 0,0 0,1 0,0 0,0 0,1 0,0 1,0-1,0 0,1 0,0 0,1 0,-1 0,2 0,-1 0,1 0,1 2,33 35,6-9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0:06.6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174 266,'-4'0,"0"1,1 1,-1-1,1 0,0 1,-1 0,1 0,0 0,0 0,0 0,0 0,0 1,1 0,-1-1,1 1,0 0,-1 0,2 1,-1-1,0 0,0 1,1-1,0 1,0-1,0 1,0-1,0 1,1 0,0-1,-1 1,1 0,1 0,-1-1,1 1,-1 0,1-1,0 1,0 0,0-1,1 0,1 3,5 3,0 1,1-1,0-1,0 0,1 0,0-1,1 0,0-1,0 0,0-1,1 0,-1 0,1-2,0 1,0-1,1-1,-1-1,1 1,11-2,-14 2,1-1,-1-1,0 0,1-1,-1 1,0-2,1 0,-1 0,0-1,0 0,-1 0,1-1,-1-1,0 0,0 0,0 0,0-1,-1-1,0 1,-1-1,1-1,-1 1,-1-1,1-1,-2 1,1-1,-1 0,0 0,-1-1,0 1,0-1,0-5,-2 3,-1-1,0 1,-1 0,-1-1,0 1,-1 0,0 0,0 0,-2 0,1 0,-1 0,-1 1,0 0,-1 0,0 0,-1 1,0 0,0 0,-1 0,-1 1,1 1,-1-1,-1 1,0 1,0 0,0 0,-1 1,0 0,0 1,0 0,-1 1,0 0,0 1,0 0,-8 0,0 5,-1 1,1 1,0 1,0 0,1 2,-1 0,2 1,-1 1,1 1,0 0,1 2,0 0,1 1,0 0,-5 7,-44 37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0:27.177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1 323,'16'0,"16"-3,15 0,12 1,11-1,1 2,-1 0,-6 0,-15 1</inkml:trace>
  <inkml:trace contextRef="#ctx0" brushRef="#br0" timeOffset="359.65">602 15,'12'-3,"0"0,0 0,1 1,-1 0,1 1,-1 1,1 0,-1 1,1 0,-1 0,0 2,1-1,-1 2,0 0,-1 0,8 4,-9-4,-1 1,0 0,0 0,0 0,-1 1,1 1,-2-1,1 1,-1 1,0-1,0 1,-1 0,0 1,-1-1,1 1,-2 1,1-1,-1 0,-1 1,0 0,0 0,0 7,-1 17,-2 0,-2 0,0 0,-7 27,-4 39,5 39,-4-116,4-21</inkml:trace>
  <inkml:trace contextRef="#ctx0" brushRef="#br0" timeOffset="605.353">683 417,'18'-3,"20"-2,16-3,14-3,6 1,2 2,-5 3,-11 1,-12 5,-15 3,-13 5,-15 2,-14-1,-6-2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0:26.010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0 338,'14'-2,"14"-1,15 0,16 1,15 0,10 1,7 1,-1 2,-9 1,-18 0</inkml:trace>
  <inkml:trace contextRef="#ctx0" brushRef="#br0" timeOffset="291.26">388 192,'33'0,"-1"1,1 1,-1 2,12 4,-35-6,0 0,0 1,0 0,-1 0,1 1,-1 0,0 1,0-1,0 2,-1-1,0 1,0 0,0 0,-1 1,0 0,0 0,3 5,-6-5,0-1,0 1,-1 0,0-1,0 1,0 0,-1 1,0-1,-1 0,1 0,-2 0,1 0,-1 1,1-1,-2 0,1 0,-1 0,0-1,-1 1,0 0,0-1,-4 7,-2 3,-1 0,-1-1,0 0,-2-1,1 0,-2 0,1-2,-6 4,10-8,-1-1,0 1,0-2,-1 1,0-1,0-1,-11 4,12-7</inkml:trace>
  <inkml:trace contextRef="#ctx0" brushRef="#br0" timeOffset="710.2">1231 5,'-6'-2,"-1"1,0 0,0 1,1-1,-1 1,0 0,0 1,0 0,1 0,-1 1,0-1,1 1,-1 1,1-1,0 1,0 0,0 1,0-1,1 1,-1 0,-2 4,-7 5,1 0,1 1,0 1,1 0,0 1,2 1,-1-1,0 4,0 1,2 0,0 0,1 0,1 1,1 1,1-1,-2 23,6-35,0 1,1-1,0 1,1 0,0-1,0 1,1-1,1 0,0 1,0-1,1 0,0-1,1 1,0-1,0 0,1 0,1 0,-1-1,1 0,3 2,0-1,-1-1,2-1,-1 0,1-1,0 0,0 0,1-1,-1-1,1 0,0 0,1-1,-1-1,0 0,1 0,-1-2,1 1,0-2,-1 0,1 0,-1-1,0 0,1-1,-1-1,-1 0,1-1,5-2,-13 5,0 0,-1-1,0 1,1 0,-1-1,0 0,0 0,0 0,-1 0,1 0,-1-1,1 1,-1-1,0 1,-1-1,1 0,0 0,-1 0,0 0,0 0,0 0,-1 0,1 0,-1 0,0 0,0 0,-1 0,1 0,-1-1,0 1,0 0,0 0,0 1,-1-1,0 0,0 0,0 1,0-1,0 1,-1-1,1 1,-1 0,0 0,-2-1,-3-1,0 0,0 1,-1 0,0 0,0 1,0 0,0 1,0-1,-1 2,1 0,-1 0,1 0,-1 1,1 1,-1 0,1 0,-1 1,1 0,0 0,-1 1,2 0,-1 1,0 0,1 1,-1-1,1 1,0 1,1 0,0 0,0 0,-4 5,3 0,0 0,0 1,1-1,1 2,0-1,0 1,1 0,1 0,0 0,1 1,-1 12,-3 29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0:24.825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1 309,'2'0,"6"-3,10 0,11 0,15 1,11 0,9 1,6 0,0 1,-12 0</inkml:trace>
  <inkml:trace contextRef="#ctx0" brushRef="#br0" timeOffset="248.509">657 28,'22'2,"20"1,13 0,9-1,3 0,-4-3,-7-2,-12-2,-14 0,-14 0</inkml:trace>
  <inkml:trace contextRef="#ctx0" brushRef="#br0" timeOffset="642.73">723 1,'-8'11,"-1"0,2 1,-1 0,2 1,0 0,0 0,1 0,1 0,0 1,1 0,0 0,1 0,0 2,3-11,-1 0,0 0,1 0,0 0,0 0,1 0,-1-1,1 1,0 0,0-1,1 0,0 1,-1-1,1 0,0 0,1 0,-1-1,1 1,0-1,0 0,0 0,0 0,0 0,1-1,-1 0,1 0,-1 0,1 0,0-1,0 0,0 0,0 0,0 0,0-1,0 0,0 0,0 0,0-1,1 0,170-38,-171 39,0 1,0-1,0 1,0 0,0 1,0-1,0 1,-1 0,1 0,-1 0,1 1,-1 0,0 0,0 0,0 0,0 0,-1 1,1 0,-1 0,0 0,0 0,0 0,47 103,-48-102,0 0,0 0,0 0,-1 1,0-1,0 0,0 1,0-1,-1 1,0-1,0 1,0-1,-1 1,0-1,0 0,0 1,-1-1,0 0,0 0,0 0,-1 0,1 0,-1 0,0-1,-1 1,-2 2,-8 0,0 0,0-1,-1-1,1 0,-1-1,-1 0,1-2,0 1,-1-2,1 0,-1-1,-11-2,-4 3,-1 1,7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0:40.41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119 1,'-1'0,"0"0,0 0,0 0,0 0,0 0,0 0,0 0,0 1,0-1,0 0,0 1,0-1,0 1,0-1,0 1,0-1,0 1,0 0,0-1,0 1,1 0,-1 0,0-1,1 1,-1 0,0 0,1 0,-1 0,1 0,0 0,-1 0,1 0,0 0,0 0,-1 0,1 0,0 1,0-1,0 0,0 0,0 0,1 0,-1 0,0 0,0 0,1 0,-1 0,1 1,-1-1,-11 246,-27 51,14-135,3 60,21-47,8 0,9 17,8 165,-22 575,-4-921,-12 868,7-492,12 411,34-178,-37-443,-1 25,21 128,1-158,15 164,-34 260,-7-332,2 694,41-479,-41-403,-1-33,2 0,2 0,1-1,6 19,45 191,-53-243,1 0,0 0,0 0,1-1,0 0,0 0,1 0,1 0,-1-1,1 1,1-1,-1-1,2 1,-1-1,1-1,0 1,0-1,0-1,1 0,6 3,38 12,1-3,0-2,1-2,1-3,0-3,0-1,34-3,17 5,572 23,13-29,413 14,-288 31,-794-45,-23-1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0:44.47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1 403,'27'-31,"2"0,1 2,2 2,1 0,0 3,2 0,1 2,1 2,0 2,2 1,24-7,8 11,1 4,1 2,-1 4,57 5,-63-1,1354 1,-340-51,-924 34,-78 6,0 3,0 4,13 3,-69 2,0 1,0 0,-1 2,1 0,16 9,131 81,-157-91,-1 1,0 1,0-1,0 2,-1 0,0 0,0 1,-1 0,0 0,-1 1,0 0,2 5,-5-7,6 14,1-1,2-1,0 0,1 0,1-2,8 8,22 14,-35-33,0 0,-1 2,0-1,-1 1,0 0,0 1,-1 0,-1 0,1 1,-1 0,-1 0,0 1,-1 0,0 0,2 9,-4 117,-5-35,9-27,-4 0,-4 0,-2 0,-8 29,-1-2,3 0,5 69,-3 142,1-138,15 154,14 122,-3-309,-6-58,-5 0,-1 40,11 178,-12 52,-8-220,14 356,-37-80,16-23,2-294,4 0,10 81,13 190,-3-245,-11-85,-2 0,-1 1,-2-1,-2 15,-26 257,41 8,-13-222,4 0,8 30,-7-68,-2 1,-2-1,-3 1,-2-1,-3 1,-2-1,-6 20,8-53,-20 92,-8 107,19 210,7-285,3-99,2-1,1 1,3-1,6 36,1-17,-3-1,-3 2,-3 16,40 233,-42-38,-38-72,1-36,39-162,-1-1,0 0,0 0,-1 0,1 0,-1 0,-1 0,1-1,-1 1,0-1,0 1,-1-1,1 0,-1 0,0-1,-1 1,1-1,-1 0,0 0,0 0,0-1,0 0,-1 0,0 0,1-1,-1 1,0-1,0-1,0 1,-5 0,-248-3,173-1,-5-1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0:56.46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155 1,'-3'42,"-3"1,-1-1,-2 0,-2 0,-1-1,-7 11,10-25,-64 195,72-221,1 0,-1-1,1 1,-1 0,1 0,0-1,-1 1,1 0,0 0,0 0,-1-1,1 1,0 0,0 0,0 0,0 0,0 0,0 0,0-1,0 1,0 0,1 0,-1 0,0 0,0-1,1 1,-1 0,1 0,-1-1,0 1,1 0,0 0,-1-1,1 1,-1-1,1 1,0 0,-1-1,1 1,0-1,0 0,-1 1,1-1,0 0,0 1,0-1,-1 0,1 0,0 1,0-1,0 0,0 0,0 0,-1 0,1 0,0-1,0 1,0 0,0 0,0-1,-1 1,1 0,0-1,0 1,-1 0,1-1,0 1,139-85,-132 80,1-1,0 0,0 0,1 1,-1 0,1 1,0 0,0 0,1 1,-1 1,1 0,-1 0,1 1,0 0,2 1,-10 1,1 1,-1-1,1 0,-1 0,1 0,0-1,-1 1,1-1,0 0,-1 0,1-1,0 1,-1-1,1 1,0-1,-1 0,1 0,-1-1,1 1,-1-1,0 0,0 0,0 0,0 0,0 0,0-1,0 1,-1-1,1 0,-1 1,0-1,0-1,0 1,0 0,1-3,-3 2,1 1,-1 0,0-1,0 1,0 0,0-1,-1 1,1 0,-1-1,0 1,0 0,0 0,0 0,-1-1,1 1,-1 1,0-1,0 0,0 0,0 1,0-1,-1 1,1 0,-1-1,1 1,-1 0,0 1,0-1,0 0,0 1,0 0,0 0,0 0,-1 0,1 0,0 0,-1 1,1 0,0 0,-1 0,-2 0,3 1,0 0,0 1,0 0,0-1,0 1,0 0,0 0,1 0,-1 1,1-1,-1 1,1-1,0 1,0 0,0 0,1 0,-1 0,1 0,-1 0,1 0,0 1,0-1,1 0,-1 1,0-1,1 1,0-1,0 1,0 0,0-3,-40 337,2 1,31-252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0:57.73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1 535,'23'-141,"-2"19,3-107,-23 187,-21 300,-11 124,27-307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0:58.03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0 424,'5'-67,"2"0,3 0,3 0,3 2,5-6,-15 51,-4 34,-44 322,38-299,1 1,2 0,2 0,1 0,2-1,1 1,4 8,8 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0:58.40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44 261,'-3'13,"1"0,1 1,0-1,1 0,0 1,1-1,0 0,1 0,1 1,0-1,1-1,0 1,1-1,0 1,1-1,1-1,0 1,0-1,1 0,0-1,1 0,0 0,1-1,0 0,0-1,1 0,0 0,1-1,-1-1,1 0,1-1,-1 0,1-1,0 0,0-1,0 0,0-1,13 0,-14-3,-1 0,1-1,-1-1,1 0,-1-1,0 0,0 0,-1-1,1-1,-1 1,0-2,0 0,-1 0,0 0,0-1,-1-1,0 1,-1-1,1-1,-2 1,1-1,3-9,0 0,0 0,-2-1,-1 1,0-1,-1-1,-1 1,-1-1,-1 0,-1 0,-1 0,-1 0,-1-8,1 19,0 1,-1-1,0 1,-1-1,0 1,-1 0,0 0,0 0,-1 0,0 0,0 1,-1 0,0 0,-1 0,1 0,-2 1,1 0,-1 1,0-1,0 1,-1 0,0 1,0 0,0 0,0 1,-1 0,-1 0,-1 2,1 0,0 2,-1-1,1 1,0 1,-1-1,1 2,0 0,0 0,0 1,0 0,0 0,1 1,-1 1,1-1,-2 3,-15 9,-1 2,2 0,1 2,-18 18,-41 49,10-2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0:59.24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14,'2'-2,"5"-1,11 0,11 0,13 2,9 0,9 0,4 1,2 0,-5 0,-5 0,-8 0,-12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0:59.58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1,'26'13,"27"19,-2 2,-2 3,43 39,-89-73,1-1,-1 1,1 0,-1 0,0 1,0-1,0 0,-1 1,1 0,-1 0,0 0,0 0,0 0,-1 0,1 0,-1 0,0 1,0-1,-1 1,1-1,-1 5,-3 2,-1 0,-1-1,1 1,-2-1,0 0,0 0,0-1,-1 0,-1 0,-5 5,1 0,-43 49,0-3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1:00.13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1 111,'13'-12,"12"-5,11 0,8 0,5 1,4 3,0 4,-5 4,-6 2,-12 1,-12 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1:00.58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50 0,'-10'32,"1"-1,2 1,1 1,1-1,2 1,1 25,-2 6,1 29,3-91,1-1,0 1,0-1,0 0,0 1,0-1,0 0,1 0,-1 0,0 0,1 0,-1 0,0 0,1 0,-1 0,1-1,-1 1,1-1,0 1,-1-1,1 1,0-1,-1 0,1 0,0 0,-1 0,1 0,0 0,-1-1,1 1,-1 0,1-1,0 1,-1-1,1 0,-1 0,1 1,-1-1,0 0,1 0,-1 0,0 0,0-1,1 1,4-2,28-12,0 1,0 2,2 1,-1 2,1 1,0 2,1 2,-1 1,1 1,22 3,-51 0,-1 0,1 0,-1 0,0 1,1 0,-1 1,0 0,0 0,-1 0,1 1,-1 0,1 0,-1 0,0 1,-1 0,1 0,-1 1,0-1,0 1,-1 0,0 0,0 1,0 0,-1-1,0 1,0 0,1 5,-3 0,1-1,-2 0,1 0,-2 0,1 1,-1-1,-1 0,0 0,-1 0,0-1,-1 1,0 0,0-1,-1 0,-1 0,0-1,-2 4,-3 4,-2-1,1-1,-2 0,0-1,-1 0,0-1,-1-1,0 0,-7 2,15-9,1 0,-1-1,0 1,0-2,0 1,0-1,-1-1,0 1,1-2,-1 1,0-1,0 0,0-1,0 0,0 0,1-1,-1 0,-4-2,13 3,-1 0,0 0,1 0,-1 0,0-1,1 1,-1 0,0-1,1 1,-1 0,1-1,-1 1,1-1,-1 1,1-1,-1 1,1-1,-1 1,1-1,0 1,-1-1,1 0,0 1,-1-1,1 1,0-1,0 0,0 0,0 1,-1-1,1 0,0 1,0-1,0 0,0 1,1-1,-1 0,0 1,0-1,0 0,0 1,1-1,-1 0,0 1,1-1,-1 0,1 1,-1-1,0 1,1-1,-1 1,1-1,-1 1,1 0,0-1,-1 1,1-1,-1 1,1 0,0 0,-1-1,1 1,0 0,42-20,-17 12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1:01.10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66,'7'-2,"9"-2,13-3,13-4,11 1,5-1,5 2,0 2,-4 3,-5 4,-6 2,-11 0,-10 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1:01.41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70 1,'-4'1,"-1"0,0 1,0 0,1-1,-1 2,1-1,-1 0,1 1,0 0,0 0,0 0,1 1,-1-1,1 1,-3 3,6-5,0-1,0 1,1-1,-1 1,0-1,1 0,-1 1,1-1,-1 0,1 1,0-1,0 0,0 0,-1 0,1 1,0-1,0 0,1 0,-1 0,0-1,0 1,0 0,1 0,-1-1,0 1,1 0,-1-1,0 0,1 1,-1-1,1 0,-1 1,0-1,1 0,-1 0,1 0,-1-1,1 1,-1 0,1-1,-1 2,41 2,-1-1,1-2,35-5,86 2,-159 3,0-1,0 1,0 1,1-1,-1 0,0 1,0 0,0 0,0 0,0 1,0 0,-1-1,1 1,0 0,-1 1,1-1,-1 1,0-1,0 1,0 0,0 0,0 0,-1 1,1-1,-1 1,0-1,1 3,-3 6,0-1,-1 1,0-1,-1 0,-1 0,1 0,-2 0,1 0,-2 0,1-1,-2 0,1 0,-1 0,-1 0,0-1,0 0,-1-1,0 1,-142 152,132-143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1:02.02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10 530,'-4'-16,"2"-1,0 1,1-1,0 0,2 0,0 1,0-1,2 1,0-1,1 1,3-6,84-273,-80 265,-11 30,0 0,0 0,0 0,1 1,-1-1,0 0,0 0,1 0,-1 0,0 0,0 0,1 0,-1 1,0-1,0 0,1 0,-1 0,0 0,0 0,1 0,-1 0,0 0,1 0,-1-1,0 1,0 0,1 0,-1 0,0 0,-44 240,41-221,-5 17,2 0,2 1,1 0,1 0,2-1,2 1,5 25,-6-55,1 0,0 1,1-1,0-1,0 1,0 0,1-1,0 1,0-1,0 0,1 0,0-1,1 1,25 17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1:02.30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17 341,'-5'-36,"2"-1,2 1,1-1,2 1,2-1,1 1,5-18,0 26,-1 24,-5 21,-1 26,-2 1,-2-1,-2 0,-8 41,7-56,-8 64,1-25,4 0,1 66,6-124,0 0,1 0,0 0,1-1,-1 1,2 0,-1-1,1 0,1 1,1 1,13 15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1:02.57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0 363,'6'-43,"2"0,2 1,1 0,3 1,1 0,18-33,-8 37,-18 42,0 59,-15 139,3-131,2 0,4 0,3 0,12 65,-5-91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1:09.14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30 129,'-13'-7,"-1"-2,12 0,15 2,17 2,14 2,12-1,4-2,3 0,-4-1,-5-2,-9-4,-12-2,-17 0,-10 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1:09.56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85 1,'-10'13,"1"0,0 1,0 0,2 1,0 0,0 0,1 1,1 0,1 0,0 0,1 0,1 0,1 1,0-1,1 1,0-1,2 1,0-1,1 1,0-1,1 0,1 0,2 2,-6-15,0 1,1-1,-1 0,1 0,-1 0,1 0,0 0,0 0,1 0,-1 0,1-1,-1 0,1 1,0-1,0 0,0 0,0 0,0-1,0 1,0-1,1 0,-1 0,0 0,1 0,-1 0,1-1,-1 1,1-1,-1 0,1 0,1-1,10-4,0 0,0-2,0 1,-1-2,0 0,-1-1,3-2,52-30,-61 36,0 1,0 0,1 0,-1 1,1 0,-1 0,1 1,0 0,0 0,0 1,0 0,0 0,0 1,1 0,-1 1,0-1,0 2,0-1,0 1,0 0,-1 1,1 0,0 0,-1 0,0 1,0 0,0 1,0 0,-1 0,1 0,-1 4,1 0,-2 0,1 1,-1 0,-1 0,1 0,-2 0,1 1,-2 0,1-1,-1 1,-1 0,0 0,-1 0,0 0,0 0,-1 0,-1 0,0 0,0 0,-1-1,-1 1,1-1,-2 0,1 0,-1 0,-1-1,0 1,0-1,-1-1,-7 8,-5 5,0-1,-1-1,-1-1,-1-1,-1-1,0-1,-1 0,0-2,-1-1,0-1,-1-1,-14 2,13-7,27-5,0 0,1 0,-1 0,1 0,-1 0,1 0,-1 0,0-1,1 1,-1 0,1 0,-1 0,0 0,1 0,-1-1,0 1,1 0,-1 0,0-1,1 1,-1 0,0-1,0 1,1 0,-1-1,0 1,0 0,1-1,-1 1,0 0,0-1,0 1,0-1,0 1,0 0,0-1,0 1,1-1,-1 1,-1-1,1 1,0 0,0-1,0 1,0-1,0 1,0 0,0-1,-1 1,1-1,0 1,0 0,0-1,-1 1,1 0,0-1,-1 1,1 0,0 0,0-1,-1 1,1 0,-1 0,1 0,0-1,-1 1,1 0,28-21,6-2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1:10.27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2 518,'-1'-95,"0"-15,4-1,12-57,-11 142,0 18,-2 20,0 288,-7-183,0-57,4 0,2 0,4 12,4-29,1-12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1:10.56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0 530,'27'-521,"-26"512,-1 22,0 701,0-650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1:10.88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1 555,'142'-531,"-137"507,-1 40,-21 686,16-647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1:11.50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46 62,'-16'-2,"-3"-1,9 0,17-2,23-2,26-2,18-2,10 1,1 2,-13 5,-18 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1:13.63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459 6,'-16'-2,"1"0,-1 1,0 1,0 0,0 2,0-1,1 2,-1 0,1 1,0 1,0 0,0 1,0 1,1 0,1 0,-1 2,1 0,0 0,1 1,0 1,1 0,0 1,1 0,0 0,0 2,-6 14,2 0,1 1,2 0,1 1,1 1,1-1,2 1,1 0,1 1,2-1,1 1,4 31,-3-43,2 0,0 0,2-1,0 1,1-1,0 0,2 0,2 3,-6-15,1 0,0 0,0 0,0 0,1-1,0 0,1 0,-1 0,1 0,0-1,1 0,-1 0,1-1,0 0,0 0,0 0,0-1,1 0,0-1,-1 0,4 1,-2-2,0 0,-1-1,1 0,0 0,0-1,0 0,0 0,0-1,-1 0,1-1,-1 0,0 0,1-1,-2 0,1 0,0-1,-1 0,0 0,0-1,0 0,-1 0,0-1,4-5,-2 3,-1 0,0-1,-1 0,-1 0,1-1,-1 0,-1 0,0 0,-1 0,0 0,-1-1,0 1,0-1,-1 0,-1 0,0 1,-2-13,1 18,0 0,-1 0,1 0,-1 0,-1 0,1 1,-1-1,0 1,0 0,0-1,-1 1,0 1,0-1,0 0,-1 1,1 0,-1 0,0 0,0 1,-1 0,1 0,-1 0,1 1,-1-1,0 1,0 0,0 1,0 0,0 0,0 0,0 1,-1 0,1 0,0 0,0 1,0 0,0 0,0 0,-3 2,2-1,-1 1,0 1,1-1,-1 1,1 1,0-1,0 1,1 0,0 1,-1-1,2 1,-1 1,1-1,-3 5,6-8,0 0,0 0,0 0,0 0,1 1,-1-1,1 1,0-1,0 1,0-1,1 1,-1 0,1-1,0 1,0 0,0 0,0-1,1 1,0 0,0-1,0 1,0-1,0 1,0-1,1 0,0 1,0-1,0 0,0 0,0 0,0 0,1-1,0 1,26 21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1:13.92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0,'2'9,"10"3,12 0,16-3,14-4,12-7,9-4,2-1,-12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1:14.34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1 482,'24'-129,"-18"104,11-46,-3-1,-3 0,-3-12,-8 59,-6 22,1 17,-8 48,2 1,4 0,1 12,2-25,1-17,0-11,0 0,2-1,0 1,2 0,0 0,2 0,0-1,6 21,8-10,2-11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1:14.71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19 219,'-3'8,"0"0,0-1,0 1,1 0,1 0,-1 1,1-1,0 0,1 0,0 1,1-1,-1 0,2 0,-1 0,1 0,0 0,1 0,0 0,0 0,0-1,1 0,0 1,1-2,0 1,0 0,0-1,1 0,0 0,0-1,0 1,1-1,3 2,3 1,0 0,0 0,1-1,0-1,0 0,0-1,1 0,0-1,0-1,0-1,0 0,1-1,-1 0,0-1,12-2,-21 1,1-1,-1 0,0 0,0 0,0-1,0 0,0 0,0-1,-1 0,0 1,0-2,0 1,0-1,0 1,-1-1,0-1,0 1,-1 0,1-1,-1 0,0 0,-1 0,1 0,-1 0,0-1,0-5,2-5,-2 0,0 0,-1 0,0 0,-1 0,-1 0,-1 0,-1 1,0-1,-1-1,1 6,-1 0,0-1,-1 2,0-1,0 0,-2 1,1 0,-1 0,-1 1,0 0,0 0,-1 1,0 0,-1 1,0 0,0 0,-1 1,0 0,0 1,-1 0,-8-2,14 6,-1 1,1 0,-1 0,1 1,-1-1,0 1,1 1,-1 0,1 0,-1 0,1 0,0 1,-1 0,1 0,0 1,0 0,0 0,1 0,-1 1,1 0,0 0,0 0,0 1,0 0,-3 4,-1 2,1 0,0 0,0 1,1 0,1 0,0 1,1-1,0 1,1 1,0-1,-2 14,4 38,7-6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1:15.00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26 431,'-9'-46,"2"0,2 0,1-1,3 0,2 1,2-3,12-55,-9 123,3 643,-3-594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08:46.310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11577 2304,'-9'6,"1"0,0 0,0 1,1 0,0 1,0-1,1 1,0 0,0 1,0 0,1 0,1 0,0 0,0 1,1 0,0-1,0 1,1 0,1 0,0 1,0-1,1 0,0 0,1 1,0-1,0 0,2 6,1-11,-1 1,1-1,0 0,0-1,1 1,-1-1,1 1,0-1,0-1,0 1,1-1,0 0,-1 0,1 0,0-1,0 0,0 0,0-1,1 1,-1-1,0-1,1 1,-1-1,0 0,1-1,-1 1,0-1,1-1,-1 1,0-1,0 0,0 0,0-1,0 0,-1 0,1 0,-1-1,0 1,0-1,0-1,-1 1,1-1,-1 1,3-6,0 1,-2 0,0 0,0-1,0 1,-1-1,-1 0,0 0,0-1,-1 1,0-1,-1 1,0-1,-1 0,0 1,0-1,-1 1,-1-1,0 0,0 1,-1 0,0 0,-1 0,0 0,-1 0,0 1,0 0,-1 0,0 0,-1 0,5 6,0 0,0 0,-1 0,1 0,0 0,-1 0,0 1,0-1,0 1,0 0,0 0,0 0,0 0,-1 0,1 1,-1-1,1 1,-1 0,0 0,1 1,-1-1,0 1,0 0,1 0,-1 0,0 0,0 0,1 1,-1 0,0 0,1 0,-1 0,1 1,-1-1,1 1,0 0,-1 0,1 0,0 0,0 0,1 1,-1 0,0-1,-1 3,1 1,0 0,0 0,1 0,0 0,0 1,0-1,1 1,0-1,0 1,1 0,0-1,0 1,0 0,1-1,0 1,0 0,1-1,-1 0,2 1,-1-1,1 0,0 0,1 1,17 31</inkml:trace>
  <inkml:trace contextRef="#ctx0" brushRef="#br0" timeOffset="292.679">12126 2424,'58'-273,"-53"254,-7 55,-9 44,5 1,2-1,7 65,1-103</inkml:trace>
  <inkml:trace contextRef="#ctx0" brushRef="#br0" timeOffset="-1060.016">11497 1435,'-3'13,"0"-1,0 1,1 0,1-1,0 1,1 0,0 0,1 0,1 0,0 0,1-1,0 1,1-1,0 0,1 0,0 0,1 0,0-1,1 0,0-1,1 1,0-1,0-1,1 1,1-1,0-1,6 4,-14-9,1-1,0 0,0 0,0 0,0 0,0 0,0-1,1 1,-1-1,0 0,1 0,-1 0,1-1,-1 1,1-1,0 0,-1 0,1 0,-1 0,1-1,-1 1,1-1,-1 0,1 0,-1 0,0-1,1 1,-1-1,0 0,0 1,0-1,0-1,-1 1,1 0,0-1,0 0,6-11,0-1,0 0,-2 0,0 0,0-1,-2 0,0 0,-1-1,0 0,-1 1,0-12,-2 15,0 0,-1 0,0 0,-1 0,0 0,-1 0,0 0,-1 0,-4-10,4 17,1 1,0 0,-1-1,0 1,0 0,-1 1,1-1,-1 0,0 1,0 0,-1 0,1 0,-1 1,0-1,0 1,0 0,0 1,-1-1,1 1,-1 0,1 0,-6 0,3 1,0 0,0 1,0 0,0 0,0 1,0 0,0 1,0-1,0 2,1-1,-1 1,1 0,-1 1,1-1,0 1,1 1,-1 0,1 0,0 0,0 0,0 1,1 0,-1 0,2 1,-1-1,1 1,0 0,0 0,1 1,0-1,0 1,1-1,0 1,0 0,1 0,0 0,0 0,1 0,0 0,0 0,1 0,0 0,1 2,0-4,0 0,0 0,0-1,1 1,0-1,0 1,1-1,-1 0,1 0,0-1,5 5,19 15</inkml:trace>
  <inkml:trace contextRef="#ctx0" brushRef="#br0" timeOffset="-685.819">11991 1596,'-2'5,"0"-1,-1 1,2 0,-1 0,1 1,0-1,0 0,0 0,0 1,1-1,0 0,0 1,1-1,0 0,0 0,0 1,0-1,1 0,0 0,0 0,0 0,0-1,1 1,0-1,0 1,0-1,1 0,-1 0,3 1,-2 0,1 0,0 0,1 0,-1-1,1 0,0-1,0 1,0-1,0 0,0 0,1-1,0 0,-1 0,1 0,0-1,0 0,0-1,0 1,0-1,-1-1,1 1,4-2,-5 0,-1 1,0-2,0 1,0 0,-1-1,1 0,0 0,-1-1,0 1,0-1,0 0,0 0,-1 0,1 0,-1-1,0 1,0-1,-1 0,0 0,1 0,-2 0,1 0,0-1,-1-2,2-5,-1-1,0 1,-1 0,0-1,-1 1,-1-1,0 1,-1 0,-2-8,2 12,0 0,-1 1,1 0,-1 0,-1 0,0 0,0 0,0 1,-1-1,0 1,-1 0,1 1,-1-1,0 1,-1 1,0-1,0 1,0 0,0 0,-1 1,0 0,0 1,0-1,0 2,0-1,-4 0,8 3,0 0,-1 0,1 1,0-1,-1 1,1 0,0 0,0 1,0-1,0 1,0 0,0 0,0 0,0 0,1 1,-1-1,1 1,0 0,0 0,0 0,0 1,-1 1,-42 86,32-45</inkml:trace>
  <inkml:trace contextRef="#ctx0" brushRef="#br0" timeOffset="1120.736">11497 3467,'108'-316,"-100"294,-8 22,0 0,0 1,0-1,0 0,0 0,0 0,0 1,0-1,1 0,-1 0,0 0,0 0,0 0,0 1,0-1,0 0,1 0,-1 0,0 0,0 0,0 0,1 1,-1-1,0 0,0 0,0 0,0 0,1 0,-1 0,0 0,0 0,0 0,1 0,-1 0,0 0,0 0,1 0,-2 27,-1-6,-3 27,2-1,3 1,1-1,2 1,2-1,3 0,4 14,4-15</inkml:trace>
  <inkml:trace contextRef="#ctx0" brushRef="#br0" timeOffset="1401.341">12032 3427,'4'-16,"7"-12,3-10,2-6,2 0,1 4,-3 5,-2 9,-4 14,-5 18,-4 18,-1 18,-2 13,0 10,0 6,3-1,4-2,0-13</inkml:trace>
  <inkml:trace contextRef="#ctx0" brushRef="#br0" timeOffset="2532.372">11617 4470,'22'-47,"-3"-1,-2 0,-1-1,-3-1,5-44,-16 68,-5 18,-1 20,-3 29,1 0,2 1,2-1,2 19,-1-16,1-15,-2 19,2 0,3 0,6 30,0-37</inkml:trace>
  <inkml:trace contextRef="#ctx0" brushRef="#br0" timeOffset="2893.661">12018 4403,'1'11,"-1"0,1-1,1 1,-1-1,2 1,0-1,0 0,1 0,0 0,0 0,1-1,1 0,0 0,0 0,0 0,1-1,1 0,-1-1,1 0,0 0,7 4,-9-6,-1-1,1 1,0-1,0-1,0 1,1-1,-1 0,1-1,0 1,-1-1,1-1,0 1,0-1,0 0,0-1,1 0,-1 0,0 0,0-1,0 0,0 0,0-1,0 0,-1 0,1-1,0 0,-1 0,0 0,0-1,0 0,0 0,0-1,3-6,-2-1,1 0,-2-1,1 1,-2-1,0 0,0-1,-1 1,-1-1,0 0,-1 0,-1 0,0 0,-1 0,0 0,-2-5,2 6,-2-1,1 1,-2-1,0 1,-1 0,0 0,0 1,-4-5,7 13,-1 0,-1 0,1 0,0 0,-1 0,0 1,0-1,0 1,0 0,-1 0,1 0,-1 0,0 0,0 1,0 0,0 0,0 0,0 0,0 1,-1-1,1 1,-1 0,1 0,-1 1,1 0,-2-1,-8 4,0 0,0 1,1 0,-1 1,1 1,0 0,0 0,1 1,0 1,0 0,1 1,0 0,0 2,-5 1,-55 45</inkml:trace>
  <inkml:trace contextRef="#ctx0" brushRef="#br0" timeOffset="6726.905">11002 927,'-4'3,"1"0,0 1,0-1,0 1,1 0,-1 0,1 0,0 0,0 0,0 0,0 1,1-1,0 1,0-1,0 1,0-1,1 1,0 0,0 3,0-7,-6 271,8-172,-2-89,1 167,-8 0,-9 15,10-151,-7 57,0 101,14 647,-5-752,-5 0,-8 29,-3 18,2 177,-17 129,17-95,-6-98,22-244,1 0,0 0,1 0,0 0,0 0,1-1,0 1,1 0,1 0,0-1,0 1,1-1,0 0,1 0,2 4,-6-11,1 1,-1-1,1 0,0 0,0 0,0 0,0-1,1 1,-1-1,1 1,-1-1,1 0,0 0,0 0,0 0,0 0,0-1,0 1,1-1,-1 0,0 0,1 0,-1-1,1 1,-1-1,1 0,-1 0,1 0,0 0,113-35,88-10,2 8,172-6,-193 33,147 13,45 5,-168 5,-207-12,0-1,1 0,-1 0,1 0,-1-1,0 1,0-1,1 0,-1 0,0 0,0 0,0-1,0 1,0-1,0 0,0 0,0 0,-1 0,1 0,-1-1,0 1,1-1,-1 1,0-1,1-14,-1 1,-1 0,0-1,-1 1,-1-1,-2-7,2-2,-28-595,21 463,-8 0,-6 1,-13-28,28 157,-18-71,3-1,6-1,3 0,5-1,4-1,8-57,20-7,7-92,-28 177,-1-21,5 0,9-29,-10 100,13-79,-4 0,-2-75,-28-165,1 232,11 114,0 1,-1 0,1 0,-1 0,0 0,0 1,0-1,0 1,-1 0,1 1,-1-1,0 1,0-1,0 2,0-1,0 0,0 1,0 0,-1 0,1 1,0-1,-1 1,1 0,0 1,-1-1,-2 2,-10-3,-203-34,66 5,-169 13,35 4,7-24,256 37,0 1,0 1,0 1,-23 6,-26 3,-80 12,154-24,0 0,1 0,-1 0,0 0,1 0,-1 0,0 0,0 0,1 0,-1 0,0 0,1 1,-1-1,0 0,0 0,1 1,-1-1,1 0,-1 1,0-1,1 1,-1-1,1 1,-1-1,1 1,-1-1,1 1,-1-1,1 1,0 0,-1-1,1 1,0 0,0-1,-1 1,1 0,0-1,0 1,0 0,0 0,0-1,0 1,0 0,0 0,0-1,0 1,0 0,1-1,-1 1,0 0,0-1,1 1,-1 0,0-1,1 1,-1 0,7 6</inkml:trace>
  <inkml:trace contextRef="#ctx0" brushRef="#br0" timeOffset="17302.644">0 8467,'50'-5,"0"2,0 2,0 3,39 6,46 2,465-21,-242-1,13 9,474-19,-614 5,567-25,-508 45,-289-6,-7 0</inkml:trace>
  <inkml:trace contextRef="#ctx0" brushRef="#br0" timeOffset="-64931.372">1778 699,'-1'-5,"0"0,0 0,0 0,0 0,-1 0,0 0,0 0,0 0,-1 0,1 1,-1-1,0 1,-1 0,1 0,-1 0,1 0,-1 1,-1-1,1 1,0 0,-1 1,1-1,-1 1,0-1,0 1,0 1,0-1,0 1,0 0,-5-1,3 3,1-1,-1 1,1 0,0 1,-1-1,1 1,0 1,0-1,0 1,1 0,-1 0,1 1,-1-1,1 1,0 1,1-1,-1 1,1-1,0 1,0 1,0-1,1 0,-1 1,0 3,-2 2,1 1,1-1,0 1,0 0,1 0,1 0,0 0,1 0,0 1,1-1,0 1,1 5,3-3,0 0,2 0,-1-1,2 0,0 0,0 0,2-1,-1 0,2-1,-1 0,2 0,0-1,0 0,1-1,0-1,1 1,0-2,0 0,1-1,0 0,0-1,0 0,1-1,0-1,0-1,0 0,11 1,-19-3,0 0,-1 0,1 0,0-1,0 0,0-1,0 1,0-1,-1 0,1-1,0 0,-1 0,1 0,-1-1,0 0,1 0,-2-1,1 1,0-1,-1-1,1 1,-1-1,-1 0,1 0,-1 0,1-1,-1-1,3-10,-1 0,0 0,-2-1,0 1,-1-1,-1 0,0 0,-2 0,0-1,-1 1,0 0,-2 0,0 0,-1 1,-6-15,-44-118,50 141,-1 1,0-1,0 1,-1 0,0 0,-1 1,0 0,0 0,0 0,-1 1,0 0,0 0,0 1,-9-4,12 8,-1-1,1 0,-1 1,0 0,0 1,1-1,-1 1,0 0,0 0,1 1,-1 0,0 0,1 0,-1 1,1-1,-1 1,1 1,0-1,-1 1,-1 1,-5 4,-1 1,2 0,-1 1,1 0,1 1,-1 0,-2 6,-4 6,1 1,2 0,0 1,2 1,1 0,1 1,1 0,-1 11,-8 38</inkml:trace>
  <inkml:trace contextRef="#ctx0" brushRef="#br0" timeOffset="-63890.72">1724 1716,'63'-133,"32"-66,-85 182,-10 17,1-1,-1 1,0 0,1 0,-1 0,1 0,-1 0,0 0,1 1,-1-1,0 0,1 0,-1 0,0 0,1 0,-1 0,0 1,1-1,-1 0,0 0,1 0,-1 1,0-1,0 0,1 1,-1-1,0 0,0 0,1 1,-1-1,0 0,0 1,0-1,0 0,0 1,1-1,-1 1,0-1,0 0,0 1,0-1,0 0,0 1,0-1,0 1,-1-1,1 0,0 1,0-1,0 0,0 1,0-1,0 0,-1 1,1-1,0 1,0-1,-9 184,6-58,5-1,13 75,-14-190,0-3,0-1,0 0,-1 0,0 1,0-1,0 0,-1 0,0 1,0-1,-1 0,1 0,-1 0,1-5,0 0,0 0,0 0,0 0,0 0,-1 0,1 0,0 0,0 0,-1 0,1-1,0 1,-1-1,1 1,0-1,-1 1,1-1,-1 0,1 0,-1 0,1 0,-1 0,1 0,-1 0,1 0,-1-1,1 1,-1 0,1-1,0 1,-1-1,1 0,0 1,-1-1,1 0,0 0,-45-30,45 31,1 0,0 0,-1 0,1-1,0 1,-1 0,1 0,0 0,-1 0,1-1,0 1,0 0,-1 0,1-1,0 1,0 0,-1-1,1 1,0 0,0-1,0 1,0 0,-1-1,1 1,0 0,0-1,0 1,0 0,0-1,0 1,0-1,0 1,0 0,0-1,0 1,0 0,0-1,0 1,0 0,1-1,-1 1,0 0,0-1,0 1,1 0,-1-1,0 1,0 0,1-1,-1 1,0 0,0 0,1 0,-1-1,0 1,1 0,-1 0,0 0,1 0,-1-1,0 1,1 0,-1 0,0 0,1 0,31-4,-26 4,491-38,-466 41,-31-3,-1 0,1 0,0 0,-1 0,1 0,0 0,-1 0,1 0,0 0,-1 0,1 0,0 1,-1-1,1 0,0 0,-1 0,1 1,0-1,0 0,-1 0,1 1,0-1,0 0,-1 0,1 1,0-1,0 0,0 1,0-1,-1 0,1 1,0-1,0 0,0 1,0-1,0 0,0 1,0-1,0 0,0 1,0-1,0 1,0-1,0 0,0 1,0-1,1 0,-1 1,0-1,0 0,0 1,0-1,1 0,-1 0,0 1,0-1,1 0,-1 0,0 1,0-1,1 0,-1 0,0 0,1 1,-1-1,1 0,-32 17,40-18,0-1</inkml:trace>
  <inkml:trace contextRef="#ctx0" brushRef="#br1" timeOffset="-47074.989">1297 526,'0'-251,"8"321,-6 83,-6 0,-7-1,-23 102,-24 360,48-506,-5-1,-4 1,18-106,0 1,1 0,-1-1,1 1,0 0,0 0,0 0,0 0,0-1,1 1,-1 0,1 0,0-1,0 1,0 0,0-1,0 1,0-1,1 1,-1-1,1 0,0 1,0-1,0 0,0 0,0-1,0 1,0 0,0 0,1-1,-1 0,1 1,-1-1,2 0,128 35,-95-29,100 33,-101-27,0-2,0-2,34 5,7-10,1-3,-1-3,1-4,14-5,135-8,143 18,-369 1,1 0,0 0,-1 1,1-1,0-1,0 1,-1 0,1 0,0-1,-1 1,1-1,-1 1,1-1,-1 0,1 1,-1-1,1 0,-1 0,1 0,-1 0,0 0,0-1,0 1,1 0,-1-1,0 1,-1 0,1-1,0 1,0-1,-1 0,1 1,-1-1,1 1,-1-1,1 0,-1 0,5-158,-6 71,-3-338,-26-90,-34-119,61 602,2 9,-2-1,0 1,-2-1,-1 1,-7-20,11 42,1-1,-1 1,0-1,0 1,-1-1,1 1,0 0,-1 0,0 1,0-1,0 0,0 1,0 0,0-1,-1 1,1 1,-1-1,1 0,-1 1,0 0,0 0,1 0,-1 0,0 1,0-1,0 1,0 0,0 0,0 0,0 1,0-1,0 1,1 0,-1 0,0 1,0-1,-1 2,-66 32,60-28,0-1,0 0,-1-1,0 0,0-1,0 0,-9 1,-51 2,-1-3,0-3,-72-10,90 6,4 0,-170-9,-39 11,242 1,8 0,0 0,0 1,0 0,0 0,0 1,0 0,0 1,-6 3,17-6,-1 0,1 0,-1 0,0 0,0 1,1-1,-1 0,0 0,1 0,-1 1,0-1,0 0,1 1,-1-1,0 0,0 0,0 1,1-1,-1 0,0 1,0-1,0 0,0 1,0-1,0 1,0-1,0 0,0 1,0-1,0 0,0 1,0-1,0 0,0 1,0-1,0 0,0 1,0-1,-1 0,1 1,0-1,0 0,0 1,-1-1,1 0,0 1,0-1,-1 0,1 0,0 0,0 1,-1-1,1 0,0 0,-1 0,1 0,0 1,-1-1,1 0,0 0,-1 0,1 0,-1 0,1 0,0 0,29 6,65-9,-66 0</inkml:trace>
  <inkml:trace contextRef="#ctx0" brushRef="#br1" timeOffset="-38104.334">6471 1167,'-1'0,"1"0,0-1,0 1,-1 0,1-1,0 1,-1 0,1 0,-1-1,1 1,0 0,-1 0,1-1,-1 1,1 0,0 0,-1 0,1 0,-1 0,1 0,-1 0,1 0,-1 0,1 0,0 0,-1 0,1 0,-1 0,1 0,-1 0,1 1,0-1,-1 0,1 0,-1 0,1 1,0-1,-1 0,1 1,0-1,-1 0,1 1,0-1,0 0,-1 1,1-1,0 0,0 1,-1-1,1 1,0-1,0 1,0-1,0 0,0 1,0-1,0 1,-6 30,6-30,-2 48,2 0,3 0,4 25,2 32,25 936,-34-1034,0-1,1 0,-1 1,1-1,1 1,-1-1,1 0,1 0,-1 0,1 0,1 0,-1-1,3 4,26 77,-19-40,-9-38,1 1,0-1,1 0,0 0,0 0,1-1,0 0,5 5,-6-9,1 0,-1-1,1 0,-1 0,1-1,0 0,0 0,0-1,0 1,0-1,1-1,-1 0,0 0,0 0,6-1,16 1,383 49,167-47,-576-1,0-1,0 0,0 0,0-1,0 1,0 0,0-1,0 0,-1 0,1 0,0 0,0 0,0 0,-1-1,1 1,-1-1,1 0,-1 0,0 0,0 0,0 0,0 0,0-1,0 1,0-1,-1 1,1-1,-1 0,0 1,0-1,0 0,0 0,0-2,3-23,-1 0,-1 0,-1 0,-1-1,-3-11,2 21,-35-513,19-14,12 380,-6 0,-21-86,-17 97,39 62,10 92,-1-1,0 1,0 0,0-1,1 1,-1 0,0 0,-1 0,1 0,0 0,0 0,0 0,-1 0,1 0,0 0,-1 0,1 1,0-1,-1 1,1-1,-1 1,1 0,-1-1,0 1,1 0,-1 0,1 0,-1 0,1 0,-1 1,1-1,-1 0,1 1,-1-1,1 1,-1-1,1 1,-1 0,1-1,0 1,0 0,-1 0,1 0,0 0,-1 1,-5 1,4-2,-24 9,1-1,-2-1,1-1,-24 2,-390 1,303 2,-88 21,80-10,123-20,0-2,0 0,0-1,0-2,-10-2,-99-3,132 8,0 0,-1 0,1 0,0 0,0-1,0 1,0 0,0 0,0 0,0 0,0-1,1 1,-1 0,0 0,0 0,1-1,-1 1,0 0,1 0,-1-1,1 1,-1 0,1-1,-1 1,1 0,0-1,-1 1,1-1,0 1,-1-1,1 1,0-1,-1 0,1 1,0-1,0 0,0 0,0 1,8 8,-5-2,0 1,-1 0,0 1,0-1,-1 0,0 1,-1-1,1 1,-2 0,1-1,-1 1,-1 0,1-1,-1 1,-1 0,0-1,0 0,-1 1,0-1,0 0,-1 1,-15 44</inkml:trace>
  <inkml:trace contextRef="#ctx0" brushRef="#br1" timeOffset="-37132.433">6939 1274,'-6'2,"1"0,0 0,0 0,1 1,-1 0,1 0,-1 0,1 0,0 1,0-1,0 1,0 0,1 0,0 1,0-1,0 1,0-1,1 1,-1 0,1 0,0 0,1 0,0 1,-1-1,1 0,1 0,-1 1,1-1,0 1,0-1,1 0,0 1,0 0,3 9,0 0,1-1,1 1,0-1,1 0,1 0,0-1,1 0,0-1,1 0,0 0,1-1,0 0,1-1,0 0,1-1,0 0,0-1,5 1,-15-7,1 0,0 0,-1 0,1-1,0 1,0-1,0 0,0 0,0-1,0 1,0-1,0 0,0 0,1 0,-1-1,0 1,0-1,0 0,0 0,0 0,-1-1,1 1,0-1,-1 0,1 0,-1 0,1-1,2-2,9-11,0-1,-2 0,0-1,-1-1,-1 0,0 0,-2-1,0-1,-1 1,-1-4,-2 14,-1 0,-1 0,0-1,0 1,-1-1,-1 0,0 0,0 0,-1 0,0 1,-1-1,0 0,-1 0,0 0,0 1,-1-1,-1 1,0 0,0 0,-1 0,0 1,-1-1,0 1,-1 0,-1 0,-1 1,0 0,0 0,-1 0,0 1,0 1,-1 0,0 0,0 1,0 1,0-1,-1 2,0 0,0 0,0 1,0 1,-1-1,4 2,0 0,0 0,0 0,0 1,0 1,0-1,0 1,0 1,0 0,1 0,0 1,-1 0,1 0,1 1,-1 0,1 0,-1 1,2 0,-1 0,1 0,0 1,0 0,0 1,-2 6,1 1,0 0,1 0,1 1,0-1,1 1,1 0,0 0,1 1,1-1,1 1,0-1,1 0,2 10,5 36</inkml:trace>
  <inkml:trace contextRef="#ctx0" brushRef="#br1" timeOffset="-36160.997">6992 2277,'103'-180,"-61"116,-41 64,1 0,-1 1,0-1,0 1,0-1,0 1,0-1,0 1,0 0,0-1,0 1,0 0,0 0,0 0,0 0,-1 0,1 0,0 0,-1 0,1 0,-1 0,1 0,-1 0,1 1,-1-1,0 0,0 0,1 0,-1 1,0-1,0 0,0 0,0 0,-1 1,1-1,0 0,10 200,-10-95,10 113,-4-190,-3-25</inkml:trace>
  <inkml:trace contextRef="#ctx0" brushRef="#br1" timeOffset="-33895.66">7353 5165,'-12'-1,"1"-1,-1 2,1 0,-1 0,1 1,-1 1,1 0,-1 0,1 1,0 1,0-1,0 2,1 0,0 0,-1 1,2 0,-1 1,1 0,0 0,0 1,1 0,0 0,1 1,-1 2,3-1,1 1,0 0,1-1,0 1,1 0,0 1,0-1,2 0,-1 0,1 1,1-1,0 0,1 1,0-1,0 0,2 0,-1-1,1 1,1-1,4 8,0-1,0 0,1-2,1 1,1-1,0-1,1 0,1 0,0-2,0 0,1 0,1-1,1-1,-8-3,1-1,0 0,0 0,0-1,1-1,-1 0,1 0,0-1,0 0,1-1,-1-1,0 1,1-2,-1 0,1 0,-1-1,0 0,1-1,-1 0,0-1,0 0,0-1,-1 0,1-1,-1 0,0-1,0 0,-1 0,5-5,-2-4,-1-1,-1 0,-1-1,0 0,-1-1,0 0,-2 0,0 0,-1-1,-1 0,-1 0,-1 0,0 0,-2 0,0 0,-1-1,0 1,-2 0,-3-13,4 20,0 0,0 0,-1 0,-1 0,0 0,-1 1,0 0,0 0,-1 0,-1 1,0-1,0 2,-1-1,0 1,-1 0,0 1,0 0,-1 0,0 1,0 0,0 1,-1 0,0 1,-1 0,-1 0,-6 2,-1 2,1 0,-1 1,1 2,-1-1,1 2,0 1,0 0,0 1,1 1,-1 1,1 1,1 0,0 2,0-1,0 2,2 0,-1 1,1 1,-2 3,-19 18</inkml:trace>
  <inkml:trace contextRef="#ctx0" brushRef="#br1" timeOffset="-43076.427">3917 3521,'31'12,"-27"-12,278-7,628-56,-730 41,89-11,2 11,202 12,-323 16,1-6,23-8,168-20,-241 41,106-22,-167 7,0 1,-1 2,1 1,20 5,-32-4,-1 3,-29-1,-9-3</inkml:trace>
  <inkml:trace contextRef="#ctx0" brushRef="#br1" timeOffset="-34715.794">7046 4082,'5'-22,"2"0,1 0,0 1,2 0,0 1,2 0,0 1,1 0,1 1,0 0,4-1,28-41,28-52,-63 94,-10 18,0 0,-1 0,1 1,0-1,-1 0,1 0,0 1,-1-1,1 0,-1 1,1-1,-1 0,1 1,-1-1,1 1,-1-1,1 1,-1-1,1 1,-1-1,0 1,1-1,-1 1,0 0,0-1,1 1,-1-1,0 1,0 0,0-1,0 1,0 0,0-1,0 1,0 0,0-1,0 1,0 0,0-1,0 1,-1 0,1-1,0 1,0-1,-1 1,1 0,0-1,-1 1,0 0,1 1,-19 711,19-711,0-1,0 1,0 0,0-1,0 1,0 0,0-1,0 1,0-1,-1 1,1-1,-1 1,1-1,-1 1,0-1,0 1,1-1,-1 1,0-1,0 0,0 0,-1 1,1-1,0 0,0 0,-1 0,1 0,0-1,-1 1,1 0,-1 0,1-1,-1 1,1-1,-1 1,1-1,-1 0,0 0,1 0,-1 0,0 0,1 0,-1 0,0 0,-72-8,367-7,-91-9,-164 14,-30 4</inkml:trace>
  <inkml:trace contextRef="#ctx0" brushRef="#br1" timeOffset="-33193">6658 3788,'35'254,"-11"1,-11 1,-16 187,1-189,1 257,1-509,0 1,1-1,-1 1,0 0,0 0,0 0,0-1,0 1,-1 0,1 0,-1 0,0-1,0 1,0 0,0-1,0 1,0-1,-1 1,1-1,-1 0,0 1,0-1,0 0,0 0,0 0,-2 1,-6-5</inkml:trace>
  <inkml:trace contextRef="#ctx0" brushRef="#br1" timeOffset="-31781.107">6737 3775,'-11'-33,"9"29,1 0,0-1,1 1,-1-1,1 1,0-1,0 1,0-1,0 1,1-1,0 1,0-1,0 1,0 0,1-1,0 1,0 0,0 0,0 0,1 0,-1 1,1-1,0 1,0 0,0-1,1 1,-1 0,1 1,0-1,0 1,0 0,0 0,0 0,3-1,163 15,190-23,281 12,-626-1,-7-1,0 1,0 0,0 0,0 1,0 0,0 0,0 1,0 0,-1 0,1 1,3 2,-8-3,-2 1,1-1,0 1,0 0,-1-1,1 1,-1 0,0 0,0 0,0 0,0 0,-1 0,1 0,-1 0,0 0,1 0,-1 0,-1 0,1 0,0 1,-1-1,-1 2,1 11,20 280,-13 453,5-584,6 0,27 102,-10-98,-16-93,-4 0,-3 1,-4 0,-1 35,-7-109,1 1,0-1,-1 1,1-1,-1 1,0-1,0 0,0 0,-1 0,1 1,-1-1,0 0,0-1,0 1,0 0,0 0,-1-1,1 0,-1 1,1-1,-1 0,0 0,0 0,0-1,0 1,0-1,0 0,-1 1,1-1,0-1,-1 1,1 0,-1-1,1 0,0 0,-1 0,1 0,-3-1,-219 15,-35 14,-16 2,3-14,221-21,16-3</inkml:trace>
  <inkml:trace contextRef="#ctx0" brushRef="#br1" timeOffset="-30814.49">7540 3307,'18'0,"18"0,11 0,9-3,10 0,3 1,1-1,-4 2,-5 0,-10 0,-10 1,-10 0,-11-2,-10-1,-10 0,-4 0</inkml:trace>
  <inkml:trace contextRef="#ctx0" brushRef="#br1" timeOffset="-28371.469">8168 3226,'148'-21,"-1"-1,94-12,28 8,-46 20,-212 1,-11 2,1-6</inkml:trace>
  <inkml:trace contextRef="#ctx0" brushRef="#br1" timeOffset="-27250.499">9077 3534,'47'-16,"-1"-2,0-2,-1-2,24-17,-38 23,-1-3,0 0,-2-2,0-1,-2-1,0-2,-2 0,0-2,-2 0,-1-2,-1 0,-2-1,-1-1,-1-1,-2 0,-1-1,-1 0,-2-1,5-32,-13 53,-1 0,1-1,-2 1,0 0,-1-1,0 1,-1 0,0-1,-1 1,-1 1,0-1,0 0,-2 1,1 0,-1 0,-1 0,0 1,-1 0,0 1,-1-1,0 2,-1-1,0 1,0 1,-1 0,-10-6,-10 0,-1 2,0 1,-1 1,0 2,0 1,-1 2,0 1,0 2,0 2,0 0,0 3,-16 3,32-6,-1 1,1 1,0 1,0 0,0 2,0 0,1 1,-1 0,2 2,-1 0,1 0,0 2,1 0,0 1,0 0,1 2,1-1,0 2,1-1,-2 5,-2 12,2 1,1 1,1 0,2 0,1 1,2 1,1-1,2 1,0 16,-10 115,8 0,8 8,-4-149,2 1,0-1,2 0,1 0,1 0,1 0,0 0,2-1,1 0,1-1,1 1,1-2,1 1,0-2,2 0,6 7,-8-14,2-1,-1 0,2-1,-1 0,1-1,1-1,0 0,0-1,1-1,9 3,-42-11,4 0</inkml:trace>
  <inkml:trace contextRef="#ctx0" brushRef="#br1" timeOffset="-26692.323">8609 3895,'2'3,"0"0,1 0,-1 0,1-1,-1 1,1 0,0-1,0 0,0 0,0 0,1 0,-1 0,1-1,2 1,27 10,0-2,0-1,1-2,11 0,54 12,-24 4,-74-22,0-1,0 0,0-1,0 1,1 0,-1 0,0 0,0-1,0 1,0 0,0-1,0 1,0-1,0 0,0 1,0-1,0 0,0 1,0-1,0 0,-1 0,1 0,0 0,-1 0,1 0,0 0,-1 0,1 0,-1 0,0 0,1 0,-1 0,0 0,0-1,0 1,1 0,-1 0,0 0,-1 0,1-1,0 1,0 0,0 0,-1 0,1 0,0 0,-1 0,1 0,-1 0,0 0,1 0,-1 0,0 0,0-11,-3-41,-3-1,-1 1,-4 0,-1 1,-7-12,10 44,9 28,48 137,-40-117,0 0,-2 1,-2 0,0 0,-2 0,-1 0,-2 11,-7 15</inkml:trace>
  <inkml:trace contextRef="#ctx0" brushRef="#br2" timeOffset="-11066.192">5561 1475,'-6'9,"-1"0,1 1,1 0,0 0,1 1,0-1,0 1,1 0,0 0,1 0,1 0,-1 0,2 1,0-1,0 0,1 1,0-1,1 0,0 0,1 0,0 0,1 0,0-1,1 1,0-1,0 0,4 3,-3-5,1-1,0 1,0-1,1-1,0 0,0 0,1 0,-1-1,1-1,0 1,0-1,6 1,-11-4,0 0,1 0,-1 0,0 0,1 0,-1-1,0 0,1 0,-1 0,1-1,-1 1,0-1,1 0,-1-1,0 1,0-1,0 1,0-1,0 0,0-1,0 1,-1-1,1 1,-1-1,0 0,0-1,0 1,0 0,0-1,5-11,-1-1,0 1,-1-1,-1 0,0 0,-1-1,-1 1,-1-1,0 0,-1 0,-1 0,-1 1,0-1,-1 0,-1 0,0 1,-3-7,2 7,0 0,0 0,-2 1,0-1,-1 2,0-1,-1 1,-1 0,0 0,-11-11,19 23,-1 0,1 1,-1-1,0 0,0 1,0-1,0 1,0 0,0-1,0 1,0 0,0 0,-1 0,1 1,0-1,-1 1,1-1,0 1,-1 0,1-1,-1 1,1 1,0-1,-1 0,1 0,-1 1,1 0,0-1,0 1,-1 0,1 0,0 0,0 0,-2 2,-4 6,-1 1,1 1,1-1,0 1,0 0,1 1,0 0,1 0,1 0,0 0,1 1,0 0,0 0,2 0,-1 5,-4 50,4-5</inkml:trace>
  <inkml:trace contextRef="#ctx0" brushRef="#br2" timeOffset="-10349.62">5628 2331,'-13'10,"1"1,1 1,0 0,0 1,2 0,-1 1,1 0,0 3,6-11,0 0,1-1,0 1,0 0,0 0,1 0,0 0,0 1,0-1,1 0,0 0,0 1,1-1,0 0,0 0,0 0,1 0,0 0,0 0,0 0,1 0,3 4,3 0,0-1,0 0,1 0,0-2,0 1,1-1,0 0,0-1,1-1,0 0,0 0,0-1,0 0,1-1,-1-1,1 0,0-1,0 0,0-1,-1 0,1-1,0-1,12-2,-15 3,0 0,0-1,0 1,0-2,0 0,0 0,-1 0,0-1,0-1,0 0,0 0,0-1,-1 1,0-2,-1 1,1-1,-1-1,0 1,-1-1,0 0,0-1,-1 1,0-1,-1 0,1-1,-2 1,1-1,1-9,-5 5,0 1,0-1,-2 0,0 1,0-1,-1 1,-1 0,0 0,-1 0,0 0,-1 1,0 0,-1 0,-1 1,0 0,0 0,-1 0,0 1,-1 1,0-1,-1 2,0 0,0 0,-1 1,0 0,0 1,0 0,-13-4,16 8,0 1,-1 0,1 0,0 0,-1 1,1 1,-1-1,1 2,0-1,-1 1,1 1,0 0,0 0,1 0,-1 1,1 1,0-1,0 1,0 1,0 0,1 0,0 0,1 1,-1 0,1 0,0 0,1 1,0 0,0 0,1 0,0 1,0 0,1 0,0 0,1 0,0 0,-1 8,-2 49,9-6</inkml:trace>
  <inkml:trace contextRef="#ctx0" brushRef="#br2" timeOffset="-9432.335">5709 4283,'42'-44,"-2"-2,-1-2,-3-1,-2-1,-3-3,25-53,-45 82,-16 62,-9 46,5 1,3-1,3 1,6 24,13 102,-12-161</inkml:trace>
  <inkml:trace contextRef="#ctx0" brushRef="#br2" timeOffset="-8721.865">5896 5406,'217'-269,"-180"217,-37 52,0 0,0-1,0 1,0 0,0 0,1-1,-1 1,0 0,0-1,0 1,0 0,1 0,-1 0,0-1,0 1,1 0,-1 0,0 0,1-1,-1 1,0 0,1 0,-1 0,0 0,0 0,1 0,-1 0,0 0,1 0,-1 0,0 0,1 0,-1 0,0 0,1 0,-1 0,0 0,1 0,-1 0,0 0,1 0,-1 1,0-1,0 0,1 0,-1 0,0 1,0-1,1 0,-1 0,0 1,0-1,0 0,1 0,-1 1,0-1,0 0,0 1,0-1,0 0,0 1,1-1,-1 0,0 1,0-1,0 0,0 1,0-1,0 27,0-26,-32 323,27-276,3 1,1 0,3-1,2 1,10 47,-3-54</inkml:trace>
  <inkml:trace contextRef="#ctx0" brushRef="#br0" timeOffset="19811.717">1657 4991,'0'-8,"0"20,0 10,0 147,22 164,11-118,-8-52,1 87,-30 194,-3-148,12-205,4-1,3 0,7 10,5 34,-17-59,-2 1,-3-1,-4 4,0 24,2-102,0 1,0-1,0 0,0 1,0-1,0 1,0-1,0 0,0 1,1-1,-1 0,1 1,-1-1,1 0,-1 1,1-1,0 0,-1 0,1 0,0 0,0 0,0 0,0 0,0 0,0 0,0 0,0 0,1-1,-1 1,0 0,0-1,1 1,-1-1,0 1,1-1,-1 0,0 0,1 0,-1 1,1-1,-1 0,0-1,1 1,-1 0,1 0,-1-1,0 1,1 0,0-1,87-8,0 5,48 5,-50 0,745-1,-736 4,0 3,-1 5,81 21,-169-31,-6-1,0-1,0 1,1 0,-1 0,0-1,0 1,0-1,1 1,-1-1,0 0,1 0,-1 1,0-1,1 0,-1 0,0 0,1 0,-1 0,0-1,1 1,-1 0,0-1,0 1,1-1,-1 1,0-1,0 1,0-1,0 0,1 0,-1 0,0 0,-1 1,1-1,0 0,0 0,0-1,0 1,-1 0,1 0,-1 0,1 0,-1-1,1 1,-1 0,-6-137,6-40,-1-17,-14-69,-77-642,-34 63,97 680,-61-433,86 556,1 1,2-1,2 0,6-38,-1-142,-5 207,1 1,0-1,1 1,1 0,0 0,0 0,1 1,1-1,0 1,7-9,-12 19,-1 1,1-1,0 0,-1 1,1-1,0 0,-1 0,1 1,-1-1,1 0,-1 0,1 0,-1 0,0 0,1 0,-1 1,0-1,0 0,0 0,0 0,0 0,0 0,0 0,0 0,0 0,0 0,0 0,0 0,-1 0,1 0,0 0,-1 1,1-1,-1 0,1 0,-1 0,1 0,-1 1,0-1,1 0,-1 1,0-1,0 0,1 1,-2-1,-101 6,-87 4,-56-9,93-1,84 1,-96 0,-1-6,-53-14,-38-8,255 28,0-1,0 1,0 0,0-1,-1 1,1 0,0 0,0 1,0-1,0 0,-1 1,1-1,0 1,0 0,0-1,0 1,0 0,0 0,1 1,-1-1,0 0,0 1,1-1,-1 0,1 1,-1 0,1-1,0 1,0 0,0 0,0 0,0 0,0 0,0 0,0 0,1 0,-1 0,1 0,0 2,-5 28,1 1,2 0,2-1,1 19,0-15,8 74,4-1,4 0,23 70,14 79,-30-100,-6-13</inkml:trace>
  <inkml:trace contextRef="#ctx0" brushRef="#br0" timeOffset="20620.401">2125 4616,'6'17,"1"-1,0-1,1 1,1-1,1-1,0 1,0-2,1 1,1-2,0 1,1-2,1 0,-1 0,10 4,-22-13,0-1,0 1,1-1,-1 0,1 0,-1 0,1 1,0-1,-1 0,1-1,0 1,0 0,-1 0,1-1,0 1,0-1,0 0,0 0,0 1,0-1,0 0,0-1,0 1,-1 0,1 0,0-1,0 1,0-1,0 0,0 1,-1-1,1 0,0 0,-1 0,1 0,-1-1,1 1,-1 0,1-1,-1 0,3-11,-1-1,-1 0,0 0,-1 0,0 0,-1 0,-1 0,-1-9,2 19,0-8,-1-1,0 1,0 1,-1-1,-1 0,0 0,0 1,-1-1,-1 1,0 0,-1 1,0-1,0 1,-1 0,-3-4,8 13,0 1,0-1,0 0,0 0,0 1,0 0,0-1,0 1,0 0,0 0,0 0,0 0,0 0,0 0,0 1,0-1,0 0,0 1,0 0,0 0,1-1,-1 1,0 0,0 0,1 1,-1-1,1 0,-1 0,1 1,-1-1,1 1,0 0,0-1,-1 1,1 0,1-1,-1 1,0 0,0 0,1 0,-1 0,1 0,-1 0,1 0,0 0,0 0,0 2,-2 3,1 1,0 0,1-1,-1 1,1 0,1 0,0-1,0 1,0 0,1-1,0 1,1-1,-1 0,1 0,1 0,-1 0,1 0,1-1,-1 1,1-1,0 0,24 24</inkml:trace>
  <inkml:trace contextRef="#ctx0" brushRef="#br0" timeOffset="20938.067">2647 4616,'-2'0,"0"1,0-1,1 0,-1 1,0-1,1 1,-1-1,0 1,1 0,-1-1,1 1,-1 0,1 0,-1 0,1 0,0 1,-1-1,1 0,0 1,0-1,0 0,0 1,0 0,0-1,0 1,1-1,-1 1,1 0,-1-1,1 1,-1 0,1 0,0-1,0 1,0 0,0 0,0 0,0-1,1 1,-1 0,1 0,-1-1,1 1,-1 0,1-1,0 1,0-1,0 1,0 0,8 2,0 0,-1 0,2-1,-1 0,0-1,0 0,1 0,-1-1,1-1,-1 1,1-1,-1-1,1 0,-1 0,1-1,-3 2,-1-1,0 0,1 0,-1-1,0 0,0 0,0 0,0 0,0-1,0 0,-1-1,0 1,1-1,-1 0,0 0,-1-1,1 1,-1-1,0 0,0-1,-1 1,1 0,-1-1,0 0,-1 0,1 0,-1 0,0 0,-1 0,0-1,0 1,0 0,0-1,-1 1,-1-7,-1 6,0 1,-1-1,0 1,0-1,0 1,-1 0,0 0,0 0,-1 1,1-1,-1 1,-1 0,1 1,-1-1,1 1,-1 0,0 0,-1 1,1 0,-1 0,1 1,-4-2,4 2,1 1,0-1,-1 1,1 0,-1 1,1-1,-1 1,1 0,-1 1,0-1,1 1,-1 0,1 0,0 1,-1-1,1 1,0 1,0-1,0 1,0 0,1 0,-1 0,1 0,0 1,-1 0,2 0,-1 0,-2 4,-29 82,27-44</inkml:trace>
  <inkml:trace contextRef="#ctx0" brushRef="#br0" timeOffset="21775.32">2326 5419,'-10'12,"-1"0,2 1,0 1,0-1,1 1,1 1,0-1,1 1,1 1,0-1,1 1,1 0,0 0,1 0,1 0,0 4,1-17,0 0,0 0,0-1,0 1,0 0,1 0,-1-1,1 1,0 0,0-1,0 1,0-1,0 1,0-1,1 0,-1 1,1-1,-1 0,1 0,0 0,0 0,0 0,0 0,0-1,1 1,-1-1,0 1,1-1,-1 0,1 0,0 0,-1 0,1-1,-1 1,1-1,0 1,0-1,-1 0,1 0,0 0,0-1,-1 1,1-1,0 1,1-2,6-4,-1 0,0-2,0 1,-1-1,0 0,0 0,-1-1,0 0,0-1,-1 0,0 0,-1 0,0 0,-1-1,0 0,-1 0,1-5,0 2,0-1,-1 0,-1-1,0 1,-1 0,-1-12,0 22,0 1,0-1,-1 1,0-1,0 1,0-1,0 1,0 0,-1 0,0-1,0 1,0 0,0 1,-1-1,0 0,0 1,0-1,0 1,0 0,0 0,-1 0,0 1,1-1,-1 1,0 0,-1 0,0 1,-1 1,1-1,0 1,0 0,0 0,0 1,0-1,0 1,0 0,0 1,0-1,0 1,0 0,1 0,-1 0,1 1,-1 0,1 0,0 0,0 0,0 0,1 1,-1 0,1 0,0 0,0 0,0 0,0 1,1-1,0 1,0 0,0-1,1 1,-1 0,1 0,0 0,1 0,-1 0,1 0,0 1,0-1,0 0,1 0,0 0,1 3,14 32,5-6</inkml:trace>
  <inkml:trace contextRef="#ctx0" brushRef="#br0" timeOffset="22002.501">2834 5566,'-14'-383,"5"779,11-319,0-9</inkml:trace>
  <inkml:trace contextRef="#ctx0" brushRef="#br0" timeOffset="22654.487">2313 6582,'38'-275,"-36"257,-3 23,-2 31,-2 16,3 0,1 0,4 0,1 0,8 34,-1-40</inkml:trace>
  <inkml:trace contextRef="#ctx0" brushRef="#br0" timeOffset="22920.943">2741 6475,'4'-16,"5"-14,2-9,4-5,1 1,2 5,-4 7,-3 11,-5 14,-4 16,-8 18,-3 19,1 13,1 10,4 5,5 4,2-11</inkml:trace>
  <inkml:trace contextRef="#ctx0" brushRef="#br0" timeOffset="23507.571">2299 7397,'17'-50,"-3"-1,-2-1,-3 0,-1 0,0-51,-12 149,0-21,1 1,1-1,2 0,0 0,1 1,2-1,0 0,2 0,1-1,1 1,1-1,1 0,2 1,12 6</inkml:trace>
  <inkml:trace contextRef="#ctx0" brushRef="#br0" timeOffset="23821.255">2728 7210,'-2'5,"1"-1,0 1,0-1,0 1,1 0,0-1,0 1,0-1,0 1,1 0,0-1,0 1,0-1,0 1,1-1,-1 0,1 0,0 1,1-1,-1 0,1-1,-1 1,1 0,1-1,-1 0,0 0,1 0,-1 0,1 0,0 0,0-1,3 2,1-1,0-1,1 0,-1 0,0 0,1-1,-1 0,1-1,-1 0,1 0,-1-1,1 0,-1 0,1-1,-1 0,0-1,0 0,0 0,0-1,-1 1,4-4,-5 4,-1-1,1 1,-1-1,0 0,0-1,-1 1,1-1,-1 0,0 0,0 0,-1 0,0-1,0 0,0 0,0 1,-1-2,0 1,0 0,-1 0,0-1,0 1,0 0,-1-1,0 1,0-1,-1 1,0-2,1 3,-1 0,-1 1,1-1,-1 1,1 0,-1-1,-1 1,1 0,0 0,-1 0,0 1,0-1,0 1,0-1,-1 1,1 0,-1 0,0 1,0-1,0 1,0 0,0 0,-1 0,1 0,0 1,-1 0,-2-1,-1 1,0 0,0 0,-1 1,1 0,0 0,0 1,0 0,0 0,0 1,0 0,1 1,-1-1,0 1,1 1,-5 2,1 2,0 0,1 1,0-1,0 2,1 0,0 0,1 0,0 1,1 0,-6 12,-9 20</inkml:trace>
  <inkml:trace contextRef="#ctx0" brushRef="#br0" timeOffset="25655.493">1898 9001,'-6'87,"3"0,7 63,0-63,12 241,14 0,19 21,-42-306,27 171,2 132,-30-96,-12 1,-14 26,16-236,0 0,3 1,2-1,1 0,2 0,2 0,2 0,4 9,3-4,-4-19,-2 0,0 1,-2 0,-1 1,-2-1,0 1,-2 0,-2 28,0-53,0 1,0-1,-1 1,0-1,0 0,0 1,-1-1,1 0,-1 0,0 1,0-1,0-1,-1 1,-2 2,-2-1</inkml:trace>
  <inkml:trace contextRef="#ctx0" brushRef="#br0" timeOffset="27251.398">1938 8988,'0'-1,"-1"-1,1 1,-1 0,1-1,-1 1,1 0,0-1,0 1,-1-1,1 1,0-1,0 1,0-1,1 1,-1 0,0-1,1 1,-1-1,1 1,-1 0,1-1,-1 1,1 0,0 0,0-1,0 1,0 0,0 0,0 0,0 0,0 0,0 0,0 0,0 1,1-1,-1 0,0 1,0-1,2 0,59-17,-60 17,61-7,0 2,1 3,57 6,-118-3,419 12,-165-22,181 0,-352 14,23 1,1-5,43-7,-151 6,0 0,0 0,1 1,-1 0,0-1,0 1,1 0,-1 0,0 0,1 0,-1 0,0 1,0-1,1 1,-1-1,0 1,0 0,0 0,0 0,0 0,0 0,0 1,0-1,0 1,0-1,-1 1,1-1,-1 1,1 0,-1 0,0 0,1 0,-1 0,0 0,0 0,-1 0,1 1,3 149,2-78,2 0,4-1,17 55,9 52,73 711,-50-609,28 46,-73-268,34 149,-9 2,8 147,13 45,-49-322,-4 1,-4-1,-3 1,-4 0,-7 42,1-86,6-57,3 1</inkml:trace>
  <inkml:trace contextRef="#ctx0" brushRef="#br0" timeOffset="28419.49">2046 12557,'55'234,"-7"-49,-16 109,-14-95,-17-196,-2-1,1 0,0-1,0 1,0 0,0-1,0 1,0 0,0-1,1 1,-1 0,0-1,1 1,-1-1,1 1,0-1,0 1,-1-1,1 1,0-1,0 0,0 1,1-1,-1 0,0 0,0 0,1 0,-1 0,0 0,1 0,-1 0,1-1,0 1,-1 0,2-1,56-51,-51 43,2 0,-1 1,1 0,0 0,0 1,1 0,-1 0,1 2,1-1,-1 1,1 1,-1 0,1 1,6-1,247-2,-179 6,253-2,1-15,225-43,-480 46,0 4,0 4,16 3,23 16,-127-16,1 0,0 0,0 1,-1-1,1-1,1 1,-1 0,0 0,0-1,1 1,-1-1,1 0,0 1,0-1,0 0,0 0,0 1,1-1,-1 0,1 0,0 0,0 0,0 0,0 0,0 0,1 0,-1 0,1 1,1-4,2-18</inkml:trace>
  <inkml:trace contextRef="#ctx0" brushRef="#br0" timeOffset="28672.585">4546 12825,'0'-160,"3"140,-3 20,0 0,1 0,-1 1,0-1,0 0,0 0,0 0,0 0,0 1,1-1,-1 0,0 0,0 0,0 0,1 0,-1 1,0-1,0 0,0 0,1 0,-1 0,0 0,0 0,0 0,1 0,-1 0,0 0,0 0,0 0,1 0,-1 0,0 0,0 0,1 0,-1 0,0 0,0 0,0 0,1-1,-1 1,0 0,0 0,0 0,0 0,1 0,-1-1,0 1,0 0,0 0,0 0,0 0,1-1,-1 1,0 0,0 0,0 0,0-1,0 1,0 0,0 0,22 119,-10-29,4-2,3 0,23 58,-26-103</inkml:trace>
  <inkml:trace contextRef="#ctx0" brushRef="#br0" timeOffset="30340.21">2554 9469,'3'-35,"1"1,2-1,1 1,2 1,1-1,10-18,-17 44,24-58,-27 66,0 0,0 0,0 1,0-1,0 0,1 1,-1-1,0 0,0 0,0 1,0-1,1 0,-1 0,0 1,0-1,1 0,-1 0,0 0,0 0,1 1,-1-1,0 0,1 0,-1 0,0 0,1 0,-1 0,0 0,0 0,1 0,-1 0,0 0,1 0,-1 0,0 0,1 0,-1 0,0 0,1 0,-1 0,0 0,0 0,1-1,-1 1,0 0,0 0,1 0,-1-1,0 1,0 0,1 0,-1-1,0 1,0 0,0 0,0-1,1 1,-1 0,0 0,0-1,0 1,0 0,0-1,0 1,0 0,0-1,0 1,0 0,4 25,-1 115,-3-85,2-1,2 0,5 12,-7-50,27 80,-20-86,0-7</inkml:trace>
  <inkml:trace contextRef="#ctx0" brushRef="#br0" timeOffset="30744.792">2955 9376,'-5'15,"1"0,1 1,0-1,1 1,1 0,0-1,2 8,-1-17,1 0,0 0,0 0,1-1,-1 1,1 0,0-1,1 0,0 1,0-1,0 0,0 0,1-1,-1 1,1-1,1 1,-1-1,0-1,1 1,0 0,1-1,-1 1,0-1,0 0,0 0,1-1,-1 0,1 0,0 0,-1-1,1 1,0-1,0-1,0 1,0-1,0 0,0 0,0-1,0 0,0 0,-1 0,1-1,0 0,-1 0,1 0,-1-1,1 1,-1-1,0-1,0 1,-1-1,1 0,-1 0,0 0,0 0,0-1,0 0,-1 0,1-1,2-7,0-1,-1 0,-1 0,0 0,-1 0,0-1,-2 1,1-1,-2 0,0 1,0-1,-2 0,0 1,0-1,-2 1,1 0,-2 0,-5-12,8 20,-1-1,0 0,0 1,-1 0,1 0,-2 0,1 0,-1 0,1 1,-2 0,1 0,0 0,-1 1,0 0,0 0,0 0,-1 1,1 0,-1 0,0 0,0 1,0 0,0 1,0-1,0 1,0 1,0-1,0 1,-1 1,1-1,0 1,0 0,-4 3,1 1,-1 0,1 0,1 1,-1 0,1 0,0 1,1 1,-1-1,1 1,1 1,0-1,0 1,0 1,1-1,1 1,0 0,0 0,1 1,0-1,1 1,0 0,0 0,2 0,-1 1,1-1,1 0,0 0,1 1,0-1,1 3,3 25</inkml:trace>
  <inkml:trace contextRef="#ctx0" brushRef="#br0" timeOffset="32720.501">2687 10486,'-4'-40,"1"0,3 1,0-1,3 0,2 1,1 0,9-32,-10 101,-8 56,0-54,1-1,1 1,2-1,1 1,2-1,1 0,1 0,2 0,3 5,4-3</inkml:trace>
  <inkml:trace contextRef="#ctx0" brushRef="#br0" timeOffset="33018.369">3022 10325,'1'-42,"3"-1,1 1,2 0,9-27,-13 66,-7 25,-5 17,3 0,1 1,1-1,3 1,1 0,2 0,1-1,2 1,6 15,9 9,1-7</inkml:trace>
  <inkml:trace contextRef="#ctx0" brushRef="#br0" timeOffset="33968.992">2887 11274,'-1'0,"-7"1,-1 1,1 0,0 0,0 0,0 1,0 0,1 1,-1 0,1 0,0 0,0 1,0 0,1 1,0-1,0 1,0 1,1-1,0 1,0 0,0 0,-2 5,6-2,-1 1,1-1,1 0,0 1,1-1,-1 1,2-1,0 0,0 0,1 0,0 0,0 0,1 0,1-1,0 1,0-1,1-1,0 1,0-1,1 0,0 0,0-1,1 0,0 0,0-1,1 0,0 0,0-1,0 0,0-1,1 0,0 0,0-1,0-1,0 1,0-2,1 1,-1-1,1-1,-1 0,2-1,-6 0,0 0,1-1,-2 0,1 0,0-1,0 0,-1 0,0 0,1 0,-1-1,0 0,-1 0,1-1,-1 1,0-1,0 0,0 0,-1 0,1 0,-1-1,-1 1,1-1,4-10,-1 0,-1-1,0 1,-2-1,1 0,-2 0,0-8,0 7,-1 0,-1 0,0 0,-2 0,0 0,-1 0,-1 1,0-1,-1 1,-1 0,-1 0,0 1,-1 0,-1 0,-4-4,9 16,0 0,0 0,0 0,0 0,-1 1,0 0,0 0,0 0,0 1,0-1,0 1,-1 0,1 1,-1-1,1 1,-1 0,0 1,1-1,-1 1,0 0,1 0,-1 1,0 0,1 0,-1 0,1 1,-1 0,1 0,0 0,-1 1,1-1,1 1,-1 0,0 1,1-1,-1 1,1 0,-1 2,-1-1,1 0,0 1,0 0,0 0,1 1,0-1,0 1,1 0,0 0,0 0,0 0,1 1,0-1,1 1,-1-1,1 1,1 0,0-1,0 1,0 0,1-1,0 1,1-1,-1 1,1-1,1 1,0-1,0 0,0 0,1 0,0-1,0 1,26 31</inkml:trace>
  <inkml:trace contextRef="#ctx0" brushRef="#br0" timeOffset="34231.956">3490 11368,'9'-310,"-14"248,5 61,0 1,-1-1,1 1,0-1,0 1,-1-1,1 1,0-1,-1 1,1-1,0 1,-1-1,1 1,-1 0,1-1,-1 1,1 0,-1-1,1 1,-1 0,1 0,-1 0,1-1,-1 1,0 0,1 0,-1 0,1 0,-1 0,0 0,1 0,-1 0,1 0,-1 0,1 0,-1 1,0-1,1 0,-1 0,1 0,-1 1,1-1,-1 0,1 1,-1-1,1 0,0 1,-1-1,1 1,-1-1,1 1,0-1,-1 1,1-1,0 1,0-1,-8 10,0 1,1 0,1 0,-1 0,2 1,0-1,0 2,1-1,1 0,0 1,-5 23,1 1,2-1,2 1,1-1,2 1,1 0,2 0,2-1,1 0,2 0,7 19,4 11</inkml:trace>
  <inkml:trace contextRef="#ctx0" brushRef="#br0" timeOffset="34841.784">3022 12411,'-13'4,"0"1,0 0,1 1,-1 0,1 1,1 0,0 1,0 0,0 1,1 0,0 1,1 0,0 1,1 0,0 0,0 0,2 1,-1 0,1 1,1 0,0-1,1 2,1-1,0 0,-1 14,3-21,0 0,1 0,0 0,0 0,1 0,0 0,0 0,0-1,1 1,-1 0,2 0,-1-1,0 1,1-1,0 0,0 0,1 0,0 0,-1-1,2 1,-1-1,0 0,1 0,0-1,0 1,0-1,0 0,5 2,3 0,1 0,-1-1,1-1,-1 0,1-1,0 0,0-1,0-1,0 0,0-1,0-1,0 0,0 0,0-2,-1 0,0 0,5-3,-10 4,1 0,-1-1,0 0,-1-1,1 1,-1-2,0 1,0-1,-1 0,1 0,-1-1,-1 1,1-1,-1-1,0 1,-1-1,0 0,0 0,-1 0,0 0,0-1,-1 1,0-1,0 0,-1 0,0 1,-1-8,-2 2,-1-1,0 1,-1 0,-1 0,0 1,-1-1,0 1,-1 0,-1 1,0 0,0 0,-1 1,-1 0,0 0,0 1,-1 0,0 1,-1 0,0 1,-1 1,1 0,-1 0,-1 1,1 1,-1 0,0 1,0 0,0 1,-1 1,-8 0,14 2,0 0,0 1,0 0,0 0,0 1,0 1,0-1,0 1,1 1,0 0,-1 0,2 0,-3 2,6-3,0 0,0 0,1 0,-1 0,1 0,0 1,-1-1,2 1,-1 0,0 0,1 0,0 0,0 1,0-1,0 0,1 1,0-1,0 1,0 0,0-1,1 1,0 0,0 0,0-1,0 1,1 0,1 2,0-1,0 0,0 1,1-1,0 0,1-1,-1 1,1-1,0 1,0-1,1 0,0-1,-1 1,1-1,2 1,40 29</inkml:trace>
  <inkml:trace contextRef="#ctx0" brushRef="#br0" timeOffset="35154.335">3516 12383,'-8'0,"1"-1,-1 1,1 0,-1 0,0 1,1 0,-1 0,1 1,0 0,0 0,-1 1,1 0,1 0,-1 1,0 0,1 0,0 0,0 1,0 0,0 0,1 0,0 1,0 0,1 0,-1 0,1 0,0 1,1 0,-2 3,4-4,-1-1,1 1,0 0,1 0,-1 0,1 0,0 0,0-1,1 1,0 0,0 0,0 0,1-1,0 1,0-1,0 1,1-1,0 0,0 0,0 0,1 0,-1 0,1-1,0 0,0 1,1-2,-1 1,1 0,0-1,0 0,3 2,1 0,-1 0,1-1,0-1,0 1,0-1,0-1,0 0,1 0,-1-1,1 0,-1 0,1-1,0-1,-1 1,1-2,-1 1,4-2,-2-1,0-1,-1 0,1 0,-1-1,0-1,-1 1,0-1,0-1,0 0,-1 0,0-1,-1 0,0 0,0-1,-1 0,-1 0,1 0,-1-1,-1 1,0-1,-1 0,0-1,0 1,-1-1,-1 1,0-1,-1 1,0-1,0 0,-2-4,1 11,1-1,-1 1,0 0,0 0,-1 0,1 0,-1 0,-1 0,1 0,0 1,-1-1,0 1,0 0,-1-1,1 2,-1-1,0 0,0 1,0-1,0 1,0 0,-1 1,0-1,1 1,-1 0,0 0,0 0,0 1,0-1,-1 1,1 0,-4 1,-4 1,1 1,-1 1,1 0,-1 0,1 1,0 1,1 0,-1 1,1 0,0 1,1 0,-1 0,1 1,1 1,0 0,-8 9,-17 19</inkml:trace>
  <inkml:trace contextRef="#ctx0" brushRef="#br0" timeOffset="37870.899">4412 5365,'31'90,"-16"14,-5 0,-3 66,-3-66,9 216,-1 31,45 249,30-107,20 146,32 804,-84-565,-44-714,-10-163,-1 1,0-1,0 1,0 0,0-1,0 1,0 0,-1-1,1 1,0-1,-1 1,1-1,-1 1,0-1,1 1,-1-1,0 1,0-1,0 0,0 1,0-1,0 0,-2 1,-9-41,12 35,-2-27,1 0</inkml:trace>
  <inkml:trace contextRef="#ctx0" brushRef="#br0" timeOffset="38120.119">4505 10285,'12'16,"12"12,11 10,7 11,6 9,0 10,-2 4,-5 4,-5-1,-4-3,-5-4,-5-8,-4-10,-2-10,-1-12,-1-16,-4-10</inkml:trace>
  <inkml:trace contextRef="#ctx0" brushRef="#br0" timeOffset="38546.119">4666 10392,'-43'-1,"20"0,1 0,0 2,0 1,0 0,0 2,0 0,-1 2,10 6,35-8,18-9,0-1,-1-3,-1-1,1-2,-2-1,19-11,-37 17,205-77,-222 83,0 0,0 0,0 1,0-1,0 0,0 1,0 0,1-1,-1 1,0 0,0 0,0 0,1 0,-1 1,0-1,0 1,0-1,0 1,0 0,0 0,0 0,0 0,0 0,0 0,0 0,-1 1,1-1,0 1,-1-1,1 1,-1-1,0 1,1 0,-1 0,0 0,0 0,0 1,55 89,-48-83,-1 0,0 0,0 1,-1 0,-1 1,0 0,0-1,-1 2,0-1,-1 0,0 1,-1-1,0 1,-1 0,0 0,-1 0,0-1,-1 1,0 0,-2 5,-90 256,92-270,0-1,0 1,0 0,1 0,-1 0,1 1,0-1,0 0,0 0,0 0,0 0,1 0,0 0,-1 0,1 0,0 0,0 0,1-1,-1 1,1 0,-1 0,1-1,0 1,0-1,0 0,0 0,0 1,1-1,18 8</inkml:trace>
  <inkml:trace contextRef="#ctx0" brushRef="#br0" timeOffset="39764.514">3863 8427,'51'-12,"294"-44,3 14,1 16,126 15,-312 15,86 15,-231-17,-9 0,-1-1,1 0,0 0,0-1,0 0,-1-1,1 1,0-2,0 1,-1-1,8-3,-3-2</inkml:trace>
  <inkml:trace contextRef="#ctx0" brushRef="#br0" timeOffset="40806.686">6417 8681,'7'1,"0"-1,-1 0,1 0,0 0,0-1,-1 0,1 0,-1-1,1 1,-1-2,1 1,-1-1,0 0,0 0,0 0,-1-1,1 0,-1 0,0 0,0-1,0 0,0 0,-1 0,1-2,4-5,-2-1,0 1,0-1,-1 0,0-1,-1 1,-1-1,0 0,-1 0,1-15,-3-5,-1-1,-1 0,-2 1,-2 0,-1 0,-1 0,-2 0,-1 1,-2 1,-2 0,-7-13,11 23,0 0,-2 1,0 1,-1 0,-2 0,0 2,0 0,-2 0,0 2,-1 0,-1 1,0 1,-1 0,-1 2,0 0,0 2,-1 0,0 1,-1 2,-17-4,17 7,0 1,-1 1,1 1,-1 2,1 0,0 1,-1 2,1 0,0 1,1 2,0 0,0 1,0 2,1 0,0 1,1 1,0 1,1 0,1 2,0 0,1 1,-5 7,-11 20,2 2,2 1,2 1,2 2,2 0,2 1,3 2,1-1,-6 44,8-26,3 1,3 0,3 1,3 0,4 0,2 0,4 0,2-1,4 0,2-1,4-1,27 66,-40-114,1-1,1 1,1-2,1 1,0-1,1 0,1-1,1-1,0 0,1 0,1-2,0 0,1 0,1-2,17 11,-33-22,0 0,0 0,0 0,0 0,0 0,1-1,-1 1,0 0,0-1,1 1,-1-1,1 1,-1-1,1 0,-1 1,0-1,1 0,-1 0,1 0,-1 0,1 0,-1-1,1 1,-1 0,0-1,1 1,-1-1,1 1,-1-1,0 1,0-1,1 0,-1 0,0 0,0 0,0 0,0 0,0 0,0 0,0 0,0-1,-1 1,1 0,0 0,-1-1,1 1,-1 0,1-1,-1 1,0-1,1 1,-1-2,-5-11,-1 1</inkml:trace>
  <inkml:trace contextRef="#ctx0" brushRef="#br0" timeOffset="41259.476">5401 9376,'39'70,"3"-2,44 53,-46-67,-25-33,92 109,-106-129,-1 0,1 0,0 0,-1 0,1 0,0 0,0 0,-1 0,1-1,0 1,0 0,0 0,0-1,0 1,0-1,0 1,0-1,0 1,1-1,-1 0,0 0,0 1,0-1,0 0,0 0,1 0,-1 0,0 0,0-1,0 1,0 0,0 0,1-1,-1 1,0-1,0 1,0-1,0 1,0-1,0 0,0 1,-1-1,1 0,1 0,1-8,0 0,0-1,-1 1,0 0,-1-1,0 1,-1-1,0 1,-1-9,1 15,-4-47,-2-1,-3 1,-2 1,-2 0,-4-6,3 5,-17-61,42 157,14 17,2-2,35 54,26 57,-60-103</inkml:trace>
  <inkml:trace contextRef="#ctx0" brushRef="#br2" timeOffset="56426.059">803 4683,'-22'47,"3"0,2 2,1 0,3 0,3 1,-2 21,-4 85,4 68,11-210,-12 488,23 9,-4-386,5 0,6-1,6 0,20 58,-38-161,1 0,1 0,1-1,1 1,1-2,1 1,0-2,1 1,2-2,2 3,-13-16,0-1,1 0,-1 0,1 0,0 0,0-1,0 1,0-1,0 0,0 0,1 0,-1-1,1 0,-1 0,1 0,0 0,-1-1,1 1,0-1,-1-1,1 1,0 0,-1-1,1 0,0 0,-1-1,1 1,-1-1,0 0,0 0,1 0,-1-1,-1 0,17-13,-2-2,0-1,-1 0,-1-1,-1 0,-1-2,-1 1,-1-2,0 0,-2 0,-1-1,0 0,0-8,14-46,-3 0,-3-2,-4 0,2-71,-7-329,-18 207,-12 1,-45-207,53 393,-3 2,-4 0,-3 1,-4 1,-33-65,51 127,-2 1,0 0,0 1,-2 0,-1 1,-7-7,17 19,0 0,-1 0,1 1,-1 0,0 0,-1 0,1 0,-1 1,1 0,-1 1,0-1,0 1,0 1,0-1,0 1,-1 0,1 1,0 0,0 0,-1 1,0 0,-5 3,1 1,0 1,1 0,0 1,0 0,0 0,1 1,0 1,0 0,1 0,0 1,1 0,0 0,0 1,1 0,1 1,0-1,0 1,-2 9,-15 42,2 0,2 1,4 1,3 0,2 1,3 1,3-1,5 62,1 47</inkml:trace>
  <inkml:trace contextRef="#ctx0" brushRef="#br2" timeOffset="58139.128">749 10432,'48'-72,"-3"-2,-4-2,-1-6,-32 67,183-386,-144 321,-47 80,0 0,0 1,0-1,0 0,1 1,-1-1,0 1,0-1,0 0,0 1,0-1,0 0,1 1,-1-1,0 0,0 1,0-1,1 0,-1 1,0-1,1 0,-1 0,0 1,0-1,1 0,-1 0,0 0,1 0,-1 1,1-1,-1 0,0 0,1 0,-1 0,0 0,1 0,-1 0,1 0,-1 0,0 0,1 0,-1 0,0 0,1 0,-1 0,1-1,-1 1,0 0,1 0,-1 0,0-1,-30 249,24-85,7-1,7 1,8-2,7 7,15 171,-25-163,-7 0,-8 1,-8-1,-15 59,10-132,-38 319,53-421,1-1,-1 1,0 0,0 0,0 0,1 0,-1 0,0-1,0 1,-1 0,1 0,0 0,0 0,0 0,0-1,-1 1,1 0,0 0,-1 0,1-1,-1 1,1 0,-1-1,1 1,-1 0,1-1,-1 1,0 0,1-1,-1 1,0-1,0 1,1-1,-1 0,0 1,0-1,0 0,1 0,-1 1,0-1,0 0,0 0,0 0,0 0,1 0,-1 0,0 0,0 0,0 0,0-1,0 1,1 0,-1 0,0-1,0 1,0-1,0 0,-32-12,9 2,0 1,-1 2,0 0,0 2,-8-1,28 7,-10-3,1 1,-1 0,0 1,0 1,1 1,-1 0,0 1,-6 1,74-10,0-5,2 4,-1 1,1 3,-1 2,1 3,0 2,-1 2,0 3,0 2,0 3,31 12,-38-4,-47-21,1 0,-1 1,0-1,0 0,0 1,0-1,0 0,0 1,0-1,0 1,0-1,0 0,0 1,0-1,0 0,0 1,0-1,0 0,-1 1,1-1,0 0,0 1,0-1,0 0,-1 1,1-1,0 0,0 0,-1 1,1-1,0 0,-1 0,1 0,0 1,-1-1,1 0,0 0,-1 0,1 0,0 0,-1 0,1 1,0-1,-1 0,1 0,0 0,-1 0,1 0,0 0,-1-1,1 1,-1 0,1 0,0 0,-1 0,1 0,0 0,-1-1,1 1,0 0,-12 4,-12 25,9-7</inkml:trace>
  <inkml:trace contextRef="#ctx0" brushRef="#br2" timeOffset="62802.202">9812 8172,'-8'17,"1"1,0-1,1 1,1 0,1 1,0-1,1 1,1-1,1 12,1-20,0-1,1 0,0 1,0-1,1 0,1 0,-1 0,2 0,-1 0,1 0,0-1,1 0,0 0,0 0,1 0,0-1,0 0,1 0,5 4,-3-5,0 1,0-1,0-1,1 0,0 0,0-1,0 0,1-1,10 2,-17-4,1 0,0 0,0-1,0 0,0 0,0 0,0 0,0-1,0 0,0 0,-1 0,1 0,0-1,-1 0,1 0,-1 0,1-1,-1 1,0-1,0 0,0 0,2-3,1-5,0-1,-1 1,0-1,-1 0,0 0,-1 0,-1-1,1 0,-2 0,0 0,-1 0,0 0,-1 0,0 0,-1 0,-1 0,0 0,-2-5,3 7,0 0,-1 0,-1 0,0 0,-1 0,0 1,0-1,-1 1,0 0,-1 0,0 1,-1 0,0 0,0 0,-1 1,0 0,0 1,-1 0,0 0,0 0,-1 2,0-1,0 1,0 0,0 1,-1 0,0 1,0 0,-6 0,8 2,0 1,0 1,0 0,0 0,0 0,0 1,1 1,-1-1,1 1,-1 1,1 0,0 0,0 1,4-3,0 1,0-1,1 1,-1 0,1 1,-1-1,1 0,0 1,1 0,-1 0,1 0,-1 0,1 0,0 0,1 0,-1 1,1-1,0 1,0-1,0 1,1 0,-1-1,1 1,0 0,1 4,2 2,1 1,1-1,-1 0,2 0,0 0,0-1,1 0,0 0,0-1,1 0,1 0,-1 0,1-1,1-1,0 0,0 0,7 3,34 23</inkml:trace>
  <inkml:trace contextRef="#ctx0" brushRef="#br2" timeOffset="63189.018">10321 8280,'-3'6,"0"1,0 0,1 0,0 1,0-1,1 0,0 1,1-1,-1 1,1-1,1 1,-1-1,1 1,0-1,1 0,0 0,0 1,1-1,0 0,0-1,0 1,1-1,0 1,0-1,1 0,0 0,0-1,2 2,-4-4,1 1,-1-1,1 0,0 0,0-1,1 1,-1-1,0 0,1 0,-1 0,1-1,0 1,-1-1,1 0,0 0,0-1,0 0,0 0,0 0,-1 0,1-1,0 0,0 0,0 0,-1 0,1-1,-1 0,1 0,-1 0,1 0,-1-1,0 0,0 0,-1 0,1 0,0 0,-1-1,0 0,0 1,0-1,0-1,0-1,1-1,-1 0,-1 0,1-1,-1 1,0-1,-1 0,0 1,0-1,0 0,-1 0,0 0,-1 1,0-1,0 0,-1 0,0 1,0-1,0 1,-1 0,-1 0,1 0,-1 0,0 0,0 1,-1-1,0 1,0 0,-1 1,1 0,-1-1,0 2,-1-1,1 1,-1 0,0 0,0 1,-2-1,-1-1,-1 0,1 1,-1 0,0 1,0 0,0 1,0 0,-1 0,-5 1,13 1,-1 0,1 0,-1 0,1 1,0-1,-1 1,1 0,0 0,0 1,-1-1,1 1,0 0,1 0,-1 1,0-1,0 1,1-1,0 1,-1 0,1 0,0 1,1-1,-1 1,1-1,-2 3,3-2,0 1,0-1,1 1,-1-1,1 0,0 1,1-1,-1 1,1-1,-1 1,1-1,1 0,-1 1,0-1,1 0,0 0,0 0,0 0,1-1,-1 1,1 0,0-1,0 0,0 0,1 0,-1 0,1 0,-1 0,1-1,0 0,0 0,0 0,0 0,1-1,38 22</inkml:trace>
  <inkml:trace contextRef="#ctx0" brushRef="#br2" timeOffset="63535.757">10909 8346,'-3'3,"0"0,0 1,1-1,-1 1,1-1,0 1,0 0,0 0,0 0,1 0,0 0,-1 0,1 0,1 0,-1 1,1-1,0 0,0 0,0 1,0-1,1 0,-1 0,1 1,0-1,1 0,-1 0,1 0,0 0,0 1,7 2,0 0,0 0,1-1,-1 0,1-1,1 0,-1 0,1-1,-1-1,1 0,0 0,1-1,-1 0,0-1,1-1,-1 0,11-1,-8 1,0 0,0-2,0 1,0-2,0 0,0-1,0 0,-1-1,5-3,-13 6,0-1,1 0,-2 0,1 0,0-1,-1 0,1 1,-1-2,0 1,0 0,-1-1,0 0,1 0,-1 0,-1 0,1 0,-1-1,0 1,0-1,-1 1,1-1,-1 0,-1 0,1 0,-2-4,-1 0,0 0,0 0,-1 0,-1 0,1 1,-1-1,-1 1,0 0,0 0,-1 1,0-1,-1 1,1 1,-2-1,1 1,-1 0,0 1,0 0,-1 0,0 1,0 0,0 0,0 1,-1 0,0 1,-2 0,-3-2,-1 1,1 1,-1 0,1 1,-1 1,0 0,1 1,-1 1,0 1,1 0,-6 2,14-3,0 1,0 0,1 0,-1 0,1 1,0 0,0 0,0 1,0-1,0 1,1 1,0-1,0 1,0 0,0 0,1 0,0 1,0 0,0 0,1 0,0 0,0 0,0 0,1 1,0 0,-1 5,1 25,6-4</inkml:trace>
  <inkml:trace contextRef="#ctx0" brushRef="#br2" timeOffset="64654.189">9973 9189,'-15'9,"1"0,0 1,1 1,0 0,0 1,1 0,1 1,0 0,1 1,0 0,1 0,1 1,0 1,1-1,0 1,2 0,-3 13,5-22,1 1,0-1,1 1,-1-1,1 1,1 0,0-1,0 1,0 0,1 0,0-1,1 1,0-1,0 1,0-1,1 0,0 1,0-1,1-1,0 1,0-1,1 1,0-1,0 0,0-1,1 1,-1-1,2 0,-1-1,0 1,1-1,0-1,-1 1,5 0,-2-1,1-1,-1-1,1 1,-1-2,1 1,-1-1,1-1,0 0,-1 0,1-1,-1 0,0 0,1-1,-1 0,0-1,-1 0,1-1,-1 0,0 0,0 0,0-1,-1-1,0 1,0-1,0 0,-1 0,0-1,-1 0,0 0,0-1,-1 1,0-1,0 0,2-8,-1 1,-1 0,-1-1,0 1,-1-1,-1 0,-1 0,0 1,-1-1,-1 0,0 0,-4-9,4 15,-1 0,-1 0,1 1,-2 0,1 0,-1 0,-1 0,0 1,0 0,-1 0,0 1,0-1,-1 2,0-1,-1 1,0 0,-9-5,15 10,0 0,0 1,-1-1,1 1,0 0,-1 0,1 0,-1 0,0 1,1-1,-1 1,1 0,-1 0,0 0,1 1,-1-1,1 1,-1 0,0 0,1 0,0 0,-1 1,1-1,0 1,0 0,0 0,0 0,0 0,0 1,1-1,-1 1,1-1,-1 1,1 0,0 0,0 0,1 0,-1 1,0-1,1 0,0 1,-1 2,-1 3,0 1,1 1,0-1,0 0,1 0,1 1,0-1,0 0,1 1,0-1,0 0,1 0,1 1,0-2,0 1,5 9,12 21</inkml:trace>
  <inkml:trace contextRef="#ctx0" brushRef="#br2" timeOffset="65198.806">10641 9336,'-3'1,"-1"0,1 1,0-1,-1 1,1 0,0 0,0 0,0 0,0 1,1-1,-1 1,1 0,-1 0,1 0,0 0,0 0,0 0,1 0,-1 1,1-1,0 1,0-1,0 1,0-1,1 1,-1 0,1 1,-3 3,1 1,0 0,1-1,0 1,0 0,1 0,0 0,0 0,1 0,0 0,1-1,0 1,0 0,1-1,0 1,1-1,0 0,0 0,0-1,1 1,0-1,1 0,0 0,0 0,0-1,5 3,-5-5,0 0,1 0,0-1,-1 0,1 0,1-1,-1 1,0-2,0 1,1-1,-1 0,1-1,-1 1,1-1,0-1,-1 0,0 0,1 0,-1-1,0 0,1 0,-1-1,0 0,-1 0,1-1,-1 0,1 0,-1-1,0 1,-1-1,1 0,-1-1,0 1,0-1,-1 0,0-1,0 1,0-1,-1 1,0-1,0 0,0 0,1-8,-3 4,1 0,-2-1,1 1,-1-1,-1 1,0-1,-1 1,0-1,-1 1,0 0,-1 0,0 1,-1-1,0 1,0 0,-1 0,-1 0,1 1,-1 0,-1 0,0 1,0 0,-1 0,0 1,0 0,-1 1,0 0,0 0,-4-1,7 5,0 0,0 1,0-1,0 1,0 1,0 0,0 0,0 0,0 0,0 1,0 1,1-1,-1 1,0 0,1 1,-1-1,1 1,0 0,-1 1,2 0,-1 0,0 0,1 1,0-1,0 1,0 1,0-1,1 0,0 1,0 0,1 0,0 0,0 1,0 0,-2 4,1 0,0 0,1 0,0 0,1 1,0 0,1-1,0 1,1 0,0 0,1-1,0 1,1 0,0-1,1 0,0 1,1-1,1 0,-1 0,1-1,1 0,0 0,1 0,0 0,27 29</inkml:trace>
  <inkml:trace contextRef="#ctx0" brushRef="#br2" timeOffset="65481.494">11229 9563,'22'-60,"-3"-1,-3-1,-2 0,-3-1,-3 0,-2-8,-6 50,0 22,0-1,0 0,0 1,0-1,0 0,0 0,0 1,0-1,0 0,0 0,0 1,0-1,-1 0,1 0,0 1,0-1,0 0,0 0,-1 1,1-1,0 0,0 0,0 0,-1 0,1 1,0-1,0 0,-1 0,1 0,0 0,0 0,-1 0,1 0,0 0,-1 1,1-1,0 0,0 0,-1 0,1-1,0 1,-1 0,1 0,0 0,0 0,-1 0,1 0,0 0,0 0,-1 0,1-1,0 1,0 0,-1 0,-13 35,1 1,1 0,2 0,2 1,1 1,2-1,1 5,1-10,2 0,0 0,3 0,0-1,2 1,2-1,1 0,4 12,8 10</inkml:trace>
  <inkml:trace contextRef="#ctx0" brushRef="#br2" timeOffset="67504.709">9973 10419,'-13'9,"0"1,0 0,1 1,1 0,-1 0,2 2,0-1,0 1,1 1,1 0,0 0,1 1,1-1,0 1,1 1,1-1,0 1,1 0,0 0,2 0,-1 10,1-12,1 1,0-1,1 0,0 1,1-1,1 0,0 0,1 0,0-1,1 1,1-1,0 0,1 0,0-1,1 0,0 0,1-1,0 0,1-1,0 0,1 0,0-1,1 0,3 1,-10-7,0 0,1 0,-1 0,1-1,0 1,-1-2,1 1,0-1,0 1,0-2,0 1,0-1,1 0,-1 0,0 0,0-1,0 0,0 0,0-1,0 0,-1 0,1 0,0-1,-1 1,0-1,0-1,1 1,-2-1,5-3,1-7,-1 1,0-2,-1 1,-1-1,0 0,-1-1,-1 1,0-1,-1-1,-1 1,0 0,-2-1,0 1,0-1,-2 1,0-1,-2-10,2 5,-2 0,0 0,-1 0,-1 1,-1 0,-1 0,-1 0,-1 1,-1 0,0 1,-2 0,0 0,-1 1,-14-14,24 29,0 0,0 0,0 0,0 1,0-1,-1 1,0 0,1 0,-1 0,0 0,0 1,0 0,0 0,0 0,0 0,0 0,0 1,0 0,-1 0,1 0,0 0,0 1,0-1,0 1,0 0,0 0,0 1,0-1,0 1,0 0,1 0,-1 0,1 1,-1-1,1 1,0 0,0 0,0 0,1 0,-1 0,1 1,-1 0,-3 9,0-1,1 1,0 1,1-1,1 1,0-1,1 1,0 0,1 0,1 0,0 0,1 0,1 0,0 0,0 0,2-1,-1 1,2-1,4 10,20 48</inkml:trace>
  <inkml:trace contextRef="#ctx0" brushRef="#br2" timeOffset="67781.523">10615 10780,'23'-114,"-6"-1,-3-8,-33 271,9 216,20-273,0-62</inkml:trace>
  <inkml:trace contextRef="#ctx0" brushRef="#br2" timeOffset="68062.127">11149 10780,'13'-80,"-2"3,4 0,24-73,-20 107,-19 43,0-1,1 1,-1 0,1 0,-1 0,1 1,-1-1,0 0,1 0,-1 0,1 0,-1 0,0 0,1 1,-1-1,1 0,-1 0,0 0,1 1,-1-1,0 0,1 1,-1-1,0 0,0 1,1-1,-1 0,0 1,0-1,0 0,1 1,-1-1,0 1,0-1,0 0,0 1,0-1,0 1,0-1,0 1,0-1,0 0,0 1,0-1,0 1,0-1,0 1,-1-1,1 0,0 1,0-1,0 1,-6 224,2-113,5 0,10 63,-3-116</inkml:trace>
  <inkml:trace contextRef="#ctx0" brushRef="#br2" timeOffset="69490.915">9933 11675,'-10'2,"1"1,0-1,0 2,0-1,0 1,0 1,1 0,0 0,0 0,0 1,0 0,1 1,0 0,1 0,0 0,0 1,0 0,-4 8,-1 2,2 1,0 0,1 0,1 1,0 0,2 1,0-1,1 6,1-13,1 1,1-1,0 0,0 1,2-1,0 1,0-1,1 0,1 1,0-1,0 0,2-1,0 1,0-1,1 0,0 0,1 0,1-1,0 0,0-1,1 0,0 0,1-1,0 0,0 0,1-1,0-1,1 0,0 0,0-1,0-1,2 1,-3-4,-1 0,1-1,-1 0,1 0,-1-1,1 0,-1-1,1 0,-1-1,0 0,1-1,-1 0,0-1,0 0,-1 0,1-1,-1 0,0-1,-1 0,1 0,-1-1,3-3,5-6,0 0,-2-1,0 0,-1-2,0 1,-2-1,0-1,-1 0,-1-1,0-5,2-8,-1 0,-2 0,-1-1,-2 0,-2 0,-1 0,-1 0,-3 0,-4-32,5 57,-1-1,-1 1,0 0,0 0,-1 0,0 0,-1 0,-2-3,5 10,0 0,0 0,-1 0,1 0,0 1,-1-1,0 1,1 0,-1 0,0 0,0 0,0 0,-1 0,1 1,0 0,-1 0,1 0,0 0,-1 0,1 0,-1 1,0 0,1 0,-1 0,1 0,-3 1,-5 3,0 0,0 1,0 0,0 1,1 0,0 1,0 0,1 0,0 1,0 1,1-1,0 1,1 1,-1-1,2 1,0 1,0-1,0 1,2 0,-3 7,0-1,0 0,2 1,0-1,0 1,2 1,-1 16,2 26</inkml:trace>
  <inkml:trace contextRef="#ctx0" brushRef="#br2" timeOffset="69800.749">10668 12104,'0'-472,"-13"835,12-347,-4 47,2-1,6 56,2-76</inkml:trace>
  <inkml:trace contextRef="#ctx0" brushRef="#br2" timeOffset="70187.728">11029 11876,'-4'7,"0"0,0 0,1 0,-1 0,2 1,-1-1,1 1,0 0,1 0,0 0,0 0,0 0,1 0,0 0,1 0,0-1,0 1,1 0,0 0,0 0,1-1,0 1,3 4,0-1,1 1,0-1,0-1,1 0,1 0,-1 0,2-1,-1-1,1 1,1-2,-1 1,1-1,1-1,3 2,-5-3,1 0,0 0,0-1,0 0,1-1,0 0,-1-1,1 0,0-1,0 0,0-1,0-1,0 0,0 0,-1-1,1 0,0-1,-1-1,0 0,0 0,0-1,0-1,-1 1,0-2,0 0,0 0,-1 0,0-1,-1-1,3-6,-2 0,0-1,-1-1,0 1,-1-1,-1-1,-1 1,-1-1,0 0,-1 0,-1 0,-1 0,0 0,-1-1,-1 1,-1 0,-1 0,0 0,-1 0,-1 1,-1-1,-1 1,0 0,-1 0,3 8,0 0,0 0,-1 1,0-1,-1 1,0 1,0-1,0 1,-1 1,0-1,0 1,-1 0,0 1,0 0,0 1,-1 0,1 0,-1 1,0 0,0 1,0 0,0 0,-1 1,1 0,0 1,0 1,-1-1,-6 3,2 0,0 1,0 1,0 0,1 1,-1 1,2 0,-1 1,1 0,0 1,1 0,0 1,0 1,1 0,1 0,-3 5,-5 7,2 1,0 0,2 1,1 0,0 1,2 1,-6 23,-9 46</inkml:trace>
  <inkml:trace contextRef="#ctx0" brushRef="#br2" timeOffset="73082.25">9933 13173,'-1'0,"1"1,-1-1,0 1,1-1,-1 1,0-1,0 1,1-1,-1 0,0 1,0-1,1 0,-1 0,0 0,0 1,0-1,0 0,1 0,-1 0,0 0,0 0,0-1,1 1,-1 0,0 0,0 0,0-1,1 1,-1 0,0-1,0 1,1-1,-1 1,0-1,1 1,-1-1,1 0,-1 1,1-1,-1 0,1 1,-1-1,1 0,-1 1,1-1,0 0,0 0,-1 0,1 1,0-1,0 0,0 0,0 0,0 1,0-1,0-1,7-49,66-187,-41 141,-31 97,0 0,0 0,0 0,0 0,0 0,0 0,0 1,0-1,0 0,0 1,0-1,0 0,0 1,0 0,0-1,0 1,0-1,0 1,-1 0,1 0,0 0,-1-1,1 1,0 0,-1 0,1 0,-1 0,1 0,-1 0,0 0,1 0,-1 0,0 0,0 0,0 0,1 0,-1 0,0 0,-1 1,2-1,10 40,-2 1,-1 0,-2 0,-2 1,-2-1,-1 11,-1-35,4 333,-2-310</inkml:trace>
  <inkml:trace contextRef="#ctx0" brushRef="#br2" timeOffset="73843.458">10588 13306,'20'-47,"-1"-1,-2-1,-2-1,-3 0,-2-1,-2 0,0-35,-8 68,0 18,0 1,1-1,-1 0,0 0,0 1,0-1,0 0,0 1,0-1,0 0,0 0,0 1,0-1,0 0,0 0,-1 1,1-1,0 0,0 0,0 0,0 1,0-1,0 0,-1 0,1 1,0-1,0 0,0 0,0 0,-1 0,1 1,0-1,0 0,-1 0,1 0,0 0,0 0,0 0,-1 0,1 0,0 0,0 0,-1 0,1 0,0 0,-1 0,1 0,0 0,0 0,-1 0,1 0,0 0,0 0,-1 0,1 0,0 0,0 0,-12 42,2 0,2 1,2 1,2-1,1 25,0-38,2 1,1 0,2 0,1-1,1 1,1-1,2 0,1 0,7 15,6-10,0-10</inkml:trace>
  <inkml:trace contextRef="#ctx0" brushRef="#br2" timeOffset="74248.719">11203 13186,'2'10,"0"1,1-1,0 0,0 0,1 0,1 0,-1-1,2 1,-1-1,1-1,1 1,-1-1,2 0,-1 0,1-1,0 0,0-1,1 1,0-2,0 1,0-1,1-1,0 1,3-1,-6-3,1 0,-1-1,0-1,1 1,-1-1,0 0,0-1,0 0,0 0,0 0,0-1,-1 0,1 0,-1-1,0 0,0 0,0 0,0-1,-1 0,3-2,3-4,-1-1,0 1,-1-2,0 1,-1-1,0-1,-1 1,-1-1,2-4,-2 1,0 0,0 0,-2-1,0 1,-1-1,-1 0,-1 0,0 0,-1 0,-1 0,-1 0,0 1,-2-1,0 0,-3-8,4 20,0 0,-1 0,0 0,0 1,0-1,0 1,-1 0,0 1,0-1,0 1,-1 0,1 0,-1 0,0 1,0 0,-1 0,1 1,0 0,-1 0,1 0,-1 1,0-1,0 2,1-1,-1 1,-6 0,-2 1,-1 1,0 0,1 1,-1 0,1 1,0 1,1 1,-1 0,1 1,0 0,-3 3,1 1,1 0,0 1,1 1,0 1,1 0,0 0,1 1,1 1,0 0,1 0,1 1,1 1,0-1,1 1,1 1,-2 12,-6 40</inkml:trace>
  <inkml:trace contextRef="#ctx0" brushRef="#br3" timeOffset="92347.005">11765 8374,'-7'0,"2"0,9 0,13 0,13 0,14 0,12 0,7 0,2 0,0 0,-6 0,-9 0,-12 0,-14 0,-11 0</inkml:trace>
  <inkml:trace contextRef="#ctx0" brushRef="#br3" timeOffset="92660.055">12152 8159,'-50'14,"49"-14,1 1,0-1,-1 1,1 0,0-1,0 1,0 0,0-1,-1 1,1 0,0-1,0 1,0 0,1 0,-1-1,0 1,0 0,0-1,0 1,1 0,-1-1,0 1,0-1,1 1,-1 0,1-1,-1 1,0-1,1 1,-1-1,1 1,-1-1,1 0,0 1,-1-1,1 0,-1 1,1-1,0 0,-1 1,1-1,0 0,-1 0,1 0,0 0,19 9,1-1,0 0,1-2,0-1,0 0,11-1,1 2,118 29,-150-35,0 1,0-1,0 1,0-1,0 1,0-1,0 1,0 0,0 0,0 0,0 0,-1 1,1-1,0 0,-1 1,1-1,-1 1,1-1,-1 1,0 0,0-1,0 1,0 0,0 0,0 0,0 0,-1 0,1 0,-1 0,1 0,-1 0,0 0,0 0,0 0,0 1,0-1,0 0,-1 0,1 0,-1 0,1 0,-1 0,0 0,0 0,0 0,0-1,0 1,-1 1,-10 10,0 0,-1-1,0 0,-1-1,-1 0,1-1,-11 4,-74 60,98-74,0 1,0-1,0 1,0-1,1 1,-1 0,0-1,0 1,0 0,1-1,-1 1,1 0,-1 0,0 0,1 0,-1 0,1 0,0 0,-1 0,1 0,0 0,-1 0,1 0,0 0,0 0,0 0,0 0,0 0,0 0,0 0,1 0,-1 0,0 0,0 0,1 0,-1 0,1 0,-1 0,1 0,-1 0,1-1,-1 1,2 1,11 3</inkml:trace>
  <inkml:trace contextRef="#ctx0" brushRef="#br3" timeOffset="93031.631">12780 8280,'-3'6,"0"0,-1 1,2-1,-1 1,1 0,0 0,1 0,-1 0,2 0,-1 0,1 1,0-1,0 0,1 0,-1 0,2 0,-1 0,1 0,0 0,1 0,0 0,0-1,0 1,1-1,-1 0,2 0,-1 0,1-1,-1 0,2 0,-1 0,0 0,1-1,0 0,0 0,0 0,1-1,3 2,-3-3,1-1,-1 1,1-1,-1-1,1 1,0-1,0-1,-1 1,1-1,-1-1,1 1,-1-1,1-1,-1 1,0-1,0-1,0 1,-1-1,1 0,-1-1,0 1,0-1,0 0,-1-1,0 0,0 1,0-2,-1 1,0 0,0-1,0 0,-1 0,0 0,0 0,-1 0,0-1,0 1,-1-1,0 0,0 1,-1-1,0 0,0 1,-1-1,0 0,-1 1,-1-7,1 7,-1-1,1 1,-2 0,1 0,-1 0,0 1,0 0,-1-1,1 1,-2 1,1-1,0 1,-1 0,0 0,0 0,-1 1,1 0,-1 1,0-1,0 1,0 0,-1 1,-5-2,1 2,0-1,0 2,0 0,0 0,0 1,0 1,0 0,0 0,0 2,0-1,0 1,0 1,1 0,-11 5,7 0,1 0,-1 0,2 1,-1 1,1 0,1 1,-1 2,-29 34</inkml:trace>
  <inkml:trace contextRef="#ctx0" brushRef="#br3" timeOffset="93513.943">11644 9322,'13'-2,"12"-1,11 0,8 1,8-2,4 0,2 1,0 0,-6 2,-6 0,-12-2,-11 0</inkml:trace>
  <inkml:trace contextRef="#ctx0" brushRef="#br3" timeOffset="93823.461">12072 9042,'4'7,"0"0,1 0,-1 0,2 0,-1 0,1-1,0 0,0-1,0 1,1-1,0 0,0-1,0 1,1-1,-1-1,3 1,0 2,55 27,-39-20,0 0,-2 1,1 2,-2 0,19 17,-40-31,0-1,0 1,0-1,-1 1,1 0,0 0,-1 0,0 0,1 0,-1 0,0 1,0-1,0 0,0 1,-1-1,1 1,0-1,-1 0,0 1,0-1,0 1,0-1,0 1,0-1,0 1,-1-1,1 1,-1-1,0 1,0-1,0 0,0 0,0 1,-1-1,-7 9,-1 0,-1-1,0 0,0-1,-1-1,0 0,-1 0,0-1,0-1,-3 2,-10 5,-101 58,118-62</inkml:trace>
  <inkml:trace contextRef="#ctx0" brushRef="#br3" timeOffset="94116.405">12660 9389,'75'-328,"-83"361,1 0,2 1,1 0,2 0,1 0,2 0,1 0,6 27,51 115,-41-132</inkml:trace>
  <inkml:trace contextRef="#ctx0" brushRef="#br3" timeOffset="94859.795">11965 10700,'7'0,"9"-3,8 0,10-2,8 0,3 0,2 2,-2 0,-2 2,-8 1,-9 0</inkml:trace>
  <inkml:trace contextRef="#ctx0" brushRef="#br3" timeOffset="95204.203">12205 10486,'115'31,"-78"-22,-1 1,1 2,-2 1,0 2,9 6,-41-20,0 0,1 0,-1 1,0-1,0 1,0 0,-1 0,1 0,0 0,-1 0,1 0,-1 1,1-1,-1 1,0 0,0 0,-1 0,1 0,0 0,-1 0,0 0,0 0,0 1,0-1,0 0,-1 1,1-1,-1 0,0 1,0-1,-1 4,-5 1,0-1,-1 0,0 0,0-1,-1 0,0 0,0-1,0 0,-1 0,1-1,-1 0,-1 0,-2 1,-13 7,17-9,-1 0,1 1,-1 0,1 1,0 0,1 0,-1 0,1 1,0 1,-4 4,6-2</inkml:trace>
  <inkml:trace contextRef="#ctx0" brushRef="#br3" timeOffset="95670.795">12767 10486,'8'-5,"-1"0,1 1,0 1,0-1,0 1,1 0,-1 1,1 0,0 1,-1-1,1 2,0-1,0 1,-1 0,1 1,0 0,0 1,-1 0,1 0,5 3,-10-4,0 1,-1 0,1 1,-1-1,0 1,0-1,0 1,0 0,0 0,-1 0,1 0,-1 1,0-1,0 1,0-1,0 1,-1 0,1 0,-1 0,0 0,0 0,-1 0,1 0,-1 0,0 2,0 3,0 1,-1-1,-1 1,1-1,-1 0,-1 0,0 0,0 0,-1-1,-3 6,-9 13,-2 0,-1-2,-1 0,-15 14,-29 36,61-72,2-2,-1 0,1 0,0 0,-1 0,1 0,0 0,-1 0,1 1,0-1,0 0,0 1,0-1,1 1,-1-1,0 1,1-1,-1 1,1 0,-1-1,1 1,0 0,-1-1,1 1,0 0,0-1,0 1,1 0,-1 0,0-1,1 1,-1-1,1 1,-1 0,1-1,0 1,-1-1,1 1,0-1,0 1,0-1,0 0,13 2,0 0,0-1,0 0,0-2,0 1,0-2,8-1,11 1,132 0,-147 4</inkml:trace>
  <inkml:trace contextRef="#ctx0" brushRef="#br3" timeOffset="96460.883">12045 11956,'2'0,"4"0,4 0,8-2,8-1,8 0,12 1,10 0,4 1,4 0,-3 4,-7-1,-10 1,-13 0</inkml:trace>
  <inkml:trace contextRef="#ctx0" brushRef="#br3" timeOffset="96780.985">12407 11729,'-1'1,"0"0,0 1,0-1,0 1,1-1,-1 1,1 0,-1-1,1 1,0 0,-1-1,1 1,0 0,0-1,0 1,0 0,1-1,-1 1,0 0,1-1,-1 1,1-1,0 1,-1-1,1 1,0-1,0 1,0-1,0 0,0 1,0-1,0 0,1 0,-1 0,0 0,2 1,55 31,-57-32,192 72,-189-73,-1 1,1 0,-1 0,1 0,-1 1,0-1,1 1,-1 0,0 0,0 0,0 0,-1 1,1-1,0 1,-1-1,0 1,1 0,-1 0,0 0,0 0,-1 1,1-1,-1 0,0 1,1-1,-2 1,1-1,0 1,-1 0,1-1,-1 1,0 0,0-1,-1 1,1-1,-1 1,0 0,-8 9,-1-1,0 0,-1-1,0 0,-1 0,0-1,-1-1,0 0,-1-1,1 0,-1-1,-5 1,13-5,-97 45,64-32</inkml:trace>
  <inkml:trace contextRef="#ctx0" brushRef="#br3" timeOffset="97228.893">12954 11782,'11'-2,"0"0,0 1,0 0,0 1,0 0,0 1,0 0,0 1,0 0,-1 1,1 0,-1 0,1 1,-1 1,0-1,-1 2,1-1,-1 1,0 1,2 2,-9-6,1 1,-1 0,0-1,0 1,0 0,0 0,-1 0,0 0,0 0,0 1,0-1,0 0,-1 0,0 1,0-1,0 0,-1 1,1-1,-1 0,0 0,0 0,0 1,-1-1,0 0,1-1,-2 1,1 0,0 0,-1-1,-2 4,-9 10,-1 0,-1-1,0-1,-1 0,-7 4,14-11,-1 10,34-13,-17-5,0-1,-1 1,1 0,0 1,-1-1,1 1,-1 0,1 1,-1-1,0 1,1 0,-1 0,0 1,0-1,0 1,-1 0,1 1,-1-1,1 1,-1 0,0 0,-1 0,1 1,-1-1,0 1,0 0,0 0,0 0,-1 0,0 0,0 0,-1 1,1-1,-1 1,0-1,0 5,-5 3,-1-1,0 0,0 0,-1 0,-1-1,0 0,-1 0,0-1,0 1,-1-2,0 1,-1-2,0 1,0-1,-1-1,-2 2,-72 50,49-37</inkml:trace>
  <inkml:trace contextRef="#ctx0" brushRef="#br3" timeOffset="97694.65">11991 13066,'12'2,"12"1,14 0,14-1,12 0,8-1,2-1,-3 3,-7 0,-15 0</inkml:trace>
  <inkml:trace contextRef="#ctx0" brushRef="#br3" timeOffset="98119.836">12714 12851,'-17'19,"3"13,1 1,2 0,1 0,-4 23,14-52,-7 20,2 0,0 1,2 0,1 0,1 8,1-28,0 1,0 0,1-1,0 1,0 0,0-1,1 1,0-1,0 1,0-1,1 0,-1 0,1 0,1 0,-1-1,1 1,-1-1,1 0,0 0,1 0,-1 0,1-1,0 0,0 0,0 0,1 0,2 1,2 0,-1-1,0 0,1-1,-1 0,1 0,-1-1,1 0,0 0,0-2,0 1,-1-1,1 0,0-1,-1 0,1-1,-1 0,0 0,0-1,0 0,0-1,-1 0,0 0,0 0,0-1,0-1,-1 1,0-1,-1-1,0 1,0-1,0 0,-1 0,0-1,2-4,-5 7,0 0,0 0,-1 0,1 0,-1 0,-1-1,1 1,-1-1,0 1,-1 0,0-7,1 13,0-1,0 1,0-1,0 0,0 1,0-1,-1 1,1-1,0 0,0 1,-1-1,1 1,0-1,-1 1,1-1,0 1,-1-1,1 1,-1-1,1 1,0-1,-1 1,0 0,1-1,-1 1,1 0,-1-1,1 1,-1 0,1 0,-1 0,0-1,1 1,-1 0,0 0,1 0,-1 0,1 0,-1 0,0 0,1 0,-1 1,0-1,1 0,-1 0,1 0,-1 1,1-1,-1 0,0 1,1-1,-1 0,1 1,-1 0,-25 28,16-6,1 0,1 1,1 0,2 0,0 1,1-1,1 1,2 0,0 18,-6 60,-2-39,-2-7</inkml:trace>
  <inkml:trace contextRef="#ctx0" brushRef="#br2" timeOffset="174189.955">10508 419,'-19'-4,"11"2,0 0,0 1,-1 0,1 0,-1 0,1 1,-1 1,1-1,0 2,-1-1,-4 2,8 0,1 1,0 0,-1 0,2 0,-1 0,0 0,1 1,0 0,0-1,0 1,0 0,1 1,0-1,-1 4,-2 3,-150 352,144-328,1 0,3 1,1-1,1 2,2-1,2 18,-9 169,1-55,9 88,12 49,76 138,-85-362,-3 1,-6 25,1-33,3 0,4-1,3 1,41 324,-44-158,-3-96,6-1,10 32,37 242,-31-305,5-1,28 72,-41-149,2-1,1-1,1 0,2-1,1-1,2-1,2 2,68 101,33 42,-113-160,0 0,1-1,1-1,1 0,-1-1,2-1,0 0,0-1,1 0,0-2,0 0,1-1,2 0,19 0,1-1,-1-3,1-1,36-3,33 2,43 21,119-6,85-14,-215-2,-63-1,0-3,0-4,-1-3,21-8,-72 12,0-1,-1-2,0 0,0-1,-1-2,-1 0,0-2,-1 0,0-2,-2 0,0-1,-1-1,0-1,-2-1,-1 0,11-19,180-277,-63 14,-123 248,-3 1,-2-2,-3-1,-1 1,-2-15,2-41,-6 0,-6-92,9-140,-1 262,1 7,-3 0,-3 0,-7-59,-43-270,34 172,-19-152,-32 12,-28-174,82 481,-4 0,-2 0,-3 2,-3 0,-2 2,-3 0,-3 2,-2 1,-23-29,-13-10,-93-123,131 191,-1 2,-2 1,0 1,-2 2,0 1,-1 2,-1 1,-1 3,-1 0,0 3,-34-7,-35-16,16 4,-1 4,-1 4,-41-2,18 16,-1 5,-50 7,36-1,89-1,3-2,0 2,0 2,1 2,-1 1,1 2,0 1,-15 7,-34 15,-2-5,-14 0,98-24,-6 0,0 1,0 1,0 0,1 0,-1 1,1 1,0 0,0 0,0 1,1 1,0-1,0 2,0-1,1 1,-4 5,-15 25,2 1,2 0,1 2,2 1,-5 19,26-41,0-16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3:41.74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0 721,'0'-218,"9"-1,14-33,-18 224,1 25,-2 17,21 141,1 115,-14 107,-12-313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3:41.9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1,'7'13,"4"15,1 15,-2 19,-5 19,-8 14,-10 9,-3-12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3:42.58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1 162,'21'-18,"1"0,1 2,0 1,1 1,1 1,0 1,1 1,0 2,0 0,1 2,0 1,15-1,-37 5,-1 1,1 0,0 0,-1 1,1-1,0 1,-1 0,1 0,0 1,0-1,-1 1,1 0,-1 0,1 1,-1-1,1 1,-1 0,0 0,0 1,0-1,0 1,0 0,-1 0,1 0,-1 0,0 1,0 0,0-1,0 1,-1 0,1 0,-1 0,0 1,0 0,-1 9,-1-1,0 0,-1 0,0 1,-1-1,-1 0,0 0,-1-1,0 1,-1-1,0 0,-1 0,-3 4,-39 74,-4-2,-4-2,-18 16,2 0,32-33,40-68,-1 0,1 0,0 0,1 0,-1 0,0 0,0 0,0-1,0 1,1 0,-1 0,0 0,1 0,-1-1,1 1,-1 0,1 0,-1-1,1 1,0 0,-1-1,1 1,0-1,-1 1,1 0,0-1,0 0,-1 1,1-1,0 1,0-1,0 0,0 0,0 0,0 1,-1-1,1 0,0 0,0 0,0 0,0 0,0-1,0 1,0 0,0 0,19-1,0 0,0-2,0 0,0-1,0-1,12-5,0 1,386-115,-316 96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3:42.9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67 1,'7'18,"2"15,0 14,-4 12,-8 12,-9 10,-11 6,-7 4,1-16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3:43.43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48 1,'8'37,"-2"0,-2 1,-1 0,-2 0,-2 0,-1 3,-34 271,6-75,29-228,6 71,-4-78,1 0,0-1,0 1,0-1,1 1,-1-1,0 0,1 0,-1 0,0 0,1 0,-1-1,1 1,-1-1,1 0,-1 0,1 1,0-1,-1-1,1 1,-1 0,1-1,-1 1,1-1,-1 0,1 0,-1 0,0 0,0 0,1-1,-1 1,0 0,0-1,0 0,0 0,-1 1,2-2,-2 3,376-258,-232 187,-143 70,-1 0,1 0,0 0,0 0,0 0,0 0,0 1,0-1,0 1,0 0,0-1,0 1,1 0,-1 0,0 0,0 0,0 1,0-1,0 1,0-1,0 1,0 0,0-1,0 1,0 0,0 0,-1 1,1-1,0 0,-1 0,1 1,-1-1,1 1,-1 0,0-1,1 1,-1 0,0 0,0 0,0-1,-1 1,1 0,0 0,-1 0,1 2,-4 122,0-97,-48 464,50-461,2-1,1 1,1-1,6 26,10 10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3:44.06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1 187,'3'18,"0"0,2-1,0 1,1-1,0 0,2 0,0-1,1 0,0 0,2-1,7 9,142 143,-141-148,17 13,-2 2,-1 2,-2 1,16 26,-39-51,0 1,0 0,-2 1,0 0,0 0,-1 0,-1 0,-1 1,0 0,0-1,-2 1,0 0,0 0,-2 0,0 0,-2 14,0-16,-1 0,0 0,-1 0,0-1,-1 1,0-2,-1 1,-1-1,1 0,-2 0,0-1,0 0,0 0,-2-1,0 0,5-4,-1 0,1-1,-1 1,0-1,-1-1,1 1,-1-1,1-1,-1 0,0 0,0 0,0-1,0 0,0 0,0-1,0 0,0-1,0 1,0-2,0 1,0-1,0 0,1-1,-1 0,-4-2,1-2,0 0,1 0,0-1,0-1,1 0,0 0,0-1,1 0,1 0,0-1,0 0,1 0,0-1,1 1,0-1,1 0,0-1,1 1,1-1,0 0,0 1,1-1,1 0,0 0,1 0,1 1,0-1,0 0,2-2,11-26,3 2,1 0,1 1,2 1,2 1,2 1,0 1,30-27,-24 23,-1 2,30-35,-2-3,-4-3,24-47,-73 115,-1 0,0-1,-1 0,0 0,0-1,-1 1,-1-1,1-1,-3 11,0-1,-1 0,1 0,0 1,-1-1,1 0,-1 1,1-1,-1 1,0-1,1 1,-1-1,0 1,0-1,0 1,0 0,-1-1,1 1,0 0,0 0,-1 0,1 0,-1 0,1 0,-1 0,1 1,-1-1,1 0,-1 1,0-1,1 1,-1 0,0 0,0 0,1-1,-1 1,0 1,1-1,-1 0,0 0,1 1,-1-1,0 1,1-1,-1 1,1 0,-1 0,1-1,-1 1,1 0,-1 1,-24 8,0 2,1 0,0 2,1 1,1 1,0 1,1 1,1 0,1 2,0 1,2 0,-3 6,16-22,0 1,0 0,0 0,1 0,0 1,0-1,1 1,0 0,0 0,1 1,-1-1,2 0,-1 1,1 0,0-1,0 1,1-1,0 1,1 0,0-1,0 1,0-1,1 2,27 36,8-8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3:44.3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33 0,'-5'23,"2"19,2 16,2 13,1 12,-2 7,-6 4,-4-2,-1-18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3:44.74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156 648,'1'-105,"1"-6,-5 0,-5 0,-7-23,-5 65,20 69,-1-1,0 0,1 1,-1-1,0 1,0-1,1 1,-1-1,0 1,0 0,0-1,0 1,0 0,0 0,1-1,-1 1,0 0,0 0,0 0,0 0,0 0,0 0,0 1,0-1,0 0,0 0,1 1,-1-1,0 0,0 1,0-1,0 1,1-1,-1 1,0-1,1 1,-1 0,0-1,1 1,-1 0,1 0,-1-1,1 1,-1 0,1 0,-1 0,1 0,0-1,0 1,-1 0,1 0,0 0,0 0,0 0,0 0,0 0,0 0,0 0,0 0,1 0,-12 37,1 0,2 1,2 0,-1 38,3-38,-25 395,28-396,2 0,1 0,2-1,1 1,3-1,8 25,9 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3:45.1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409 91,'-17'-13,"1"1,-2 1,0 0,0 1,-1 1,0 1,-5-1,19 7,1 1,0-1,-1 1,1 1,-1-1,1 1,-1-1,1 1,-1 1,1-1,-1 0,1 1,-1 0,1 0,0 1,-1-1,1 1,0 0,0 0,0 0,0 1,0-1,1 1,-1 0,1 0,0 0,0 0,0 1,0-1,0 1,1 0,0 0,-1 0,1 0,-11 24,1 0,1 0,2 1,1 0,1 1,-1 13,4-24,-15 76,4 2,4 0,2 58,9-131,1 0,1 0,1 0,1-1,1 1,1-1,1 0,-4-15,0 1,1-2,-1 1,2 0,-1-1,1 0,0 0,1 0,-1 0,1-1,1 0,-1 0,1-1,0 0,0 0,1-1,-1 0,1 0,0 0,8 1,-1-1,1-1,-1-1,0 0,1-1,0-1,-1 0,1-2,-1 1,1-2,-1 0,0-1,12-4,10-6,-1-1,0-1,-2-2,18-13,-27 18,-2-2,0 0,0-1,-1-2,-2 0,0-1,0-1,-2-1,-1 0,0-2,2-5,-18 25,1 1,0-1,-1 0,1 0,-1 0,0 0,0 0,0 0,-1 0,1 0,-1 0,0 0,1 0,-1 0,-1-1,1 1,0 0,-1 0,0 0,1 0,-1 0,0 0,-1 0,1 0,0 1,-1-1,0 0,1 1,-1-1,0 1,-1-1,1 1,0 0,0 0,-1 0,0 0,1 1,-1-1,0 1,0-1,1 1,-1 0,-1 0,-12-2,-1 1,0 1,1 0,-1 1,0 1,0 0,1 2,-1 0,1 0,0 2,0 0,0 1,-12 6,-37 17,1 2,2 3,2 3,1 2,-34 31,13-6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3:45.8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81 0,'2'21,"4"20,0 21,-3 21,-16 23,-26 24,-6-11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5:29.66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41,'18'15,"18"18,13 14,13 12,9 8,4 8,0 6,-3 2,-5-2,-6-5,-8-9,-8-11,-5-13,-8-14</inkml:trace>
  <inkml:trace contextRef="#ctx0" brushRef="#br0" timeOffset="405.759">550 0,'-3'2,"-5"8,-7 13,-12 22,-11 25,-16 30,-19 31,-20 28,-14 23,10-21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5:14.2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5377 260,'-2'47,"1"2,3-1,1-1,3 1,2-1,2 0,4 9,3 21,28 169,-10 2,-7 71,-8 129,-2-34,23 50,40 1,-67-403</inkml:trace>
  <inkml:trace contextRef="#ctx0" brushRef="#br0" timeOffset="1745.263">5418 152,'455'-30,"-235"25,1 11,48 13,597 31,427-52,-88-57,-1004 42,26 15,-95 2,-130 1,0 0,1 0,-1 0,0 1,1-1,-1 1,0-1,0 1,0 0,0-1,-1 1,1 0,0 0,-1 0,1 1,-1-1,0 0,0 1,0-1,0 0,0 1,0-1,-1 1,1-1,-1 1,0 0,1-1,-1 1,-1-1,1 1,0 0,0-1,-1 1,0-1,1 1,-2 1,2 26,58 252,-5 179,-40-321,-8-92,16 156,-9 0,-12 139,-20-85,-8 192,29 459,-1-898,11 66,-11-78,1 1,0-1,0 1,-1-1,1 1,0-1,-1 1,1-1,0 0,-1 1,1-1,-1 0,1 1,-1-1,1 0,-1 0,0 0,1 1,-1-1,0 0,0 0,0 0,1 0,-1 1,0-1,0 0,0 0,0 0,-1 0,1 0,0 0,0 1,0-1,-1-1,1-21</inkml:trace>
  <inkml:trace contextRef="#ctx0" brushRef="#br0" timeOffset="3401.939">5671 3241,'-26'168,"25"-136,-2-11,2 0,0 0,2 1,0-1,1 0,1 0,1-1,1 1,1-1,1 0,4 9,-7-23,-1-1,1 1,0-1,1 0,-1 0,1 0,0-1,0 0,1 0,-1 0,1 0,0-1,0 0,0 0,0-1,0 0,1 0,-1 0,1-1,-1 0,7 0,12 0,0-2,-1 0,1-2,-1-1,8-3,5 1,133-14,2 8,0 7,112 14,-35-3,1090-21,-229 3,-275-14,-411 27,-427-1</inkml:trace>
  <inkml:trace contextRef="#ctx0" brushRef="#br0" timeOffset="4702.59">7383 727,'0'57,"7"-113,-7 43,-1 0,0 1,-1-1,0 0,-1 1,-1 0,0 0,-1 0,0 0,-7-11,10 19,0 0,-1-1,0 1,0 0,0 1,-1-1,1 0,-1 1,0 0,0 0,0 0,0 0,0 1,-1-1,1 1,-1 0,0 1,1-1,-1 1,0 0,0 0,0 0,0 1,0 0,0 0,0 0,0 0,0 1,-2 0,-1 2,0-1,0 1,1 1,0 0,-1 0,1 0,1 1,-1 0,1 0,0 0,0 1,0 0,1 0,0 1,0-1,0 1,1 0,0 1,0 0,-5 12,1 0,0 0,2 1,0 0,1 0,-1 17,3-26,1 0,0 0,1 0,0 1,1-1,1 0,0 0,0 1,1-1,1 0,0 0,1-1,0 1,0-1,2 1,-1-1,1-1,1 1,0-1,0 0,1-1,0 0,1 0,0-1,0 0,1 0,0-1,2 1,5-2,0-1,1 0,-1-1,1-1,0-1,0 0,0-1,-1-1,1-1,0-1,0 0,0-1,-1-1,1-1,-1 0,0-1,-1-1,1 0,-1-2,-1 0,0 0,0-2,6-5,16-14</inkml:trace>
  <inkml:trace contextRef="#ctx0" brushRef="#br0" timeOffset="5122.583">7838 554,'-2'18,"-2"15,1 13,3 9,2 0,2 1,3-2,3-6,3-9,8-7,8-8,9-9,6-8,8-9,6-8,5-6,1-4,-11 2</inkml:trace>
  <inkml:trace contextRef="#ctx0" brushRef="#br0" timeOffset="6267.66">9054 713,'-2'0,"1"1,0-1,-1 0,1-1,0 1,0 0,-1 0,1 0,0-1,0 1,-1-1,1 1,0-1,0 1,0-1,0 0,0 0,0 1,0-1,0 0,0 0,0 0,0 0,0 0,1 0,-1 0,0 0,1-1,-1 1,0-1,-6-8,-5-3,-1 0,0 1,-1 0,0 1,0 0,-1 2,-1-1,1 2,-2 0,1 1,-1 1,0 0,0 1,0 1,-3 1,13 2,0 1,0 0,0 1,0 0,0 0,0 0,0 1,1 0,-1 1,0-1,1 1,0 0,-1 1,1 0,1 0,-1 0,1 0,-1 1,1 0,0 0,1 1,-1-1,-2 6,-2 4,0-1,1 2,0-1,1 1,1 0,1 1,0-1,1 1,0 5,2-11,0 0,1 0,1 1,0-1,0 0,1 0,0 1,1-1,0 0,1 0,0 0,1-1,0 1,1-1,0 0,1 0,0-1,0 1,1-1,0-1,0 1,1-1,1-1,-1 1,3 0,11 5,0-2,1 0,1-2,-1 0,2-2,-1 0,1-2,0 0,0-2,0-1,0-1,1-1,-1-2,0 0,0-1,22-7,54-24,-74 17</inkml:trace>
  <inkml:trace contextRef="#ctx0" brushRef="#br0" timeOffset="8565.926">2891 1048,'1'0,"-1"-1,0 1,0 0,0 0,0-1,0 1,0 0,0-1,0 1,1 0,-1 0,0-1,0 1,0 0,0-1,0 1,-1 0,1 0,0-1,0 1,0 0,0 0,0-1,0 1,0 0,0 0,-1-1,1 1,0 0,0 0,0-1,0 1,-1 0,1 0,0 0,0 0,-1-1,1 1,0 0,0 0,-1 0,1 0,0 0,0 0,-1 0,1 0,0 0,-1 0,176 4,100-4,192-27,-423 23,751-13,-633 17,159-13,-207 13,-146-5,7 2</inkml:trace>
  <inkml:trace contextRef="#ctx0" brushRef="#br0" timeOffset="8910.854">4108 794,'0'0,"-1"0,1 0,0-1,-1 1,1 0,-1 0,1 0,0 0,-1 0,1 0,-1 0,1 0,0 0,-1 0,1 0,-1 0,1 0,0 0,-1 0,1 0,0 0,-1 1,1-1,-1 0,1 0,0 0,-1 1,1-1,0 0,0 0,-1 1,1-1,0 0,-1 1,1-1,0 0,0 1,0-1,-1 0,1 1,0-1,0 1,0-1,0 0,0 1,0-1,0 1,0-1,0 0,0 1,0-1,0 1,0-1,0 0,0 1,0-1,0 1,1-1,-1 0,20 20,0-10,1 0,0-1,0-1,1-1,0-1,12 1,-19-4,54 12,106 34,-172-48,0-1,0 1,0 0,0 0,0 0,0 1,0-1,-1 0,1 1,0 0,-1 0,1 0,-1 0,0 0,0 0,0 1,0-1,0 1,0-1,-1 1,1 0,-1 0,0-1,0 1,0 0,0 0,0 0,-1 0,1 0,-1 1,0-1,0 0,0 0,0 0,-1 1,-3 6,-2 0,1 0,-1-1,-1 1,0-2,0 1,-1-1,0 0,-6 5,-50 42,-2-3,-3-3,-1-3,-14 4,-5 2</inkml:trace>
  <inkml:trace contextRef="#ctx0" brushRef="#br0" timeOffset="9796.865">3078 2091,'-26'13,"26"-13,0 0,-1 0,1 1,0-1,-1 0,1 0,0 1,0-1,-1 0,1 1,0-1,0 1,0-1,-1 0,1 1,0-1,0 1,0-1,0 0,0 1,0-1,0 1,0-1,0 1,0-1,0 0,0 1,0-1,0 1,0-1,1 0,-1 1,0-1,0 1,0-1,1 0,-1 1,0-1,0 0,1 1,-1-1,0 0,1 1,-1-1,0 0,1 0,-1 0,0 1,1-1,-1 0,1 0,-1 0,0 0,1 0,-1 1,1-1,-1 0,1 0,-1 0,0 0,1 0,-1-1,1 1,-1 0,21 4,0 0,0-2,0-1,0 0,0-2,15-2,10 1,866-7,-432 7,-58-23,-268 13,-56 10,-111 2,-4 1</inkml:trace>
  <inkml:trace contextRef="#ctx0" brushRef="#br0" timeOffset="10142.782">3974 1876,'48'27,"1"-3,1-3,1-1,1-3,15 2,0 1,-2 2,53 27,-104-42,0 0,-1 1,0 1,0 0,-1 0,-1 1,1 1,6 9,-15-17,0 1,0-1,-1 1,0 0,0 0,0 0,0 0,0 0,-1 0,0 0,0 1,0-1,0 0,-1 1,1-1,-1 0,0 1,-1-1,1 1,-1-1,0 0,0 1,0-1,0 0,-1 0,0 0,0 0,0 0,0 0,-1 0,1-1,-2 2,-13 12,0 0,-1-1,0-1,-2-1,1-1,-2 0,0-2,-20 8,-47 23,5-7</inkml:trace>
  <inkml:trace contextRef="#ctx0" brushRef="#br0" timeOffset="11996.784">3252 3013,'382'-14,"77"-25,127-8,-108 37,-472 10,-5 1,1-1,0 1,0-1,0 0,0 0,0 0,-1 0,1 0,0 0,0 0,0 0,0-1,0 1,0-1,-1 0,1 1,0-1,-1 0,1 0,0 0,-1 0,1 0,-1 0,1-1,-1 1,0 0,1-1,-1 1,0-1,0 0,0 1,0-2,-1-7</inkml:trace>
  <inkml:trace contextRef="#ctx0" brushRef="#br0" timeOffset="12540.503">3520 3735,'171'-22,"-119"12,287-42,3 15,343 7,-341 30,-332-1,-6 2,0-2,0 1,-1 0,1-1,0 0,-1 0,1-1,-1 0,0 0,1 0,-1 0,1-1,-6 2,1 1,-1 0,0-1,0 1,1-1,-1 1,0 0,0-1,0 1,0-1,1 1,-1 0,0-1,0 1,0-1,0 1,0-1,0 1,0 0,0-1,0 1,0-1,0 1,-1-1,1 1,0 0,0-1,0 1,-1-1,1 1,0 0,0-1,-1 1,1 0,0-1,0 1,-1 0,1 0,0-1,-1 1,1 0,-1 0,1-1,0 1,-1 0,1 0,-1 0,1 0,-1 0,1 0,-15-7</inkml:trace>
  <inkml:trace contextRef="#ctx0" brushRef="#br0" timeOffset="12871.047">4188 3428,'7'16,"13"9,15 4,15-2,13 0,7-1,1 0,-6 3,-12 2,-17 9,-16 7,-18 9,-21 5,-21 1,-17-3,-11-6,7-13</inkml:trace>
  <inkml:trace contextRef="#ctx0" brushRef="#br0" timeOffset="13338.328">3787 2666,'9'4,"10"7,11 5,9 5,5 3,-1 5,-2 4,-9 3,-15 7,-20 9,-29 11,-34 7,-32 8,-1-9</inkml:trace>
  <inkml:trace contextRef="#ctx0" brushRef="#br0" timeOffset="19245.323">1943 687,'4'18,"2"16,0 10,-2 7,-1 2,-1-1,-1-6,0-5,-1-8,2-9,3-14,0-7</inkml:trace>
  <inkml:trace contextRef="#ctx0" brushRef="#br0" timeOffset="19497.648">1928 674,'0'0,"1"0,-1 1,0-1,0 0,0 0,0 1,0-1,0 0,0 0,0 1,0-1,0 0,0 0,-1 1,1-1,0 0,0 0,0 1,0-1,0 0,0 0,0 0,-1 1,1-1,0 0,0 0,0 0,-1 1,1-1,0 0,0 0,0 0,-1 0,1 0,0 0,0 0,-1 1,1-1,0 0,15 17,1-1,0 0,1-1,1 0,1-2,3 3,-5-5,30 22,-10-8,-2 1,0 2,19 21,-50-46,0 0,0 1,-1-1,0 1,1 0,-1 0,0 0,-1 0,1 0,-1 1,0-1,0 1,0 0,-1 0,1-1,-1 1,-1 0,1 0,-1 0,1 0,-1 0,-1 0,1 0,-1 0,0 0,0 0,0 0,0 0,-1-1,0 1,0-1,-2 3,-12 11,-1 0,0-1,-2-1,0-1,0-1,-2 0,1-2,-2 0,-12 5,29-15,-52 27</inkml:trace>
  <inkml:trace contextRef="#ctx0" brushRef="#br0" timeOffset="19498.648">2183 1863,'-12'-3,"0"0,-1 0,1 1,-1 1,1 0,-1 0,1 2,-1-1,1 2,-1 0,1 0,-1 1,1 0,0 1,1 1,-1 0,1 0,0 1,0 1,0 0,1 0,0 1,1 0,0 1,0 0,1 0,0 1,-6 10,11-16,1 0,-1 1,1 0,0-1,1 1,-1 0,1 0,0 0,0 0,1 0,-1 0,1 1,0-1,1 0,-1 0,1 0,0 0,0 0,0 0,1 0,0 0,0-1,0 1,1-1,-1 1,1-1,0 0,0 0,1 0,-1 0,1-1,0 1,0-1,0 0,3 2,16 6,0 0,1-2,0-1,0 0,0-2,1-1,0-1,0-1,1-1,-1-1,16-2,50-1,-11-3</inkml:trace>
  <inkml:trace contextRef="#ctx0" brushRef="#br0" timeOffset="20244.558">2076 2826,'-4'32,"1"-1,2 0,1 1,2-1,1 0,1 1,2-2,1 1,1-1,2 0,1 0,4 5,-4-17,-11-18,0 0,-1 0,1 0,0-1,1 1,-1 0,0 0,0 0,0-1,0 1,0 0,0 0,0 0,0-1,0 1,0 0,0 0,0 0,1 0,-1-1,0 1,0 0,0 0,0 0,1 0,-1 0,0 0,0-1,0 1,0 0,1 0,-1 0,0 0,0 0,0 0,1 0,-1 0,0 0,0 0,0 0,1 0,-1 0,0 0,0 0,1 0,-1 0,0 0,0 0,0 0,0 0,1 1,-1-1,0 0,-32-146,26 126,1 0,0 0,2-1,0 1,2-1,0 1,1-1,1 0,1 1,1-1,1-1,-2 18,-1 1,0 0,1 0,-1-1,1 1,0 0,0 1,0-1,0 0,1 1,-1-1,1 1,-1-1,1 1,0 0,0 0,0 1,0-1,0 1,1-1,-1 1,0 0,1 0,-1 0,1 1,-1-1,1 1,-1 0,1 0,-1 0,1 0,-1 1,1-1,-1 1,0 0,1 0,-1 0,0 1,1-1,0 2,2-1,0 1,0 0,-1 0,1 0,-1 0,0 1,0 0,0 0,-1 1,1-1,-1 1,0 0,0 0,-1 0,1 1,-1-1,-1 1,1 0,-1 0,0 0,0 0,0 0,-1 0,0 0,0 1,-1-1,0 0,0 1,0-1,-1 0,0 0,0 1,-1-1,0 0,-1 4,-3-2,-1 1,0-1,0-1,-1 1,0-1,0-1,0 0,-1 0,0 0,0-1,-1 0,1-1,-3 0,4 0,9-4,-1 0,0 0,0 0,0 0,1 0,-1 0,0 0,0 0,1 1,-1-1,0 0,0 0,0 0,1 0,-1 0,0 0,0 0,0 1,1-1,-1 0,0 0,0 0,0 0,0 1,0-1,1 0,-1 0,0 0,0 1,0-1,0 0,0 0,0 1,0-1,0 0,0 0,0 1,0-1,0 0,0 0,0 1,0-1,0 0,0 0,0 0,0 1,0-1,0 0,31 0,-28 0,101 12,-100-11,0 1,1-1,-1 1,0 0,0 0,0 0,0 0,0 1,0-1,-1 1,0 0,1 0,-1 1,0-1,0 1,0-1,-1 1,0 0,1 0,-1 0,1 3,-3 0,-1 0,1 0,-1 0,-1 0,1 0,-1 0,0 0,-1 0,1-1,-1 0,-1 1,1-1,-1 0,0 0,-1-1,1 1,-1-1,0 0,0-1,-1 1,1-1,-1 0,-2 1,-80 53,68-48</inkml:trace>
  <inkml:trace contextRef="#ctx0" brushRef="#br0" timeOffset="20751.349">2316 3615,'-17'30,"0"0,2 2,1 0,2 0,1 2,2-1,1 1,-3 30,-8 24,9-61,16-87,3 0,15-50,-15 70,36-145,-32 158,-13 26,0 1,1 0,-1 0,1-1,-1 1,1 0,-1 0,1 0,-1 0,0-1,1 1,-1 0,1 0,-1 0,1 0,-1 0,1 0,-1 0,1 0,-1 1,1-1,-1 0,1 0,-1 0,1 0,-1 1,1-1,-1 0,0 0,1 1,-1-1,1 0,-1 1,0-1,1 0,-1 1,0-1,0 1,1-1,-1 1,0-1,0 0,1 1,-1-1,0 1,0-1,0 1,0-1,0 1,0-1,0 1,0-1,0 1,117 253,36 21,-118-199,-26-50</inkml:trace>
  <inkml:trace contextRef="#ctx0" brushRef="#br0" timeOffset="20936.335">2209 3962,'14'-4,"18"-5,19-2,17-2,14 0,0 1,-12 3</inkml:trace>
  <inkml:trace contextRef="#ctx0" brushRef="#br0" timeOffset="24917.154">418 820,'-7'7,"2"9,10 9,14 6,16 6,15 2,11 3,4-1,-2 1,-7 0,-12-1,-10-5,-11-6,-10-8</inkml:trace>
  <inkml:trace contextRef="#ctx0" brushRef="#br0" timeOffset="25165.608">819 820,'-21'3,"-13"6,-7 13,-5 12,2 13,6 11,7 10,9 7,8 2,6 0,5-14</inkml:trace>
  <inkml:trace contextRef="#ctx0" brushRef="#br0" timeOffset="26095.313">979 1114,'2'-2,"0"-1,0 0,0 1,0-1,0 1,0-1,0 1,1 0,-1 0,1 0,0 0,0 1,-1-1,1 1,0 0,0-1,0 1,1 0,-1 1,0-1,0 1,0-1,1 1,-1 0,0 0,0 1,0-2,-1 0,0 0,0 1,1 0,-1-1,0 1,0 0,1 0,-1 0,0 0,1 0,-1 1,0-1,0 1,0 0,1-1,-1 1,0 0,0 0,0 0,0 1,0-1,-1 0,1 1,0-1,0 1,-1 0,1-1,-1 1,0 0,1 0,-1 0,0 0,0 0,0 0,-1 0,2 3,-2 5,-1 1,0-1,-1 0,0 1,0-1,-1 0,0 0,-1-1,0 1,-1-1,0 1,0-1,-1-1,0 1,-1-1,0 0,0-1,-1 1,0-1,3 8,25-15,-17 0,14-2,-13 1,0 0,0-1,1 1,-1 0,0 1,1-1,-1 1,0 0,1 0,-1 1,1-1,-1 1,0 0,1 0,-1 0,0 1,0-1,0 1,0 0,0 0,0 0,-1 1,1 0,-1-1,1 1,-1 0,0 1,0-1,-1 0,1 1,-1 0,1-1,-1 1,1 5,-1 0,0-1,-1 1,0 0,0 0,-1 0,0-1,0 1,-1 0,0 0,-1 0,0-1,0 1,-1-1,0 1,0-1,-1 0,0 0,-1 0,1-1,-2 0,-1 3,-3 2,-1-1,0 0,-1 0,0-1,0-1,-1 0,0 0,-1-1,1-1,-2-1,1 0,-7 2,18-7,0 0,0 0,0 0,0-1,0 1,0-1,0 1,0-1,-1 0,1 0,0-1,0 1,0 0,0-1,0 0,-1 0,-6-5</inkml:trace>
  <inkml:trace contextRef="#ctx0" brushRef="#br0" timeOffset="26425.025">525 1944,'4'5,"7"7,8 10,7 7,9 6,7 3,6 1,3-1,1-1,-7-3,-7-5,-9-5,-9-6</inkml:trace>
  <inkml:trace contextRef="#ctx0" brushRef="#br0" timeOffset="26688.317">846 1891,'-14'22,"-11"20,-10 13,-7 9,-2 5,1-1,6-2,10-7,11-11,12-12,8-13</inkml:trace>
  <inkml:trace contextRef="#ctx0" brushRef="#br0" timeOffset="26952.038">979 2170,'80'-7,"-78"8,1-1,-1 1,0-1,0 1,0-1,0 1,0 0,0 0,0 0,-1 0,1 1,0-1,-1 0,1 1,0-1,-1 1,0-1,1 1,-1 0,0 0,0 0,0-1,0 1,0 0,0 0,-1 0,1 0,0 1,-1-1,0 0,0 0,1 0,-1 0,-1 0,1 1,-2 11,-2-1,1 0,-2 0,0 0,0-1,-1 0,-1 0,0 0,0-1,-6 6,-4 8,-42 90,58-113,1-1,-1 1,1-1,0 1,-1-1,1 1,0-1,0 1,0-1,0 1,0-1,1 1,-1-1,0 1,1-1,-1 1,1-1,-1 1,1-1,0 1,-1-1,1 0,0 0,0 1,0-1,0 0,0 0,1 0,-1 0,0 0,0 0,1 0,-1-1,0 1,1 0,-1-1,1 1,0-1,62 3,-36-8,-1-2,1-1,-2-2,0 0,21-12,7-6</inkml:trace>
  <inkml:trace contextRef="#ctx0" brushRef="#br0" timeOffset="27323.127">1180 767,'6'-5,"8"6,8 12,4 16,3 21,1 21,-5 17,-6 14,-10 8,-14 5,-18 2,-21-1,-22-4,-19-10,4-22</inkml:trace>
  <inkml:trace contextRef="#ctx0" brushRef="#br0" timeOffset="27659.299">218 955,'-16'4,"-12"11,-8 19,-3 21,1 25,7 21,11 18,20 10,22 1,25-8,20-11,0-25</inkml:trace>
  <inkml:trace contextRef="#ctx0" brushRef="#br0" timeOffset="28131.763">244 2104,'-18'14,"-9"15,1 15,5 13,5 13,9 8,9 5,9-1,12-7,14-10,11-14,11-15,10-14,-8-10</inkml:trace>
  <inkml:trace contextRef="#ctx0" brushRef="#br0" timeOffset="28426.355">1194 1823,'13'4,"12"7,11 10,5 11,1 8,-2 10,-9 9,-8 9,-10 6,-10 9,-15 6,-15 6,-16 8,-17 6,-16 4,4-19</inkml:trace>
  <inkml:trace contextRef="#ctx0" brushRef="#br0" timeOffset="28716.08">351 3320,'18'21,"15"11,14 7,10 3,6 0,2-3,-1-4,-7-5,-11-6,-13-7</inkml:trace>
  <inkml:trace contextRef="#ctx0" brushRef="#br0" timeOffset="28966.42">739 3280,'-14'16,"-8"17,-9 18,-7 15,-4 11,1 9,2 1,8-2,10-17</inkml:trace>
  <inkml:trace contextRef="#ctx0" brushRef="#br0" timeOffset="29218.783">993 3588,'0'-16,"0"-7,2 4,1 10,0 17,0 14,-2 12,1 8,-2 7,0 3,0 3,0-2,0-7,0-12</inkml:trace>
  <inkml:trace contextRef="#ctx0" brushRef="#br0" timeOffset="29510.499">1180 3160,'9'7,"7"9,7 11,5 10,2 7,2 6,-2 6,-2 2,-6 5,-10 7,-13 11,-18 11,-22 11,-19 6,-21 1,4-19</inkml:trace>
  <inkml:trace contextRef="#ctx0" brushRef="#br0" timeOffset="29839.499">110 3254,'-13'22,"-7"22,-5 24,2 20,5 18,8 14,12 7,15 0,18-8,20-12,-1-26</inkml:trace>
  <inkml:trace contextRef="#ctx0" brushRef="#br0" timeOffset="30228.622">591 4284,'21'13,"13"12,12 11,8 7,6 7,1 5,-2 3,-4 0,-10-2,-10-4,-11-9,-9-12</inkml:trace>
  <inkml:trace contextRef="#ctx0" brushRef="#br0" timeOffset="30479.592">1073 4256,'-13'14,"-15"16,-10 16,-9 16,-5 14,0 7,3 4,9-5,10-8,16-16,16-16,8-17</inkml:trace>
  <inkml:trace contextRef="#ctx0" brushRef="#br0" timeOffset="30728.354">1260 4765,'11'8,"1"0,0-1,0 0,0-1,1 0,0-1,0 0,0-1,0-1,1 0,0 0,-1-2,1 0,0 0,0-1,0-1,0 0,-1-1,1-1,-1 0,1 0,11-6,-23 8,1 0,-1 0,1 0,-1 0,0 0,1-1,-1 1,0-1,0 1,0-1,0 0,0 0,-1 0,1 0,0 0,-1 0,0 0,1-1,-1 1,0 0,0-1,0 1,-1-1,1 1,0-1,-1 0,0 1,0-1,0 0,0 1,0-1,0 1,-1-1,1 0,-1 1,1-1,-1 1,0-1,0 1,-1 0,1-1,0 1,-1 0,1 0,-1 0,0 0,1 0,-3-1,-2-2,-1 0,0 1,0 0,0 0,0 1,0 0,-1 0,1 1,-1 0,0 0,0 0,0 1,0 1,0-1,0 1,0 1,0-1,-2 2,6-2,-1 1,0 0,0 0,1 1,-1-1,1 1,-1 0,1 0,0 1,0-1,0 1,0 0,0 0,1 0,-1 1,1-1,0 1,0 0,0 0,0 0,1 0,0 0,0 1,0-1,0 1,1-1,-1 1,1 0,0-1,1 3,-1 16</inkml:trace>
  <inkml:trace contextRef="#ctx0" brushRef="#br0" timeOffset="30993.644">1701 4163,'16'-2,"12"3,8 9,3 12,-4 13,-4 12,-9 14,-10 15,-13 15,-19 14,-19 13,-18 9,-17 3,-15-3,7-22</inkml:trace>
  <inkml:trace contextRef="#ctx0" brushRef="#br0" timeOffset="31409.364">284 4457,'-4'16,"-2"17,-2 18,0 19,2 18,4 16,9 10,15 3,19-5,22-10,15-13,-5-22</inkml:trace>
  <inkml:trace contextRef="#ctx0" brushRef="#br0" timeOffset="48133.828">10699 539,'40'9,"237"-3,490-34,-595 40,-156-11</inkml:trace>
  <inkml:trace contextRef="#ctx0" brushRef="#br0" timeOffset="48508.49">11433 406,'44'16,"125"15,-128-26,0 1,0 3,-1 1,18 8,-54-18,0 2,-1-1,1 0,0 1,-1 0,1-1,-1 1,1 1,-1-1,0 1,0-1,0 1,0 0,0 0,-1 0,0 0,1 0,-1 1,0-1,0 1,-1 0,1-1,-1 1,0 0,0 0,0 1,-3 4,-1 1,-1-1,1 1,-2-1,1 0,-1 0,0-1,-1 0,0 1,-1-2,1 1,-1-1,-1 0,1-1,-1 1,-1-2,1 1,-9 3,-125 74,114-70</inkml:trace>
  <inkml:trace contextRef="#ctx0" brushRef="#br0" timeOffset="49271.951">12262 86,'5'22,"0"0,2 0,1 0,0-1,2 0,0-1,1 0,1-1,1 0,1 0,14 14,-26-30,0 0,0 0,1 0,-1 0,1 0,0-1,-1 1,1-1,0 0,1 0,-1 0,0 0,1 0,-1-1,0 1,1-1,0 0,-1 0,1-1,0 1,0-1,-1 1,1-1,0 0,0-1,-1 1,1-1,0 1,-1-1,1 0,0-1,-1 1,1 0,-1-1,6-8,-1 0,-1 0,0 0,0-1,-1 0,0-1,-1 1,0-1,-1 0,0 0,-1-1,1-11,3-15,-2-1,-2 1,-1-1,-3-2,1 22,-1 20,1 0,0 1,0-1,0 0,0 0,0 0,0 1,0-1,0 0,0 0,0 0,-1 1,1-1,0 0,0 0,0 0,0 0,-1 1,1-1,0 0,0 0,0 0,-1 0,1 0,0 0,0 0,-1 0,1 1,0-1,0 0,0 0,-1 0,1 0,0 0,0 0,-1 0,1 0,0-1,0 1,-1 0,1 0,0 0,0 0,0 0,-1 0,1 0,-6 25,2 0,0 0,2 0,0 1,2 14,0-27,3 55,3-1,3 0,3-1,10 31,-8-35,-9-41,0-1,0 0,-2 0,0 0,-1 1,-1-1,-1 0,-2 13,2-29,-1 0,-1 0,1-1,0 1,-1 0,0-1,1 0,-1 1,-1-1,1 0,0 0,-1 0,0 0,0 0,0-1,0 1,0-1,0 0,0 0,-1 0,1 0,-1-1,0 1,1-1,-1 0,0 0,0 0,1-1,-1 1,-4-1,1 0,0 1,0-2,0 1,-1-1,1 0,0 0,0-1,0 0,0 0,1-1,-1 0,1 0,-1-1,1 1,0-1,-3-3,4 2,0 1,0-2,1 1,-1 0,1-1,0 0,1 0,-1 0,1 0,0-1,1 0,0 1,0-1,0 0,1 0,0 0,0 0,1 0,-1 0,2 0,-1 0,1 0,0 0,0 0,1 1,0-1,0 0,1 1,0-1,0 1,0 0,2-1,6-5,0 0,1 1,1 1,0 0,0 1,1 0,0 1,0 1,1 0,0 1,1 0,-1 1,1 1,0 1,0 0,0 1,9 0,16-4</inkml:trace>
  <inkml:trace contextRef="#ctx0" brushRef="#br0" timeOffset="50337.75">12891 539,'-47'152,"38"-127,-20 98,29-122,-1 1,1 0,0 0,0 0,0-1,0 1,1 0,-1 0,0 0,1-1,-1 1,1 0,0-1,0 1,-1 0,1-1,0 1,0-1,0 1,1-1,-1 0,0 0,1 1,-1-1,0 0,1 0,-1 0,1 0,0 0,-1-1,1 1,0 0,-1-1,1 1,0-1,0 0,0 1,66-17,-60 11,-1 0,1 0,-1 0,0-1,0 0,-1-1,0 1,0-1,0-1,-1 1,0-1,0 0,-1 0,0 0,-1 0,0-1,0 1,1-7,-25 106,16-33,3 0,3 0,2 9,0-26</inkml:trace>
  <inkml:trace contextRef="#ctx0" brushRef="#br0" timeOffset="51231.119">10779 1342,'18'0,"22"0,22 0,22 0,20 0,19 0,10 0,6 0,-3 0,-10 0,-19 0,-21 0,-29 0,-24 0</inkml:trace>
  <inkml:trace contextRef="#ctx0" brushRef="#br0" timeOffset="51512.532">11594 1181,'18'5,"20"3,17 6,10 4,6 6,-2 6,-9 7,-14 6,-16 5,-18 3,-24 3,-21 0,-16-3,-9-5,-1-7,7-8,12-12,13-9</inkml:trace>
  <inkml:trace contextRef="#ctx0" brushRef="#br0" timeOffset="52057.454">12330 1275,'16'8,"1"1,-1 1,-1 1,0 0,0 0,-1 2,-1 0,0 0,-1 1,0 1,-1 1,3 0,97 124,-109-138,-2 0,1-1,-1 1,1-1,-1 1,1-1,0 1,0-1,0 0,0 0,0 1,0-1,0 0,0 0,1 0,-1 0,0 0,1 0,-1-1,1 1,-1 0,1-1,-1 1,1-1,-1 1,1-1,-1 0,1 0,-1 0,1 0,0 0,-1 0,1 0,-1 0,1-1,0 1,-1 0,1-1,-1 1,0-1,2 0,1-8,1 1,-2-1,1 1,-1-1,-1 0,0 0,0 0,0-1,-1 1,-1-5,2 2,7-217,-11 206,2 23,-1 0,1 0,0 0,0 0,0 0,0 1,0-1,0 0,-1 0,1 0,0 0,0 0,0 0,0 0,-1 0,1 0,0 0,0 0,0 0,-1 0,1 0,0 0,0 0,0 0,-1 0,1 0,0 0,0 0,0 0,0 0,-1 0,1 0,-3 25,1 45,2 0,4 0,3 0,4 8,-6-46,4 20,-2 0,-2 1,-2 48,-3-97,0 0,0 1,-1-1,1 1,-1-1,0 0,0 1,-1-1,1 0,-1 0,0 0,0 0,0 0,0 0,-1-1,0 1,0-1,0 0,0 1,0-1,0-1,-1 1,0 0,1-1,-1 0,0 0,0 0,0 0,0-1,-1 1,1-1,0 0,-1-1,1 1,-2-1,-2 1,1-1,-1 0,1 0,0-1,-1 0,1 0,0-1,0 0,0 0,0-1,0 0,0 0,1 0,-1-1,1 0,0 0,0-1,1 0,-1 0,1 0,0-1,0 1,1-1,0 0,0-1,-1-11</inkml:trace>
  <inkml:trace contextRef="#ctx0" brushRef="#br0" timeOffset="52465.452">12864 1703,'27'-11,"0"2,0 0,1 2,0 2,0 0,0 2,24 0,-7 10,-44-7,0 0,0 1,-1-1,1 1,0-1,0 1,0-1,-1 1,1 0,0-1,-1 1,1 0,-1 0,1-1,-1 1,1 0,-1 0,1 0,-1 0,0-1,1 1,-1 0,0 0,0 0,0 0,0 0,0 0,0 0,0 0,0 0,0 0,0 0,0 0,-1 0,1-1,0 1,-1 0,1 0,0 0,-1 0,1-1,-1 1,0 1,-6 7,1-1,-2 1,1-1,-1 0,-1 0,1-1,-1-1,0 1,-1-1,-2 0,-52 42,64-48,-1 0,1 1,-1-1,1 0,-1 1,1-1,-1 1,1-1,0 0,-1 1,1-1,-1 1,1-1,0 1,0 0,-1-1,1 1,0-1,0 1,0-1,-1 1,1 0,0-1,0 1,0-1,0 1,0 0,0-1,0 1,1-1,-1 1,0 0,0-1,0 1,1-1,-1 1,0-1,0 1,1-1,-1 1,0-1,1 1,-1-1,1 1,-1-1,1 0,-1 1,1-1,-1 0,1 1,-1-1,1 0,35 11,-26-9,0 0,0-1,0 1,-1-1,1 1,-1 1,0 0,1 0,-1 1,-1 0,1 0,-1 1,1 1,-2-1,1 1,0 0,-1 1,0 0,-1 0,0 0,3 5,-8-7,-1-1,0 1,-1-1,1 1,-1-1,0 1,0-1,0 1,0-1,-1 0,0 0,0 0,0 0,0 0,-1 0,1 0,-1-1,0 1,0-1,-1 0,1 0,0 0,-1 0,0-1,0 1,0-1,0 0,0 0,-2 0,-117 55,54-34</inkml:trace>
  <inkml:trace contextRef="#ctx0" brushRef="#br0" timeOffset="52727.857">11541 1957,'0'0</inkml:trace>
  <inkml:trace contextRef="#ctx0" brushRef="#br0" timeOffset="52991.189">11474 2559,'0'0</inkml:trace>
  <inkml:trace contextRef="#ctx0" brushRef="#br0" timeOffset="52992.189">11367 2932,'4'14,"9"7,7 1,-1-2</inkml:trace>
  <inkml:trace contextRef="#ctx0" brushRef="#br0" timeOffset="53237.646">11380 3441,'0'0</inkml:trace>
  <inkml:trace contextRef="#ctx0" brushRef="#br0" timeOffset="53487.078">10832 3788,'181'-29,"2"8,0 8,139 9,-287 4,64-1,554 8,-621-6,99 15,-132-15,1-1,-1 0,1 0,-1 0,0 1,1-1,-1 0,1 1,-1-1,1 1,-1-1,1 0,-1 1,1-1,0 1,-1-1,1 1,0-1,-1 1,1 0,0-1,0 1,-1-1,1 1,0 0,0-1,0 1,0-1,0 1,0 0,0-1,0 1,0 0,0-1,0 1,0-1,0 1,1 0,-1-1,0 1,0-1,1 1,-1 0,-12-5</inkml:trace>
  <inkml:trace contextRef="#ctx0" brushRef="#br0" timeOffset="53768.412">12450 3561,'11'0,"16"2,14 6,11 3,6 5,1 4,-4 3,-8 2,-13 4,-12 1,-14 3,-15 2,-16 3,-11-2,-6-1,-3-6,3-4,9-7</inkml:trace>
  <inkml:trace contextRef="#ctx0" brushRef="#br0" timeOffset="54561.337">13011 3414,'-1'12,"0"-1,1 0,0 0,1 0,0 0,1 0,1 0,-1 0,2 0,-1-1,1 1,1-1,0 0,0 0,1-1,1 1,-1-1,1-1,1 1,0-1,0-1,0 1,1-2,0 1,0-1,1 0,0-1,0 0,9 3,-15-7,1 0,0 1,-1-2,1 1,0 0,0-1,-1 0,1 0,0 0,0-1,0 0,-1 0,1 0,0 0,-1-1,1 0,-1 0,0 0,0 0,1-1,-1 1,-1-1,1 0,0 0,-1-1,1 1,-1-1,0 0,-1 0,1 0,0 0,1-4,1-4,1 0,-2-1,1 0,-2 0,0 0,0 0,-1 0,-1-1,0 1,-1-1,-1 1,0-1,2 13,-1 0,0 0,1 0,-1 0,0 0,0 0,0 0,0-1,0 1,0 0,0 0,0 0,-1 0,1 0,0 0,0 0,-1 0,1 0,-1 0,1 0,-1 0,0 0,1 0,-1 0,0 0,1 0,-1 1,0-1,0 0,0 1,0-1,0 0,0 1,0-1,0 1,0 0,0-1,0 1,0 0,0 0,0-1,0 1,0 0,0 0,-1 0,1 0,0 0,0 1,0-1,0 0,-33 63,16-2,2 0,4 0,1 1,4 1,3 0,2 30,-3 239,5-320,0 0,0 0,-2 0,1 0,-1 0,-1 0,0 0,-1 0,0-1,-1 0,0 0,-1 0,0 0,0-1,-1 0,-2 1,7-9,0-1,0 1,0-1,0 1,0-1,0 0,0 0,0 0,-1 0,1 0,-1 0,1-1,0 1,-1-1,1 0,-1 0,1 0,-1 0,1 0,-1 0,1 0,-1-1,1 0,0 1,-1-1,1 0,0 0,-1 0,1 0,0-1,0 1,0-1,0 1,0-1,-3-3,0 0,0 0,1-1,-1 0,1 1,1-1,-1-1,1 1,0 0,0-1,0-4,0 1,1-1,1 1,0-1,0 0,1 0,0 1,1-1,1 0,-1 1,1-1,1 1,0 0,1 0,0 0,0 0,1 0,0 1,1 0,0 0,1 0,-1 1,1 0,1 0,0 1,0 0,0 1,1-1,0 1,0 1,6-2,7-5,1 2,0 0,0 2,1 0,0 2,1 0,0 2,-1 1,1 1,12 1,-36 0,1 0,0 1,-1-1,1 1,0 0,0-1,0 1,-1 0,1 0,0 0,0 0,0 0,-1 1,1-1,0 1,0-1,-1 1,1-1,0 1,-1 0,1 0,-1 0,1 0,-1 0,1 0,-1 0,0 0,1 1,-1-1,0 1,0-1,0 1,0-1,0 1,0-1,-1 1,1 0,0-1,-1 1,0 0,1 0,-1-1,0 1,0 0,0 0,0 0,0 0,0-1,0 2,-20 30,17-30,0 1,0 0,0 0,1 0,0 1,0-1,0 1,0-1,1 1,-1-1,1 1,0 0,1 0,-1 3,3-4,1-1,-1 1,1-1,0 0,0 0,0 0,0 0,1 0,-1-1,1 0,-1 0,1 0,0 0,0 0,0-1,0 1,0-1,0 0,1-1,-1 1,0-1,0 1,2-1,-4 0,13 2,0 0,-1-1,1 0,0-1,0-1,0-1,-1 0,1-1,0 0,-11 2,1 0,-1 0,1-1,-1 0,0 0,0 0,0 0,0 0,0-1,0 0,-1 0,1 0,-1 0,0 0,0-1,0 0,0 1,-1-1,0 0,1 0,-1 0,-1-1,1 1,-1 0,1-1,-1 1,0-1,-1 0,1 1,-1-4,0 4,0 0,0 0,-1-1,0 1,1 0,-2 0,1 0,0-1,-1 1,0 1,0-1,0 0,0 0,0 1,-1-1,0 1,1 0,-1 0,-1 0,1 0,0 0,-1 1,1-1,-1 1,0 0,0 0,0 1,0-1,-3 0,-3-1,-1 1,1 0,0 0,-1 1,1 0,-1 1,1 1,-1-1,1 1,0 1,-10 3,-94 43,66-20</inkml:trace>
  <inkml:trace contextRef="#ctx0" brushRef="#br0" timeOffset="55775.092">7517 5727,'0'16,"11"14,18 14,19 10,21 8,15 4,13 3,1 0,-5 1,-12-3,-14-6,-20-11,-16-14</inkml:trace>
  <inkml:trace contextRef="#ctx0" brushRef="#br0" timeOffset="56099.369">8466 5593,'-102'170,"63"-111,2 3,4 1,1 1,4 1,-11 42,26-44,2 0,4 1,2 0,2 0,4 1,3-1,2 0,3-1,3 1,2-2,3 0,3-1,3-1,5 5,8 21,-24-57</inkml:trace>
  <inkml:trace contextRef="#ctx0" brushRef="#br0" timeOffset="56440.318">8733 6315,'16'0,"19"2,22 1,21 0,16 0,10-1,1-1,-11 4,-18 6,-23 0</inkml:trace>
  <inkml:trace contextRef="#ctx0" brushRef="#br0" timeOffset="56686.686">8880 6730,'20'5,"24"0,19 1,20-4,16-3,14-6,8-2,-16-1</inkml:trace>
  <inkml:trace contextRef="#ctx0" brushRef="#br0" timeOffset="56935.515">9990 6088,'9'16,"10"19,11 17,13 15,16 13,16 9,16 4,13 1,4-1,0-3,-5-7,-10-8,-15-10,-18-11,-20-15</inkml:trace>
  <inkml:trace contextRef="#ctx0" brushRef="#br0" timeOffset="57137.974">10699 6061,'-18'11,"-16"18,-8 22,-6 23,-2 19,3 16,2 11,8 3,6-2,8-5,7-11,8-17,6-23</inkml:trace>
  <inkml:trace contextRef="#ctx0" brushRef="#br0" timeOffset="57431.351">11126 6609,'18'2,"18"4,14 0,11-1,10-1,6-1,2-2,-2 0,-7-1,-8 0,-11-2,-13-2</inkml:trace>
  <inkml:trace contextRef="#ctx0" brushRef="#br0" timeOffset="57854.505">11420 6222,'-2'18,"-3"20,-1 19,1 16,1 11,1 8,2 3,2 0,7-5,5-9,8-11,7-13,-1-16</inkml:trace>
  <inkml:trace contextRef="#ctx0" brushRef="#br0" timeOffset="58207.077">12210 5994,'15'-4,"20"-2,17 0,18-1,15 0,9 2,0 2,-7 1,-16 1,-20 1</inkml:trace>
  <inkml:trace contextRef="#ctx0" brushRef="#br0" timeOffset="58720.369">12182 6035,'-5'24,"0"0,2 0,0 0,2 0,1 1,0-1,2 0,1 0,1 1,1-2,1 1,1-1,7 17,-13-37,-1 0,1 0,0 0,0 0,0 0,1 0,-1 0,1 0,-1 0,1-1,0 1,0-1,0 1,0-1,1 0,-1 0,1 0,-1 0,1 0,0 0,0-1,-1 1,1-1,0 0,0 0,1 0,-1 0,0-1,0 1,0-1,0 0,1 0,-1 0,0 0,0 0,1-1,-1 1,0-1,0 0,2-1,48-26,-45 22,0 0,1 1,0 0,0 0,0 1,0 0,1 1,-1 0,1 1,0-1,0 2,0 0,0 0,0 0,0 2,0-1,0 1,0 0,6 3,1 5,-2 2,1 0,-1 0,-1 2,0 0,0 0,-2 2,0-1,0 1,-1 1,-1 0,-1 1,0 0,-2 0,1 2,4 5,-2 0,0 1,-2 0,0 0,-2 1,-1 0,0 10,-4-27,0 0,-1 0,0 0,0 0,-1 0,0 0,-1 0,0 0,0-1,-1 1,0-1,-1 1,1-1,-2 0,1 0,-1-1,0 1,-1-1,0 0,0 0,0-1,-1 0,0 0,-14 5,0 0,0-2,-1-1,0 0,0-2,-1-1,1 0,-1-2,0 0,-1-2,1 0,0-2,0 0,-10-3,13 1,49-10,-2 7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6:38.9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191 113,'-1'-1,"0"0,0 0,-1 0,1 0,-1 0,1 1,-1-1,1 0,-1 1,1-1,-1 1,0 0,1 0,-1 0,1-1,-1 1,0 1,1-1,-1 0,1 0,-1 1,0-1,1 0,-1 1,1 0,-1-1,1 1,0 0,-1 0,1 0,0 0,-1 0,1 0,0 0,0 0,-40 44,26-18,1 1,1 0,2 1,1 0,1 1,1 0,2 0,1 0,1 1,2 0,1 0,2 0,2 14,-2-31,1 0,0 0,1 0,1-1,0 1,1-1,0 0,1 0,1 0,7 11,-10-19,1 0,-1 0,1 0,0-1,0 0,0 0,0 0,1 0,0-1,-1 0,1 0,1 0,-1-1,0 0,0 0,1-1,-1 0,1 0,6 0,57 18,-42-6,59 18,124-31,20-26,262 25,-111 1,-49-28,-125 21,284-6,-100 2,-221 2,87 8,-108 3,-4-2,-65 14,120-14,-192-1,1 1,-1-2,1 1,-1-1,0-1,0 1,0-2,0 1,0-1,-1 0,1-1,-1 0,0-1,-1 1,1-2,-1 1,0-1,2-2,-4-2,0 0,0-1,-1 1,-1-1,0 1,0-1,-1 0,-1 0,0 0,0-5,3-27,2 18,-2 1,0-1,-2 1,-1-1,-1 0,-1 1,-2-1,0 0,-2 1,0 0,-2 0,-1 0,-1 1,-7-14,3 18,-1 0,-1 1,0 1,-1 0,-12-8,22 22,-1 0,1 1,-1 0,0 0,0 1,0 0,0 0,-1 0,1 1,0 0,-1 1,1 0,-1 0,1 0,0 1,-1 0,1 0,0 1,-7 2,-35 3,-295 0,107 3,138-8,-1 4,-51 11,74-5,1-3,-2-4,-10-3,-822-4,582-25,56 20,55-6,-61 8,153-10,-62 16,173 1,0 1,0 0,1 1,0 0,0 1,0 1,0 0,-8 6,-24 31,27-27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6:44.65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353 94,'-82'-11,"68"15,0-1,0 2,1 0,-1 0,1 1,0 1,1 0,-1 1,1 1,1-1,0 2,0 0,1 0,0 1,1 0,0 0,1 1,0 1,1-1,0 1,1 0,0 1,-3 12,4-3,1 1,0 0,2-1,1 1,1 0,1 0,1-1,1 1,1 0,1-1,1 0,1 0,1-1,1 0,1 0,1-1,13 19,-16-30,1 0,0 0,1 0,0-1,1-1,0 0,0 0,1-1,0-1,0 0,1 0,-1-1,13 2,178 30,-182-34,225 20,198-8,428-15,-529-14,-205 13,76-14,-74-4,-32 4,0 4,42 3,64-3,-82-4,1 6,15 6,441 4,-301 12,-68 4,260 44,-460-60,1 0,-1-1,1 0,-1-2,0-1,1 0,-1-2,15-5,9-3,-33 11,1-1,-1 0,0-1,0 0,0 0,0-1,-1-1,1 0,-2 0,1-1,-1 0,0-1,0 0,-1 0,0-1,4-6,-2-7,-1 1,0-1,-2-1,-1 0,-1 0,-1 0,-1 0,-1-1,-1 1,-1-1,-1 0,-1 1,-1-1,-1 1,-1 0,-1 0,-1 1,-1 0,-1 0,-2-2,6 10,-1 1,-1 0,0 0,-1 1,0 0,-1 0,0 1,-1 0,0 0,-1 1,0 1,-1-1,1 2,-2 0,1 0,-1 1,-7-2,2 3,-1 0,0 2,0 0,-1 1,1 0,-1 2,1 0,-1 2,0 0,1 1,-19 4,-185 21,-339-1,25-18,-176 1,463-10,-313 0,222-12,267 12,0-4,0-2,0-4,-9-5,-22-4,-1 4,0 5,-1 5,-25 5,-101-12,-73-13,118 27,161 1,1 2,0 1,0 1,1 1,-1 1,-4 4,-17 2,15-7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9:33.9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79 20,'-2'1,"1"0,0 1,0-1,1 1,-1-1,0 1,0-1,1 1,-1-1,1 1,-1-1,1 1,0 0,0-1,-1 1,1 0,0-1,1 1,-1 0,0-1,0 1,1 0,-1-1,1 1,-1 0,1-1,0 1,0-1,-1 0,1 1,0-1,0 1,0-1,1 0,-1 0,0 0,0 0,1 0,-1 0,1 0,-1 0,1 0,-1-1,1 1,-1 0,1-1,0 1,0-1,-1 0,1 0,0 0,-1 0,1 0,0 0,-1-1,1 1,0 0,-1-1,1 1,-1-1,1 0,-1 0,1 1,-1-1,1 0,-1 0,0 0,1 0,-1-1,0 1,0 0,0 0,0-1,0 1,0-1,0 1,-1-1,1 1,0-1,-1 1,1-1,-1 0,0 1,0-1,1 1,-1-1,0 0,0 0,0 1,-1-1,1 0,0 1,-1-1,1 1,-1-1,1 0,-1 1,0-1,0 1,0 0,1-1,-1 1,-1 0,1-1,0 1,0 0,-1-1,-1 0,0 0,-1 1,1-1,0 1,-1-1,1 1,-1 0,1 0,-1 1,1-1,-1 1,1 0,-1 0,0 0,1 0,-1 1,1-1,-1 1,0 0,1 0,0 0,-1 0,1 1,0 0,0-1,-1 1,1 0,1 0,-1 1,0-1,1 1,-1-1,1 1,-1 0,1 0,0 0,1 0,-1 0,0 1,1-1,0 0,-1 1,2-1,-2 4,3-2,1 1,0-1,0 0,0-1,1 1,-1 0,1-1,0 1,0-1,1 0,-1 0,1 0,0 0,0-1,0 0,1 0,-1 0,1 0,0 0,0-1,0 0,0 0,0-1,0 1,5 0,-10-2,1 1,0-1,-1 0,1 1,0-1,0 0,-1 0,1 0,0 1,0-1,-1 0,1 0,0 0,0 0,-1 0,1 0,0-1,0 1,-1 0,1 0,0 0,-1-1,1 1,0 0,-1-1,1 1,0-1,-1 1,1-1,-1 1,1-1,-1 1,1-1,-1 1,1-1,-1 0,1 1,-1-1,0 0,1 1,-1-1,0 0,0 0,0 1,1-1,-1 0,0 0,0 1,0-1,0 0,0 0,0 1,-1-1,1 0,-17-39,13 35,1 0,-1 1,0-1,0 1,-1 0,1 0,-1 0,0 0,0 1,0 0,0 0,-1 0,5 3,0 0,1 0,-1 0,0 0,1 0,-1 0,0 0,0 0,1 0,-1 0,1 0,-1 0,0 1,1-1,-1 0,0 1,1-1,-1 0,1 1,-1-1,1 1,-1-1,1 1,-1-1,1 1,-1-1,1 1,0-1,-1 1,1 0,0-1,0 1,-1-1,1 1,0 0,0-1,0 1,0 0,0-1,0 1,0 0,0-1,0 1,0 0,0-1,0 1,0 0,1 0,7 32,46 98,5-2,50 75,115 150,175 201,-314-445,5-4,5-4,3-4,75 54,334 221,-489-353,-24-16</inkml:trace>
  <inkml:trace contextRef="#ctx0" brushRef="#br0" timeOffset="1274.221">38 153,'-10'110,"5"-1,6 47,-1-66,1 3,-12-586,0 408,18 75,10 25,-12-9,27 20,1-3,1 0,1-2,0-2,2-1,0-2,19 5,46 22,-39-1,-61-41,-1 0,0 1,1-1,-1 0,0 1,0-1,0 1,0 0,0-1,0 1,0 0,0-1,-1 1,1 0,-1 0,1 0,-1-1,0 1,1 0,-1 0,0 0,0 0,-1 0,1 0,0 0,-1-1,1 1,-1 0,1 0,-1 0,0-1,0 1,0 0,0-1,0 1,0-1,0 1,0-1,-8 5,1 0,0 0,-1-1,0 0,0 0,-1-1,1-1,-1 1,-8 0,-4 4,-9 1,0 3,1 0,0 2,1 1,1 2,0 0,-14 14,-1 8,5-2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9:43.64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0 344,'18'2,"0"0,0-1,0-1,0-1,0-1,0 0,0-1,-1-1,1-1,-1 0,0-1,0-1,-1-1,0 0,0-1,-1-1,2-2,-8 7,1-1,-1 0,0-1,0 1,-1-2,0 1,0-2,-1 1,0-1,0 0,-1 0,0 0,-1-1,0 0,0 0,-1-1,-1 1,0-1,0 0,0-2,-3 11,1 0,-1-1,0 1,0 0,0 0,0 0,0 0,0 0,0 0,-1 0,1 0,-1 0,0 0,1 0,-1 0,0 0,0 0,0 0,0 0,-1 1,1-1,0 0,-1 1,1-1,-1 1,0 0,1-1,-1 1,0 0,0 0,0 0,0 0,0 0,0 1,0-1,0 1,0-1,0 1,0 0,0 0,0 0,0 0,-1 0,1 0,0 0,0 1,-2 0,-4 6,0 0,0 1,1 0,-1 1,2-1,-1 1,1 1,1-1,0 1,0 0,1 0,0 1,1-1,0 1,1 0,0 0,-1 11,-4 37,2 1,2-1,4 1,2 0,2 0,3-1,3 0,4 5,-8-29,4 10,-3 0,-1 1,-2 0,-2 0,-2 0,-3 12,-7-18,-2-13</inkml:trace>
  <inkml:trace contextRef="#ctx0" brushRef="#br0" timeOffset="309.46">161 705,'0'-2,"1"0,-1 0,1 0,0 0,0 0,0 1,0-1,0 0,0 1,0-1,0 1,1-1,-1 1,1 0,-1-1,1 1,-1 0,1 0,0 0,-1 0,1 0,0 1,0-1,0 0,1 0,35-12,0 2,0 1,1 2,30-3,-41 7,244-32,-270 36,0-1,-1 1,0-1,1 1,-1-1,1 1,0 0,-1-1,1 1,-1 0,1 0,-1 0,1 0,-1 1,1-1,-1 0,1 1,-1-1,1 1,-1-1,1 1,-1 0,0 0,1-1,-1 1,0 0,0 0,1 0,-1 1,0-1,0 0,0 0,-1 0,1 1,0-1,0 0,-1 1,1 0,-15 37,12-37,0 0,0 0,1 0,-1 0,1 0,0 0,-1 0,1 1,0-1,0 1,1-1,-1 0,0 1,1 0,0-1,-1 1,1-1,0 1,0-1,1 1,-1-1,0 1,1-1,0 1,-1-1,1 1,0-1,0 1,0-1,1 0,-1 0,1 0,-1 0,1 0,0 0,-1 0,1 0,0-1,0 1,1 0,14 5</inkml:trace>
  <inkml:trace contextRef="#ctx0" brushRef="#br0" timeOffset="559.473">695 237,'-13'0,"-12"0,-4 2,4 3,7 4,15 1,16 2,17 2,16-3,-1-2</inkml:trace>
  <inkml:trace contextRef="#ctx0" brushRef="#br0" timeOffset="808.363">1043 424,'7'16,"4"9,8 6,7 2,8-1,7 2,7 0,0-2,-4-2,-8-4,-10-3,-10-4,-11-5,-12-5,-4-4</inkml:trace>
  <inkml:trace contextRef="#ctx0" brushRef="#br0" timeOffset="997.993">1257 491,'-16'5,"-12"5,-8 9,-7 9,-3 10,0 7,2 3,10 0,12-4,17-9,9-10</inkml:trace>
  <inkml:trace contextRef="#ctx0" brushRef="#br0" timeOffset="1262.851">1565 612,'-2'3,"1"0,-1 0,1 1,0-1,1 0,-1 1,0-1,1 1,0-1,0 1,0-1,0 1,1-1,-1 1,1-1,0 1,0-1,0 0,0 1,1-1,-1 0,1 0,0 0,0 0,0 0,0-1,1 1,-1-1,1 1,-1-1,1 0,0 0,0 0,0 0,0 0,0-1,0 1,3 0,-1 0,0 0,1 0,-1-1,1 1,-1-1,1 0,0-1,-1 1,1-1,0 0,-1-1,1 1,0-1,-1 0,1-1,-1 1,1-1,-1 0,0-1,1 1,-1-1,-1 0,1 0,0 0,-1-1,1 0,-1 0,0 0,-1 0,1-1,-1 1,1-1,-1 0,-1 0,1 0,-1 0,1-4,-2 2,-1-1,0 0,-1 0,0 1,0-1,-1 0,0 1,0-1,0 1,-1 0,0 0,-1 0,0 0,0 1,0-1,-1 1,1 0,-2 0,1 1,-1-1,0 1,0 0,0 1,0 0,-1 0,0 0,0 1,0-1,0 2,0-1,-1 1,1 0,-1 1,0 0,1 0,-1 1,0-1,0 2,1-1,-1 1,-2 1,1-1,-1 1,1 0,0 1,-1 0,1 0,1 1,-1 0,0 1,1 0,0 0,0 1,1 0,-1 0,1 1,1 0,-1 0,1 1,0 0,1 0,0 0,0 0,1 1,0 0,0 1,3-6,0 0,0 0,1 0,-1-1,1 1,0 0,0 0,1 0,-1 0,1 0,0-1,0 1,0 0,0 0,1-1,-1 1,1-1,0 0,0 1,0-1,1 0,-1 0,1 0,-1 0,1-1,0 1,0-1,2 1,26 17</inkml:trace>
  <inkml:trace contextRef="#ctx0" brushRef="#br0" timeOffset="1531.701">1872 103,'-16'-16,"-12"-7,-8-3,-5 4,0 8,5 12,9 12,10 11,16 11,17 7,17 5,3-4</inkml:trace>
  <inkml:trace contextRef="#ctx0" brushRef="#br0" timeOffset="1774.647">2006 612,'2'15,"4"11,4 5,4 1,5-1,10-7,10-8,13-8,10-10,7-9,-2-8,-7-5,-15-1,-14 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9:42.29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0 333,'12'-218,"-2"114,-7 94,-1 29,-2 430,0-444,0 0,0 0,0 0,1 0,0 0,0 0,0-1,0 1,1 0,0-1,0 1,0-1,0 1,1-1,0 0,0 0,0 0,1 1,13 6</inkml:trace>
  <inkml:trace contextRef="#ctx0" brushRef="#br0" timeOffset="370.376">254 320,'0'6,"0"1,0-1,0 0,1 0,0 0,1 0,-1 0,1 0,0 0,1 0,-1 0,1-1,0 1,1-1,-1 0,1 0,0 0,0-1,1 1,-1-1,1 0,0 0,0-1,1 1,-1-1,1 0,-1-1,1 1,0-1,0 0,0-1,0 1,0-1,5 0,110 12,-116-13,0-1,0 1,0-1,0 0,0-1,0 1,0-1,-1 0,1 0,0 0,-1-1,0 1,0-1,0 0,0-1,0 1,0-1,-1 1,0-1,1 0,-2 0,3-4,1-5,-2 0,0-1,0 0,-1 1,-1-1,0 0,-1 0,-1-1,0 1,-1 0,0 0,-1 0,-1 0,0 1,-1-1,0 1,-2-3,4 9,0 1,-1 0,1 1,-1-1,-1 0,1 1,-1 0,0-1,0 1,0 1,-1-1,1 1,-1 0,0 0,-1 0,1 1,-1-1,1 1,-1 1,0-1,0 1,0 0,0 0,-1 1,-3-1,-3 2,1 1,-1 0,1 1,-1 1,1 0,0 0,0 1,0 1,1 0,-1 0,1 1,1 1,-1 0,1 0,0 1,0 0,1 1,1 0,-1 0,1 1,1 0,0 1,0 0,1 0,0 0,0 5,4-10,1-1,0 1,1 0,-1 0,1 0,0 0,1 0,0-1,-1 1,2 0,-1 0,1-1,0 1,0-1,0 1,1-1,0 0,0 0,0 0,1 0,0-1,0 1,0-1,0 0,0 0,1 0,0-1,0 0,0 0,0 0,5 2,36 19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9:41.5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56,'2'-2,"6"-1,5-3,8-1,7-3,5 1,5 2,-1 1,-1 3,-5 2,-3 0,-6 3,-7 4,-9 2,-4 1</inkml:trace>
  <inkml:trace contextRef="#ctx0" brushRef="#br0" timeOffset="295.24">14 190,'14'2,"10"1,7 0,2-1,1 0,-4-1,-5-1,-4 0,-3 0,-3 0,-1 0,1 0,3 0,0 0,2 0,-2-2,-5-1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9:40.1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25 140,'8'51,"-4"-1,-2 0,-2 0,-3 0,-5 26,4-60,-3-20,-4-119,6-114,5 232,0 1,0-1,0 0,1 0,0 0,0 0,0 0,0 1,1-1,0 1,0-1,0 1,1 0,-1-1,1 1,0 0,0 1,0-1,1 1,-1-1,1 1,0 0,0 0,0 0,3 0,0 0,0 1,0 0,0 0,0 1,1 0,-1 0,1 1,-1 0,1 0,-1 1,0 0,1 0,-1 1,0 0,0 0,0 1,4 1,-7-2,0 0,0 0,-1 1,1-1,-1 1,1 0,-1 0,0 0,0 0,0 0,-1 0,1 1,-1 0,0-1,0 1,0 0,0 0,-1 0,0 0,1 1,-1-1,-1 0,1 0,-1 1,0-1,0 0,0 1,0-1,-1 0,0 3,-2 2,0 0,-1 0,0-1,0 1,-1-1,0 0,0 0,-1-1,0 1,-1-1,1-1,-1 1,-1-1,1 0,-1-1,0 0,0 0,-1-1,1 0,-6 2,21-8,1 0,-1 0,0 1,0 0,1 1,-1-1,0 1,1 1,-1 0,0 0,1 0,-1 1,0 0,0 0,0 0,0 1,-1 1,1-1,-1 1,0 0,0 0,0 1,0-1,-1 1,0 1,0-1,0 1,-1 0,0 0,0 0,0 0,-1 1,0 0,0 0,0 0,-1 1,-2-4,1-1,-1 1,0 0,-1 0,1 0,-1-1,0 1,1 0,-2 0,1-1,0 1,-1-1,0 1,1-1,-1 0,-1 1,1-1,0 0,-1 0,0-1,1 1,-1-1,0 1,0-1,-1 0,1 0,0 0,-3 1,-7 3,1 0,-1-1,-1-1,1 0,0-1,-1 0,-6 0,-71 0,70 3,16-1</inkml:trace>
  <inkml:trace contextRef="#ctx0" brushRef="#br0" timeOffset="526.693">654 153,'-32'62,"4"2,2 1,-4 21,19-58,10-42,86-284,-52 213,-32 84,0 1,-1-1,1 0,0 0,0 1,0-1,0 1,0-1,0 0,0 1,0 0,0-1,0 1,0 0,0-1,0 1,0 0,0 0,0 0,0 0,0 0,0 0,0 0,0 0,1 1,-1-1,0 0,0 1,0-1,0 1,0-1,0 1,-1-1,1 1,0-1,0 1,0 0,0 0,-1-1,1 2,35 38,-31-33,13 14,0 1,-2 1,0 0,-2 2,0 0,-2 0,-1 1,0 0,-3 1,0 0,-1 1,-1 3,-9 127,-7-130,4-29</inkml:trace>
  <inkml:trace contextRef="#ctx0" brushRef="#br0" timeOffset="775.074">547 421,'9'-2,"12"-1,9-2,7-1,4 2,-1 1,-3 0,-3 2,-4 1,-6 0,-7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9:47.52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14 161,'4'0,"11"0,17 0,13-2,14-1,5 0,-1 1,-11 2,-15 4,-13 2</inkml:trace>
  <inkml:trace contextRef="#ctx0" brushRef="#br0" timeOffset="265.969">0 375,'19'0,"14"0,16 0,10 0,10 0,6 0,1-2,-4-4,-15 0</inkml:trace>
  <inkml:trace contextRef="#ctx0" brushRef="#br0" timeOffset="546.107">441 0,'20'7,"19"4,16 6,10 5,5 7,-2 5,-6 6,-11 5,-15 4,-15 5,-20 8,-25 5,-28 7,-28 3,-26 2,6-11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9:48.66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1 629,'14'-2,"13"-1,12 0,10 1,8 0,4 1,0 3,-1 3,-1 1,-7 1,-12 0</inkml:trace>
  <inkml:trace contextRef="#ctx0" brushRef="#br0" timeOffset="264.378">189 816,'2'7,"10"2,17 0,16-2,15-4,11-6,4-5,1-5,-5-2,-16 1</inkml:trace>
  <inkml:trace contextRef="#ctx0" brushRef="#br0" timeOffset="547.726">670 389,'-2'2,"1"0,0 0,0 0,0 0,0 0,0 0,0 0,0 0,1 1,-1-1,1 0,-1 0,1 1,0-1,0 0,0 1,1-1,-1 0,0 1,1-1,-1 0,1 0,0 0,0 1,0-1,0 0,0 0,0 0,1 0,-1-1,0 1,1 0,1 1,71 41,-18-26,2-2,0-3,9 0,108 25,-98-8,-74-29,0 0,-1 1,1 0,-1 0,1-1,-1 1,0 1,1-1,-1 0,0 1,0-1,-1 1,1-1,-1 1,1 0,-1 0,0-1,0 1,0 0,0 0,0 0,-1 0,0 1,1 0,-3 2,1 1,-1-1,0 1,-1-1,0 0,0 0,0 0,0 0,-1-1,0 1,0-1,-1 0,1 0,-1-1,0 1,-4 2,-40 32,-2-2,-1-2,-2-3,-1-2,-23 8,4-3</inkml:trace>
  <inkml:trace contextRef="#ctx0" brushRef="#br0" timeOffset="1486.145">2153 602,'0'9,"0"10,0 11,0 12,0 7,-2 5,-3 2,-1-1,-1-6,-3-11,2-12</inkml:trace>
  <inkml:trace contextRef="#ctx0" brushRef="#br0" timeOffset="1970.037">2033 522,'18'-1,"0"0,0 2,-1 0,1 1,0 0,-1 2,1 0,-1 0,0 2,7 3,-15-6,0 0,0 0,0 0,-1 1,1 1,-1-1,0 2,0-1,0 1,-1 0,0 0,0 1,-1 0,5 5,-10-9,0 0,-1-1,1 1,0 0,-1 0,1 0,-1-1,0 1,0 0,0 0,0 0,-1 0,1 0,-1-1,0 1,1 0,-1 0,-1-1,1 1,0-1,-1 1,1-1,-1 1,1-1,-1 0,0 0,0 0,-1 1,-66 50,-30-6,99-47,1 0,-1 0,0 0,1 0,-1 0,0 0,0 0,1 0,-1 0,0 0,1 1,-1-1,0 0,0 0,1 0,-1 0,0 0,0 0,1 1,-1-1,0 0,0 0,0 0,1 1,-1-1,0 0,0 0,0 0,1 1,-1-1,0 0,0 1,0-1,0 0,0 0,0 1,0-1,0 0,0 1,0-1,0 0,0 0,0 1,0-1,0 0,0 1,0-1,0 0,0 0,0 1,0-1,105 0,-88-2,-1 0,1 1,0 1,0 1,-1 0,1 1,-1 1,1 0,-1 2,0 0,-1 0,1 1,-1 1,10 7,-22-12,0 0,0 1,0-1,0 1,-1 0,1 0,-1 0,0 0,0 0,0 1,0-1,-1 1,1-1,-1 1,0-1,0 1,0 0,0 0,-1-1,0 1,0 0,0 0,0 0,0 0,-1-1,1 1,-1 0,0 0,0-1,-1 1,1-1,-1 1,0-1,0 1,0-1,0 0,0 0,-1 0,0 0,1-1,-1 1,-2 1,-10 7,-1-1,0 0,-1-2,0 1,0-2,-1-1,1 0,-2-1,1 0,0-2,-8 0,-38-1,63-2,0 0,1 0,-1-1,0 1,0-1,1 1,-1 0,0-1,1 1,-1-1,0 0,1 1,-1-1,1 0,-1 1,1-1,0 0,-1 1,1-1,0 0,-1 0,1 1,0-1,0 0,-1 0,1 0,0 1,0-1,0 0,0 0,0 0,0 1,1-1,-1 0,0 0,0 0,0 1,1-1,-1 0,0 0,1 1,-1-1,1 0,-1 1,1-1,-1 0,1 1,0-1,-1 1,1-1,0 1,-1-1,1 1,0-1,-1 1,1 0,0-1,0 1,-1 0,1 0,0 0,0 0,0-1,24-17</inkml:trace>
  <inkml:trace contextRef="#ctx0" brushRef="#br0" timeOffset="2433.69">2822 643,'-9'26,"2"0,0 1,2 0,0 0,2 1,2-1,0 1,2 0,0-1,2 1,2-1,1 6,-2-6,-1-6,3-84,-4 37,4-61,3-1,4 1,5 1,7-15,-24 97,-1 3,0-1,0 1,0-1,0 1,0-1,1 1,-1-1,1 1,-1-1,1 1,0 0,-1-1,1 1,0 0,0-1,0 1,0 0,0 0,0 0,0 0,0 0,1 0,-1 0,0 0,0 0,1 1,-1-1,1 1,-1-1,1 1,-1-1,1 1,-1 0,1 0,0-1,4 5,-1 0,0 0,0 0,0 1,-1-1,1 1,-1 0,0 1,-1-1,1 1,-1-1,0 1,3 4,19 33,-2 1,-1 1,-3 1,-2 1,-1 0,-3 1,-2 1,1 16,-11-56,0-6,0 1,-1 0,1-1,-1 1,0-1,0 1,0 0,0-1,-1 1,1-1,-1 1,0-1,0 1,0-1,-1 1,-4 1</inkml:trace>
  <inkml:trace contextRef="#ctx0" brushRef="#br0" timeOffset="2688.464">2809 843,'14'4,"13"2,13 0,12-1,6-2,0 0,-6-2,-11-1</inkml:trace>
  <inkml:trace contextRef="#ctx0" brushRef="#br0" timeOffset="4461.041">2728 295,'-12'0,"40"0,340-14,-716 7,324 5,11 1,0 0,0 0,0 1,0 1,1 0,-1 1,0 0,1 1,-1 1,13-4,0 0,0 0,1 0,-1 0,0 0,1 0,-1 0,0 0,1 0,-1 0,0 0,1 0,-1 0,0 0,1 0,-1 0,0 1,0-1,1 0,-1 0,0 0,0 0,1 1,-1-1,0 0,0 0,1 1,-1-1,0 0,0 0,0 1,0-1,0 0,1 1,-1-1,0 0,0 1,0-1,0 0,0 1,0-1,0 0,0 1,0-1,0 0,0 0,0 1,0-1,0 0,-1 1,1-1,0 0,0 1,0-1,0 0,-1 0,1 1,0-1,0 0,0 0,-1 1,1-1,0 0,0 0,-1 0,26 5,1-1,-1-1,0-1,1-1,10-2,8 1,153 0,-151 0</inkml:trace>
  <inkml:trace contextRef="#ctx0" brushRef="#br0" timeOffset="6994.967">3891 1,'6'5,"0"1,-1-1,0 1,0 0,0 1,-1-1,0 1,0 0,-1 0,0 0,0 1,0-1,-1 1,-1-1,1 1,-1 0,0 0,-1 0,0-1,0 1,-1 1,2-1,7 361,-8-134,37 243,-21-311,-13-140,0-15,-1 1,-1 0,0-1,-1 1,0 0,-1 0,0-1,-1 1,-1-1,0 1,0-1,-1 0,-1 1,-1-7,1-1,-1 0,0-1,-1 1,1-1,-1-1,0 1,0-1,0 0,0 0,0-1,-1 0,1-1,-1 1,1-2,-1 1,0-1,1 0,-1 0,1-1,-7-1,5 2,-974 29,497-7,-202 5,681-26,5 0,0 0,0-1,0 1,1 0,-1-1,0 0,0 1,0-1,0 0,0 0,0 0,0 0,0 0,0 0,1-1,-1 1,0-1,0 1,0-1,0 0,1 0,-1 0,0 0,1 0,-1 0,0 0,1 0,0-1,-1 1,1 0,0-1,0 0,-1 1,1-1,1 1,-1-1,0 0,0-1,41-87,-33 59,-1-1,-1 0,-2 0,-2-1,0 1,-2-1,-2 1,-1 0,-1 0,-2 0,-9-25,-25-112,10 50,6-1,5-1,2-30,14 81,4 0,2 1,4-1,4-13,17-57,-26 138,0 1,1 0,-1 0,1 0,-1 0,1 0,-1 0,1 1,0-1,-1 0,1 1,0-1,0 1,-1 0,1 0,0-1,0 1,0 0,-1 0,1 1,0-1,0 0,-1 1,1-1,0 1,-1-1,1 1,0 0,-1 0,1 0,-1 0,1 0,-1 0,1 0,-1 0,0 0,0 1,1 1,12 4,17 5,1-1,0-2,1-1,0-1,0-2,0-2,1-1,28-2,-58 1,334-4,192-31,-492 31,652-48,-487 35,-109 16,-90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19:20.8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9306 808,'13'22,"-7"-3,-2-1,0 1,-1 0,0 0,-2 0,0 0,-1 1,-1-1,-1 0,-1 0,-1 0,0 0,-1-1,-1 1,-1-1,-7 13,14-31,0 1,0-1,0 1,0 0,0-1,0 1,0 0,0-1,0 1,0-1,0 1,-1 0,1-1,0 1,-1-1,1 1,0-1,-1 1,1-1,0 1,-1-1,1 1,-1-1,1 0,-1 1,1-1,-1 0,1 1,-1-1,0 0,1 0,-1 1,1-1,-1 0,0 0,1 0,-1 0,0 0,1 0,-1 0,1 0,-1 0,0 0,1 0,-1 0,1 0,-1-1,0 1,1 0,-1 0,1-1,-1 1,1 0,-1-1,1 1,-1-1,1 1,-1-1,1 1,0-1,-1 1,1-1,-7-109,8 76,-1-12,-1 1,2 1,1 0,3 0,9-35,-14 77,0-1,1 0,-1 0,1 1,-1-1,1 0,0 1,0-1,1 1,-1-1,0 1,1 0,0 0,-1-1,1 1,0 0,0 0,0 1,0-1,1 0,-1 1,0-1,1 1,-1 0,1-1,-1 1,1 1,-1-1,1 0,0 1,0-1,-1 1,1 0,0 0,0 0,0 0,8 2,0 1,0 0,0 1,0 0,-1 1,0 0,0 1,0 0,0 0,-1 1,0 0,-1 1,0 0,0 0,0 1,-5-6,-1 0,0 0,1 1,-1-1,0 0,-1 1,1 0,-1-1,1 1,-1 0,0 0,-1 0,1-1,-1 1,1 0,-1 0,0 0,-1 0,1 0,-1 0,1 0,-1 0,0-1,-1 1,1 0,-1-1,1 1,-1-1,0 1,-1-1,1 0,0 0,-1 0,0 0,1 0,-1-1,-1 1,1-1,0 0,0 0,-1 0,0 0,-32 13,58-12,-10-2,1-1,-1 1,0 1,1 0,-1 1,0 0,0 1,0 0,-1 1,10 5,-15-7,-1 0,0 1,1 0,-1-1,0 1,-1 1,1-1,-1 1,0 0,0 0,0 0,-1 1,0-1,0 1,0-1,-1 1,1 0,-2 0,1 1,-1-1,1 0,-1 2,-1-4,-1 1,1-1,-1 0,0 1,0-1,0 1,0-1,-1 0,1 0,-1 0,0 0,-1 0,1 0,-1-1,1 1,-1-1,0 1,-1-1,1 0,0 0,-1-1,0 1,1-1,-1 0,0 1,-107 37,107-38,1-1,-1 1,0-1,0 0,0 0,0-1,1 1,-1-1,0 0,0 0,0 0,0 0,0-1,0 0,0 0,0 0,0 0,1 0,-1-1,0 0,1 1,-1-2,1 1,0 0,0 0,0-1,0 0,0 0,0 0,1 0,-1 0,1 0,0-1,0 1,-2-15</inkml:trace>
  <inkml:trace contextRef="#ctx0" brushRef="#br0" timeOffset="264.469">9239 460,'-5'-7,"6"-2,9 1,17-2,17 0,17 1,12 0,5 2,-2 1,-7 3,-15 1</inkml:trace>
  <inkml:trace contextRef="#ctx0" brushRef="#br0" timeOffset="803.756">10241 754,'-82'239,"47"-90,38-183,131-576,-129 584,1 19,-2 27,-3-15,12 56,3 0,2-2,3 0,3-1,14 24,-21-49,-4-8,0 0,-2 1,-1 1,-1 0,-1 0,-1 2,-6-26,-1-1,1 1,-1 0,0-1,0 1,0 0,0-1,0 1,-1-1,1 1,-1 0,1-1,-1 1,0-1,0 1,0-1,-1 0,1 1,0-1,-1 0,1 0,-1 0,-10 7</inkml:trace>
  <inkml:trace contextRef="#ctx0" brushRef="#br0" timeOffset="1054.107">10188 969,'0'-7,"11"-5,18-2,21 2,24-1,16 1,8-1,-14 3</inkml:trace>
  <inkml:trace contextRef="#ctx0" brushRef="#br0" timeOffset="-21091.91">777 2439,'1'-5,"-1"0,1 0,-1 1,0-1,0 0,-1 0,1 0,-1 0,0 1,0-1,-1 0,1 1,-1-1,0 1,0-1,-1 1,1 0,-1 0,0 0,0 0,0 1,-1-1,1 1,-1 0,0 0,0 0,0 0,0 1,-1 0,1 0,0 0,-2-1,-186-14,169 16,12-1,0 1,-1 0,1 1,0 0,-1 1,1 0,0 1,0 0,0 1,0 0,0 1,0 0,1 0,0 1,-1 2,-6 7,1 2,1 0,0 1,2 0,0 1,0 0,2 1,1 1,-4 7,-3 16,1 1,1 0,3 1,2 0,2 1,2 0,0 28,2-33,2 0,2-1,1 1,2 0,4 11,-5-40,1 0,0-1,0 1,1-1,1 0,0 0,0-1,1 1,0-1,1 0,0-1,1 0,0 0,0 0,1-1,0-1,0 1,1-1,0-1,3 2,30 11,0-1,1-2,43 9,-53-19,0-2,1-1,0-2,0-1,-1-2,1-1,-1-2,1-1,-1-2,-1-1,0-2,0-1,21-12,-43 20,1-2,-1 1,0-1,-1-1,0 0,0-1,0 0,-1 0,0-1,-1 0,0 0,0-1,-1 0,0-1,-1 1,0-1,-1-1,1-1,3-16,-2 1,-1-1,-2-1,0 1,-2-1,-1 1,-2-1,-1 1,-1-1,-1 1,-2 0,-4-12,0-3,-3 1,-1 0,-2 1,-15-27,23 53,-1 0,-1 0,0 1,-1 0,0 1,-1 0,-1 1,0 1,-1 0,-1 0,1 2,-16-9,18 14,0 0,0 1,-1 1,1 0,-1 0,1 2,-1-1,0 2,0 0,0 0,1 1,-1 0,0 2,1-1,-1 1,1 1,0 0,0 1,0 0,1 1,-9 6,-48 27</inkml:trace>
  <inkml:trace contextRef="#ctx0" brushRef="#br0" timeOffset="-18429.479">1230 1115,'19'-2,"12"-1,8-2,4-3,-1 1,0 1,-5 1,-7 2,-9 4,-7 1</inkml:trace>
  <inkml:trace contextRef="#ctx0" brushRef="#br0" timeOffset="-18243.971">1230 1342,'19'0,"16"-2,15-5,9-4,5-3,-9 2</inkml:trace>
  <inkml:trace contextRef="#ctx0" brushRef="#br0" timeOffset="-17913.465">1818 1209,'0'22,"10"90,-9-108,0-1,0 1,0-1,1 1,-1-1,1 0,0 0,0 0,0 0,1 0,-1 0,1 0,-1-1,1 1,0-1,0 0,0 0,0 0,1 0,-1-1,0 1,1-1,-1 0,1 0,0 0,-1 0,1-1,1 1,4-2,0 0,-1-1,1 0,0 0,0-1,-1 0,1 0,-1-1,0 0,0-1,-1 0,1 0,-1 0,0-1,-1 0,1-1,-1 1,0-1,-1-1,1 1,1-3,-1 1,1-1,-2 0,1 0,-2-1,1 1,-1-1,-1 0,0 0,0 0,-2-1,1 1,-1-11,-1 15,0 0,0 1,-1-1,0 0,0 0,-1 1,0-1,0 1,-1 0,0-1,0 1,0 0,0 0,-1 1,0-1,-1 1,1 0,-1 0,0 0,0 1,0 0,-1 0,1 0,-1 0,0 2,1-1,0 1,-1 0,1 0,-1 1,0-1,1 1,-1 1,0-1,0 1,1 0,-1 0,0 1,0-1,1 1,-1 1,0-1,1 1,-1 0,1 0,0 1,-1-1,1 1,1 0,-1 1,0-1,1 1,-1 0,-1 2,0 0,1 0,-1 0,1 0,0 1,0 0,1 0,0 0,0 1,0-1,1 1,1 0,-1 0,1 0,0 0,1 1,0-1,0 0,1 0,0 1,1 3,12 29,5-6</inkml:trace>
  <inkml:trace contextRef="#ctx0" brushRef="#br0" timeOffset="-17595.007">2354 1182,'9'-88,"4"0,14-43,-23 122,-3 15,-2 16,-14 124,4-56,4 1,4 0,6 56,-1-122</inkml:trace>
  <inkml:trace contextRef="#ctx0" brushRef="#br0" timeOffset="-17329.869">2207 1544,'18'-5,"17"-6,17-5,11-5,3-1,-2 3,-13 5</inkml:trace>
  <inkml:trace contextRef="#ctx0" brushRef="#br0" timeOffset="-19845.83">67 995,'5'18,"1"15,0 14,-4 7,-4 4,-1 2,-4-4,0-3,2-7,1-9,1-15,2-12</inkml:trace>
  <inkml:trace contextRef="#ctx0" brushRef="#br0" timeOffset="-19348.424">1 888,'14'0,"1"2,-1 0,1 0,-1 1,1 1,-1 1,-1 0,1 0,-1 1,0 1,0 1,-1 0,9 6,-18-12,0 0,-1 0,1 1,-1-1,1 0,-1 1,0-1,0 1,0 0,0 0,0 0,-1 0,1 0,-1 0,0 0,0 0,0 1,-1-1,1 0,-1 1,1-1,-1 0,0 1,0-1,-1 1,1-1,-1 0,0 1,1-1,-2 0,1 0,0 0,-1 0,1 0,-1 0,-1 1,-4 5,-1-1,-1 0,1-1,-1 0,-1 0,1-1,-1 0,0-1,-1 0,9-3,2-3,0 1,1 0,-1 0,0 0,0 0,1-1,-1 1,0 0,1 0,-1 0,0 0,1 0,-1 0,0 0,1 0,-1 0,0 0,1 0,-1 0,0 0,1 0,-1 0,0 0,1 0,-1 0,0 0,1 1,-1-1,0 0,0 0,1 0,-1 1,0-1,1 0,-1 0,0 1,0-1,0 0,1 0,-1 1,0-1,0 0,0 1,0-1,0 0,0 1,1-1,-1 0,0 1,0-1,0 0,0 1,0-1,0 0,0 1,0-1,0 0,-1 1,1-1,0 0,0 0,0 1,0-1,0 0,-1 1,1-1,0 0,0 0,0 1,2-1,17 3,0 1,1 1,-1 1,-1 1,0 0,0 1,0 1,-1 1,0 0,-1 2,0-1,2 4,-15-12,0 0,0 0,-1 0,1 0,-1 1,0-1,0 1,0-1,0 1,0 0,-1 0,0 0,0-1,0 1,0 1,-1-1,1 0,-1 0,0 0,0 0,-1 0,1 0,-1 0,0 0,0 0,0 0,0 0,-1 0,0-1,0 1,0 0,0-1,0 0,-1 1,1-1,-1 0,-8 7,0-1,-1 0,1-1,-2-1,1 0,-1 0,0-1,0-1,-1 0,0-1,0 0,0-1,0-1,0 0,0-1,-1-1,1 0,0-1,-5-1,15 1,5 0</inkml:trace>
  <inkml:trace contextRef="#ctx0" brushRef="#br0" timeOffset="-18849.499">696 1022,'-12'27,"1"1,1 0,2 0,0 1,2 0,2 0,0 0,1 28,-16 100,13-139,6-18,-1 0,1 0,-1 0,1 0,-1-1,1 1,-1 0,1 0,-1 0,1 0,0 0,-1-1,1 1,-1 0,1 0,0-1,-1 1,1 0,0 0,-1-1,1 1,0 0,-1-1,1 1,0-1,0 1,0 0,-1-1,1 1,0-1,0 1,0-1,0 1,0 0,0-1,-1 1,1-1,0 1,1-1,-1 1,0-1,0 1,0-1,0 1,0 0,0-1,1 0,-4-32,3 0,0-1,2 1,2-1,1 1,4-12,-7 32,3-17,1 0,1 0,2 0,0 1,2 0,2 1,14-25,-27 52,0-1,1 1,-1-1,1 1,-1-1,1 1,0-1,-1 1,1 0,0-1,0 1,0 0,0 0,0 0,0 0,1 0,-1 0,0 0,1 0,-1 0,0 0,1 1,-1-1,1 1,-1-1,1 1,-1-1,1 1,-1 0,1 0,-1 0,1 0,-1 0,1 0,0 0,-1 0,1 1,-1-1,1 1,-1-1,1 1,-1-1,0 1,1 0,-1 0,0 0,1 0,-1 0,0 0,0 0,0 0,1 1,8 18,-1 1,-1 0,0 1,-2 0,0 0,-2 0,0 1,-1 10,10 91,-6 1,-5 48,-1-127,2-39</inkml:trace>
  <inkml:trace contextRef="#ctx0" brushRef="#br0" timeOffset="-18603.013">562 1276,'5'0,"10"0,16-5,17-3,16-5,11-6,4-3,-12 2</inkml:trace>
  <inkml:trace contextRef="#ctx0" brushRef="#br0" timeOffset="6256.09">870 4257,'-13'60,"13"-51,6 30,-5-39,0 0,0 0,-1 0,1 0,0 0,-1-1,1 1,-1 0,1 0,0-1,-1 1,1-1,-1 1,1 0,-1-1,1 1,-1-1,1 1,-1-1,1 1,-1-1,0 0,1 1,-1-1,0 1,1-1,-1 0,0 1,0-1,0 0,0 1,1-1,-1 0,0 0,0 1,0-1,-1 0,1 0,2-3,-1 0,0 0,0 0,0 0,-1 0,1 0,-1 0,0-1,0 1,0 0,-1 0,0 0,1 0,-2 0,1 0,0 0,-1 0,1 0,-1 0,0 1,-1-1,1 1,-1-1,1 1,-1 0,0 0,0 0,0 1,-2-2,2 5,-1 0,1 0,0 1,0-1,0 1,0 0,0 0,0 0,1 0,-1 0,1 1,-1-1,1 1,0 0,0-1,0 1,0 0,1 0,-1 0,1 1,0-1,-1 0,2 0,-1 1,0-1,1 1,-1 1,0-3,-1 1,1 0,0-1,0 1,0 0,1 0,-1-1,1 1,-1 0,1 0,0 0,0 0,0 0,1 0,-1 0,1-1,-1 1,1 0,0 0,0 0,0-1,0 1,1-1,-1 1,1-1,0 1,-1-1,1 0,0 0,0 0,1 0,-1 0,0 0,1-1,-1 1,1-1,-1 1,1-1,1 1,0-2,-1 0,1 0,-1 0,1 0,-1-1,1 1,-1-1,0 0,1 0,-1 0,0 0,0-1,0 1,0-1,0 0,0 0,0 0,0 0,-1 0,1-1,-1 1,0-1,0 0,0 1,0-1,0 0,0 0,-1 0,1-1,-1 1,0 0,0 0,0-1,-1 1,1-1,-1 1,0-1,0 1,0 0,0-1,0 1,-1-1,0 1,0-1,0 1,0 0,0 0,0 0,-1-1,0 1,0 1,0-2,1 3,0 0,0 0,0 0,0 0,-1 0,1 1,0-1,0 1,0-1,-1 1,1-1,0 1,-1-1,1 1,0 0,-1 0,1 0,0 0,-1 0,1 0,0 0,-1 0,1 1,0-1,-1 0,1 1,0-1,0 1,-1 0,1-1,0 1,0 0,0 0,0-1,0 1,0 0,0 0,0 0,0 0,0 1,1-1,-1 0,0 0,1 0,-1 0,1 1,-1-1,1 0,0 1,-1-1,1 0,0 1,0-1,0 0,0 1,0-1,0 0,1 1,-1-1,0 0,1 1,-1-1,1 0,-1 1,2 2,-1-1,0 1,1 0,0-1,0 0,0 1,0-1,0 0,1 0,-1 0,1 0,0-1,0 1,0-1,0 0,0 0,0 0,1 0,-1 0,1-1,-1 1,1-1,0 0,0 0,-1 0,1-1,0 1,0-1,0 0,0 0,-1-1,1 1,0-1,0 1,0-2,-2 1,1-1,-1 0,-1 0,1-1,0 1,0 0,-1-1,0 1,1-1,-1 1,0-1,0 1,0-1,-1 0,1 0,-1 1,1-1,-1 0,0 0,0 0,0 0,0 1,-1-1,1 0,-1 0,0 1,1-1,-1 0,-1 1,1-1,0 1,-1-1,1 1,-1 0,1-1,-1 1,0 0,0 0,0 0,0 0,-1 1,1-1,0 1,-1-1,1 1,-1 0,0 0,1 0,-1 0,0 0,-1 0,1 2,1-1,0 1,-1 0,1 0,0 0,0 0,0 0,0 1,0-1,0 1,1-1,-1 1,0 0,1-1,-1 1,1 0,-1 0,1 0,0 0,0 0,0 0,0 1,0-1,1 0,-1 0,1 1,-1-1,1 0,0 1,0-1,0 1,0-1,0 0,1 1,-1-1,1 0,-1 1,1-1,0 0,0 0,0 0,0 0,0 0,0 0,1 0,-1 0,1 0,0 0,-1-1,1 1,-1-2,0 0,0 0,0 0,0 0,0 0,0 0,0 0,0-1,0 1,0 0,0-1,0 1,0-1,0 1,0-1,0 1,0-1,0 1,-1-1,1 0,0 0,-1 1,1-1,0 0,-1 0,1 0,-1 0,1 0,-1 0,1 0,-1 0,0 0,0 0,1 0,-1 0,0 0,0 0,0 0,0 0,0 0,0 0,0 0,-1 0,1 0,0 0,0 0,-1 0,1 0,-1 0,2-6,71-293,-42 219,5 1,2 1,4 2,3 2,4 2,30-34,-13 13,288-381,-286 387,3 3,4 3,4 4,67-52,20 10,5 8,4 7,5 8,127-46,522-209,-488 242,3 14,5 16,314-30,-90 47,49 22,-98 8,304 3,-711 29,-100-3,-4-2</inkml:trace>
  <inkml:trace contextRef="#ctx0" brushRef="#br0" timeOffset="8837.15">2902 1717,'75'-26,"-67"32,-22 9,11-13,-108 100,59-58,2 3,3 1,-29 39,72-81,0-1,0 0,0 0,0 0,1 0,0 1,0-1,1 1,-1 0,1 0,0 0,0 4,2-9,0 0,0-1,0 1,0 0,0 0,0-1,0 1,0 0,0-1,0 1,1 0,-1 0,0-1,1 1,-1-1,0 1,1 0,-1-1,1 1,-1-1,1 1,-1-1,1 1,-1-1,1 1,-1-1,1 1,0-1,-1 0,1 1,0-1,-1 0,1 0,0 1,-1-1,1 0,0 0,0 0,-1 0,1 0,0 0,0 0,-1 0,1 0,0-1,-1 1,1 0,0-1,35-11,-25 6,16-9,1 0,1 2,0 2,1 0,0 2,0 2,23-4,238 9,-291 1,0 1,-1 0,1-1,-1 1,1-1,0 1,-1-1,1 1,0-1,-1 1,1-1,0 1,0-1,0 1,-1-1,1 0,0 1,0-1,0 1,0-1,0 0,0 1,0-1,0 1,0-1,0 0,1 1,-1-1,0 1,0-1,1 1,-1-1,0 1,0-1,1 1,-1-1,1 1,-1-1,0 1,1-1,-1 1,1 0,-1-1,1 1,-1 0,1 0,-1-1,1 1,0 0,-1 0,1 0,-1-1,1 1,-1 0,1 0,0 0,-1 0,1 0,-1 0,1 0,0 0,-1 1,1-1,-1 0,1 0,-1 0,1 1,0-1,-1 1,-12-15,3 3,-1 0,2 0,-1 0,1-1,1-1,0 1,-1-7,-25-81,33 99,-1 0,0 0,0 0,1 0,-1 0,0 1,0-1,0 0,0 0,0 1,0-1,0 0,0 1,-1-1,1 1,0-1,0 1,0 0,-1 0,1-1,0 1,0 0,-1 0,1 0,0 0,0 0,-1 1,1-1,0 0,0 1,0-1,-1 0,1 1,0-1,0 1,0 0,-47 26,40-21,-216 137,213-143,25-14,42-32,-24 22,-2-2,0-1,-2-1,-1-2,6-9,-29 28,-17 20,-229 231,186-175,53-52,24-24,189-156,-193 151,-33 21,-64 51,2 4,-17 20,80-66,69-39,-27 11,1 0,1 2,-1 1,2 1,-1 2,1 1,1 1,-1 1,1 2,6 1,-4 3,-19 0,-1 0,1-1,-1 0,1-1,-1-1,0 0,1-1,11-4,-24 2,-16 8,-65 26,64-21,-1-1,0-1,-1 0,1-2,-1 0,0-1,0 0,-4-1,23-2,-1 0,1 0,-1-1,1 1,-1 0,1 0,-1 0,1 0,-1 0,1-1,-1 1,1 0,-1 0,1-1,-1 1,1 0,-1-1,0 1,1-1,-1 1,1 0,-1-1,0 1,0-1,1 1,-1-1,0 1,0-1,0 1,1-1,-1 1,0-1,0 1,0-1,0 1,0-1,0 1,0-1,0 0,0 1,0-1,-1 1,1-1,0 1,0-1,0 1,-1-1,1 1,0-1,0 1,-1 0,1-1,0 1,-1-1,1 1,-1 0,1-1,0 1,-1 0,1-1,-1 1,1 0,-1 0,104-36,-128 48,25-12,-21 8,0-1,-1-2,0 0,0-1,-14 1,68-15,74-20,-105 28,0 0,0 1,0-1,0 1,0-1,0 0,0 0,-1 1,1-1,-1 0,1 0,-1 0,0 0,0 0,0 0,0 0,0 0,0 0,0 1,-1-1,1 0,-1 0,1 0,-1 0,0 1,1-1,-1 0,0 0,0 1,-1-1,1 1,0-1,0 1,-1 0,1-1,-1 1,1 0,-1 0,0 0,-8-14,-29-104,143 343,-85-182</inkml:trace>
  <inkml:trace contextRef="#ctx0" brushRef="#br0" timeOffset="36240.818">8864 220,'-1'246,"10"491,-7-672,3 0,2 0,4 0,2-1,3-1,3 0,12 25,23 4,-51-89,-1 1,1-1,0 1,1-1,-1 0,1-1,-1 1,1 0,0-1,0 0,0 0,0 0,0 0,0-1,1 0,-1 0,0 0,1 0,-1-1,1 1,-1-1,2 0,125-37,195-42,2 14,26 11,688-85,-907 120,-119 14,-30 2,-154 2,101 1</inkml:trace>
  <inkml:trace contextRef="#ctx0" brushRef="#br0" timeOffset="36922.58">9011 260,'18'-11,"65"-7,462-76,4 24,505 4,-889 70,-163-2,0-1,0 1,0 0,0 0,0-1,-1 1,1 1,-1-1,0 0,1 0,-1 0,0 1,0-1,-1 0,1 1,0-1,-1 1,1-1,-1 1,0-1,0 1,0 0,0-1,0 1,-1-1,1 1,-1-1,0 1,0 0,0 11,3 32,1 0,2 0,9 32,-5-29,165 924,-148-835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1:46.72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99,'8'351,"8"-104,1-82,-18-163,1 1,0 0,0-1,0 1,1 0,-1-1,1 1,-1-1,1 1,0-1,0 1,0-1,0 0,0 1,1-1,-1 0,1 0,-1 0,1 0,0 0,0 0,0 0,0-1,0 1,0-1,0 1,1-1,-1 0,1 0,-1 0,1 0,-1 0,1-1,-1 1,1-1,-1 1,1-1,0 0,2-1,131-1,-35-11,106-15,86 29,-199 13,-38 9,-48-18,-7-5,0 0,0 0,0-1,0 1,0-1,0 1,0-1,0 1,0-1,0 1,-1-1,1 0,0 1,0-1,-1 0,1 0,0 0,-1 0,1 0,-1 0,1 1,-1-1,1 0,-1 0,0 0,0-1,1 1,-1 0,0 0,0 0,0 0,0 0,0 0,0 0,-1 0,1 0,0 0,0 0,-1 0,1 0,-1 0,1-1,0 0,12-168,-11 147,-1 0,-1-1,-1 1,-1 0,0 0,-2 0,-1 0,-2-1,5 16,1 0,0-1,0 1,0 0,1-1,1 1,-1-1,2 1,-1-1,1 1,0-1,1 1,0-1,-4-106,-5 41,8-99,-2 171,1 0,-1 1,1-1,-1 1,1-1,-1 1,0-1,1 1,-1 0,0-1,0 1,0 0,0 0,-1 0,1 0,0 0,0 0,-1 0,1 0,0 0,-1 0,1 1,-1-1,1 1,-1-1,1 1,-1-1,0 1,1 0,-1 0,1 0,-1 0,0 0,0 0,-57 9,-41 8,-15-3,-104-9,125 8,-26 0,48-5,15-3,-19 6,67-6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1:52.31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3 230,'-1'96,"-1"23,6 1,4-1,13 54,-18-150,-3-18,1 0,-1 0,1 0,-1-1,1 1,1 0,-1-1,1 1,0-1,0 1,0-1,2 4,45 4,-30-10,234 10,-142-3,48 9,-39-9,-40 17,-72-25,0 0,0-1,1-1,-1 1,0-1,0-1,0 1,0-1,-1-1,1 1,0-1,-1-1,0 1,0-1,0-1,0 1,-1-1,1 0,-1-1,-1 0,1 1,-1-2,0 1,0-1,5-14,-1-1,-1 0,-1 0,0-1,-2 0,-1 0,1-23,-4 42,6-82,-3-1,-5-53,-1 28,2-143,1 253,-1 0,0-1,0 1,0 0,0-1,0 1,0-1,0 1,-1 0,1 0,-1-1,0 1,1 0,-1 0,0 0,0 0,-1 0,1 0,0 0,-1 0,1 0,-1 0,0 1,1-1,-1 1,0-1,0 1,0 0,0-1,0 1,0 0,0 1,-1-1,1 0,0 1,0-1,-1 1,1-1,0 1,-1 0,-189 16,106-11,0 5,-82 19,3 0,-76-21,239-8,1 0,-1 0,1 0,-1 0,1 0,-1 0,1 1,-1-1,1 1,-1-1,1 1,-1-1,1 1,0 0,-1 0,1 0,0-1,0 1,-1 0,1 1,0-1,0 0,0 0,0 0,1 1,-1-1,0 0,0 1,1-1,-1 1,1-1,-1 1,1 0,-2 10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2:24.35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15 241,'-5'0,"-1"-2,3-1,8 0,13 0,14 2,14-1,12 2,7 0,8 0,-1 0,-4 0,-8 0,-9 0,-13 0,-15 3,-23 2,-10 1</inkml:trace>
  <inkml:trace contextRef="#ctx0" brushRef="#br0" timeOffset="279.585">68 428,'16'3,"15"0,14-1,15-2,10-3,7-2,4-2,-3 0,-8 2,-13 0,-14 3,-13 3,-13 1,-12 1,-6 0</inkml:trace>
  <inkml:trace contextRef="#ctx0" brushRef="#br0" timeOffset="710.505">590 1,'-11'0,"24"14,30 7,0-2,0-2,18 4,22 8,-73-25,9 1,-1 1,0 1,0 0,-1 2,0 0,0 1,-1 0,-1 1,1 1,-2 1,0 0,0 1,5 7,-16-16,-1 0,1 1,-1-1,0 1,0-1,-1 1,1-1,-1 1,-1 0,1 0,-1-1,0 1,0 0,-1 0,1 0,-1-1,-1 1,1-1,-1 1,0-1,0 1,-1-1,1 0,-3 3,-4 6,-1 0,0 0,-1-2,-1 1,0-1,0-1,-14 9,-15 8,-1-2,-1-2,-1-2,-1-2,-1-2,-13 3,37-13,22-8,1 0,-1 0,0 0,0-1,1 1,-1 0,0 0,0 0,1 0,-1 0,0 0,0 0,1 0,-1 0,0 1,0-1,1 0,-1 0,0 0,0 0,1 0,-1 0,0 0,0 1,0-1,1 0,-1 0,0 0,0 0,0 1,0-1,1 0,-1 0,0 1,0-1,0 0,0 0,0 0,0 1,0-1,0 0,1 0,-1 1,0-1,0 0,0 1,0-1,0 0,-1 0,1 1,0-1,29 0,-4-3,-3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2:29.06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1004 589,'26'142,"-34"-229,6 77,-1 0,-1 0,1 0,-1 0,-1 1,0 0,0 0,-1 0,0 1,-1 0,1 0,-1 0,-1 1,0 0,0 1,0-1,-1 2,0-1,0 1,0 0,-1 1,1 0,-1 1,0 0,0 0,0 1,-1 1,1-1,-5 1,3 1,-1 0,1 0,0 2,0-1,0 1,0 1,0 0,0 1,1 0,-1 1,1 0,0 1,1 0,-1 0,1 1,0 1,1 0,0 0,0 1,1 0,0 0,1 1,0 0,0 0,1 1,0 0,1 0,0 0,1 1,0 0,1 0,-1 10,3-8,0 1,1 0,1-1,0 1,1-1,1 1,0-1,1 0,1 0,0 0,1 0,0-1,1 0,0 0,1-1,1 0,0 0,0-1,1-1,1 1,0-1,0-1,1 0,0-1,0 0,1-1,0 0,1-1,3 1,27 6,0-2,1-2,0-2,0-2,0-2,1-2,-1-2,1-2,-1-2,8-3,152-10,-303 23,45 1,0-3,0-3,0-2,-25-4,-145-22,190 20,18 6,0-1,0-1,0-1,1 0,-1-1,1 0,1-1,-1-1,1 0,0 0,-2-4,9 4,0-1,1 0,0 0,1 0,-1-1,2 0,0 0,0 0,0 0,1 0,0-8,-5-14,1 6,0-1,1 0,2 0,1-1,1 1,1-4,3 23,0-1,1 0,0 1,1 0,-1 0,1 0,1 1,0-1,0 1,0 1,1-1,0 1,0 0,0 1,1-1,0 1,0 1,9-4,-6 4,0 0,1 0,-1 1,1 1,0 0,0 0,0 1,0 1,0 0,0 0,11 3,20-1,-10-2,-24-2,1 1,-1 0,1 0,-1 1,1 1,-1 0,1 0,-1 1,1 0,-1 0,0 1,0 0,0 1,0 0,-1 0,1 1,-1 0,0 1,-1 0,1 0,-1 0,2 3,18 42,-39-64,-1 0,0 1,0 0,-1 1,-1 1,0 0,-1 1,1 1,-2 0,1 1,-1 1,0 0,0 2,-1 0,1 0,-1 2,0 0,0 1,0 1,-12 2,23 0,-1 0,1 1,0 0,0 0,0 1,0 0,1 0,-1 1,1 0,0 0,1 0,-1 1,1-1,0 1,0 1,1-1,0 1,0-1,1 1,-1 0,1 1,1-1,0 0,-1 3,0 4,0 1,0-1,2 1,0-1,0 1,1-1,1 1,1-1,0 1,1-1,0 0,4 8,-3-6,1-1,1 1,1-1,0-1,1 1,0-1,1-1,1 1,0-2,1 1,0-1,1-1,0 0,1-1,0 0,1-1,0 0,0-1,1-1,11 4,17-1,1-2,-1-2,1-2,0-2,0-2,0-2,0-1,6-4,58 3,-527 2,390 0,0-1,1-1,0-1,0-1,0-2,1-1,-9-5,25 10,1-1,1 0,-1-1,1 0,0-1,0 1,1-2,0 1,0-1,1 0,0-1,0 0,1 0,0 0,1-1,0 0,0 0,1 0,0 0,-1-7,3 2,0-1,1 1,0-1,1 0,1 0,1 1,0-1,2-7,-2 14,0-1,1 1,0 0,0 0,1 0,0 1,1-1,0 1,0 0,1 0,0 1,0 0,1 0,-1 0,2 1,-1 0,1 0,0 0,0 1,0 1,1-1,0 2,-1-1,2 1,-1 0,5 0,10-2,0 2,-1 0,1 2,0 1,0 0,0 2,-1 1,9 2,-27-4,1 0,-1 0,1 1,-1-1,0 1,0 0,0 1,0-1,0 1,0 0,-1 1,1-1,-1 1,0-1,0 1,0 1,0-1,-1 0,0 1,0 0,0 0,0 0,-1 0,0 0,0 0,0 0,-1 1,1 4,-4-25,0 25,2 34,0-32,0-32,0-35,0 57,0 2,-1-9,1 6,1-1,-1 0,0 0,0 0,0 0,1 0,-1 0,0 0,0 0,1 0,-1 0,0 0,0 0,0 0,1 0,-1-1,0 1,0 0,1 0,-1 0,0 0,0 0,0 0,0 0,1-1,-1 1,0 0,0 0,0 0,0 0,0-1,1 1,-1 0,0 0,0 0,0-1,0 1,0 0,0 0,0-1,0 1,0 0,0 0,0 0,0-1,0 1,0 0,0 0,0-1,0 1,0 0,0 0,0 0,0-1,0 1,-1 0,11 6</inkml:trace>
  <inkml:trace contextRef="#ctx0" brushRef="#br0" timeOffset="15095.703">0 80,'16'81,"-2"247,-14-211,6 0,7 24,5-46,4 0,5-1,3-2,23 44,-38-99,-2 1,-1 1,-3-1,0 2,1 34,-10-71,0-1,-1 1,1-1,0 1,1-1,-1 1,0 0,1-1,0 0,-1 1,1-1,0 1,0-1,0 0,1 1,-1-1,0 0,1 0,0 0,-1 0,1 0,0-1,0 1,0 0,0-1,0 1,0-1,1 0,-1 0,0 0,1 0,-1 0,3 0,21 2,1-1,0-2,0 0,0-2,11-3,15 0,1241-64,-1224 68,164-3,95 17,-315-11,-21-1,-21 0,-73-19,61 6</inkml:trace>
  <inkml:trace contextRef="#ctx0" brushRef="#br0" timeOffset="16315.174">81 0,'108'13,"477"19,315-33,-534-3,-365 3,0 1,1 0,-1 0,1 0,-1 0,1 0,-1 0,1 0,-1 0,1 1,-1-1,0 0,1 1,-1-1,1 1,-1 0,0-1,0 1,1 0,-1 0,0 0,0 0,0 0,0 0,0 0,0 0,0 1,0-1,-1 0,1 0,0 1,-1-1,1 1,-1-1,1 0,-1 1,0-1,0 1,0-1,1 1,-1-1,-1 1,1-1,0 2,23 131,-10-86,10 83,-5 1,-1 92,-11-111,5 1,5-2,30 111,54 87,-94-336,-3 12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1:39.63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13919 834,'26'-22,"-1"-2,-1-1,-1-1,-1-1,-1-1,-2-1,-1-1,-1 0,12-32,-16 33,-1-1,-1 0,-2-1,-1-1,-2 1,-1-1,-1 0,-2 0,-1 0,-1-1,-4-16,3 41,0 1,0-1,0 1,-1-1,0 1,-1-1,0 1,0 0,0 0,-1 0,0 1,-1-1,1 1,-1 0,0 0,-6-4,10 9,-1 0,1 0,-1 0,0 0,0 0,1 1,-1-1,0 0,0 1,0-1,0 1,0 0,1 0,-1 0,0 0,0 0,0 0,0 0,0 1,0-1,0 1,1-1,-1 1,0 0,0-1,1 1,-1 0,0 0,1 1,-1-1,1 0,-1 0,1 1,0-1,-1 2,-34 63,29-32,1 1,2 0,2 0,1 0,1 0,2 0,2 0,1 0,2-1,1 0,1 0,3-1,11 27,-10-27,0 0,2-1,2 0,1-1,1-1,2-1,0 0,4 0,-24-27,0-1,0 1,0-1,0 1,0-1,1 1,-1-1,0 0,1 1,-1-1,1 0,0 0,-1 0,1 0,0 0,-1-1,1 1,0 0,0-1,0 0,0 1,0-1,0 0,-1 0,1 0,0 0,0 0,0 0,0-1,0 1,0 0,0-1,-1 0,1 1,0-1,0 0,-1 0,1 0,-1 0,1 0,-1-1,1 1,-1 0,0-1,1 0,62-123,-54 100,49-124,-58 149,-1 0,0 0,0 0,0 0,0 1,0-1,0 0,1 0,-1 0,0 0,0 0,0 0,1 1,-1-1,0 0,0 0,0 0,0 0,1 0,-1 0,0 0,0 0,0 0,1 0,-1 0,0 0,0 0,0 0,1 0,-1 0,0 0,0 0,0 0,1 0,-1 0,0-1,0 1,0 0,1 0,-1 0,0 0,0 0,0 0,0-1,0 1,1 0,-1 0,0 0,-1 22,-2 7,1-19,0 0,0 0,1 0,1 1,-1-1,2 0,-1 0,1 1,1-1,0 0,1 0,-1 0,2-1,0 1,0-1,0 1,3 2,-4-9,0-1,0 1,0-1,0 0,1 0,-1 0,1 0,-1-1,1 1,0-1,0 0,0 0,-1 0,1-1,0 1,0-1,0 0,0 0,0-1,0 1,0-1,0 1,1-2,25-7</inkml:trace>
  <inkml:trace contextRef="#ctx0" brushRef="#br0" timeOffset="277.324">14387 233,'22'7,"20"4,2 1</inkml:trace>
  <inkml:trace contextRef="#ctx0" brushRef="#br0" timeOffset="706.603">14908 501,'0'10,"-2"4,1 0,1 0,0 0,1-1,0 1,1 0,1 0,0 0,1-1,0 0,1 0,1 0,0 0,0-1,1 0,1 0,4 4,-8-11,0 0,0-1,0 0,1 0,0 0,0 0,0-1,0 0,0 0,1 0,-1-1,1 1,0-1,-1-1,1 1,0-1,0 0,0 0,1-1,-1 0,0 0,0 0,0-1,0 0,0 0,0 0,0-1,0 0,-1 0,1 0,-1-1,1 0,-1 0,0-1,0 1,0-1,3-3,0-5,0 0,-1 0,-1 0,0-1,0 0,-1 0,-1 0,0-1,-1 0,-1 1,0-1,-1 0,0-5,-4 6,-3 39,4-20,0 0,0 1,1-1,0 0,0 1,0 0,1-1,0 1,1-1,-1 1,1-1,1 1,-1-1,1 0,0 1,0-1,1 0,0 0,0-1,0 1,1 0,0-1,0 0,0 0,0 0,1-1,0 1,0-1,0 0,1 0,2-2,-1 0,0 0,0-1,1 1,-1-2,1 1,-1-1,1 0,-1-1,1 0,-1 0,0 0,1-1,-1 0,0-1,0 0,0 0,-1 0,1-1,-1 1,1-2,-1 1,5-6,-2 3,-1-1,0 0,0-1,0 0,-1 0,-1-1,0 1,0-2,-1 1,0 0,0-1,-1 0,-1 0,0-1,0 0,-4 12,1 1,-1-1,1 0,-1 1,1-1,-1 0,1 1,-1-1,1 0,-1 0,1 1,-1-1,1 0,-1 0,0 0,1 0,-1 0,1 0,-1 0,0 0,1 0,-1 0,1 0,-1 0,0-1,1 1,-1 0,1 0,-1-1,1 1,-1 0,1-1,-1 1,1 0,-1-1,1 1,-1-1,1 1,0 0,-1-1,1 1,0-1,-1 0,1 1,0-1,0 1,0-1,-1 1,1-1,-3 5,0 0,0 1,0-1,1 1,0 0,0 0,0-1,0 2,1-1,0 0,0 0,0 0,0 1,1-1,0 0,0 0,1 1,-1-1,1 0,0 0,1 0,-1 0,1 0,0 0,0 0,1 0,-1-1,1 1,0-1,0 1,1-1,-1 0,1-1,0 1,0-1,0 1,0-1,1 0,-1-1,1 1,0-1,3 1,20 2,-2-5</inkml:trace>
  <inkml:trace contextRef="#ctx0" brushRef="#br0" timeOffset="977.563">15456 206,'23'14,"20"4,5-1</inkml:trace>
  <inkml:trace contextRef="#ctx0" brushRef="#br0" timeOffset="1257.514">15910 553,'-2'19,"-1"7,5 5,4-1,5-4,4-5,1-7,1-8,-4-5</inkml:trace>
  <inkml:trace contextRef="#ctx0" brushRef="#br0" timeOffset="1258.514">15910 72,'3'0,"0"0</inkml:trace>
  <inkml:trace contextRef="#ctx0" brushRef="#br0" timeOffset="-20278.334">82 5554,'-1'0,"0"1,-1 0,1 0,0-1,0 1,-1 0,1 0,0 0,0 1,0-1,0 0,0 0,1 0,-1 1,0-1,0 1,1-1,-1 0,1 1,0-1,-1 1,1-1,0 1,0-1,0 1,0-1,0 1,0-1,0 1,0-1,0 1,1-1,-1 1,1-2,-1 0,1 1,-1-1,0 0,1 0,-1 0,1 0,-1 0,0 0,1 0,-1 0,1 0,-1 0,1 0,-1 0,0 0,1 0,-1 0,1 0,-1 0,0 0,1-1,-1 1,1 0,-1 0,0-1,1 1,-1 0,0 0,1-1,-1 1,0 0,0-1,1 1,-1 0,0-1,0 1,0-1,1 1,-1 0,0-1,0 1,0-1,0 1,0 0,0-1,0 1,0-1,0 1,0-1,0 1,0 0,0-1,0 1,0-1,0 1,-1 0,1-1,0 1,0-1,-1 1,1-2,-1 1,1-1,-1 1,0 0,0-1,0 1,0 0,0-1,0 1,0 0,0 0,0 0,-1 0,1 0,0 0,-1 0,1 1,-1-1,1 0,-1 1,1-1,-1 1,1 0,-1-1,0 1,1 0,-1 0,0 0,1 0,-1 0,1 0,-1 1,1-1,-1 1,0-1,1 1,-1-1,1 1,0 0,-1 0,1-1,-1 1,1 0,0 0,0 0,0 1,0-1,0 0,0 0,0 1,0-1,0 0,0 1,1-1,-1 1,0-1,1 1,-1-1,1 1,0 0,1 1,1-1,0 0,-1 0,1 0,0 0,0 0,0 0,1 0,-1-1,0 1,1-1,-1 0,1 1,-1-1,1 0,-1-1,1 1,0 0,-1-1,1 1,0-1,0 0,0 0,-1 0,1 0,0-1,0 1,-1-1,1 0,0 1,-1-1,3-1,-3 0,0 1,0-1,-1 1,1-1,-1 1,1-1,-1 0,1 0,-1 0,0 0,0 0,0 0,0 0,0 0,-1 0,1-1,0 1,-1 0,0 0,0-1,1 1,-1 0,-1 0,1-1,0 1,0 0,-1-1,1 1,-1 0,0 0,0 0,0 0,0 0,0 0,0 0,0 0,-1 0,1 0,-1 1,1-1,-1 0,0 1,0 0,0-1,0 1,0 0,0 0,0 0,-1-1,1 1,1 0,-1 0,0 0,0 0,1 0,-1 0,0 1,0-1,0 1,0-1,0 1,0 0,0 0,0 0,0 0,0 0,0 0,0 0,1 0,-1 1,0-1,0 1,0 0,0-1,0 1,1 0,-1 0,0 0,1 0,-1 1,1-1,-1 0,1 1,-1-1,1 1,0-1,0 1,0 0,0-1,0 1,0 0,0 0,1-1,-1 3,0 0,0 0,0 0,1 0,0 0,0 0,0 0,0 0,0 0,1 0,0-1,0 1,0 0,0 0,1 0,-1-1,1 1,0-1,0 1,0-1,0 0,1 0,-1 0,1 0,0 0,0-1,0 1,0-1,1 0,-1 1,1-2,-1 1,1 0,-1-1,1 0,0 1,0-1,0-1,0 1,0-1,0 1,-3-2,0 1,0 0,0 0,0-1,0 1,0 0,0-1,-1 1,1-1,0 1,0-1,0 0,0 1,-1-1,1 0,0 0,-1 1,1-1,0 0,-1 0,1 0,-1 0,1 0,-1 0,0 0,1 0,-1 0,0 0,0 0,0 0,0 0,0 0,0 0,0 0,0 0,0 0,0 0,0 0,-1 0,1 0,0 0,-1 0,1 0,-29-36,91 3,-20-2,-1-1,-2-2,-2-2,23-33,-33 42,331-428,-133 165,120-112,296-227,-299 304,-95 86,10 11,257-176,-108 148,150-60,309-153,-725 396,3 6,3 6,3 7,2 6,114-23,253-12,-512 87,-3 1,-1 0,1 0,0-1,-1 1,1-1,-1 0,1 0,-1 1,0-2,1 1,-1 0,0 0,1-1,-1 1,0-1,0 0,-1 1,1-1,-33-19,8 13,-2 2</inkml:trace>
  <inkml:trace contextRef="#ctx0" brushRef="#br0" timeOffset="-17373.658">6352 474,'35'5,"33"11,-16-5,0 1,-1 3,-1 3,0 1,7 7,-46-21,-1 0,0 1,0 1,-1 0,1 0,-2 1,1 0,-1 0,0 1,-1 0,0 1,0-1,-1 1,0 1,1 3,-6-11,-1-1,1 1,-1-1,0 1,1 0,-1-1,-1 1,1-1,0 1,-1 0,1-1,-1 1,1-1,-1 1,0-1,0 0,-1 1,1-1,0 0,-1 0,1 0,-1 0,0 0,0 0,1 0,-1 0,-1-1,1 1,0-1,0 0,-1 1,-77 29,41-23,-1-2,-1-2,1-2,-1-1,-35-5,74 4,1 0,0 1,-1-2,1 1,-1 0,1 0,0 0,-1-1,1 1,0 0,-1-1,1 1,0-1,0 0,-1 0,1 1,0-1,0 0,0 0,0 0,0 0,0 0,0 0,0 0,1 0,-1-1,0 1,1 0,-1 0,1-1,-1 1,1 0,-1-1,1 1,0 0,0-1,0 1,0-1,0 1,0 0,0-1,0 1,0 0,1-1,-1 1,1-1,5-38,-2 24,-1-1,0 1,-2 0,0-1,0 1,-2 0,0-1,-1 1,-1 0,0-1,3 18,0-1,0 0,0 1,-1-1,1 0,0 0,0 1,0-1,0 0,0 0,-1 1,1-1,0 0,0 0,-1 1,1-1,0 0,0 0,-1 0,1 1,0-1,-1 0,1 0,0 0,0 0,-1 0,1 0,0 0,-1 0,1 0,0 0,-1 0,1 0,0 0,-1 0,1 0,0 0,-1 0,1 0,0 0,0 0,-1 0,1-1,0 1,-1 0,-2 60,1 0,4 1,2-1,12 56,-13-96,0 1,-1-79,-5 19,-2 0,-2 0,-1 1,-2 0,-2 1,-1 0,-2 1,-3-2,3 14,78 59,9-10,2-3,49 8,103 30,-216-56,-6-3,1 0,-1 0,0 0,1 1,-1 0,0-1,0 2,0-1,-1 0,1 1,-1-1,1 1,-1 0,0 1,0-1,0 0,2 4,-5-4,-1 0,0 0,0 0,0 0,0-1,0 1,0 0,-1 0,1-1,-1 1,0-1,0 0,0 1,0-1,0 0,-1 0,1 0,0-1,-1 1,1 0,-1-1,0 0,0 1,1-1,-1 0,-2 0,4-1,-49 22,-2-3,0-1,0-3,-2-3,0-2,0-2,0-2,-35-3,81-5,30-3,-18 4,398-95,-369 87,-33 10,0-1,0 0,0 0,0 1,0-1,0 0,0 1,0-1,0 0,0 0,0 1,1-1,-1 0,0 0,0 1,0-1,0 0,0 0,1 1,-1-1,0 0,-67 29,-2-3,-1-3,0-2,-61 7,94-21,26-9,26-7,237-81,-192 71,75-21,-128 37,-20 5,-258 67,268-68,-27 2,29-3,1 0,0 0,-1 0,1 0,0 0,-1 0,1 0,-1 0,1 0,0 0,-1 0,1 0,-1 0,1 0,0 0,-1-1,1 1,-1 0,1 0,0 0,-1-1,1 1,0 0,0 0,-1-1,1 1,0 0,-1-1,1 1,0 0,0-1,0 1,-1 0,1-1,0 1,0 0,0-1,0 1,0-1,0 1,0 0,0-1,0 1,0-1,0 1,0 0,0-1,0 1,0-1,0 1,0 0,0-1,1 1,-1 0,0-1,0 1,0 0,1-1,-1 1,0-1,83-92,-80 89,0 1,0-1,0 0,-1 0,1 0,-1 0,0-1,-1 1,1 0,-1-1,0 1,0-1,0 1,0-1,-1 0,0 1,0-1,0 0,-1 1,1-1,-1 0,0 1,-1-1,1 1,-1-1,0 1,0 0,0 0,0 0,-3-4,-5-1,1 0,-2 1,1 0,-1 0,0 1,0 0,-1 1,0 0,0 1,0 1,-1 0,0 0,0 1,-20-7,23 6,22 6,7 2,0 0,-1 2,1 0,-1 1,0 1,-1 0,1 2,-2 0,1 0,-2 2,1 0,-2 1,0 0,0 1,-1 1,5 8,26 69,-49-99,-1 0,1 0,-1 1,-1 0,1 0,-1 1,1 0,-2 0,1 0,0 1,-1 0,0 0,0 1,-5-1,-29-9</inkml:trace>
  <inkml:trace contextRef="#ctx0" brushRef="#br0" timeOffset="-8355.25">7876 460,'-10'60,"-3"0,-2-2,-3 1,-17 34,10-44,22-63,58-231,-3-63,-52 307,0 0,-1-1,1 0,0 0,0 0,0 1,0-1,0 0,0 0,0 1,0-1,1 0,-1 0,1 1,0-1,-1 0,1 1,0-1,0 0,0 1,0 0,0-1,0 1,0-1,1 1,-1 0,1 0,-1 0,0 0,1 0,0 0,-1 0,1 0,-1 1,1-1,0 1,0-1,-1 1,1 0,0-1,0 1,0 0,-1 0,1 0,0 1,1-1,7 7,-1 1,0 0,0 0,-1 0,0 2,0-1,-1 1,5 8,-7-11,17 31,-2 1,-2 1,-1 0,-2 1,-2 1,-2 1,-1-1,-3 2,-1-1,-2 1,-2 0,-2-1,-2 1,-2 0,-4 28,8-72,-1-1,1 1,0 0,0 0,0 0,0 0,-1-1,1 1,0 0,0 0,0 0,0 0,-1 0,1 0,0 0,0 0,0 0,-1 0,1-1,0 1,0 0,-1 0,1 0,0 0,0 0,0 0,-1 1,1-1,0 0,0 0,0 0,-1 0,1 0,0 0,0 0,0 0,-1 0,1 1,-2-18</inkml:trace>
  <inkml:trace contextRef="#ctx0" brushRef="#br0" timeOffset="-8184.593">7676 727,'-14'0,"-2"0,8 0,15 0,23-2,23-3,24-6,21-2,12-2,6 2,-17 3</inkml:trace>
  <inkml:trace contextRef="#ctx0" brushRef="#br0" timeOffset="-7177.95">8598 714,'-9'-7,"1"1,1 0,-1 1,0 0,0 0,0 1,-1 0,1 0,-1 1,0 0,0 1,-2-1,7 5,1-1,-1 1,1-1,-1 1,1 0,0 0,-1 0,1 1,0-1,0 1,1 0,-1 0,1 0,-1 0,1 0,0 0,0 0,0 1,1-1,-1 1,1 0,0-1,0 1,0 0,0 0,1 3,-4 4,1 0,0 1,1-1,1 1,0 0,0-1,1 1,0 0,1 0,1-1,0 1,0 0,1-1,4 10,-6-18,1-1,-1 0,0 0,1 0,-1 0,1 0,-1 0,1 0,0 0,0 0,0-1,0 1,0-1,0 0,1 1,-1-1,0 0,1 0,-1-1,1 1,-1 0,1-1,-1 0,1 1,-1-1,1 0,-1 0,1 0,-1-1,1 1,-1-1,1 1,-1-1,1 0,1-1,4-1,0-1,-1-1,1 0,-1 0,0 0,0-1,0 0,-1 0,4-5,8-13,0 0,-1-1,-2-1,-1-1,0 0,-3 0,0-2,-1 1,-2-1,3-23,-1-6,-3-1,-2 0,-3 0,-5-58,-8 33,0 68,2 39,2 35,2 1,4-1,2 8,-1-34,-1 29,3 0,3 0,2 0,3-1,11 32,-20-83,1-1,1 1,0-1,0 0,0 0,1-1,0 1,1-1,0 1,0-1,0-1,1 1,0-1,0 0,1 0,0-1,-5-4,-1 0,1-1,0 0,0 1,-1-1,1 0,0 0,0 0,0 0,-1 0,1 0,0-1,0 1,-1 0,1-1,0 1,-1-1,1 0,0 0,-1 0,1 0,-1 0,1 0,-1 0,0 0,1 0,-1-1,0 1,0 0,0-1,0 1,0-1,0 1,0-1,-1 0,1 1,-1-1,23-65,-15 24,-2 0,-2 0,-2-1,-1 1,-3 0,-3-12,-6-1,4 54,7 19,0-14,2 1,-1-1,0 1,1-1,-1 0,1 1,0-1,0 0,1 0,-1 0,0-1,1 1,0 0,0-1,-1 0,2 0,-1 0,0 0,0 0,0 0,1-1,-1 0,1 1,-1-1,3 0,95 13,-97-14,126 3,-128-4,0 1,0 0,0 0,1 0,-1 0,0 0,0 1,0-1,1 1,-1-1,0 1,0 0,0 0,0 0,0 0,0 0,0 0,-1 0,1 1,0-1,-1 1,1-1,-1 1,1 0,-1 0,0-1,0 1,0 0,0 0,0 0,0 0,0 0,-1 1,1-1,-1 0,1 0,-1 0,0 1,0 1,-6 68,3 55,4-122,-1 1,2-1,-1 0,1 0,-1 0,2-1,-1 1,0 0,1-1,0 1,0-1,0 0,0 0,1 0,0 0,0-1,0 0,0 1,0-1,1-1,-1 1,2 0,-1-1,1 1,-1-1,1-1,0 1,-1-1,1 0,0 0,0-1,-1 0,1 0,0 0,0-1,0 1,-1-1,1-1,0 1,-1-1,1 0,-1 0,0-1,1 0,-1 0,0 0,-1 0,1-1,-1 1,1-1,-1-1,1-1,7-7,-1 0,-1-1,0 0,-1-1,-1 0,0 0,-1-1,0 1,1-10,-2 8,-2 0,0 0,-1 0,0 0,-1-1,-1 1,-1-1,-1-7,1 24,0-1,0 1,0 0,0 0,0 0,0 0,0 0,0 0,0 0,0-1,-1 1,1 0,-1 0,1 0,0 0,-1 0,0 0,1 0,-1 0,0 1,1-1,-1 0,0 0,0 0,0 1,0-1,1 0,-1 1,0-1,0 1,0-1,-1 1,1-1,0 1,0 0,0 0,0-1,0 1,0 0,0 0,0 0,-1 0,1 0,0 1,0-1,0 0,0 0,0 1,0-1,0 1,0-1,0 1,0-1,0 1,0 0,0-1,0 1,0 0,1 0,-1-1,0 1,0 0,1 0,-1 0,-5 7,0-1,1 1,0 0,1 0,-1 0,2 1,-1-1,1 1,0 0,1 0,0 0,0 0,1 1,1-1,-1 0,1 0,1 1,0-1,0 0,1 0,0 1,0-1,1-1,0 1,1 0,0-1,0 0,1 0,0 0,1 0,-1-1,1 0,1 0,0 0,7 2,0-1,0 0,1-1,-1-1,2-1,-1 0,0 0,1-2,0 0,0-1,0 0,0-1,0-1,4-1,17-2</inkml:trace>
  <inkml:trace contextRef="#ctx0" brushRef="#br0" timeOffset="-4573.397">10255 553,'-23'2,"-1"0,1 1,-1 2,1 0,0 2,1 0,-1 1,-5 4,-16 17,43-28,0 0,0 0,0-1,0 1,1 0,-1 0,0 0,1 0,-1 1,1-1,-1 0,1 0,0 0,-1 0,1 0,0 1,0-1,0 0,0 0,0 0,0 1,0-1,0 0,0 0,1 0,-1 0,0 1,1-1,-1 0,1 0,-1 0,1 0,0 0,-1 0,1 0,0 0,0 0,-1-1,1 1,1 1,87 49,-82-49,0 0,0 1,0-1,0 2,0-1,0 1,-1 0,0 0,0 1,0-1,0 1,-1 1,1-1,-2 1,1 0,0 0,-1 0,0 1,-1 0,0-1,0 1,0 1,0 0,-4-2,1 0,-1 0,0 0,-1 0,0 0,1 0,-2-1,1 1,-1 0,0-1,0 0,0 0,-1 0,0 0,0 0,0-1,0 0,-1 1,0-2,0 1,0-1,0 1,0-1,-1-1,1 1,-1-1,0 0,0 0,0-1,0 1,0-1,0-1,0 1,0-1,-4 0,8 0,0 0,0-1,0 1,1 0,-1 0,0-1,0 0,0 1,0-1,0 0,1 0,-1 0,0 0,1 0,-1 0,0 0,1-1,0 1,-1 0,1-1,0 0,0 1,-1-1,1 0,1 1,-1-1,0 0,0 0,1 0,-1 1,1-1,-1 0,1 0,0 0,0 0,0 0,0 0,0 0,0 0,1 0,-1 0,0 0,1 0,0 0,-1 0,1 1,0-1,0 0,0 1,0-1,1 0,-1 1,0-1,0 1,2-1,7-4,0 0,0 1,1 0,-1 1,1 1,0 0,0 0,1 1,-1 0,0 1,1 0,9 1,-4-1,-6 0,25-1,0-2,-1-1,1-2,3-3,-29 7,0 0,-1-1,0 0,1 0,-1-1,-1 0,1-1,-1 0,0 0,0-1,-1 0,0 0,0-1,0 0,-1 0,4-9,-6 12,-1-1,1 0,-2-1,1 1,-1 0,0-1,0 0,0 1,-1-1,0 0,-1 0,1 0,-1 1,-1-2,0 6,-1 1,1 0,-1-1,1 1,-1 0,0 0,0 0,0 0,1 0,-1 1,0-1,0 0,0 1,0-1,0 1,0 0,0 0,0 0,0 0,0 0,0 0,-1 0,1 1,0-1,1 1,-1-1,0 1,0 0,0 0,0 0,0 0,1 0,-1 0,0 1,1-1,-1 0,1 1,0-1,-1 1,-6 3,0 0,0 1,0 0,1 0,0 1,0 0,0 0,1 0,0 1,1 0,-1 0,2 1,-1-1,1 1,0 0,1 0,0 0,1 1,0-1,0 1,1 0,0-1,1 1,0 0,0 2,3-7,-1 0,0 0,1 0,0 0,0-1,1 1,-1-1,1 0,0 0,0 0,0-1,0 1,1-1,-1 0,1 0,0-1,0 1,0-1,1 0,107 25,71-20,-95-10</inkml:trace>
  <inkml:trace contextRef="#ctx0" brushRef="#br0" timeOffset="-1339.51">11753 674,'1'153,"-7"255,4-369,-1 0,-2-1,-2 0,-1 0,-2 0,-11 25,-10-16,30-47,1 1,-1 0,0-1,0 1,0 0,1-1,-1 1,0-1,0 1,0-1,0 0,0 1,0-1,0 0,0 0,0 0,0 1,0-1,0 0,0-1,-1 1,1 0,0 0,0 0,0 0,0-1,0 1,0-1,1 1,-1-1,0 1,0-1,0 1,0-1,0 0,1 1,-1-1,0 0,1 0,-1 1,0-1,1 0,-1 0,1 0,-1 0,1 0,0 0,-1 0,-4-10,1 0,0 0,1 0,0-1,1 1,0-1,0 0,2 0,-1-5,0-3,-36-547,29 470,7 95,1 1,0-1,0 1,0-1,0 1,0-1,0 1,0-1,1 1,-1-1,0 1,1-1,-1 1,1 0,0-1,-1 1,1 0,0-1,0 1,0 0,0 0,0 0,0 0,0 0,0 0,0 0,0 0,1 0,-1 0,0 1,1-1,-1 1,1-1,-1 1,1-1,-1 1,0 0,1 0,-1-1,1 1,-1 0,1 1,-1-1,1 0,-1 0,2 1,15 4,0 1,-1 0,0 2,0 0,-1 0,0 2,0 0,-1 1,-1 0,1 1,5 8,26 37,-45-55,0-1,0 1,0 0,0 0,0 0,0 0,-1 0,1 0,-1 0,0 0,1 0,-1 0,0 0,0 0,0 0,-1 0,1 0,0 0,-1 0,1 0,-1 0,0 0,0 0,0 0,0 0,0 0,0-1,0 1,0 0,-1-1,1 1,-2 0,-1 1,-1 1,1-1,-1-1,0 1,1-1,-1 0,0 0,0 0,-1-1,1 0,0 0,0 0,-1-1,1 1,-1-1,1 0,0-1,-1 0,1 1,0-2,-3 0,7 2,0-1,0 0,0 0,0 0,0 0,0 0,1 0,-1 0,0-1,1 1,-1 0,0 0,1-1,0 1,-1 0,1 0,0-1,-1 1,1-1,0 1,0 0,0-1,0 1,0 0,1-1,-1 1,0 0,1-1,-1 1,1 0,-1 0,1-1,-1 1,1 0,0-1,29-43,51-50,-46 57,-2-1,-2-2,3-9,-15 15,-1-2,-2 0,-2-1,-2 0,-1-1,-1-1,-3 1,-1-1,-2-1,-2 1,-2-1,-1 1,-4-15,-6-9,11 64,0 1,0-1,0 0,0 0,0 1,-1-1,1 0,0 1,0-1,0 0,0 0,-1 1,1-1,0 0,0 0,-1 1,1-1,0 0,0 0,-1 0,1 0,0 1,-1-1,1 0,0 0,0 0,-1 0,1 0,0 0,-1 0,1 0,0 0,-1 0,1 0,0 0,-1 0,1 0,0 0,-1 0,1 0,0 0,0-1,-1 1,1 0,0 0,-1 0,1 0,0-1,0 1,-1 0,1 0,0-1,0 1,0 0,-1 0,1-1,0 1,0 0,0-1,0 1,-20 115,18-83,-14 196,9 48,7-247,1 0,1 1,2-1,1-1,7 23,-10-43,0 0,1-1,0 1,1-1,0 0,0 0,0 0,1 0,0-1,0 0,1 0,-1 0,1-1,1 1,-1-2,1 1,0-1,0 0,0 0,0-1,1 0,-1 0,1-1,-1 1,-1-2,1 1,0-1,-1 0,1 0,0-1,0 0,0 0,0-1,-1 0,1 0,0 0,-1-1,1 0,-1 0,1-1,-1 0,0 0,0 0,0-1,-1 0,1 0,-1 0,0-1,0 0,-1 0,1 0,-1 0,3-6,6-19</inkml:trace>
  <inkml:trace contextRef="#ctx0" brushRef="#br0" timeOffset="-1077.636">11740 487,'11'-3,"20"-2,25-1,23 1,17 4,5 6,-14 2</inkml:trace>
  <inkml:trace contextRef="#ctx0" brushRef="#br0" timeOffset="-748.609">12395 915,'10'-18,"-1"0,-1-1,-1 0,0 0,-2-1,0 0,-1 0,-1 0,-1-1,-1 1,0 0,-3-21,2 37,-1-1,1 1,-1-1,0 1,0 0,-1 0,1 0,-1 0,0 0,0 0,0 0,0 0,-1 1,0-1,-1-1,4 6,1-1,-1 0,0 0,0 0,0 0,0 0,0 1,0-1,0 0,0 0,0 0,0 0,0 1,0-1,0 0,0 0,0 0,0 1,0-1,0 0,0 0,0 0,0 0,0 1,0-1,0 0,0 0,0 0,0 0,0 1,0-1,-1 0,1 0,0 0,0 0,0 0,0 1,0-1,0 0,-1 0,1 0,0 0,0 0,0 0,0 0,-1 0,1 0,0 0,0 0,0 0,-1 0,1 0,0 0,0 0,0 0,-1 0,7 5,0 0,0-1,0 0,0 0,1 0,-1-1,1 0,0 0,0-1,0 0,0 0,0 0,1-1,-1 0,0-1,1 0,-6 0,194 14,-194-14,1 0,-1 0,0 0,1 0,-1 1,0-1,1 1,-1-1,0 1,1 0,-1 0,0 0,0 0,0 1,0-1,0 0,0 1,-1 0,1-1,0 1,-1 0,1 0,-1 0,1 0,-1 0,0 0,0 0,0 0,0 0,-1 1,1-1,0 0,-1 1,0-1,1 0,-1 1,0-1,0 1,0-1,-1 0,1 1,-1-1,0 2,-76 176,76-179,0 1,0 0,0 0,0 0,1 0,-1 0,1 1,-1-1,1 0,0 0,0 0,0 0,0 0,0 1,0-1,1 0,-1 0,1 0,-1 0,1 0,0 0,0 0,0 0,0 0,0 0,0-1,1 1,-1 0,1-1,-1 1,1-1,-1 1,1-1,0 0,0 0,-1 0,1 0,0 0,0 0,0 0,0 0,0-1,1 1,-1-1,2 0,15 2,0-1,-1-1,1-1,0-1,0-1,-1 0,1-1,4-2,-21 5,68-17</inkml:trace>
  <inkml:trace contextRef="#ctx0" brushRef="#br0" timeOffset="17830.108">8545 1784,'0'0</inkml:trace>
  <inkml:trace contextRef="#ctx0" brushRef="#br0" timeOffset="19032.323">8545 1784,'19'-73,"-13"84,-8 27,-1 1,-2-1,-8 33,4-24,-22 150,30-196,1 0,0 1,-1-1,1 0,0 1,-1-1,1 1,0-1,0 0,0 1,0-1,0 1,1-1,-1 1,0-1,1 0,-1 1,1-1,-1 0,1 1,0-1,-1 0,1 0,0 0,0 0,0 0,0 0,0 0,0 0,0 0,0 0,2 1,5-7</inkml:trace>
  <inkml:trace contextRef="#ctx0" brushRef="#br0" timeOffset="19393.468">8438 1543,'21'11,"1"1,-1 1,-1 1,0 1,-1 0,-1 2,0 0,-1 1,-1 1,-1 0,-1 1,3 6,5 5,-1 1,-2 0,-1 2,-2 0,-1 1,-1 0,-3 2,0-1,-3 1,3 24,-10-54,-1 0,1 0,-1 0,-1 0,1 1,-1-2,0 1,-1 0,0 0,0 0,0-1,-1 1,0-1,0 1,-1-1,0 0,0-1,0 1,0-1,-1 0,0 0,0 0,-1 0,1-1,-1 0,0 0,0-1,-6 3,-16 4,0-1,0-1,-1-2,0-1,0-1,0-2,-1-1,1-1,-1-1,-11-3,49-3,11 1</inkml:trace>
  <inkml:trace contextRef="#ctx0" brushRef="#br0" timeOffset="19713.461">9440 1890,'-3'-6,"-1"0,1 0,-1 0,-1 1,1-1,-1 1,0 0,0 0,0 0,-1 1,1 0,-1 0,0 1,-1-1,1 1,0 0,-1 1,0 0,0 0,1 0,-1 1,0 0,0 0,0 1,0 0,0 0,0 1,0-1,0 2,0-1,0 1,-6 2,1 1,1 0,0 0,0 1,0 0,1 1,0 1,0-1,1 2,0-1,0 1,1 1,0-1,1 1,0 1,0-1,1 1,1 0,0 1,0-1,1 1,1 0,0 0,1 0,0 0,0 1,1-1,1 1,0-1,1 1,1-1,-1 0,2 0,0 0,0 0,1 0,1 0,0-1,0 0,1 0,1 0,0-1,2 3,5 0,1 0,0-1,1-1,0 0,1-1,0-1,0-1,1 0,0-1,1-1,-1 0,1-2,0 0,1-2,-1 0,0 0,1-2,-1-1,1 0,-1-1,1-2,17-3</inkml:trace>
  <inkml:trace contextRef="#ctx0" brushRef="#br0" timeOffset="19983.308">9895 1984,'9'0,"10"0,8 0,9 0,8 0,4 0,5 0,1 0,-1 0,-8 0,-9 3,-10 2,-11 1</inkml:trace>
  <inkml:trace contextRef="#ctx0" brushRef="#br0" timeOffset="20171.589">9975 2184,'16'10,"14"2,14-3,12-3,11-4,8-3,6-2,-10 1</inkml:trace>
  <inkml:trace contextRef="#ctx0" brushRef="#br0" timeOffset="20693.973">10924 1890,'-8'4,"-1"0,0 0,1 1,0 0,0 0,0 1,1 0,-1 1,1-1,1 1,0 1,0-1,0 1,1 0,0 0,0 1,1-1,0 1,1 0,0 0,0 0,-1 10,1-9,-1 1,2-1,-1 1,1 0,1 0,0 0,1 0,0 0,0 0,1 0,1 0,0 0,0 0,1-1,0 1,1-1,1 0,-1 0,1 0,1 0,0-1,0 0,1 0,0-1,1 0,0 0,0 0,0-1,1-1,1 1,-2-2,1 0,0 0,0-1,0 0,0-1,1 0,0 0,-1-1,1 0,0-1,0 0,0 0,0-1,0-1,0 0,0 0,0-1,0 0,0-1,-1 0,1 0,-1-1,0 0,0-1,0 0,-1 0,0-1,0 0,0 0,-1-1,0 0,0-1,0 1,-1-1,-1-1,1 1,-1-1,2-4,-4 3,-1 1,0-1,0 0,-1 0,0 0,-1 0,0 0,0 0,-1 0,-1 0,0 0,0 0,-1 1,0-1,0 1,-1-1,0 1,-1 0,0 1,-1-1,1 1,-5-4,5 6,0 0,0 0,-1 0,1 1,-2 0,1 0,0 0,-1 1,0 0,0 0,0 1,0 0,-1 0,1 0,-1 1,1 1,-1-1,0 1,0 0,0 1,0 0,0 0,0 1,0 0,1 0,-1 1,0 0,-4 1,5 0,1 0,0 0,0 0,0 1,0 0,0 0,1 0,-1 1,1 0,0 0,1 0,-1 0,1 1,0 0,0 0,1 0,0 0,0 1,0-1,1 1,0-1,0 1,1 0,0 0,0 0,1 0,-1 0,2 0,-1 0,1 0,0 0,0 0,1 0,0-1,0 1,0 0,1-1,2 4,19 24</inkml:trace>
  <inkml:trace contextRef="#ctx0" brushRef="#br0" timeOffset="21024.439">11405 2252,'21'-31,"-3"-2,-1 0,-1-1,-2-1,-1 0,-2 0,5-27,7-121,-25 283,5-1,3 0,5 0,7 15,1-19,-13-58</inkml:trace>
  <inkml:trace contextRef="#ctx0" brushRef="#br0" timeOffset="22443.589">8624 2946,'0'19,"0"16,-2 17,-1 13,-2 11,-5 5,-3 1,1-4,3-10,2-13,5-15,5-21,4-22,1-9</inkml:trace>
  <inkml:trace contextRef="#ctx0" brushRef="#br0" timeOffset="22780.492">8545 2961,'170'128,"-133"-101,0 2,-2 2,-2 1,-1 2,6 9,-29-32,0 1,-1 0,0 0,-1 1,0 0,-1 0,-1 0,0 1,-1 0,0 0,-1 0,0 0,-2 1,1-1,-2 1,0-1,-1 1,-1 10,0-16,0 0,0-1,0 1,-1-1,-1 1,1-1,-1 0,-1-1,1 1,-1-1,0 0,-1 0,0 0,0-1,-1 0,1 0,-1 0,-1-1,1 0,-1-1,1 1,-1-1,-1-1,1 0,0 0,-1-1,0 0,1 0,-1-1,0 0,0 0,0-1,0 0,1-1,-2 0,-9-3,0-2,0 0,1-1,0-1,0 0,1-1,0-1,-13-11,10-3,23 18</inkml:trace>
  <inkml:trace contextRef="#ctx0" brushRef="#br0" timeOffset="23105.789">9480 3161,'-7'-7,"-2"1,1 1,-1-1,1 1,-2 1,1 0,0 0,-1 1,0 0,1 0,-1 1,0 1,0 0,0 0,-1 1,1 0,0 0,0 2,0-1,0 1,0 0,1 1,-1 0,1 1,-1 0,1 0,0 1,1 0,-5 4,3-2,1-1,0 1,0 1,1 0,0 0,1 1,0-1,0 2,0-1,2 1,-1 0,1 0,0 0,1 1,1 0,-1-1,2 2,-1-1,2 0,-1 0,2 1,-1-1,1 0,1 1,0-1,1 0,0 0,1 0,0 0,1 0,0 0,0-1,1 0,1 0,0 0,0 0,6 6,1-6,0 0,1 0,0-1,1-1,0-1,0 0,1 0,0-2,0 0,0-1,0 0,1-2,0 0,-1 0,1-2,0 0,-1-1,1-1,0 0,-1-1,1-1,-1 0,0-2,-1 1,1-2,-1 0,10-7,14-10</inkml:trace>
  <inkml:trace contextRef="#ctx0" brushRef="#br0" timeOffset="23378.215">9882 3174,'-3'4,"7"5,9 0,11-2,12-1,9-2,8-2,3-1,-1-1,-3 0,-8-1,-12 3,-11 1</inkml:trace>
  <inkml:trace contextRef="#ctx0" brushRef="#br0" timeOffset="23642.253">9828 3401,'14'14,"15"4,17 0,14-4,11-7,4-6,3-6,-11-2</inkml:trace>
  <inkml:trace contextRef="#ctx0" brushRef="#br0" timeOffset="24455.538">10830 3201,'92'-122,"-8"-6,-65 104,-19 24,1-1,-1 1,0 0,1-1,-1 1,0 0,1 0,-1 0,1-1,-1 1,1 0,-1 0,0 0,1 0,-1 0,1 0,-1 0,1 0,-1 0,1 0,-1 0,0 0,1 0,-1 0,1 0,-1 0,1 1,-1-1,0 0,1 0,-1 0,1 1,-1-1,0 0,1 1,-1-1,0 0,1 1,-1-1,0 0,0 1,1-1,-1 0,0 1,0-1,0 1,1-1,-1 1,0-1,0 0,0 1,0-1,0 1,0-1,0 1,0-1,0 1,0-1,0 0,-1 1,6 152,-12 32,-15 56,14-212,8-28,-1-1,1 1,-1-1,1 1,-1-1,1 0,-1 1,0-1,1 0,-1 0,1 1,-1-1,0 0,1 0,-1 0,0 0,1 0,-1 0,1 0,-1 0,0 0,1 0,-1 0,0 0,1 0,-1-1,1 1,-1 0,0 0,1-1,-1 1,1 0,-1-1,1 1,-1-1,1 1,-1 0,1-1,-1 1,1-1,0 0,-1 1,-33-38,35 37,-1 0,1 0,0 0,-1 0,1 1,0-1,0 0,0 1,-1-1,1 0,0 1,0-1,0 1,0-1,0 1,0 0,0-1,0 1,0 0,0 0,1 0,-1 0,0 0,0 0,0 0,0 0,0 0,0 0,0 1,2-1,335 11,-308-9</inkml:trace>
  <inkml:trace contextRef="#ctx0" brushRef="#br0" timeOffset="25310.337">11459 3214,'25'-30,"-1"0,-1-2,-2-1,-2-1,-1 0,8-22,-22 47,-3 7,12-22,-13 24,0 0,0-1,0 1,0 0,0 0,0-1,0 1,0 0,0-1,0 1,0 0,1 0,-1-1,0 1,0 0,0 0,0-1,0 1,1 0,-1 0,0 0,0-1,0 1,1 0,-1 0,0 0,0 0,1-1,-1 1,0 0,0 0,1 0,-1 0,0 0,1 0,-1 0,0 0,0 0,1 0,-1 0,0 0,1 0,-1 0,0 0,0 0,1 0,-1 0,0 0,0 0,1 1,-1-1,0 0,0 0,1 0,-1 0,0 1,0-1,0 0,1 0,-1 0,0 1,0-1,0 0,0 0,1 1,-1-1,0 0,0 1,0-1,3 106,-4-28,-1-7,2 0,4 1,7 27,-10-92,0-6,0 0,0 1,-1-1,1 1,0-1,-1 1,0-1,1 1,-1-1,0 1,0-1,1 1,-1 0,-1-1,1 1,0-1,0 1,0-1,-1 1,1-1,-1 1,1-1,-1 1,0-1,0 1,0-1,1 0,-1 1,0-1,0 0,-1 0,1 0,0 0,0 0,-1 0,1 0,0 0,-1-1,1 1,-1 0,1-1,-1 1,1-1,-2 1,-68-5,161 1,125-10,-198 12</inkml:trace>
  <inkml:trace contextRef="#ctx0" brushRef="#br0" timeOffset="26651.277">12475 2465,'4'0,"7"0,8 0,7 0,6 0,7 3,4 2,1 3,0 3,-1 1,-3-1,-3-3,-9-2</inkml:trace>
  <inkml:trace contextRef="#ctx0" brushRef="#br0" timeOffset="26913.568">12502 2626,'4'9,"11"3,12 0,11-3,11-2,10-3,6-2,3-1,0-3,-6-4,-13-1</inkml:trace>
  <inkml:trace contextRef="#ctx0" brushRef="#br0" timeOffset="27191.171">13036 2372,'-1'1,"0"-1,0 1,0-1,0 1,-1 0,1-1,0 1,0 0,0 0,0 0,1 0,-1 0,0 0,0 0,0 0,1 0,-1 0,1 0,-1 0,1 1,-1-1,1 0,0 0,-1 1,1-1,0 0,0 0,0 1,0-1,0 0,0 1,0-1,1 0,-1 0,0 1,1-1,-1 0,1 0,0 1,40 36,-8-22,0-1,0-1,2-2,10 1,-9-2,-2 1,1 1,-2 2,4 3,-32-16,-1 0,0 0,0 0,0 0,0 1,0-1,0 1,-1 0,1 1,-1-1,0 0,0 1,0 0,-1-1,1 1,-1 0,0 1,0-1,0 0,-1 1,1-1,-1 0,0 1,0 0,-1-1,1 1,-1-1,0 1,-1 0,1-1,-1 1,0 0,0 2,-9 8,0-1,-1 0,0 0,-1-1,-1 0,0-1,0-1,-1 0,-1 0,0-2,0 0,-1-1,0 0,-2 0,-10 6,6-1,10-6</inkml:trace>
  <inkml:trace contextRef="#ctx0" brushRef="#br0" timeOffset="29561.488">15322 2478,'14'-2,"15"-1,15 0,9-1,4-1,-1 1,-5 6,-8 5,-13 5,-11 1</inkml:trace>
  <inkml:trace contextRef="#ctx0" brushRef="#br0" timeOffset="29808.977">15363 2666,'16'7,"14"4,16 1,11 0,10-1,7-4,-1-4,-11-3</inkml:trace>
  <inkml:trace contextRef="#ctx0" brushRef="#br0" timeOffset="30058.969">16178 2305,'7'9,"6"10,9 11,9 9,8 7,7 5,5 3,2 2,0-3,-3-3,-3-6,-5-5,-7-7,-10-8,-11-6,-11-10,-5-6</inkml:trace>
  <inkml:trace contextRef="#ctx0" brushRef="#br0" timeOffset="30305.308">16578 2386,'-15'13,"-13"12,-6 10,-4 9,-2 6,1 3,0 2,3-2,5-5,5-6,7-6,9-6,9-9,9-10,5-12,1-5</inkml:trace>
  <inkml:trace contextRef="#ctx0" brushRef="#br0" timeOffset="30661.624">16138 2639,'7'-2,"11"-1,14 0,15 1,14 0,9 1,9 1,5-1,-1 4,-2 0,-12 0,-12-1,-13 0,-16 1,-13 1,-14-3,-8-2</inkml:trace>
  <inkml:trace contextRef="#ctx0" brushRef="#br0" timeOffset="28099.141">14052 2412,'2'0,"1"4,0 7,-1 8,0 7,-3 7,-4 4,-3 2,0 2,-1-1,1-4,1-5,3-6,1-7</inkml:trace>
  <inkml:trace contextRef="#ctx0" brushRef="#br0" timeOffset="28453.487">13972 2199,'10'30,"2"0,1-1,1 0,1-1,2-1,1 0,1-2,0 0,3-1,0-1,1 0,12 7,64 72,-44-24,-54-75,1 0,-1 0,0 0,0 0,0 0,0 0,0 0,-1 0,0 0,1 1,-1-1,0 0,0 0,-1 0,1 0,-1 1,0-1,0 0,0 0,0 0,0 0,0 0,-1-1,0 1,1 0,-1-1,0 1,0-1,-12 8,0 0,-1-2,0 0,0 0,0-2,-1 0,0 0,-1-2,1 0,-1-1,1 0,-1-1,0-1,0-1,-111 1,127-1,1 0,-1 1,1-1,-1 0,1 0,-1 0,0 0,1 0,-1 0,1 0,-1-1,0 1,1 0,-1 0,1 0,-1 0,1-1,-1 1,1 0,-1-1,1 1,-1 0,1-1,-1 1,1-1,0 1,-1 0,1-1,0 1,-1-1,1 1,0-1,-1 1,1-1,0 0,0 1,0-1,0 1,0-1,0 1,-1-1,1 0,0 1,1-1,-1 0,8-8</inkml:trace>
  <inkml:trace contextRef="#ctx0" brushRef="#br0" timeOffset="28824.454">14962 2345,'-31'-4,"0"2,0 1,0 1,0 2,0 1,-9 3,28-3,1 0,-1 0,1 1,0 0,0 1,0 1,0 0,1 0,0 1,1 0,-1 0,1 1,1 1,-1 0,1 0,1 0,-4 7,3-4,1 0,1 0,0 0,1 1,0 0,1 0,1 0,0 1,1-1,0 1,1 0,0-1,1 1,1 0,0-1,1 1,0-1,1 1,1-1,0 0,1 0,0 0,1-1,0 0,1 0,1 0,-1-1,2 0,0-1,0 0,1 0,0-1,0 0,1-1,1 0,-1-1,12 6,-8-8,2 0,-1-1,0 0,1-1,0-1,0-1,-1 0,1-2,0 0,0 0,-1-2,1 0,-1 0,1-2,-1 0,-1-1,5-3,1-3,-8 1</inkml:trace>
  <inkml:trace contextRef="#ctx0" brushRef="#br0" timeOffset="34781.017">17301 2586,'32'-48,"6"3,74-103,-74 83,-34 80,-15 328,9-269,-4 1,-2-1,-7 11,16-83,-1 0,0 0,0 0,0 0,-1 0,1 0,0 0,-1 0,1 0,-1 0,0 0,1 0,-1-1,0 1,0 0,0 0,-1-1,1 1,0-1,0 1,-1-1,1 0,-1 1,0-1,1 0,-1 0,0 0,1 0,-1 0,0-1,0 1,0 0,0-1,0 0,0 1,0-1,0 0,0 0,-1 0,-91-47,83 45,-3-1,24 1,378-35,-353 38,-34-3,-6-1</inkml:trace>
  <inkml:trace contextRef="#ctx0" brushRef="#br0" timeOffset="36304.146">17462 2386,'-115'115,"16"-22,198-188,17-42,-87 113,-29 24,1 0,0-1,-1 1,1 0,0 0,0 0,-1 0,1 0,0 0,0 0,-1 0,1 0,0 0,-1 0,1 1,0-1,-1 0,1 0,0 1,-1-1,1 0,0 1,-1-1,1 1,-1-1,1 1,-1-1,1 1,-1-1,1 1,-1-1,1 1,-1 0,0-1,0 1,1 0,-1-1,0 1,0 0,1 0,-1-1,0 1,0 0,0-1,0 1,0 0,0 0,-1-1,4 170,-5 180,2-349,1 1,-1 0,1-1,0 1,-1 0,0 0,1-1,-1 1,0 0,0 0,0 0,0 0,0-1,-1 1,1 0,0 0,-1-1,1 1,-1 0,0-1,0 1,1 0,-1-1,0 1,0-1,-1 1,1-1,0 0,0 1,-1-1,1 0,0 0,-1 0,0 0,1 0,-1 0,1-1,-1 1,0 0,0-1,1 1,-1-1,0 0,0 0,1 1,-3-1,-4-3,0 0,0-1,0 1,1-1,-1-1,1 0,0 0,0 0,-1-3,7 8,1 0,0 0,0 0,-1 0,1 0,0 0,0-1,0 1,-1 0,1 0,0 0,0 0,0-1,-1 1,1 0,0 0,0-1,0 1,0 0,0 0,-1-1,1 1,0 0,0 0,0-1,0 1,0 0,0 0,0-1,0 1,0 0,0-1,0 1,0 0,0 0,0-1,0 1,1 0,-1 0,0-1,0 1,0 0,0 0,0-1,1 1,-1 0,0 0,0 0,0-1,1 1,-1 0,0 0,0 0,0 0,1 0,-1-1,0 1,0 0,1 0,-1 0,0 0,1 0,-1 0,0 0,0 0,1 0,-1 0,0 0,0 0,1 0,25-2,-22 2,249 2,-249-2,-1 0,0-1,0 1,0 0,0 0,0 1,-1-1,1 1,0-1,0 1,-1 0,1 0,0 0,-1 0,1 1,-1-1,1 1,1 1,-5-1,0-1,0 1,0-1,0 1,0-1,-1 1,1-1,0 1,-1-1,1 0,-1 0,1 0,-1 0,0 0,1 0,-1 0,0-1,0 1,0-1,1 1,-3 0,-19 4,-1-1,1-1,-1-1,0-1,0-1,1 0,-1-2,0-2,1 0,-3-1,-43-6,150 19,0-3,1-4,16-5,-64 0,-30 3,-20 2,-257 31,365-31,71-2,-198-4,24 2</inkml:trace>
  <inkml:trace contextRef="#ctx0" brushRef="#br0" timeOffset="68501.506">17541 2345,'-89'61,"-2"-4,-13 1,132-74,0 0,-1-2,-1-1,-1-1,-1-1,0-1,-2-1,-1-1,0-1,-2-1,2-5,-12 16,-15 41,-109 211,110-231,12-26,-5 17,103-220,-101 259,-5 115,-11 176,12-328,0 1,-1 0,1 0,0 0,-1 0,1 0,0 0,0 1,-1-1,1 0,-13-380,13 232,-1 307,-1-35,6 0,5 4,-8-128,-1-1,0 1,0 0,0 0,1 0,-1 0,0 0,0 0,1 0,-1 0,0 0,0 0,1 0,-19-192,14 173,-2 43,18 195,-11-218,-1 1,0 0,0 0,0 0,0-1,0 1,0 0,0 0,0-1,-1 1,1 0,-1-1,1 1,-1 0,0-1,0 1,1 0,-1-1,0 0,0 1,-1-1,1 1,0-1,0 0,-1 0,1 0,-1 0,1 0,-1 0,1 0,-1 0,1-1,-1 1,0 0,1-1,-1 0,0 1,0-1,1 0,-1 0,0 0,0 0,0 0,1 0,-1-1,-1 1,-52-22,69 21,292 9,-263 0,-49 0,-9-2,0 1,0-2,0 0,-1-1,1-1,-1 0,-2-1,2 1,-109 11,283-23,-139 11,-39 6,-10-1</inkml:trace>
  <inkml:trace contextRef="#ctx0" brushRef="#br0" timeOffset="85114.827">7542 4605,'-4'56,"-2"-1,-3 1,-2-2,-2 1,-4 1,-10 35,-4 0,-27 49,35-95,10-31,8-28,35-148,64-309,-67 380,-27 91,0-1,0 1,0-1,0 1,1-1,-1 0,0 1,0-1,0 1,0-1,1 1,-1-1,0 1,1-1,-1 1,0-1,1 1,-1-1,0 1,1-1,-1 1,1 0,-1-1,1 1,-1 0,1-1,-1 1,1 0,-1 0,1 0,-1-1,1 1,0 0,-1 0,1 0,-1 0,1 0,0 0,-1 0,1 0,-1 0,1 0,-1 1,1-1,0 0,-1 0,1 0,-1 1,1-1,-1 0,1 1,-1-1,1 0,-1 1,0-1,1 1,-1-1,16 35,8 50,-5 1,2 37,16 73,-26-143,3-1,1 0,3-2,3 0,14 26,-16-48,-3-9</inkml:trace>
  <inkml:trace contextRef="#ctx0" brushRef="#br0" timeOffset="85388.421">7221 5126,'20'5,"23"1,23-1,22-2,19-3,12-3,4-1,-20 0</inkml:trace>
  <inkml:trace contextRef="#ctx0" brushRef="#br0" timeOffset="86241.164">8251 5126,'-7'-2,"0"-1,0 1,0 1,-1-1,1 1,0 0,0 1,-1 0,1 0,0 1,-1 0,1 0,0 0,0 1,0 0,0 1,0-1,0 1,1 1,0-1,-1 1,1 0,0 1,1-1,-1 1,-3 5,2 0,0 0,1 0,0 1,1-1,1 2,-1-1,1 0,1 1,0 0,1-1,1 1,-1 0,2 0,0 1,0-1,1 0,0 0,2 5,-2-13,0 0,0 0,1 0,-1 0,1 0,-1 0,1-1,1 1,-1 0,0-1,1 0,0 0,0 0,0 0,0 0,0 0,0-1,1 1,-1-1,1 0,0 0,-1-1,1 1,0-1,0 0,0 0,0 0,1 0,-1-1,0 1,0-1,0 0,0 0,1-1,-1 0,0 1,0-1,0 0,3-2,7-5,-1-1,0 0,0-1,-1 0,0-1,-1-1,0 0,-1 0,0-1,-1 0,0-1,-1 0,-1 0,0 0,-1-1,-1 0,3-13,12-45,-4-1,-3-1,-4 0,-2 0,-4 0,-4-29,-3-34,-5 101,9 36,0 1,0-1,0 1,0-1,0 0,-1 1,1-1,0 1,0-1,-1 1,1-1,0 1,-1 0,1-1,0 1,-1-1,1 1,-1 0,1-1,-1 1,1 0,-1-1,1 1,-1 0,1 0,-1-1,1 1,-1 0,1 0,-1 0,1 0,-1 0,1 0,-1 0,0 0,1 0,-1 0,1 0,-1 0,1 0,-1 0,1 1,-1-1,0 0,1 0,0 1,-1-1,1 0,-1 1,1-1,-1 0,1 1,-1-1,1 1,0-1,-1 0,1 1,0-1,0 1,-1-1,1 1,0 0,0-1,0 1,0-1,-1 1,1-1,0 1,0 0,-7 15,1 0,1 1,0 0,1 0,1 0,1 1,0-1,1 9,0-16,-2 28,1-1,1 1,3 0,1 0,2 0,1-1,2 0,2 0,1-1,2 0,1-1,2-1,1 0,2-1,11 14,-26-41,0-1,0 0,1 0,0 0,0 0,0 0,0-1,1 0,0 0,-1-1,1 0,1 0,3 2,-7-6,0 1,0-1,0 0,0 0,0 0,-1 0,1-1,0 1,-1-1,1 0,-1 1,1-1,-1 0,0 0,0-1,0 1,0 0,0-1,0 1,-1-1,1 0,-1 1,0-1,0 0,0 0,0 0,0 0,-1 0,1 0,-1 0,0 0,0-1,8-33,-2 0,-1 0,-1-35,11-80,-15 151,0 0,0-1,0 1,0-1,0 1,0-1,0 1,1 0,-1-1,0 1,1-1,-1 1,1 0,0-1,-1 1,1 0,0 0,0 0,0-1,0 1,0 0,0 0,0 0,0 0,0 1,0-1,0 0,1 0,-1 1,0-1,1 1,-1-1,0 1,1-1,-1 1,1 0,-1 0,1 0,-1 0,0 0,1 0,-1 0,1 0,-1 0,1 1,-1-1,0 1,1-1,-1 1,1 0,155 64,-122-54,50 23,-82-30,1 1,-1-1,0 1,0 0,0 0,-1 0,0 0,0 1,0-1,0 1,-1-1,0 1,0-1,-1 1,0 0,0-1,0 1,0 0,-1-1,0 3,1 36,1-37,-1 0,1 1,1-1,-1 0,1 0,0 0,1 0,0 0,0 0,0-1,1 0,0 1,0-1,1-1,0 1,0-1,0 1,0-1,1-1,0 1,0-1,0 0,0 0,1-1,0 0,-1 0,1-1,0 0,1 0,-1 0,0-1,0 0,1 0,-1-1,0 0,1-1,-1 1,0-1,1-1,5-1,-2-3,-1-1,0-1,0 0,-1 0,0 0,-1-1,0-1,0 1,-1-1,0-1,-1 1,0-1,0-1,-1 1,-1 0,0-1,-1 0,0 0,0 0,-2-1,1 1,-2 0,1-1,-2 1,0-3,2 13,-1 0,1 0,-1 0,0 0,0 0,1 0,-1 0,0 0,-1 0,1 0,0 0,-1 0,1 0,-1 0,1 0,-1 0,0 1,0-1,0 0,0 0,0 1,0-1,-1 1,1-1,0 1,-1-1,1 1,-1 0,0-1,1 1,-1 0,0 0,0 1,0-1,0 0,1 0,-1 1,0-1,0 1,0 0,0 0,0 0,0 0,0 0,0 0,0 0,-2 1,-3 5,1 0,0 1,-1 0,2 1,-1-1,1 1,1 0,-1 0,1 0,1 1,0 0,0 0,0 0,1 0,0 0,1 0,0 0,1 1,-2-1,1 1,1-1,-1 1,1-1,1 0,0 1,0-1,1 1,0-1,1 0,0 0,0 0,1-1,0 1,1-1,-1 0,2 0,-1 0,1 0,0-1,1 0,0-1,0 0,0 0,1 0,-1-1,1 0,5 2,43 15,-2-7</inkml:trace>
  <inkml:trace contextRef="#ctx0" brushRef="#br0" timeOffset="86601.734">9801 4993,'-13'-3,"1"1,-1 1,0 0,0 0,0 1,1 1,-1 0,0 1,1 1,-1 0,1 0,0 1,0 1,0 0,0 0,1 1,0 1,0 0,1 0,0 1,0 1,1-1,-3 4,11-10,-1-1,0 1,1 0,-1 0,1 0,0 0,-1 0,1 0,0 0,0 0,1 1,-1-1,0 0,1 1,-1-1,1 0,0 1,0-1,0 0,0 1,0-1,0 1,1-1,-1 0,1 0,-1 1,1-1,0 0,0 0,0 0,0 1,1-1,-1 0,1-1,-1 1,1 0,-1 0,1-1,0 1,0-1,0 1,0-1,0 0,0 0,0 0,0 0,2 0,19 9,1-1,0-2,0 0,1-2,0-1,15 1,7 2,-24-4,-7-1,-1-1,0 2,0 0,0 1,-1 1,1 0,-1 0,0 2,-1 0,7 5,-18-12,-1 1,0 0,0-1,0 1,-1 0,1 0,0 0,0 0,0 0,-1 0,1 0,0 0,-1 0,1 0,-1 0,1 0,-1 1,0-1,1 0,-1 0,0 0,0 1,0-1,0 0,0 0,0 1,0-1,-1 0,1 0,0 0,-1 1,1-1,0 0,-1 0,0 0,1 0,-1 0,0 0,1 0,-1 0,0 0,-45 31,3-16,0-1,-1-2,-1-2,0-2,-30 1,15 0,51-7,21-3,-11 0,22 1</inkml:trace>
  <inkml:trace contextRef="#ctx0" brushRef="#br0" timeOffset="87006.338">10523 5260,'-18'-9,"0"0,-1 2,0 1,0 0,-1 1,0 1,1 1,-1 1,-1 1,1 0,0 2,0 0,0 1,0 1,0 1,-10 4,23-6,1 2,-1-1,0 1,1 0,0 0,0 0,0 1,1 0,-1 0,1 1,0 0,1-1,-1 3,3-5,0 0,0 0,0 0,1 0,0 0,-1 1,1-1,0 0,1 1,-1-1,1 1,-1-1,1 1,0-1,1 1,-1-1,0 1,1-1,0 1,0-1,0 1,0-1,0 0,1 0,0 0,-1 0,1 0,1 2,2 0,0 0,0 0,0-1,0 1,1-1,-1 0,1-1,0 1,0-1,1-1,-1 1,1-1,-1 0,1 0,0-1,0 0,-1 0,1 0,0-1,0 0,0-1,0 1,0-1,2-1,0 0,1 0,-1 0,0-1,0 0,0-1,0 0,0 0,-1-1,0 0,0 0,0-1,-1 0,0-1,0 0,0 0,-1 0,1-2,-3 3,0 1,-1-1,0 0,0 0,0-1,-1 1,0-1,0 1,-1-1,0 1,0-1,0 0,-1 0,0 1,0-1,-1 0,0 0,0 1,-1-1,0-1,1 7,1 0,-1 0,0 0,0 0,0 0,0 1,0-1,0 0,0 0,0 1,0-1,0 1,0-1,0 1,-1-1,1 1,0 0,0 0,-1-1,1 1,0 0,0 0,0 0,-1 0,1 1,0-1,0 0,-1 0,1 1,0-1,0 1,0-1,0 1,-1-1,1 1,0 0,0-1,0 1,1 0,-1 0,0 0,0 0,0 0,0 0,1 0,-1 0,1 0,-1 0,1 0,-1 1,1-1,-1 0,1 0,0 0,0 1,0-1,0 0,0 1,-2 2,1 0,-1 0,1 0,1 0,-1 0,0 0,1 0,0 0,0 0,0 1,1-1,-1 0,1 0,0 0,0 0,0 0,1 0,-1 0,1-1,0 1,0 0,0-1,1 1,-1-1,1 0,0 0,0 0,0 0,0-1,3 2,6 5,1 0,1-1,-1-1,2 0,-1-1,0 0,15 3,81 15,2-6</inkml:trace>
  <inkml:trace contextRef="#ctx0" brushRef="#br0" timeOffset="87710.884">12140 5139,'-9'-3,"-1"0,1 1,-1 0,0 0,0 1,0 1,0 0,0 0,0 0,0 1,1 1,-1 0,0 0,1 1,-1 0,1 1,0 0,0 0,0 1,1 0,0 1,0 0,0 0,0 0,-2 5,6-7,0 0,0 0,0 1,1 0,0-1,0 1,0 1,1-1,0 0,0 0,0 1,0-1,1 1,0 0,0-1,1 1,-1 0,1 0,1-1,-1 1,1 0,0 0,0-1,0 1,1-1,0 1,0-1,0 0,1 0,0 0,0 0,0 0,1 0,-1-1,2 1,0-1,1 0,0-1,0 0,0 0,1 0,-1 0,1-1,-1 0,1-1,0 0,-1 0,1 0,0-1,0 0,0 0,0 0,0-1,-1 0,1-1,0 1,5-3,-1 0,1-1,-1 0,-1 0,1-1,-1 0,1-1,-2 0,1-1,-1 0,0 0,-1-1,1-1,-1-2,0-1,0 1,-1-1,-1-1,0 1,-1-1,0 0,-1-1,-1 1,0-1,-1 1,0-1,-2-4,1-23,-2 0,-2 0,-2 0,-2-1,-4-22,-2 1,-3 0,-20-48,15 75,21 37,-1-1,0 1,1-1,-1 1,1 0,-1-1,1 1,-1 0,0-1,1 1,-1 0,0 0,1 0,-1-1,0 1,0 0,1 0,-1 0,0 0,1 0,-1 0,0 0,0 1,1-1,-1 0,0 0,1 1,-1-1,1 0,-1 1,0-1,1 0,-1 1,1-1,-1 1,1-1,-1 1,1-1,-1 1,1-1,-1 1,1 0,0-1,-1 1,1-1,0 1,0 0,0-1,-1 1,1 0,0 0,0-1,0 1,0 0,-8 20,1 1,1 0,0 0,2 1,1 0,1 3,-2 3,-4 15,2 1,1-1,3 1,2 0,2 0,1-1,3 1,1-1,6 13,-10-47,0-1,1 1,0-1,0 0,1 0,0 0,1 0,0-1,0 0,1-1,0 1,0-1,1 0,0-1,0 0,1 0,-1-1,1 0,0-1,1 1,-1-2,1 1,0-2,-1 1,1-1,0-1,1 1,-1-2,0 1,0-2,0 1,0-1,8-2,-10 0,0 0,-1 0,1-1,-1 0,0 0,0-1,0 0,0 0,-1-1,0 0,0 0,-1 0,1 0,-1-1,-1 0,1 0,-1-1,0 1,-1-1,2-4,1-7,0 0,-1-1,-1 1,-1-1,-1 0,-1 0,0 0,-1-2,0 17,0 0,0 0,0 0,0-1,-1 1,0 0,0 0,0 0,-1 0,1 1,-1-1,0 0,-1 1,1-1,-1 1,0 0,-2-3,4 6,-1 1,1 0,0-1,0 1,-1 0,1 0,0 0,-1 0,1 0,0 0,-1 1,1-1,0 0,0 1,-1-1,1 0,0 1,0 0,0-1,0 1,0 0,0-1,0 1,0 0,0 0,0 0,0 0,0 0,0 0,1 0,-1 0,0 1,-6 8,1 1,0-1,0 1,1 1,1-1,0 1,0 0,1 0,1 0,0 0,0 0,1 1,1-1,0 0,2 8,-1-12,1 1,0-1,1 0,-1 0,2-1,-1 1,1 0,0-1,1 0,0 0,0-1,0 1,1-1,0 0,0 0,1-1,-1 0,1 0,0 0,1-1,-1 0,1-1,-1 1,6 0,20 7,1-1,0-1,0-2,1-2,4-1,80 8</inkml:trace>
  <inkml:trace contextRef="#ctx0" brushRef="#br0" timeOffset="88998.327">13825 5006,'-17'0,"0"0,0 2,1 0,-1 1,1 0,-1 1,1 1,1 1,-1 0,1 1,0 1,0 0,1 1,0 1,1 0,0 1,0 0,1 1,1 0,0 1,-3 5,11-14,1-1,-1 1,1-1,0 1,1 0,-1 0,0-1,1 1,0 0,0 1,0-1,1 0,-1 0,1 0,0 0,0 1,1-1,-1 0,1 0,0 0,0 0,0 0,0 0,1 0,0 0,0 0,0-1,0 1,0-1,1 1,1 0,7 5,2-1,-1 0,1-1,0-1,0 0,1 0,0-2,0 0,0 0,0-1,1-1,-1-1,15 1,8 1,1-1,-1-3,1 0,-1-2,0-2,0-2,-1-1,0-2,0-1,-1-2,0-1,-1-2,14-10,-40 22,0-1,-1 0,0 0,0-1,0 0,-1 0,0 0,0-1,-1 0,0 0,0-1,0 1,-1-2,-3 8,0 1,-1-1,1 0,-1 1,1-1,-1 0,0 0,1 0,-1 1,0-1,1 0,-1 0,0 0,0 0,0 0,0 1,0-1,0 0,0 0,0 0,0 0,0 0,-1 1,1-1,0 0,0 0,-1 0,1 0,-1 1,1-1,-1 0,1 0,-1 1,1-1,-1 1,0-1,1 0,-1 1,0-1,1 1,-1-1,0 1,0 0,0-1,1 1,-1 0,0-1,0 1,0 0,0 0,0 0,1 0,-1 0,0 0,0 0,0 0,0 0,0 0,0 1,1-1,-1 0,0 0,0 1,0-1,0 1,-3 3,1-1,-1 1,1 0,-1 1,1-1,0 1,1-1,-1 1,1 0,0 0,0 0,1 0,-1 0,1 0,0 1,0-1,1 0,0 1,0-1,0 0,1 1,-1-1,1 0,0 1,1-1,-1 0,1 0,0 0,1 0,-1 0,1-1,0 1,0-1,2 3,0-1,1-1,0 1,0-1,0 0,1 0,-1 0,1-1,0 0,1-1,-1 0,0 0,1 0,0-1,0 0,7 1,-11-2,0-1,0 1,0-1,0 0,0 0,0 0,0-1,0 1,-1-1,1 0,0 0,0-1,-1 1,1-1,-1 1,1-1,-1 0,1 0,-1-1,0 1,0-1,0 1,-1-1,1 0,-1 0,1-1,-1 1,0 0,0-1,-1 1,1-1,-1 1,1-1,-1 0,0 0,0-1,0 1,0-1,-1 0,1 0,-1 0,0 0,-1 0,1 0,-1 0,0 0,0 0,-1 0,1 0,-1 1,0-1,0 1,-1-1,1 1,-1 0,0 0,0 0,0 0,-1 1,1-1,-1 1,0 0,0 0,0 0,-4-2,-6-3,-1 1,0 0,0 1,0 0,-1 1,0 1,0 0,-9 0,-106 1,111 8,19 1,60 1,-11-11,-1-1,1-3,-1-2,-1-1,0-3,44-19,-67 24,-1-1,0-1,0-1,-1-1,-1-1,0 0,-1-2,-1 0,0-1,-2-1,0 0,0-2,-2 1,0-2,-2 0,7-14,-9 11,-1-1,-1 1,-1-1,-2-1,0 1,-2-1,0 0,-2 0,-1 0,-1 0,-1 0,-1 0,-2 1,-3-14,7 34,0 1,0 0,0-1,-1 1,1-1,-1 1,0 0,0 0,0 0,-1 0,0 1,1-1,-1 0,-1 1,1 0,0 0,-1 0,1 0,-1 1,0-1,0 1,0 0,0 0,-1 0,1 1,0-1,-1 1,1 0,-1 1,1-1,-1 1,1-1,-1 2,0-1,1 0,-1 1,1 0,-1 0,0 0,-3 4,-1-1,0 2,1-1,0 1,1 1,-1-1,1 1,0 0,1 1,0 0,0 0,1 0,-1 1,0 3,-52 134,49-119,0 0,2 1,2 0,0 1,2-1,1 1,1 0,1-1,2 1,1 0,1-1,2 0,0 0,2 0,1-1,1 0,2-1,0 0,2-1,1 0,0-1,12 12,-16-23,1-1,0-1,0 0,1-1,1 0,0-1,0-1,0 0,1 0,0-2,1 0,8 2,-22-7,1-1,0 1,-1-1,1 1,0-1,0 0,-1 0,1 0,0 0,-1 0,1-1,0 1,0-1,-1 0,1 0,-1 0,1 0,-1 0,1 0,-1-1,0 1,0-1,1 0,-1 0,0 0,-1 0,1 0,0 0,0 0,-1 0,0-1,1 1,-1-1,0 1,0-1,0 0,14-78,-16 88,2 0,-1 0,1 0,0 0,1 0,0 0,0 0,0-1,1 1,0-1,0 1,0-1,1 0,0 0,0-1,1 1,0-1,0 0,0 0,0 0,1-1,0 0,0 0,0-1,0 1,0-1,2 0,-3-1,0 0,0 0,0 0,1-1,-1 0,0 0,1-1,-1 1,0-1,1 0,-1 0,0-1,1 0,-1 0,0 0,0-1,0 1,0-1,0 0,0-1,0 1,0-1,-1 0,0 0,1 0,-1-1,0 0,-1 1,1-1,-1-1,0 1,0 0,0-1,0 0,-1 1,2-5,-3 2,0 0,0 1,0-1,-1 0,0 0,0 0,-1 0,0 0,0 1,-1-1,0 0,0 1,0-1,-1 1,0 0,0 0,-1 0,1 0,-1 1,-1-1,1 1,-1 0,0 0,0 0,0 1,-1 0,1 0,-1 0,0 1,0 0,-1 0,1 1,0-1,-1 1,0 1,1-1,-1 1,0 0,-4 0,3 1,1-1,0 1,-1 0,1 0,-1 1,1 0,0 0,-1 1,1 0,0 0,0 1,0-1,1 2,-1-1,1 1,0 0,-1 0,2 1,-1-1,0 1,1 1,0-1,1 1,-1 0,1 0,0 0,0 1,0 1,4-5,-1 0,1 0,0 1,0-1,0 0,0 1,1-1,-1 0,1 1,0-1,0 0,0 0,0 0,1 0,-1 0,1 0,0 0,0-1,0 1,0-1,0 1,1-1,-1 0,1 1,-1-1,1-1,0 1,0 0,0-1,0 1,3 0,32 16</inkml:trace>
  <inkml:trace contextRef="#ctx0" brushRef="#br0" timeOffset="90169.729">15816 5073,'-3'-9,"-1"1,0-1,-1 1,1 0,-2 1,1-1,-1 1,0 0,-1 1,0-1,0 1,0 1,0-1,-1 1,0 0,0 1,-1 0,1 0,-1 1,0 0,0 1,0 0,0 0,0 1,0 0,0 0,-1 1,1 1,0-1,0 1,0 1,-1 0,-2 1,0 1,1 0,-1 1,1 0,0 1,0 1,1-1,-1 1,2 1,-1 0,1 1,0 0,-3 4,8-9,1 0,-1 1,1-1,0 1,0 0,0 0,1 0,0 0,0 1,0-1,0 1,1-1,0 1,0-1,1 1,-1 0,1-1,0 1,1 0,0-1,-1 1,2 0,-1-1,1 1,0-1,0 0,3 5,1-1,2-1,-1 0,1 0,0-1,1 0,0 0,0-1,0 0,1-1,0 0,0 0,0-1,0-1,1 0,0 0,-1-1,1 0,0-1,0 0,0-1,0 0,0 0,0-2,10-1,-15 1,0 1,0-2,-1 1,1 0,-1-1,1 0,-1-1,0 1,0-1,0 0,0 0,-1 0,0-1,0 0,0 1,0-2,-1 1,0 0,0-1,0 1,-1-1,0 0,0 0,0-1,2-10,0-1,-1 0,-1 0,-1 0,0 0,-1 0,-2-11,-2 83,4-40,1 0,0 0,1 0,1 0,0 0,1 0,1-1,0 1,1 0,-4-10,1 1,-1-1,1 0,0 0,0 0,0 0,0 0,1-1,-1 1,1-1,0 0,0 0,0-1,0 1,1-1,-1 0,1 0,-1 0,1 0,0-1,0 0,0 0,-1-1,1 1,0-1,0 0,4 0,-1-1,0-1,0 0,-1 0,1 0,-1-1,1 0,-1-1,0 1,0-1,0-1,-1 1,0-1,1-1,-2 1,1-1,-1 0,0 0,0 0,4-7,0-2,0-1,-1 0,0-1,-1 0,-1 0,-1 0,0 0,-1-6,6-36,-10 60,1-1,-1 0,0 0,0 0,0 0,0 1,1-1,-1 0,0 0,0 0,1 0,-1 0,0 0,0 0,1 0,-1 0,0 0,0 0,0 1,1-1,-1-1,0 1,0 0,1 0,-1 0,0 0,0 0,1 0,-1 0,0 0,0 0,1 0,-1 0,0-1,0 1,0 0,0 0,1 0,-1 0,0-1,0 1,0 0,0 0,1 0,-1-1,0 1,0 0,0 0,0 0,0-1,0 1,8 28,-7-24,1 6,5 20,0 0,2-1,1 0,1-1,2 0,10 15,-22-40,0-1,0 0,0 0,0 0,1 0,-1 0,1-1,-1 1,1 0,0-1,-1 1,1-1,0 1,0-1,0 0,1 0,-1 0,0 0,0 0,0-1,1 1,-1 0,0-1,1 0,-1 0,0 0,1 0,-1 0,0 0,1 0,-1-1,0 1,1-1,-1 0,0 1,0-1,1-1,7-7,0 0,-1-1,0-1,0 1,-1-1,-1-1,0 0,-1 0,0 0,0-1,-2 1,1-2,-2 7,46-137,-43 139,-5 24,-7 45,3-49,1 1,0 0,2-1,0 1,0 0,2 0,0-1,2 9,-2-20,-1 1,1-1,0 0,0 0,1 0,-1 0,1 0,0 0,0-1,0 1,1-1,-1 0,1 0,-1 0,1 0,0-1,0 0,1 1,-1-2,0 1,1 0,-1-1,1 0,-1 0,1 0,0 0,-1-1,1 0,0 0,0 0,4-1,1 1,0-2,-1 1,1-1,-1-1,0 0,0 0,0-1,0 0,-1 0,1-1,-1 0,0-1,1-1,78-69,85 20,-163 54,0 0,-1-1,1 0,0-1,-1 0,0 0,0-1,0 0,0-1,-1 1,0-1,0-1,0 1,-1-1,0 0,-1-1,1 1,-1-1,-1 0,2-3,-6 9,0 1,1-1,-1 0,0 0,0 1,0-1,0 0,0 0,-1 1,1-1,0 0,-1 1,1-1,-1 0,0 1,1-1,-1 1,0-1,0 1,0-1,0 1,0 0,-1 0,1-1,0 1,0 0,-1 0,1 0,-1 0,1 0,-1 1,1-1,-1 0,0 1,1-1,-1 1,-1-1,-65-3,57 6,1 0,-1 1,1 0,0 1,0 0,0 0,1 1,0 1,0-1,0 2,0-1,1 1,0 0,1 1,-6 6,9-9,0-1,1 1,0 0,0 0,0 0,0 1,1-1,0 0,0 1,0 0,1-1,0 1,0 0,1 0,-1-1,1 1,0 0,1 0,-1 0,1-1,1 1,-1 0,1-1,0 1,0-1,0 1,1-1,0 0,2 3,6 4,0-1,1-1,0 0,1 0,0-1,0-1,1 0,0-1,1 0,-1-2,1 1,0-2,1 0,-1-1,1 0,5-1,11 5,1-1,-1-3,1 0,-1-2,1-1,0-2,-1-1,30-7,-18-4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3:21.85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29 33,'-12'0,"0"0,7 0,17 0,19 0,23-3,21-2,17-1,12-1,4 0,-5 3,-16 3,-22 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3:24.68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1,'18'0,"18"2,11 1,9 2,7 0,2 2,-6 2,-11-1,-13-1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3:24.86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0,'18'7,"18"2,13-2,8-5,4-6,-9-1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3:23.86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55 33,'-12'49,"3"1,1 0,3 0,2 0,2 1,2-1,4 15,-1 75,-12-107,4-49,0 1,1-1,1 0,0 0,1-1,2-14,-2 1,0-373,0 401,1 0,0 0,0-1,0 1,0 0,0 0,0-1,1 1,-1 0,1 0,0 0,-1 0,1 0,0 0,0 0,0 0,1 0,-1 0,0 0,1 1,-1-1,1 0,-1 1,1-1,0 1,0 0,0 0,0 0,0 0,0 0,0 0,0 0,0 0,0 1,0-1,0 1,1 0,-1-1,0 1,0 0,1 1,20 0,0 2,-1 0,1 2,-1 0,0 1,0 2,5 2,-16-5,0-1,0 2,-1-1,0 2,0-1,0 1,-1 1,0-1,3 5,-9-10,-1 1,0 0,1 0,-1 0,0 0,-1 0,1 0,-1 0,1 0,-1 1,0-1,0 0,0 1,-1-1,1 1,-1 0,0-1,0 1,0-1,-1 1,1-1,-1 1,1-1,-1 1,-1-1,1 0,0 1,-1-1,1 0,-1 0,0 0,-2 3,-10 9,-1-1,-1 0,0-1,0 0,-1-1,-1-1,0-1,0-1,-1 0,-1-1,1-1,-1-1,-10 1,158-15,-117 7,-1 0,1 1,0 1,-1-1,1 1,0 1,-1 0,1 1,-1 0,0 0,0 1,0 1,-1 0,1 0,-1 0,0 1,0 1,-1 0,0 0,0 0,0 2,-6-5,0 0,-1 1,1-1,-1 1,0-1,0 1,0-1,-1 1,1 0,-1-1,0 1,-1-1,1 1,-1 0,0-1,0 1,0-1,-1 0,0 1,0-1,0 0,0 0,0 0,-3 3,-77 82,68-76,-1-1,-1 0,0-1,0-1,-1-1,0 0,-1-1,0-1,0-1,-1-1,1 0,-18 2,34-7,0 1,0-1,0 1,0-1,0 0,0 0,0 0,0 0,0 0,0 0,0-1,1 1,-1-1,0 1,0-1,0 0,0 1,1-1,-1 0,0 0,1 0,-1-1,1 1,-1 0,1-1,-1 1,1 0,0-1,0 0,0 1,0-1,0 0,0 1,0-1,1 0,-1 0,0 0,1 0,0 0,-1 0,1 0,0 0,0 1,0-1,0 0,1-2,3-2,0 0,0 0,1 1,0 0,0-1,0 2,1-1,0 1,-1 0,2 0,-1 0,0 1,1 0,0 0,32-16</inkml:trace>
  <inkml:trace contextRef="#ctx0" brushRef="#br0" timeOffset="449.589">711 274,'-24'80,"3"2,4 0,4 1,-3 71,17-126,-1-28,0 0,0-1,0 1,0 0,1 0,-1 0,0 0,0-1,0 1,1 0,-1 0,0 0,0 0,1 0,-1-1,0 1,0 0,1 0,-1 0,0 0,0 0,1 0,-1 0,0 0,0 0,1 0,-1 0,0 0,1 0,-1 0,0 0,0 0,1 1,-1-1,0 0,0 0,0 0,1 0,-1 0,0 1,0-1,0 0,1 0,-1 0,0 1,0-1,0 0,0 0,1 0,-1 1,0-1,0 0,0 1,15-32,-2 0,-1-1,-2-1,0-5,1 2,78-320,-64 283,-25 73,0 0,0 1,0-1,0 0,0 1,0-1,0 1,0-1,0 0,0 1,0-1,0 0,0 1,0-1,0 1,1-1,-1 0,0 1,0-1,0 0,1 0,-1 1,0-1,0 0,1 1,-1-1,0 0,0 0,1 0,-1 1,0-1,1 0,-1 0,0 0,1 0,-1 1,1-1,-1 0,0 0,1 0,-1 0,0 0,1 0,-1 0,1 0,-1 0,0 0,1-1,-1 1,0 0,1 0,-1 0,0 0,1 0,-1-1,0 1,1 0,-1 0,0 0,1-1,-1 1,0 0,0-1,1 1,22 211,-21-172,1 0,2 0,2 0,2-1,1 0,2 0,1-1,2-1,2 0,1-1,10 12,3-12,-23-30</inkml:trace>
  <inkml:trace contextRef="#ctx0" brushRef="#br0" timeOffset="631.114">643 542,'23'2,"21"1,17 0,13-1,7-3,-1-3,-12-1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3:31.22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1 412,'12'2,"1"-1,-1 0,1-1,-1 0,1-1,-1-1,0 0,1 0,-1-1,0-1,0 0,9-4,9-2,-1-1,0-2,-1 0,-1-2,0-1,-1-2,0 0,-2-1,0-2,-1 0,3-7,-22 25,0-1,-1 0,0 0,1 0,-1 0,-1 0,1 0,-1-1,1 1,-1-1,-1 0,1 0,-1 0,1 1,-1-1,-1 0,1-1,-1 1,0 0,0 0,0 0,-1 0,0 0,0 0,0 0,-1 0,1 1,-1-1,0 0,0 1,-1-1,0 1,-2-4,1 5,-1 0,1 0,-1 0,0 1,0 0,0 0,0 0,0 0,-1 1,1 0,0 0,-1 0,1 1,0 0,-1 0,1 0,-1 1,1 0,0 0,-1 0,1 0,0 1,0 0,0 0,0 0,0 1,1 0,-1 0,1 0,-1 0,1 1,0-1,1 1,-1 0,1 1,-1-1,1 0,0 1,0 1,-5 15,1 0,1 1,1 0,1 0,1 0,1 0,0 1,2-1,1 1,1-1,0 1,2-1,2 7,41 228,-24-147,-5 2,-5 0,-4 11,-9-94,0 0,-2 0,-2 0,0-1,-2 0,-1 1,-1-2,-6 13,-13 17</inkml:trace>
  <inkml:trace contextRef="#ctx0" brushRef="#br0" timeOffset="361.245">94 867,'-1'-3,"1"1,-1 0,1 0,-1 0,1 0,0 0,0 0,0 0,0 0,0-1,1 1,-1 0,1 0,-1 0,1 0,0 0,0 0,0 0,0 0,0 1,0-1,0 0,1 0,-1 1,0-1,1 1,0-1,-1 1,1 0,57-35,-54 33,287-113,-284 113,53-12,-60 15,1 0,-1 0,0 0,1 0,-1 0,0 1,1-1,-1 0,0 1,0-1,1 1,-1-1,0 1,0 0,0-1,0 1,0 0,0 0,0 0,0 0,0 0,0 0,0 0,-1 0,1 0,0 0,-1 0,1 1,-1-1,1 0,-1 0,1 1,-1-1,0 0,0 1,0-1,0 0,0 1,0-1,0 0,0 1,-1 0,-7 60,6-50,0 0,0-1,1 1,0 0,1 0,1 0,0 0,1 5,-2-16,1 1,-1-1,0 0,0 1,1-1,-1 0,1 0,-1 1,1-1,-1 0,1 0,0 0,-1 0,1 0,0 0,0 0,0 0,0 0,0 0,0 0,0-1,0 1,0 0,1-1,-1 1,0-1,0 1,0-1,1 0,-1 1,0-1,1 0,-1 0,10-3</inkml:trace>
  <inkml:trace contextRef="#ctx0" brushRef="#br0" timeOffset="612.676">575 292,'0'13,"9"5,3-1</inkml:trace>
  <inkml:trace contextRef="#ctx0" brushRef="#br0" timeOffset="801.48">830 586,'0'15,"2"11,8 7,11 5,15 3,14-2,11-2,5 0,0-3,-9-4,-12-3,-13-4,-17-6,-11-5</inkml:trace>
  <inkml:trace contextRef="#ctx0" brushRef="#br0" timeOffset="1002.095">1017 558,'-16'21,"-12"20,-8 14,-5 10,0 2,5-2,8-9,10-11,7-14</inkml:trace>
  <inkml:trace contextRef="#ctx0" brushRef="#br0" timeOffset="1277.062">1231 893,'16'-1,"-1"-1,1 0,0-1,-1-1,0 0,0-1,0-1,0 0,-1-1,0-1,-1 0,1-1,-1 0,-1-1,0 0,-1-1,0 0,0-1,-1-1,-1 1,0-1,0-1,-2 0,0 0,0 0,2-11,-7 22,-1 0,0 0,0-1,0 1,0 0,-1 0,1-1,-1 1,0 0,0-1,0 1,-1 0,1-1,-1 1,1 0,-1-1,0 1,0 0,-1 0,1 0,-1 0,1 0,-1 0,0 1,0-1,0 0,-1 1,1 0,0-1,-1 1,0 0,1 0,-1 1,0-1,0 0,0 1,0 0,0 0,-1 0,1 0,0 0,0 1,-1-1,1 1,0 0,-2 0,-2 1,1 0,-1 0,1 1,-1 0,1 0,0 1,0 0,0 0,1 0,-1 1,1 0,-1 0,1 0,0 1,1-1,-1 1,1 0,0 1,0-1,1 1,0 0,-2 3,0 0,1 1,0 0,0 1,1-1,0 1,1-1,0 1,1 0,0-1,0 1,2 0,-1 0,2 5,0-5,1-1,0 0,1 0,0 0,1-1,-1 1,2-1,0 0,0-1,0 1,1-1,0-1,1 1,-1-1,2 0,-1-1,1 0,0 0,0-1,7 3,12 5,0-2,1-1,0-1,1-1,0-2,16 2,17-1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3:33.89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1 322,'11'-3,"18"1,21-1,24-2,16-2,8 0,-3 1,-10 2,-19 4,-26 6,-19 2</inkml:trace>
  <inkml:trace contextRef="#ctx0" brushRef="#br0" timeOffset="271.337">53 590,'21'-5,"13"-1,12 0,10-1,7 1,4 1,2-1,-2 1,-5-4,-13 1</inkml:trace>
  <inkml:trace contextRef="#ctx0" brushRef="#br0" timeOffset="550.928">628 1,'-8'0,"0"0,-1 0,1 1,0 0,0 0,0 1,0 0,0 0,0 1,1 0,-1 0,1 1,-6 3,12-6,0 1,1-1,-1 0,0 0,0 1,1-1,-1 0,1 1,-1-1,1 1,-1-1,1 1,0-1,0 1,0-1,0 1,0-1,0 0,0 1,0-1,0 1,1-1,-1 1,1-1,-1 1,1-1,0 0,-1 1,1-1,0 0,0 0,0 0,0 1,0-1,0 0,0 0,0-1,0 1,1 0,-1 0,0 0,1-1,-1 1,0-1,1 1,-1-1,1 1,0-1,24 12,0-1,0-2,1-1,0 0,19 1,-15-2,44 9,-22-6,0 2,-1 3,0 2,27 14,-73-29,1 0,-1 1,1 0,-1 0,0 1,0 0,0 0,-1 0,1 0,-1 1,0 0,0 0,-1 1,0-1,0 1,0 0,0 0,-1 0,0 1,0-1,-1 1,0-1,0 1,-1 0,1 0,-2 0,1 0,-1 0,0 0,0 0,-1 0,1 0,-2 3,-9 13,-1 0,-1-1,-2 0,1-1,-2-1,-1 0,-1-1,0-1,-1-1,-1 0,-1-2,-6 4,-105 75,84-62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3:25.35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37 312,'203'-295,"-190"279,-12 16,-1 0,0 0,1 0,-1 0,1 0,-1 0,0 0,1 0,-1 0,0 0,1 0,-1 0,0 1,1-1,-1 0,0 0,1 0,-1 1,0-1,1 0,-1 0,0 1,0-1,1 0,-1 1,0-1,0 0,0 1,1-1,-1 0,0 1,0-1,0 0,0 1,0-1,0 1,0-1,0 0,0 1,0-1,0 1,0-1,0 0,0 1,0-1,0 0,-1 1,1-1,0 0,0 1,0-1,0 0,-1 1,1-1,0 0,0 1,-1-1,1 0,0 0,-1 1,1-1,-31 259,26 51,6-299,-1 1,-1-1,0 0,-1 0,0 0,-1 0,0 0,0-1,-5 9,-6 4</inkml:trace>
  <inkml:trace contextRef="#ctx0" brushRef="#br0" timeOffset="279.299">64 714,'14'-5,"13"-1,12-2,7 0,8 2,6 1,2 3,-2 0,-8 2,-12 0</inkml:trace>
  <inkml:trace contextRef="#ctx0" brushRef="#br0" timeOffset="557.876">732 339,'-2'-8,"0"1,1-1,0 1,0-1,0 1,1-1,0 0,1 1,0-1,0 1,0-1,1 1,0-1,1 1,0 0,0 0,0 0,1 0,0 1,0-1,0 1,1 0,0 0,8-11,1 1,1 0,0 1,1 0,1 1,0 1,7-3,-24 16,0 0,0 0,0 0,0 1,0-1,0 0,0 0,0 1,0-1,0 0,0 0,0 1,0-1,0 0,0 0,0 1,1-1,-1 0,0 0,0 0,0 1,0-1,0 0,1 0,-1 0,0 0,0 0,0 1,1-1,-1 0,0 0,0 0,1 0,-1 0,0 0,0 0,1 0,-1 0,0 0,0 0,1 0,-1 0,0 0,0 0,1 0,-1 0,0 0,0 0,0 0,1 0,-1 0,0 0,0-1,1 1,-1 0,0 0,0 0,0 0,0-1,1 1,-1 0,-12 23,9-17,-7 17,1 0,1 1,1 0,1 1,1-1,1 1,1 0,1 0,2 0,0 0,2 0,1 0,1 1,12 194,-18-203,-1-5</inkml:trace>
  <inkml:trace contextRef="#ctx0" brushRef="#br0" timeOffset="819.483">799 686,'7'7,"9"2,11-2,10-6,5-4,5-2,1 0,-2 0,-6 2,-4 3,-9 2</inkml:trace>
  <inkml:trace contextRef="#ctx0" brushRef="#br0" timeOffset="1035.907">1428 714,'2'4,"1"4,-3 3,-7 4,-3 0</inkml:trace>
  <inkml:trace contextRef="#ctx0" brushRef="#br0" timeOffset="15223.992">265 111,'-1'-1,"1"1,-1-1,1 0,-1 1,1-1,-1 0,0 1,1-1,-1 1,0-1,1 1,-1-1,0 1,0 0,1-1,-1 1,0 0,0-1,0 1,1 0,-1 0,0 0,0 0,0 0,0 0,0 0,1 0,-1 0,0 0,0 1,0-1,0 0,1 0,-1 1,0-1,0 1,1-1,-1 0,0 1,1 0,-1-1,0 1,1-1,-1 1,-32 30,31-29,-153 163,140-154,14-12,1 0,0 0,0 0,-1 0,1 0,0 0,0 0,0 1,0-1,0 0,0 0,0 0,0 0,0 0,1 0,-1 0,0 1,0-1,1 0,-1 0,1 0,-1 0,1 1,-1-1,1 0,-1 1,1-1,0 0,-1 1,1-1,0 1,0-1,-1 1,1-1,34-47,2 1,2 2,41-36,-37 50,-43 31,-1 0,1 0,0 0,0 1,-1-1,1 0,0 0,0 0,-1 1,1-1,0 0,0 0,0 0,-1 1,1-1,0 0,0 1,0-1,0 0,0 0,-1 1,1-1,0 0,0 1,0-1,0 0,0 1,0-1,0 0,0 1,0-1,0 0,1 0,-1 1,0-1,0 0,0 1,0-1,0 0,0 0,1 1,-1-1,0 0,0 0,0 1,1-1,-1 0,0 0,0 0,1 1,-1-1,0 0,0 0,1 0,-1 0,0 0,1 0,-1 1,0-1,1 0,-1 0,0 0,0 0,1 0,-20 24,-1 0,0-1,-2 0,-1-2,-22 16,31-25,-83 61,97-73,0 0,1 0,-1 0,0 0,0 0,1 0,-1 0,0 0,1-1,-1 1,0 0,0 0,1 0,-1 0,0-1,0 1,1 0,-1 0,0-1,0 1,0 0,1 0,-1-1,0 1,0 0,0 0,0-1,0 1,0 0,0-1,0 1,1 0,-1-1,0 1,0 0,0 0,0-1,-1 1,1 0,0-1,0 1,0 0,0-1,0 1,0 0,0 0,0-1,-1 1,1 0,0-1,0 1,0 0,-1 0,1 0,0-1,0 1,-1 0,1 0,0 0,48-48,2 2,1 2,19-8,-68 50,-227 179,213-162,129-90,-109 69,4-1,-1-1,0-1,-1 0,1 0,-2-1,1-1,3-5,-13 15,1 1,-1-1,0 1,0-1,1 0,-1 1,0-1,0 1,0-1,0 0,0 1,0-1,0 1,0-1,0 0,0 1,0-1,0 0,-1 1,1-1,0 1,0-1,-1 1,1-1,0 1,-1-1,1 1,0-1,-1 1,1-1,-1 1,1-1,-1 1,1 0,-1-1,1 1,-1 0,1-1,-1 1,1 0,-1 0,0 0,1 0,-1-1,1 1,-1 0,0 0,1 0,-1 0,1 0,-1 0,0 0,1 1,-1-1,0 0,1 0,-1 0,1 1,-1-1,1 0,-1 1,1-1,-1 0,1 1,-1-1,1 1,-1-1,1 1,0-1,14 22,-8-10,0 0,-1 0,-1 1,1-1,-2 1,0 0,-1 0,0 1,0 3,-1-9,6 65,-3 1,-3-1,-3 0,-6 29,4-76,2-38,2-19,0 14</inkml:trace>
  <inkml:trace contextRef="#ctx0" brushRef="#br0" timeOffset="16609.415">893 72,'-255'253,"217"-206,41-42,43-34,-22 13,-1-2,0 0,-2-2,0-1,-1 0,-2-1,0-1,-1-1,-1 0,-2-1,11-24,-23 44,-3 15,-2 18,32 75,-48 82,14 42,6-227,-1 0,0 0,0 1,1-1,-1 0,0 1,0-1,1 0,-1 1,0-1,0 0,0 1,0-1,0 1,1-1,-1 0,0 1,0-1,0 1,0-1,0 0,0 1,0-1,0 1,-1-1,1 0,0 1,0-1,0 1,0-1,0 0,-1 1,1-1,0 0,0 1,-1-1,1 0,0 0,-1 1,1-1,0 0,0 0,-1 1,1-1,-1 0,1 0,0 0,-1 1,1-1,0 0,-1 0,1 0,-1 0,1 0,0 0,-1 0,1 0,-1 0,1 0,0 0,-1 0,-16-22,8 3,8 16,0 0,0-1,-1 1,1 0,-1 0,0 1,1-1,-1 0,-1 0,1 1,0 0,0-1,-1 1,0 0,-2-2,4 5,-1 0,1 0,0-1,-1 1,1 0,0 0,0 0,-1 1,1-1,0 0,0 0,0 1,0-1,1 0,-1 1,0-1,1 1,-1-1,0 1,1-1,0 1,-1-1,1 1,0 0,0-1,0 1,0-1,0 1,1 1,0-1,0-1,0 1,0 0,0-1,1 0,-1 1,1-1,-1 0,1 0,-1 1,1-1,0 0,-1-1,1 1,0 0,0 0,0-1,0 1,0-1,-1 0,1 0,0 1,0-1,0 0,0 0,0-1,2 1,-1 0,124 0,-113 3,-20 3,-26 5,29-10,-123 32,127-33,-1 0,0 0,0 0,0 0,1 0,-1 1,0-1,0 0,0 0,1 0,-1 0,0 0,0 0,0 0,1 1,-1-1,0 0,0 0,0 0,0 0,1 1,-1-1,0 0,0 0,0 0,0 1,0-1,0 0,0 0,0 0,0 1,0-1,0 0,0 0,0 1,0-1,0 0,0 0,0 0,0 1,0-1,0 0,0 0,0 0,0 1,0-1,0 0,-1 0,28 3,21-4,1-3,-1-1,47-12,-41 7,-108 32,-158 32,184-45,42-4,18-4,0-2,0-1,0-1,16-4,-15 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3:35.68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678 673,'-19'346,"10"-76,5-254,-2-32,-8-73,4-1,3-28,4 67,-4-235,7 282,-1-1,1 0,-1 1,2-1,-1 1,0-1,1 0,0 1,0-1,0 1,0 0,1-1,0 1,0 0,0 0,0 0,1 0,-1 0,1 0,0 1,0 0,1-1,-1 1,1 0,-1 0,1 1,0-1,0 1,3-1,6 2,1 2,-1 0,0 0,0 1,0 1,0 0,0 1,-1 0,1 1,-1 1,0 0,-1 0,3 3,-1-2,-1 0,0 0,0 1,-1 1,0 0,0 1,-1 0,0 0,-1 1,-1 1,1-1,-2 1,3 6,-8-14,-1 1,1-1,-1 0,-1 1,1-1,0 1,-1-1,0 1,0-1,0 1,-1-1,0 0,1 1,-1-1,-1 1,1-1,-1 0,0 0,0 0,0 0,0 0,-1 0,1-1,-1 1,0-1,0 0,0 1,-1-1,-1 0,-8 8,0-1,-1-1,-1 0,1-1,-2-1,1 0,-5 0,-118 28,115-35,39-11,5 6,1 1,0 0,-1 2,1 0,0 1,1 2,-1 0,0 1,-1 2,1 0,-9-1,-1 0,1 1,-1 1,0 0,0 1,-1 0,0 0,0 1,0 1,-1 0,0 0,-1 1,0 1,0-1,-1 1,0 1,5 8,-10-14,0-1,0 1,0 0,-1-1,0 1,0 1,0-1,0 0,-1 0,0 1,0-1,0 0,-1 1,0-1,0 1,0-1,-1 1,0-1,0 0,0 1,0-1,-1 0,0 0,0 0,0 0,-1 0,0 0,-3 3,-8 4,-1-1,-1 0,0-1,0-1,-1 0,0-2,-1 0,1 0,-1-2,-1 0,1-1,-1-1,-3 0,10-1,-2 1,0 0,-1 0,0-1,0-1,1-1,-1 0,0-1,0 0,1-1,-1-1,-9-3,9-5,25 6,20 13,-15-2</inkml:trace>
  <inkml:trace contextRef="#ctx0" brushRef="#br0" timeOffset="941.343">1640 605,'1'73,"-3"-1,-3 0,-3 0,-3-1,-4 0,-3-1,-20 51,5-53,33-68,0-1,0 1,0 0,0 0,0-1,0 1,0 0,0-1,0 1,0 0,0 0,-1-1,1 1,0 0,0 0,0 0,-1-1,1 1,0 0,0 0,0 0,-1-1,1 1,0 0,0 0,-1 0,1 0,0 0,-1 0,1 0,0 0,0-1,-1 1,1 0,0 0,-1 0,1 0,0 1,0-1,-1 0,1 0,0 0,41-140,107-395,-123 461,-25 73,1 1,-1 0,0-1,0 1,0 0,0-1,0 1,1 0,-1-1,0 1,0 0,0 0,1-1,-1 1,0 0,0 0,1 0,-1-1,0 1,1 0,-1 0,0 0,1 0,-1-1,0 1,1 0,-1 0,0 0,1 0,-1 0,0 0,1 0,-1 0,0 0,1 0,-1 0,0 1,1-1,-1 0,0 0,1 0,-1 0,0 0,1 1,-1-1,0 0,0 0,1 0,-1 1,0-1,0 0,0 0,1 1,-1-1,0 0,0 1,0-1,0 0,1 1,-1-1,0 0,0 1,0-1,0 0,0 1,0-1,0 0,9 29,-8-27,98 372,25-8,-122-359,-1-5,0 1,0-1,-1 1,1-1,0 1,-1 0,0-1,1 1,-1 0,0-1,-1 1,1 0,0-1,-1 1,1 0,-1-1,0 1,0-1,-1 2,-6 2</inkml:trace>
  <inkml:trace contextRef="#ctx0" brushRef="#br0" timeOffset="1204.748">1601 1047,'18'-2,"17"-3,19-1,18-2,18 1,9 2,1 1,-6 1,-16 4,-21 4,-24 3,-18 1</inkml:trace>
  <inkml:trace contextRef="#ctx0" brushRef="#br0" timeOffset="8553.39">143 45,'28'7,"102"8,1-5,0-6,68-9,402-30,150-4,-722 39,-15-1,-1 0,1 1,0 1,0 0,-1 1,1 1,-1 0,3 1,-13-2,0 0,-1 1,1-1,-1 0,1 1,-1 0,0 0,0-1,0 1,-1 0,1 0,-1 1,1-1,-1 0,0 0,0 1,-1-1,1 1,-1-1,0 1,0-1,0 0,0 1,0-1,-1 3,2 18,22 321,81 112,-80-298,-6 2,-8 0,-8 98,-2-253,1-4,-1 0,1 0,-1 0,0 0,0 0,0 0,0 0,0-1,0 1,-1 0,1 0,-1 0,1 0,-1 0,0 0,1 0,-1-1,0 1,0 0,-1-1,1 1,0-1,0 1,-1-1,1 1,-1-1,1 0,-1 0,1 0,-1 0,0 0,0 0,0 0,1 0,-1-1,-1 1,-40 7,-1-2,0-1,-1-3,1-1,-11-3,-10 1,-463-14,-212 4,565 24,-163 35,327-46,8 0,0-1,-1 0,1 0,-1-1,1 1,-1-1,1 1,-1-1,1 0,-1 0,1-1,-1 1,1-1,-1 0,1 0,-1 0,1 0,0 0,-1-1,1 0,0 1,0-1,0-1,-2-1,-3-12,0-1,1-1,0 1,2-1,0 0,1-1,1 1,0-5,-2-4,-13-108,-1-110,11 107,7 132,-6-133,-6 0,-7 2,-5 0,-23-60,31 150,26 43,-1 4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3:46.33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18 0,'-9'7,"2"7,6 7,8 7,7 7,2-4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3:47.27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2 314,'0'7,"-1"-1,1 1,0 0,0 0,1 0,0 0,0-1,0 1,1 0,0-1,0 1,1-1,0 0,0 0,1 0,-1 0,1 0,0-1,1 0,-1 0,1 0,0 0,1-1,-1 0,2 1,3 1,0 0,0-1,0 0,1 0,-1-1,1-1,0 0,0 0,1-1,-1-1,0 1,1-2,-1 0,10-1,-1-2,-1-1,0-1,1 0,-1-2,-1 0,0-1,0-1,0-1,-1 0,-1-1,1-1,-2-1,0 0,-1-1,0 0,-1-1,0-1,-1 0,-1-1,-1 0,-1-1,2-2,-8 12,0 1,0-1,-1 0,0 0,0 1,0-2,-1 1,-1 0,1 0,-1 0,-1 0,1 0,-2-1,1 1,-1 0,0 1,0-1,-1 0,0 0,-1 1,0 0,0 0,0 0,-1 0,0 1,0-1,-1 1,1 1,-1-1,-1 1,1 0,-2-1,4 5,1-1,-1 1,0 0,1 0,-1 0,0 0,0 1,0 0,1-1,-1 1,0 1,0-1,0 0,1 1,-1 0,0 0,1 0,-1 0,0 1,1-1,0 1,-1 0,1 0,0 0,0 1,0-1,-4 5,0-1,1 1,0 0,0 1,1-1,0 1,0 0,1 1,0-1,-2 6,-4 25,2 0,1 1,2 1,2-1,2 0,1 1,2-1,2 1,6 19,-9-49,16 148,5 20,-7 1,-9 0,-9 31,0-155,-2 0,-2-1,-3 0,-3 0,-2-1,-5 8,0-19</inkml:trace>
  <inkml:trace contextRef="#ctx0" brushRef="#br0" timeOffset="345.272">30 1076,'310'-94,"-153"43,74-10,-228 61,10-4,0 1,0 1,0 1,1 0,-1 0,0 1,7 1,-17 0,0 0,0 0,-1 0,1 0,0 0,0 1,-1-1,1 1,-1 0,1 0,-1-1,0 2,0-1,0 0,0 0,0 1,0-1,-1 1,1-1,-1 1,0 0,0-1,0 1,0 0,0 0,0 0,-1 0,1 1,0 90,-2-80,-2 22,1-25,0-1,1 1,1 0,0-1,0 1,1-1,0 1,1-1,1 3,-3-12,0 0,0 0,0-1,0 1,1 0,-1 0,0-1,0 1,0 0,1-1,-1 1,0 0,1-1,-1 1,1 0,-1-1,1 1,-1-1,1 1,-1-1,1 1,-1-1,1 1,0-1,-1 1,1-1,0 0,-1 1,1-1,0 0,0 0,-1 0,1 0,0 1,0-1,-1 0,1 0,0 0,0 0,-1-1,1 1,0 0,0 0,-1 0,1-1,0 1,-1 0,1-1,0 1,-1 0,1-1,6-9</inkml:trace>
  <inkml:trace contextRef="#ctx0" brushRef="#br0" timeOffset="1349.388">711 648,'24'-11,"1"2,0 0,1 1,0 2,0 0,0 2,1 1,0 1,-17 2,1-1,-1 2,1 0,-1 0,1 1,-1 0,0 0,0 1,0 1,0 0,-1 0,1 1,-1 0,0 1,-1-1,1 2,-1-1,0 1,-1 1,1-1,2 6,0 5,0 2,-1-1,-1 1,-1 1,0-1,-2 1,-1 0,0 0,-1 1,-2-1,0 1,-1-1,-1 1,-2 6,5 106,-2-130,0 0,0 0,0 0,0 0,1 0,0 0,-1 0,1 0,1 0,-1 0,1 0,-1-1,1 1,0 0,0-1,1 0,-1 1,1-1,0 0,-1 0,1-1,0 1,1 0,-1-1,0 0,1 0,0 0,-1 0,1-1,0 1,0-1,0 0,0 0,0 0,3-1,0 0,0-1,0 0,0-1,-1 0,1 0,0-1,-1 1,0-1,0-1,0 1,0-1,0 0,-1 0,1-1,-1 0,0 1,-1-2,1 1,-1-1,2-3,3-5,-1 1,-1-2,0 1,-1-1,0 0,-1 0,-1-1,1-7,-2 10,0 0,-1-1,-1 1,-1-1,0 1,0-1,-2-9,2 22,0 1,0-1,0 1,0-1,1 1,-1-1,0 1,0-1,0 0,0 1,0-1,0 1,0-1,0 1,0-1,-1 1,1-1,0 1,0-1,0 1,-1-1,1 1,0-1,-1 1,1-1,0 1,-1-1,1 1,0 0,-1-1,1 1,-1 0,1-1,-1 1,1 0,-1 0,1-1,-1 1,1 0,-1 0,1 0,-1 0,1 0,-1 0,1 0,-1 0,1 0,-1 0,1 0,-1 0,0 0,1 0,-1 0,1 0,-1 1,1-1,-1 0,1 0,-1 1,1-1,-18 32,14-22,1 1,0-1,0 1,1 0,1 0,0 0,0 0,1 0,0 0,1 0,1 0,-1 0,2 0,-1 0,2-1,-1 1,1-1,1 0,0 0,0 0,1-1,1 0,-1 0,1 0,7 5,-3-6,0-1,1-1,0 0,0-1,0 0,1-1,0 0,-1-1,1-1,0 0,1 0,-1-1,5-1,13 0,0-2,-1-1,1-2,-1 0,7-5,-9 3,0-1,-1-2,0 0,-1-2,0-1,-1-1,0-2,7-6,11-30,-42 51,-1 0,1-1,-1 1,1-1,-1 1,0-1,0 0,1 1,-1-1,0 1,0-1,0 1,-1-1,1 1,0-1,-1 0,1 1,-1-1,1 1,-1 0,0-1,1 1,-1-1,0 1,0 0,0 0,0 0,0-1,0 1,-1 0,1 0,0 0,0 1,-1-1,1 0,-1 0,1 1,-1-1,1 1,-1-1,-14-3,1 0,-1 1,0 1,0 0,0 1,0 1,0 1,0 0,0 1,0 0,0 2,-14 4,18-5,-1 0,1 1,0 0,1 1,-1 0,1 1,0 0,0 1,1 0,0 1,0 0,1 0,0 1,8-8,-1 1,1-1,0 1,0-1,0 1,0-1,0 1,0 0,1 0,-1-1,0 1,1 0,-1 0,1 0,0-1,0 1,0 0,0 0,0 0,0 0,0 0,0 0,1-1,-1 1,1 0,0 0,-1 0,1-1,0 1,0 0,0-1,0 1,0-1,0 1,1-1,-1 0,0 1,2 0,67 27,-54-27,-1-1,1-1,0 0,-1-1,1 0,0-1,-1-1,0-1,0 0,0-1,0 0,-1-1,0-1,0 0,2-3,-11 7,-1 0,1 0,-1 0,0-1,0 1,0-1,0 0,-1 0,0-1,0 1,0-1,0 0,-1 0,1 1,-1-2,-1 1,1 0,-1 0,1 0,-2-1,1 1,0-1,-1 1,0 0,-1-5,-4 33,6-13,0-1,0 0,1 0,1 0,0 0,0-1,0 1,1-1,0 0,1 0,0 0,0 0,1-1,0 0,0 0,0 0,1-1,0 0,4 2,-6-4,0 0,1-1,0 0,0 0,0 0,0 0,1-1,-1 0,0 0,1-1,0 0,-1 0,1 0,0-1,-1 0,1-1,0 1,-1-1,1 0,-1-1,1 0,-1 0,1 0,-1-1,0 1,0-2,0 1,6-6,0 0,-1-1,0 0,0-1,-1 0,-1 0,0-1,0 0,-1-1,-1 0,0 0,-1-1,0 0,2-11,1-5,-1 0,-2-1,-1 0,-1-1,-2 1,-1-17,-2 14,-1 1,-1-1,-2 1,-2 0,0 1,-3-1,0 2,-2-1,-1 2,-16-27,-24-3,51 59,0-1,1 1,-1 0,0 0,0 0,0 0,1 0,-1 0,0 0,0 1,-1-1,1 1,0 0,0-1,0 1,0 0,0 0,0 0,0 1,0-1,0 0,0 1,-1 0,1-1,1 1,-1 0,0 0,0 0,0 0,0 0,1 0,-1 1,0-1,1 1,-1 0,-3 4,1 1,0-1,0 1,1 0,0 0,0 0,0 1,1-1,1 1,-1-1,0 8,-4 32,2 1,3 0,1 0,3 0,1 0,3-1,2 0,6 19,-9-43,0 0,1 0,1-1,1 0,1 0,1-1,1-1,1 0,0 0,2-2,0 1,1-2,1 0,0-1,1-1,1 0,1-2,0 0,13 6,19 1,-10-9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3:46.09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28 0,'0'23,"-2"19,-1 13,-2 12,0 7,0 5,2 1,1-2,0-6,2-8,0-10,2-14,4-14,0-12</inkml:trace>
  <inkml:trace contextRef="#ctx0" brushRef="#br0" timeOffset="629.586">256 255,'52'131,"-39"-105,-2 0,0 1,-2 0,-1 1,-1 0,0 9,-9 26,10-76,151-256,-119 219,-33 58,-14 75,0-46,5-28,0 0,1 0,-1 0,2 0,-1 0,1 0,1 0,0 0,0 1,0-1,1-1,1 1,0 0,0 0,0-1,1 0,0 1,1-2,0 1,0 0,1-1,0 0,0 0,1-1,-1 0,7 4,0-4,0 0,1-2,-1 1,1-2,0 0,0-1,1 0,-1-1,0 0,8-2,31-1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3:51.74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115 83,'-3'0,"1"0,0-1,0 1,0 0,0 0,0 0,0 1,0-1,0 0,0 1,0 0,0-1,0 1,0 0,0 0,0 0,1 0,-1 0,0 0,1 1,-1-1,1 0,-1 1,1-1,-1 1,1 0,0-1,-1 2,3-1,0-1,0 0,0 0,0 0,1 0,-1 0,0 0,0 0,1 0,-1 0,0 0,1-1,-1 1,1-1,-1 1,1-1,-1 1,1-1,0 0,-1 0,1 0,-1 0,1 0,-1 0,1 0,0 0,-1-1,1 1,0-1,0 1,1-1,-1 0,0 0,1 0,-1 0,0 0,1-1,-1 1,0 0,0-1,0 0,0 0,-1 1,1-1,0 0,-1 0,1-1,-1 1,0 0,0 0,0-1,0 1,0-1,0 1,0-1,-1 1,1-1,-1 1,0-1,0 1,0-1,0 1,0-1,-1 0,1 1,-1-1,0 1,1-1,-1 1,0 0,-1-1,1 1,0 0,-1 0,1 0,-1 0,1 0,-1 0,-2-1,1 1,0-1,-1 1,0 0,1 1,-1-1,0 1,0-1,0 1,0 0,0 1,0-1,-1 1,1-1,0 1,0 1,0-1,0 0,0 1,0 0,0 0,0 0,0 1,0-1,0 1,0 0,1 0,-1 0,1 1,0-1,-1 1,1-1,0 1,0 1,2-1,1 0,0-1,0 1,0 0,0 0,0-1,1 1,-1 0,1-1,0 1,-1-1,1 1,0-1,1 1,-1-1,0 0,1 1,-1-1,1 0,0 0,0 0,1 0,13 17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3:51.40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73 1,'0'0</inkml:trace>
  <inkml:trace contextRef="#ctx0" brushRef="#br0" timeOffset="637.094">33 201,'0'2,"0"1,0-1,0 1,1-1,-1 1,1-1,-1 1,1-1,0 0,0 1,0-1,0 0,1 0,-1 0,0 0,1 0,0 0,-1 0,1 0,0-1,0 1,0-1,0 1,0-1,0 0,1 1,-1-1,0 0,0-1,1 1,-1 0,1-1,-1 1,1-1,-1 0,1 0,-1 0,1 0,-1 0,1-1,-1 1,1-1,-1 1,0-1,1 0,-1 0,0 0,0 0,1-1,-1 1,0 0,0-1,0 0,1 0,-1 0,0 0,0 0,0 0,0-1,-1 1,1-1,-1 1,1-1,-1 1,0-1,0 0,0 1,0-1,0 0,-1 0,1 0,-1 0,0 0,0 0,0 1,0-1,-1 0,1 0,-1 0,1 0,-1 0,0 1,0-1,0 0,-1 1,1-1,-1 1,1-1,-1 1,0 0,0-1,0 1,0 0,0 0,0 1,-1-1,1 0,-1 1,1-1,-1 1,0 0,1 0,-1 0,0 0,0 1,0-1,0 1,-1-1,-1 1,0 0,0 1,0-1,0 1,0 0,0 0,0 1,1-1,-1 1,0 0,1 0,-1 1,0 0,4-2,-1 0,1 0,-1 0,1 0,-1 0,1 0,0 0,-1 1,1-1,0 0,0 1,0-1,0 1,0-1,0 1,1 0,-1-1,0 1,1 0,-1 0,1-1,0 1,0 0,-1 0,1-1,0 1,1 0,-1 0,0 0,0-1,1 1,-1 0,1 0,0-1,-1 1,1 0,1 0,59 51,-41-38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3:50.80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1334 1234,'0'2,"0"4,0 2,-7 0,-2-1</inkml:trace>
  <inkml:trace contextRef="#ctx0" brushRef="#br0" timeOffset="4024.183">1561 1154,'0'27,"-1"0,2 0,0 1,2-1,1 0,3 8,5-22,-4-39,-6 12,-1 0,0 0,-1 0,-1 1,0-1,-1 0,-1 0,0 1,-1 0,0-1,-1 2,0-1,-1 0,-1 1,0 0,0 1,-1-1,-1 1,0 1,0 0,-1 0,0 1,-1 0,0 1,0 0,-1 0,-2 1,8 4,0 1,-1-1,1 1,-1 0,0 1,1 0,-1 0,0 1,0-1,0 1,0 1,0-1,1 1,-1 1,0-1,1 1,-1 0,1 1,-1-1,1 1,0 0,0 1,0 0,1 0,-1 0,1 0,0 1,0 0,1 0,-3 4,-10 13,2 1,0 1,2 0,0 0,2 2,1-1,1 1,1 1,1 0,2 0,0 0,2 0,1 1,1-1,2 1,0 0,6 24,-5-37,0-1,2 1,0-1,0 0,1 0,1 0,1-1,0 0,0 0,1-1,1 0,0 0,0-1,2 0,-1-1,1 0,0 0,1-2,1 1,-1-1,1-1,0 0,12 4,9-4,0-1,0-1,0-2,1-1,-1-2,1-2,-1 0,0-3,0-1,0-1,-1-2,22-9,12-4,-48 14</inkml:trace>
  <inkml:trace contextRef="#ctx0" brushRef="#br0" timeOffset="4433.102">2244 1328,'-3'14,"1"-5,0 0,1 0,0 0,0-1,1 1,0 0,0 0,1 0,1 0,-1 0,1 0,1-1,0 2,-2-8,0 0,0-1,1 1,-1-1,0 1,1-1,-1 0,1 1,-1-1,1 0,0 0,-1 0,1 0,0 0,0-1,0 1,0 0,0-1,0 1,-1-1,1 0,0 0,0 0,0 0,0 0,0 0,0 0,0-1,0 1,0-1,0 1,0-1,0 0,-1 0,1 0,0 0,0 0,-1 0,1 0,-1 0,1-1,-1 1,0-1,1 1,-1-1,0 0,0 1,0-1,0 0,0 0,-1 1,1-1,0 0,-1 0,1-2,0 1,-1 1,1-1,0 0,-1 1,0-1,1 0,-1 0,0 1,-1-1,1 0,0 0,-1 1,0-1,1 0,-1 1,0-1,0 1,-1-1,1 1,0 0,-1-1,1 1,-1 0,0 0,0 0,0 0,0 0,0 0,0 1,-1-1,1 1,0-1,-2 1,-1-2,0 1,0 0,0 0,0 0,0 0,0 1,-1 0,1 0,-1 1,1-1,-1 1,1 0,-1 1,1-1,0 1,-5 1,8-1,0 0,0 0,0 0,0 1,0-1,1 0,-1 1,0-1,1 1,-1 0,1-1,-1 1,1 0,0 0,0 0,0 0,0 0,0 0,0 0,0 1,1-1,-1 0,1 0,0 1,0-1,0 0,0 0,0 1,0-1,0 0,1 0,-1 1,1-1,0 0,-1 0,1 0,0 0,0 0,1 0,-1 0,0 0,0 0,1 0,0-1,-1 1,1-1,0 1,-1-1,1 0,0 1,1-1,22 20</inkml:trace>
  <inkml:trace contextRef="#ctx0" brushRef="#br0" timeOffset="5167.011">2697 1141,'-14'110,"5"0,5 110,4-184,0 9,-10-530,10 483,-1-9,0 0,1 0,0-1,1 1,0 0,1 0,0 0,0 0,1 0,1 1,0-1,1 1,0 0,0 0,1 0,0 1,3-3,-3 9,-1 1,1 0,0 0,0 1,0 0,0 0,0 0,0 1,0-1,0 1,0 1,0-1,0 1,0 0,0 1,0 0,0-1,-1 2,1-1,-1 1,1 0,-1 0,0 0,0 1,0 0,9 4,0 1,-1 0,0 1,0 1,-1 0,-1 0,0 1,-1 1,0 0,4 7,-11-14,1 0,-1 0,0 1,0-1,-1 1,0 0,0-1,0 1,-1 0,0 0,-1 0,1 0,-1 1,-1-1,1 0,-1 0,0 0,-1 0,0 0,0-1,0 1,-1-1,0 1,0-1,-1 0,-7 9,-1 0,0-2,-1 0,-1 0,0-1,-1 0,0-2,0 0,-1 0,-1-2,1 0,-2 0,-16 4,-20-3,53-9,1 0,-1-1,1 1,-1 0,1-1,-1 1,1 0,-1-1,1 1,0 0,-1-1,1 1,0-1,-1 1,1-1,0 1,0-1,-1 1,1-1,0 1,0-1,0 1,0-1,0 1,0-1,-1 1,1-1,1 0,-1 1,0-1,0 1,0-1,0 1,0-1,0 1,1-1,-1 1,0-1,0 1,1-1,-1 1,0-1,1 1,-1 0,0-1,1 1,-1-1,1 1,-1 0,1-1,-1 1,1 0,7-7,0 1,1 0,0 1,0-1,0 2,0-1,1 1,0 1,0 0,0 0,0 1,0 0,1 1,6 0,-7 1,0 0,1 0,-1 1,0 0,0 1,0 0,-1 1,1 0,0 0,-1 1,0 1,0-1,0 1,0 1,-1 0,0 0,0 0,-1 1,1 0,-2 1,1 0,-1 0,0 0,-1 1,1-1,-2 1,1 1,-2-1,1 0,-1 1,0 0,-1 0,0 0,-1 0,0 0,-1 0,0 5,-1-6,-1 0,1-1,-2 1,1 0,-1-1,-1 0,0 1,0-1,0-1,-1 1,0-1,0 0,-1 0,0 0,-1-1,1 0,-1 0,0 0,0-1,-1 0,0-1,0 0,0 0,0 0,-2-1,-1 2,-1-1,1-1,-1 0,0-1,0 0,0 0,0-2,0 1,0-2,-1 1,1-2,0 0,1 0,-1-1,0 0,1-1,-1 0,-3-4,0 1,36 5,1 4</inkml:trace>
  <inkml:trace contextRef="#ctx0" brushRef="#br0" timeOffset="5595.334">3620 1315,'2'173,"-2"-171,-1-1,1 1,0 0,0-1,0 1,0 0,0 0,0-1,0 1,1 0,-1-1,1 1,-1 0,1-1,-1 1,1-1,0 1,0-1,0 1,0-1,0 0,0 1,0-1,0 0,1 0,-1 0,0 0,1 0,-1 0,1 0,-1 0,1-1,-1 1,1 0,-1-1,1 0,0 1,-1-1,1 0,0 0,0 0,-1 0,1 0,0 0,-1 0,1 0,0-1,0 1,2-3,-1 0,1 0,-1 0,1-1,-1 1,0-1,-1 0,1 1,0-1,-1 0,0-1,0 1,0 0,-1-1,0 1,1-1,-2 1,1-1,0 1,-1-1,0 0,0 1,0-1,-1 0,1 1,-1-1,0 1,0-1,-1 1,0-1,1 1,-1 0,-1 0,1 0,-1 0,1 0,-1 0,0 1,-1-1,1 1,0 0,-1 0,0 0,1 1,-1 0,1 0,-1 0,1 0,-1 1,0-1,1 1,-1 0,0 0,0 0,0 1,0 0,0-1,0 1,0 1,0-1,0 0,1 1,-1 0,0 0,0 0,0 1,1-1,-1 1,1 0,-1-1,1 2,0-1,-1 0,1 1,0-1,0 2,2-3,1 1,-1 0,0-1,1 1,-1-1,1 1,0 0,-1-1,1 1,0 0,0 0,0-1,1 1,-1 0,0-1,0 1,1 0,-1-1,1 1,0-1,-1 1,1-1,0 1,0-1,0 1,0-1,0 0,0 1,0-1,1 0,-1 0,0 0,1 0,-1 0,1 0,0 0,58 26,-12-14</inkml:trace>
  <inkml:trace contextRef="#ctx0" brushRef="#br0" timeOffset="6060.305">4382 1167,'-159'365,"33"-118,120-226,24-40,20-37,-3-3,-2-1,-3-1,-3-1,-2-2,-3 0,-3-2,7-46,-17 78,16-36,-15 73,12 68,30 185,-34-149,5-2,34 97,-37-149,-17-44</inkml:trace>
  <inkml:trace contextRef="#ctx0" brushRef="#br0" timeOffset="6334.594">4169 1595,'-14'-2,"-2"-1,6 0,16 3,24 1,21 1,24-2,16-4,14-3,9-1,6 2,5 3,-19 3</inkml:trace>
  <inkml:trace contextRef="#ctx0" brushRef="#br0" timeOffset="8392.154">5920 726,'12'58,"-2"0,-2 0,-4 1,-1 45,-3-79,4 237,-3-40,10 1,14 33,-6-145,-8-55,-2 1,-3 1,-2 18,-3-71,0 1,-1 0,0-1,0 1,-1 0,0-1,0 1,0 0,0-1,-1 0,0 1,0-1,0 0,-1 0,0 0,0 0,0 0,-1-1,1 1,-1-1,0 0,0 0,-1-1,1 1,-1-1,-4 2,-6-1,-1 0,-1-2,1 0,0-1,0-1,-1 0,1-1,0-1,-1 0,1-1,1-1,-1-1,-3-1,-60-15,-1 4,0 3,-35 0,-449-35,-198-11,-107 33,-150-16,-39 22,756 8,-123 18,379-3,-163-3,204 1,1-1,0 1,0-1,-1 0,1 0,0 0,0 0,0-1,1 0,-1 0,0 0,0 0,1 0,0-1,-1 0,1 1,0-1,0-1,0 1,1 0,-1-1,1 1,0-1,0 0,0 1,0-1,1 0,0 0,-1 0,1-2,0-25,1 0,1-1,1 1,2 0,5-17,1-17,8-71,-7 0,-6-1,-5 0,-12-71,-80-407,88 584,3-1,0 1,2-1,2 1,0 0,2 0,2 0,1 1,1-1,11-24,54-90,-72 143,1-1,0 0,-1 1,1 0,0-1,0 1,0 0,1 1,-1-1,0 0,1 1,-1 0,1 0,-1 0,1 0,-1 0,1 1,0 0,-1 0,1 0,0 0,0 0,-1 1,1-1,-1 1,1 0,-1 0,1 1,-1-1,2 2,6-1,239 44,3-11,0-10,22-12,-61 0,344 26,668 31,-689-63,453 19,-291 24,-552-35,-138-13,0 0,0 1,0 0,-1 0,1 1,-1 0,0 0,0 1,-1 0,1 1,-1-1,0 1,-1 1,5 4,9 53,-16-40,31 123,-21-94</inkml:trace>
  <inkml:trace contextRef="#ctx0" brushRef="#br0" timeOffset="11152.792">2244 1474,'-3'3,"0"2,2 1,4-1,2-3,-1-4,-1-5,0-3,-4 0,-3 2,-4 3,-3 1,1 4,4 2,6 1,4 0,3-1</inkml:trace>
  <inkml:trace contextRef="#ctx0" brushRef="#br0" timeOffset="12081.948">3580 1474,'0'1,"0"1,0-1,0 0,-1 0,1 0,0 0,0 1,1-1,-1 0,0 0,0 0,0 0,1 0,-1 1,1-1,-1 0,1 0,-1 0,1 0,0 0,-1 0,1-1,0 1,0 0,0 0,0 0,-1-1,1 1,0 0,0-1,0 1,1-1,-1 1,0-1,0 1,0-1,0 0,0 0,0 0,1 1,-1-1,0 0,0 0,0-1,0 1,1 0,-1 0,0 0,0-1,0 1,0-1,0 1,0-1,0 1,0-1,0 0,0 1,0-1,0 0,0 0,0 0,-1 0,1 1,0-1,-1 0,1 0,-1 0,1-1,-1 1,1 0,-1-1,-1 0,1 0,-1 0,1 0,-1 0,0 0,1 0,-1 0,0 0,0 1,-1-1,1 0,0 1,-1-1,1 1,0-1,-1 1,0 0,1 0,-1-1,0 1,0 0,1 0,-1 1,0-1,0 0,0 1,0-1,0 1,0 0,0-1,0 1,0 0,-1 0,1 0,0 1,0-1,0 0,0 1,0 0,0-1,0 1,1 0,-1 0,0 0,0 0,1 0,-1 0,0 1,1-1,-1 1,1-1,1 0,-1 0,1 0,-1 0,1 0,-1 0,1 0,0 0,0 0,-1 0,1 0,0 0,0 0,0 0,0 0,0 1,1-1,-1 0,0 0,0 0,1 0,-1 0,1 0,-1 0,1 0,-1 0,1 0,-1 0,1 0,0-1,0 1,-1 0,1 0,10 8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4:39.97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439 409,'-38'2,"1"2,-1 1,-34 11,28-7,18-3,4-3,0 2,0 0,1 2,0 0,-19 10,36-13,1-1,0 1,0 0,0-1,0 1,1 1,0-1,0 0,0 0,0 1,0 0,1-1,0 1,0 0,0-1,1 1,0 0,-1 0,2-1,-1 1,0 0,1 0,0 0,1 2,-1 4,0 0,1-1,0 1,1-1,0 1,1-1,0 0,0 0,1-1,0 1,1-1,0 0,0-1,1 1,0-1,3 2,132 101,-77-66,-49-33,-4-4,-1 0,0 0,-1 1,0 1,0 0,-1 0,6 9,-14-18,-1 0,1 0,-1 0,1 0,-1 0,1 0,-1 0,0 0,1 0,-1 0,0 0,0 0,0 0,0 0,0 0,0 0,0 0,0 1,0-1,0 0,-1 0,1 0,0 0,-1 0,1 0,-1 0,1 0,-1 0,0-1,1 1,-1 0,0 0,0 0,1-1,-1 1,0 0,0-1,0 1,0 0,0-1,0 1,0-1,0 0,0 1,-50 11,-231-10,382-12,-50 1</inkml:trace>
  <inkml:trace contextRef="#ctx0" brushRef="#br0" timeOffset="895.459">585 824,'0'0,"0"-1,-1 1,1-1,0 1,-1 0,1-1,-1 1,1-1,-1 1,1 0,0-1,-1 1,0 0,1 0,-1-1,1 1,-1 0,1 0,-1 0,1 0,-1 0,1 0,-1 0,0 0,1 0,-1 0,1 0,-1 0,1 0,-1 0,0 0,1 1,-1-1,1 0,-1 0,1 1,-1-1,1 0,-1 1,1-1,0 0,-1 1,1-1,-1 1,1-1,0 1,2 28,5-12,2 0,-1 0,2-1,0-1,1 0,0 0,1-1,13 11,-23-21,1 0,0-1,0 0,0 0,1 0,-1 0,1 0,0-1,-1 1,1-1,0 0,1 0,-1 0,0-1,0 0,1 0,-1 0,1 0,-1 0,1-1,-1 0,1 0,-1 0,1-1,-1 1,0-1,1 0,-1-1,0 1,1-1,-1 1,0-1,0-1,0 1,-1 0,3-2,3-9,0 0,-1-1,0 0,-1 0,-1-1,0 0,-1 0,0 0,-1 0,-1-1,0-12,0 14,3 98,-4-77,0-1,0 0,0 0,1 0,0 0,0-1,0 1,1-1,0 0,0 0,0 0,1 0,-1-1,1 0,0 0,0 0,1 0,-1-1,1 0,0 0,0 0,0-1,0 0,0 0,0-1,1 0,5 1,-3-1,0 0,1-1,-1 0,0 0,1-1,-1 0,0-1,0 0,0 0,0-1,0 0,0-1,-1 0,0 0,1-1,-2 0,1 0,-1-1,2-2,0-1,-1 0,-1-1,0 0,0-1,-1 1,0-1,-1 0,0-1,-1 1,0-1,-1 0,0 0,-1 0,0-1,-1-7,0 18,-1 0,-2 35,3 112,6-1,6 0,7 0,11 21,9 56,-40-221,-1 0,1 0,0-1,-1 1,1 0,-1 0,1-1,-1 1,1 0,-1 0,1 0,-1 0,1 0,-1 0,1 0,-1 0,1 0,-1 0,1 0,-1 0,1 0,-1 0,1 1,-1-1,1 0,-1 0,1 1,-1-1,1 0,0 0,-1 1,1-1,-1 0,1 1,0-1,-1 1,1-1,0 0,0 1,-1-1,1 1,0-1,0 1,0-1,-1 1,1-1,-15-36,2-2,1 1,2-2,-3-21,13 59,-27-140,6-2,6 0,6-3,9 136,-2-15,1-1,2 1,0-1,2 1,1 0,2-5,-6 28,1-1,-1 1,1 0,0-1,0 1,0 0,0-1,0 1,0 0,0 0,1 0,-1 0,1 0,0 0,-1 0,1 1,0-1,0 1,0-1,0 1,0 0,1 0,-1 0,0 0,0 0,1 0,-1 0,1 1,-1-1,0 1,1 0,-1 0,1 0,-1 0,1 0,-1 0,1 1,-1-1,1 1,-1 0,0 0,1 0,0 0,22 12,1 0,-2 2,0 1,-1 1,-1 1,0 0,7 11,-18-19,-6-6,1 1,-2-1,1 1,0 0,-1 1,0-1,0 1,-1-1,1 1,-1 0,1 4,-4-8,-1-1,1 1,-1 0,1 0,-1-1,0 1,0 0,1-1,-1 1,0 0,0-1,-1 0,1 1,0-1,0 0,-1 1,1-1,-1 0,1 0,-1 0,1 0,-1 0,0-1,0 1,1 0,-1-1,0 1,0-1,1 0,-1 0,0 1,0-1,0 0,-1-1,-21 5,0-1,-1-1,0-1,1-1,-1-2,-16-2,21 0</inkml:trace>
  <inkml:trace contextRef="#ctx0" brushRef="#br0" timeOffset="1313.962">1735 1011,'14'-287,"-14"276,0 11,0 1,1-1,-1 0,0 1,1-1,-1 0,1 0,-1 1,1-1,-1 0,1 0,-1 0,0 0,1 1,-1-1,1 0,-1 0,1 0,-1 0,1 0,-1 0,1 0,-1-1,1 1,-1 0,1 0,-1 0,1 0,-1-1,1 1,-1 0,0 0,1-1,-1 1,1 0,-1-1,0 1,1 0,-1-1,0 1,0 0,1-1,-1 1,0-1,0 1,1-1,-1 1,0-1,0 1,0-1,0 1,0-1,0 1,0-1,0 1,0-1,0 1,0 0,0-1,0 0,19 12,0-1,1-1,0 0,0-2,1 0,0-2,16 3,51 15,-85-23,-1 1,1-1,-1 1,1 0,-1 0,1 0,-1 0,0 0,0 0,0 0,1 1,-1-1,0 1,-1 0,1 0,0-1,0 1,-1 0,1 0,-1 1,0-1,1 0,-1 0,0 1,0-1,-1 1,1-1,0 0,-1 1,0-1,1 1,-1 0,0-1,0 1,-1 0,-55 135,56-136,-1 0,1 0,-1 0,1 0,0 0,0 0,0 0,0 0,0 0,0-1,1 1,-1 0,1 0,-1 0,1 0,0 0,-1-1,1 1,0 0,0 0,0-1,1 1,-1-1,0 1,1-1,-1 0,0 1,1-1,0 0,-1 0,1 0,0 0,-1 0,1-1,0 1,0 0,2 0,74 9,41-20,-62 1</inkml:trace>
  <inkml:trace contextRef="#ctx0" brushRef="#br0" timeOffset="1702.445">2658 877,'-15'-7,"0"0,-1 1,0 1,0 0,0 1,-1 1,1 1,-13-1,23 3,-1 0,1 0,0 0,0 1,-1 0,1 0,0 1,0 0,0 0,0 0,1 1,-1-1,1 2,-1-1,1 0,0 1,0 0,0 0,1 1,0-1,0 1,0 0,0 0,-1 2,3-5,1 1,-1-1,0 1,1 0,-1-1,1 1,0 0,0 0,0 0,0-1,0 1,1 0,0 0,-1 0,1 0,0 0,0 0,1 0,-1 0,0 0,1 0,0 0,0 0,0 0,0 0,0 0,1-1,-1 1,1 0,0-1,-1 0,1 1,0-1,1 0,-1 0,0 0,0 0,1 0,0-1,-1 1,1-1,0 0,-1 1,4 0,5-1,-1 0,1-1,0 0,-1 0,1-1,-1-1,1 1,-1-2,0 0,1 0,-2 0,1-2,0 1,-1-1,1 0,-1-1,-1 0,1-1,-1 1,0-2,-1 1,4-6,-5 7,-1 0,0 0,-1-1,1 0,-1 1,0-2,-1 1,0 0,0-1,-1 0,0 1,0-1,0 0,-1 0,-1 0,1 0,-1 0,-1-2,1 10,0-1,0 0,0 1,0-1,0 1,0-1,-1 1,1-1,0 1,0-1,-1 1,1-1,0 1,-1-1,1 1,-1 0,1-1,-1 1,1 0,0-1,-1 1,1 0,-1-1,1 1,-1 0,0 0,1 0,-1-1,1 1,-1 0,1 0,-1 0,1 0,-1 0,0 0,1 0,-1 0,1 0,-1 1,1-1,-1 0,1 0,-1 0,1 1,-1-1,1 0,-1 0,1 1,-1-1,1 0,-1 1,1-1,0 1,-1-1,1 1,-1-1,1 1,-24 27,20-24,1 1,0 0,1 0,-1 0,1 0,0 1,0-1,0 1,1-1,0 1,0-1,0 1,1 0,0-1,0 1,0 0,1-1,0 1,0 0,0-1,1 1,0-1,0 0,0 1,1-1,-1 0,1 0,0-1,1 1,-1-1,1 1,0-1,0 0,0-1,4 4,0-3,0-1,1 0,-1 0,1 0,-1-1,1 0,0-1,0 0,0 0,0-1,0 0,0-1,7-1,26-5</inkml:trace>
  <inkml:trace contextRef="#ctx0" brushRef="#br0" timeOffset="2100.459">2978 583,'54'16,"-24"-17,-1 0,0-2,0-1,0-2,0-1,-1 0,0-3,-1 0,0-1,-1-2,10-6,-16 7,1 0,-1-2,-1 0,0-1,-2 0,1-2,-12 11,0 0,-1 0,0-1,0 1,0-1,-1 0,0-1,0 1,-1-1,0 1,0-1,-1 0,0 0,-1 0,1 0,-1-1,-1 1,0-8,-1 9,-1 1,1-1,-2 1,1 0,-1-1,1 1,-2 1,1-1,-1 0,0 1,0-1,0 1,-1 0,0 1,0-1,0 1,0 0,-1 0,1 1,-1-1,0 1,-1 1,3-1,0 1,-1 1,1-1,-1 1,1-1,-1 1,0 0,1 1,-1-1,0 1,0 0,1 0,-1 1,0 0,0-1,1 1,-1 1,0-1,1 1,0 0,-1 0,1 0,0 0,0 1,0 0,0 0,1 0,-1 0,1 0,-1 1,1 0,-7 14,1 2,1-1,0 1,2 0,0 1,1-1,2 1,0 0,1 0,1 0,0 1,4 19,4 145,24 129,3 27,-26-208,-5 1,-11 69,8-189,-1-1,-1 1,0-1,0 0,-2 0,0 0,-1 0,0 0,-1-1,0 0,-1 0,-3 4,-13 5</inkml:trace>
  <inkml:trace contextRef="#ctx0" brushRef="#br0" timeOffset="2863.025">3098 1078,'54'-25,"0"1,1 4,1 1,8 2,-4-1,293-85,-325 94,-28 9,0-1,-1 1,1 0,0 0,0 0,0 0,0-1,0 1,-1 0,1 0,0 0,0-1,0 1,0 0,0 0,0 0,0-1,0 1,0 0,0 0,0 0,0-1,0 1,0 0,0 0,0-1,0 1,0 0,0 0,0 0,0-1,0 1,1 0,-1 0,0 0,0-1,0 1,0 0,0 0,1 0,-1 0,0 0,0-1,-25 1,9 1,-1 0,1 1,-1 1,1 1,0 0,0 1,1 1,-13 6,22-9,0 0,0 0,0 1,1 0,-1 0,1 0,0 1,0 0,0 0,1 0,0 0,0 1,0 0,1 0,-1 0,1 0,1 0,-1 1,1-1,1 1,-1-1,0 6,2-7,0-1,0 0,0 1,0-1,1 1,0-1,0 0,0 0,0 1,1-1,0 0,-1 0,2 0,-1-1,0 1,1 0,-1-1,1 1,0-1,1 0,-1 0,0 0,1-1,-1 1,1-1,0 0,0 0,0 0,0 0,3 0,3 1,-1 0,1 0,-1-1,1-1,0 0,-1 0,1-1,0 0,0 0,0-1,-1-1,1 1,4-3,-6 1,0 0,0-1,-1 1,1-2,-1 1,0-1,0 0,-1-1,0 1,0-1,0 0,0-1,-1 0,0 1,-1-2,0 1,0 0,0-1,-1 0,0 0,0 0,-1 0,0 0,-1 0,0-1,0 1,0-1,-1 1,-1-2,2 9,-1 1,0-1,0 1,1-1,-1 0,0 1,0-1,0 1,0-1,0 0,0 1,0-1,0 0,0 1,0-1,0 1,0-1,0 0,-1 1,1-1,0 1,0-1,-1 0,1 1,0-1,-1 1,1-1,0 1,-1-1,1 1,-1 0,1-1,-1 1,1-1,-1 1,1 0,-1 0,0-1,1 1,-1 0,1 0,-1 0,0-1,1 1,-1 0,1 0,-1 0,0 0,1 0,-1 0,0 0,1 0,-1 1,1-1,-1 0,0 0,1 0,-1 1,1-1,-1 0,1 1,-4 6,1 0,1 0,-1 1,1-1,1 1,-1-1,1 1,1 0,-1-1,1 1,1 0,-1-1,1 1,1 0,-1-1,1 1,1-1,1 3,-2-5,0 0,1 0,0 0,0-1,0 1,0-1,1 0,0 0,0 0,0 0,0-1,0 0,1 1,0-2,0 1,-1 0,2-1,-1 0,0 0,0-1,0 1,1-1,-1 0,1-1,3 1,2-1,1 0,-1-1,1 0,-1-1,1 0,-1 0,0-1,0-1,0 0,-1-1,10-4,-7 0,1 0,-2 0,1-1,-1-1,-1 0,0-1,0 0,-1 0,-1-1,0-1,-1 1,0-1,-1-1,-1 0,4-10,3-20,-1 1,-3-1,-1-1,1-39,2-38,-5 0,-5 0,-7-21,5 139,1-3,0 0,-1-1,-1 1,1 0,-1 0,-1 0,1 0,-1 1,-4-8,6 14,1 1,-1-1,0 0,1 0,-1 1,0-1,0 1,1-1,-1 1,0-1,0 1,0-1,0 1,0 0,0 0,0-1,0 1,0 0,0 0,1 0,-1 0,0 0,0 0,0 0,0 0,0 1,0-1,0 0,0 0,0 1,0-1,0 1,1-1,-1 1,0-1,0 1,0-1,1 1,-1 0,0-1,1 1,-1 0,1 0,-1 0,1-1,-1 1,1 0,-1 0,1 0,0 0,-1 0,-9 17,0 0,1 1,1 0,1 0,1 0,0 1,2 0,0 1,1 0,1-10,-7 32,3 1,1 0,3 1,1-1,2 0,2 1,2-1,2-1,2 1,2-1,1-1,3 0,1 0,2-2,2 0,8 11,-17-34,0 0,1-1,1 0,0 0,2-2,-1 1,2-2,0 0,0-1,1-1,0 0,14 5,-28-14,0-1,1 1,-1-1,1 0,-1 0,1 0,-1-1,1 1,-1-1,1 0,0 0,-1 0,1 0,-1-1,1 1,2-2,11-8</inkml:trace>
  <inkml:trace contextRef="#ctx0" brushRef="#br0" timeOffset="3124.43">3995 436,'20'9,"26"6,26 1,30 0,21-5,16 0,-1-1,-23-2</inkml:trace>
  <inkml:trace contextRef="#ctx0" brushRef="#br0" timeOffset="3453.565">4916 945,'-27'-117,"25"113,1 0,-1 0,0 1,-1-1,1 0,0 1,-1 0,0 0,0-1,0 2,0-1,-1 0,1 1,-1-1,1 1,-1 0,0 0,0 1,0-1,0 1,0 0,0 0,0 0,0 0,-1 1,-2-1,1 2,-1 0,1 0,0 1,-1 0,1 0,0 0,0 1,0 0,1 0,-1 0,1 1,-1 0,1 0,0 0,1 1,-1 0,1-1,0 2,0-1,0 0,1 1,0 0,0-1,0 1,1 1,0-1,0 0,0 0,1 1,0-1,0 1,1-1,0 1,0-1,0 1,1-1,0 1,0-1,1 1,0-1,0 0,0 0,1 0,0 0,0 0,0-1,1 1,0-1,2 2,-2-2,1-1,0 0,0-1,1 1,-1-1,1 0,0 0,-1-1,1 1,0-2,1 1,-1 0,0-1,0 0,1-1,-1 1,0-1,1-1,-1 1,0-1,1 0,-1 0,0-1,0 0,0 0,0 0,0-1,-1 0,1 0,-1 0,1-1,-1 0,0 0,-1 0,1-1,-1 1,0-1,0 0,1-2,-2 1,-1-1,1 0,-1 0,-1-1,1 1,-1 0,-1 0,1-1,-1 1,-1 0,1-1,-1 1,0 0,-1-1,0 1,0 0,-1-2,3 9,0 1,0-1,0 1,0-1,0 0,-1 1,1-1,0 1,0-1,0 0,0 1,-1-1,1 0,0 1,0-1,-1 0,1 1,0-1,-1 0,1 0,0 1,-1-1,1 0,0 0,-1 0,1 1,-1-1,1 0,0 0,-1 0,1 0,-1 0,1 0,0 0,-1 0,1 0,-1 0,1 0,0 0,-1 0,1 0,-1 0,1-1,0 1,-1 0,1 0,0 0,-1 0,1-1,0 1,-1 0,1-1,0 1,-1 0,1 0,0-1,0 1,-1 0,1-1,0 1,0-1,0 1,0 0,-1-1,1 1,0 0,0-1,0 1,0-1,-9 35,9-26,0-1,0 1,1 0,0-1,0 1,0-1,1 1,1-1,-1 0,1 0,0 0,1 0,-1 0,1-1,1 0,-1 1,1-2,0 1,1 0,-1-1,1 0,0 0,0-1,1 0,3 2,8 4,0-1,0-1,1-1,0 0,1-1,-1-2,1 0,0-1,6 0,9-1,0-2,0-1,1-2,12-3,36-10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4:51.01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216 463,'-13'4,"0"0,1 1,-1 1,1 0,0 1,1 0,-1 0,1 1,1 1,0 0,0 1,1 0,0 0,0 1,1 0,1 0,0 1,0 0,2 0,-2 4,5-13,1 1,0 0,0 0,0-1,0 1,0 0,1 0,0 0,0 0,0 0,0 0,1 0,-1 0,1 0,0-1,0 1,1 0,-1 0,1-1,0 1,-1-1,2 0,-1 1,0-1,1 0,-1 0,1 0,0-1,0 1,0-1,0 1,1-1,-1 0,1 0,-1-1,1 1,2 0,2 0,1 0,-1-1,1-1,-1 1,1-1,-1 0,1-1,-1 0,1-1,-1 1,0-2,0 1,0-1,0 0,0-1,0 0,-1 0,0 0,0-1,0 0,8-7,0 0,-1-1,0 0,-1-1,0-1,-2 0,0 0,5-10,-3-3,-2-1,0 1,-2-2,-2 0,0 0,-2 0,-2 0,0-1,-2 0,-1 1,-2-1,-1 1,-1-1,-3-5,-19-80,13 88,12 27,1 1,-1 0,0-1,1 1,-1 0,1 0,-1-1,0 1,1 0,-1 0,0 0,1 0,-1 0,0 0,1 0,-1 0,0 0,1 0,-1 0,0 0,1 1,-1-1,0 0,1 0,-1 1,1-1,-1 0,1 1,-1-1,1 1,-1-1,1 0,-1 1,1-1,-1 1,1 0,0-1,-1 1,1-1,0 1,-1-1,1 1,0 0,0-1,0 1,-1 0,1-1,0 1,0 0,0-1,0 1,0 0,0-1,1 1,-1 0,-6 22,1 0,1 0,1 0,1 0,1 18,0-16,0 2,-3 21,2 0,2 0,2-1,3 1,1-1,12 40,-15-76,1-1,1 1,0 0,0-1,1 0,0-1,1 1,0-1,1 0,4 4,-9-10,1 1,0-1,0 0,1 0,-1 0,1-1,-1 0,1 1,0-2,0 1,0 0,0-1,0 0,0 0,0-1,0 1,0-1,1 0,-1 0,0-1,0 0,0 0,0 0,2-1,2-3,-1 0,1-1,-1 0,0-1,0 1,-1-2,0 1,0-1,-1 0,0 0,0-1,-1 0,0 0,-1 0,0-1,0 1,-1-1,0 0,-1 0,0 0,-1 0,0 0,0-1,-1 1,0 0,-2-9,-7-19,8 37,1 0,0 1,0-1,0 0,-1 1,1-1,0 0,-1 1,1-1,-1 1,1-1,-1 1,1-1,-1 1,1-1,-1 1,1-1,-1 1,1 0,-1-1,0 1,1 0,-1 0,0-1,1 1,-1 0,0 0,1 0,-1 0,0 0,0 0,1 0,-1 0,0 0,1 0,-1 0,0 0,1 1,-1-1,0 0,1 0,-1 1,1-1,-1 0,0 1,1-1,-1 1,1-1,-1 1,1-1,-1 1,-3 5,0 0,0 0,1 0,0 1,0-1,0 1,1 0,0-1,0 1,1 0,0 0,0 0,1 1,0-1,0 0,0 0,1 0,1 6,1-4,0-1,0 0,0 0,1-1,1 1,-1-1,1 1,0-1,1-1,-1 1,1-1,1 0,-1 0,1-1,0 0,0 0,1-1,-1 0,1 0,0 0,0-1,0-1,1 1,0-1,51 15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4:51.7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0 747,'14'-4,"-1"-1,0 0,0 0,-1-2,1 0,-1 0,-1-1,0 0,0-1,0-1,-1 1,0-2,7-10,1 0,-1 0,-1-2,-1 0,-1-1,-1 0,-1-1,-1-1,-1 0,-1 0,-2-1,-1 1,0-2,-2 1,-2-1,0 1,-2-1,-1 0,-3-16,-24-41,27 82,-1 0,1 0,-1 1,0-1,0 0,0 1,0 0,0-1,0 1,-1 0,1 0,-1 0,0 1,1-1,-1 1,0-1,0 1,0 0,0 0,0 0,0 0,0 1,0 0,0-1,-1 1,0 0,-1 2,0 0,0 0,0 0,0 1,0 0,1 0,-1 0,1 1,0-1,0 1,0 0,0 0,1 0,-1 1,1-1,0 1,1 0,-1 0,1 0,0 0,0 0,1 0,-1 1,-7 24,1 0,1 0,2 0,1 1,1 0,2 0,1 0,1 0,2-1,1 1,1 0,3 4,-3-12,0 0,2-1,1 0,0-1,1 0,2 0,0-1,1 0,1-1,1-1,0 0,2 0,0-2,1 0,0-1,1 0,1-2,3 2,-17-12,0 0,0-1,0 1,0-1,0 0,0-1,0 1,1-1,-1 0,0 0,1 0,-1-1,1 0,-1 0,1-1,-1 1,1-1,-1 0,0-1,1 1,-1-1,0 0,0 0,0-1,-1 0,1 1,0-2,-1 1,0 0,0-1,0 0,0 0,0 0,1-2,2-12,0 0,-1-1,0 1,-2-1,0 0,-1 0,-1-1,-1 1,-1 0,0-1,-4-17,3 14,-1-13,0 54,0-5,1 0,1 0,0 0,0 0,2 0,-1 0,2 0,0 0,0-1,1 1,1-1,0 0,1 0,0 0,0-1,1 0,1 0,0-1,5 5,8 0</inkml:trace>
  <inkml:trace contextRef="#ctx0" brushRef="#br0" timeOffset="659.313">549 213,'15'10,"1"1,0-2,1 0,0-1,0-1,12 3,0 2,29 10,-18-8,0 2,-1 2,24 15,-53-27,0 1,-1 0,1 0,-2 1,1 0,-1 0,0 1,0 0,-1 0,-1 1,1 0,-2 0,1 1,-2 0,3 5,7 108,-12-73,-2-47,0 1,1-1,-1 0,1 1,0-1,0 0,1 0,-1 0,1 0,0 0,0 0,0-1,1 1,-1 0,1-1,0 0,-1 0,2 1,-1-2,0 1,1 0,-1-1,1 0,0 1,0-1,-1-1,1 1,1-1,-1 1,0-1,0 0,0-1,1 1,-1-1,0 0,2 0,2 0,0 0,0-1,0 0,0-1,0 0,0 0,0 0,-1-1,1-1,-1 1,0-1,0 0,0 0,0-1,-1 0,0-1,0 1,0-1,-1 0,0 0,0-1,2-2,0-3,-1 0,1 0,-2 0,0-1,0 0,-1 0,-1 0,0 0,-1-1,0 1,-1-1,-1-13,-2 107,2-75,1 1,0-1,0 1,0-1,1 1,0-1,0 0,1 1,-1-1,1 0,0-1,0 1,1 0,-1-1,1 0,0 0,0 0,1 0,-1-1,1 0,0 0,-1 0,1 0,1-1,-1 0,0 0,1 0,-1 0,2-1,6 2,1-1,-1-1,0 0,1-1,-1-1,1 0,-1 0,0-2,1 1,-1-2,0 0,-1 0,10-5,-14 5,-1 0,1 0,-1 0,0-1,0 0,-1 0,0-1,0 0,0 0,0 0,-1-1,0 0,-1 0,1 0,-1 0,-1-1,0 1,0-1,0 0,-1 0,0-1,0-3,-3-58,-6 64,2 22,2-1,1 1,0 0,2 0,-1-1,2 1,0 0,1 0,1-1,0 1,1-1,0 0,6 11,-8-22,1 0,-1 0,1 0,0-1,0 1,1-1,-1 0,1 1,-1-2,1 1,0 0,0-1,0 0,1 0,-1 0,0 0,1-1,-1 0,1 0,0 0,-1 0,1-1,0 0,-1 0,1 0,2 0,21-6</inkml:trace>
  <inkml:trace contextRef="#ctx0" brushRef="#br0" timeOffset="904.145">1725 240,'9'13,"15"5,16 2,2-3</inkml:trace>
  <inkml:trace contextRef="#ctx0" brushRef="#br0" timeOffset="1155.845">2286 414,'5'18,"1"10,0 8,1 2,-1 2,1-3,2-1,-1-4,1-4,0-7,0-10,-3-6</inkml:trace>
  <inkml:trace contextRef="#ctx0" brushRef="#br0" timeOffset="1156.845">2367 105,'-9'0,"-3"5,0 6,3 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4:47.7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0 701,'21'4,"22"2,24 0,22-4,14-2,7-1,-1 0,-8 2,-15 3,-19 4,-16 0,-15-1,-12-5,-9-2</inkml:trace>
  <inkml:trace contextRef="#ctx0" brushRef="#br0" timeOffset="985.181">1764 607,'-19'-3,"0"1,0 1,-1 1,1 1,0 1,-1 1,1 0,0 1,1 1,-1 1,1 1,0 0,0 1,1 1,0 1,1 0,0 1,-2 3,11-8,1 1,-1-1,2 1,-1 0,1 1,0-1,0 1,1 0,-2 4,5-9,0-1,0 0,0 1,1-1,-1 0,1 1,-1-1,1 1,0-1,0 1,0-1,0 1,1-1,-1 1,1-1,-1 0,1 1,0-1,0 0,0 1,0-1,0 0,1 0,-1 0,0 0,1 0,0 0,-1 0,1-1,0 1,0-1,0 1,0-1,0 0,1 0,0 1,9 2,0 0,0 0,0-2,1 1,0-1,-1-1,1-1,0 0,0 0,-1-1,1-1,0 0,-1 0,1-2,-1 1,0-2,0 0,-1 0,1-1,-1 0,0-1,7-6,-11 9,0-1,-1-1,1 0,-1 1,0-2,0 1,-1-1,1 0,-2 0,1 0,-1-1,0 0,0 0,-1 0,0 0,-1 0,0 0,0-1,-1 1,0-1,0 0,-1 1,0-1,-1 0,0-6,1 14,0 0,0 0,0 0,0 0,0 0,0 0,-1 0,1 0,0 0,0 0,-1 0,1 0,0 0,-1 0,1 0,-1 0,0 1,1-1,-1 0,0 0,1 0,-1 1,0-1,0 0,1 1,-1-1,0 1,0-1,0 1,0-1,0 1,0 0,0-1,0 1,0 0,0 0,0 0,0 0,0 0,0 0,0 0,0 0,0 0,0 0,0 1,0-1,0 0,0 1,0-1,0 0,0 1,0-1,0 1,0 0,1-1,-1 1,0 0,0 0,0 0,-1 7,0 1,0 0,1-1,0 1,0 0,1 0,0 0,1-1,0 1,0 0,1 0,0-1,1 1,-1-1,2 0,-1 0,1 0,0 0,1 0,0-1,0 0,1 0,0 0,0-1,0 0,1 0,0-1,0 1,0-2,1 1,0-1,96 31,-52-27</inkml:trace>
  <inkml:trace contextRef="#ctx0" brushRef="#br0" timeOffset="1920.898">2380 566,'-29'0,"1"1,0 1,-1 1,-21 6,43-8,0 1,1 0,-1 0,0 1,1 0,0 0,-1 1,1-1,1 1,-1 1,0-1,1 1,0 0,0 0,1 0,-1 1,1 0,0 0,1 0,-1 0,-1 5,3-6,0 1,1-1,0 0,0 0,0 1,0-1,1 1,0-1,0 0,1 1,-1-1,1 1,0-1,1 0,-1 0,1 0,0 0,0 0,1 0,0 0,-1 0,1-1,1 0,-1 1,1-1,0-1,0 1,0 0,0-1,4 3,1 0,0-1,1 1,-1-2,1 1,0-1,0-1,1 0,-1 0,1-1,-1 0,1-1,0 0,-1-1,1 0,4-1,-6-1,0 0,0 0,0 0,-1-1,1-1,-1 0,0 0,0 0,0-1,0 0,-1-1,0 1,0-1,0-1,-1 0,0 1,0-2,-1 1,0-1,0 0,-1 0,0 0,3-8,3-12,-1 0,-1-1,-1 0,-2 0,-1 0,0-26,-3-382,-3 376,1 50,0 34,0-11,-8 145,7 0,7 3,-4-129,1 0,2 0,1-1,1 1,2-1,0-1,2 1,2-2,13 25,-23-48,1 0,0-1,0 0,0 1,1-1,-1 0,1-1,0 1,0-1,0 1,1-1,-1 0,1-1,2 2,-5-4,1-1,-1 0,0 1,0-1,0 0,0 0,0 0,0 0,-1 0,1-1,0 1,-1-1,1 1,0-1,-1 1,0-1,1 0,-1 0,0 1,0-1,0 0,0 0,0 0,-1 0,1-1,-1 1,1 0,-1 0,0 0,0 0,0-1,0 1,0 0,0 0,0-1,12-277,-12 279,-1 0,1 0,0 0,0 0,-1 0,1-1,0 1,0 0,0 0,0 0,1 0,-1 0,0 0,0 0,1 0,-1 0,0 0,1 0,-1 0,1 0,-1 1,1-1,0 0,-1 0,1 0,0 1,-1-1,1 0,0 1,0-1,0 0,0 1,0-1,0 1,0 0,0-1,0 1,0 0,0-1,0 1,0 0,0 0,0 0,0 0,0 0,0 0,0 0,0 0,0 1,0-1,0 0,0 1,0-1,1 1,140 60,-109-54,-26-7,0 0,-1 1,1 0,-1 0,1 0,-1 1,0-1,1 2,-1-1,0 1,0 0,0 0,-1 0,1 1,-1 0,0 0,0 0,0 1,-1 0,1 0,-1 0,0 0,-1 1,1 0,-1-1,0 1,0 3,-2 60,-2-64,0 1,-1 0,2-1,-1 1,1 0,0 0,0 0,1 0,-1-1,1 1,0 0,1 0,0-1,0 1,0-1,0 0,1 1,0-1,0 0,0-1,1 1,0 0,0-1,0 0,0 0,0 0,3 1,0-2,1-1,-1 1,1-1,0 0,0-1,0 0,0 0,0-1,0 0,0 0,0-1,0 0,0 0,0-1,0 0,0-1,-1 0,1 0,-1 0,0-1,0 0,0 0,2-3,4-2,0-2,0 1,-2-1,1-1,-1 0,-1-1,0 0,-1-1,0 0,-1 0,0-3,-2 3,0 1,-1-1,-1 1,0-2,-1 1,-1 0,0 0,-1-1,0 1,-1-4,0 17,0 0,0-1,0 1,0 0,0-1,0 1,0-1,0 1,-1 0,1-1,-1 1,1 0,-1-1,1 1,-1 0,0 0,1 0,-1 0,0-1,0 1,0 0,0 0,0 0,0 1,0-1,0 0,0 0,-1 1,1-1,0 0,0 1,-1-1,1 1,0 0,-1-1,1 1,0 0,-1 0,1 0,-1 0,1 0,0 0,-1 0,1 1,0-1,-1 0,1 1,0-1,-1 1,1-1,0 1,0 0,-1-1,1 1,0 0,0 0,0 0,0 0,0 0,0 0,-6 5,1 0,0 0,-1 0,2 1,-1 0,1 0,0 1,1-1,0 1,0 0,0 0,1 0,0 1,1-1,0 1,0 0,1-1,0 1,1 0,0 0,0 0,1 2,3-4,-1-1,1 0,1 0,-1 0,1-1,0 1,1-1,-1 0,1-1,0 1,0-1,0-1,1 1,-1-1,1 0,0 0,0-1,0 0,0 0,0-1,0 1,1-2,-1 1,0-1,1 0,-1-1,1 0,65 0,-3-6</inkml:trace>
  <inkml:trace contextRef="#ctx0" brushRef="#br0" timeOffset="2468.43">4011 446,'-5'-1,"-4"-2,0 1,-1 1,1-1,0 1,0 1,-1 0,1 0,0 0,0 1,-1 1,1 0,0 0,0 1,1 0,-1 0,-2 2,9-4,1 1,-1-1,1 0,-1 1,1-1,0 1,-1 0,1-1,0 1,0 0,0-1,0 1,1 0,-1 0,0 0,1 0,0 0,-1 0,1 0,0 0,0 0,0 0,0 0,0 0,0 0,1 0,-1 0,1 0,-1 0,1 0,0 0,0-1,0 1,0 0,0 0,0-1,0 1,2 1,58 55,20-4,-58-41,-1 2,0 0,-1 1,-1 1,0 1,-2 1,11 13,-27-30,0 1,0 0,0 0,0 0,0 0,0 0,-1 0,1 1,-1-1,0 0,0 1,-1-1,1 1,0-1,-1 1,0-1,0 1,0-1,-1 1,1-1,-1 1,1-1,-1 1,0-1,-1 0,1 1,0-1,-1 0,0 0,0 0,0 0,0 0,0-1,-1 1,1 0,-1-1,0 0,1 0,-1 0,-3 2,1-1,-1-1,1 0,-1 1,0-2,0 1,1-1,-1 1,0-2,0 1,-1-1,1 0,0 0,3 0,1 0,0 0,-1-1,1 1,0-1,-1 0,1 1,0-1,-1 0,1 0,0 0,0-1,0 1,0-1,0 1,0-1,1 1,-1-1,0 0,1 0,-1 0,1 0,0 0,0 0,0 0,0 0,0-1,0 1,0 0,1-1,-1 1,1-3,-1 0,1 0,0 0,1 0,-1 0,1 0,0 0,0 0,0 0,1 1,0-1,0 1,0-1,0 1,1-1,-1 1,1 0,0 0,1 0,-1 1,4-4,4-3,0 1,1 0,0 1,0 0,1 1,12-6,107-31,-106 38,-1-1,0-2,0 0,-1-2,0 0,18-13,-16-5,-26 28,0 1,1-1,-1 0,0 1,0-1,0 0,1 1,-1-1,0 0,0 0,0 1,0-1,0 0,0 1,-1-1,1 0,0 0,0 1,0-1,-1 0,1 1,0-1,-1 0,1 1,0-1,-1 1,1-1,-1 1,1-1,-1 1,1-1,-1 1,1-1,-1 1,0 0,1-1,-1 1,0 0,1-1,-1 1,0 0,1 0,-1 0,0 0,1-1,-1 1,0 0,0 0,1 1,-1-1,0 0,-4-1,-1 1,0 0,1 1,-1-1,1 1,0 0,-1 1,1-1,0 1,-1 0,1 0,0 1,1 0,-1-1,0 1,1 1,-1-1,1 1,0 0,1 0,-4 4,-1 0,1 1,1 1,-1-1,1 1,1 0,0 1,0-1,1 1,1 0,-1 2,3-7,0-1,0 1,0 0,1-1,0 1,0 0,0 0,1-1,0 1,0 0,1-1,-1 1,1-1,0 1,1-1,-1 0,1 0,0 0,1 0,-1-1,1 1,0-1,0 0,0 0,0 0,1 0,-1-1,1 0,0 0,3 1,22 7,0-1,1-2,-1-1,1-1,1-2,-1-1,1-1,-1-2,1-1,3-2,69-1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4:45.2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369 530,'-13'-4,"0"0,-1 1,1 1,-1 0,0 1,1 0,-1 1,0 1,0 0,1 0,-1 2,1 0,-1 0,1 1,0 1,1 0,-1 1,1 0,0 1,0 1,1-1,0 2,1 0,-1 0,2 1,-9 9,16-16,0-1,0 0,0 0,0 1,1-1,-1 1,1 0,0-1,-1 1,1 0,0 0,1 0,-1 0,0 0,1 0,0 0,0 0,0 0,0 0,0 0,0 0,1-1,-1 1,1 0,0 0,0 0,0 0,0 0,1-1,-1 1,1-1,0 1,-1-1,1 1,0-1,0 0,1 0,-1 0,0 0,1 0,1 0,7 1,0 0,1-1,-1 0,1-1,0 0,-1-1,1 0,0-1,-1 0,1-1,-1 0,1-1,-1 0,0-1,0 0,0-1,-1 0,0-1,0 0,0 0,-1-1,0-1,4-3,-7 7,-1 0,0-1,0 1,0-1,-1 0,1-1,-1 1,-1-1,1 0,-1 1,0-2,1-2,-4 9,0 1,0-1,0 0,-1 0,1 0,0 0,0 0,0 0,-1 0,1 0,0 1,0-1,0 0,-1 0,1 0,0 0,0 0,-1 0,1 0,0 0,0 0,0 0,-1-1,1 1,0 0,0 0,0 0,-1 0,1 0,0 0,0 0,0 0,0-1,-1 1,1 0,0 0,-6 13,1 1,0 0,1 0,0 1,1-1,1 1,0-1,1 1,1 0,0 0,1 0,1 1,5 40,3 0,2-1,2 0,3-1,3 0,27 96,-42-133,-1 1,-1-1,0 1,-1 0,-1-1,-1 1,-2 15,2-28,-1 0,0 0,0 0,0 0,-1 0,1 0,-1 0,0 0,-1 0,1-1,-1 1,0-1,0 0,-1 0,1 0,-1 0,0-1,0 1,0-1,0 0,-1 0,1 0,-1-1,0 0,1 0,-1 0,0 0,-1-1,0 1,1-2,-1 1,1 0,-1-1,1 0,-1-1,1 1,-1-1,1 0,-1 0,1-1,-1 1,1-1,0-1,0 1,0-1,0 1,1-1,-1-1,1 1,0-1,-4-3,-2-3,0-1,1 0,0-1,0 0,1-1,1 0,0 0,0-2,-4-9,2-2,0 1,1-1,2 0,1-1,1 0,1 1,1-1,1 0,2 0,1 0,1 0,1 0,1 0,8-23,-7 36,0 2,1-1,1 1,-1 0,2 0,0 1,0 0,1 1,0 0,1 0,0 1,1 0,0 1,0 1,0 0,1 0,0 2,0-1,1 2,0-1,0 2,0 0,0 1,5 0,152-15,-109 14,-1-3,1-3,13-6,-51 9,-1 0,0-2,0 0,0-2,-1 0,-1-2,10-6,-30 17,0 1,0 0,0-1,0 1,0 0,0-1,0 1,0-1,0 0,0 1,-1-1,1 0,0 1,0-1,-1 0,1 0,0 0,-1 1,1-1,-1 0,1 0,-1 0,1 0,-1 0,0 0,0 0,1 0,-1-1,0 1,0 0,0 0,0 0,0 0,0 0,0 0,-1 0,1 0,0 0,0 0,-1 0,1 0,-1 0,1 0,-1 0,1 0,-1 0,0 0,0 1,1-1,-1 0,0 0,0 0,-13-3,0 0,1 1,-1 1,-1 0,1 0,0 2,0 0,-1 0,1 2,-11 1,12-2,0 0,-1 1,1 0,0 1,1 0,-1 1,0 1,1 0,0 1,0 0,1 0,0 2,0-1,0 1,1 1,0 0,-1 3,9-10,0 0,1 0,-1 0,1 1,-1-1,1 1,0-1,0 1,0-1,1 1,-1-1,1 1,-1 0,1 0,0-1,0 1,0 0,0-1,0 1,1 0,-1-1,1 1,0 0,0-1,0 1,0-1,0 1,1-1,-1 0,1 1,-1-1,1 0,0 0,0 0,0 0,0-1,1 2,4 3,1-1,0 0,0-1,1 1,-1-1,1-1,0 0,0 0,0-1,5 1,-4 0,0-1,0-1,0 0,0 0,1-1,-1 0,0-1,1 0,-1-1,0 0,0 0,0-1,-1-1,1 0,-1 0,1 0,-1-1,-1-1,1 0,-1 0,0 0,0-1,-1 0,7-8,-6-29,-19 52,9-4,0 0,0 0,0 0,1 0,0 1,0-1,0 0,1 0,-1 1,1-1,0 1,0-1,1 0,-1 1,1-1,0 0,0 1,0-1,1 0,0 0,-1 0,1 0,1 0,-1-1,1 1,-1-1,1 1,0-1,0 0,0 0,1 0,-1 0,1-1,-1 0,1 1,0-1,3 1,7 0,0 0,0-1,1 0,-1-1,1-1,-1 0,1-1,-1-1,1 0,-1-1,0-1,0 0,0 0,-1-2,1 0,-1 0,0-1,-1-1,0 0,0 0,8-9,-5 4,0-1,-1 0,-1-1,0-1,-1 0,0-1,-2 0,0 0,-1-1,0-1,-2 1,3-10,2-13,-2-1,-2 0,-1 0,-3-1,0-14,-2 36,-1 0,-1 0,-1 0,-1 0,-1 0,0 0,-2 1,-6-18,10 35,0 0,0 0,0 1,-1-1,1 0,-1 1,1-1,-1 1,0-1,0 1,0 0,0 0,-1 0,1 0,-1 0,1 1,-1-1,0 1,1-1,-1 1,0 0,0 0,0 0,0 1,0-1,0 1,0-1,0 1,0 0,0 0,0 1,0-1,0 1,0-1,0 1,0 0,0 0,1 0,-3 1,-4 3,1 0,-1 1,1 0,0 0,1 1,-1 0,1 0,1 1,-1 0,2 0,-1 1,1-1,0 1,-1 3,-46 137,46-128,1 0,1 1,1 0,1-1,0 1,2 0,1 0,0 0,2 0,0 0,2-1,0 1,1-1,2 0,0-1,1 0,0 0,2-1,1 0,0-1,1 0,1-1,1-1,16 15,-18-21,0-1,1 0,0-1,1-1,0 0,0 0,0-2,1 0,0-1,0-1,6 1,-13-3,0 0,0 0,0-1,0-1,-1 1,1-2,0 1,0-1,0 0,-1-1,1 0,-1 0,0-1,0 0,0-1,0 1,-1-1,1-1,-2 0,1 0,0-1,1-3,0 0,-1 0,0-1,-1 0,0 0,-1-1,0 1,-1-1,0-1,12-48</inkml:trace>
  <inkml:trace contextRef="#ctx0" brushRef="#br0" timeOffset="664.095">1893 143,'-5'-124,"-2"152,4 93,6 0,5 0,5-1,16 61,-28-178,-1-3,-1 1,1 0,0-1,-1 1,1 0,0 0,0-1,0 1,-1 0,1 0,0-1,0 1,0 0,0 0,0-1,1 1,-1 0,0 0,0-1,0 1,1 0,-1 0,0-1,1 1,-1 0,1-1,-1 1,1 0,-1-1,1 1,-1-1,1 1,-1-1,1 1,0-1,-1 1,1-1,0 0,-1 1,1-1,0 0,0 0,-1 1,1-1,0 0,0 0,-1 0,1 0,0 0,0 0,0 0,-1 0,1-1,0 1,0 0,0 0,30-57,-27 48,1-1,-1 1,2 0,-1 0,1 0,1 1,-1 0,1 1,1-1,-1 1,8-5,-12 11,-1-1,1 1,-1 0,1 0,-1 0,1 0,-1 1,1-1,0 1,0-1,-1 1,1 0,0 0,0 0,-1 1,1-1,0 1,-1-1,1 1,0 0,-1 0,1 0,-1 0,1 0,-1 1,0-1,0 1,0 0,1 0,-1-1,-1 1,1 0,0 1,0-1,-1 0,1 0,-1 1,0-1,0 1,0 0,6 8,-2 1,1-1,-2 2,1-1,-2 0,1 1,-2 0,0-1,0 1,-1 0,-1 0,0 0,-1 0,0 0,-1 0,-1 0,-3 11,6-22,-1 0,0 0,1 0,-1 0,0 0,0 0,0 0,0 0,-1 0,1 0,-1 0,1-1,-1 1,1 0,-1-1,0 1,0-1,0 0,0 0,0 0,0 0,0 0,0 0,0 0,0-1,-1 1,1-1,0 0,0 1,-1-1,1 0,0 0,0-1,-1 1,1 0,0-1,0 1,-1-1,1 0,0 0,0 0,0 0,0 0,0 0,0 0,1-1,-1 1,0-1,-66-106,58 88,9 20,1-1,-1 0,0 1,1-1,-1 1,1-1,-1 0,1 0,-1 1,1-1,0 0,-1 0,1 0,0 1,-1-1,1 0,0 0,0 0,0 0,0 0,0 1,0-1,0 0,0 0,0 0,0 0,1 0,-1 1,0-1,1 0,-1 0,0 0,1 1,-1-1,1 0,-1 1,1-1,-1 0,1 1,0-1,-1 0,1 1,0-1,-1 1,1-1,0 1,0 0,0-1,-1 1,1 0,0 0,0-1,0 1,0 0,0 0,-1 0,1 0,0 0,0 0,0 0,0 0,0 1,-1-1,1 0,0 0,0 1,174 9,-160-9,0-1,1 0,-1-2,1 0,-1 0,0-1,0-1,0-1,-1 0,0-1,0 0,0-1,0-1,-1 0,-1-1,1 0,7-9,-1-25,-19 42,0 0,0 0,0 0,-1 0,1 0,0 0,0 0,0 0,-1 0,1 0,-1 0,1 0,-1 0,1 0,-1 0,1 0,-1 0,0 1,1-1,-1 0,0 0,0 1,0-1,0 1,1-1,-1 0,0 1,0 0,0-1,0 1,0 0,0-1,0 1,0 0,0 0,0 0,-1 0,1 0,0 0,0 0,0 0,0 1,-4-1,0 1,0 0,0 1,1-1,-1 1,1 0,-1 0,1 0,-1 1,1-1,0 1,0 0,1 0,-1 1,1-1,-1 1,1 0,0 0,0 0,1 0,-1 0,1 1,0-1,0 1,1-1,-1 1,1 0,0 0,0-1,1 1,-1 0,1 0,0 0,0 0,1 0,-1 0,1 0,0-1,1 1,-1 0,1-1,0 1,0-1,0 1,1-1,0 0,-1 0,1 0,2 2,7 1,0-1,0 1,0-2,1 0,-1 0,1-1,0-1,1 0,-1-1,1 0,-1-1,1 0,-1-1,11-2,35-3,-8-4</inkml:trace>
  <inkml:trace contextRef="#ctx0" brushRef="#br0" timeOffset="1394.585">2830 637,'-30'-112,"29"113,1-1,-1 0,0 0,1 0,-1 1,0-1,1 0,-1 1,1-1,-1 1,0-1,1 0,-1 1,1-1,0 1,-1 0,1-1,-1 1,1-1,0 1,-1-1,1 1,0 0,0-1,-1 1,1 0,0-1,0 1,0 0,0 0,0-1,0 1,0 0,0-1,0 1,0 0,0-1,1 1,-1 0,0-1,0 1,1 0,-1 0,0 9,-1 1,1-1,1 0,-1 1,2-1,0 0,0 1,1-1,0 0,0-1,1 1,1 0,0-1,0 0,0 0,1-1,1 1,-1-1,1-1,1 1,0-1,0-1,0 1,0-1,1-1,0 1,0-2,1 1,0-1,-1-1,1 0,0 0,7 1,-6-4,0 0,1 0,-1-1,1-1,-1 0,0 0,0-1,0 0,0-1,-1 0,1-1,-1 0,0-1,0 0,-1-1,0 0,0 0,-1-1,1 0,-2 0,1-1,-1 0,-1 0,1-1,-2 0,1 0,-1 0,2-9,-2 8,-1 1,-1-1,0 0,0 1,-1-1,-1-1,0 1,0 0,-1 0,-1-9,0 19,1 0,-1 0,0 0,1 1,-1-1,0 0,0 1,0-1,1 1,-1-1,0 0,0 1,0 0,0-1,0 1,0 0,0-1,0 1,0 0,0 0,0 0,0 0,0 0,0 0,0 0,0 0,0 0,0 0,0 1,0-1,0 0,0 1,0-1,1 1,-1-1,0 1,0-1,0 1,0 0,1-1,-1 1,0 0,1 0,-1-1,0 1,1 0,-1 0,1 0,-1 0,1 0,0 0,-1 0,1 0,0 0,0 0,0 0,0 0,-4 4,1 0,-1 0,1 0,1 1,-1-1,1 1,0 0,0-1,1 1,-1 0,1 0,1 0,-1 0,1 0,0 0,0 0,1 0,0 0,0 0,0 0,1 0,0 0,0 0,0-1,1 1,0-1,0 0,0 0,1 0,-1 0,4 3,7 0,0 0,0-1,1 0,0-2,0 1,1-2,-1 0,1-1,0-1,0 0,0-1,0 0,0-2,0 0,0-1,11-2,-2 1,0 0,0-1,-1-2,0 0,0-2,0-1,-1 0,-1-2,20-12,-40 22,0 0,0 0,-1-1,1 1,0 0,-1-1,1 1,0-1,-1 0,0 1,1-1,-1 0,0 0,0 0,0 0,0 0,-1 0,1 0,0 0,-1-1,-10 16,11-10,0 0,-1 0,1 0,1 0,-1 0,0-1,1 1,-1 0,1-1,0 1,0-1,0 0,0 0,0 0,0 0,1 0,-1 0,1 0,0-1,-1 1,1-1,0 0,0 0,0 1,13 5,0 0,0-1,0-1,1 0,-1-1,1-1,0 0,1-2,-1 0,0-1,0 0,10-3,-24 3,0 0,0 0,0-1,1 1,-1-1,0 0,0 0,0 0,0 0,0-1,-1 1,1-1,0 1,-1-1,1 0,-1 0,1-1,-1 1,0 0,0-1,0 1,0-1,-1 0,1 1,-1-1,1 0,-1 0,0 0,0 0,-1 0,1 0,0-1,-1 1,0 0,0 0,0 0,0 0,0-1,-1 1,1 0,-1 0,0 0,0-1,-3-3,1 0,-1 0,0 1,-1 0,0-1,0 1,0 1,-1-1,1 1,-1 0,-1 0,1 1,-1 0,0 0,1 1,-2-1,-1 1,-9-4,1 1,-1 1,-1 0,1 1,-1 2,-13-1,21 2,0 1,-1 1,1 0,-1 0,1 1,0 0,0 1,0 1,0 0,-6 3,12-5,1 1,-1-1,0 1,1 0,0 0,0 1,0-1,0 1,0 0,1 0,0 0,0 1,0-1,0 1,0 0,1 0,0 0,0 0,1 0,-1 0,1 0,0 0,0 3,1-3,0 0,0 0,1 0,0 0,0-1,0 1,0 0,1-1,-1 1,1-1,1 1,-1-1,0 0,1 0,0 0,0 0,0 0,1-1,-1 0,1 1,0-1,-1 0,1-1,1 1,-1-1,0 0,1 0,4 2,8 2,1 0,-1-1,1 0,0-2,1 0,-1-1,3-1,114-13,-76-3</inkml:trace>
  <inkml:trace contextRef="#ctx0" brushRef="#br0" timeOffset="1661.639">4313 289,'-4'-13,"-7"-19,-5-15,-5-6,-4 4,-3 9,-5 12,-3 14,0 15,1 14,5 15,7 12,12 9,17 5,17 2,4-9</inkml:trace>
  <inkml:trace contextRef="#ctx0" brushRef="#br0" timeOffset="1913.069">4339 717,'16'16,"15"10,12 2,12 0,11-6,11-6,10-6,5-7,-8-7,-17-1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4:56.5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79 16,'-9'20,"1"1,0 0,2 1,1-1,0 1,2 0,0 1,2-1,0 0,2 5,-1-19,0 0,1 1,0-1,0 1,1-1,0 0,0 0,1 0,0 0,1 0,-1-1,2 1,-1-1,1 0,0 0,0-1,1 1,0-1,0-1,0 1,1-1,0 0,0 0,0-1,1 0,-1 0,1-1,6 2,-5-2,-1-2,1 1,0-1,-1 0,1-1,0 0,-1-1,1 1,0-2,-1 1,1-1,-1 0,0-1,1 0,-1 0,-1-1,1 0,0-1,-1 1,0-1,0-1,0 1,-1-1,0 0,0-1,-1 0,1 1,-1-2,-1 1,1-1,-1 1,0-3,1-2,-1-1,0 0,-1 0,-1 0,0 0,0 0,-2 0,1-1,-2 1,0 0,0-1,-1 1,-1 0,-2-5,3 10,0 1,-1 0,0-1,0 1,-1 0,0 1,0-1,0 1,-1-1,0 1,0 1,-1-1,1 1,-1 0,-1 0,1 1,-1-1,1 1,-1 1,0-1,0 1,-1 1,1-1,-1 1,0 1,-3 0,0 0,0 1,0 1,0 0,0 1,0 0,1 0,-1 1,1 1,-1 0,1 0,0 1,1 0,-1 1,1 0,0 0,1 1,-1 0,1 1,1-1,-1 2,1-1,1 1,0 0,0 0,0 1,1 0,1 0,0 0,0 0,1 1,0-1,1 1,0 0,1 0,0 3,2-8,-1-1,2 1,-1 0,0-1,1 0,0 1,0-1,1 0,-1 0,1 0,0 0,1-1,-1 1,1-1,0 0,0 0,0 0,34 25</inkml:trace>
  <inkml:trace contextRef="#ctx0" brushRef="#br0" timeOffset="359.805">774 109,'-7'15,"0"-1,1 2,1-1,1 1,0 0,1 0,0 0,2 0,0 0,1 14,0-22,1-1,0 1,0-1,1 1,0-1,0 0,0 0,1 0,1 0,-1 0,1-1,0 1,0-1,1 0,0 0,0-1,0 1,1-1,0 0,0-1,0 0,0 1,1-2,0 1,3 1,-1-1,1 0,0-1,1 0,-1 0,1-1,-1-1,1 0,-1 0,1-1,0 0,-1-1,1 0,-1-1,1 0,-1 0,0-1,1-1,-1 0,-1 0,1-1,-1 0,0 0,0-1,0-1,-1 1,0-2,0 1,-1-1,0 0,0 0,-1-1,0 0,-1 0,0 0,0-1,-1 1,0-2,-1 3,0 0,-1 0,-1-1,1 1,-1 0,-1-1,0 1,0-1,0 1,-1-1,-1 1,1-1,-1 1,-1 0,1 0,-1 0,-1 0,1 1,-1-1,-1 1,0 0,0 0,0 0,0 1,-1 0,0 0,-1 0,1 1,-1 0,0 0,-1 1,1-1,-1 2,1-1,-1 1,-2 0,-1 0,-1 1,1 0,0 1,0 0,-1 1,1 0,0 1,0 1,0-1,-1 2,1-1,1 1,-1 1,0 0,1 1,0 0,0 0,1 1,-6 4,2 0,0 0,0 0,1 2,0 0,1 0,0 1,1 0,1 0,0 2,1-1,0 1,-5 15,-1 18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4:54.4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241 95,'-6'16,"-3"12,-2 12,1 9,0 5,1 3,3 0,2-2,2-7,1-10</inkml:trace>
  <inkml:trace contextRef="#ctx0" brushRef="#br0" timeOffset="377.257">1 1,'76'63,"18"14,-4 3,50 60,-126-126,-2 0,0 0,0 1,-1 0,-1 1,-1 1,0-1,-1 2,-1-1,-1 1,0 0,-1 3,-4-16,-1-1,0 1,0 0,0-1,-1 1,1-1,-1 1,0-1,-1 1,1-1,-1 0,1 0,-1 1,-1-1,1-1,-1 1,1 0,-1 0,0-1,0 0,-1 0,1 0,-1 0,1 0,-1 0,0-1,0 0,0 0,0 0,-1 0,0 0,-10 3,-1 0,0-1,0-1,0-1,0 0,0-1,0 0,-5-2,-21-1,0-2,0-3,1-1,-35-11,76 19,0 0,-1 0,1 1,0-1,-1 0,1 0,0 0,-1 0,1 0,0 0,-1 1,1-1,-1 0,1 0,0 0,-1 0,1-1,-1 1,1 0,0 0,-1 0,1 0,0 0,-1 0,1-1,0 1,-1 0,1 0,0 0,-1-1,1 1,0 0,-1 0,1-1,0 1,0 0,0-1,-1 1,1 0,0-1,0 1,0-1,0 1,-1 0,1-1,0 1,0 0,0-1,0 1,0-1,0 1,0 0,0-1,0 1,0-1,1 1,-1 0,0-1,0 1,0-1,14-2</inkml:trace>
  <inkml:trace contextRef="#ctx0" brushRef="#br0" timeOffset="654.3">1017 228,'-19'0,"-1"1,1 1,0 1,-1 0,1 2,1 0,-1 1,-6 3,16-5,1 0,-1 1,1 0,-1 0,2 1,-1 0,0 0,1 1,0 0,1 0,0 0,0 1,0 0,1 0,0 1,1 0,-2 4,4-5,0 0,0-1,1 1,0 0,0 0,1 0,0 0,0 0,1 0,0-1,1 1,0 0,0 0,0-1,1 1,0-1,0 0,1 0,0 0,0-1,1 1,0-1,0 0,0 0,1-1,0 1,0-1,0 0,1-1,0 0,0 0,0 0,19 8,1-1,1-1,0-1,0-2,1-1,0-1,0-1,0-2,0 0,0-3,1 0,-1-2,6-2,42-6</inkml:trace>
  <inkml:trace contextRef="#ctx0" brushRef="#br0" timeOffset="883.757">1511 269,'19'9,"18"3,18-1,13-1,8-4,-1-2,-15-1</inkml:trace>
  <inkml:trace contextRef="#ctx0" brushRef="#br0" timeOffset="1170.578">1538 603,'25'0,"22"-2,16-4,12-2,0-2,-14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5:02.41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0,'21'5,"15"0,13 3,8 0,0 0,-4 4,-12 2,-12-1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5:02.68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1,'18'4,"15"3,14-4,10-3,6-3,2-2,-10-1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5:05.2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282 53,'-5'14,"-1"15,-2 15,0 14,0 7,-2 5,1 2,0-5,2-12,1-14</inkml:trace>
  <inkml:trace contextRef="#ctx0" brushRef="#br0" timeOffset="328.734">1 1,'347'173,"-308"-155,-2 3,0 0,-2 3,-1 1,0 1,-2 2,-1 2,-27-27,0 0,0 0,0 1,-1 0,0 0,0 0,0 0,0 0,-1 0,1 1,-1-1,0 1,-1 0,1 0,-1-1,0 1,0 0,0 0,-1 0,0 0,0 0,0 0,0 0,-1 0,0 0,0 0,0 0,-1 0,1 0,-1-1,-1 1,1-1,0 1,-1-1,-2 3,-8 3,-1-1,0 0,-1-1,0 0,0-1,-1-1,0-1,0 0,0-1,0 0,-1-2,0 0,-13 0,-43 4,0-3,-44-4,66-9,46 3</inkml:trace>
  <inkml:trace contextRef="#ctx0" brushRef="#br0" timeOffset="622.661">1284 40,'-14'-5,"0"0,0 1,-1 0,1 1,-1 1,0 0,0 1,0 1,0 0,0 1,0 1,0 0,1 1,-1 0,1 2,-1-1,1 2,1 0,-1 0,1 2,0-1,1 2,0 0,0 0,1 1,0 0,1 1,-10 12,13-13,0 1,0 1,1 0,0 0,1 0,0 0,1 1,1 0,0 0,0 0,2 0,-1 0,2 0,0 0,0 1,1-1,1 0,0 0,1 0,0 0,1 0,1-1,0 0,0 0,1 0,1 0,0-1,1 0,0-1,0 0,1 0,0 0,1-1,5 3,1-2,1-1,0-1,0 0,1-2,0 0,0 0,1-2,-1 0,1-2,0 0,0 0,0-2,0-1,0 0,0-1,-1-1,11-3,26-10</inkml:trace>
  <inkml:trace contextRef="#ctx0" brushRef="#br0" timeOffset="885.598">1671 134,'21'-2,"18"-1,13 0,10 1,1 0,-6 3,-12 4,-14 1</inkml:trace>
  <inkml:trace contextRef="#ctx0" brushRef="#br0" timeOffset="1072.676">1686 348,'20'2,"21"1,19-2,15-4,-5-1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5:04.37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1 255,'20'0,"19"-3,15 0,11-2,6 0,1 1,0 0,-5 2,-7 1,-9 0,-12 1,-12 0</inkml:trace>
  <inkml:trace contextRef="#ctx0" brushRef="#br0" timeOffset="283.157">241 349,'18'11,"20"4,17-1,15-6,11-9,9-5,-1-6,-5-6,-18 0</inkml:trace>
  <inkml:trace contextRef="#ctx0" brushRef="#br0" timeOffset="549.75">816 1,'-80'29,"80"-29,-1 0,1 1,-1-1,1 1,0-1,-1 0,1 1,0-1,-1 1,1-1,0 1,0-1,-1 1,1-1,0 1,0-1,0 1,0 0,0-1,0 1,-1-1,1 1,1-1,-1 1,0 0,0-1,0 1,0-1,0 1,0-1,1 1,-1-1,0 1,0-1,1 1,-1-1,0 1,1-1,-1 1,1-1,-1 0,0 1,1-1,-1 0,1 1,-1-1,1 0,-1 1,1-1,-1 0,1 0,-1 0,1 0,0 0,0 1,14 5,1 0,0-1,0 0,0-1,0-1,1-1,8 1,8 1,50 7,-18-4,-1 3,0 3,-1 2,48 20,-100-31,-1 1,0-1,0 2,-1 0,1 0,-1 1,-1 0,3 2,-9-7,1 1,-1 0,0-1,0 1,0 0,0 0,0 0,-1 0,0 1,1-1,-1 0,0 1,0-1,-1 1,1-1,-1 1,0-1,0 1,0-1,0 1,-1-1,1 1,-1-1,0 0,0 1,0-1,-1 1,-8 13,-1-1,-1-1,0 0,-1 0,-1-1,0-1,0-1,-2 0,0 0,0-2,-1 0,-16 7,30-15,-93 50,-96 38,171-81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5:03.2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1 357,'149'-213,"-76"70,-69 160,-23 499,4-418,5-64</inkml:trace>
  <inkml:trace contextRef="#ctx0" brushRef="#br0" timeOffset="218.561">54 638,'14'-2,"11"-1,10 0,9 0,6 1,5 1,3 1,3-1,0 1,-10 1</inkml:trace>
  <inkml:trace contextRef="#ctx0" brushRef="#br0" timeOffset="531.413">883 317,'-7'1,"0"-1,1 2,-1-1,0 1,1 0,0 1,-1-1,1 1,0 0,0 1,1 0,-1-1,1 2,0-1,0 1,0 0,0 0,1 0,0 0,0 1,0 0,1 0,0 0,0 0,1 0,-1 1,1-1,1 1,-1-1,1 1,0 0,1 0,-1-1,2 1,-1 0,1 0,0 0,0-1,2 6,5 0,0-1,1-1,0 1,0-1,1-1,1 0,0 0,0-1,0-1,1 0,1 0,-1-1,1-1,0 0,0-1,0 0,0-1,1 0,0-1,6 0,-10 0,-1 1,0-1,1 0,0-1,-1 0,1-1,0 0,0 0,-1-1,1 0,-1-1,1 0,-1 0,1-1,-1-1,0 1,0-1,-1-1,1 0,-1 0,0-1,0 1,-1-2,0 1,5-6,-8 4,0 1,0-1,-1 0,0 0,-1 0,0 0,0 0,-1 0,0-1,0 1,0-1,-2 1,1 0,-1-1,0 1,0-1,-1 1,-1-3,-3-6,0 0,-1 0,-1 0,0 1,-2 0,1 0,-12-13,11 17,1 1,-2 0,0 0,0 1,-1 0,0 1,-1 1,1 0,-2 0,1 1,-15-4,20 8,-1 0,1 1,-1 0,1 1,-1 0,0 0,1 1,-1 0,0 0,1 1,-1 0,0 1,1 0,-1 0,1 1,0 0,0 0,0 1,0 0,1 1,-3 1,0 2,0 1,1 0,0 0,0 0,1 1,1 1,-1-1,2 1,0 1,0-1,1 1,0 0,1 0,-3 12,-5 35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5:01.54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 94,'4'14,"4"13,1 14,0 11,0 5,-3 6,-3-1,-4-2,0-8,-1-10,0-12</inkml:trace>
  <inkml:trace contextRef="#ctx0" brushRef="#br0" timeOffset="306.751">0 0,'63'80,"3"-2,64 55,-41-42,-81-82,3 1,0 0,-1 1,0 0,0 0,-2 1,1 0,-2 1,1 0,-2 0,0 1,0 0,2 13,-7-23,-1 1,-1-1,1 0,-1 0,1 0,-1 0,0 0,0 0,-1 0,1 0,-1 0,0-1,0 1,0-1,-1 1,1-1,-1 0,0 0,0 0,0 0,0 0,0-1,-1 1,1-1,-4 2,-99 37,75-35,0 0,0-2,0-1,0-2,0-1,0-1,-4-2,10-3,8-1</inkml:trace>
  <inkml:trace contextRef="#ctx0" brushRef="#br0" timeOffset="619.618">1271 215,'-17'-7,"0"1,0 1,-1 0,1 1,-1 1,0 1,0 1,0 0,0 1,0 1,0 1,1 0,-1 2,-1 0,6-1,1 1,-1 0,1 1,0 0,0 1,1 0,0 1,0 1,0-1,1 2,0-1,1 1,0 1,0 0,1 0,0 1,1 0,0 0,-2 7,6-12,0 0,1 0,0 0,0 1,1-1,-1 1,1-1,1 1,-1 0,1-1,1 1,-1 0,1-1,0 1,0 0,1-1,0 0,0 1,1-1,-1 0,2 0,-1 0,0-1,1 1,0-1,0 0,1 0,0 0,-1 0,1-1,4 3,9 3,1 0,0-1,0-1,1-1,0-1,1 0,-1-2,1 0,0-1,0-1,0-1,0-1,19-3,124-21,-100 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5:35.2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 1,'-2'0,"1"0,8 0,12 0,14 0,17 0,16 0,15 0,12 0,9 2,2 1,-5 0,-8 2,-12-1,-21 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5:38.3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413 403,'-21'-4,"0"1,0 1,0 1,0 1,-1 1,1 1,0 1,0 0,1 2,-1 0,1 1,0 2,0 0,1 0,0 2,-10 8,25-16,0 1,0-1,0 1,1 1,-1-1,1 0,0 1,0 0,0-1,0 1,1 1,0-1,-1 0,2 0,-1 1,0-1,1 1,0-1,0 1,0 0,1 0,-1-1,1 1,0 0,1 0,-1-1,1 1,0 0,0-1,0 1,1-1,0 1,0-1,0 0,0 1,1-1,-1 0,2 0,2 1,0-1,0 0,1 0,-1-1,1 0,0 0,0-1,0 1,1-1,-1-1,0 0,1 0,-1 0,1-1,-1 0,1 0,-1-1,1 0,-1 0,3-2,6-1,0 0,-1-1,0-1,0 0,-1-2,0 1,0-2,0 0,0-1,-3 2,-1-1,0 0,0-1,-1 0,0 0,-1-1,0 0,-1-1,0 1,-1-2,0 1,-1 0,-1-1,1 0,-2 0,0-1,-1 1,0 0,-1-1,0 0,-1 1,-1-1,0 1,-1-1,-2-7,-3-8,-2 1,0 0,-2 0,-2 1,0 0,-1 1,-7-7,-25-14,45 46,0 1,0 0,0 0,0 0,0 0,0 0,0 1,0-1,0 0,0 0,0 1,0-1,0 1,0-1,0 1,0-1,0 1,0-1,0 1,0 0,1 0,-1-1,0 1,1 0,-1 0,0 0,1 0,-1 0,1 0,-1 0,1 0,0 0,-1 0,1 0,0 0,0 0,0 0,0 1,-6 22,1 1,2-1,1 1,0 0,2 0,1 0,1 0,4 17,-2-14,1-1,1 1,1-1,2 0,1-1,1 0,1-1,3 5,-8-19,0 0,0 0,1-1,1 1,-1-2,1 0,1 0,0 0,0-1,1-1,0 1,0-2,1 0,0 0,0-1,0-1,0 0,8 2,-15-5,0 1,0-1,1-1,-1 1,0 0,0-1,0 0,1-1,-1 1,0-1,0 0,0 0,0 0,0-1,0 0,0 0,0 0,-1 0,1-1,-1 0,1 0,-1 0,0-1,-1 1,1-1,0 0,-1 0,0 0,0 0,0-1,-1 1,1-1,-1 0,0 0,1-4,-1 0,0 0,-1 0,0-1,0 1,-1-1,0 1,-1 0,0-1,-1 1,1 0,-2 0,1 0,-1 0,-1 0,0 1,0-1,0 1,-6-7,9 13,1 1,-1-1,0 1,0-1,0 1,0-1,0 1,-1-1,1 1,0 0,-1 0,1 0,-1 0,1 0,-1 0,1 0,-1 0,1 0,-1 1,0-1,0 1,1-1,-1 1,0 0,0-1,0 1,1 0,-1 0,0 1,0-1,0 0,1 1,-1-1,0 0,0 1,1 0,-2 0,0 4,-1-1,1 1,0 0,0 1,0-1,1 1,0-1,0 1,0-1,1 1,0 0,0 0,0 0,1 0,0 0,0 0,0 0,1 0,0 0,0 0,1-1,-1 1,2 3,0-1,1-1,0 1,0-1,0 0,1 0,0 0,0 0,0-1,1 0,0 0,1-1,-1 1,1-2,0 1,0-1,0 0,1 0,0 0,1-1,17 6,0-1,0-1,0-1,1-2,5 0,50 4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5:40.89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 12,'-9'-5,"-3"-1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5:39.54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272 595,'-20'0,"0"1,0 1,1 0,-1 2,1 0,0 2,0 0,0 1,1 0,-9 6,24-12,0 0,0 0,1 0,-1 0,0 1,1-1,-1 1,1-1,0 1,-1 0,1 0,0 0,0 0,0 1,0-1,1 0,-1 1,1-1,-1 1,1 0,0-1,0 1,0 0,0 0,1 0,-1 0,1-1,-1 1,1 0,0 0,0 0,1 0,-1 0,1 0,-1 0,1 0,0-1,0 1,0 1,7 3,1 0,-1-1,1 0,0 0,0-1,1-1,0 1,0-1,0-1,0 0,0 0,1-1,7 0,-10 0,29 7,1-2,0-2,0-1,1-3,-1 0,0-3,1-1,-1-1,0-3,-1-1,8-4,-40 11,1 0,-1 0,0-1,0 0,0 0,0 0,0-1,0 0,-1 0,1 0,-1 0,0-1,0 1,0-1,0 0,-1-1,0 1,1 0,1-6,-5 10,0 1,0-1,0 0,0 0,0 1,0-1,0 0,0 1,-1-1,1 0,0 0,0 0,0 1,0-1,0 0,-1 0,1 0,0 1,0-1,0 0,-1 0,1 0,0 0,0 1,-1-1,1 0,0 0,0 0,-1 0,1 0,0 0,0 0,-1 0,1 0,0 0,0 0,-1 0,1 0,0 0,-1 0,1 0,0 0,0 0,-1 0,1 0,0-1,0 1,0 0,-1 0,0 6,1 0,0 0,0 0,1 0,-1 0,1 0,1 0,-1 0,1 0,0 0,0 0,1-1,-1 1,1-1,1 0,-1 0,1 0,-1 0,2-1,-1 1,0-1,1 0,0 0,0-1,0 1,0-1,0 0,1-1,-1 1,1-1,0 0,2 0,80 9,-85-11,0-1,0 1,0-1,-1 1,1-1,0 0,-1 0,1 0,-1 0,1-1,-1 1,1-1,-1 1,0-1,0 0,0 0,0 0,0 0,0 0,0-1,-1 1,1 0,-1-1,0 1,0-1,0 1,0-1,0 0,0-2,-1-2,0-1,-1 1,-1 0,1 0,-1 0,0 1,0-1,-1 0,0 1,0-1,-1 1,1 0,-1 0,-1 0,1 1,-1 0,0 0,0 0,-1 0,1 1,-1-1,0 2,0-1,-1 1,1 0,-1 0,1 0,-2 1,-4-3,0 1,0 0,0 1,0 1,0 0,-1 0,1 1,-1 1,1 0,-1 1,1 0,-1 1,-5 2,19-4,-1 0,1 0,-1 0,1 0,-1 0,1 1,-1-1,1 0,-1 0,1 1,-1-1,1 0,-1 1,1-1,-1 0,1 1,-1-1,0 1,1-1,-1 0,0 1,1-1,-1 1,0-1,0 1,1 0,-1-1,0 1,0-1,0 1,0-1,0 1,0-1,0 1,0 0,0-1,0 1,0-1,0 1,0-1,-1 1,1-1,0 1,0-1,0 1,-1-1,1 1,0-1,-1 1,1-1,-1 1,1-1,0 0,-1 1,1-1,-1 1,1-1,-1 0,1 0,-1 1,1-1,19 3,1-1,0-1,0-1,-1-1,1 0,0-2,0 0,-1-1,0-1,0-1,0 0,3-3,-4 3,0-1,0-1,-1 0,-1-2,1 1,-1-2,-1 0,0-1,-1-1,0 0,-1-1,0 0,-1-1,-1 0,0-1,-1-1,3-7,-3-2,-1-1,-1 0,-1 0,-2-1,0 0,-2 0,-1 0,-2 0,-1-19,-19-51,19 94,0 1,0 0,-1 0,0 0,1 0,-1 0,0 0,0 0,-1 0,1 1,-1 0,1-1,-1 1,0 0,0 0,0 0,0 0,0 1,0 0,0-1,-1 1,1 0,0 0,-1 1,1-1,-4 0,2 2,-1-1,1 1,-1 0,1 1,-1-1,1 1,0 0,0 0,-1 1,2-1,-1 1,0 0,0 1,1-1,0 1,0 0,0 0,0 0,1 0,-2 3,-55 102,51-86,1 0,2 0,0 1,1 0,1 0,1 0,2 1,0-1,2 0,0 1,2-1,1 0,0 0,2 0,1-1,1 1,1-2,0 1,2-1,1-1,0 0,2-1,0 0,2-1,0-1,1 0,0-1,10 6,-11-11,1-1,1-1,-1 0,2-1,-1-1,1-1,0 0,1-2,-1 0,1-1,0-1,0-1,1-1,-1 0,20-3,-35 1,1-1,-1 1,0-1,0 0,0 0,0 0,0-1,0 0,-1 0,1 0,-1 0,0-1,0 0,0 0,0 0,-1 0,0 0,0-1,0 0,0 1,-1-1,1 0,-1 0,-1-1,1 1,-1 0,0 0,0-1,0 1,-1-1,0 1,0-1,0 1,-1-1,0-4,0 10,1 0,0 1,-1-1,1 0,0 1,-1-1,1 0,-1 0,1 1,0-1,-1 0,1 0,-1 0,1 1,-1-1,1 0,0 0,-1 0,1 0,-1 0,1 0,-1 0,1 0,-1 0,1 0,-1-1,1 1,-1 0,1 0,0 0,-1 0,1-1,-1 1,1 0,0 0,-1-1,1 1,0 0,-1-1,1 1,0 0,-1-1,1 1,0 5,0 0,0 0,1 0,-1 0,1 0,0-1,0 1,1 0,0 0,-1-1,2 1,-1-1,0 1,1-1,0 0,0 0,0 0,0-1,1 1,0-1,-1 1,1-1,1-1,-1 1,0 0,0-1,1 0,0 0,1 0,1 1,0 0,0-1,0 0,1 0,-1-1,0 0,1 0,-1-1,0 0,1 0,-1-1,1 0,-1 0,0-1,0 1,0-2,0 1,0-1,6-3,-8 3,0-1,-1 1,1-1,-1 0,0-1,0 1,0-1,0 0,-1 0,0 0,0 0,0 0,-1-1,0 1,0-1,0 0,0 1,-1-1,0 0,-1 0,1 0,-1 0,0 0,0 0,-1 0,0 0,0 0,0 0,-1 1,0-1,0 0,0 1,-1 0,0-1,0 1,0 0,0 0,-1 1,0-1,0 1,0 0,-2-1,-2-1,0 0,0 1,0 0,-1 0,0 1,0 0,0 1,0 0,-1 0,0 1,1 0,-1 1,0 0,0 0,1 1,-1 0,0 1,0 0,1 1,-1 0,0 1,1 0,0 0,0 0,0 2,0-1,0 1,-3 3,10-7,-1 1,1 0,0 0,0-1,0 2,0-1,0 0,0 0,0 1,1-1,-1 1,1-1,-1 1,1-1,0 1,0 0,1 0,-1 0,0-1,1 1,0 0,0 0,-1 0,2 0,-1 0,0 0,1 0,-1 0,1-1,0 1,0 0,0 0,0-1,0 1,1-1,0 2,7 4,0 1,1-2,0 1,0-1,1-1,-1 0,1 0,1-1,-1-1,1 0,0 0,0-1,0-1,5 1,-6-1,72 17</inkml:trace>
  <inkml:trace contextRef="#ctx0" brushRef="#br0" timeOffset="423.522">2464 595,'-30'-16,"6"4,0 0,0 1,-1 2,0 0,-7 0,26 8,0 0,-1 0,1 0,-1 1,1-1,-1 2,1-1,0 1,-1 0,1 0,-1 1,1-1,0 2,0-1,0 1,0-1,1 2,-1-1,1 1,-1-1,1 2,0-1,-2 3,1 1,0-1,0 1,1 0,0 1,0-1,1 1,0 0,0 0,1 0,1 0,-1 1,2-1,-1 1,1 1,1-6,-1 0,1 0,0 1,0-1,1 0,0 0,0 0,0 0,1 0,-1 0,1 0,0 0,1 0,-1-1,1 1,0-1,0 0,0 0,0 0,1 0,0 0,0-1,0 1,0-1,0 0,3 1,6 0,-1 0,1 0,0-1,-1-1,1 0,0-1,1 0,-1-1,0-1,0 0,0 0,0-1,0-1,-1 0,1-1,-1-1,0 0,0 0,0-1,-1 0,0-1,3-3,-9 7,1 0,-1-1,0 0,0 0,-1 0,1-1,-1 1,0-1,0 0,0 0,-1-1,1 1,-2-1,1 0,0 0,-1 0,0 0,-1 0,1 0,-1 0,0-1,-1 1,1 0,-1-1,-1 1,1 0,-1-1,0 1,0 0,-1 0,0 0,0 0,-1 0,1 0,-1 0,0 1,-3-4,5 8,0 0,1 0,-1 0,0 0,0 0,0 0,0 0,0 1,0-1,0 0,0 1,0-1,0 1,0-1,-1 1,1 0,0-1,0 1,0 0,-1 0,1 0,0 0,0 0,0 0,-1 0,1 0,0 0,0 1,0-1,-1 0,1 1,0-1,0 1,0-1,0 1,0 0,0 0,0-1,0 1,0 0,0 0,1 0,-1 0,0 0,0 0,1 0,-1 0,0 0,-20 58,19-51,1 0,0 0,0-1,1 1,0 0,0 0,1 0,0 0,0 0,1 0,0-1,1 1,0-1,0 1,0-1,1 0,0 0,0 0,1-1,0 0,0 0,0 0,1 0,0-1,0 0,0 0,1 0,0-1,-1 0,2-1,-1 1,5 0,74 3,-49-14</inkml:trace>
  <inkml:trace contextRef="#ctx0" brushRef="#br0" timeOffset="1097.139">2772 568,'-8'16,"2"0,-1 0,2 0,0 1,1-1,1 1,0 0,1 9,1-21,1 0,0 1,0-1,0 0,1 0,0 0,0 1,0-1,1 0,-1 0,1 0,1-1,-1 1,0 0,1-1,0 1,0-1,1 0,-1 0,1 0,0-1,-1 1,2-1,-1 0,0 0,1 0,-1-1,1 0,1 1,0-1,0-1,0 0,0 1,0-2,0 1,0-1,0 0,1 0,-1-1,0 0,0 0,0 0,0-1,0 1,0-2,-1 1,1-1,-1 1,1-2,-1 1,0 0,0-1,0 0,-1 0,6-5,0 0,-1-1,0 0,-1-1,0 1,-1-1,0-1,0 1,-2-1,5-10,-6 10,0 1,-1 0,0-1,-1 0,0 0,-1 0,0 0,-1 1,0-1,-2-6,2 18,0-1,-1 0,1 1,-1 0,1-1,0 1,-1-1,1 1,-1-1,1 1,-1 0,1-1,-1 1,0 0,1 0,-1-1,1 1,-1 0,0 0,1 0,-1 0,1 0,-1 0,0 0,1 0,-1 0,1 0,-1 0,0 0,1 0,-1 1,1-1,-1 0,0 0,1 1,-1-1,1 0,-1 1,1-1,-1 0,1 1,-1-1,1 1,0-1,-1 1,1-1,0 1,-1-1,1 1,0-1,0 1,-1 0,1-1,0 1,0-1,0 1,0 0,0-1,0 1,0-1,0 1,0 0,0 0,-4 4,1 1,0 0,1 0,-1 0,1 0,0 1,0-1,1 1,0-1,0 1,1-1,0 1,0 0,0-1,1 1,0-1,0 1,1-1,-1 1,1-1,1 0,-1 0,1 0,0 0,1 0,-1-1,1 0,0 1,1-1,-1-1,1 1,0-1,0 1,0-2,6 4,9-1,1-1,0-2,0 0,0-1,1-1,-1-1,0-1,1 0,-1-2,0-1,0 0,18-7,-22 7,2 0,0 0,-1-1,0-1,0 0,0-2,0 0,-1-1,28-19,-23 16,-2 0,0-1,-1-1,0-1,-1-1,14-15,-31 30,1 0,-1 0,1 0,-1-1,0 1,1 0,-1-1,0 1,0 0,0-1,0 0,0 1,0-1,0 1,-1-1,1 0,-1 0,1 1,-1-1,0 0,1 0,-1 0,0 0,0 1,0-1,0 0,-1 0,1 0,-1 1,1-1,-1 0,1 0,-1 1,0-1,0 0,0 1,0-1,0 1,0-1,0 1,0 0,-1-1,1 1,0 0,-2-1,-6 0,0 0,0 1,0 0,0 0,0 1,0 0,0 1,0 0,1 0,-1 1,0 0,0 1,1 0,-1 0,1 1,0 0,0 0,1 1,-1 0,1 0,0 1,0-1,0 2,1-1,0 1,1 0,-4 6,6-9,1 0,0 0,0 1,0-1,0 1,1 0,0-1,0 1,0 0,1-1,-1 1,1 0,0 0,0 0,1-1,0 1,0 0,0 0,0-1,1 1,-1-1,1 1,0-1,1 0,-1 0,1 0,0 0,0 0,0 0,0-1,0 1,1-1,0 0,0 0,0-1,3 3,15 5,1 0,0-1,1-1,-1-1,2-1,-1-1,1-2,-1 0,1-2,0 0,0-2,16-2,6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5:36.1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332 666,'-9'-8,"-1"0,0 1,-1 0,1 0,-1 2,0-1,-1 1,1 1,-1 0,0 1,0 0,-2 0,8 2,-1 1,1 0,-1-1,1 2,-1-1,0 1,1 0,0 1,-1-1,1 1,0 0,0 1,0 0,0 0,0 0,0 0,1 1,0 0,0 0,0 1,0-1,1 1,-2 2,1-1,0 1,0 1,1-1,0 1,0 0,1 0,0 0,0 0,1 0,0 0,0 1,1 7,0-11,1-1,0 0,0 1,1-1,-1 0,1 1,0-1,0 0,0 0,1 1,-1-1,1 0,0-1,0 1,1 0,-1 0,1-1,0 0,0 1,0-1,0 0,0 0,1-1,-1 1,4 1,-3-2,0 0,1 0,-1 0,0-1,1 0,-1 1,1-2,0 1,-1 0,1-1,0 0,-1 0,1-1,0 1,-1-1,1 0,-1 0,1 0,-1-1,1 0,-1 1,0-2,0 1,0 0,0-1,3-2,0-1,0 0,-1 0,1-1,-2 0,1 0,-1-1,0 1,0-1,-1 0,0 0,0-1,-1 1,1-5,-1 0,0-1,-1 0,0 1,-1-1,-1 0,-1 0,1 0,-2 1,0-1,-2-3,-1 9,2 22,3-2,1 0,0 0,0 0,1-1,1 1,0-1,0 1,1-1,1 0,0 0,0-1,1 1,1-1,-1 0,1-1,1 0,0 0,0-1,1 0,0 0,1-1,-1 0,1 0,1-1,-1-1,1 0,0 0,0-1,3 1,40 5,-5-5</inkml:trace>
  <inkml:trace contextRef="#ctx0" brushRef="#br0" timeOffset="907.187">907 585,'-21'1,"1"0,0 2,-1 0,1 1,1 2,-1 0,1 1,0 0,0 2,1 0,0 1,1 1,0 1,-8 7,21-17,0 0,1 1,-1-1,1 1,0 0,0-1,0 1,0 0,1 1,-1-1,1 1,0-1,0 1,0-1,0 1,0 0,1 0,0 0,0 0,0 0,0 0,1 0,0 1,-1-1,2 0,-1 0,0 0,1 0,0 1,0-1,0 0,0 0,0-1,1 1,1 2,6 0,-1 0,2-1,-1 0,0-1,1 0,0-1,0 0,0 0,0-1,0 0,1-1,-1 0,1-1,-1 0,1 0,-1-1,5-1,-3 0,0 1,0-1,-1-1,1 0,-1-1,1 0,-1-1,-1 0,1-1,-1 0,0-1,0 0,-1 0,0-1,0 0,-1 0,0-1,0-1,-1 1,0-1,-1 0,0-1,-1 1,0-1,0 0,-1-1,1-4,4-33,-2 1,-2-1,-2-1,-3 1,-3-30,1 19,-6-208,4 259,2 28,-3 54,4 1,3 0,3-1,4 0,2 0,4 0,22 62,-32-114,1 0,2-1,0 0,1 0,1-1,0 0,2-1,0 0,1-1,1 0,1 0,-13-16,-1 0,0 1,0-1,1 0,-1 0,0 0,1 0,-1-1,1 1,-1 0,1-1,-1 1,1-1,0 1,-1-1,1 0,-1 1,1-1,0 0,-1 0,1 0,0-1,-1 1,1 0,0 0,-1-1,1 1,0-1,-1 0,1 1,-1-1,0 0,1 0,-1 0,1 0,-1 0,0 0,0-1,0 1,0 0,0 0,0-1,0 1,0-1,0 1,-1-1,1 1,0-1,-1 0,0 1,8-25,-1 1,-2-1,0-1,-2 1,-1 0,-1-1,-1 1,-2-1,2-5,2-67,-2 98,1 0,-1 0,1 0,-1 0,1 0,0 0,-1 0,1 0,0 1,0-1,0 0,-1 0,1 1,0-1,0 1,0-1,0 1,0-1,0 1,0-1,0 1,1 0,-1 0,0 0,0-1,0 1,0 0,0 0,0 1,0-1,0 0,0 0,1 0,-1 1,0-1,0 1,0-1,0 1,0-1,0 1,-1-1,1 1,0 0,0-1,0 1,0 0,-1 0,1 0,8 3,23 7,0-1,0-2,1-1,0-1,24 0,-14-1,-38-6,1 1,-1 0,1 0,-1 1,0-1,1 1,-1 1,0-1,0 1,0 0,0 0,0 0,0 0,0 1,-1 0,1 0,-1 1,0-1,0 1,0-1,-1 1,1 1,-1-1,0 0,0 1,0 0,-1-1,1 1,-1 59,-3-59,0 0,0 0,1 0,0 0,0 0,0 0,0 0,1 0,0 0,0 0,0 0,1 0,-1 0,1 0,0-1,1 1,-1-1,1 1,0-1,0 0,0 0,0 0,1-1,0 1,-1-1,2 1,5 0,0-1,0 0,0-1,1 1,-1-2,0 0,1 0,-1-1,1 0,-1-1,0 0,1 0,-1-1,0-1,0 0,0 0,0-1,-1 0,1 0,-1-1,0-1,0 0,-1 0,0 0,0-1,0 0,-1-1,0 0,0 0,-1 0,0-2,-1 4,-1 0,0-1,0 1,0-1,-1 0,0-1,0 1,-1 0,0-1,0 0,-1 1,0-1,0 0,-1 0,0 1,0-1,-1 0,0 0,0 1,-1-1,0 1,0-1,-1 1,0-1,2 7,-1-1,1 0,0 0,-1 1,0-1,1 1,-1 0,0-1,0 1,1 0,-1 0,0 0,0 0,0 0,-1 1,1-1,0 1,0-1,0 1,0 0,-1 0,1 0,0 0,0 0,0 0,-1 0,1 1,0-1,0 1,0 0,0 0,0-1,0 1,0 1,-4 1,0 0,1 1,0 0,0 0,0 0,0 1,0 0,1 0,0 0,0 0,0 1,0 0,0 1,0-1,0 1,1 0,0 0,1 0,-1 1,2-1,-1 0,1 1,0-1,0 1,1 0,0-1,0 1,1 0,0-1,0 1,1-1,0 0,0 1,1-1,0 0,0 0,0 0,1-1,0 1,1-1,-1 0,1 0,0-1,1 1,0-1,-1 0,6 3,2-2,0 0,1-1,-1 0,1-2,0 1,0-1,1-1,-1-1,0 0,1-1,3 0,40-3</inkml:trace>
  <inkml:trace contextRef="#ctx0" brushRef="#br0" timeOffset="1478.158">2458 451,'-18'1,"1"1,0 0,-1 1,1 1,0 1,0 0,1 1,-1 1,1 1,12-7,0 1,0-1,1 1,-1 0,1 0,-1 0,1 0,0 1,0-1,0 1,0 0,0 0,1 0,-1 0,1 1,0-1,0 0,0 1,0 0,1-1,0 1,-1 0,1 0,1 0,-1 0,0 0,1 0,0 0,0 0,0 0,1 0,-1 0,1 0,0 0,0 0,0 0,0-1,1 1,0 0,0 1,10 9,0-1,1-1,1 1,0-2,0 0,1-1,0 0,1-1,0-1,1 0,8 2,-23-10,199 92,-166-67,-35-24,1 0,0-1,-1 1,1-1,0 1,-1 0,1 0,-1-1,1 1,-1 0,0 0,1 0,-1 0,0-1,1 1,-1 0,0 0,0 0,0 0,0 0,0 0,0 0,0 0,0-1,0 1,0 0,-1 0,1 0,0 0,0 0,-1-1,1 1,-1 0,1 0,-1 0,1-1,-1 1,1 0,-1-1,0 1,0 0,-9 4,1 0,-1 0,0-1,-1-1,1 0,-1 0,1-1,-1 0,0-1,0 0,-6-1,8 1,-99 0,107 0,1-1,-1 0,1 0,-1 1,1-1,0 0,-1 0,1 0,-1 0,1 1,-1-1,1 0,-1 0,0 0,1 0,-1 0,1 0,-1 0,1 0,-1-1,1 1,-1 0,1 0,0 0,-1-1,1 1,-1 0,1 0,-1-1,1 1,0 0,-1-1,1 1,-1 0,1-1,0 1,0-1,-1 1,1-1,0 1,0 0,-1-1,1 1,0-1,0 1,0-1,0 1,0-1,0 1,0-1,0 0,0 1,0-1,0 1,0-1,0 1,0-1,0 1,1-1,-1 1,0 0,0-1,0 1,1-1,-1 1,0-1,1 1,-1 0,1-1,35-18,92-21,-66 22,-1-3,-1-2,0-3,-54 24,1-1,-1 0,0 0,0 0,0 0,-1-1,1 0,-1-1,0 1,0-1,0 0,-1 0,0-1,0 1,0-1,0 0,-1 0,0 0,0 0,-1 0,0-1,0 1,1-5,-4 8,1 1,0-1,0 1,-1 0,0-1,1 1,-1 0,0-1,0 1,0 0,0 0,-1 0,1 0,0 0,-1 0,1 0,-1 1,0-1,0 0,0 1,0 0,0-1,0 1,0 0,0 0,0 0,-1 0,1 0,0 1,-1-1,1 1,0-1,-1 1,1 0,-3 0,1-1,-1 1,1 1,-1-1,1 1,-1-1,1 1,-1 1,1-1,0 0,0 1,0 0,0 0,0 0,0 1,0-1,-2 4,2-3,0 0,0 1,1-1,0 1,0 0,0 0,0 0,1 1,-1-1,1 1,0-1,1 1,-1 0,1-1,0 1,0 0,0 0,1 0,-1 0,1 0,1 0,-1 0,1 0,-1 0,2 0,-1 0,0-1,1 1,0 0,0-1,0 1,1-1,-1 0,1 0,0 0,0 0,1 0,-1-1,1 1,0-1,0 0,1 1,14 4,0-1,0-1,1-1,-1-1,1 0,0-2,0 0,0-1,6-2,-3 2,90 3,-4-3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5:46.5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202 33,'-7'16,"-4"14,-1 14,2 10,3 6,2 1,5 0,2-2,0-6,1-11,-1-11</inkml:trace>
  <inkml:trace contextRef="#ctx0" brushRef="#br0" timeOffset="505.222">28 113,'-4'-7,"2"5,0 1,0-1,0 1,0-1,1 0,-1 0,1 0,0 0,-1 0,1 0,0 0,0-1,0 1,1 0,-1-1,0 1,1 0,0-1,-1 1,1-1,0 1,0-1,0 1,1 0,-1-1,1 1,-1-1,1 1,0 0,0 0,0-1,0 1,0 0,1-2,7 1,-1-1,1 1,0 0,0 1,0 0,1 0,-1 1,0 0,1 1,4 0,3-1,1-1,0 0,0 1,1 1,-1 0,0 2,0 0,0 1,0 1,0 1,-1 0,1 1,-1 1,15 8,-29-12,1 0,-1 0,1 0,-1 1,0-1,-1 1,1-1,0 1,-1 0,0 0,0 0,0 1,-1-1,1 0,-1 1,0-1,0 1,-1-1,1 1,-1-1,0 1,0-1,0 1,-1-1,0 1,0-1,0 1,0-1,-1 0,0 1,0 0,-5 11,-1-1,-1-1,0 0,0 0,-2 0,0-1,-11 10,-81 60,120-79,21-7,1 3,0 1,32 5,-60-4,1 0,-1 0,0 1,0 1,0-1,-1 2,1 0,-1 0,0 1,0 0,-1 1,0 0,0 0,0 1,1 3,-6-7,0 1,-1 0,0 0,0 0,0 0,-1 1,0-1,0 1,0 0,0-1,-1 1,0 0,-1 0,1 0,-1 0,0 0,0 0,-1 0,0-1,0 1,0 0,-1 0,0-1,0 1,0-1,-1 1,1-1,-1 0,-1 0,1 0,-1 0,0-1,-3 4,-11 7,-1-1,0-1,-1 0,0-2,-1 0,0-1,0-1,-1-1,0-1,-1-2,0 0,0-1,0-1,-17 0,-17-3,58 0,-1 0,0 0,0 0,0-1,0 1,0 0,1 0,-1 0,0-1,0 1,0 0,0 0,0 0,0-1,0 1,0 0,0 0,0-1,0 1,0 0,0 0,0-1,0 1,0 0,0 0,0 0,0-1,0 1,0 0,0 0,0-1,0 1,0 0,0 0,-1 0,1-1,0 1,0 0,0 0,0 0,-1 0,1-1,0 1,0 0,0 0,-1 0,1 0,0 0,0 0,-1 0,1 0,0 0,0-1,0 1,-1 0,1 0,0 0,0 0,-1 0,1 1,0-1,0 0,-1 0,21-10,-18 9,26-11</inkml:trace>
  <inkml:trace contextRef="#ctx0" brushRef="#br0" timeOffset="930.396">1071 247,'-23'39,"1"1,2 1,2 1,1 0,-7 36,13-45,-43 142,57-171,6-16,26-49,-4-1,-2-2,16-51,48-182,-81 262,-12 36,0-1,0 1,1-1,-1 0,0 1,0-1,0 0,0 1,0-1,1 0,-1 1,0-1,0 0,0 1,1-1,-1 0,0 0,0 1,1-1,-1 0,0 0,1 0,-1 1,0-1,1 0,-1 0,0 0,1 0,-1 0,1 0,-1 0,0 0,1 0,-1 0,0 0,1 0,-1 0,0 0,1 0,-1 0,1 0,-1 0,0 0,1 0,-1-1,1 1,8 256,-7-212,1-1,3 0,1 0,2-1,2 0,2 0,1-2,3 1,1-2,8 11,-9-25</inkml:trace>
  <inkml:trace contextRef="#ctx0" brushRef="#br0" timeOffset="1176.735">990 461,'12'4,"17"2,22-2,20-5,17-6,9-7,1 0,-15 1</inkml:trace>
  <inkml:trace contextRef="#ctx0" brushRef="#br0" timeOffset="1426.149">1713 354,'16'5,"12"3,10 3,6 2,2 1,0-2,-6-1,-7 0,-9-2</inkml:trace>
  <inkml:trace contextRef="#ctx0" brushRef="#br0" timeOffset="1684.056">1713 581,'2'14,"8"6,13 3,17-3,17-5,15-10,11-7,8-6,-13-2</inkml:trace>
  <inkml:trace contextRef="#ctx0" brushRef="#br0" timeOffset="1898.355">2528 421,'-7'16,"0"0,0 1,2 0,0 0,0 0,2 0,-1 11,3-21,1 1,-1-1,2 1,-1-1,1 1,0-1,0 1,1-1,0 0,0 0,1 0,0 0,0 0,1 0,-1-1,2 0,-1 0,4 5,-4-7,0-1,0 1,0-1,1 1,-1-1,1-1,-1 1,1-1,0 1,0-1,0-1,1 1,-1-1,0 0,1 0,-1 0,0-1,1 0,-1 0,0 0,1-1,-1 0,0 0,1 0,-1-1,0 1,0-1,1-1,1 0,1-1,-2 0,1-1,0 1,-1-1,0-1,0 1,0-1,-1 0,0 0,0-1,0 1,-1-1,0 0,0 0,-1-1,0 1,2-6,-3 5,-1 0,0 0,0 0,-1-1,0 1,0 0,0 0,-1 0,-1 0,1 0,-1 0,-1 0,0 0,0 1,0-1,-1 1,0 0,0 0,-1 0,0 1,0-1,0 1,-1 0,0 1,0 0,0 0,-1 0,0 0,0 1,0 0,-1 1,1 0,-1 0,0 0,-1 0,0 0,0 0,-1 1,1 0,-1 0,1 1,-1 1,0 0,1 0,-1 0,0 2,1-1,-1 1,1 0,-1 1,1 0,0 1,0 0,1 0,-1 1,1 0,0 0,0 1,1 0,-1 0,1 1,1 0,-1 1,1-1,1 1,-1 0,-2 6,7-9,0 0,0 0,1 1,0-1,0 0,0 0,1 0,-1 0,1 0,0 0,1 0,-1 0,1-1,0 1,0 0,1-1,-1 1,1-1,0 0,0 0,0 0,1 0,0-1,-1 1,1-1,0 0,1 0,-1 0,0-1,1 0,-1 0,1 0,0 0,0 0,0-1,0 0,0 0,2 0,66 12,0-8</inkml:trace>
  <inkml:trace contextRef="#ctx0" brushRef="#br0" timeOffset="2192.75">3117 461,'-6'4,"2"2,-1-1,1 1,-1-1,1 1,1 0,-1 0,1 1,1-1,-1 1,1 0,0-1,0 1,1 0,0 0,0 0,1 0,-1 0,2 1,-1-1,1 0,0 0,0 0,1-1,0 1,0 0,1-1,0 1,0-1,1 0,-1 1,1-2,0 1,1 0,0-1,-1 0,2 0,-1 0,0-1,2 1,7 0,-1-1,1 0,1 0,-1-2,0 1,1-2,-1 0,1-1,-1 0,1-1,-1-1,1 0,-1-1,0-1,0 0,0-1,-1 0,1-1,-1-1,0 0,-1 0,0-2,0 1,-1-2,0 1,-1-1,5-6,-10 11,0-1,0 0,0-1,-1 1,1-1,-2 0,1 0,-1 0,0 0,0-1,-1 1,0-1,0 0,-1 0,0 1,-1-1,1 0,-2 0,1 0,-1 0,0 0,0 1,-1-1,0 0,-1 1,0-1,0 1,0 0,-1 0,0 0,0 1,-3-3,0 2,0 0,-1 0,0 1,0 0,0 1,-1 0,0 0,0 1,0 0,0 0,-1 1,1 0,-1 1,0 0,0 1,1 0,-1 0,0 1,0 0,0 1,0 0,0 1,0 0,0 0,1 1,-1 1,1-1,0 1,0 1,-1 1,-23 13,1 2,1 1,1 1,0 2,-9 12,-11 12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6:09.72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0 307,'25'-2,"22"-1,17 0,13-1,7-1,1 1,-5 2,-12 2,-15 4,-16 4,-15 0</inkml:trace>
  <inkml:trace contextRef="#ctx0" brushRef="#br0" timeOffset="285.919">214 428,'19'7,"14"2,16-1,13-1,9-2,7-4,-1-4,-14-2</inkml:trace>
  <inkml:trace contextRef="#ctx0" brushRef="#br0" timeOffset="560.594">682 0,'-2'2,"-1"0,1 0,0 0,-1 1,1-1,0 1,0-1,1 1,-1 0,1-1,-1 1,1 0,0 0,0 0,0 0,0 0,1 0,-1 1,1-1,0 0,0 0,0 0,0 1,0-1,1 0,-1 0,1 0,0 0,0 0,0 0,1 0,-1 0,0 0,2 0,4 5,0-1,0 0,1 0,0-1,0 0,0-1,1 1,0-2,0 1,6 1,140 54,-117-48,1 1,-2 3,0 1,-1 1,-1 2,11 10,-40-27,-1 0,-1 1,1 0,0 0,-1 0,0 1,0 0,0-1,0 1,-1 1,0-1,0 0,0 1,-1-1,0 1,0 0,0 0,-1 0,0 0,0 0,0 0,-1 0,0 0,0 1,-1-1,0 0,0 0,0 0,0 0,-1 0,0-1,-2 5,-7 9,-1 0,-1 0,-1-1,0-1,-1 0,-1-1,-1-1,-10 8,-42 33,-2-4,-30 14,-20 7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6:08.1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1 293,'11'4,"13"2,14 0,14-6,9-5,7-2,-1-1,-6-1,-11 5,-15 5,-13 2</inkml:trace>
  <inkml:trace contextRef="#ctx0" brushRef="#br0" timeOffset="275.294">81 467,'13'13,"17"5,14-3,13-8,8-9,5-7,2-3,-3-1,-12 1</inkml:trace>
  <inkml:trace contextRef="#ctx0" brushRef="#br0" timeOffset="526.256">923 106,'-15'28,"0"1,2 0,1 1,1 1,2 0,1 0,1 1,2 0,-1 23,6-47,-1 0,2 0,-1 0,1-1,0 1,0 0,1-1,0 1,0-1,1 0,0 1,0-1,1 0,0-1,0 1,1-1,0 0,0 0,0 0,0-1,1 1,0-2,0 1,1 0,-1-1,1 0,0-1,0 0,0 0,1 0,-1-1,1 0,3 0,-4-1,-1-1,1 0,0 0,0 0,0-1,0 0,0-1,-1 0,1 0,0 0,-1 0,0-1,1 0,-1-1,0 0,-1 1,1-2,-1 1,0-1,0 0,0 0,0 0,-1 0,0-1,0-1,2-2,0-1,0 0,-2 0,1 0,-1-1,0 0,-1 1,-1-1,0-1,0 1,-1 0,0 0,-1-1,0 1,-1-2,-2-2,1 1,-2-1,0 1,-1 0,0 0,-1 1,-1 0,0 0,0 0,-2 1,1 0,-1 0,-1 1,0 1,-1-1,0 2,-1-1,-5-2,12 9,0 1,0 0,0 0,0 0,0 1,0-1,0 1,0 1,0-1,-1 1,1 0,0 0,0 0,-1 1,1 0,0 0,0 0,0 1,0-1,0 1,0 0,0 1,1-1,-1 1,-3 3,-2 2,0 0,1 1,0 0,1 0,-1 1,2 0,0 0,0 1,1 0,-2 4,2-2,0-1,0 1,2 0,-1 0,2 0,0 1,0-1,2 1,-1 0,2-1,0 1,0 0,2 0,-1-1,2 1,0-1,0 1,6 11,16 21</inkml:trace>
  <inkml:trace contextRef="#ctx0" brushRef="#br0" timeOffset="930.998">1338 387,'14'-9,"1"0,-2-1,1-1,-1 0,-1 0,0-2,0 1,-2-1,1-1,-2 0,0-1,0 1,-2-2,0 1,0-1,-2 0,4-14,28-90,-37 120,-1-1,1 1,0-1,0 1,0-1,0 1,0-1,0 1,-1-1,1 1,0-1,1 1,-1-1,0 1,0-1,0 0,0 1,0-1,0 1,1-1,-1 1,0-1,0 1,1 0,-1-1,0 1,1-1,-1 1,0 0,1-1,-1 1,1 0,-1-1,1 1,-1 0,0-1,1 1,-1 0,1 0,-1 0,1 0,0-1,-1 1,1 0,-1 0,1 0,-1 0,1 0,-1 0,1 0,-1 0,1 1,-1-1,1 0,-1 0,1 0,-1 1,1-1,9 35,5 92,-4 107,-10-224,1 35,-2 0,-1 1,-3-2,-1 1,-3 3,-14 7,11-38</inkml:trace>
  <inkml:trace contextRef="#ctx0" brushRef="#br0" timeOffset="1216.272">1498 747,'7'7,"9"2,11 0,9-7,11-5,9-5,7-1,10 1,9 2,-11 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6:07.09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71 36,'-3'547,"3"-527,-15 75,15-95,0-1,0 1,0 0,0-1,0 1,0 0,0-1,0 1,0 0,-1 0,1-1,0 1,0 0,0-1,0 1,-1 0,1 0,0-1,0 1,0 0,-1 0,1-1,0 1,-1 0,1 0,0 0,0 0,-1 0,1-1,0 1,-1 0,1 0,0 0,-1 0,1 0,0 0,-1 0,1 0,0 0,-1 0,1 0,0 0,0 0,-1 0,1 0,0 1,-1-1,1 0,0 0,-1 0,1 0,0 1,0-1,-1 0,1 0,0 0,0 1,0-1,-1 0,1 1,0-1,0 0,0 0,0 1,-1-1,1 0,0 1,0-1,0 0,-8-27,-5-53,4 0,3-1,4 1,5-26,-3 94,-1-3,1 0,0 0,1 0,1 0,1 0,0 0,0 1,2-1,0 1,0 0,5-7,-8 17,1 1,-1 0,1 0,0 0,0 1,0-1,1 1,-1-1,0 1,1 0,0 0,-1 1,1-1,0 1,0 0,0 0,0 0,0 0,0 1,0-1,0 1,0 0,0 1,0-1,0 1,0-1,0 1,1 1,7 1,-1 1,0 0,0 1,0 0,0 1,-1 0,0 1,0 0,0 1,-3-3,0 0,0 0,-1 0,0 1,0 0,-1 0,0 1,0 0,0-1,-1 2,1-1,-2 0,1 1,-1 0,-1 0,1 0,-1 0,0 0,-1 0,0 0,-1 1,1-1,-2 0,1 1,-1-1,0 0,-1 0,0 1,-1 1,-3-1,-2 1,1-1,-1-1,-1 1,1-2,-1 1,-1-1,1 0,-1-1,0 0,-1-1,0 0,1-1,-1 0,-1 0,1-1,0-1,-3 1,131-4,-103 2,-1 0,0 0,-1 1,1 1,0 1,-1-1,1 2,-1 0,0 0,-1 1,1 1,-1 0,-1 0,1 1,-1 0,0 1,-1 0,0 1,-1 0,7 10,-13-16,0 1,0 0,0 0,-1 0,0 0,0 0,0 0,0 0,-1 1,0-1,0 0,-1 0,1 0,-1 0,0 1,-1-1,1 0,-1-1,0 1,0 0,0 0,-1-1,1 1,-1-1,-1 0,0 1,-6 7,-1 0,0-1,-1-1,0 0,-1 0,0-1,0-1,-3 1,-3 1,0-1,-1-1,0 0,0-2,-1 0,0-1,0-1,0-1,0-1,-21-1,4-12,37 11,1-1,-1 1,1 0,-1-1,0 1,1-1,-1 1,1-1,-1 1,1-1,0 0,-1 1,1-1,-1 1,1-1,0 0,0 1,-1-1,1 0,0 0,0 1,0-1,0 0,0 1,0-1,0 0,0 0,0 1,0-1,0 0,1 1,-1-1,0 0,0 1,1-1,-1 0,0 1,1-1,-1 0,1 1,-1-1,0 1,1-1,0 1,-1-1,1 1,-1-1,1 1,0-1,51-30,-19 15</inkml:trace>
  <inkml:trace contextRef="#ctx0" brushRef="#br0" timeOffset="451.482">780 276,'-2'50,"-2"0,-3 0,-2-1,-1 0,-3 0,-2-2,-6 10,10-31,6-18,7-12,122-350,-37 27,-73 302,4 42,23 142,-6 11,-7 2,-6 15,-6-42,-13-134</inkml:trace>
  <inkml:trace contextRef="#ctx0" brushRef="#br0" timeOffset="736.934">712 450,'3'7,"14"2,17-2,22-8,19-7,16-6,5-1,-2-2,-17 3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6:15.11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0 390,'16'-2,"19"-1,19-2,17-3,12 0,5 2,-1 2,-8 1,-15 3,-19 5,-17 3,-20 3,-11-1</inkml:trace>
  <inkml:trace contextRef="#ctx0" brushRef="#br0" timeOffset="260.916">80 497,'18'12,"16"5,12 0,15-2,13-5,10-3,7-6,0-4,-4-5,-14-5,-19-1</inkml:trace>
  <inkml:trace contextRef="#ctx0" brushRef="#br0" timeOffset="569.209">709 2,'-1'0,"0"-1,0 1,0 0,0 0,-1 0,1-1,0 1,0 0,0 1,0-1,0 0,0 0,0 0,0 1,0-1,0 0,0 1,0-1,0 1,0-1,0 1,0-1,1 1,-1 0,0-1,0 1,0 0,1 0,-1 0,1 0,-1-1,0 1,1 0,0 0,-1 0,1 0,-1 0,1 0,0 0,0 0,0 1,0-1,0 0,0 0,0 0,0 0,0 0,0 0,0 0,1 0,-1 0,0 0,1 0,0 1,5 6,1 0,1 0,0-1,0 0,0 0,1-1,0 0,0-1,0 0,1 0,-1-1,5 1,-7-1,389 159,-314-104,-79-57,0 1,-1 0,0 0,0 0,0 0,0 0,0 1,-1-1,1 0,-1 1,0-1,0 1,0 0,0-1,-1 1,1 0,-1-1,0 1,0 0,-1 0,1-1,-1 1,0 0,0-1,-1 3,-5 8,-2-1,1 1,-2-1,0-1,0 0,-1-1,-1 1,0-2,0 0,-1-1,0 0,-4 2,11-7,-319 196,222-140,47-27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6:17.01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509 709,'0'2,"2"8,4 9,2 10,0 12,1 12,-1 11,-1 8,-3 4,-2-1,-1-3,-3-5,-1-9,-2-13,-3-14,0-11</inkml:trace>
  <inkml:trace contextRef="#ctx0" brushRef="#br0" timeOffset="665.935">362 749,'-1'-2,"1"0,0 1,0-1,0 1,0-1,0 1,0-1,0 0,0 1,1-1,-1 1,1-1,-1 1,1-1,-1 1,1 0,0-1,0 1,0 0,0-1,0 1,0 0,0 0,0 0,0 0,0 0,1 0,-1 0,0 0,1 1,-1-1,1 0,-1 1,1-1,-1 1,1 0,-1-1,1 1,0 0,27-9,0 2,1 1,0 1,0 2,0 1,0 1,0 1,28 5,-42-5,-1 1,1 0,-1 2,0 0,1 0,-1 1,-1 1,1 1,-1 0,0 1,0 0,0 1,-1 1,-1 0,-9-7,-1 0,0 0,-1 1,1-1,0 1,-1-1,1 1,-1 0,0-1,0 1,0 0,0 0,0 0,-1 0,1 0,-1 0,0 0,0 0,0 0,0 0,0 0,-1 0,1 0,-1 0,0 0,0 0,0-1,0 1,-1 0,1 0,-1-1,0 1,0 0,-6 7,1-1,-1-1,0 0,-1 0,0 0,0-1,0-1,-3 2,-21 10,-1-2,0-1,-1-2,0-1,-1-2,-1-1,-28 3,56-10,16-2,20-3,16-1,0 2,0 1,0 3,0 1,5 3,-30-3,0 1,0 0,0 2,-1 0,0 0,0 2,0 0,-1 1,-1 1,1 0,-1 1,-1 1,4 4,-13-11,1 0,-2 0,1 0,-1 0,0 1,0-1,0 1,-1 0,0 1,0-1,0 0,-1 1,0-1,0 1,-1 0,0 0,0 0,-1 0,1-1,-2 1,1 0,-1 0,0 0,0 0,-1 0,1-1,-2 1,1-1,-1 1,-2 4,-7 1,1 0,-1-1,-1 0,0-1,0 0,-1-1,-1-1,1 0,-1 0,-1-2,1 0,-1-1,0 0,0-2,-15 3,-16 2,1-2,-1-2,0-2,0-2,-38-5,55 6,41 1</inkml:trace>
  <inkml:trace contextRef="#ctx0" brushRef="#br0" timeOffset="6681.304">496 321,'244'21,"-55"-16,-184-9,-19 1,-339-37,262 34,91 6,0 1,0-1,0 0,0 0,0 0,0 0,0 1,0-1,0 0,0 0,0 0,0 0,0 1,0-1,0 0,0 0,0 0,0 1,0-1,0 0,0 0,0 0,0 0,0 0,0 1,-1-1,1 0,0 0,0 0,0 0,0 0,0 1,0-1,-1 0,1 0,0 0,0 0,0 0,0 0,-1 0,21 7,32 1,0-3,1-2,44-3,-42-1,48 1,-391 7,105 13,165-13,23-1,34 1,79 0,1-6,92-11,-145 1,-62 4,-16 3,-232-1,72 13,219-9,103-14,114-27,-238 34,-62-1,-65 10,-1 5,1 4,-92 7,898-60,-1220 42,454 4,61-4,1-1,-1 0,0 0,0 0,0 0,1 0,-1 0,0 0,0 1,0-1,0 0,1 0,-1 0,0 1,0-1,0 0,0 0,0 0,1 1,-1-1,0 0,0 0,0 1,0-1,0 0,0 0,0 0,0 1,0-1,0 0,0 0,0 1,0-1,0 0,0 0,0 1,0-1,-1 0,1 0,0 0,0 1,0-1,0 0,0 0,-1 0,1 1,0-1,0 0,0 0,0 0,132 11,-98-11,299-11,-324 9,-35 1,-352 16,826-16,-356-4,-111 0,-98 1,-100 11,14 1,778-22,-853 14,42 0,224 4,32 0,72 2,0-5,0-3,15-6,-79 4,-28 4,0 0,0-1,-1 1,1 0,0 0,0-1,0 1,0 0,0 0,0 0,0-1,0 1,0 0,0 0,0-1,0 1,0 0,0 0,0-1,0 1,0 0,0 0,0-1,0 1,0 0,0 0,0-1,0 1,1 0,-1 0,0 0,0-1,0 1,0 0,1 0,-1 0,0 0,0-1,-171-6,116 8,-101 2,156-3,0 0,0 1,0-1,0 0,0 0,0 0,0 1,0-1,0 0,0 0,0 0,0 1,0-1,0 0,0 0,-1 0,1 0,0 1,0-1,0 0,0 0,0 0,0 0,-1 1,1-1,0 0,0 0,0 0,0 0,-1 0,1 0,24 3,57 0,-36-3</inkml:trace>
  <inkml:trace contextRef="#ctx0" brushRef="#br0" timeOffset="7650.5">1 1,'19'68,"13"78,-6 1,-7 1,-6 1,-7 7,-2-95,0 14,16 254,26 87,-20-230,-27-185,1 0,0 1,0-1,0 0,0 1,0-1,0 0,1 0,-1 1,0-1,0 0,1 0,-1 0,1 1,-1-1,1 0,0 0,0 0,-1 0,1 0,0 0,0 0,0 0,0 0,0-1,0 1,0 0,0-1,0 1,0 0,0-1,1 1,-1-1,0 0,0 1,1-1,-1 0,0 0,0 0,1 0,-1 0,0 0,0 0,1 0,-1 0,0-1,0 1,1-1,-1 1,0-1,0 1,1-1,174-57,-75 36,0 5,2 5,-1 3,84 6,282 22,-248-6,-197-12,-6 1,1-1,-1 0,1-1,-1-1,0-1,1 0,-1-1,0-1,15-6,-31 10,0 0,0 0,-1-1,1 1,0 0,0 0,-1-1,1 1,0 0,0-1,-1 1,1-1,0 1,-1-1,1 1,-1-1,1 1,0-1,-1 0,1 1,-1-1,0 0,1 1,-1-1,0 0,1 0,-1 1,0-1,0 0,1 0,-1 0,0 1,0-1,0 0,0 0,0 0,0 1,-1-1,1 0,0 0,0 0,0 1,-1-1,1 0,0 0,-1 1,1-1,-1 0,1 1,-1-1,1 0,-1 1,1-1,-1 1,0-1,1 1,-1-1,0 1,1-1,-1 1,0 0,0 0,1-1,-1 1,0 0,0 0,0 0,0-1,-67-7,52 5</inkml:trace>
  <inkml:trace contextRef="#ctx0" brushRef="#br0" timeOffset="8445.819">335 40,'1533'0,"-1512"0,49 8,-68-5,0 0,0 0,1-1,-2 2,1-1,0 0,-1 0,1 0,-1 1,0-1,0 1,0-1,0 1,-1-1,0 1,0-1,0 1,0 0,0-1,-1 3,1 2,16 228,67 243,-73-317,-7 0,-7 1,-11 37,13-170,-4 37,3 0,4 0,3 11,-5-78,1 0,0 0,0 0,0 0,0 0,-1 0,1-1,0 1,0 0,0 0,0 0,-1 0,1 0,0 0,0 0,0 0,-1 0,1 0,0 0,0 0,0 0,0 0,-1 1,1-1,0 0,0 0,0 0,0 0,-1 0,1 0,0 0,0 0,0 1,0-1,0 0,0 0,0 0,-1 0,1 0,0 1,0-1,0 0,0 0,0 0,0 0,0 1,0-1,0 0,-1-1,-9-10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5:06.53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116 1849,'2'18,"6"15,6 12,11 4,14 3,13-3,12-2,6-6,3-6,-7-8,-13-8,-12-7,-13-6</inkml:trace>
  <inkml:trace contextRef="#ctx0" brushRef="#br0" timeOffset="269.803">504 1849,'-18'13,"-15"17,-14 14,-9 11,-8 9,-1 4,1 1,7-4,11-7,13-10,12-14</inkml:trace>
  <inkml:trace contextRef="#ctx0" brushRef="#br0" timeOffset="543.909">77 2130,'-3'-3,"12"3,16 0,24 0,20 1,18 0,11-1,4 0,-7 1,-20-1</inkml:trace>
  <inkml:trace contextRef="#ctx0" brushRef="#br0" timeOffset="825.575">1106 1956,'-7'-2,"1"-1,-1 2,0-1,0 1,1 0,-1 1,0-1,0 1,0 1,0-1,1 1,-1 0,0 1,0 0,1 0,-1 0,1 1,0 0,0 0,0 0,0 1,0 0,1 0,0 0,0 1,0 0,-2 3,2 0,-1 1,2-1,-1 1,2 0,-1 1,1-1,0 1,1-1,0 1,1 0,0 0,0 0,1 0,0 0,1 0,0 0,1 0,0-1,0 1,1-1,1 1,-1-1,1 0,1 0,0 0,0-1,1 0,0 0,0 0,0 0,1-1,1-1,-1 1,1-1,0 0,0-1,3 2,3 2,1-1,-1-1,1 0,0 0,1-2,-1 0,1-1,0 0,0-1,1-1,-1-1,7 0,-14-1,-1 0,1-1,0 0,-1 0,0-1,1 0,-1-1,0 0,0 0,0 0,0-1,-1 0,1-1,-1 0,0 0,-1-1,1 1,-1-1,0-1,0 1,-1-1,0 0,0 0,0-2,1-3,-1 0,-1 0,0-1,0 1,-2-1,1 0,-1 0,-1 0,-1 0,0 0,0 0,-1 0,-1 0,0 1,-1-1,0 0,-1 1,0 0,-1 0,-3-5,4 8,-1 0,0 0,0 1,-1 0,0 0,0 1,-1-1,0 1,0 1,0-1,-1 1,0 1,-1-1,1 2,-1-1,0 1,0 0,0 1,0 0,-1 0,0 1,1 0,-1 1,0 0,0 1,1 0,-3 0,-1 3,-1 0,1 1,1 0,-1 1,1 1,0 0,0 0,0 1,1 1,0 0,1 1,-1 0,2 0,-1 1,1 0,1 0,0 1,1 1,0-1,0 1,1 0,1 1,0-1,1 1,0 0,0 3,-10 45</inkml:trace>
  <inkml:trace contextRef="#ctx0" brushRef="#br0" timeOffset="8512.059">6346 2050,'-20'15,"11"-8,0 0,0 0,0 1,1 0,0 0,1 1,0 0,-2 3,9-12,-1 0,1 0,0 0,-1 0,1 1,0-1,0 0,-1 0,1 0,0 0,0 1,-1-1,1 0,0 0,0 0,-1 1,1-1,0 0,0 0,0 1,0-1,0 0,-1 1,1-1,0 0,0 0,0 1,0-1,0 0,0 1,0-1,0 0,0 1,0-1,0 0,0 1,0-1,0 0,0 0,1 1,-1-1,0 0,0 1,0-1,0 0,0 0,1 1,-1-1,0 0,0 0,0 0,1 1,-1-1,0 0,0 0,1 0,-1 0,0 1,1-1,-1 0,0 0,0 0,1 0,-1 0,0 0,1 0,-1 0,0 0,1 0,-1 0,19-15,-15 9,0 0,-1-1,0 1,0-1,0 0,-1 0,0 0,-1 0,1 0,-1 0,-1 0,1 0,-1 0,0-1,-1 1,0 0,0 0,0 0,-1 0,0 0,-1 0,1 0,-1 1,-1-1,0-1,-2-2,-1-1,0 1,0 1,-1 0,-1 0,1 0,-2 1,1 0,-1 1,0 0,0 0,-1 1,0 1,-8-4,3 3,0 1,0 0,0 2,-1-1,1 2,-1 0,0 1,1 1,-1 1,0 0,0 1,1 1,0 0,-1 1,1 1,1 1,-1 0,1 1,0 0,0 2,1-1,0 2,1 0,0 1,0 0,1 0,1 2,0-1,1 2,0-1,1 1,-7 13,9-10,1 1,0 0,1 0,1 0,1 1,0 0,2-1,0 1,1 0,1 0,0-1,2 1,0-1,1 1,1-1,0 0,2 0,0-1,1 0,3 3,1 2,1-1,0-1,2-1,1 0,0 0,1-2,1 0,1-1,0-1,1-1,0 0,2-2,-1 0,1-2,9 3,-4-3,0-2,0-1,1-1,0-1,0-1,1-2,-1-1,1-1,-1-2,0 0,1-2,-2-1,1-2,0 0,-1-2,-1-1,1-1,-1-2,14-14,-30 16</inkml:trace>
  <inkml:trace contextRef="#ctx0" brushRef="#br0" timeOffset="6340.108">2844 2089,'13'-2,"19"-1,19 0,18 1,14 0,12 1,3 3,-5 1,-15 0,-21-1</inkml:trace>
  <inkml:trace contextRef="#ctx0" brushRef="#br0" timeOffset="6629.298">2884 2317,'25'4,"22"5,23 0,18-2,15-1,8-5,-2-4,-7-4,-22-1</inkml:trace>
  <inkml:trace contextRef="#ctx0" brushRef="#br0" timeOffset="6904.142">3606 1862,'-10'-2,"0"0,0 0,0 1,-1 0,1 0,0 1,-1 0,1 1,-1 0,-6 3,16-4,0 0,1 0,-1 0,0 1,0-1,0 0,0 1,0-1,0 1,0-1,1 1,-1-1,0 1,0 0,1-1,-1 1,1 0,-1-1,0 1,1 0,-1 0,1 0,0 0,-1 0,1-1,0 1,-1 0,1 0,0 0,0 0,0 0,0 0,0 0,0 0,0 0,0 0,0 0,0 0,1 0,-1 0,0 0,1 0,-1-1,1 1,-1 0,1 0,-1 0,1-1,-1 1,1 0,39 37,4-11,2-1,0-3,46 16,-27-12,-33-13,-1-2,0 1,0 2,-1 1,-1 1,-1 2,0 1,19 18,-43-34,-1-1,1 1,-1 0,0 0,0 0,0 0,0 0,-1 1,1 0,-1-1,0 1,-1 0,1 0,-1 0,0 0,0 0,-1 0,1 0,-1 0,0 0,-1 1,1-1,-1 0,0 0,0 0,-1 0,1 0,-3 4,-6 7,-1 0,-1 0,0-2,-1 1,0-1,-1-1,-1-1,0 0,-1-1,0 0,-5 1,-71 45,-2-5,-48 18,87-45</inkml:trace>
  <inkml:trace contextRef="#ctx0" brushRef="#br0" timeOffset="13255.682">5758 1488,'0'0,"1"0,-1 0,0 0,1 0,-1 0,0 1,1-1,-1 0,0 0,1 0,-1-1,0 1,0 0,1 0,-1 0,0 0,1 0,-1 0,0 0,1 0,-1-1,0 1,0 0,1 0,-1 0,0-1,0 1,1 0,-1 0,0-1,0 1,0 0,0 0,1-1,-1 1,0 0,0-1,0 1,0 0,0-1,0 1,0 0,0-1,0 1,0 0,0 0,0-1,0 1,0 0,0-1,0 1,0 0,0-1,-1 1,363-4,-55 15,-297-9,-21-1,-399-1,233-10,169 8,15 1,17 1,-24 0,212 6,57 15,-196-15,54 10,-120-13,-19-2,-353-29,83 4,567 39,110 4,-368-16,-50-1,-672-16,937 16,-134 1,353 19,-424-17,-36-1,-22-2,-177 2,-31-11,121 3,-156-11,256 13,25 1,731 1,-1618 0,859 1,26 1,377 10,-304-12,199-9,-256 4,-22 0,-22 2,-245-4,-173 8,372 4,67-2,239 3,121-7,-910 1,750 6,-198-1,-33-2,-37-2,57-4,4 0</inkml:trace>
  <inkml:trace contextRef="#ctx0" brushRef="#br1" timeOffset="19273.321">1560 1595,'-11'-14,"-1"1,0 1,-1 0,0 0,-1 1,0 1,-1 1,0 0,-1 0,0 2,0 0,0 1,-1 0,0 1,0 1,0 1,-1 1,1 0,-1 1,1 1,-1 0,1 2,-10 1,15 0,-1 0,1 1,0 1,0-1,1 2,0 0,-1 0,2 1,-1 0,-8 9,-15 8,5-6,0 1,2 1,1 1,0 2,2 0,0 2,-15 22,30-31,1 1,1 0,1 0,0 1,1-1,1 1,1 1,0-1,2 0,0 3,-7 46,-2-10,4-32,1 0,1 1,1-1,2 1,0 0,2-1,1 1,1 0,1-1,2 6,6-1,2 1,1-2,2 0,0 0,2-2,7 7,35 54,-51-72,-4-2,1-1,1 1,0-1,1-1,1 0,-1 0,2-1,0 0,0 0,1-1,0-1,1 0,0-1,0 0,1-1,0-1,0 0,2 0,18-1,-1-1,0-2,1-2,31-2,-52 0,0 0,0 0,-1-2,0 1,1-1,-1-1,-1 0,1-1,-1 0,0-1,0 0,-1-1,0 0,2-2,14-15,0-1,-2-2,-1 0,7-14,-10 17,-1-2,-2 0,-1-1,-1-1,-1 0,-1-1,-2 0,-1-1,-2-1,-1 1,-1-1,0-24,-8-8,-2 0,-4 1,-2 0,-12-38,16 71,-2 0,0 0,-2 1,-2 0,-1 0,9 20,0 1,-1 1,0-1,0 1,-1 0,1 0,-2 0,1 1,-1 0,0 0,0 1,-1-1,0 2,1-1,-2 1,1 0,0 1,-1 0,-3 0,2 0,0 1,0 0,-1 1,1 0,0 1,-1 0,1 1,-1 0,1 0,0 1,0 0,0 1,0 0,0 1,0 0,-8 5,-1 16,21-16</inkml:trace>
  <inkml:trace contextRef="#ctx0" brushRef="#br1" timeOffset="20435.8">1466 1595,'1'-36,"1"1,1-1,2 1,2 0,1 0,1 1,5-7,25-70,6 3,4 1,4 3,28-36,-44 89,1 1,3 2,1 2,3 2,1 2,2 2,2 2,2 3,1 1,1 3,23-8,14-1,1 3,2 4,1 5,1 4,2 3,82-4,198-1,298 22,-648 4,-22 0,122-1,1 5,0 5,-1 7,-1 5,23 11,-127-26,0 2,0 1,0 1,-1 1,-1 0,0 2,0 1,-1 0,-1 1,4 5,222 247,-200-221,-22-26,-1 1,0 1,-2 0,-1 2,-1 1,-1 0,-1 1,-1 0,-1 2,-2 0,0 0,4 20,60 227,-42-177,-34-98,0 0,0 0,0 0,1 0,-1 0,0 0,0-1,0 1,0 0,0 0,1 0,-1 0,0 0,0 0,0 0,0 0,1 0,-1 0,0 0,0 0,0 0,0 0,1 0,-1 0,0 0,0 0,0 0,0 0,1 0,-1 0,0 0,0 0,0 0,0 0,1 1,-1-1,0 0,0 0,0 0,0 0,0 0,0 0,-4-18,-7-6,-3-1</inkml:trace>
  <inkml:trace contextRef="#ctx0" brushRef="#br1" timeOffset="21915.39">5464 766,'22'20,"73"100,-66-79,1-1,1-2,3-1,1-2,1-1,2-2,1-2,6 1,-42-29,8 6,1-2,0 1,0-2,0 0,1 0,0-1,2 0,0-10,-28-13,-157-124,-16-62,175 196,-1 0,1 1,-2 0,1 1,-1 0,0 1,-5-2,-31-15,47 22,0 1,0-1,0 0,0 0,0 0,0-1,0 1,0 0,0-1,1 1,-1-1,0 0,1 0,0 1,-1-1,1 0,0 0,0 0,0 0,0 0,0-1,0-1,2 3,1 0,-1 0,1 0,-1 0,1 1,0-1,-1 0,1 1,0-1,-1 1,1 0,0-1,0 1,0 0,-1 0,1 0,0 0,0 1,-1-1,1 0,0 1,0-1,1 1,4 1,-2-2,73 11,0-4,1-3,24-4,-102-1,0 1,1-1,-1 1,0 0,0 0,0 0,1-1,-1 1,0 0,0 0,0 1,0-1,1 0,-1 0,0 0,0 1,0-1,0 1,0-1,1 1,-1-1,0 1,0 0,0-1,-1 1,1 0,0 0,0 0,0 0,0 0,-1 0,1 0,-1 0,1 0,0 0,-1 0,0 0,1 0,-1 0,0 0,1 1,-1-1,0 1,60 247,-50-210,2-1,1 1,2-2,5 7,-53-113,2-3,4 0,-14-61,35 109,0 56,9-2,2 1,0-1,3 0,0 0,2-1,1 0,1 0,2-2,1 1,1-2,1 0,15 17,-32-43,0 1,0-1,0 1,0-1,0 1,0-1,0 0,0 1,0-1,0 1,0-1,1 1,-1-1,0 0,0 1,0-1,1 1,-1-1,0 0,0 1,1-1,-1 0,0 1,1-1,-1 0,0 0,1 1,-1-1,0 0,1 0,-1 0,1 1,-1-1,0 0,1 0,-1 0,1 0,-1 0,1 0,-1 0,0 0,1 0,-1 0,1 0,-1 0,1 0,-1 0,0 0,1-1,-1 1,1 0,-1 0,0 0,1-1,-1 1,0 0,1-1,-1 1,0 0,1 0,-1-1,0 1,0-1,1 1,-1-1,-3-31,-8-10,-3 1,-1 0,-2 1,-2 1,-17-26,34 62,0-2,0 1,0 0,0 0,-1 0,1 0,-1 0,0 0,0 1,-1-1,1 1,-1 0,0 0,1 0,-1 1,-1-1,1 1,0 0,0 0,-1 1,0-1,2 4,0-1,1 1,-1 0,1 1,-1-1,1 0,0 1,0-1,0 1,0 0,1-1,-1 1,1 0,-1 0,1 0,0 0,0 0,0 1,1-1,-1 0,1 0,0 1,0-1,0 0,0 0,0 2,0 4,1 1,0-1,1 1,0-1,0 1,1-1,0 0,0 0,1 0,1 0,-1-1,1 1,1-1,-1-1,1 1,1-1,0 0,0 0,0-1,0 0,1 0,0-1,8 5,-16-11,0 0,-1 0,1 1,-1-1,1 0,0 0,-1 0,1 0,0 1,0-1,0 0,0 0,0 0,0 0,0 0,0 0,0 0,0 1,0-1,0 0,1 0,-1 0,0 0,1 1,-1-1,1 0,-1 0,1 1,-1-1,1 0,-1 1,1-1,-1 0,1 1,0-1,0 1,-1-1,1 1,0-1,0 1,0 0,-1-1,1 1,0 0,0 0,0 0,0-1,0 1,-1 0,1 0,0 0,0 0,0 1,0-1,0 0,0 0,-1 0,1 1,0-1,0 0,0 1,-1-1,1 1,0-1,0 1,-1-1,1 1,-1 0,1-1,0 1,-88-162,65 126,20 42,4 3</inkml:trace>
  <inkml:trace contextRef="#ctx0" brushRef="#br0" timeOffset="80717.808">4916 1462,'2'-2,"-2"1,1 0,0 0,-1 0,1 0,0 0,-1 0,1 0,0 0,0 1,0-1,0 0,0 0,0 1,0-1,0 1,0-1,0 1,0-1,0 1,0-1,0 1,1 0,-1 0,0 0,0 0,0 0,1 0,-1 0,0 0,0 0,0 0,0 1,1-1,-1 0,0 1,0-1,0 1,0-1,0 1,0 0,0-1,0 1,0 0,0 0,-1 0,1-1,0 1,0 0,-1 0,1 0,0 1,2 94,-3-87,-68 551,53-408,6 0,7 0,10 59,-4-160,3 0,1-1,3 0,2 0,2-1,2-1,2-1,3 0,1-2,2 0,31 40,-36-60,0-1,2 0,0-2,2 0,19 13,-33-28,0 0,0-1,1 0,0 0,0-1,1-1,-1 0,1 0,0-1,0-1,0 0,0 0,0-1,1-1,-1 0,4-1,31-8,0-2,0-2,16-8,49-14,37 3,1 6,1 7,1 6,1 7,80 9,337 26,-568-29,2 1,0 0,0-1,0 1,0-1,0 0,0 0,0-1,0 1,0-1,-1 0,1 0,0 0,0-1,-1 1,1-1,0 0,-1 0,0 0,1 0,-1-1,0 1,2-3,8-13,-1 0,-1-1,-1 0,-1-1,-1 0,0 0,-1-1,-1 0,-2 0,0-1,-1 1,0-17,-2-9,-2 0,-3 0,-1 0,-3 1,-6-20,-24-97,-11-52,0-57,39 201,4 0,3-1,3 1,4-1,11-65,56-128,-46 182,-18 67,-2 1,0-2,0 1,-2 0,0-1,-1 0,-1 1,0-1,-1 0,-1 0,-1 0,0 1,-1-1,-1 1,0-1,-2 1,1 0,-2 1,0 0,-3-3,0 4,0 1,-1 0,0 1,-1 0,-1 1,0 0,0 1,-1 0,0 1,-1 1,-13-6,19 10,0 1,0 0,0 0,0 1,-1 0,1 0,-1 1,1 0,-1 1,1 0,-1 1,1 0,-1 0,1 1,0 0,-1 1,1 0,0 0,1 1,-1 0,-3 3,-2 2,-2 2,0-2,-1 1,0-2,0 0,-1-1,-6 1,-28 2,-1-3,1-1,-1-3,-26-3,58 0,-928-14,216 11,811-5,-77 8,0 1,0 0,0 0,0 0,0 0,0 0,0 0,0 0,-1 0,1 0,0 0,-1 1,1-1,-1 0,1 0,-1 0,0 1,1-1,-1 0,0 1,0-1,0 0,0 1,0-1,0 0,-1 1,1-1,0 0,-1 0,1 1,-1-1,1 0,-1 0,1 0,-1 1,0-1,0 0,-1 5,-6 25,-31 112,-13 108,28-40,5 133,13-151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6:11.57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236 509,'-16'46,"2"0,2 2,2-1,3 1,1 0,1 34,0-34,-7-61,-30-105,-20-96,50 177,3-1,0 1,3-2,1 1,2-1,2 1,3-27,-1 58,0 0,0 0,1 1,0-1,0 1,1 0,0-1,0 1,1 0,-1 0,1 1,0-1,1 1,0 0,-1 0,1 1,1-1,-1 1,1 0,0 0,0 1,0 0,0 0,0 0,1 1,-1 0,1 0,0 1,-1 0,2 0,-1-1,1 0,-1 1,1 0,0 1,0 0,-1 0,1 0,0 1,0 0,-1 1,1 0,-1 0,1 0,-1 1,0 0,0 1,0 0,-1 0,1 0,-1 1,0-1,0 2,0-1,-1 1,0-1,0 2,0-1,-1 0,0 1,0 0,-1 0,1 1,-2-1,0 1,-1 0,0 0,0 0,0 0,-1 0,-1 0,1 0,-1 0,0 0,-1 0,0 0,0-1,-1 1,0-1,0 1,-1-1,1 0,-2 0,1-1,-1 1,-3 2,-3 4,-1 0,-1 0,0-1,-1-1,0 0,-1-1,0 0,-1-2,-8 4,38-16,-1-1,1 2,1 0,-1 1,0 0,1 1,-1 0,1 2,-1-1,12 4,-14-2,0 1,0 0,0 1,-1 0,0 1,0 0,0 1,0 0,-1 1,0 0,0 1,-1 0,0 0,-1 1,5 5,-8-8,-1 0,0 0,0 0,0 0,-1 1,0-1,0 1,0 0,-1 0,0 0,-1 0,1 0,-1 1,-1-1,0 0,0 1,0-1,-1 0,1 1,-2-1,1 0,-1 0,0 0,-1 0,0 0,-1 3,-5 2,0 0,0-1,-1 0,-1-1,1 1,-2-2,1 0,-1 0,-1-1,0-1,0 0,0 0,-1-2,0 0,0 0,0-1,0-1,-1 0,0-1,1-1,-5 0,14 0,-1 0,0 0,0-1,0 0,0 0,0 0,0-1,1 0,-1 0,0 0,0-1,1 0,-1 0,1 0,0-1,0 0,0 0,0 0,0-1,0 1,1-1,-3-3,4-13,6 1</inkml:trace>
  <inkml:trace contextRef="#ctx0" brushRef="#br0" timeOffset="496.397">957 295,'-52'194,"38"-128,9-45,-7 39,-4-1,-2 0,-20 43,39-102,-1 0,0 1,0-1,0 1,0-1,1 0,-1 1,0-1,0 0,0 1,0-1,0 1,0-1,0 0,0 1,0-1,0 0,0 1,0-1,0 1,-1-1,1 0,0 1,0-1,0 0,0 1,-1-1,1 0,0 1,0-1,-1 0,1 0,0 1,-1-1,1 0,0 0,-1 0,1 1,0-1,-1 0,1 0,0 0,-1 0,1 0,0 0,-1 1,1-1,-1 0,1 0,0 0,-1 0,1-1,0 1,-1 0,1 0,-1 0,1 0,0 0,-1 0,1 0,0-1,-1 1,1 0,0 0,-1-1,1 1,0 0,0 0,-1-1,1 1,-1-29,69-311,-56 282,51-196,-63 252,0 1,0-1,0 0,0 1,0-1,1 1,-1-1,1 0,-1 1,1-1,-1 1,1-1,0 1,0 0,-1-1,1 1,0 0,0-1,1 1,-1 0,0 0,0 0,0 0,1 0,-1 0,1 1,-1-1,0 0,1 1,-1-1,1 1,0-1,-1 1,1 0,-1-1,1 1,0 0,-1 0,1 0,-1 0,1 1,0-1,-1 0,1 1,-1-1,2 1,9 10,-1-1,1 2,-2-1,0 1,0 1,-1 0,-1 1,0-1,2 6,7 20,-1 0,-3 1,0 0,-3 1,-1 0,-2 1,-2 0,-2 0,-2 0,-1 0,-3 0,-1 0,-2 0,-2-1,-7 22,14-62,2 0,-1 0,0 0,0 0,0 0,0 0,0-1,0 1,0 0,0 0,0 0,0 0,-1 0,1-1,0 1,-1 0,1 0,0 0,-1-1,1 1,-1 0,1 0,-1-1,0 1,1 0,-1-1,1 1,-1-1,0 1,0-1,1 1,-1-1,0 0,0 1,0-1,1 0,-1 0,0 1,0-1,0 0,0 0,0 0,-5-9</inkml:trace>
  <inkml:trace contextRef="#ctx0" brushRef="#br0" timeOffset="746.8">837 629,'18'0,"23"0,21-2,19-6,14-3,5-2,-4 0,-9 1,-19 3</inkml:trace>
  <inkml:trace contextRef="#ctx0" brushRef="#br0" timeOffset="1022.805">1813 375,'19'9,"18"3,18 0,13-3,6-5,-3-3,-8-1,-16 1,-15 0</inkml:trace>
  <inkml:trace contextRef="#ctx0" brushRef="#br0" timeOffset="1270.178">1827 683,'18'9,"17"3,15-1,12-2,4-4,-1-7,-13-1</inkml:trace>
  <inkml:trace contextRef="#ctx0" brushRef="#br0" timeOffset="1535.471">2522 362,'-5'2,"1"1,-1 1,1-1,0 1,0-1,1 1,-1 0,1 1,0-1,0 1,0-1,0 1,1 0,0 0,0 0,0 0,1 0,0 0,-1 4,-3 10,1 0,0 0,2 0,0 1,1-1,1 1,1-1,1 1,3 14,-4-24,2 0,0 0,0 0,0 0,2-1,-1 1,1-1,0 0,1 0,0-1,0 0,1 0,0 0,1-1,-1 0,1 0,1-1,8 5,-9-6,0 0,0-1,0-1,0 1,1-1,-1-1,1 1,0-1,-1-1,1 0,0 0,0-1,0 0,0 0,0-1,0 0,0-1,0 0,-1 0,1-1,-1 0,1-1,-1 0,0 0,-1 0,1-1,-1 0,0-1,0 0,2-2,3-9,-1-2,-1 1,-1-1,0 0,-2-1,0 0,-1 0,-1-1,-1 0,0 0,-2 0,-1 0,0 0,-2 0,0 0,-1 0,-2-4,1 3,0 0,-2 0,-1 0,0 1,-2 0,0 0,-6-9,11 24,-1-1,0 0,0 1,0 0,-1-1,0 2,-1-1,1 1,-1 0,0 0,0 0,0 1,-1 0,0 0,0 1,0 0,0 0,0 0,0 1,-1 0,1 1,-1-1,-2 1,0 2,0-1,-1 2,1-1,0 1,0 1,0 0,1 0,-1 1,1 0,0 1,0 0,0 0,0 1,1 0,0 0,0 1,1 0,0 1,0 0,1 0,0 0,-3 6,4-7,1 0,-1 0,2 0,-1 1,1 0,0-1,1 1,0 0,0 0,0 0,1 1,1-1,-1 0,1 0,1 1,-1-1,1 0,1 0,0 0,0 0,0 0,1 0,0-1,1 1,0-1,0 0,0 0,2 2,39 33,3-10</inkml:trace>
  <inkml:trace contextRef="#ctx0" brushRef="#br0" timeOffset="2033.708">3324 1,'22'24,"180"177,-104-110,-37-33,-3 2,-2 3,-4 2,43 70,-83-118,-12-16,1-1,-1 0,0 0,1 0,-1 0,0 0,1-1,-1 1,0 0,1 0,-1 0,0 0,1 0,-1 0,0 0,1-1,-1 1,0 0,0 0,1-1,-1 1,0 0,0 0,1-1,-1 1,0 0,0 0,0-1,1 1,-1 0,0-1,0 1,0 0,0-1,0 1,0 0,0-1,0 1,0 0,0-1,0 1,0 0,0-1,0 1,0 0,0-1,0 1,0 0,0-1,-1 1,1 0,0-1,0 1,0 0,-1 0,1-1,0 1,-9-62,1 25</inkml:trace>
  <inkml:trace contextRef="#ctx0" brushRef="#br0" timeOffset="2287.437">3846 94,'-16'14,"-12"13,-8 14,-7 13,-8 12,-4 9,-2 7,2 0,6-7,9-9,11-11,11-14,13-12,11-12,8-11,1-7</inkml:trace>
  <inkml:trace contextRef="#ctx0" brushRef="#br0" timeOffset="3131.864">3271 402,'82'18,"2"-5,-1-2,2-5,34-3,227-10,-333 7,0-1,0 0,-1-1,1-1,0 0,-1 0,12-6,-17 6,-6 3,-1 0,1 1,-1-1,1 0,0 0,-1 0,1-1,0 1,-1 0,1 0,0 0,-1 0,1-1,-1 1,1 0,0 0,-1-1,1 1,-1 0,1-1,-1 1,1-1,-1 1,1-1,-1 1,0-1,1 1,-1-1,0 1,1-1,-1 0,0 1,0-1,0 1,1-1,-1 0,0 1,0-1,0 0,0 1,0-1,0 0,0 1,0-1,-6-4</inkml:trace>
  <inkml:trace contextRef="#ctx0" brushRef="#br0" timeOffset="17249.158">2629 215,'-10'4,"1"-1,0 2,0 0,0 0,0 0,1 1,0 0,0 1,0 0,1 0,0 0,1 1,0 0,0 1,0-1,1 1,0 0,1 0,0 1,1-1,-3 10,-2 14,2 1,0 0,3 0,1 0,2 30,0-40,1 0,1 1,1-1,1 0,1-1,2 1,0-1,1 0,-4-14,0 0,0-1,1 0,0 0,0 0,1-1,-1 1,2-1,-1-1,1 1,0-1,1 0,-1-1,1 0,0 0,1-1,-1 0,1 0,0-1,-1 0,10 2,-9-4,0 0,0 0,0-1,-1 0,1 0,0-1,0 0,-1-1,1 0,-1 0,1-1,-1 0,0-1,0 1,0-2,0 1,-1-1,0 0,0 0,0-1,-1 0,0-1,0 1,0-1,-1 0,0 0,0-1,-1 1,0-1,0 0,-1-1,0 1,1-5,4-24,-1-1,-2 0,-2 0,-1 0,-2 0,-2-12,1 6,0-7,-11-177,-13 155,24 72,0-1,-1 0,1 0,0 1,-1-1,0 1,1-1,-1 1,0 0,1 0,-1 0,0 0,0 0,0 0,0 0,0 0,0 1,0-1,0 1,-1 0,1 0,0-1,0 1,0 1,0-1,0 0,-1 0,1 1,0-1,0 1,0 0,0 0,-2 0,-8 6,0 0,0 1,0 1,1 0,0 0,1 1,-9 9,-45 51,1 3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6:30.75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0,'5'14,"3"20,3 23,0 21,-3 19,-2 13,-4 6,-5-1,-5-10,0-17,1-24</inkml:trace>
  <inkml:trace contextRef="#ctx0" brushRef="#br0" timeOffset="417.558">295 361,'7'52,"-5"-26,1-1,1-1,2 1,0 0,2-1,2 3,1-4,1-1,1 0,1-1,1 0,1-1,1-1,0 0,7 3,-23-20,-1-1,1 0,0 0,0 0,0 0,-1 0,1 0,0 0,0 0,1-1,-1 1,0 0,0-1,0 1,0 0,1-1,-1 1,0-1,1 0,-1 0,0 1,0-1,1 0,-1 0,0 0,1 0,-1 0,0-1,1 1,-1 0,0-1,1 1,-1 0,0-1,0 0,0 1,1-1,-1 0,0 0,0 1,0-1,0 0,0 0,0 0,-1 0,1 0,0 0,0-1,-1 1,1 0,-1 0,1-1,16-29,-2 0,-1-1,-1-1,-1-3,44-100,-56 137,0-1,0 0,0 0,0 0,0 0,0 1,0-1,0 0,0 0,1 0,-1 1,0-1,0 0,0 0,0 0,0 0,0 0,1 1,-1-1,0 0,0 0,0 0,0 0,1 0,-1 0,0 0,0 0,0 0,1 0,-1 0,0 0,0 0,0 0,1 0,-1 0,0 0,0 0,0 0,0 0,1 0,-1 0,0 0,0 0,0 0,1 0,-1 0,0 0,0-1,0 1,0 0,1 0,-1 0,0 0,0 0,0-1,1 25,-1-22,1 23,-3-10,1-1,0 1,2 0,-1-1,2 1,0 0,1-1,0 0,1 1,1-1,0-1,1 1,0-1,1 0,1 0,0-1,1 0,5 6,-1-8,1 0,0-1,1-1,0 0,0-1,0-1,1 0,0-1,0-1,0 0,13 1,41 5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6:31.74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0 236,'10'10,"-1"0,2-1,-1-1,1 0,0 0,1-1,0 0,0-1,0-1,1 0,0 0,0-2,0 1,0-2,1 1,-1-2,1 0,-1-1,12-1,1 0,0-2,0-2,0 0,-1-1,0-2,0 0,-1-2,0-1,19-11,-29 14,-1-1,-1 0,1 0,-1-2,-1 1,0-1,0-1,0-2,-8 11,-1 0,1 0,-1-1,1 0,-1 1,0-1,-1 0,1 0,-1 0,1 0,-1 0,-1 0,1 0,0-1,-1 1,0 0,0 0,0 0,-1-1,1 1,-1 0,0 0,0 0,0 0,-1 0,0 0,1 0,-1 0,-1 1,1-1,-3-2,3 3,-1-1,0 1,0 0,0 1,-1-1,1 1,-1-1,1 1,-1 0,0 0,0 1,0-1,0 1,0 0,0 0,0 0,-1 0,1 1,0 0,0 0,-1 0,1 0,0 1,0-1,0 1,-1 0,1 0,0 1,0-1,0 1,1 0,-1 0,0 0,1 1,-1-1,1 1,0 0,0 0,0 0,0 0,1 1,-1 0,-4 8,1 1,0-1,1 1,1 1,0-1,1 1,0-1,0 14,-5 67,5 1,4-1,4 0,5 13,-7-78,6 85,15 162,-12 156,-13-408,1-3,0-1,-2 1,0-1,-1 1,-1-1,-6 17,0-16</inkml:trace>
  <inkml:trace contextRef="#ctx0" brushRef="#br0" timeOffset="281.653">134 851,'94'-16,"33"1,12-1,118 3,-247 12,0 0,0 1,0 0,0 0,-1 1,1 1,0 0,0 0,-1 0,1 2,-1-1,0 1,0 0,0 1,-1 0,0 0,0 1,0 0,0 1,-1 0,0 0,-1 0,1 1,-1 0,-1 0,1 2,-1 4,-1 1,0 0,-1 0,-1 1,0-1,-1 0,-1 2,13 84,-14-100,1 0,0 0,0 0,1 0,-1 0,0 0,0 0,0-1,1 1,-1 0,0 0,1 0,-1 0,1 0,-1-1,1 1,-1 0,1-1,-1 1,1 0,0-1,-1 1,1 0,0-1,0 1,-1-1,1 0,0 1,0-1,0 0,0 1,0-1,-1 0,1 0,0 0,0 1,0-1,0 0,0-1,0 1,0 0,0 0,0 0,-1 0,1-1,1 1,8-9</inkml:trace>
  <inkml:trace contextRef="#ctx0" brushRef="#br0" timeOffset="750.564">681 464,'132'15,"-87"-13,0 3,0 1,0 2,-1 2,0 3,-1 1,-1 2,10 6,-42-16,0 0,0 0,-1 1,1 1,-2-1,1 1,-1 1,0 0,-1 0,0 0,-1 1,0 0,0 1,-1-1,0 1,-1 0,0 0,-1 0,0 1,-1-1,0 2,6 204,-8-214,0 1,0 0,0-1,1 1,-1 0,1-1,0 1,0-1,1 1,-1-1,1 1,0-1,-1 0,1 0,1 0,-1 0,0 0,1 0,-1-1,1 1,0-1,0 0,0 0,0 0,0 0,1 0,-1-1,1 1,-1-1,1 0,-1 0,1 0,0 0,0-1,7-2,0 0,-1-1,1-1,-1 0,1 0,-1-1,0 0,-1 0,0-1,0-1,0 0,0 0,-1 0,0-1,-1-1,0 1,0-1,-1 0,0-1,0 1,-1-1,-1 0,0 0,0-1,0-3,1 2,0-1,-1 0,-1 1,0-2,0 1,-2 0,1-1,-2 1,0 0,-1-6,1 19,0-1,0 1,1 0,-1 0,0-1,0 1,0 0,0-1,0 1,0 0,0 0,0-1,0 1,0 0,0-1,0 1,0 0,0 0,0-1,0 1,0 0,-1 0,1-1,0 1,0 0,0 0,0-1,-1 1,1 0,0 0,0-1,0 1,-1 0,1 0,0 0,0 0,-1-1,1 1,0 0,0 0,-1 0,1 0,0 0,0 0,-1 0,1 0,0 0,-1 0,1 0,0 0,0 0,-1 0,1 0,0 0,-1 0,1 0,0 0,0 0,-1 0,1 1,0-1,0 0,-1 0,1 0,0 0,0 1,0-1,-9 20,6-11,1 0,0 1,1-1,0 1,0 0,1-1,1 1,0 0,0-1,0 1,1-1,1 1,0-1,0 0,1 0,0 0,0 0,1-1,0 0,0 0,1 0,0-1,1 1,0-1,0-1,0 0,7 5,10 0,1-1,0-1,0-1,1-1,0-1,1-2,-1 0,1-2,0-1,-1-1,14-2,60-2,-10-3</inkml:trace>
  <inkml:trace contextRef="#ctx0" brushRef="#br0" timeOffset="1302.551">2580 971,'-9'-13,"0"0,-1 0,-1 1,0 1,0 0,-1 0,-1 1,0 1,0 0,-1 0,0 2,0 0,-1 0,0 1,0 1,0 1,-11-2,20 4,0 1,0 0,-1 0,1 1,0-1,0 1,0 1,0-1,0 1,-1 0,1 1,1-1,-1 1,0 0,0 1,1-1,-1 1,1 0,0 1,0-1,0 1,0 0,1 0,-1 1,1-1,0 1,0 0,1 0,0 0,0 1,0-1,0 1,0 3,1-4,1 1,0 0,0 0,0 0,0 0,1 0,0 0,1 0,-1 0,1-1,0 1,1 0,-1 0,1-1,0 1,0 0,1-1,0 0,0 0,0 0,1 0,-1 0,1-1,0 1,1-1,-1 0,1 0,-1-1,1 1,0-1,1 0,-1-1,0 1,1-1,0 0,-1 0,1-1,0 0,0 0,3 0,0 0,1 0,-1-1,0 0,1-1,-1 0,0 0,1-1,-1 0,0-1,0 0,-1-1,1 1,-1-2,0 1,0-1,0 0,0-1,-1 0,0 0,0-1,-1 1,0-1,0-1,0 1,-1-1,0 0,-1-1,0 1,0-1,0 1,-1-1,-1 0,0 0,1-5,1 0,-4 27,0 8,0-13,0 0,1 1,0-1,0 0,0 1,1-1,1 0,-1 0,1 0,0 0,1-1,0 0,0 1,1-1,0 0,0-1,1 1,-1-1,1 0,1-1,-1 0,1 0,0 0,0 0,0-1,1 0,-1-1,1 0,0 0,0-1,0 0,0 0,3 0,6-4,0 0,-1-2,0 0,1 0,-2-1,1-1,-1-1,1-1,-2 0,1 0,-1-1,-1-1,0-1,0 0,-1 0,0-1,-1-1,2-3,4-6,-1-1,0-1,-2 0,-1-1,-1 0,-1-1,-1 0,-1-1,-2 0,0-1,-2 1,-1-1,-2 0,0 0,-2-1,-2-20,-23-79,24 123,-1 0,0 0,0 1,0-1,0 1,-1-1,0 1,0 0,0 0,-1 0,1 1,-1-1,0 1,0-1,0 1,0 1,0-1,-1 1,1-1,-1 1,0 0,0 1,-3-2,2 3,1 0,-1 0,0 0,1 1,-1 0,0 0,1 0,-1 1,1 0,0 0,0 0,-1 0,1 1,1 0,-1 0,0 1,1-1,0 1,-1 0,2 0,-1 0,0 1,-1 2,-7 9,1 0,1 1,0 1,1 0,1 0,-1 5,1-5,2 1,0 0,1 0,0 0,2 0,0 1,1 0,2-1,0 1,0 0,2 0,1-1,0 1,1-1,1 0,1 0,1-1,0 0,2 0,0 0,1-1,0 0,2-1,2 3,6-2,0-1,0 0,2-2,-1 0,2-2,0 0,1-2,0 0,0-2,1 0,0-2,7 1,78 14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6:34.07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64,'16'5,"9"1,4-1,-2 0,-3-4,-3-4,-5-6,-5-4,-7-2,-7-1,-7 3,-4 3,-4 3,0 8,5 6,3 3,3 1</inkml:trace>
  <inkml:trace contextRef="#ctx0" brushRef="#br0" timeOffset="4291.056">27 118,'14'0,"6"0,1-2,-5-4,-3-2,-8 0,-6-1,-5 1,-4 2,-3 1,-1 5,-1 4,3 6,3 4,5 1,8-1,10-4,3-3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6:33.82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86 118,'4'14,"4"4,3-3,0-6,-3-7,-2-9,-2-5,-4-3,-5-1,-3 2,-3 4,-1 7,0 10,4 10,2 6,2 0</inkml:trace>
  <inkml:trace contextRef="#ctx0" brushRef="#br0" timeOffset="4251.467">45 105,'0'2,"0"1,0-1,1 0,-1 0,0 0,1 0,0 0,-1 0,1 0,0 0,0 0,0 0,0 0,0-1,1 1,-1 0,0-1,1 1,0-1,-1 1,1-1,0 0,-1 0,1 0,0 0,0 0,0 0,0 0,0-1,0 1,0-1,0 1,0-1,0 0,1 0,-1 0,0 0,0 0,0 0,0 0,0-1,0 1,0-1,2 0,-1-1,0 1,0-1,0 0,0 1,0-1,0-1,-1 1,1 0,-1-1,1 1,-1-1,0 0,0 0,0 0,0 0,-1 0,1 0,-1 0,0 0,0-1,0 1,0-1,-1 1,1 0,-1-1,0 1,0-1,0 1,0-1,-1 1,1-1,-1 1,0-1,0 1,0 0,-1 0,1-1,-1 1,0 0,1 0,-1 1,-1-1,1 0,0 1,-1-1,1 1,-1 0,0-1,0 1,0 1,0-1,0 0,-2 0,2 1,-1 1,1-1,0 1,-1 0,1 0,-1 0,1 0,0 1,-1-1,1 1,0 0,-1 0,1 0,0 0,0 1,0-1,0 1,0 0,0 0,1 0,-1 0,0 0,1 1,0-1,0 1,-1 0,2-1,-1 1,0 0,0 1,-2 3,1 0,0 0,0 1,1-1,-1 1,2 0,-1-1,1 1,0 0,1 0,0 0,1 5,4 20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6:46.06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2995 1245,'-2'14,"-1"2,0-4,-1-4,-1-6,1-2</inkml:trace>
  <inkml:trace contextRef="#ctx0" brushRef="#br0" timeOffset="944.777">2620 1138,'-5'15,"1"0,0 0,1 0,0 0,1 1,1-1,1 1,0-1,1 7,-1-20,21 432,-25-278,4-156,0-1,0 1,0 0,-1 0,1 0,0 0,0 0,0 0,0 0,0 0,0 0,-1 0,1 0,0 0,0 0,0-1,0 1,0 0,-1 0,1 0,0 0,0 0,0 1,0-1,0 0,-1 0,1 0,0 0,0 0,0 0,-1-20,7-111,-6 0,-12-75,-10-11,22 215,-1 0,1 0,0 0,0 0,0 1,0-1,0 0,0 0,1 0,-1 0,1 1,-1-1,1 0,-1 1,1-1,0 0,0 1,0-1,0 1,0-1,0 1,1-1,-1 1,0 0,1 0,-1 0,1-1,-1 2,1-1,-1 0,1 0,0 0,0 1,-1-1,1 1,2-1,22-2,0 2,0 1,0 1,0 1,1 1,-1 2,-7-2,3 0,16 1,1 2,-1 1,-1 3,35 12,-70-22,1 1,0-1,0 1,-1 0,1 0,-1 0,1 0,-1 0,1 0,-1 1,1 0,-1-1,0 1,0 0,0 0,0 0,0 0,-1 0,1 0,0 1,-1-1,0 1,1-1,-1 1,0-1,-1 1,1 0,0-1,-1 1,1 0,-1-1,0 1,0 0,0 0,0 0,0-1,-1 1,1 0,-1 0,0-1,0 1,0-1,0 1,-1 0,-12 13,0-2,-1 0,-1 0,-1-2,0 0,0 0,-1-2,0 0,-1-2,-3 2,12-5,-34 16,-2-1,1-2,-2-2,0-2,-30 4,127-26,-1 2,1 3,0 1,0 3,0 2,0 2,44 11,-82-13,0 1,0 1,-1 0,0 0,0 1,0 0,-1 1,0 0,0 1,8 8,-14-12,0 1,-1-1,1 1,-1-1,0 1,0 0,-1 0,0 0,0 0,0 1,0-1,-1 0,0 1,0 0,0-1,-1 1,1-1,-2 1,1 0,0-1,-1 1,0-1,-1 1,1-1,-1 1,-5 8,-1 0,0 0,-1-1,-1-1,0 1,0-1,-2-1,1 0,-1-1,-1 0,0-1,0 0,0-1,-1 0,-1-2,1 1,-1-2,0 0,-1 0,1-2,-1 0,-12 1,5-3,-1 0,0-2,1 0,-1-2,1-1,0 0,0-2,0-1,0 0,1-2,1 0,-19-12,21 13,19 8,0 1,0-1,0 0,0 0,1 0,-1 0,0 0,0 1,0-1,0 0,0 0,0 0,0 0,0 1,1-1,-1 0,0 0,0 0,0 1,0-1,0 0,0 0,0 0,0 0,0 1,0-1,0 0,0 0,0 0,0 1,-1-1,1 0,0 0,0 0,0 1,0-1,0 0,0 0,0 0,-1 0,1 0,0 1,0-1,0 0,0 0,0 0,-1 0,1 0,7 7</inkml:trace>
  <inkml:trace contextRef="#ctx0" brushRef="#br0" timeOffset="2046.025">2474 911,'485'12,"-284"1,-246-5,-73-6,0-4,1-6,-1-5,53 6,13 5,52 2,1 0,-1 0,0 0,0 0,1 0,-1 0,0 0,1 0,-1 0,0 0,0 0,1 0,-1 0,0 1,0-1,1 0,-1 0,0 0,0 0,1 0,-1 1,0-1,0 0,0 0,1 0,-1 1,0-1,0 0,0 0,0 1,0-1,1 0,-1 0,0 1,0-1,0 0,0 1,0-1,0 0,0 0,0 1,0-1,0 0,0 1,0-1,0 0,0 0,0 1,-1-1,1 0,0 0,0 1,0-1,0 0,0 0,-1 1,1-1,0 0,0 0,0 0,-1 1,1-1,0 0,0 0,-1 0,20 7,0-1,0 0,0-2,1 0,0-1,-1-1,1-1,1-1,-2 1,143 6,1-6,11-9,-92-2,-82 9,0 1,0 0,0 0,0-1,-1 1,1 0,0 0,0-1,0 1,0 0,1 0,-1-1,0 1,0 0,0 0,0-1,0 1,0 0,0 0,0-1,0 1,1 0,-1 0,0 0,0-1,0 1,0 0,1 0,-1 0,0 0,0 0,1-1,-1 1,0 0,0 0,1 0,-30-3,-168 2,-72 14,255-12,-202 12,529-16,-106-6,-372 7,-351 2,470 3,46-3,0 1,0-1,0 0,0 1,0-1,-1 0,1 0,0 1,0-1,0 0,0 1,0-1,0 0,0 1,0-1,0 0,0 1,0-1,0 0,0 1,0-1,0 0,0 0,1 1,-1-1,0 0,0 1,0-1,0 0,1 0,-1 1,0-1,0 0,1 0,-1 0,0 1,0-1,1 0,-1 0,0 0,0 0,1 1,-1-1,0 0,1 0,-1 0,0 0,1 0,-1 0,0 0,1 0,-1 0,0 0,1 0,-1 0,0 0,0 0,1 0,-1-1,0 1,1 0,-1 0,0 0,1 0,33 5,1-1,0-1,1-2,33-3,-50 1,242-13,-249 14,-6-1,1 1,0-1,-1 1,1 1,0-1,-1 1,1 0,-1 1,1 0,-1 0,3 1,4 10</inkml:trace>
  <inkml:trace contextRef="#ctx0" brushRef="#br0" timeOffset="-5756.107">1163 1245,'14'112,"-5"-130,-8 12,0-1,-1 1,0-1,0 1,-1-1,1 1,-1 0,-1-1,1 1,-1 0,0 0,0 0,-1 0,0 0,0 0,0 1,-1-1,0 1,0 0,0 0,-1 0,0 1,1 0,-1 0,-1 0,1 0,-1 1,1 0,-1 0,0 0,0 1,-4-1,2 1,0 0,0 0,0 0,-1 2,1-1,-1 1,1 0,0 0,-1 1,1 0,0 1,0 0,-1 0,1 1,1 0,-1 0,0 1,1 0,0 0,0 1,-6 4,2 0,0 1,0 0,1 1,1 0,-1 0,2 1,0 1,0-1,1 1,1 0,0 1,-1 3,1 3,0 0,1 1,1 0,1 0,1 0,1 0,1 0,0 1,2-1,0 1,0-11,0 0,1-1,0 1,0 0,1-1,0 0,1 0,0 0,1-1,0 1,0-1,1-1,0 1,1-1,0-1,0 1,1-1,0 0,9 5,4-3,0-1,1-1,0 0,0-2,0-1,1-1,-1-1,1 0,0-2,0-1,-1-1,1-1,-1-1,0-1,0-1,0-1,12-6,-20 8,-1 0,1-1,-2 0,1-1,-1-1,0 0,0-1,11-10,-11-1,-11 3</inkml:trace>
  <inkml:trace contextRef="#ctx0" brushRef="#br0" timeOffset="-3065.056">1137 1299,'37'70,"-29"-50,-2-14,-3-20,-2-20,-1 34,0-6,-1-13,-5 34,0 8,-6 66,12-90,1 0,-1 0,0 1,1-1,-1 0,0 1,1-1,-1 0,1 1,-1-1,1 1,-1-1,1 1,0-1,-1 1,1-1,-1 1,1 0,0-1,0 1,-1 0,1-1,0 1,-1 0,1 0,0 0,0 0,-1 0,1 0,0 0,0 0,0 0,-1 0,1 0,0 0,0 0,-1 1,1-1,0 0,-1 1,1-1,0 0,-1 1,1-1,0 1,-1-1,1 1,-1-1,1 1,-1 0,1-1,-1 1,0 0,1-1,-1 1,0 0,1-1,-1 1,0 0,0 0,-12-91,9 82,0-1,-1 1,0 0,0 0,-1 0,0 1,0 0,-1 0,1 0,-2 0,1 1,-1 0,0 0,0 1,-1 0,1 0,-1 1,0 0,0 0,-1 1,1 0,-1 1,0-1,1 2,-1-1,0 1,0 1,-5-1,6 2,0 0,1 0,-1 1,0 0,1 0,-1 0,1 1,0 1,-1-1,2 1,-1 0,0 1,1-1,0 1,0 1,0-1,-1 3,3-1,1 0,-1 1,1 0,1-1,0 1,0 0,0 0,1 0,0 1,1-1,0 0,0 0,1 0,0 0,0 2,1 18,-2-23,-1 8,0 0,1 0,1 0,0 0,0 0,2 0,-1 0,2 0,0-1,0 1,1-1,1 0,0-1,0 0,1 1,1-2,-7-9,12 15,0-1,2 0,0-1,0-1,1 0,15 9,-21-19,0 0,1 0,-1-1,1 0,-1-1,1 0,-1-1,1 0,0 0,6-2,15 0,151-7,-150 4,-100 7,-50 14,64-7,1-2,-1-3,-18-2,64-2,-1 1,1-2,0 1,0-1,0 0,0 0,0-1,0 0,0 0,0-1,1 0,-1 0,1 0,0-1,0 0,0 0,1-1,-1 0,1 0,0 0,0 0,1-1,0 1,0-1,0-1,0 1,1 0,0-1,1 0,-3-6,0-14,1-1,1 0,1 0,1 0,2 0,1 0,1 0,1 1,1-1,2 1,6-14,-7 30,1 1,1 0,0 0,0 1,1 0,0 1,0 0,1 0,0 1,1 0,-1 1,1 0,0 1,1 0,-1 0,1 2,0-1,0 2,1-1,3 1,-11 0,0 0,1 0,0 1,-1-1,1 1,0 1,0-1,0 1,0 0,-1 0,1 1,0-1,0 1,0 1,-1-1,1 1,-1 0,1 0,-1 1,0-1,0 1,0 0,0 1,0-1,-1 1,1 1,0 20,-9-16</inkml:trace>
  <inkml:trace contextRef="#ctx0" brushRef="#br0" timeOffset="-743.164">1738 1473,'1'7,"-1"0,1 0,0 0,1-1,0 1,0 0,0-1,1 1,0-1,0 0,1 0,-1 0,1 0,1-1,-1 0,1 1,2 1,-6-7,0 1,0-1,0 1,0-1,-1 0,1 1,0-1,0 0,0 0,0 0,0 1,0-1,0 0,0 0,0 0,0-1,0 1,0 0,0 0,0-1,0 1,0 0,0-1,0 1,0-1,0 1,-1-1,1 1,0-1,0 0,-1 1,1-1,0 0,-1 0,1 1,0-1,-1 0,1 0,-1 0,0 0,1 0,-1 0,0 0,1 0,-1 0,6-46,-6 44,0 1,-1-1,1 1,0 0,-1-1,0 1,1 0,-1-1,0 1,0 0,0 0,0 0,-1 0,1 0,0 0,-1 0,0 0,1 0,-1 1,0-1,0 1,0-1,0 1,0 0,0 0,0 0,-1 0,1 0,0 0,0 0,-1 1,1 0,-1-1,1 1,0 0,-1 0,1 0,-1 0,1 0,0 1,-1-1,1 1,0 0,-1 0,1-1,0 1,0 1,0-1,0 0,0 0,0 1,-1 0,1 0,0 0,0 1,1-1,-1 1,0 0,1-1,0 1,-1 0,1 0,0 0,0 0,1 0,-1 0,1 0,-1 0,1 0,0 0,0 0,1 0,-1 0,0 0,1 0,0 0,0 0,0 0,0 0,0-1,1 1,-1 0,1-1,-1 1,1-1,0 1,0-1,0 0,1 0,-1 0,0 0,1 0,0 0,31 13,3-4</inkml:trace>
  <inkml:trace contextRef="#ctx0" brushRef="#br0" timeOffset="-5217.26">736 911,'28'-7,"1"1,0 1,1 1,-1 2,13 1,7-1,419-11,-747-8,171 9,-96 4,418 9,-157-1</inkml:trace>
  <inkml:trace contextRef="#ctx0" brushRef="#br0" timeOffset="-1777.304">816 898,'50'-10,"66"-2,0 6,94 7,-527-38,274 34,1 2,0 2,0 2,-26 6,123-7,504-3,-863 25,44-7,233-11,54 0,315-38,-151 23,-189 9</inkml:trace>
  <inkml:trace contextRef="#ctx0" brushRef="#br0" timeOffset="4785.823">4185 282,'122'339,"-96"-236,-5 0,-5 2,-3 0,-6 0,-4 1,-5-1,-4 1,-11 41,3-9,-36 500,49-574,2-28,-2-1,-1 0,-1 0,-3 0,0 0,-4 6,6-31,0-1,0 0,-1 0,0 0,-1 0,0-1,0 0,-1 0,0 0,0-1,-1 0,0-1,0 0,-1 0,1 0,-1-1,0-1,-1 1,1-2,-1 1,0-1,-9 1,-15 3,-1-2,1-2,-1 0,0-3,1-1,-9-2,-767-84,324 79,-113 27,66-1,-752-15,1274-3,7-1,1 1,-1-1,1 1,-1 1,1-1,-1 0,1 1,-1-1,1 1,-1 0,1 0,0 1,-1-1,1 1,0-1,0 1,0 0,0 1,3-2,-1 0,1 0,-1 1,1-1,-1 0,0 0,0 0,1 1,-1-1,0 0,0 0,0 0,0-1,0 1,0 0,0 0,-1 0,1-1,0 1,0-1,-1 1,1-1,0 1,-1-1,1 0,0 1,-1-1,1 0,0 0,-1 0,1 0,0 0,-1-1,1 1,0 0,-1-1,1 1,0-1,-1 1,1-1,0 1,0-1,0 0,0 0,0 1,-1-1,2 0,-1 0,0 0,0 0,0 0,0-1,1 1,-2-1,2-151,2 120,16-255,15-399,-46-67,18 654,5 1,12-47,1-10,-16 5,-7 148,0 1,0 0,0-1,0 1,0 0,1-1,-1 1,1 0,0 0,-1 0,1-1,0 1,0 0,1 0,-1 0,0 0,1 1,-1-1,1 0,-1 1,1-1,0 0,0 1,0 0,0-1,0 1,0 0,0 0,0 0,0 1,0-1,1 0,-1 1,0-1,0 1,1 0,-1 0,2 0,133 35,-31-17,0-5,2-5,74-5,265-15,33-23,-223 15,1654-62,-1401 73,-408 2,-72-5,-43-11,2 14,3 2,1 0,-2 0,1 0,-1 1,0 1,0-1,0 2,-1-1,0 1,0 1,0-1,0 2,0 0,-8-1,17 3,-1 0,0 0,1 1,-1-1,0 1,1-1,-1 1,1 0,-1-1,1 1,-1 0,1 0,-1 0,1 0,0 1,-1-1,1 0,0 0,0 1,0-1,0 1,0-1,1 1,-1-1,0 1,1-1,-1 1,1 0,-1-1,1 1,0 0,-2 62,2-51,2 39,-3 0,-1 0,-4-1,-3 11,-14 52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6:59.56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135 0,'-14'0,"-9"0,-5 0,1 0,1 0,10 0,15 0,19 0,22 0,23 0,18 0,14 0,7 0,-1 2,-10 4,-21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7:00.98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20,'21'2,"19"1,20 0,18-1,13-3,13-3,5-3,-1-1,-12 1,-23 4,-23 3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6:59.2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542 88,'5'26,"-5"-26,0-1,0 1,0 0,0 0,0-1,0 1,0 0,0-1,0 1,0 0,0-1,-1 1,1 0,0-1,0 1,0 0,0-1,0 1,-1 0,1 0,0-1,0 1,-1 0,1 0,0 0,0-1,-1 1,1 0,0 0,0 0,-1 0,1-1,0 1,-1 0,1 0,0 0,-1 0,1 0,0 0,-1 0,1 0,0 0,-1 0,1 0,0 0,-1 0,1 0,0 0,0 1,-1-1,1 0,0 0,-1 0,1 0,0 1,0-1,-1 0,1 0,0 0,0 1,-1-1,1 0,0 0,0 1,0-1,0 0,-1 1,1-1,-3-3,-7-6,-1 1,0 0,0 1,-1 0,0 1,0 0,0 1,-1 0,0 1,0 1,0 0,0 0,-1 1,1 1,-1 0,1 1,0 1,-1 0,1 1,-1 0,1 1,0 0,0 1,1 1,-1 0,1 0,0 2,0-1,1 1,0 1,0 0,0 1,0 1,0 0,1 1,0-1,1 2,1 0,-1 0,2 0,0 1,0 0,1 0,1 1,0 0,1 0,1 0,0 0,0 0,2 1,0-1,0 1,2 0,0-1,0 1,1-1,1 0,1 1,0-1,0-1,1 1,1-1,1 0,0 0,0 0,1-1,7 8,-1-8,-1 0,1-1,1 0,0-1,0-1,1 0,0-1,1-1,0-1,0 0,0-1,1-1,-1-1,1 0,0-1,0-1,0-1,0 0,0-1,0-1,0-1,-1-1,1 0,-1-1,0-1,0-1,-1 0,0-1,0-1,-1 0,0-2,11-8,4-13,-9 1</inkml:trace>
  <inkml:trace contextRef="#ctx0" brushRef="#br0" timeOffset="768.901">983 436,'6'9,"6"1,-1-7,-1-4,-2-9,-6-3,-7-3,-5 3,-3 2,-2 3,0 6,2 8,4 4,5 6,8 0,10-3,2-4</inkml:trace>
  <inkml:trace contextRef="#ctx0" brushRef="#br0" timeOffset="1407.336">1450 195,'-13'22,"1"0,0 1,2 0,0 1,2 0,0 0,2 1,1-1,1 2,1-1,1 0,1 1,1-1,2 0,0 1,5 16,-1-20,-6-23,-1 1,1 0,0 0,0-1,0 1,0 0,0 0,-1-1,1 1,0 0,0 0,0-1,0 1,0 0,0-1,0 1,0 0,0 0,0-1,0 1,0 0,0-1,0 1,0 0,0 0,1-1,-1 1,0 0,0 0,0-1,0 1,1 0,-1 0,0-1,0 1,0 0,1 0,-1 0,0 0,0-1,1 1,-1 0,0 0,0 0,1 0,-1 0,0 0,0 0,1 0,-1-1,0 1,1 0,-1 0,0 0,1 0,-1 1,0-1,0 0,1 0,-1 0,0 0,0 0,1 0,-5-195,1 128,-1-8,3 0,7-52,12 55,-17 70,0 1,0-1,-1 1,1-1,0 1,0-1,0 1,1 0,-1 0,0-1,0 1,1 0,-1 0,1 0,-1 0,1 0,-1 1,1-1,-1 0,1 1,0-1,0 1,-1 0,1-1,0 1,-1 0,1 0,0 0,0 0,-1 0,1 1,0-1,0 0,-1 1,1 0,-1-1,1 1,0 0,0 0,9 6,0 0,-1 1,0 1,0-1,-1 2,0-1,0 1,-1 1,-1-1,1 1,-2 1,0-1,0 1,-1 0,0 1,-1-1,0 5,-2-9,0 1,-1-1,0 0,0 1,-1-1,-1 0,1 1,-1-1,0 0,-1 1,0-1,-1 0,1 0,-1 0,-1-1,0 1,0-1,0 0,-1 0,0 0,0 0,-1-1,1 0,-2 0,1-1,-6 4,-62 36,161-50,-71 5,0 1,0 1,0 1,-1 0,1 0,-1 2,1 0,5 4,-14-6,0 0,0 0,0 1,-1 0,0 0,1 1,-2 0,1 0,0 0,-1 1,0 0,-1 0,1 0,-1 1,0-1,-1 1,1 0,1 6,-4-8,0 0,0 0,-1 0,0 1,0-1,0 0,0 0,-1 1,0-1,0 0,0 0,-1 0,0 0,0 0,0-1,0 1,-1 0,0-1,0 0,0 1,0-1,-1 0,0-1,0 2,-9 6,1 0,-2-1,1 0,-1-1,-1-1,1 0,-3 0,6-2,-1 0,0-1,0-1,0 0,-1 0,1-1,-1-1,0 0,0-1,-5 0,2-6,6-4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6:56.07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139 0,'-2'11,"0"-2,0 1,0-1,1 1,0-1,1 1,0-1,1 1,-1-1,2 0,-1 1,2-1,-1 0,1 0,0 0,5 8,-7-16,-1 0,1 1,-1-1,1 0,0 0,0 0,0 0,0-1,0 1,0 0,0 0,0 0,0-1,0 1,0 0,0-1,0 1,0-1,1 0,-1 1,0-1,0 0,1 0,-1 0,0 0,1 0,-1 0,0 0,0 0,1 0,-1 0,0-1,0 1,0-1,1 1,-1-1,0 1,0-1,0 0,0 1,0-1,0 0,0 0,0 0,0 0,0 0,-1 0,1 0,0 0,-1 0,1 0,0 0,-1 0,1-1,-1 1,0 0,0 0,1-1,1-3,0-1,-1 0,0 0,0 1,0-1,0 0,-1 0,0 0,0 0,-1 0,0 0,0 0,-1-5,1 8,0 1,1 0,-1-1,0 1,0 0,-1-1,1 1,0 0,-1 0,1 0,-1 0,0 0,0 0,0 1,0-1,0 1,0-1,0 1,0 0,0-1,-1 1,1 0,0 1,-1-1,1 0,-1 1,1-1,-1 1,1 0,-1 0,0 0,1 0,-2 0,2 1,-1 0,1 0,-1 0,1 0,-1 1,1-1,0 1,-1-1,1 1,0 0,0 0,0 0,0 0,1 0,-1 0,1 1,-1-1,1 0,0 1,0-1,0 1,0-1,0 1,0 0,1 0,-1-1,1 1,0 0,0-1,0 1,0 0,0 0,1-1,-1 1,1 0,0-1,0 1,0 0,0-1,0 1,0-1,1 0,-1 1,1-1,0 0,0 0,0 0,0 0,0 0,0-1,0 1,2 1,-1-1,-1 0,1 0,0 0,0 0,0 0,0 0,0-1,0 1,1-1,-1 0,1 0,-1 0,0-1,1 1,-1-1,1 0,0 0,-1 0,1 0,-1 0,1-1,-1 0,0 0,1 0,-1 0,0 0,1-1,-1 1,0-1,0 0,0 0,0 0,-1 0,1-1,-1 1,1-1,-1 1,0-1,0 0,0 0,1-1,-2 0,0 0,0 0,-1 0,1 0,-1 0,0-1,0 1,-1 0,1 0,-1 0,0 0,0 0,0 0,0 0,-1 1,1-1,-1 0,0 1,0-1,-1 1,1-1,-1 1,1 0,-1 0,0 0,0 1,-1-1,1 1,0 0,-1 0,1 0,-1 0,0 0,0 1,0-1,0 1,0 0,-2 0,5 1,-1 0,1 0,-1 0,1 0,-1 0,1 0,-1 0,1 0,-1 0,1 1,-1-1,1 1,0-1,-1 1,1 0,0-1,-1 1,1 0,0 0,0 0,-1 0,1 0,0 0,0 0,0 0,0 1,1-1,-1 0,0 0,1 1,-1-1,0 1,1-1,-1 1,1-1,0 1,0-1,-4 60,36 166,200 1814,-185-1702,75 606,-98-692,62 462,-60-595,6 0,41 100,-49-145,19-167,-37 75</inkml:trace>
  <inkml:trace contextRef="#ctx0" brushRef="#br0" timeOffset="1062.299">246 1711,'-4'63,"-3"0,-2 0,-3-1,-9 21,17-67,-48 168,70-257,97-385,-115 457,-1 0,1 0,0 0,-1-1,1 1,0 0,0 0,0 0,0 0,0 0,0-1,0 1,0 0,1 0,-1 0,0 0,1 0,-1 0,1 0,-1 0,1 0,0 0,-1 0,1 0,0 0,0 0,-1 0,1 0,0 1,0-1,0 0,0 1,0-1,0 1,0-1,0 1,0-1,0 1,1 0,-1 0,0-1,0 1,0 0,0 0,0 0,1 0,-1 0,0 1,0-1,0 0,0 0,0 1,0-1,1 1,-1 0,78 80,-57-59,-1 2,-1 0,-1 2,-2 0,0 1,-2 0,-1 1,-1 1,-1 0,-2 1,-1 0,-1 1,3 28,-11-57,1 0,-1 1,1-1,-1 1,0 0,0-1,0 1,0-1,0 1,-1-1,1 1,-1-1,1 1,-1-1,0 0,0 1,0-1,0 0,-1 0,1 1,-1-1,1 0,-1-1,0 1,1 0,-1 0,0-1,0 1,0-1,-1 1,1-1,0 0,0 0,-1 0,1 0,-1 0,1-1,-1 1,1-1,-1 0,-21 1,-1-1,1-1,0-1,0-1,0-2,-2-1,-19-2,-203-23,243 31,3-1,0 0,-1 0,1 1,0-1,0 1,-1-1,1 1,0 0,0 0,-1 0,1 0,0 0,0 1,-1-1,1 0,0 1,0 0,-1 0,1-1,0 1,0 1,0-1,0 0,1 0,-1 1,0-1,0 1,1-1,-1 1,1 0,-1 0,1 0,0-1,0 1,0 1,0-1,0 0,0 0,0 1,8 20,2-1</inkml:trace>
  <inkml:trace contextRef="#ctx0" brushRef="#br0" timeOffset="2174.474">847 5013,'-2'3,"-1"4,5 11,8 14,10 12,9 11,3 9,-4-7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7:24.3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360 308,'-22'0,"1"1,-1 0,1 2,0 0,0 1,0 2,0 0,1 1,0 1,1 1,-1 0,-16 13,30-18,0 0,0 1,1 0,0 0,0 0,0 1,1-1,0 1,0 0,0 1,1-1,0 0,0 1,0 0,1 0,0 0,1 0,-1 0,1 0,1 0,-1 0,1 1,0-1,1 0,0 0,0 0,1 0,-1 0,2 0,-1 0,1 0,0-1,0 1,3 3,10 9,1-2,1 0,0-1,1-1,1 0,0-2,1 0,0-1,1-1,1-2,3 1,-8-1,23 10,-12-7,-1 1,0 1,-1 2,-1 1,15 12,-38-27,-1 0,1-1,-1 1,1 0,-1 0,0 1,1-1,-1 0,0 1,-1 0,1-1,0 1,-1 0,1 0,-1 0,0 0,0 0,0 0,-1 0,1 0,-1 0,1 0,-1 0,0 1,0-1,-1 0,1 0,-1 0,1 0,-1 0,0 0,0 0,0 0,-1 0,1 0,-1 0,1-1,-1 1,-1 1,-10 5,0 0,0-1,-1 0,0-1,-1-1,1 0,-1-1,0 0,0-1,-1-1,0-1,1 0,-1-1,-8 0,16 0,-1 0,0 0,0-1,0 0,0-1,0 0,0 0,1-1,-1 0,0-1,1 1,0-2,-1 1,-5-5,13 7,0 0,0-1,1 1,-1-1,1 1,-1 0,1-1,0 1,0-1,-1 1,1-1,0 1,0-1,0 1,1-1,-1 1,0-1,1 1,-1-1,0 1,1 0,0-1,-1 1,1 0,0-1,0 1,0 0,-1 0,1 0,0 0,1 0,-1 0,0 0,0 0,0 0,1 0,-1 1,0-1,1 0,-1 1,0-1,1 1,0-1,38-20,4 1</inkml:trace>
  <inkml:trace contextRef="#ctx0" brushRef="#br0" timeOffset="889.674">814 762,'0'15,"1"1,1-1,0 1,1-1,0 0,2 0,-1-1,2 1,0-1,1 0,0 0,2 0,-8-11,1 0,1-1,-1 1,0-1,1 0,-1 0,1 0,0 0,0 0,-1 0,1-1,0 1,1-1,-1 0,0 0,0 0,0 0,1-1,-1 1,0-1,1 0,-1 0,0 0,1 0,-1-1,0 1,1-1,-1 0,0 0,0 0,0 0,0-1,0 1,0-1,0 0,2-2,9-5,0-1,-1 0,0-1,-1-1,0 0,-1 0,0-1,-1-1,-1 1,0-2,-1 1,0-1,-1-1,1-4,-2-27,-7 47,0-1,0 1,0 0,0-1,-1 1,1 0,0 0,0 0,0 0,0 0,0 0,0 0,0 0,0 0,0 0,0 1,0-1,0 0,0 1,0-1,0 1,0-1,0 1,0 0,0-1,0 1,0 0,1-1,-1 1,0 0,1 0,-1 0,0 0,1 0,-1 0,1 0,-1 0,1 0,0 0,-1 0,-1 2,0 1,0-1,0 1,0-1,0 1,1 0,0 0,-1 0,1 0,1 0,-1 0,1 0,-1 0,1 0,0 0,1 0,-1 0,1 0,0 0,0 0,0 0,0 0,1-1,-1 1,1 0,0-1,0 1,0-1,1 1,-1-1,1 0,0 0,0-1,0 1,0 0,0-1,1 0,-1 0,1 0,-1 0,2 0,14 6,0-1,1-1,0-1,0-1,1 0,-1-2,1 0,-1-1,1-1,0-1,16-3,-25 2,1 0,0 0,-1-1,1-1,-1 0,0 0,0-2,-1 1,0-1,0-1,0 0,0-1,-1 0,-1 0,1-1,-1 0,-1-1,0 0,0-1,-1 1,0-1,-1 0,0-1,-1 0,-1 0,1 0,0-6,-2-4,-1 9,-2 28,-5 255,32 264,0-221,-28-277,0-37,1 1,0-1,0 1,0 0,-1-1,1 1,0 0,0-1,-1 1,1 0,0 0,-1-1,1 1,0 0,-1 0,1-1,0 1,-1 0,1 0,0 0,-1 0,1 0,-1 0,1 0,0 0,-1-1,1 1,-1 1,1-1,0 0,-1 0,1 0,-1 0,1 0,0 0,-1 0,1 0,-1 1,1-1,0 0,-1 0,1 0,0 1,0-1,-1 0,1 1,0-1,-1 0,1 1,0-1,0 0,0 1,-1-1,1 0,0 1,-11-30,2 1,0-2,2 1,2-1,0 0,1-25,1 30,-12-140,8 0,9-72,-3 212,1-1,2 1,0-1,2 1,1 0,1 0,1 0,1 1,2 0,0 0,5-7,-13 28,-1 1,1-1,-1 1,1-1,0 1,0 0,0 0,0 0,1 0,-1 0,0 0,1 0,-1 1,1 0,0-1,0 1,-1 0,1 0,0 0,0 1,0-1,0 1,0-1,0 1,0 0,0 0,0 1,0-1,0 0,0 1,0 0,0 0,-1 0,2 0,7 8,1 0,-1 1,-1 0,0 0,-1 1,0 1,0 0,-1 0,-1 0,0 1,-1 0,4 10,-3-10,-1 0,0 0,-1 1,0-1,-1 1,-1 0,0 0,-1 1,0-1,-1 5,-1-17,-1 1,1-1,-1 0,0 1,0-1,0 0,0 1,0-1,0 0,0 0,-1 0,1 0,-1 0,0 0,1-1,-1 1,0-1,0 1,0-1,0 1,0-1,-1 0,1 0,0 0,0 0,-1-1,1 1,-1 0,1-1,-2 0,-77 1,28-11,35 3</inkml:trace>
  <inkml:trace contextRef="#ctx0" brushRef="#br0" timeOffset="1930.136">2231 1057,'-2'-1,"1"0,-1 1,1-1,-1 0,1-1,-1 1,1 0,0 0,0 0,-1-1,1 1,0-1,0 1,0-1,0 1,1-1,-1 0,0 1,1-1,-1 0,1 0,0 1,-1-1,1 0,0 0,0 0,0 1,0-1,1 0,-1 0,0 0,1 0,-1 1,10-141,-5 111,-2-1,-1 0,-2 0,-1 0,-5-32,-8 29,13 35,1 1,-1-1,0 0,0 1,1-1,-1 1,1 0,-1-1,0 1,1-1,-1 1,1 0,0-1,-1 1,1 0,-1 0,1-1,0 1,0 0,-1 0,1-1,0 1,0 0,0 0,0 0,0 0,0-1,0 1,0 0,0 0,0 0,1-1,-1 1,0 0,0 0,1-1,0 2,0 2,1 0,0-1,0 1,0-1,0 1,1-1,-1 1,1-1,0 0,0-1,0 1,0 0,1-1,-1 1,1-1,-1 0,1 0,0-1,0 1,0-1,4 1,88 14,-54-14,-28-2,0 0,1 1,-1 1,0 0,1 1,-1 1,9 4,-20-7,0 0,0 1,-1 0,1 0,0-1,-1 2,0-1,1 0,-1 0,0 1,0-1,-1 1,1 0,0-1,-1 1,1 0,-1 0,0 0,0 0,0 0,-1 0,1 0,-1 0,1 1,-1-1,0 0,-1 2,-18 88,13-73,4-15,0-2,1 1,-1 0,1-1,0 1,0 0,0-1,0 1,0 0,1 0,0 0,0 0,0 0,0 0,1-1,-1 1,1 0,0 0,0-1,1 1,-1 0,1-1,-1 1,1-1,0 0,1 1,1 1,4-1,0 0,1-1,-1 0,1 0,0-1,0 0,0 0,0-1,0-1,0 1,0-1,7-1,-15 1,30-1,-1 0,0-2,0-1,0-2,0 0,-1-2,0-2,-1 0,0-2,0-1,8-7,-31 18,0 0,0-1,-1 0,1 0,-1 0,0-1,0 0,0 1,-1-1,1 0,-1-1,0 1,0-1,0 1,-1-1,1 0,-1 0,0 0,1-5,-5 7,0 1,0-1,0 1,0 0,0-1,0 1,-1 0,1 1,-1-1,1 0,-1 1,0-1,0 1,1 0,-1 0,0 0,0 0,0 0,0 1,0 0,-1-1,1 1,0 0,0 0,0 1,0-1,0 1,0-1,0 1,2-1,-5 0,1 0,-1 1,1-1,-1 1,1 0,0 1,-1-1,1 1,0 0,0 0,0 1,0-1,0 1,1 0,-1 0,1 1,0 0,0-1,0 1,0 1,1-1,-1 0,1 1,0 0,1 0,-1-1,1 2,0-1,0 0,1 0,-1 1,1-1,0 1,1-1,0 1,-1-1,1 1,1-1,0 3,0-5,1 0,0 1,0-1,0 0,0 0,0 0,1 0,-1 0,1 0,0-1,0 1,0-1,0 0,0 0,1 0,-1 0,1-1,-1 0,1 1,-1-1,1 0,0-1,0 1,1 0,4 0,0-1,-1 1,1-1,0-1,-1 0,1 0,0 0,-1-1,0-1,4 0,-4-1,1 0,-1-1,0 1,0-1,-1-1,0 1,1-2,-2 1,1-1,-1 1,0-2,0 1,-1-1,0 0,-1 0,1 0,-1-1,-1 1,0-1,0 0,-1 0,0 0,1-9,-4 19,1-1,0 0,0 0,-1 0,1 0,0 0,-1 0,1 0,0 0,-1 0,1 0,0 0,-1 0,1 0,0 0,-1 0,1 0,0 0,-1 0,1 0,0 0,0 0,-1-1,1 1,0 0,-1 0,1 0,0-1,0 1,0 0,-1 0,1-1,0 1,0 0,0 0,-1-1,1 1,0 0,0-1,0 1,0 0,0 0,0-1,0 1,0 0,0-1,0 1,0 0,0-1,0 1,0 0,0-1,0 1,-15 26,13-22,0 0,1 1,-1-1,1 0,0 1,0 0,0-1,1 1,0-1,-1 1,2-1,-1 1,0 0,1-1,0 1,0-1,1 1,-1-1,1 0,0 0,0 0,0 0,0 0,1 0,0 0,0-1,0 1,0-1,0 0,1 0,-1 0,1 0,0-1,0 1,0-1,0 0,0 0,5 1,75 9,-43-13</inkml:trace>
  <inkml:trace contextRef="#ctx0" brushRef="#br0" timeOffset="3099.348">3435 629,'14'-3,"42"-6,0-2,-1-2,-1-3,-1-2,0-2,-1-3,32-20,-75 37,0-1,0 0,-1 0,0-1,0-1,0 1,-1-1,4-7,-9 13,0 0,0 0,-1 0,1 0,-1-1,1 1,-1-1,0 1,0-1,-1 1,1-1,-1 1,1-1,-1 0,-1 1,1-1,0 0,-1 1,0-1,1 1,-2-1,1 1,0-1,-1 1,1 0,-1 0,0 0,-1-2,2 4,0-1,-1 0,1 0,-1 1,1-1,-1 1,0-1,1 1,-1 0,0 0,0-1,0 1,0 1,0-1,0 0,0 0,-1 1,1-1,0 1,0 0,0 0,-1 0,1 0,0 0,0 0,0 0,-1 1,1-1,0 1,0 0,0-1,0 1,0 0,0 0,0 0,0 1,0-1,1 0,-1 1,0-1,1 1,-1 0,-5 8,0 0,1 1,0 0,1 0,0 0,1 1,0-1,1 1,0 0,1 0,1 0,-1 4,-6 75,4 0,3 1,5-1,3 0,7 16,9 131,-17-173,-4 1,-2-1,-3 1,-3-1,-2 0,-4-1,-2 0,-6 8,15-57,0-1,-1 0,-1 0,0-1,-1 0,-1-1,-7 10,15-20,0-1,0 0,0 1,0-1,-1 0,1 1,0-1,-1 0,1 0,0 0,-1 0,0-1,1 1,-1 0,1-1,-1 1,0-1,1 1,-1-1,0 0,0 0,1 0,-1 0,0 0,0 0,1 0,-1 0,0-1,1 1,-1-1,0 1,1-1,-1 0,0 1,1-1,-1 0,1 0,0 0,-1 0,1-1,0 1,0 0,-1 0,1-1,0 1,0-1,1 1,-1-1,0 1,0-1,1 0,-1 1,1-1,-1 0,1 1,0-1,0 0,0 0,-8-27,1 1,2-1,1 0,1 0,1-1,-2-19,-55-487,57 519,0 14,1 0,0 0,0-1,0 1,1 0,-1-1,1 1,0 0,0-1,0 1,0-1,0 1,1 0,0-1,-1 1,1 0,0 0,1 0,-1-1,1 1,-1 0,1 1,0-1,0 0,0 0,0 1,1-1,-1 1,1 0,1-1,136-19,-51 9,-1-5,0-3,-1-4,-2-4,37-20,-62 11,-60 38,0-1,0 0,0 1,-1-1,1 0,0 0,0 1,-1-1,1 0,0 1,0-1,-1 1,1-1,-1 0,1 1,-1-1,1 1,-1-1,1 1,-1-1,1 1,-1 0,0-1,1 1,-1-1,1 1,-1 0,0 0,1 0,-1-1,0 1,0 0,1 0,-1 0,0 0,1 0,-1 0,0 0,0 0,1 0,-1 1,0-1,1 0,-1 0,0 1,-10-1,1 0,-1 1,1 1,-1 0,1 0,0 1,-1 0,1 1,1 0,-1 0,1 1,-1 1,2-1,-1 2,0-1,1 1,1 0,-1 1,1 0,0 0,1 0,0 1,0 0,1 0,-4 9,8-15,0-1,1 1,-1-1,1 1,-1 0,1-1,0 1,0 0,0-1,0 1,1-1,-1 1,1 0,0-1,-1 1,1-1,0 1,1-1,-1 0,0 1,1-1,-1 0,1 0,-1 0,1 0,0 0,0 0,0-1,0 1,1-1,-1 1,2 0,2 1,1 0,-1-1,0 0,1 0,0 0,-1-1,1 0,0 0,-1-1,1 0,0 0,3-1,-2 0,0-1,0 0,0 0,0-1,-1 0,0 0,1 0,-1-1,0-1,-1 1,1-1,-1 0,0 0,0-1,0 0,-1 0,0 0,0-1,-1 1,0-1,0 0,0-1,-1 1,0-1,0 1,-1-1,0-2,4 1,-7 31,1-10,-1-5,1 0,0-1,1 1,-1 0,1 0,0 0,1-1,0 1,0-1,0 1,1-1,0 0,0 0,1 0,0 0,0 0,0-1,0 0,1 0,0 0,0 0,1-1,-1 0,1 0,0-1,0 1,0-1,0 0,0-1,1 0,-1 0,1 0,0 0,0-1,5 0,-2-1,-1 0,0-1,1 0,-1-1,0 0,0 0,0-1,0 0,0 0,-1-1,0 0,1-1,-1 0,-1 0,1-1,-1 0,0 0,0-1,4-6,1-1,-1-1,0 0,-1-1,-1 0,-1 0,0-1,-1 0,-1-1,3-13,4-41,-3 0,-3-1,-3 0,-5-69,0 86,-3-301,1 335,-1 59,-2 66,4 0,4 0,6 0,3-1,5 0,25 83,-35-163,1 1,1-1,0 0,2-1,1 0,0 0,1-1,2-1,7 8,-21-26,0 0,1 0,-1 0,0 0,1 0,-1-1,1 1,-1 0,1 0,0-1,-1 1,1 0,0-1,-1 1,1-1,0 1,0-1,-1 1,1-1,0 1,0-1,0 0,0 0,0 1,0-1,0 0,-1 0,1 0,0 0,0 0,0 0,0 0,0 0,0 0,0-1,0 1,0 0,-1-1,1 1,0 0,0-1,0 1,0-1,-1 1,1-1,0 0,-1 1,1-1,0 0,-1 1,1-1,-1 0,1 0,-1 1,1-1,-1 0,0 0,1 0,-1 0,5-20</inkml:trace>
  <inkml:trace contextRef="#ctx0" brushRef="#br0" timeOffset="3348.918">4651 536,'9'2,"22"1,25 0,26-3,22-2,14 1,-14-1</inkml:trace>
  <inkml:trace contextRef="#ctx0" brushRef="#br0" timeOffset="3647.118">5506 709,'-25'3,"-1"1,1 1,0 1,1 1,0 1,-3 3,20-9,1 1,-1 1,1 0,0 0,0 0,0 0,1 1,0 0,-1 0,2 0,-1 1,1 0,0 0,0 0,0 0,1 1,0-1,0 1,1 0,0 0,0 0,0 0,0 5,2-8,0 0,0 0,0 0,0 0,1 0,-1 0,1 0,0-1,1 1,-1 0,0 0,1-1,0 1,0 0,0-1,0 0,1 0,-1 1,1-1,0-1,0 1,0 0,0-1,0 1,1-1,-1 0,1 0,-1-1,1 1,0-1,0 1,0-1,-1-1,1 1,0 0,0-1,0 0,0 0,0 0,0 0,0-1,3 0,4-1,-1-1,0 0,0 0,0-1,0-1,0 0,-1 0,0-1,0 0,-1 0,0-1,0 0,0 0,-1-1,0 0,0-1,-1 1,0-1,-1 0,0-1,0 1,-1-1,0 0,-1 0,0-1,-1 1,1-6,-2 14,0 1,-1 0,1-1,-1 1,1 0,-1-1,0 1,1-1,-1 1,0-1,0 1,0-1,0 1,0-1,0 1,-1-1,1 1,0 0,-1-1,1 1,-1-1,0 1,1 0,-1-1,0 1,0 0,0 0,0 0,0 0,0-1,0 1,0 1,0-1,0 0,-1 0,1 0,0 1,0-1,-1 0,1 1,-1-1,1 1,-1 0,1 0,0-1,-1 1,0 0,-3 3,1 1,0-1,1 1,-1 0,0 0,1 0,0 1,0-1,1 1,-1 0,1-1,0 1,0 0,0 1,1-1,0 0,0 0,0 0,1 1,-1-1,2 4,-1-3,1 0,0 0,1 0,-1 0,1-1,0 1,1 0,-1-1,1 0,0 1,1-1,-1-1,1 1,0 0,0-1,0 0,1 0,4 4,102 51,-57-42,1-2,1-2,11-2,57 8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7:30.01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1 579,'7'42,"1"-2,3 1,1-1,9 19,-20-59,4 18,0-2,2 1,0-1,1 0,0 0,1-1,1 0,1-1,0 0,5 4,-15-17,0 1,0-1,1 0,-1 0,1 0,-1 0,1 0,-1 0,1 0,-1-1,1 1,0-1,-1 1,1-1,0 1,0-1,-1 0,1 0,0 0,0 0,-1 0,1 0,0-1,0 1,-1 0,1-1,0 0,-1 1,1-1,-1 0,1 0,-1 0,1 0,-1 0,1 0,-1 0,0 0,0 0,1-1,-1 1,0-1,0 1,0-1,6-13,1-2,-2 1,0-1,-1 0,-1 0,0 0,-1 0,-1-1,-1 0,-1 1,0-8,1 1,0 1,-2 5,2 0,-1 1,2-1,1 1,0 0,1 0,0 0,2 0,0 1,1 0,8-14,-13 27,0 0,1 0,0 0,0 0,0 1,0-1,0 1,0 0,1-1,-1 2,1-1,-1 0,1 1,0-1,0 1,-1 0,1 0,0 1,0-1,0 1,0 0,0 0,0 0,0 1,0-1,0 1,0 0,0 0,0 0,-1 1,1-1,-1 1,1 0,-1 0,1 0,-1 1,0-1,0 1,0-1,0 1,-1 0,1 0,-1 1,1 0,18 26</inkml:trace>
  <inkml:trace contextRef="#ctx0" brushRef="#br0" timeOffset="669.141">535 927,'17'-4,"-1"0,0-1,0 0,0-2,-1 0,0 0,0-2,-1 0,0 0,-1-1,0-1,-1 0,0-1,0 0,-1-1,-1-1,0 1,7-16,-14 25,-1 0,0-1,0 0,0 1,0-1,-1 0,0 0,0 0,0 0,-1 0,1 0,-1-1,0 1,-1 0,1 0,-1 0,0 0,-1 0,1 0,-1 1,0-1,0 0,0 1,-1-1,1 1,-1 0,0 0,-1 0,1 0,-1 0,1 1,-1 0,0-1,0 1,-1 1,-2-3,4 5,1-1,-1 0,0 1,1-1,-1 1,0 0,1 0,-1 0,0 0,0 1,1-1,-1 1,0-1,1 1,-1 0,1 0,-1 0,1 1,0-1,-1 0,1 1,0-1,0 1,0 0,0 0,0 0,0 0,1 0,-1 0,0 1,1-1,0 0,0 1,0-1,0 1,-3 5,2 0,-1 0,1 0,0 1,0-1,1 1,1-1,-1 1,1-1,1 7,3 0,0 0,0-1,1 0,1 0,1 0,0-1,0 0,2 0,-1-1,2 0,-1 0,2-1,-1-1,2 0,-1 0,1-1,1 0,-1-1,1-1,1 0,0-1,0 0,0-1,7 2,-15-5,0 0,0 0,0-1,-1 0,1 0,1 0,-1-1,0 1,0-1,0-1,0 1,0-1,0 0,0-1,0 0,0 1,-1-2,1 1,-1-1,1 0,-1 0,0 0,0-1,0 1,-1-1,1-1,-1 1,0 0,0-1,2-4,4-13,-1 0,0-1,-2 0,-1 0,-1-1,0 0,-2 0,-1 0,-1-20,2-1,-1 2,12-63,-14 105,1 1,0 0,0 0,-1 0,1-1,0 1,0 0,0 0,-1 0,1 0,0 1,0-1,-1 0,1 0,0 0,0 1,-1-1,1 0,0 0,-1 1,1-1,0 1,-1-1,1 1,0-1,-1 1,1-1,-1 1,1 0,-1-1,0 1,1 0,-1-1,1 1,-1 0,0-1,0 1,1 0,-1 0,0-1,0 1,0 0,0 0,4 5,11 9,1 0,0-1,1-1,1 0,0-2,0 0,1-1,1 0,0-2,0 0,0-2,1 0,0-1,11 0,43 16,-72-20,0-1,0 0,0 1,0-1,0 1,0 0,0 0,0 0,0 0,0 1,0-1,-1 1,1-1,0 1,-1 0,0 0,1 0,-1 1,0-1,0 0,0 1,-1 0,1-1,0 1,-1 0,0 0,0 0,0 0,0 0,-39 109,36-108,1 0,-1 1,1-1,-1 0,1 1,1-1,-1 1,1-1,-1 1,1-1,0 1,1-1,-1 1,1-1,0 1,0-1,0 0,1 1,0-1,0 0,0 0,0 0,0 0,1 0,0-1,-1 1,1-1,2 2,11 3,-1-1,1 0,1-1,-1 0,1-2,0 0,0-1,0 0,1-2,-1 0,1-1,14-1,117-17,-86 4</inkml:trace>
  <inkml:trace contextRef="#ctx0" brushRef="#br0" timeOffset="1262.533">2220 700,'-15'-5,"1"1,-1 0,0 1,0 1,-1 0,1 2,0-1,0 2,-1 0,1 1,0 0,0 1,0 1,0 0,1 2,-11 4,21-8,0 1,1-1,0 1,-1-1,1 1,0 0,0 0,1 1,-1-1,1 0,-1 1,1 0,0-1,1 1,-1 0,1 0,-1 0,1 0,0 0,1 1,-1-1,1 0,-1 0,1 1,1-1,-1 0,1 0,-1 0,1 0,0 1,1-1,-1 0,1 0,0-1,0 1,0 0,0-1,0 1,1-1,0 0,0 0,0 0,1 2,6 1,0 1,0-2,1 1,-1-1,1-1,0 0,0 0,1-1,-1-1,1 0,-1 0,1-1,0-1,0 0,-1-1,1 0,0 0,-1-1,1-1,-1 0,0-1,0 0,0 0,0-1,-1-1,0 0,8-5,-9 3,-1 0,1 0,-1-1,-1 0,0 0,0-1,-1 1,0-2,0 1,-1-1,-1 1,0-1,0-1,-1 1,-1 0,0-1,0-6,2-27,-2 1,-2-1,-5-42,-6-38,-6 0,-7-6,9 74,3 34,12 23,0-1,-1 1,1 0,-1 0,1-1,0 1,-1 0,1 0,-1 0,1 0,-1 0,1-1,-1 1,1 0,0 0,-1 0,1 0,-1 1,1-1,-1 0,1 0,-1 0,1 0,0 0,-1 0,1 1,-1-1,1 0,0 0,-1 1,1-1,0 0,-1 0,1 1,0-1,-1 1,1-1,0 0,0 1,-1-1,1 0,0 1,0-1,0 1,0-1,-1 1,1-1,0 1,0-1,0 1,-27 111,17-53,3 0,3 0,2 1,3 0,2-1,3 1,11 43,-13-84,1 0,1-1,0 0,1 0,1 0,1-1,1 0,0 0,1-1,1-1,0 0,1-1,1 0,0 0,0-2,2 0,-1-1,2 0,-1-1,2-1,-1-1,1 0,5 0,-15-6,1-1,-1-1,0 0,1 0,-1 0,1-1,-1-1,0 1,0-1,1-1,-1 1,-1-1,1-1,0 0,-1 0,0 0,0-1,0 0,0 0,-1 0,0-1,0 0,0-1,-1 1,0-1,0 0,-1 0,0-1,3-6,6-13,0-1,-2-1,-1 1,-2-2,0 1,-2-1,-2 0,0 0,-2-21,-1 46,-1-1,0 1,0-1,0 0,-1 1,0-1,0 1,0-1,-1 1,0-1,0 1,-2-3,3 7,0 0,1 0,-1 0,0 0,0 1,-1-1,1 0,0 0,0 1,0-1,0 1,-1-1,1 1,0 0,0 0,-1-1,1 1,0 0,0 0,-1 0,1 0,0 0,-1 1,1-1,0 0,0 0,-1 1,1-1,0 1,0-1,0 1,0 0,-1-1,1 1,0 0,0 0,0 0,1 0,-1 0,0 0,-10 10,0 0,1 1,0 1,1 0,1 0,0 0,0 1,2 0,-1 1,2 0,0 0,1 0,1 0,-2 16,3-22,1 0,0 1,1-1,0 0,1 0,0 1,0-1,1 0,0 0,0 0,1 0,1 0,-1-1,1 1,1-1,0 0,0 0,0-1,1 0,0 0,0 0,1 0,5 3,6 2,0-1,2 0,-1-2,1 0,0-1,1-1,0-1,0-1,10 1,95 16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7:36.37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41 0,'-12'52,"2"0,2 0,2 1,3 0,2 0,2-1,3 1,7 38,0 30,37 854,-45-921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7:36.99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66 1,'-29'590,"15"-392,10-136,-12 185,14 190,3-409,1-1,1 1,2-1,1 0,1 0,1 0,2-1,0 0,2-1,12 20,-7-18,1-1,2-1,0-1,2-1,0 0,2-2,0-1,1-1,20 12,-16-18,0-2,0 0,1-2,1-1,-1-2,1 0,0-3,0 0,1-2,-1-1,29-5,23-1,-1-3,0-4,-1-4,0-3,38-17,-84 26,-1-3,0 0,-1-2,15-11,-27 12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7:37.68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80 1,'-14'4,"-9"5,0 2,6 2,14-2,20-2,20-2,23-8,18-8,15-11,-9-3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7:38.66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960 136,'53'-74,"-53"72,1 0,-1 0,0-1,0 1,0 0,0 0,0 0,0 0,0 0,-1 0,1 0,-1 0,1 0,-1 0,0 0,0 0,0 0,0 0,0 1,0-1,0 0,-1 1,1-1,-1 1,1-1,-1 1,0 0,1-1,-1 1,0 0,0 0,0 1,0-1,0 0,0 0,0 1,0-1,0 1,0 0,0 0,0 0,0 0,0 0,0 0,0 0,-2 1,-26-1,0 1,0 2,0 0,1 2,-1 2,1 0,-21 10,-29 7,1 4,2 3,1 3,2 4,1 2,2 4,2 4,-24 38,91-85,0 0,0-1,0 1,0 0,0 0,0 0,1 0,-1 1,0-1,0 0,1 0,-1 0,1 1,-1-1,1 0,-1 1,1-1,0 0,0 1,0-1,0 0,0 1,0-1,0 0,0 1,0-1,1 0,-1 1,0-1,1 0,-1 0,1 1,0-1,-1 0,1 0,0 0,0 0,-1 0,1 0,0 0,0 0,0 0,1 0,-1 0,0-1,0 1,0 0,0-1,1 1,-1-1,0 1,1-1,0 0,79 4,-16-17,1-3,-2-3,0-2,-1-4,-2-2,46-28,-92 47,258-134,-328 175,-146 91,4 9,-3 16,106-61,95-89,0 1,-1 0,1 0,-1 0,1-1,0 1,-1 0,1 0,0 0,-1 0,1 0,0 0,-1 0,1 1,0-1,-1 0,1 0,-1 0,1 1,0-1,-1 0,1 1,-1-1,1 0,-1 1,1-1,-1 1,1-1,-1 1,1-1,-1 1,0-1,1 1,-1-1,0 1,0 0,1-1,-1 1,0-1,0 1,0 0,0-1,1 1,-1 0,0-1,0 1,0 0,-1-1,1 1,0-1,0 1,0 0,0-1,-1 1,1 0,0-1,0 1,-1-1,1 1,-1-1,1 1,-1 0,129-50,571-311,-673 350,-64 35,-72 45,-33 19,5 6,4 5,2 8,127-103,-84 92,88-96,1-1,-1 1,0-1,1 1,-1-1,1 1,-1 0,1-1,-1 1,1 0,-1 0,1-1,-1 1,1 0,0 0,0 0,-1-1,1 1,0 0,0 0,0 0,0 0,0-1,0 1,0 0,0 0,0 0,0 0,1-1,-1 1,0 0,1 0,-1 0,0-1,1 1,-1 0,1 0,-1-1,1 1,-1-1,1 1,0 0,-1-1,1 1,0-1,-1 1,1-1,0 0,0 1,-1-1,1 0,0 1,0-1,0 0,0 0,-1 0,1 0,0 0,0 0,0 0,0 0,-1 0,1 0,1 0,13-3,0 0,0-1,0 0,0-2,-1 1,0-2,3-1,-13 6,141-73,99-70,-45 25,-150 95,-49 25,0 1,0-1,0 0,0 1,0-1,0 0,0 1,0-1,0 0,0 1,0-1,0 0,1 1,-1-1,0 0,0 0,0 1,0-1,1 0,-1 0,0 1,0-1,1 0,-1 0,0 0,0 1,1-1,-1 0,0 0,1 0,-1 0,0 0,1 0,-1 1,0-1,0 0,1 0,-1 0,0 0,1 0,-1 0,0 0,1 0,-1-1,0 1,1 0,-1 0,0 0,1 0,-1 0,0 0,1-1,-1 1,0 0,0 0,1 0,-1-1,0 1,0 0,0 0,1-1,-1 1,0 0,0-1,0 1,0 0,1-1,-18 23,-135 114,102-96,-259 216,274-222,35-34,1 0,-1 0,1 0,-1 1,0-1,1 0,-1 0,1 0,-1 0,1 1,-1-1,0 0,1 0,-1 1,0-1,1 0,-1 1,0-1,0 0,1 1,-1-1,0 0,0 1,1-1,-1 1,0-1,0 1,0-1,0 0,0 1,0-1,0 1,0-1,1 1,-2-1,1 1,0-1,306-158,-35 29,-261 126,-3-1,-1 2,1-1,-1 1,1 0,0 0,0 1,0-1,0 2,0-1,0 1,1 0,-8 1,1 0,0-1,0 1,-1 0,1 0,-1 0,1 0,-1 0,1 0,-1 0,0 0,1 0,-1 0,0 0,0 0,0 0,0 0,0 0,0 0,0 0,0 0,0 0,0 0,0 0,-1 0,1 0,0 0,-1 0,1 0,-1 0,1 0,-1 0,1-1,-1 1,0 0,0 0,1 0,-1-1,0 1,0 0,0-1,0 1,1-1,-1 1,-1-1,-28 32,-2-2,-2-1,0-2,-2-1,-5 1,-54 40,83-56,24-13,28-19,0-1,-2-2,23-19,-39 28,140-103,-135 101,-22 19,-71 69,-341 305,333-314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7:40.33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1111 37,'-127'104,"-406"314,497-391,25-16,27-20,236-180,-223 166,-15 11,142-116,34-42,-149 124,-34 26,-32 29,-167 119,153-99,-118 89,7 5,-4 16,146-132,-2 2,1 0,0 0,1 1,-1 0,2 0,0 1,-5 8,12-18,-1-1,1 0,0 1,0-1,-1 1,1-1,0 1,0-1,-1 1,1-1,0 1,0-1,0 1,0-1,0 1,0-1,0 1,0-1,0 1,0-1,0 1,0-1,0 1,0-1,0 1,0-1,1 1,-1-1,0 1,0-1,1 0,-1 1,0-1,1 1,-1-1,0 0,1 1,-1-1,1 0,-1 1,0-1,1 0,-1 0,1 1,-1-1,1 0,-1 0,1 0,-1 0,30-5,119-73,38-39,-6 4,73-29,-252 141,17-9,0 0,1 2,0 0,0 1,1 1,0 0,7 1,-26 4,-1 1,1-1,-1 1,1 0,-1 0,1 0,-1 0,1 0,-1 0,1 0,-1 0,1 0,-1 1,1-1,-1 1,1-1,-1 1,1-1,-1 1,0 0,1 0,-1 0,0 0,0 0,1 0,-1 0,0 0,0 0,0 0,-1 1,1-1,0 0,0 1,-1-1,1 1,-1-1,1 1,-1-1,1 1,-1-1,0 1,0-1,0 1,-23 67,-16-10,-3-2,-2-2,-3-2,-2-3,-14 11,-245 246,297-295,7-9,0 1,0 0,1 0,-1 0,1 1,0-1,0 1,0 0,1 0,0 0,-2 5,18-9,94-67,28-31,-18 12,3 5,106-51,-218 127,-4 0,1 1,-1 0,1 0,0 1,0-1,0 1,0 1,0-1,0 1,1 0,-1 1,0-1,1 1,5 1,-11 1,1-1,-1 1,0 0,0 0,0 0,0 0,-1 0,1 0,0 0,-1 0,1 0,-1 0,0 0,0 0,0 0,0 1,0-1,0 0,0 0,-1 0,1 0,-1 0,0 0,1 0,-1 0,0 0,0 0,0 0,-1-1,1 1,0 0,-1-1,1 1,-1 0,-25 39,-1 0,-2-2,-1-2,-23 21,38-42,-222 225,-56 29,199-190,82-76,26-24,99-107,61-51,-168 173,4-3,51-55,3 4,2 2,3 3,38-21,-102 73,0-2,1 1,0-1,0 2,0-1,0 0,1 1,-1 0,1 0,0 1,-1-1,1 1,0 0,0 1,-1 0,3 0,-7 1,0 1,0 0,0-1,0 1,0 0,0 0,-1 0,1-1,-1 1,0 0,1 0,-1 0,0 0,0 0,0 0,0 0,-1 0,1 0,0 0,-1 0,1 0,-1 0,0-1,0 1,0 0,0 0,0-1,0 1,0-1,0 1,0-1,-2 2,2-2,-29 44,-3-2,-2-1,-1-1,-2-2,-2-2,-2-1,-1-2,-31 17,36-22,-2-2,0-1,-2-3,-1-1,0-2,-2-2,-16 3,59-20,-1 1,0-1,0 0,0 0,0 0,0-1,0 1,0-1,0 1,-1-1,1 0,0 0,0-1,0 1,0-1,0 1,0-1,0 0,0 0,0 0,0-1,0 1,1-1,-1 1,0-1,1 0,0 0,-1 0,1 0,0-1,0 1,0-1,0 1,0-1,1 0,-1 1,1-1,0 0,0 0,0 0,0 0,0-2,0-15,1 0,0 0,2 1,0-1,2 0,0 1,0 0,2 0,1 0,5-11,164-364,-175 391,2-3,0 0,-1 0,0 0,-1 0,1-1,-1 1,0 0,-1-1,1 1,-1-1,-1-1,0 6,-1 0,1 0,-1 0,0 1,1-1,-1 1,0-1,0 1,0 0,0-1,0 1,-1 0,1 0,0 1,0-1,-1 0,1 1,0-1,-1 1,1 0,-1 0,1 0,0 0,-1 0,1 0,-1 1,1-1,0 1,-1 0,1 0,0-1,0 1,0 1,0-1,0 0,0 1,0-1,-1 2,-48 23,1 3,2 2,1 1,-1 5,18-15,-226 182,233-180,24-17,66-53,43-55,-5-5,65-86,-41 26,-100 111,-30 55,1 1,-1-1,0 1,1 0,-1-1,0 0,0 1,1-1,-1 1,0-1,0 0,0 0,1 1,-1-1,0 0,0 0,0 0,0 0,1 0,-1 0,0 0,0 0,0 0,0 0,0-1,1 1,-1 0,0-1,0 1,0 0,1-1,-1 1,0-1,1 1,-1-1,0 0,1 1,-1-1,1 1,-1-1,1 0,-1 0,1 1,-1-1,1 0,0 0,-1 0,1 1,0-1,0 0,0 0,0 0,-1 0,1 1,0-1,1 0,-1 0,0 0,0 0,0 0,0 1,1-1,-1 0,0 0,1 0,-1 1,1-2,-136 86,-428 355,515-401,16-14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7:41.98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819 1,'-14'3,"0"1,0 0,0 1,1 1,0 0,0 1,0 1,1 0,-7 5,4-3,-463 336,315-227,140-90,23-28,0-1,0 1,0 0,0-1,0 1,0-1,0 1,0 0,0-1,0 1,1-1,-1 1,0 0,0-1,1 1,-1-1,0 1,1-1,-1 1,0-1,1 1,-1-1,1 1,-1-1,1 0,-1 1,1-1,-1 1,1-1,-1 0,1 0,-1 1,1-1,0 0,-1 0,1 0,0 0,-1 0,1 0,-1 0,1 0,0 0,-1 0,1 0,0 0,-1 0,1 0,-1-1,1 1,-1 0,1 0,0-1,-1 1,1 0,110-32,4-22,-2-5,-4-5,-2-4,71-62,10-3,-139 102,-49 31,0-1,0 1,1 0,-1-1,0 1,0 0,0-1,0 1,0 0,1-1,-1 1,0 0,0-1,1 1,-1 0,0 0,0-1,1 1,-1 0,0 0,1 0,-1-1,0 1,1 0,-1 0,0 0,1 0,-1 0,1 0,-1 0,0 0,1 0,-1 0,0 0,1 0,-1 0,1 0,-1 0,0 0,1 0,-1 0,0 0,1 1,-1-1,0 0,1 0,-1 0,0 1,0-1,1 0,-1 0,0 1,0-1,1 0,-1 1,0-1,0 0,0 1,1-1,-1 0,0 1,0-1,0 0,0 1,0-1,0 0,0 1,0-1,0 1,0-1,-15 26,-31 32,-2-2,-31 25,38-39,-450 447,444-439,36-27,35-28,158-98,-111 58,56-33,93-56,28-1,-241 131,14-7,1 0,0 2,0 1,1 0,4 1,-26 6,0 1,0-1,-1 1,1-1,0 1,0 0,0 0,0-1,0 1,0 0,0 0,0 0,0 0,0 0,0 0,0 0,0 0,0 1,0-1,0 0,0 1,0-1,0 0,0 1,0-1,0 1,0-1,-1 1,1 0,0-1,0 1,-1 0,1 0,-1 0,1-1,0 1,-1 0,1 0,-1 0,0 0,1 0,-1 0,0 0,0 0,1 0,-1 0,0 0,0 0,0 0,0 0,0 0,0 0,-1 0,1 0,0 0,0 0,-1 0,1 0,-1 0,1-1,-1 1,1 0,-1 0,1 0,-1 0,0 0,-10 19,-1 1,-1-2,-1 0,0 0,-15 13,26-28,-171 180,-173 141,248-236,79-71,27-23,64-54,72-65,4 6,6 7,4 7,66-28,-209 125,-9 3,2 1,-1-1,0 1,1 0,-1 1,1 0,0 0,0 0,0 1,0 0,0 0,0 0,7 1,-13 2,0-1,0 1,1 0,-1 0,0-1,0 1,0 0,-1 0,1 0,0 0,-1 0,0 0,1 0,-1 0,0 0,0 0,0 0,0 0,0 0,0 0,-1 0,1 0,-1 0,1 0,-1 0,0 0,0 0,0 0,0-1,0 1,0 0,0-1,-1 1,1-1,-1 1,1-1,-1 1,-26 38,-2-1,-1-1,-2-2,-25 20,23-21,-389 371,522-492,3 5,4 4,61-31,-162 105,16-10,1 1,0 1,1 1,0 1,5-1,-26 10,0-1,0 1,0-1,0 1,-1-1,1 1,0 0,0-1,0 1,0 0,0 0,0 0,0 0,0 0,1 0,-1 0,0 0,0 0,0 0,0 0,0 1,0-1,0 0,-1 1,1-1,0 1,0-1,0 1,0-1,0 1,-1 0,1-1,0 1,0 0,-1 0,1 0,-1-1,1 1,-1 0,1 0,-1 0,1 0,-1 0,0 0,1 0,-1 0,0 0,0 0,0 0,0 0,0 0,0 0,0 0,0 0,0 0,-1 0,1 0,0 0,-1 0,1 0,0 0,-1 0,1 0,-1 0,0-1,0 2,-9 19,-1 0,0 0,-2-2,-1 1,0-2,-3 2,13-14,-142 167,-7-6,-73 54,204-201,53-50,76-65,5 5,4 4,12 0,-117 79,-6 3,0 0,0 1,1-1,-1 1,1 1,0-1,-1 1,1 0,0 0,1 0,-1 1,0 0,2 0,4 21,-15-9,0 1,0-1,-1 0,0 1,-1-2,0 1,-1 0,0-1,-4 4,4-5,-211 311,144-216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7:43.76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709 224,'-144'122,"121"-100,-404 415,312-309,321-349,304-312,-348 391,-109 111,-52 30,0 1,0-1,0 1,0-1,0 1,0-1,0 1,0 0,0-1,0 1,1 0,-1 0,0 0,0 0,0 0,0 0,0 0,0 0,0 0,1 1,-1-1,0 0,0 1,0-1,0 1,0-1,0 1,0-1,0 1,-1 0,1-1,0 1,0 0,0 0,-1 0,1 0,0 0,-1 0,1 0,-1 0,1 0,-1 0,0 0,1 0,-1 0,0 0,0 0,1 0,-1 0,0 0,0 0,0 1,-1-1,1 0,0 0,0 0,-1 0,1 0,0 0,-4 18,0 0,-1-1,0 0,-2 0,0-1,-8 14,-77 144,-7-5,-8-4,-52 56,36-49,113-156,30-35,319-356,-337 372,95-103,4 4,4 5,49-29,-149 121,4-4,1 1,0 0,0 1,0 0,1 0,0 1,0 0,0 1,1 0,11-1,-21 5,-1 0,1 1,-1-1,1 0,-1 1,0-1,1 1,-1 0,1 0,-1-1,0 1,0 0,1 0,-1 0,0 0,0 0,0 1,0-1,0 0,-1 0,1 1,0-1,0 0,-1 1,1-1,-1 1,1-1,-1 1,0-1,1 1,-1-1,0 1,0-1,0 1,0-1,-1 1,1-1,0 1,-1-1,1 1,-1-1,1 1,-1-1,1 1,-1-1,0 0,0 1,-1 0,-9 29,-2 0,-1-1,-2 0,0-1,-3-1,-7 9,7-9,-402 554,387-530,23-31,24-25,152-165,-91 88,-26 30,2 1,3 3,28-18,-75 60,-1 1,1-1,-1 2,1-1,1 0,-1 1,0 0,1 1,-1-1,1 1,0 1,0-1,0 1,0 0,2 1,-7 1,0 0,0 0,0 1,0-1,-1 0,1 1,0 0,0-1,-1 1,1 0,-1 0,0 0,0 0,1 0,-1 0,0 0,-1 1,1-1,0 0,-1 0,1 1,-1-1,0 0,1 1,-1-1,0 1,-1-1,1 0,0 1,-1-1,1 0,-1 1,0 0,-6 28,-1 0,-1-1,-1 0,-2 0,-1-2,-1 1,-14 18,-69 112,-7-5,-18 9,60-80,58-76,18-24,16-21,55-71,5 4,71-62,-148 154,0 1,1 1,1 0,-1 1,2 1,-1 0,7-2,-20 10,-1 0,1 1,0-1,0 0,0 1,-1-1,1 1,0-1,0 1,0 0,0 0,0 0,0 0,0 0,0 1,0-1,0 0,0 1,-1-1,1 1,0 0,0 0,0 0,-1 0,1 0,-1 0,1 0,-1 0,1 1,0 0,0 1,-1 1,1-1,-1 1,1-1,-1 1,0 0,0 0,-1-1,1 1,-1 0,0 0,0 0,0 0,-1 0,1 1,-9 34,-1 1,-2-1,-1 0,-2-2,-2 1,-1-2,-22 30,-186 291,205-327,18-20,14-21,80-98,-61 71,0 0,3 3,1 0,1 3,2 0,4 1,-36 27,1 0,-1 1,1-1,-1 1,1 0,0 1,0 0,1 0,-1 0,0 0,1 1,3 0,-8 1,-1 0,1 0,-1 1,1-1,-1 1,1-1,-1 1,1-1,-1 1,1 0,-1 0,0-1,0 1,1 0,-1 0,0 0,0 1,0-1,0 0,0 0,0 1,0-1,-1 0,1 1,0-1,-1 1,1-1,-1 1,1-1,-1 1,0-1,0 1,0-1,1 1,-6 57,-6-18,-3 0,-1-1,-2 0,-1-2,-2 0,-2-1,-24 30,42-61,-57 61,38-61,5-11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7:45.02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69 231,'-64'-50,"63"50,1 0,0 0,-1-1,1 1,0 0,0-1,-1 1,1 0,0-1,0 1,-1 0,1-1,0 1,0 0,0-1,0 1,0-1,0 1,-1 0,1-1,0 1,0-1,0 1,0 0,1-1,-1 1,0-1,0 1,0 0,0-1,0 1,0-1,1 1,-1 0,0-1,0 1,0 0,1-1,-1 1,0 0,1 0,-1-1,0 1,0 0,1 0,-1-1,1 1,-1 0,0 0,1 0,-1 0,0 0,1-1,-1 1,1 0,-1 0,0 0,1 0,-1 0,1 0,-1 0,1 0,32-2,-29 2,89-5,-1-3,0-5,52-14,-64 8,305-56,-328 67,1 4,0 2,-1 2,1 3,45 9,29 16,73 8,22-44,-43-2,-154 13,0 2,-1 1,0 1,0 1,0 2,-1 1,-1 1,0 1,18 13,-37-23,-1 1,0 0,0 1,-1-1,1 1,-1 1,0-1,-1 1,1 0,-1 0,0 0,-1 1,1 0,-1 0,-1 0,1 1,-1-1,-1 1,1-1,-1 4,10 36,35 141,46 111,-56-198,-4 2,-4 1,-5 2,-3 8,10 230,-15 1,-16 44,0-324,-2 121,-8 0,-18 75,-1-59,28-184,1-18,0 0,0-1,0 1,0 0,0 0,0-1,0 1,0 0,0 0,0 0,0 0,0-1,1 1,-1 0,0 0,0 0,0 0,0-1,0 1,1 0,-1 0,0 0,0 0,0 0,1 0,-1 0,0 0,0 0,0-1,1 1,-1 0,0 0,0 0,0 0,1 0,-1 0,0 0,0 0,0 0,1 1,-1-1,0 0,0 0,0 0,7-23,-1-6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7:46.35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0 423,'69'182,"-9"3,-8 2,8 82,-8 50,-15 2,-9 74,0-7,-26-378,-1-34,-5-879,-2 759,-6 1,-7 0,-25-91,13 113,14 62,2-1,3 0,2-1,4 0,1-3,7 38,0 1,2 0,1 0,1 0,1 1,1-1,1 2,1-1,1 2,1-1,1 1,1 1,0 0,2 2,1-1,0 2,1 0,1 1,13-8,-7 11,1 0,0 2,1 1,0 1,1 2,0 1,0 0,0 2,1 2,0 0,26 2,30-6,122-15,0 9,108 11,-282 3,467 10,37-37,-518 25,-1 1,1 1,0 1,0 0,-1 2,1 0,-1 1,0 1,0 0,2 3,-1-2,-18-22,-7-2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7:47.68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13,'1'0,"2"-2,0 1,0-1,0 1,0-1,1 1,-1 0,0 0,1 1,-1-1,1 1,-1-1,1 1,-1 0,0 1,1-1,-1 0,1 1,-1 0,1 0,-1 0,0 0,0 1,0-1,0 1,0-1,0 1,0 0,0 1,1 0,0 7,0 1,-1-1,0 1,0 0,-1 0,0 0,-1 0,-1 0,0 1,0-1,-1 0,0 0,-1 0,-2 7,2-6,-61 443,50-257,8 1,9 0,11 31,31 271,-43-465,1 1,3-1,0 0,2-1,2 0,1 0,2-1,1-1,11 16,5 2,2-2,2-1,5 1,-22-34,0-2,0 0,1-1,1-1,0-1,0 0,1-2,0 0,1-2,0 0,0-1,0-2,0 0,7-1,-15 0,422 44,-257-32,-157-12,83 9,1-4,0-5,0-5,21-6,-29-9,0-3,-2-5,11-8,-71 20,-52-1,-21-22,12 14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7:49.22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2920 201,'23'-28,"-10"11,1-1,1 2,0 0,1 1,0 0,2 1,-1 1,2 1,0 1,15-7,-33 17,1 0,-1 0,1 0,0 1,-1-1,1 0,0 1,0 0,-1-1,1 1,0 0,0 0,0 0,-1 0,1 0,0 0,0 1,-1-1,1 1,0-1,0 1,-1-1,1 1,-1 0,1 0,-1 0,1 0,-1 0,1 0,-1 0,0 1,0-1,1 0,-1 1,0-1,0 1,-1-1,1 1,0 0,0-1,-1 1,1 0,-1-1,1 1,-1 0,0 0,0-1,0 1,0 1,4 39,-2 1,-2-1,-1 0,-4 9,1 5,0 5,2-1,3 0,2 0,3 0,3 2,104 394,-86-249,-8 1,-9 0,-13 119,10-51,-5-259,-2-1,0 0,0 0,-2 0,0 1,-1-1,-1-1,0 1,-1-1,0 1,-2-1,0-1,0 1,-1-1,-1-1,-1 1,1-2,-2 1,0-1,0-1,-1 0,-1-1,0 0,0 0,-1-2,-5 3,-34 7,-1-2,-1-2,0-3,-51 4,-169 15,-167-6,276-18,0 6,-46 15,-198 60,249-47,-3-8,0-6,-50-4,177-20,1-1,0-2,-1-2,1-1,0-2,1-1,-1-2,1-1,1-2,0-1,-27-16,25 4,36 25,0-1,0 1,0-1,0 1,0-1,1 1,-1-1,0 1,0-1,0 1,1 0,-1-1,0 1,0-1,1 1,-1 0,1-1,-1 1,0 0,1-1,-1 1,1 0,-1 0,0-1,1 1,-1 0,1 0,-1 0,1 0,-1 0,1 0,-1-1,1 1,-1 0,1 0,-1 0,1 1,-1-1,1 0,-1 0,1 0,-1 0,1 0,-1 0,0 1,1-1,-1 0,1 0,-1 1,0-1,1 0,-1 1,1-1,-1 0,0 1,0-1,1 1,22 4,1-1,-1 0,1-2,0-1,0-1,0-1,-1-1,24-5,-29 5,56-7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7:49.84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267 0,'-7'28,"-2"28,1 31,1 35,0 34,-2 32,-1 28,-3 17,-4 9,-7-6,-5-16,-3-24,2-32,4-35,7-35,6-31,7-33,5-22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7:50.95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2588 266,'19'-50,"2"2,3 0,1 1,7-4,-15 30,-16 21,-1-1,1 1,-1 0,1 0,0 0,-1 0,1 0,-1 0,1 0,-1 1,1-1,-1 0,1 0,-1 0,1 1,-1-1,1 0,-1 0,1 1,-1-1,1 0,-1 1,1-1,-1 0,0 1,1-1,-1 1,0-1,1 1,-1-1,0 1,0-1,0 1,1-1,-1 1,0-1,0 1,0-1,0 1,0 0,0-1,0 1,0-1,0 1,0-1,0 1,0-1,0 1,-1-1,1 1,0-1,0 1,-1-1,1 1,0-1,0 1,-1-1,1 1,-1-1,1 0,0 1,-1-1,1 2,-39 246,0 170,19 2,19 64,1-442,3 642,-3-667,0-31,-19-323,4-344,-20-412,26 981,7 110,1 26,37 924,-3-333,-28-481,-7 0,-6 0,-5 0,-13 39,21-147,-1 0,-1 0,-2-1,0 0,-2 1,10-24,1-1,-1 1,0 0,0-1,0 1,0 0,0-1,0 1,0-1,-1 0,1 1,0-1,-1 0,1 0,-1 0,0 0,1 0,-1 0,0 0,1 0,-1-1,0 1,0-1,0 1,0-1,1 0,-1 0,0 0,0 0,0 0,0 0,0 0,0-1,1 1,-1-1,0 1,-1-1,-11-2,0 2,0 0,0 1,0 0,0 1,1 1,-1 0,0 1,1 0,-13 6,-16 2,-21 2,-1-1,-1-4,0-3,1-2,-1-3,0-3,0-3,-21-6,-3-5,-33-6,-98-4,65 20,0 6,-79 12,86 11,-60 2,195-25,1-1,-1 0,1 0,-1-2,1 1,0-2,0 1,1-2,-1 0,-7-5,5 3,0 1,0 0,0 1,-1 1,0 0,-14-2,-54 3,86 5,0-1,-1 1,1 0,0 0,0 0,0 0,-1 0,1 0,0 1,-1 0,0-1,1 1,-1 0,0 0,0 0,0 1,0-1,0 0,0 1,-1-1,1 1,-1 0,0-1,0 1,0 0,0 0,0 2,0 15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8:20.35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180 53,'-25'27,"2"1,0 0,2 2,1 1,2 0,-8 20,2-7,129-209,11 7,-116 159,0-1,0 0,0 0,1 1,-1-1,0 0,0 1,0-1,0 0,0 0,1 1,-1-1,0 0,0 0,0 0,1 1,-1-1,0 0,0 0,0 0,1 1,-1-1,0 0,1 0,-1 0,0 0,0 0,1 0,-1 0,0 0,1 0,-1 0,0 0,1 0,-1 0,0 0,0 0,1 0,-1 0,0 0,-14 31,-1-2,-2 1,-1-2,-13 15,18-26,-107 151,145-199,2 1,0 2,2 1,14-10,11 4,-54 33,1 0,0 0,-1 0,1 0,0 1,-1-1,1 0,0 0,-1 0,1 0,0 1,-1-1,1 0,-1 1,1-1,-1 0,1 1,-1-1,1 1,-1-1,1 1,-1-1,1 1,-1-1,0 1,1 0,-1-1,0 1,0-1,1 1,-1 0,0-1,0 1,0 0,0-1,0 1,0 0,0-1,0 1,0 0,0-1,0 1,0 0,0-1,-1 1,1-1,0 1,0 0,-1-1,1 1,0-1,-1 1,-55 104,41-84,-118 175,119-168,14-28,0 1,0-1,0 1,0-1,0 1,0-1,0 1,0-1,0 0,0 1,0-1,1 1,-1-1,0 1,0-1,0 0,1 1,-1-1,0 0,1 1,-1-1,0 0,1 1,-1-1,0 0,1 1,-1-1,1 0,-1 0,0 0,1 1,-1-1,1 0,-1 0,1 0,-1 0,1 0,-1 0,0 0,1 0,-1 0,1 0,-1 0,1 0,-1 0,1 0,-1 0,1-1,-1 1,0 0,1 0,-1 0,1-1,-1 1,0 0,1-1,-1 1,0 0,1-1,-1 1,0 0,0-1,1 1,-1-1,0 1,0-1,1 1,24-14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8:20.62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149 0,'-3'14,"-4"13,-6 11,-6 11,-4 6,-2 0,1-6,4-10,5-11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8:20.87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167 1,'0'22,"-5"27,-8 26,-18 34,-26 38,-3-5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8:27.3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 1,'-5'2,"4"1,8 0,13 0,13-1,18-1,15-1,14 1,7-4,9 0,1 0,-17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8:33.3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 0,'-7'5,"1"6,2 5,6 7,3 7,4 5,1-4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8:33.67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1,'0'9,"2"3,5 0,9-5,1-4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8:31.2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1 756,'43'-46,"-2"-1,-2-2,-2-2,-3-1,-1-4,-18 31,-2-1,-1 0,-1-1,-1 0,-2-1,0 0,-2-1,-1 1,-1-1,-2 0,-1 0,-1-1,-21-40,20 68,0 0,-1 1,1-1,0 1,0-1,-1 1,1 0,-1-1,1 1,-1 0,0 0,0 0,1 0,-1 0,0 1,0-1,0 0,0 1,0 0,0-1,0 1,0 0,0 0,1 0,-1 0,0 0,0 0,0 1,0-1,0 1,0-1,0 1,0 0,-1 0,-7 6,1 1,-1 0,1 0,1 0,-1 1,2 1,-1-1,1 1,1 0,0 1,0 0,1 0,0 0,1 0,0 1,1 0,0 0,0 6,-2 17,1 0,1 0,2 0,2 1,1-1,1 0,3 0,0 0,2-1,2 0,1-1,2 0,1 0,1-1,17 23,-23-37,2-1,0-1,1 0,1 0,0-1,1-1,0-1,16 12,-29-24,1 1,0-1,-1 0,1 1,0-1,0 0,-1 0,1 0,0-1,0 1,0 0,0-1,0 1,1-1,-1 0,0 1,0-1,0 0,0 0,0-1,0 1,0 0,1-1,-1 1,0-1,0 0,0 0,-1 1,1-1,0 0,0-1,0 1,-1 0,1-1,0 1,-1 0,1-2,8-13,-1 0,-1 0,0-1,-2 0,0 0,0-1,1-13,4-10,13-45,-19 110,-6-17,0 1,0-1,1 0,0 0,1 0,0 1,0-1,0 0,1 0,0 0,0 0,1-1,0 1,0-1,0 1,1-1,0 0,0 0,1-1,-1 1,1-1,1 0,-1 0,1-1,-1 1,1-1,5 2,12 2</inkml:trace>
  <inkml:trace contextRef="#ctx0" brushRef="#br0" timeOffset="670.934">469 421,'291'3,"-281"-3,0-1,-1 2,1-1,0 1,-1 1,1-1,-1 2,0-1,0 1,0 1,0 0,0 0,0 0,-1 1,0 1,0-1,-1 1,1 1,-1-1,-1 1,1 0,-1 1,0 0,-1 0,3 5,-4 2,-1-1,-1 1,0 0,0-1,-2 1,0 0,-1 0,-1 8,0 65,3-84,-1 1,1-1,0 0,0 0,0 1,0-1,1 0,-1 0,1 0,0-1,1 1,-1 0,1-1,-1 1,1-1,0 0,0 0,0 0,1 0,-1-1,1 1,0-1,-1 0,1 0,0 0,0-1,0 1,0-1,1 0,-1 0,0-1,0 1,1-1,-1 0,0 0,1 0,-1 0,0-1,0 0,1 0,-1 0,0 0,0-1,0 0,1 0,3-4,0 1,0-1,-1-1,0 1,0-1,-1 0,0-1,0 0,0 0,-1 0,-1 0,1-1,-1 0,-1 0,1 0,-2 0,1 0,-1-1,17-42,-19 52,0 0,0 0,0 0,1 0,-1 0,0 1,0-1,0 0,0 0,1 0,-1 0,0 0,0 0,0 0,0 0,1 0,-1 0,0 0,0 0,0 0,1 0,-1 0,0 0,0 0,0 0,0 0,1 0,-1 0,0 0,0 0,0 0,0 0,1 0,-1 0,0 0,0-1,0 1,0 0,0 0,1 0,-1 0,0 0,0-1,0 1,0 0,0 0,0 0,0 0,0-1,0 1,0 0,1 0,-1 0,1 19,-1-19,-1 9,1 0,-1 0,1 0,1 0,0 0,0 0,1 0,0 0,0 0,1-1,0 1,0-1,1 0,1 0,-1 0,1 0,0-1,1 0,0 0,0 0,0-1,1 0,0 0,0-1,1 0,0 0,1-2,0 0,0-1,0 0,0 0,0-1,1 0,-1-1,1 0,-1-1,0 0,1 0,-1-1,0 0,0-1,0 0,0 0,-1-1,1 0,-1 0,0-1,0 0,0-1,-1 1,0-2,0 1,-1-1,1 0,-1 0,-1-1,0 1,0-1,0 0,-1-1,1-2,-2 4,0 1,-1-1,0 0,0 0,0 0,-1 0,0-1,-1 1,0 0,0-7,0 14,0-1,-1 1,1 0,0-1,-1 1,1-1,-1 1,1-1,0 1,-1 0,1-1,-1 1,1 0,-1 0,1-1,-1 1,1 0,-1 0,0 0,1 0,-1 0,1 0,-1-1,1 1,-1 0,0 1,1-1,-1 0,1 0,-1 0,1 0,-1 0,1 0,-1 1,1-1,-1 0,1 1,-1-1,1 0,-1 1,1-1,-1 0,1 1,0-1,-1 1,1-1,0 0,-1 1,1-1,0 1,0-1,-1 1,1 0,0-1,0 1,0-1,0 1,0-1,0 1,0-1,0 1,0 0,0-1,0 1,0-1,0 1,0-1,0 1,1 0,-4 4,0 1,1 0,-1 0,1 1,1-1,-1 0,1 1,0-1,1 1,0-1,0 1,0-1,1 1,-1-1,2 0,-1 1,1-1,0 0,0 0,0 0,1 0,0 0,0 0,1-1,0 0,0 1,0-2,0 1,1 0,0-1,0 0,5 4,18 2,-2-5</inkml:trace>
  <inkml:trace contextRef="#ctx0" brushRef="#br0" timeOffset="934.092">1591 341,'3'5,"9"5,14 4,14 2,1-2</inkml:trace>
  <inkml:trace contextRef="#ctx0" brushRef="#br0" timeOffset="1120.135">2032 609,'-2'18,"-3"13,-1 6,1 0,1 0,1-3,4-4,3-4,4-5,3-7,-1-5</inkml:trace>
  <inkml:trace contextRef="#ctx0" brushRef="#br0" timeOffset="1304.168">1952 288,'-13'-9,"-1"-1,10 4,9 5,4 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8:28.3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110 602,'0'7,"0"11,0 13,0 21,-2 17,-1 17,0 12,-2 8,1 2,-2-2,0-10,1-14,2-19,1-20</inkml:trace>
  <inkml:trace contextRef="#ctx0" brushRef="#br0" timeOffset="584.977">4 855,'-1'-24,"0"17,0 1,1 0,-1-1,2 1,-1 0,1-1,-1 1,2 0,-1 0,1-1,0 1,0 0,1 1,-1-1,2-1,1 4,0 1,0 0,0 0,1 1,-1-1,1 1,-1 1,1-1,-1 1,1-1,-1 1,1 1,-1-1,1 1,-1 0,0 1,1-1,-1 1,0 0,0 0,0 0,1 2,-2-3,17 7,0 0,-1 2,0 1,0 0,-1 1,12 10,-30-21,1 0,0 0,-1-1,1 1,-1 0,0 0,1 0,-1 0,0 1,1-1,-1 0,0 0,0 1,0-1,0 1,0-1,-1 1,1-1,0 1,-1-1,1 1,-1 0,1-1,-1 1,0 0,0 0,0-1,0 1,0 0,0-1,0 1,-1 0,1 0,-1-1,1 1,-1-1,-5 4,-1 0,-1-1,1-1,0 1,-1-1,0 0,1-1,-1 0,0 0,0 0,-1-1,1-1,-3 1,6-1,1 1,0 0,-1-1,1 0,-1 0,1-1,-1 1,1-1,0 0,-1 0,1 0,0 0,0-1,0 0,-3-1,7 1,-1 0,1 0,-1-1,1 1,0 0,0 0,0 0,0 0,0 0,1 0,-1-1,0 1,1 0,0 0,-1 0,1 0,0 0,0 1,0-1,0 0,1 0,-1 0,0 1,1-1,-1 1,1-1,0 1,-1 0,1 0,0-1,0 1,0 0,-1 0,206-167,-185 150,0-2,-1 0,-1-2,-1 0,0-1,-2 0,-1-2,-1 0,-1-1,-2 0,0-1,-2 0,0-1,-2 0,-1-6,-4 20,0 0,-2-1,0 1,0-1,-2 1,1-1,-2 1,0-1,-1 1,0 0,-1 0,-1 0,0 0,-1 1,0 0,-1 0,-1 1,8 10,-1 1,0 0,1 0,-1-1,0 1,0 0,0 0,1 0,-1 0,0 0,0 0,-1 1,1-1,0 0,0 0,0 1,0-1,-1 1,1-1,0 1,-1-1,1 1,0 0,-1 0,1-1,0 1,-1 0,1 0,0 1,-1-1,1 0,-1 0,1 1,0-1,0 0,-1 1,1 0,0-1,0 1,-1 0,1-1,0 1,0 0,0 0,0 0,0 0,-3 9,0-1,0 1,1-1,1 1,-1 0,2 0,-1 0,1 0,1 0,0 8,0 0,-2 78,5 1,3-2,5 1,9 23,-17-100,2 0,0 0,0 0,2 0,1-1,0 0,3 3,-7-15,0 1,0-1,1 0,0-1,0 1,0-1,1 0,0 0,0-1,0 1,0-1,1-1,0 1,0-1,-1 0,2-1,-1 0,0 0,0 0,2-1,57-10,-43-3</inkml:trace>
  <inkml:trace contextRef="#ctx0" brushRef="#br0" timeOffset="858.202">204 374,'-16'-2,"-8"-1,8 3,17 3,25 1,28 0,28-1,25 0,15-2,4-2,-10-2,-24 0</inkml:trace>
  <inkml:trace contextRef="#ctx0" brushRef="#br0" timeOffset="2054.117">912 963,'11'-24,"-2"-1,-1 1,-1-1,-1-1,-1-1,-3 19,-1-1,-1 1,1 0,-1 0,-1 0,1 0,-1 0,-1 0,1 0,-1 0,-1 0,0 1,0-1,0 1,-1-1,0 1,0 1,-1-2,-30-16,34 24,0-1,1 1,-1 0,0 0,0-1,1 1,-1 0,0 0,0 0,1 0,-1 0,0 0,0 0,1 0,-1 0,0 0,0 0,1 0,-1 0,0 1,1-1,-1 0,0 1,1-1,-1 0,0 1,1-1,-1 1,1-1,-1 1,0-1,1 1,-1 0,1-1,0 1,-1-1,1 1,0 0,-1 0,1-1,0 1,0 0,-1-1,1 1,0 0,0 0,0-1,0 1,0 0,0 0,0-1,0 2,1 0,-1 1,1 0,-1-1,1 1,0-1,0 1,0-1,0 1,0-1,1 0,-1 0,1 1,-1-1,1 0,0 0,0-1,0 1,0 0,0-1,0 1,0-1,1 1,-1-1,0 0,1 0,1 0,69 18,132-4,-203-15,0 0,-1 1,1-1,0 1,-1-1,1 1,-1 0,1 0,-1 0,1-1,-1 2,1-1,-1 0,0 0,0 0,1 0,-1 1,0-1,0 1,0-1,-1 1,1-1,0 1,0-1,-1 1,1 0,-1-1,0 1,1 0,-1 0,0-1,0 1,0 0,0 0,0-1,-19 63,14-53,4-9,-1 1,-1 1,1 0,0-1,1 1,-1 0,0 0,1 0,0 0,0 0,0 0,1 1,-1-1,1 0,0 0,0 0,1 1,-1-1,1 0,0 0,0 0,0 0,1 0,-1 0,1 0,0 0,0-1,0 1,1-1,2 3,6-1,0-1,0 0,0-1,1 0,-1-1,1 0,0-1,-1 0,1-1,0 0,0-1,0 0,-1-1,1-1,7-2,146-34,-85 16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8:38.74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174 15,'-9'2,"-1"10,2 12,1 18,3 15,1 14,2 9,1 4,-2-3,-1-6,1-12,0-14,1-19,0-16</inkml:trace>
  <inkml:trace contextRef="#ctx0" brushRef="#br0" timeOffset="297.954">0 1,'12'21,"1"0,1-1,0 0,2-1,0-1,1 0,0-1,2-1,12 8,-28-22,273 227,-209-145,-65-81,0 1,0 0,0 0,-1 0,0 0,1 0,-1 0,-1 1,1-1,-1 0,0 0,0 1,0-1,0 0,-1 0,1 0,-1 1,0-1,-1 0,1 0,-1 0,1 0,-2 1,-8 8,0-1,-1 0,0 0,-1-1,0-1,-1 0,0-1,-1 0,0-2,0 1,-1-2,0 0,0-1,-7 1,-6 4,-1-3,0 0,0-2,-1-1,-8-1,34-3,-1 0,1 0,0 0,-1 0,1-1,0 0,0 0,0 0,-1-1,1 0,1 0,-2-1,-10-10</inkml:trace>
  <inkml:trace contextRef="#ctx0" brushRef="#br0" timeOffset="718.011">949 256,'0'-1,"0"1,0 0,0-1,0 1,1 0,-1-1,0 1,0 0,0 0,0-1,0 1,1 0,-1 0,0-1,0 1,0 0,1 0,-1 0,0-1,0 1,0 0,1 0,-1 0,0 0,1 0,-1-1,0 1,0 0,1 0,-1 0,0 0,1 0,-1 0,0 0,0 0,1 0,-1 0,0 0,1 0,-1 0,0 0,1 0,-1 1,0-1,0 0,1 0,-1 0,0 0,0 0,1 1,-1-1,0 0,0 0,-7-6,-1 0,0 1,-1-1,1 2,-1-1,0 1,0 0,0 1,-1 0,1 1,-1 0,1 0,-8 0,9 2,0 0,0 0,0 0,0 1,1 0,-1 1,0-1,1 1,-1 1,1 0,0 0,0 0,0 1,0 0,1 0,0 1,-1 0,1 0,1 0,-1 1,1 0,0 0,1 0,-1 0,1 1,0 0,1 0,0 0,0 0,0 2,-1 1,0 0,1 1,0-1,1 1,0-1,1 1,0 0,1-1,0 1,1 0,0 0,0-1,1 1,1-1,0 1,0-1,1 0,0 0,1 0,0-1,0 1,1-1,0-1,1 1,0-1,1 0,-1-1,1 0,1 0,-1 0,1-1,0-1,1 1,0-1,12 3,0 0,1-2,0-1,0 0,1-2,-1 0,1-2,0-1,-1-1,1 0,-1-2,1-1,-1-1,0-1,0 0,-1-2,0-1,4-3,18-13,-14 3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8:36.5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71 228,'0'23,"3"16,2 9,1 5,-1 3,1-2,-1-3,0-5,-2-12</inkml:trace>
  <inkml:trace contextRef="#ctx0" brushRef="#br0" timeOffset="295.889">4 1,'104'117,"-43"-50,-3 2,33 53,-79-104,-1 1,-1 0,-1 0,-1 1,0 0,3 16,-9-28,0-1,-1 0,0 1,0-1,-1 1,0-1,0 1,-1-1,0 1,0-1,0 0,-1 1,-1-1,1 0,-1 0,0-1,-1 1,1 0,-1-1,-4 5,-2-1,-1-1,0 0,0-1,-1 0,0-1,-1 0,1 0,-1-2,0 0,-1 0,1-1,-1-1,0 0,0-1,0 0,0-1,-14-1,23 0,-1 0,0 0,1-1,-1 1,0-1,1-1,-1 1,1-1,-1 0,1 0,0 0,0-1,0 1,0-2,0 1,1 0,-1-1,0-1,-10-15</inkml:trace>
  <inkml:trace contextRef="#ctx0" brushRef="#br0" timeOffset="583.154">887 269,'-14'-11,"0"1,-1 0,0 1,-1 1,1 0,-14-4,24 11,0-1,1 1,-1 0,0 0,0 1,0-1,0 1,0 0,0 1,0-1,0 1,0 0,0 0,1 0,-1 1,0 0,1 0,-1 0,1 0,0 1,0-1,0 1,0 0,0 0,-3 4,-2 6,0 0,1 0,1 1,0 0,1 0,1 1,0 0,0 0,2 0,0 0,1 1,0-1,1 1,1-1,1 1,0 0,1 2,-2-8,1 0,1 0,-1-1,1 1,1-1,0 0,0 1,1-1,0-1,1 1,-1-1,2 1,-1-1,1-1,1 1,-1-1,1 0,0-1,1 1,-1-1,1-1,1 0,-1 0,1 0,0-1,0 0,4 0,8 1,1-2,-1 0,0-1,1-2,-1 0,1-1,-1-1,0-1,4-2,43-9</inkml:trace>
  <inkml:trace contextRef="#ctx0" brushRef="#br0" timeOffset="860.018">1287 349,'21'0,"19"-3,18-2,12-1,6 1,-4 1,-13 2</inkml:trace>
  <inkml:trace contextRef="#ctx0" brushRef="#br0" timeOffset="1044.566">1314 509,'14'2,"18"1,21 0,21 0,15-4,9-3,-13-2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8:40.95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23,'21'-3,"17"0,15-2,9 0,3 0,-5 4,-10 6,-14 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8:41.21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0,'20'4,"21"2,17 0,17-1,9-2,-10-1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8:41.41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0 353,'20'-92,"-4"-1,3-75,-25 210,2 1,2-1,2 1,1-1,3 1,1-1,2 0,2-1,11 30,-4-35</inkml:trace>
  <inkml:trace contextRef="#ctx0" brushRef="#br0" timeOffset="343.224">348 274,'4'16,"1"1,0-1,1 0,1 0,1 0,4 6,-9-17,1 0,0 0,0 0,0 0,1-1,0 0,0 1,0-2,0 1,0-1,1 0,-1 0,1 0,0-1,0 0,0 0,0 0,1-1,-1 0,2 0,0-1,0 0,0 0,0 0,0-1,0-1,0 1,0-1,0-1,-1 1,1-1,-1-1,0 1,0-1,0-1,0 1,-1-1,0 0,0-1,0 1,-1-1,1 0,-1 0,-1-1,1 0,-1 0,0 0,-1 0,0 0,0-1,-1 0,1 1,-1-6,1 4,-1 1,0-1,-1 0,0 1,0-1,-1 0,0 0,0 0,-1 1,0-1,-1 0,0 1,0-1,-1 1,0-1,-1 1,0 0,0 1,0-1,-1 1,0-1,-1 2,1-1,-2 0,1 1,-5-4,2 5,-1 0,1 0,-1 0,0 1,0 1,0 0,-1 0,1 1,-1 0,1 1,-1 1,0-1,0 1,1 1,-1 0,1 1,-1 0,1 0,-1 1,1 1,0-1,0 2,1-1,-1 1,1 1,0 0,1 0,-1 1,1 0,0 0,1 1,0 0,-1 2,6-6,0 0,0 0,0 0,1 0,0 0,0 0,0 0,0 1,1-1,0 0,0 1,0-1,0 0,1 1,-1-1,1 0,0 0,1 0,-1 0,1 0,-1 0,1 0,1 0,-1 0,0-1,1 1,0-1,-1 0,1 0,1 0,-1 0,0 0,1-1,-1 1,1-1,0 0,2 1,35 19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8:42.27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1297,'18'-3,"25"0,25 1,21-1,16 2,9 2,-2 4,-13 2,-23 2</inkml:trace>
  <inkml:trace contextRef="#ctx0" brushRef="#br0" timeOffset="265.651">54 1497,'20'0,"23"0,20 0,18 0,12 0,8 0,-4 0,-16 0</inkml:trace>
  <inkml:trace contextRef="#ctx0" brushRef="#br0" timeOffset="540.324">722 1042,'-89'-27,"89"26,-1 1,1 0,-1 0,1-1,-1 1,1 0,-1 0,1 0,-1 0,1 0,-1 0,1 0,-1 0,1 0,-1 0,1 0,-1 1,0-1,1 0,-1 0,1 0,0 1,-1-1,1 0,-1 0,1 1,-1-1,1 0,0 1,-1-1,1 1,0-1,-1 1,1-1,0 0,-1 1,1-1,0 1,0-1,0 1,0-1,-1 1,1 0,0-1,0 1,0-1,0 1,18 23,13-4,0 0,1-2,1-2,0-1,13 4,8 3,-29-11,8 2,-1 2,0 1,-1 1,-1 1,13 12,-39-26,0-1,1 0,-2 1,1 0,0-1,-1 2,0-1,1 0,-2 1,1-1,0 1,-1 0,0 0,0 0,-1 0,1 0,-1 0,0 0,-1 1,1-1,-1 0,0 1,0-1,-1 0,1 0,-1 1,-1-1,1 0,0 0,-1 0,0 0,-1 0,1 0,-1-1,-1 3,-11 14,-1-1,-1 0,-1-1,-1-1,0-1,-1 0,-19 11,-54 34,-95 48,44-34</inkml:trace>
  <inkml:trace contextRef="#ctx0" brushRef="#br0" timeOffset="4688.736">2754 1069,'0'0,"1"-1,-1 1,1 0,-1-1,1 1,-1 0,1-1,-1 1,1 0,-1 0,1 0,-1-1,1 1,-1 0,1 0,0 0,-1 0,1 0,-1 0,1 0,0 0,-1 0,1 0,-1 0,1 1,-1-1,1 0,-1 0,1 0,0 1,-1-1,1 0,-1 1,0-1,1 1,-1-1,1 0,-1 1,0-1,1 1,-1-1,0 1,1-1,-1 1,0-1,0 1,1 0,-1-6,1 0,-1 1,0-1,0 0,-1 0,1 1,-1-1,0 0,0 1,-1-1,1 1,-1-1,0 1,0 0,-1 0,1 0,-1 0,0 0,0 0,0 1,0 0,-1-1,0 1,1 0,-1 1,0-1,0 1,-1-1,-8-4,0 0,0 1,-1 1,0 0,0 0,0 2,-1 0,-8-1,12 2,0 1,0 0,0 0,0 2,0-1,0 1,0 1,0 0,0 0,0 1,1 0,-1 1,1 1,0-1,0 2,0-1,1 1,0 1,0 0,1 0,0 0,0 1,0 0,-5 9,5 0,0 1,1-1,0 1,2 1,0-1,1 1,1 0,1 0,0 0,2 0,0 0,1 0,1 0,1 0,0 0,3 3,-4-9,2 0,-1 0,2 0,0-1,0 0,1 0,0 0,1-1,1 0,0 0,0-1,1 0,0 0,1-1,0 0,0-1,1 0,0-1,0 0,1-1,0 0,0-1,13 4,17 0,1-2,0-2,0-2,0-2,0-1,0-3,0-1,-1-2,35-10,-3-3,-16 0</inkml:trace>
  <inkml:trace contextRef="#ctx0" brushRef="#br0" timeOffset="5592.662">2313 588,'505'-11,"-476"10,-19 2,-21 2,-57 6,0-3,0-2,-1-4,1-3,0-3,-3-3,-38-13,109 23,1-1,-1 0,0 0,0 0,1 1,-1-1,0 0,0 0,1 0,-1 0,0 1,0-1,1 0,-1 0,0 0,1 0,-1 0,0 0,1 0,-1 0,0 0,1 0,-1 0,0 0,0 0,1 0,-1 0,0 0,1 0,-1-1,0 1,1 0,-1 0,0 0,0 0,1-1,-1 1,0 0,0 0,0-1,1 1,-1 0,0 0,0-1,0 1,0 0,1 0,-1-1,0 1,0 0,0-1,0 1,0 0,0-1,0 1,0 0,0 0,0-1,0 1,0 0,0-1,0 1,0-1,247 15,238-5,-1086-10,528 4,73-3,0 0,0 0,0 1,0-1,0 0,0 0,0 1,0-1,0 0,0 0,0 1,0-1,0 0,0 0,0 1,0-1,-1 0,1 0,0 0,0 1,0-1,0 0,0 0,0 0,-1 1,1-1,0 0,0 0,0 0,-1 0,1 1,0-1,0 0,0 0,-1 0,1 0,0 0,0 0,-1 0,1 0,0 0,-1 0,28 6,71 2,0-5,1-5,45-7,-63 3,-53 6,-21 3</inkml:trace>
  <inkml:trace contextRef="#ctx0" brushRef="#br0" timeOffset="7140.136">3503 134,'7'16,"0"1,-1 0,-1 0,0 0,-2 1,0-1,-1 1,0 15,-1-22,24 477,-2-223,55 237,-57-394,2-6,-6 2,-4 1,-3 8,-9-103,0 0,-1 0,0 0,0 0,-1 0,0 0,-1-1,0 1,0 0,-1-1,-1 1,0-1,0 0,0 0,-1 0,-1-1,-4 6,8-12,-1 0,1 0,-1 0,0-1,1 0,-1 1,0-1,0 0,0 0,0-1,0 1,0-1,0 1,0-1,0 0,0 0,-1 0,1-1,0 1,0-1,0 1,0-1,0 0,0 0,0-1,-70-41,70 40,-23-15,-1 2,0 1,-1 2,-1 0,0 2,0 1,-1 1,0 2,-6 0,-62-7,0 4,-23 4,73 3,-963-64,929 58,81 8,0 0,0 0,-1 0,1 0,0 0,0-1,0 1,1 0,-1-1,0 1,0 0,1-1,-1 1,1-1,-1 1,1-1,0 0,0 1,-1-1,1 1,0-1,0 1,1-1,-1 0,0 1,0-1,1 0,-1-12,-9-78,-5 1,-7-19,-5-24,-52-526,58 459,12 114,-4 1,-4 1,-3 1,-4 0,-25-56,11 45,38 95,-1-1,0 1,1-1,-1 0,1 1,-1-1,0 1,1-1,-1 1,1-1,0 1,-1-1,1 1,-1-1,1 1,0 0,-1-1,1 1,0 0,-1 0,1-1,0 1,-1 0,1 0,0 0,0 0,-1 0,1 0,0 0,0 0,-1 0,1 0,0 1,-1-1,1 0,0 0,-1 1,1-1,0 0,-1 1,1-1,0 1,1 0,112 19,0-5,1-5,0-5,1-5,55-10,-119 8,784-29,-733 28,-69 5,-30 2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8:37.85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0 223,'2'9,"0"-1,0 1,1-1,0 0,0 0,1-1,0 1,1-1,-1 1,1-1,1-1,-1 1,1-1,0 0,1 0,-1 0,1-1,0 0,1-1,-1 0,1 0,0 0,0-1,0 0,0-1,1 0,-1 0,1 0,-1-1,1-1,-1 1,1-2,0 1,-1-1,1 0,-1-1,1 0,3-1,-5-1,0 0,0 0,0 0,-1-1,1 0,-1 0,0-1,-1 0,1 0,-1 0,0-1,-1 1,0-1,0 0,0 0,-1-1,0 1,0-1,-1 0,0 0,0 0,-1 0,0 0,0 0,-1 0,0 0,-1 0,0 0,0 0,0 0,-1 0,-1 0,1 1,-1-1,0 1,-1-1,0 1,0 0,0 1,-1-1,-4-3,3 3,-1 2,0-1,0 1,-1 0,0 0,0 1,0 0,0 0,-1 1,1 0,-1 1,0 0,0 0,0 1,0 0,0 0,0 1,0 1,0-1,0 1,0 1,0 0,1 0,-1 0,0 1,1 1,0-1,0 2,0-1,0 1,1 0,-5 4,9-7,0 0,0 1,1-1,-1 1,1-1,-1 1,1 0,0 0,0 0,1 0,-1 0,1 0,-1 1,1-1,0 1,0-1,0 0,1 1,-1 0,1-1,0 1,0-1,0 1,1-1,-1 1,1-1,-1 1,1-1,1 1,-1-1,0 0,1 0,-1 1,1-1,4 4,1 1,0-2,0 1,0-1,1 0,0 0,0-1,0 0,0 0,9 2,41 19</inkml:trace>
  <inkml:trace contextRef="#ctx0" brushRef="#br0" timeOffset="321.199">682 223,'-40'0,"40"0,-1 0,0 0,0 0,1 0,-1 0,0 0,0 1,1-1,-1 0,0 0,0 1,1-1,-1 1,1-1,-1 0,0 1,1-1,-1 1,1-1,-1 1,1 0,-1-1,1 1,-1-1,1 1,0 0,-1 0,1-1,0 1,0 0,-1-1,1 1,0 0,0 0,0-1,0 1,0 0,0 0,0 0,0-1,0 1,1 0,-1 0,0-1,0 1,1 0,-1 0,6 6,-1 0,1-1,0 0,1 0,-1 0,1-1,1 0,-1 0,1-1,-1 0,1 0,0-1,1 0,6 2,-1 0,1 0,-1-1,1-1,0 0,0-1,0 0,0-1,6-1,-16 0,0-1,0 1,0-1,0 0,0 0,0 0,0-1,0 1,-1-1,1-1,-1 1,1 0,-1-1,0 0,0 0,0 0,-1-1,1 1,-1-1,1 0,-1 0,-1 0,1 0,0-1,-1 1,0-1,0 0,0-1,0-1,-1 1,0 0,0-1,0 0,-1 1,0-1,-1 1,1-1,-1 1,0-1,-1 1,1 0,-1-1,-1 1,1 0,-1 0,0 0,0 1,-1-1,0 1,0-1,-5-5,0 1,0 0,-1 0,0 1,-1 0,0 1,0 0,-1 0,0 2,-1-1,2 2,1 1,-1 0,0 0,0 2,0-1,0 1,0 1,0 0,-1 0,1 1,0 1,-1 0,1 0,0 1,0 1,0 0,0 0,0 1,1 0,-1 1,-1 2,-106 86,68-42</inkml:trace>
  <inkml:trace contextRef="#ctx0" brushRef="#br0" timeOffset="14934.769">775 36,'-1'-2,"0"0,0 0,-1 0,1 0,-1 0,1 0,-1 0,0 0,0 0,0 1,0-1,0 1,0 0,0-1,0 1,-1 0,1 0,0 0,-1 1,1-1,-1 1,1-1,-1 1,1 0,-1 0,1 0,-2 0,-9-2,8 2,-1 0,0 1,0 0,1 0,-1 1,1 0,-1 0,1 0,0 1,-1-1,1 1,0 0,1 1,-1-1,1 1,-1 0,1 0,1 0,-1 1,0-1,1 1,0 0,0 0,0 0,1 1,0-1,0 0,0 1,1 0,-1-1,1 1,1 0,-1 5,1-3,1 0,0 0,1 0,0 0,0 0,0 0,1 0,0-1,1 1,-1-1,2 0,-1 0,1 0,0-1,0 0,6 6,-4-7,0-1,1 0,-1 0,1-1,0 0,0-1,0 1,0-1,0-1,0 0,0 0,1 0,-1-1,0-1,0 1,1-1,-1-1,15 2,-2-1,-3 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8:59.2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9,'20'0,"21"0,21 0,19-2,13-1,9 0,3 3,-3 5,-7 8,-21 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9:01.9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301 555,'-10'-3,"0"1,-1 1,1 0,0 0,-1 1,1 0,-1 1,1 0,0 1,0 0,-1 0,1 1,1 0,-1 1,0 0,1 1,0 0,0 1,0-1,1 2,0-1,0 1,1 0,-1 1,2 0,-1 0,1 0,-5 10,7-13,0 0,1 0,0 0,0 0,0 1,1 0,0-1,0 1,0 0,1 0,-1 0,1 0,1 0,-1 0,1 0,0 1,1-1,0 0,0 0,0 0,0 0,1 0,0 0,0-1,1 1,0-1,-1 1,3 1,6 1,-1 0,2-2,-1 1,1-1,0-1,0 0,0 0,1-2,-1 1,1-2,0 0,0 0,0-1,0-1,0 0,0 0,0-2,5 0,9-1,-1-1,0-1,0-2,0 0,-1-2,0 0,0-2,-1-1,-1-1,0 0,-1-2,17-14,-38 28,3-2,0 0,1 0,-2-1,1 0,0 1,-1-1,1 0,-1-1,0 1,-1 0,1-1,-1 0,0 1,0-1,0 0,-1 0,1-2,-3 6,0 0,0 0,1 0,-1 0,0 0,0 0,0 0,0 0,0 0,0 0,-1 0,1 1,0-1,0 0,-1 1,1-1,0 1,-1-1,1 1,0 0,-1 0,1-1,-1 1,1 0,0 0,-1 1,1-1,0 0,-1 0,1 1,-1-1,1 0,0 1,0 0,-1-1,1 1,0 0,0-1,0 1,0 0,0 0,0 0,0 0,0 0,0 0,0 0,0 2,-2-1,0 1,0 0,1 0,-1 0,1 0,0 1,0-1,0 0,1 1,-1 0,1-1,0 1,0 0,0 0,0 0,1-1,-1 1,1 0,0 0,0 0,1 0,-1 0,1 0,0 0,0-1,0 1,0 0,1-1,-1 1,1-1,0 1,0-1,0 0,1 0,-1 0,1 0,0 0,0 0,0-1,0 1,0-1,3 2,6 3,1 0,0 0,0-2,0 1,1-2,0 1,0-2,0 0,0-1,0 0,14-1,-27 0,1-1,0 0,0 0,0 0,-1 0,1 0,0 0,0 0,-1-1,1 1,0 0,-1-1,1 0,0 1,-1-1,1 0,-1 0,1 0,-1 0,1 0,-1 0,0 0,1-1,-1 1,0 0,0-1,0 1,0-1,0 1,0-1,-1 1,1-1,0 0,-1 1,1-1,-1 0,0 0,0 1,0-1,1 0,-1 0,-1 0,1-1,-3-6,0-1,-1 1,0 0,0 0,-1 0,0 1,-1-1,0 1,0 0,-1 1,0 0,0 0,0 0,-1 1,0 0,-1 0,0 1,-2-2,1 1,0 0,-1 1,0 0,-1 1,1 0,-1 1,1 0,-1 1,0 0,0 1,0 1,0 0,-4 0,-11 12,26-11,1-1,0 1,0-1,0 1,0 0,0-1,0 1,0-1,0 1,0 0,1-1,-1 1,0-1,0 1,0-1,1 1,-1-1,0 1,1 0,-1-1,0 0,1 1,-1-1,1 1,-1-1,0 1,1-1,-1 0,1 1,-1-1,1 0,0 0,-1 1,1-1,-1 0,1 0,-1 0,1 0,0 0,-1 0,1 0,-1 0,1 0,0 0,-1 0,1 0,-1 0,1 0,24 3,0-1,0-1,0-1,0-1,0-1,0-2,-1 0,1-2,8-3,17-3,-1-1,0-3,-1-2,-1-3,-1-1,19-13,-55 30,0-1,-1 0,0 0,0-1,0 0,0-1,-1 0,-1 0,1-1,-1 1,-1-2,0 1,0-1,-1 0,0 0,0 0,-2-1,1 0,-1 0,-1 0,1 0,-2 0,0 0,0 0,-1-1,-1 1,1 0,-2-2,-2-3,-1 1,0 0,-1 1,-1 0,0 0,-1 0,-1 1,0 0,0 0,-2 1,1 0,-1 1,-1 1,0-1,-1 2,1 0,-11-5,19 12,1 0,-1 0,0 0,0 1,0-1,0 1,0 0,0 0,0 1,0-1,0 1,-1 0,1 0,0 0,0 0,0 1,0 0,0 0,0 0,0 0,0 1,0-1,0 1,1 0,-1 0,0 1,1-1,0 1,-2 1,-4 7,1 1,1 0,0 0,0 0,1 0,1 1,0 0,1 1,0-1,1 1,1-1,0 1,0 7,-3 18,2 0,2-1,2 1,1 0,1 0,3-1,1 0,9 26,-9-41,0 0,2-1,0 0,2 0,0-1,2-1,0 0,1 0,1-2,1 1,0-2,1 0,1-2,14 10,-27-21,-1 0,0 0,1-1,0 1,0-1,0 0,0-1,0 0,1 1,-1-2,1 1,0 0,-1-1,1 0,0-1,0 1,-1-1,1 0,0-1,0 1,0-1,-1 0,1-1,-1 1,1-1,-1 0,1 0,-1-1,0 0,4-2,-3-2,0 0,-1-1,0 1,-1-1,1 0,-1 0,-1 0,0-1,1-1,-3 7,15 70,-12-62,2-1,-1 1,0-1,1 0,0 0,0 0,0-1,0 0,1 0,-1 0,1-1,0 0,-1-1,1 1,0-1,0-1,0 1,0-1,0 0,0-1,0 0,0 0,0 0,-1-1,1 0,0 0,-1-1,1 0,-1 0,0 0,0-1,1-1,-3 2,0 0,0-1,-1 1,1-1,-1 0,0 0,0 0,-1 0,1-1,-1 1,0-1,0 0,0 1,-1-1,0 0,0 0,0 0,0 0,-1 0,0 0,0 0,0 0,-1 0,1 0,-1 0,-1 0,1 0,-2-4,-1-1,0 1,0 0,-1-1,0 2,-1-1,0 1,0-1,-1 2,0-1,0 1,-1 0,0 0,-8-4,11 6,-1 1,0 1,0-1,0 1,0 0,-1 1,1-1,-1 1,0 0,1 1,-1 0,0 0,0 0,0 1,0 0,0 0,0 1,1 0,-1 0,0 1,0 0,1 0,-1 0,1 1,0 0,-1 0,1 1,1-1,-1 1,1 1,-1-1,1 1,0 0,1 0,-1 0,-1 3,3-3,1 0,0 0,0 0,0 0,0 0,1 1,0-1,0 1,0-1,1 0,0 1,0-1,0 1,1-1,0 1,0-1,0 1,0-1,1 0,0 0,0 0,1 0,-1 0,1 0,0-1,0 1,1-1,-1 0,1 0,0 0,0 0,0-1,1 0,3 3,53 26,3-9</inkml:trace>
  <inkml:trace contextRef="#ctx0" brushRef="#br0" timeOffset="1109.101">2226 742,'-9'-12,"0"2,-1-1,0 1,-1 1,0 0,0 0,-1 1,0 1,0 0,-1 1,0 0,0 1,-1 0,1 1,-11-2,16 4,0 1,0 0,-1 0,1 0,0 1,-1 0,1 1,0 0,-1 0,1 1,0 0,0 0,0 1,0 0,1 0,-1 1,1 0,0 1,0-1,0 1,1 1,-1-1,1 1,1 0,-1 0,1 1,0 0,2-4,1 1,0-1,-1 1,2 0,-1 0,0 0,1 0,-1 0,1 0,0 0,1 0,-1 1,1-1,0 0,0 0,0 1,0-1,1 0,0 0,0 1,0-1,0 0,1 0,-1 0,1 0,0-1,0 1,1 0,-1-1,1 1,-1-1,1 0,1 1,6 2,0 0,0-1,1 0,0 0,0-1,0-1,0 0,0 0,1-1,-1 0,1-1,-1-1,1 0,-1 0,1-1,-1-1,1 1,-1-2,1 0,-1 0,0-1,-1-1,1 0,-1 0,4-3,-7 4,0-1,0 0,0 0,-1-1,0 0,0 0,0 0,-1-1,0 1,0-1,-1-1,0 1,0-1,0 1,-1-1,0 0,-1 0,0 0,0-1,-1 1,0 0,0-1,-1 1,0-1,-2-7,3 15,-1-1,0 1,0 0,0-1,0 1,0 0,0-1,0 1,0 0,0 0,-1-1,1 1,0 0,-1 0,0-1,1 1,-1 0,1 0,-1 0,0 0,0 0,0 0,0 0,1 0,-1 0,0 0,-1 1,1-1,0 0,0 0,0 1,0-1,0 1,-1 0,1-1,0 1,-1 0,1-1,0 1,0 0,-1 0,1 0,0 0,-1 0,1 1,0-1,-1 0,1 1,0-1,0 0,-1 1,-3 7,1 0,0 1,1-1,-1 1,2 0,-1 0,1 0,1 0,-1 0,1 0,1 1,0-1,1 6,-2-8,1 1,0-1,1 0,0 0,0 0,0 0,1 0,0-1,0 1,1 0,0-1,0 0,0 1,1-1,0 0,0-1,1 1,-1-1,1 0,1 0,-1 0,0-1,1 0,0 0,0 0,0-1,1 0,-1 0,1 0,0-1,-1 0,1-1,0 1,0-1,0 0,0-1,1 0,1 0,-2-1,-1-1,1 1,-1-1,0-1,1 1,-1-1,0 0,-1 0,1-1,0 1,-1-2,0 1,0 0,0-1,-1 0,1 0,-1 0,0-1,-1 1,1-1,-1 0,0 0,-1 0,1-2,6-18,-2 0,0-1,-2 0,-1-1,-1-5,0 12,-1 105,-3-68,2 0,0 0,0 0,2 0,0 0,0-1,2 1,0-1,1 0,7 14,-11-26,0-1,0 1,0 0,0-1,0 1,1-1,-1 0,1 0,0 0,0 0,0 0,0-1,0 1,0-1,0 0,0 0,1 0,-1 0,0 0,1-1,-1 1,0-1,1 0,-1 0,1-1,-1 1,0-1,1 1,-1-1,0 0,0 0,1-1,-1 1,7-4,0 0,-1 0,0-1,0 0,-1 0,0-1,0 0,0-1,-1 1,1-2,1-3,-1 0,0-1,0 0,-1 0,-1 0,0-1,-1 0,-1 0,0-1,-1 1,0-1,-1-5,-5-13,3 33,0-1,0 1,-1-1,1 1,0-1,0 1,0-1,-1 1,1 0,0-1,0 1,-1-1,1 1,0-1,-1 1,1 0,-1-1,1 1,0 0,-1 0,1-1,-1 1,1 0,-1 0,1 0,-1-1,1 1,-1 0,1 0,-1 0,1 0,-1 0,1 0,-1 0,1 0,-1 0,1 0,-1 0,1 1,-1-1,1 0,-1 0,1 0,-1 1,1-1,-1 0,1 0,0 1,-1-1,1 0,0 1,-1-1,1 1,0-1,-1 0,1 1,0-1,-1 1,-5 7,1 0,-1 0,1 0,1 1,0-1,0 1,0 0,1 1,1-1,0 0,0 1,0 0,1-1,1 10,0-12,0-1,1 1,0 0,1-1,-1 0,1 1,0-1,1 0,0 0,0 0,0 0,0 0,1-1,0 0,0 0,0 0,1 0,0 0,0-1,0 0,1 0,-1 0,1-1,0 0,0 0,0 0,0-1,0 0,0 0,1-1,-1 1,1-1,0-1,4 1,6 0,-1-1,1-1,0 0,-1-2,1 1,-1-2,0 0,0-1,0-1,-1 0,0-1,0-1,0 0,-1-1,0-1,-1 0,0-1,7-8,-12 13,1 0,0 1,-1 0,2 0,-1 0,1 2,-1-1,1 1,0 0,0 1,4 0,35-11,61-39,-106 49,1 0,-1 0,0-1,0 1,0-1,-1 0,1-1,-1 1,0 0,0-1,-1 0,1 0,-1 0,0 0,0 0,-1 0,1 0,-1 0,-1-1,1 1,-1-2,0 4,0 0,0 0,0 0,-1 1,1-1,-1 0,0 0,0 1,0-1,0 1,-1-1,1 1,-1-1,1 1,-1 0,0 0,0-1,0 1,0 1,0-1,0 0,-1 0,1 1,-1-1,1 1,-1 0,1 0,-1 0,0 0,0 0,1 1,-2-1,-4 0,1 0,0 0,0 1,-1 0,1 0,0 0,-1 1,1 0,0 1,0 0,0 0,-2 1,1 1,0 0,0 1,0 0,1 0,0 0,0 1,0 0,1 1,0-1,0 1,0 0,1 1,0-1,0 2,3-5,-1 1,1 0,0-1,0 1,1 0,0 0,-1 0,2 0,-1 0,0 0,1 1,0-1,0 0,1 0,-1 0,1 0,0 0,1 0,-1 0,1 0,0 0,0-1,0 1,1-1,1 2,3 2,0 0,0 0,1-1,1 0,-1-1,1 0,0 0,0-1,0 0,1-1,0 0,0 0,1 0,140 30,-149-34,68 11,-1-3,2-3,-1-3,34-5,-49-2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9:00.06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197 517,'-12'85,"5"2,3-1,6 76,-1-133,17 535,-24-436,7-126,-1-1,0 1,0 0,0 0,0 0,0-1,0 1,0 0,-1 0,1-1,-1 1,1 0,-1 0,1-1,-1 1,0-1,0 1,0 0,0-1,0 0,0 1,-1-1,1 0,0 1,-1-1,1 0,-1 0,1 0,-1 0,1-1,-1 1,0 0,1-1,-1 1,0-1,0 1,1-1,-1 0,0 0,0 0,0 0,-1 0,-1-3,0 0,0-1,0 1,0-1,1 0,0 0,0-1,0 1,0 0,0-1,1 0,0 1,0-3,-16-40,3-1,1-1,3 0,2 0,-1-33,-2-13,5 1,3-1,7-55,-3 141,0-4,0 1,1-1,0 1,1-1,1 1,0-1,0 1,1 0,1 0,0 0,0 1,2 0,3-5,-9 14,1 0,0 0,0 0,1 0,-1 1,0-1,1 1,-1 0,0 0,1-1,0 2,-1-1,1 0,-1 0,1 1,0 0,0-1,-1 1,1 0,0 0,0 0,-1 1,1-1,0 1,-1 0,1-1,0 1,-1 0,1 1,0 0,68 51,-59-40,0 0,-1 0,-1 2,0-1,-1 1,0 0,-2 1,0 0,0 0,-1 1,-1-1,-1 1,-1 0,1 13,-3-26,-1-1,0 0,0 0,0 1,0-1,-1 0,1 1,-1-1,0 0,0 0,0 0,0 0,-1 0,1 0,-1 0,0 0,0 0,0-1,0 1,0-1,-1 1,1-1,-1 0,1 0,-1 0,0 0,0-1,0 1,0-1,0 0,0 1,0-1,0-1,0 1,-1 0,1-1,0 0,-1 0,1 0,0 0,-1 0,1 0,0-1,-3 0,2-1,0 1,1 0,-1-1,1 0,-1 0,1 0,0 0,-1-1,1 1,0-1,1 0,-1 1,0-1,1-1,-1 1,1 0,0-1,0 1,1-1,-1 1,1-1,0 0,-1 0,2 1,-1-1,0 0,1 0,0 0,0 0,0 0,0 0,1 0,-1 0,1 0,0 0,0 1,1-1,-1 0,1 0,0 1,10-21,2 1,1 1,0 0,2 1,1 1,18-17,6-9,-18 21,-1 0,-1-2,-2-1,-1 0,0-1,-3-1,0-1,-2 0,-1-1,-2 0,-1-1,-2-1,-1 1,-1-1,-2 0,-1-15,-4 22,0 0,-2 1,-1 0,-1-1,-5-10,0 14,2 22,-6 79,3 163,12 27,-1-246,0-4,-1 16,1 0,1 0,2-1,1 1,2 0,2-1,0-1,2 1,2-1,-9-26,0 0,0 0,0 0,1-1,-1 1,2-1,-1 0,0-1,1 1,0-1,0 1,0-1,1-1,-1 1,1-1,0 0,0 0,0-1,0 0,0 0,1 0,-1-1,1 0,-1 0,1 0,-1-1,1 0,-1-1,1 1,-1-1,1 0,-1-1,1 0,-1 0,4-2,25-15</inkml:trace>
  <inkml:trace contextRef="#ctx0" brushRef="#br0" timeOffset="245.484">77 424,'18'6,"24"6,33-1,30-1,28-2,13-4,-18-1</inkml:trace>
  <inkml:trace contextRef="#ctx0" brushRef="#br0" timeOffset="620.483">973 999,'4'-27,"-2"1,0-1,-2 1,-1-1,-1 0,-1 1,-1 0,-2 0,0 0,-2 0,-2-2,2 13,6 10,13 10,-9-5,95 25,11 4,-104-27,-1 0,0 0,0 1,-1-1,1 1,0-1,-1 1,0 0,1 0,-1 0,0 0,-1 0,1 0,0 1,-1-1,0 1,0-1,0 1,0-1,-1 1,1-1,-1 1,0 0,0-1,0 1,0 1,-22 93,15-79,-20 97,28-112,0 0,0-1,0 0,1 1,-1-1,1 0,0 0,0 1,0-2,0 1,1 0,-1 0,1-1,0 1,0-1,0 0,0 0,0 0,0 0,0 0,1-1,-1 0,1 1,-1-1,1-1,-1 1,1 0,0-1,-1 0,1 0,0 0,-1 0,1 0,0-1,-1 0,1 1,2-2,62-6,1-5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9:05.1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37 0,'0'18,"0"15,-2 14,-1 9,-3 8,-1 1,-1-3,2-8,1-13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9:05.59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45,'10'-7,"1"2,0-1,0 1,0 1,1 0,0 0,-1 1,1 1,0 0,1 1,-1 0,0 1,0 0,0 1,0 0,1 1,-2 0,1 1,0 0,0 1,-1 0,0 1,0 1,0 0,6 4,-15-9,1 1,-1-1,1 1,-1-1,0 1,0 0,1 0,-1 0,-1 0,1 0,0 0,0 1,-1-1,1 1,-1-1,0 1,0 0,0-1,0 1,0 0,-1 0,1-1,-1 1,0 0,0 0,0 0,0 0,0-1,-1 1,1 0,-1 0,1 0,-1-1,0 1,0 0,-1 1,-6 3,1 0,-1 0,0-1,-1 0,1-1,-1 1,0-2,0 1,-1-1,0-1,-8 3,-17 7,34-13,0 0,0 0,1 1,-1-1,0 0,0 0,1 1,-1-1,0 0,1 1,-1-1,0 0,1 1,-1-1,0 1,1-1,-1 1,1-1,-1 1,1 0,-1-1,1 1,0 0,-1-1,1 1,0 0,-1 0,1-1,0 1,0 0,0 0,0-1,0 1,0 0,0 0,0-1,0 1,0 0,0 0,0-1,0 1,1 0,-1 0,0-1,0 1,1 0,-1-1,1 1,-1 0,1 0,33 26,-32-25,37 22,-23-15,0 0,-1 0,0 2,-1-1,0 2,0 0,-2 1,1 0,-2 1,0 0,0 1,-1 1,-9-12,1 0,-1 0,0 0,0 0,0 0,-1 0,1 0,-1 0,0 0,0 0,-1 1,1-1,-1 0,0 0,0 0,0 0,-1 0,1 0,-1-1,0 1,0 0,0-1,-1 1,1-1,-1 0,0 0,0 0,0 0,-3 1,-5 6,-1-1,0-1,-1 0,1-1,-2 0,1-1,-12 4,12-5,1-1,0 0,-1-1,0 0,0-1,0-1,0 0,-12-1,24 0,0 1,-1-1,1 0,0-1,0 1,-1 0,1 0,0 0,0-1,-1 1,1-1,0 1,0-1,0 1,0-1,0 0,0 1,0-1,0 0,0 0,0 0,0 0,0 0,1 0,-1 0,0 0,1 0,-1 0,1 0,-1 0,1-1,-1 1,1 0,0 0,0-1,0 1,-1 0,1 0,0-1,0 1,1 0,-1 0,0-1,0 1,1 0,-1 0,1-1,32-54,-1 18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9:05.9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109 199,'-14'23,"0"0,1 0,1 1,2 1,0 0,2 1,0-1,2 2,1-1,1 0,1 1,1 26,5-25,-3-29,0 1,0-1,0 1,0 0,0-1,0 1,1 0,-1-1,0 1,0 0,0 0,0-1,0 1,1 0,-1-1,0 1,0 0,1 0,-1-1,0 1,0 0,1 0,-1 0,0-1,1 1,-1 0,0 0,1 0,-1 0,0 0,1 0,-1 0,0 0,1 0,-1 0,0 0,1 0,-1 0,0 0,1 0,-1 0,0 0,1 0,-1 0,0 0,1 1,-1-1,0 0,1 0,-1 0,0 1,0-1,1 0,-1 0,0 0,0 1,0-1,1 0,-1 1,0-1,0 0,0 1,0-1,1 0,-1 1,0-1,0 0,0 1,53-135,95-289,-141 402,-1 54,-4 23,2 0,3-1,2 0,2 0,3-1,2-1,2 0,14 25,36 65,-53-112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9:06.2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7,'4'5,"16"1,22-1,24 0,22-6,12-6,4-3,-15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9:06.5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25,'20'-3,"21"0,17-2,14 0,7 0,-1 2,-10 3,-14 4,-15 6,-16 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9:06.75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1,'22'9,"22"3,19-3,13-7,6-9,-1-5,-14-1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9:07.02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3 213,'0'11,"-1"-1,0 0,0 1,1-1,1 1,0-1,0 0,1 1,0-1,1 0,0 0,1 0,0-1,0 1,1-1,0 0,1 0,4 4,-4-10,2 0,-1-1,0 1,0-2,1 1,-1-1,1 0,-1-1,1 1,0-1,-1-1,1 0,-1 0,1 0,-1-1,0 0,1-1,-1 1,0-1,0-1,-1 1,1-1,-1 0,0-1,16-6,-2-1,0-1,0-1,-1-1,13-13,-25 21,0 0,-1 0,1 0,-2-1,1 1,-1-1,0-1,-1 1,0-1,0 0,-1 0,0 0,-1 0,0 0,1-10,-3 13,0 1,-1-1,1 1,-1-1,0 1,-1 0,1-1,-1 1,0 0,0 0,-1 0,0 0,0 0,0 1,0-1,-1 1,1 0,-1 0,0 0,0 1,-1-1,1 1,-1 0,0 0,1 1,-4-2,-4-1,0-1,0 2,-1 0,1 0,-1 2,0-1,0 2,0-1,-1 2,-9 0,14 0,0 1,0 0,0 0,0 1,0 0,1 0,-1 1,1 0,-1 1,1 0,0 0,0 0,1 1,0 1,-1-1,2 1,-1 0,1 1,0 0,0 0,1 0,-1 0,2 1,-1 0,1 0,0 0,1 2,2-6,0 0,1 0,0 0,0 0,0 0,0 0,1 0,0 0,0 0,0 0,0 0,0 0,1 0,0-1,-1 1,1-1,1 1,-1-1,0 0,1 0,0 0,0 0,0 0,0 0,0-1,0 0,1 1,1-1,31 18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9:07.2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211 247,'-1'4,"-1"1,1-1,0 0,0 1,0-1,0 1,1-1,0 1,0-1,0 1,1-1,-1 1,1-1,0 0,0 1,0-1,1 0,0 0,0 1,0-1,0-1,1 1,-1 0,1-1,0 1,0-1,0 0,0 0,1 0,-1 0,1 0,0-1,3 2,3-2,1-1,0 0,0-1,-1 0,1 0,0-1,-1-1,1 0,-1 0,1-1,-1 0,0-1,0 0,0-1,-1 0,0 0,0-1,0 0,0-1,-1 0,4-4,-3 2,0 0,-1-1,0 0,0-1,-1 1,0-1,-1-1,-1 1,0-1,0 0,-1-1,0-1,-3 9,1 0,-1 0,0 0,-1-1,0 1,1 0,-2 0,1-1,-1 1,1 0,-1 0,-1-1,1 1,-1 0,0 0,0 1,0-1,-1 0,0 1,1-1,-2 1,1 0,0 0,-1 0,0 0,0 1,0 0,0-1,-1 2,-1-2,-4-1,1 1,-1 0,0 1,-1 0,1 1,0 0,-1 1,1 0,-1 0,1 1,-1 0,1 1,-1 1,1-1,-1 2,-4 1,-16 5,0 1,0 2,1 2,-20 11,-33 24,10-1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9:15.5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39,'25'-4,"22"-5,14 0,11 2,1 1,-4 2,-9 4,-15 7,-16 4,-12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9:15.72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1,'27'4,"23"2,21-3,16-3,15-3,7-2,-14-1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9:17.3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1 282,'16'0,"16"0,17 0,11 0,5 0,-3 2,-8 3,-15 1</inkml:trace>
  <inkml:trace contextRef="#ctx0" brushRef="#br0" timeOffset="260.635">54 456,'16'6,"19"3,19 0,17-3,12-3,3-7,-13-3</inkml:trace>
  <inkml:trace contextRef="#ctx0" brushRef="#br0" timeOffset="469.12">616 1,'4'7,"0"0,1-1,0 1,0-1,0 0,1 0,0 0,0-1,0 0,1 0,0-1,0 1,0-2,0 1,0-1,8 2,-7-1,145 56,-107-45,0 3,-1 1,30 19,-71-36,0 0,0 0,0 0,0 1,-1-1,1 1,-1 0,1 0,-1 0,0 0,0 1,0-1,-1 1,1 0,-1 0,0 0,0 0,0 0,-1 0,0 1,1-1,-1 0,-1 1,1-1,-1 1,1-1,-1 1,-1-1,1 1,-1 0,-4 7,-1 0,0-1,-1 0,0 0,-1-1,0 0,0-1,-1 1,-1-1,1-1,-1 0,-1 0,-9 4,-31 24,-1-2,-2-3,-13 4,39-22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9:16.3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1 415,'2'-28,"2"0,1 1,2-1,0 1,2 0,1 1,1 0,2-1,13-37,11-43,-65 286,25-160,-4 32,1 1,3 0,3 0,3 37,9-34,2-13</inkml:trace>
  <inkml:trace contextRef="#ctx0" brushRef="#br0" timeOffset="320.534">469 375,'-5'12,"0"1,1 0,1 0,0 0,1 0,1 1,0-1,1 12,0-20,1 0,-1 0,1 0,1 0,-1 0,1-1,-1 1,1 0,1-1,-1 1,1-1,0 0,0 0,0 0,0 0,1-1,-1 1,1-1,0 0,0 0,0 0,0 0,1-1,4 2,5 1,0-1,1 0,0-1,-1-1,1 0,0-1,0-1,0 0,0-1,0-1,0 0,-1-1,1 0,-1-2,0 1,0-2,0 0,0 0,-1-2,-1 1,1-2,-1 1,0-2,3-3,-9 7,-1-1,1 0,-1 0,0 0,-1 0,0-1,0 0,0 0,-1 0,0 0,-1 0,0-1,0 1,-1-1,0 1,0-1,-1 0,0 1,-1-1,0 1,0-1,-1 0,0 1,0 0,-1 0,0-1,-1 2,0-1,0 0,0 1,-1 0,-5-7,2 4,-1 0,0 0,-1 1,1 0,-2 1,1 0,-1 1,0 0,-1 0,0 1,0 1,0 0,-1 1,1 0,-1 1,0 0,0 1,0 0,0 1,-1 1,1 0,0 1,0 0,0 1,0 0,0 1,0 1,1 0,-1 1,1 0,0 1,1 0,-1 1,1 0,0 1,-1 1,3-1,1 1,-1-1,2 1,-1 1,1-1,1 1,-1 0,2 1,-1-1,2 1,-1 0,2 1,-1-1,1 1,1-1,0 1,1 0,0 0,1 0,0 0,1 0,0-1,1 2,14 44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9:14.67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58 5,'-21'195,"0"183,16-325,1-74,1-428,3 427,-1 14,0 1,1-1,0 0,0 1,1-1,0 1,0-1,0 1,1-1,0 1,1 0,0 0,0 0,0 0,4-3,-5 8,0 0,0 0,1 1,-1-1,1 1,-1 0,1-1,0 1,-1 0,1 1,0-1,0 0,-1 1,1 0,0-1,0 1,0 0,0 1,0-1,-1 0,1 1,0 0,0-1,0 1,0 1,65 33,-62-32,0 0,-1 0,0 0,0 1,0 0,0 0,-1 0,1 1,-1-1,0 1,-1 0,1 0,-1 0,0 1,0-1,0 1,-1 0,0 0,0 0,-1 0,1 0,-1 0,-1 0,1 0,-1 1,0-1,0 0,-1 0,0 0,0 0,-2 5,-8 5,-1-1,-1 0,0 0,-1-2,-1 1,0-2,-1 0,0-1,-1-1,0 0,0-1,-1-1,-2 0,85-14,-51 4,0 0,1 1,-1 0,0 1,1 0,-1 2,0-1,0 2,0 0,0 1,0 0,0 1,-1 0,0 1,0 1,-1 0,0 1,2 1,-12-7,-1 0,1 0,-1 0,1 0,-1 0,1 0,-1 1,0-1,0 0,0 1,0-1,-1 1,1-1,-1 1,1-1,-1 1,0-1,0 1,0 0,-1-1,1 1,0-1,-1 1,0-1,1 1,-1-1,0 1,0-1,-1 0,0 3,-55 57,31-42,-1-2,0 0,-2-2,0-1,0-2,-2 0,1-2,-26 5,35-13,19-8,17-7,9-2</inkml:trace>
  <inkml:trace contextRef="#ctx0" brushRef="#br0" timeOffset="418.279">739 179,'-106'485,"104"-461,44-139,79-317,-95 374,-24 59,-1-1,0 0,0 0,0 0,0 1,0-1,1 0,-1 1,0-1,0 1,0 0,0-1,0 1,-1 0,1-1,0 1,0 0,0 0,-1 0,1 0,0 0,-1 0,1 0,-1 0,1 0,-1 0,1 0,-1 0,0 0,1 1,-1-1,0 0,0 0,65 225,40 172,-99-375,-3-8</inkml:trace>
  <inkml:trace contextRef="#ctx0" brushRef="#br0" timeOffset="687.62">700 433,'9'-3,"14"0,18 1,14-1,14-1,10-2,4-3,-12 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9:23.7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1 309,'20'-2,"19"-1,13 0,10 1,8 0,5 1,6 0,1-1,-2-1,-6-3,-14 1,-13 1,-19 0,-12 2</inkml:trace>
  <inkml:trace contextRef="#ctx0" brushRef="#br0" timeOffset="259.848">215 496,'14'2,"15"1,17 0,16-1,12-2,6-5,-1-4,-9-7,-17 0</inkml:trace>
  <inkml:trace contextRef="#ctx0" brushRef="#br0" timeOffset="487.62">495 1,'91'13,"-1"4,-1 4,0 4,26 15,-95-34,-1 1,-1 1,0 1,0 0,0 2,-2 0,1 0,-1 2,-1 0,9 10,-21-20,0 1,0 0,0 0,0 1,-1-1,0 1,0-1,0 1,0-1,-1 1,0 0,0 0,0 0,0 0,-1 0,0 0,0 0,0 0,-1 0,1 0,-1 0,0-1,-1 1,1 0,-1 0,0-1,0 1,-1-1,0 2,-12 14,-1-2,0 0,-2-1,0 0,0-2,-2 0,1-1,-2-1,0-1,-4 1,3 0,-18 10,1-1,2 2,0 1,-28 26,42-28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9:18.4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47 206,'8'19,"0"1,-1 0,-2 0,1 0,-2 1,-1 0,-1 0,0 0,-2 0,0 0,-1 0,-2-1,0 1,-1 0,-1-1,-1 0,-6 15,12-33,0-1,-1 1,1-1,-1 1,1-1,-1 1,0-1,1 1,-1-1,0 0,0 1,0-1,0 0,0 0,0 0,0 0,0 0,-1 0,1 0,0 0,-1 0,1-1,-1 1,1 0,-1-1,1 0,-1 1,1-1,-1 0,1 1,-1-1,1 0,-1 0,1 0,-1-1,-1-4,1 0,0-1,0 1,0-1,1 1,0-1,0 0,0 0,1 1,0-1,0 0,1-3,-1-8,-3-18,2 0,2-1,1 1,1 0,2 0,2 0,1 0,2 1,3-4,-12 33,1 1,-1-1,1 0,1 1,-1 0,0-1,1 1,0 0,0 0,0 1,1-1,-1 1,1-1,0 1,0 0,0 1,0-1,1 1,-1-1,1 1,-1 1,1-1,0 1,-1-1,1 1,0 1,0-1,0 1,0 0,0 0,0 0,0 1,0-1,0 1,-1 0,5 2,-3 0,-1 0,0 1,0 0,-1 0,1 0,-1 0,0 1,0-1,0 1,0 0,-1 1,0-1,0 0,0 1,-1 0,0-1,0 1,0 0,-1 0,0 0,0 0,-1 0,1 1,-1-1,-1 0,1 0,-1 0,0 0,0 0,-1 0,0 0,0 0,0 0,-1-1,0 1,0 0,-6 4,0 0,0 0,-1-1,0-1,0 1,-1-2,-1 0,-7 4,7-3,-5 4,17-12,0 1,0-1,0 0,0 1,0-1,0 1,0-1,0 0,1 1,-1-1,0 0,0 1,0-1,0 0,1 1,-1-1,0 0,0 1,1-1,-1 0,0 0,0 1,1-1,-1 0,0 0,1 0,-1 0,0 1,1-1,-1 0,1 0,-1 0,0 0,1 0,-1 0,0 0,1 0,-1 0,1 0,-1 0,0 0,1 0,-1 0,0 0,1 0,-1 0,1-1,-1 1,0 0,1 0,-1 0,0-1,0 1,1 0,-1 0,0-1,1 1,-1 0,0-1,55-7,-34 3,-1 1,1 1,-1 1,1 1,0 0,0 2,-1 1,1 0,0 1,12 5,-29-7,-1 0,0 0,0 1,0-1,0 1,0 0,0-1,0 1,0 1,-1-1,1 0,-1 1,1-1,-1 1,0 0,0 0,0 0,-1 0,1 0,-1 0,0 0,1 0,-1 1,-1-1,1 0,0 1,-1-1,0 1,0-1,0 1,0-1,0 1,-1-1,1 0,-1 1,0-1,0 0,0 1,-1-1,1 0,-2 1,-9 14,-1-2,-1 1,0-2,-1 0,-1 0,0-2,-1 0,0-1,-1-1,-11 6,3 0,-1-2,-1 0,0-2,-14 4,20-13,11-8</inkml:trace>
  <inkml:trace contextRef="#ctx0" brushRef="#br0" timeOffset="420.381">728 247,'-196'333,"166"-270,30-63,0 1,1-1,-1 0,0 1,0-1,1 0,-1 0,0 1,0-1,1 0,-1 0,0 1,1-1,-1 0,0 0,1 0,-1 0,1 0,-1 0,0 1,1-1,-1 0,0 0,1 0,-1 0,1 0,-1 0,0 0,1-1,-1 1,0 0,1 0,-1 0,0 0,1 0,-1-1,0 1,1 0,-1 0,0 0,1-1,-1 1,0 0,0 0,1-1,-1 1,0 0,0-1,0 1,1 0,-1-1,0 1,0 0,0-1,0 1,0-1,0 1,0 0,0-1,0 1,0 0,0-1,0 1,29-32,-2-1,-2-1,-1-1,-1-1,-2-2,-1-2,5-16,-3 0,-2-2,0-12,-10 36,-3 14,6 55,7 70,5-2,4 0,26 55,-27-81,-21-52</inkml:trace>
  <inkml:trace contextRef="#ctx0" brushRef="#br0" timeOffset="717.858">568 461,'20'2,"21"1,19 0,18-1,13-2,10-7,1-6,-8-6,-19 1</inkml:trace>
  <inkml:trace contextRef="#ctx0" brushRef="#br0" timeOffset="2608.107">1437 274,'25'-3,"19"-2,17-1,6 1,1 1,-8 3,-15 7,-20 7,-14 1</inkml:trace>
  <inkml:trace contextRef="#ctx0" brushRef="#br0" timeOffset="2865.414">1463 448,'23'4,"21"2,21 0,16-6,9-5,-9-2</inkml:trace>
  <inkml:trace contextRef="#ctx0" brushRef="#br0" timeOffset="3120.737">2332 139,'-24'83,"24"-73,-1 0,2 0,-1 0,1 0,1 0,-1-1,2 1,-1 0,2-1,-1 1,1-1,0 0,1-1,0 1,1-1,-1 0,2 0,-1 0,1-1,0 0,0 0,4 1,18 15,1-2,1-1,1-1,1-2,14 4,86 43,-111-51</inkml:trace>
  <inkml:trace contextRef="#ctx0" brushRef="#br0" timeOffset="3390.011">2693 167,'-23'11,"-20"16,-18 16,-11 14,-8 12,-1 5,9 0,11-7,17-8,16-9,14-13,10-13</inkml:trace>
  <inkml:trace contextRef="#ctx0" brushRef="#br0" timeOffset="3669.432">2238 448,'-13'-5,"-7"-1,2 0,8 6,18 5,21 4,26 0,25-1,20-2,14-4,4-5,-7-2,-20 0,-26 1</inkml:trace>
  <inkml:trace contextRef="#ctx0" brushRef="#br0" timeOffset="5006.638">3255 73,'-6'18,"1"0,1 0,0 1,2 0,0 0,1-1,0 1,2 0,1 0,0 0,2 4,-2-13,0-1,1 1,0-1,1 0,0 0,1 0,-1-1,2 1,-1-1,1 0,0-1,1 0,0 0,0 0,0-1,1 0,0 0,0-1,1 0,-1 0,1-1,2 1,-3-2,0 0,1-1,-1 0,0 0,1-1,-1 0,1 0,-1-1,1 0,0-1,-1 0,1 0,-1-1,0 0,1 0,-1-1,0 0,0 0,-1-1,1 0,-1-1,0 1,0-1,0-1,-1 1,1-1,-1-1,-1 1,1-1,-1 0,-1 0,1 0,-1-1,0 1,-1-1,0 0,0 0,0 0,-1-1,0-2,-1-2,0 0,-1 0,-1 0,0 0,-1 0,0 0,-1 0,0 0,-1 1,0-1,-1 1,-1 0,0 0,0 1,-1 0,-1 0,0 1,-2-2,5 4,-1 1,-1 1,1-1,-1 1,0 0,0 1,-1-1,0 1,0 1,0 0,0 0,-1 0,0 1,1 1,-1-1,0 1,0 1,-1 0,1 0,0 1,0 0,0 0,0 1,-1 0,1 1,-1 0,-3 3,0 0,0 1,1 0,0 1,1 1,-1 0,1 0,1 1,-1 0,2 1,-1 0,-1 4,5-8,1 1,0 1,0-1,0 1,1 0,0 0,1 0,0 0,0 1,0-1,1 1,1 0,0 0,0-1,0 1,1 0,0 0,1 0,1 2,11 31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9:26.22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869 564,'-16'98,"-5"0,-4-2,-4-1,-4-1,-22 39,54-121,18-39,-13 21,39-70,-3-2,-3-1,-4-2,-3-2,-4 0,-2-11,-1-11,-10 76,10 45,104 216,-120-220,19 29,-2 1,-2 1,-2 1,-1 1,-3 1,-2 0,-1 1,-3 1,-2-1,1 37,-9-57</inkml:trace>
  <inkml:trace contextRef="#ctx0" brushRef="#br0" timeOffset="268.459">895 899,'-2'4,"10"2,21 0,20-1,16-4,6-5,-2-5,-13-2</inkml:trace>
  <inkml:trace contextRef="#ctx0" brushRef="#br0" timeOffset="810.31">736 270,'453'1,"-443"3,-37 2,-81 4,-1-4,-41-6,29-8,112 6,19 0,405-13,-415 15,12 0,-21 0,6 0,-83 0,-58 2,-84-14,220 10,21 2,261-1,-186 1</inkml:trace>
  <inkml:trace contextRef="#ctx0" brushRef="#br0" timeOffset="1898.988">1631 43,'11'18,"-1"1,0 0,-2 1,0 0,-1 0,-1 1,-1 0,-1 0,-1 1,3 7,35 181,-10 2,-9 1,-6 124,-14-286,-2 0,-3 0,-1 0,-3 0,-2 0,-3-1,-7 16,19-62,-1 0,0 0,0 0,-1 0,1-1,-1 1,0-1,0 1,0-1,0 0,-1 1,1-1,-1 0,1-1,-1 1,0 0,-1-1,1 0,0 0,-1 0,1 0,-1 0,1 0,-1-1,0 0,0 0,1 0,-1 0,-2-1,-155-44,6 11,-1 7,-1 6,-1 8,-1 6,-1 7,-163 6,259-11,63 3,0 0,1 0,-1 0,0 0,0-1,0 1,1 0,-1 0,1-1,-1 1,1 0,-1-1,1 1,0 0,0-1,0 1,0-1,0 1,0 0,0-1,0 1,0 0,0-1,1 1,-1 0,1-1,-1 1,1 0,-1-1,1 1,0 0,0 0,-1 0,1 0,0 0,0 0,0 0,1 0,3-8,2-13,0-1,-1 0,-2 0,0 0,-2 0,0 0,-1-1,-2 1,0-1,-4-11,4 15,-20-204,-10 1,-9 1,-23-48,-2 38,64 231,0-1,0 0,1 1,-1-1,1 0,-1 0,1 1,-1-1,1 0,0 0,0 1,0-1,0 0,0 0,1 0,-1 1,0-1,1 0,-1 0,1 1,0-1,0 1,-1-1,1 0,0 1,0-1,0 1,1 0,-1-1,0 1,0 0,1 0,-1 0,1 0,-1 0,1 0,-1 0,1 0,0 1,-1-1,1 1,0-1,0 1,32-8,0 2,1 1,-1 1,34 2,-43 1,725-5,-490 8,175-1,-371 4,-63-2,-10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9:38.6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 62,'14'9,"6"4,2-2,-2-6,-5-7,-4-7,-8-7,-7-3,-9 0,-6 2,-3 5,1 7,2 8,3 8,5 10,4 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9:38.9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5,'0'2,"0"-1,0-3,2-2,6 3,1 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9:39.4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411 139,'21'43,"-21"-42,1-1,-1 1,1 0,0-1,-1 1,1-1,0 1,-1-1,1 1,0-1,0 1,-1-1,1 0,0 0,0 1,0-1,0 0,-1 0,1 0,0 0,0 0,0 0,0 0,0 0,-1 0,1 0,0 0,0 0,0-1,0 1,-1 0,1-1,0 1,0-1,-1 1,1-1,0 1,-1-1,1 1,0-1,-1 0,1 1,-1-1,1 0,-1 1,1-1,-1 0,0 0,1 1,-1-1,1-1,1-2,0 0,1 0,-1 0,0 0,-1-1,1 1,-1 0,0-1,0 0,0 1,-1-1,0 1,0-1,0 0,0 1,-1-1,1 0,-1 1,0-1,-1 1,1 0,-1-1,0 1,0 0,0 0,-1 0,1 0,-1 0,0 1,0-1,0 1,0 0,-1 0,0 0,1 0,-1 0,0 1,-3-1,-1-1,0 1,0 0,-1 1,1 0,-1 0,0 1,1 0,-1 1,0 0,0 0,0 1,1 0,-1 0,1 1,-1 0,1 1,-1 0,-7 3,-1 2,0 1,1 1,0 0,0 1,1 0,0 1,1 1,-4 5,7-7,0 0,1 1,1 0,0 0,1 1,0 0,1 0,0 1,1 0,1 0,0 1,1 0,0 0,1 0,1 0,1 0,0 0,1 0,0 1,2 1,0-9,0-1,1 0,0 0,1-1,0 1,0-1,0 0,0 0,1 0,0 0,1-1,-1 0,1 0,0 0,0-1,0 0,1 0,-1 0,1-1,0 0,2 0,14 5,1-1,-1 0,2-2,-1-1,21 1,-17-2,0-1,0-1,0-1,0-1,0-2,-1-1,1-1,-1-1,0-2,-1 0,1-2,23-13,-14-3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9:39.6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12,'23'0,"27"0,29 0,25 0,18-3,11 0,-1 0,-12 1,-19 2,-27 5,-26 2,-28 6,-18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9:40.21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55 69,'-2'2,"-25"49,27-50,-1 0,1 0,0 0,0 1,-1-1,1 0,0 0,0 0,0 0,0 1,1-1,-1 0,0 0,0 0,1 0,-1 0,0 1,1-1,-1 0,1 0,0 0,-1 0,1 0,0-1,-1 1,1 0,0 0,0 0,0 0,0-1,0 1,0-1,0 1,0 0,0-1,0 0,0 1,0-1,1 0,-1 1,0-1,0 0,0 0,1 0,5 0,0 0,-1-1,1 0,-1 0,1 0,-1-1,0 1,1-2,-1 1,0-1,0 0,-1 0,1 0,-1-1,1 0,-1 0,0-1,-1 1,1-1,-1 0,0 0,0-1,-3 4,1 0,-1 0,0 0,0 0,-1 0,1 0,0 0,-1 0,1 0,-1-1,0 1,0 0,1 0,-1-1,-1 1,1 0,0 0,-1-1,1 1,-1 0,0 0,1 0,-1 0,0 0,0 0,0 0,-1 0,1 0,0 1,-1-1,1 0,-1 1,0-1,0 1,1-1,-1 1,0 0,0 0,0 0,0 0,0 0,0 1,-3-2,1 0,-1 0,0 0,0 1,0-1,0 1,-1 0,1 0,0 1,0 0,-1 0,1 0,0 0,0 1,-1 0,1 0,0 0,0 1,0 0,0 0,0 0,1 0,-1 1,1 0,-1 0,1 0,0 0,0 1,0-1,1 1,-1 1,3-2,1 0,-1 0,1 0,0-1,0 1,0 0,0 0,0 0,1 0,-1 0,1 0,0 0,0 0,0-1,0 1,0 0,1-1,-1 1,1-1,0 1,0-1,0 0,0 0,0 0,0 0,0 0,1 0,-1-1,1 1,-1-1,1 0,0 1,0-1,36 21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9:41.15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11,'16'0,"22"0,26 0,30 0,24-2,14-1,1 0,-22 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9:40.6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292 92,'-3'29,"0"0,-2-1,-1 1,-1-1,-2-1,0 1,-2-1,-10 17,0-2,-1-1,-2-1,-1-1,-2-1,-2-1,-14 11,23-28,13-19,13-14,121-195,60-175,-153 321,-27 69,4 138,-5-77,3 0,3 0,3-1,3-1,3 0,2-1,5 1,-2-1,-23-46</inkml:trace>
  <inkml:trace contextRef="#ctx0" brushRef="#br0" timeOffset="261.385">118 453,'23'2,"21"1,18 0,14 0,6-2,-1-2,-8-2,-15-2,-19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9:36.4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0 321,'8'4,"0"0,0 0,0-1,0 0,1 0,0-1,-1 0,1-1,0 0,0 0,0-1,-1 0,1 0,0-1,0 0,0-1,135-42,-118 34,0-2,-1 0,0-2,-1-1,-1 0,0-2,-1-1,-1-1,1-2,-20 19,1 0,-1-1,0 1,0 0,0-1,0 1,-1-1,1 0,-1 0,0 1,1-1,-1 0,0 0,-1 0,1 0,0 0,-1-1,0 1,0 0,0 0,0 0,0 0,-1 0,1 0,-1 0,0 0,0 0,0 0,0 0,0 0,-1 0,1 0,-1 1,0-1,0 1,0-1,0 1,0 0,0 0,-1 0,1 0,-3-1,1-1,-1 1,1 0,-1 0,1 0,-1 1,0 0,0 0,0 0,0 0,0 1,-1 0,1 0,0 0,-1 1,1-1,0 1,-1 1,1-1,0 1,-1 0,1 0,0 1,0-1,0 1,0 0,0 0,0 1,0 0,1 0,-1 0,1 0,0 0,0 1,-1 2,-1 6,1 0,0 0,1 1,0-1,1 1,0 0,1 0,1 1,0-1,-3 84,4 0,4 0,12 58,-9-82,0-1,19 201,-8 212,-33-338,4-105</inkml:trace>
  <inkml:trace contextRef="#ctx0" brushRef="#br0" timeOffset="306.769">80 1002,'-45'-56,"45"54,0 0,0 0,0 0,0-1,0 1,0 0,1 0,-1 0,1 0,0 0,-1 0,1 0,0 0,0 0,0 1,0-1,1 0,-1 0,0 1,1-1,-1 1,1-1,0 1,-1 0,1 0,0-1,0 1,0 0,0 1,0-1,0 0,0 1,0-1,0 1,0-1,0 1,0 0,0 0,0 0,76-21,0 3,1 4,43-2,-41 6,1 4,36 3,-112 2,0 0,0 1,1 0,-1 0,0 0,0 1,1-1,-1 2,0-1,0 1,0 0,0 0,0 0,-1 1,1 0,-1 0,0 0,1 1,-1 0,-1 0,1 0,-1 0,1 1,-1 0,-1 0,1 0,2 5,-5-1,1 0,-2 0,1 0,-1 0,-1 0,1 0,-2 0,1-1,-1 1,-1 0,1 0,-2 0,-11 65,15-74,1-1,-1 1,0 0,0-1,1 1,-1 0,0 0,1-1,-1 1,1 0,-1 0,0-1,1 1,-1 0,1 0,-1 0,0 0,1 0,-1 0,1 0,-1 0,1 0,-1 0,0 0,1 0,-1 0,1 0,-1 0,1 0,-1 0,0 1,1-1,-1 0,0 0,1 0,-1 1,1-1,-1 0,0 1,0-1,1 0,-1 1,0-1,1 0,-1 1,0-1,0 0,0 1,1-1,-1 1,0-1,0 0,0 1,0-1,0 1,0-1,0 1,0-1,0 0,0 1,0-1,0 1,0-1,0 1,0-1,-1 0,1 1,0-1,0 1,9-12</inkml:trace>
  <inkml:trace contextRef="#ctx0" brushRef="#br0" timeOffset="1310.958">588 534,'43'-2,"-1"2,1 1,-1 3,0 1,0 2,0 2,-1 2,0 2,2 2,-33-10,-1 0,1 1,-1 0,0 0,0 1,-1 0,0 1,0 0,-1 0,0 0,0 1,-1 0,0 0,-1 1,0 0,-1 0,0 0,0 0,-1 1,2 6,18 193,-22-206,-1 0,1 0,0 0,0 0,0 0,1 0,0 0,-1 0,1-1,1 1,-1-1,0 1,1-1,0 0,-1 0,1 0,0 0,1-1,-1 1,0-1,1 0,0 0,-1 0,1 0,0 0,0-1,0 0,0 0,0 0,0 0,0-1,0 0,1 1,-1-1,0-1,0 1,0-1,2 0,3-3,1 0,-1-1,0 0,0 0,0-1,-1 0,0-1,0 0,0 0,-1-1,0 0,-1 0,0 0,0-1,-1 0,0 0,0-1,-1 1,0-1,-1 0,0 0,-1 0,0 0,0-1,-1 1,-1-1,0 1,0-8,-1 18,1 0,0 1,-1-1,1 0,-1 0,1 0,0 1,-1-1,1 0,0 0,-1 0,1 0,-1 0,1 0,-1 0,1 0,0 0,-1 0,1 0,-1 0,1 0,-1 0,1 0,0 0,-1 0,1-1,0 1,-1 0,1 0,-1 0,1-1,0 1,-1 0,1 0,0-1,0 1,-1 0,1-1,0 1,-3 7,1 0,0 0,0 1,0-1,1 1,1-1,-1 1,1 0,0-1,1 1,0-1,0 1,1-1,-1 1,2-1,-1 0,1 0,0 0,1 0,-1 0,1-1,1 0,-1 1,1-2,0 1,0 0,1-1,0 0,0-1,0 1,0-1,14 3,1-1,-1-1,1 0,0-2,0 0,0-2,1 0,-1-1,0-1,0-2,0 0,0-1,0 0,17-8,-20 8,-1-1,-1 0,1-1,-1-1,0-1,-1 0,0-1,0-1,0 0,10-10,-24 19,1-1,-1 1,1-1,-1 1,1-1,-1 0,0 0,1 1,-1-1,0 0,0 0,-1 0,1 0,0 0,-1 0,1-1,-1 1,0 0,1 0,-1 0,0 0,-1-1,1 1,0 0,0 0,-1 0,1 0,-1 0,0 0,0 0,0 0,0 0,0 0,0 0,0 0,-1 1,1-1,0 0,-1 1,0-1,1 1,-2-1,-7-4,-1 1,0 0,-1 0,1 1,-1 1,0 0,0 0,0 1,0 1,0 0,0 1,0 0,-1 0,1 2,0-1,0 2,0-1,1 2,-1 0,-2 1,3 0,1 0,0 0,1 1,-1 1,1 0,1 0,-1 0,0 2,6-6,0 0,0 0,0 1,1-1,-1 1,1-1,0 1,0 0,0 0,1-1,-1 2,1-1,0 0,0 0,0 0,1 0,-1 1,1-1,0 0,0 0,1 1,0 2,2-2,0-1,1 1,0-1,-1 0,1-1,1 1,-1-1,0 0,1 0,0 0,0 0,-1-1,2 0,-1 0,0 0,0-1,0 1,1-1,-1-1,1 1,-1-1,1 0,-1 0,1-1,-1 1,2-1,2 1,0 0,0-1,0 0,1-1,-1 0,0 0,-1-1,1 0,0 0,-1-1,1 0,-1-1,-1 1,1-2,0 1,-1-1,0 0,-1-1,1 1,-1-1,-1-1,5-5,-8-1,-5 17,1 2,0 0,1 0,0 0,0 0,1 0,-1 1,1-1,0 0,1 0,-1 0,1 1,0-1,0 0,0 0,1 0,0 0,0-1,0 1,1 0,-1-1,1 0,0 1,1-1,-1 0,1-1,-1 1,1 0,0-1,0 0,1 0,3 2,7 0,-1 0,1-1,0-1,0 0,1-1,-1 0,0-2,1 1,-1-2,1 0,-1-1,0-1,0 0,0-1,0-1,-1 0,1-1,-1 0,-1-1,1-1,-1 0,-1-1,1 0,-1-1,0-1,1-2,-1-1,0 0,-1-1,-1 0,0 0,-1-1,-1-1,0 1,-1-2,-1 1,3-16,2-15,-2 0,-3 0,1-43,-3 50,-3 1,-1-1,-2 0,-1 0,-3 0,-1 1,-7-21,13 57,1 1,-1 0,1 0,-1 0,0 0,0 0,0 0,-1 0,1 0,-1 0,1 1,-1-1,0 0,0 1,0 0,-1-1,1 1,0 0,-1 0,0 0,1 0,-1 1,0-1,0 1,0 0,0 0,0 0,0 0,0 0,0 1,0-1,0 1,-1 0,1 0,0 0,0 0,0 0,-1 1,1 0,0-1,0 1,0 1,-7 4,1 0,0 1,0 0,1 0,0 1,0 1,1-1,0 1,0 0,1 1,-1 1,-9 16,1 0,1 1,2 1,0 0,2 1,1 0,2 1,1-1,1 1,2 1,1-1,1 0,2 1,1-1,3 11,-2-26,1 0,1-1,1 0,0 0,0 0,2-1,0 0,0 0,2-1,-1 0,2 0,-1-1,2-1,0 0,0-1,1 0,0 0,1-2,-1 1,2-2,-1 0,5 1,14 4,-1-2,2-1,-1-2,34 3,26-1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29:35.45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0,'3'18,"2"20,3 19,0 16,-1 14,-2 7,-1 5,-3-2,2-5,3-10,4-14,5-16,1-18</inkml:trace>
  <inkml:trace contextRef="#ctx0" brushRef="#br0" timeOffset="388.751">281 548,'10'6,"0"1,-1 0,0 1,-1 0,0 1,0 0,-1 0,0 0,0 1,-1 0,0 0,-1 1,0-1,3 12,1 7,0 1,-2 1,-2-1,2 32,-6-54,-2-6,1 0,-1 0,1 0,0 0,0 0,-1 0,1 0,0 0,1 1,-1-1,0 0,1 0,-1 0,1-1,-1 1,1 0,0 0,0 0,0 0,0 0,0-1,0 1,1-1,-1 1,0-1,1 1,-1-1,1 0,0 1,-1-1,1 0,0 0,0 0,0-1,0 1,0 0,0-1,0 1,6-5,0 0,-1-1,0 1,0-1,0-1,-1 0,0 0,0 0,0 0,-1-1,2-3,-7 10,14-17,-2 0,0 0,-1-1,-1 0,-1-1,0 0,-2-1,0 0,-1 0,-1 0,0-6,-11 85,6-52,1 1,0 0,0-1,0 1,1-1,1 0,-1 1,1-1,0 0,1 0,-1-1,1 1,1-1,-1 0,1 0,0 0,1 0,-1-1,1 0,0-1,1 1,-1-1,6 3,48 18,1-7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0:11.0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1 731,'4'0,"9"0,11 0,12 0,15 0,14 0,9 0,4 0,0 0,-4 2,-8 4,-11 0,-12-1,-11-1,-12-4,-10-1,-8-1</inkml:trace>
  <inkml:trace contextRef="#ctx0" brushRef="#br0" timeOffset="292.129">602 517,'-9'-2,"16"18,10 4,1-2,1 0,0-2,1 0,1-1,0-1,18 9,-22-13,28 16,-27-16,-1 0,0 0,-1 2,0 0,0 1,4 5,-19-16,1 0,0 0,-1 0,0 0,1 0,-1 0,0 0,0 1,0-1,0 0,-1 1,1-1,-1 0,1 1,-1-1,0 1,0-1,0 0,0 1,0-1,-1 1,1-1,-1 1,1-1,-1 0,0 0,0 1,-1 0,-47 56,-10-10,-3-3,-61 35,106-70,-43 27</inkml:trace>
  <inkml:trace contextRef="#ctx0" brushRef="#br0" timeOffset="926.508">1378 584,'-7'23,"-2"21,0 16,2 15,2 12,2 7,1 4,-1 1,-2-2,-3-8,0-17</inkml:trace>
  <inkml:trace contextRef="#ctx0" brushRef="#br0" timeOffset="1504.555">1230 785,'2'-7,"-1"1,1-1,0 1,1 0,-1 0,1 0,0 1,1-1,-1 1,1-1,1 1,-1 0,0 1,1-1,0 1,0 0,1 0,-1 0,1 1,-1 0,1 0,0 0,0 1,1 0,-1 0,0 0,1 1,-1 0,1 0,-1 1,1 0,-1 0,5 1,-3 1,1 0,-1 0,1 1,-1 0,0 1,0 0,-1 0,1 1,-1 0,0 0,0 1,0-1,-1 2,0-1,0 1,-1 0,0 0,3 4,-5-6,0 0,0 0,-1 0,0 1,0-1,0 1,0-1,-1 1,0 0,0 0,0-1,-1 1,0 0,0 0,-1 0,1-1,-1 1,0 0,-1 0,0-1,0 1,0-1,0 0,-1 1,0-1,0 0,0 0,-1 0,-1 1,-1-1,1 0,-1 0,0 0,-1 0,1-1,-1 0,0-1,1 0,-2 0,1 0,0-1,0 0,-1 0,0-1,1 0,-1 0,1-1,-1 0,-4 0,11 0,0-1,0 1,0 0,-1 0,1-1,0 1,0-1,0 1,0-1,0 0,1 1,-1-1,0 0,0 1,0-1,0 0,1 0,-1 0,0 0,1 0,-1 0,1 0,-1 0,1 0,0 0,-1 0,1 0,0 0,0 0,-1-1,1 1,0 0,0 0,0 0,1 0,-1 0,0 0,0 0,0-1,1 1,-1 0,1 0,-1 0,1 0,-1 0,1 0,0 0,-1 1,1-1,0 0,0 0,-1 0,1 1,0-1,0 0,0 1,0-1,0 1,0-1,0 1,0-1,0 1,1 0,164-118,-146 103,-1 0,0-2,-2 0,0-1,0-1,-2 0,-1-2,0 1,-1-2,-2 0,0 0,-1-1,-1 0,-1-1,3-19,-2-24,-2 0,-4 0,-2 0,-5-30,-7 10,11 87,0-1,0 1,0 0,0-1,0 1,1-1,-1 1,0-1,0 1,0-1,0 1,0-1,-1 1,1 0,0-1,0 1,0-1,0 1,0-1,-1 1,1 0,0-1,0 1,-1-1,1 1,0 0,-1-1,1 1,0 0,-1-1,1 1,0 0,-1 0,1-1,-1 1,1 0,0 0,-1 0,1 0,-1-1,1 1,-1 0,1 0,-1 0,1 0,-1 0,1 0,0 0,-1 0,1 1,-1-1,1 0,-1 0,1 0,-1 0,1 1,0-1,-1 0,1 0,-1 1,1-1,0 0,-1 1,-12 29,2 28,3 0,2 1,2 47,4-93,-4 38,3-1,2 1,2-1,2 1,2-1,3-1,11 37,-18-78,-1 1,1-1,1 1,0-1,0 0,0-1,1 1,0-1,0 0,1 0,0 0,0-1,1 0,0 0,0 0,0-1,1 0,-1-1,1 0,0 0,1-1,-1 1,0-2,1 1,0-1,0-1,-1 0,4 0,29-10,-6-6</inkml:trace>
  <inkml:trace contextRef="#ctx0" brushRef="#br0" timeOffset="1767.921">1445 411,'22'2,"29"1,25 0,21 1,9 5,-12 1</inkml:trace>
  <inkml:trace contextRef="#ctx0" brushRef="#br0" timeOffset="2104.058">2059 999,'17'-73,"-2"0,-4 0,1-67,-12 133,-1 6,1 0,0 0,-1 0,1 1,0-1,0 0,-1 0,1 0,0 0,0 0,0 0,0 0,0 0,0 0,1 0,-1 0,0 0,0 0,1 0,-1 0,1 1,-1-1,1 0,-1 0,1 0,-1 0,1 1,0-1,-1 0,1 1,0-1,0 1,-1-1,1 1,0-1,0 1,0-1,0 1,0 0,0-1,-1 1,1 0,1 0,109 43,-109-43,86 41,-84-38,-1-1,0 0,0 1,0 0,0 0,0 0,0 0,-1 0,0 0,1 1,-1-1,-1 1,1-1,0 1,-1 0,0 0,0 0,0-1,0 1,-1 0,1 0,-1 4,-2 4,0 0,0 0,-1-1,-1 1,0-1,0 0,-1 0,-3 3,3-3,0 0,0 0,1 0,0 0,1 1,0-1,1 1,0 0,2-10,0 0,0 0,1 0,-1 0,0 0,1 0,-1-1,1 1,0 0,-1 0,1 0,0-1,0 1,0 0,0-1,1 1,-1-1,0 1,1-1,-1 0,1 0,-1 1,1-1,-1 0,1 0,0-1,0 1,-1 0,1 0,0-1,0 1,0-1,67 6,-30-10,-1-2,1-2,-1-2,28-10,9-5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0:16.59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16,'9'13,"10"5,8-1,4-5,0-7,-4-7,-6-8,-7-3,-8-3,-7 1,-8 4,-7 4,-6 2,2 3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0:16.8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1,'16'11,"10"4,2-1,0-2,-4-6,-3-6,-5-5,-6-5,-6 0,-9 2,-10 4,-7 5,-4 7,-1 5,5-1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0:14.0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238 726,'-12'2,"0"0,0 1,1 0,-1 1,1 0,0 1,0 0,1 1,-1 0,1 1,1 0,-1 0,1 1,1 0,-1 1,1 0,1 0,-1 1,2 0,-1 0,2 0,-1 1,1 0,1 0,0 0,1 1,-2 9,4-18,1 0,-1 0,1 0,0 0,0 0,0 0,1 0,-1 0,1-1,-1 1,1 0,0 0,0 0,0 0,1-1,-1 1,1-1,-1 1,1-1,0 1,0-1,0 0,0 0,0 0,1 0,-1 0,1-1,-1 1,1-1,-1 1,1-1,0 0,0 0,0 0,-1-1,1 1,0-1,0 1,0-1,0 0,3 0,5-2,-1-1,1 0,-1 0,1-1,-1 0,-1-1,1 0,0 0,-1-1,0 0,-1-1,1 0,-1-1,-1 1,1-1,-1-1,-1 0,0 0,0 0,0 0,-1-1,-1 0,0 0,0 0,-1-1,0 1,-1-1,0 0,0-4,-3 29,1 1,0-1,1 1,1-1,0 0,1 0,1 0,0 0,6 12,-8-21,0 0,0 0,1 0,0 0,0-1,0 1,1-1,0 0,-1 0,2 0,-1-1,0 1,1-1,-1 0,1 0,0 0,0-1,0 0,0 0,0 0,1-1,-1 1,0-1,1-1,-1 1,1-1,2 0,1-1,-1 0,1 0,-1-1,1-1,-1 1,0-1,0-1,0 0,0 0,-1 0,0-1,1 0,-2 0,1-1,-1 0,0 0,0-1,0 0,2-3,6-11,0-1,-1 1,-1-2,-1 0,-1 0,0-5,8-30,-3-1,-2-1,-3 0,-2 0,-4-1,-1-46,-12 21,9 85,0 0,0 0,0 0,0 0,0 0,0 0,-1 1,1-1,0 0,-1 0,1 0,-1 0,1 1,-1-1,1 0,-1 1,1-1,-1 0,0 1,1-1,-1 1,0-1,1 1,-1-1,0 1,0-1,0 1,1 0,-1-1,0 1,0 0,0 0,0 0,0 0,0-1,1 1,-1 1,0-1,0 0,0 0,0 0,0 0,0 0,1 1,-1-1,0 0,0 1,0-1,1 1,-1-1,0 1,0-1,1 1,-1 0,1-1,-1 1,0 0,-32 45,19-13,2 0,2 1,1 0,1 0,2 1,1 0,2 1,2-1,1 2,-1-16,1 0,1-1,1 1,0-1,2 1,0-1,2 0,0-1,1 1,1-1,0-1,2 1,0-2,1 1,1-1,1-1,0 0,1-1,7 6,-19-19,-1 0,1 0,0 0,0-1,0 1,0 0,0-1,0 0,1 1,-1-1,0 0,1 0,-1 0,1-1,-1 1,1 0,-1-1,1 0,-1 1,1-1,0 0,-1 0,1-1,-1 1,1 0,-1-1,1 0,-1 0,1 1,-1-1,0-1,1 1,-1 0,0-1,0 1,0-1,0 1,0-1,0 0,0 0,0 0,14-70,-14 48</inkml:trace>
  <inkml:trace contextRef="#ctx0" brushRef="#br0" timeOffset="561.769">1107 325,'9'237,"-12"-36,-14 40,17-232,-1 0,5-45,2-9,-4 24,0 0,2-1,0 1,1 0,2 1,0 0,6-11,-13 29,1-1,1 1,-1 0,0 1,0-1,1 0,-1 0,1 0,0 1,-1-1,1 1,0-1,0 1,0 0,0 0,0 0,0 0,0 0,0 0,1 0,-1 1,0-1,0 1,1 0,-1-1,0 1,1 0,-1 1,0-1,1 0,-1 1,0-1,0 1,1-1,-1 1,0 0,0 0,0 0,0 0,0 1,0-1,0 0,-1 1,1 0,1 1,6 5,0 1,-1 0,0 1,-1 0,0 0,0 0,-1 1,-1 0,0 0,0 1,-1-1,0 1,-1 0,-1 0,1 10,-3-18,1 1,-2-1,1 1,-1-1,1 0,-1 1,0-1,-1 0,1 1,-1-1,0 0,0 0,0 0,0-1,-1 1,0 0,1-1,-1 0,-1 0,1 0,0 0,-1 0,1 0,-1-1,0 0,0 0,-1 1,-7 2,0 0,0 0,-1-1,0 0,0-1,0-1,0 0,-8 0,17-2,1 1,-1-1,0 1,0-1,0 0,1-1,-1 1,0-1,1 1,-1-1,0 0,1-1,-1 1,1-1,-1 1,1-1,0 0,0 0,2 1,1 0,0 0,0 0,0 0,0 0,0 1,0-1,1 0,-1 0,0 0,0 0,1 0,-1 1,0-1,1 0,-1 0,1 1,-1-1,1 0,-1 0,1 1,0-1,-1 1,1-1,0 1,-1-1,1 1,0-1,0 1,0-1,-1 1,1 0,0-1,0 1,20-12</inkml:trace>
  <inkml:trace contextRef="#ctx0" brushRef="#br0" timeOffset="1388.12">1695 793,'-14'-6,"1"0,-1 1,-1 1,1 0,0 1,-1 1,0 0,1 1,-1 1,0 0,0 1,1 0,-1 1,0 1,1 0,0 1,-8 3,16-3,1 0,-1 0,0 0,1 0,0 1,0 0,0 0,0 0,1 1,0-1,0 1,1 0,-1 1,1-1,1 0,-2 5,2-7,1 0,0 0,0 0,1 0,-1 0,1 0,0 0,0 0,0 0,1 0,-1 0,1 0,0 0,0 0,0 0,1 0,-1-1,1 1,0-1,0 1,0-1,1 1,-1-1,1 0,-1 0,1 0,0-1,0 1,1 0,1 0,0-1,0 1,0-1,0 0,1 0,-1 0,0-1,1 0,-1 0,1-1,0 1,-1-1,1 0,-1 0,1-1,-1 0,1 0,-1 0,1-1,-1 0,1 0,7-3,0 0,-1-1,0-1,0 0,0-1,-1 0,0-1,0 0,57-74,-68 84,0-1,0 0,0 0,0 0,0 0,0 1,1-1,-1 0,0 0,0 0,0 0,0 1,0-1,1 0,-1 0,0 0,0 0,0 0,0 0,1 0,-1 0,0 1,0-1,0 0,1 0,-1 0,0 0,0 0,0 0,1 0,-1 0,0 0,0 0,0 0,1 0,-1 0,0-1,0 1,0 0,1 0,-1 0,0 0,0 0,0 0,-4 31,2-21,1-5,-4 78,5-80,0 0,1-1,-1 1,1-1,-1 1,1-1,0 1,0-1,0 1,0-1,0 1,1-1,-1 0,1 0,-1 0,1 0,0 0,0 0,0 0,0-1,0 1,0-1,1 1,-1-1,0 0,1 0,-1 0,1 0,0 0,4-1,0-1,0 0,0 0,-1-1,1 1,-1-2,1 1,-1-1,0 0,0 0,0 0,0-1,0 0,-1 0,0-1,0 1,0-1,0 0,-1 0,1-2,158-201,-162 207,0-1,0 1,0-1,0 1,0 0,1 0,-1 0,0 0,1 0,-1 0,1 0,-1 0,1 0,-1 0,1 1,-1-1,1 1,0-1,-1 1,1 0,0 0,0 0,-1-1,1 2,0-1,-1 0,1 0,0 0,-1 1,1-1,0 1,-1 0,1-1,-1 1,1 0,-1 0,1 0,-1 0,1 0,-1 0,0 0,0 0,0 1,0-1,0 0,1 1,11 16,-1 1,0 0,-2 0,0 1,-1 1,-1-1,-1 1,0 1,-1 3,-6-24,1 4,1-1,-1 0,0 1,-1-1,1 1,-1-1,0 1,0 0,0-1,0 1,-1-1,0 1,-1 2,2-7,-1 1,1-1,-1 0,1 0,-1 0,1 0,-1 1,1-1,-1 0,1 0,-1 0,1 0,-1 0,1 0,-1 0,1 0,-1 0,1-1,-1 1,1 0,-1 0,1 0,0 0,-1-1,1 1,-1 0,1-1,-1 1,1 0,0-1,-1 1,1 0,0-1,-1 1,1-1,0 1,0 0,-1-1,1 1,0-1,0 1,0-1,0 1,-1-1,1 1,0-1,0 1,0-1,0 1,0-1,0 1,0-1,1 1,-1-1,0 1,0-1,0 1,0-1,1 1,-1-1,-1-19,0-1,1 1,2-1,0 1,1 0,1 0,0 0,2 0,1 1,5-12,-9 22,56-153,-30 94,-4-1,-3-1,-3-1,-2-1,-4-1,2-53,-23 69,8 57,0-1,0 1,0-1,-1 1,1 0,0-1,0 1,-1 0,1-1,0 1,0-1,-1 1,1 0,0 0,-1-1,1 1,-1 0,1 0,0-1,-1 1,1 0,-1 0,1 0,0 0,-1-1,1 1,-1 0,1 0,-1 0,1 0,-1 0,1 0,0 0,-1 1,1-1,-1 0,1 0,-1 0,1 0,-1 0,1 1,0-1,-1 0,1 0,0 1,-1-1,1 0,0 1,-1-1,1 0,0 1,-1-1,1 0,0 1,0-1,0 1,-1-1,1 1,-14 26,3 10,2 0,1 0,3 1,0 0,2 35,0-15,3-1,2 1,2 0,3-1,3 0,2 0,2-1,20 46,-31-92,0 0,1 0,1-1,0 1,0-1,0 0,1-1,1 1,-1-1,2 0,-1-1,1 0,0 0,0 0,5 2,-11-9,0 1,-1-1,1 0,0 0,0 1,0-1,0 0,0-1,-1 1,1 0,0 0,0-1,0 1,-1-1,1 0,0 1,0-1,-1 0,1 0,-1 0,1 0,-1 0,1 0,-1-1,0 1,1 0,-1-1,0 1,0-1,0 1,0-1,0 0,-1 1,1-1,0 0,-1 0,1 0,-1 1,0-1,11-28</inkml:trace>
  <inkml:trace contextRef="#ctx0" brushRef="#br0" timeOffset="1649.551">2135 445,'-16'-2,"-9"-1,5-2,19-1,24-1,32-1,31-3,24 2,11 6,-14 4</inkml:trace>
  <inkml:trace contextRef="#ctx0" brushRef="#br0" timeOffset="2286.019">2684 1060,'16'-29,"-2"-1,-1 0,-1 0,-1-1,-2-1,-1 0,-2 0,-1 0,-1-1,-2 0,-1 1,-3-20,-9 12,10 39,1 1,0-1,0 0,-1 0,1 0,0 1,-1-1,1 0,-1 0,1 1,-1-1,1 0,-1 1,0-1,1 0,-1 1,0-1,1 1,-1-1,0 1,0-1,1 1,-1 0,0-1,0 1,0 0,0 0,1 0,-1-1,0 1,0 0,0 0,0 0,0 1,0-1,1 0,-1 0,0 0,0 0,0 1,0-1,0 2,0-1,1 0,-1 0,1 1,-1-1,1 0,-1 1,1-1,0 0,-1 1,1-1,0 1,0-1,0 0,0 1,0-1,0 1,1-1,-1 0,0 1,1-1,-1 0,1 1,0-1,-1 0,1 0,0 1,0-1,-1 0,1 0,0 0,0 0,0 0,1 0,-1-1,0 1,0 0,0 0,1-1,-1 1,0-1,1 1,-1-1,0 1,1-1,-1 0,0 0,1 0,13 5,0-1,1-1,0-1,0 0,-1-1,1-1,0 0,-1 0,0 0,0 1,-1 0,1 2,0-1,-1 2,0 0,0 0,-10-2,-1 0,1 0,-1 0,0 1,0-1,0 1,0 0,0-1,-1 1,1 0,-1 1,0-1,0 0,0 1,0-1,-1 1,1 0,-1-1,0 1,0 0,0 0,-1 0,1 0,-1 3,-9 99,6-84,0-5,-3 53,6-67,0-1,0 0,1 0,-1 0,1 0,0 0,-1 0,1 0,0 0,0 0,0 0,0 0,1 0,-1-1,0 1,1 0,-1-1,1 1,0-1,-1 0,1 0,0 1,0-1,0 0,0 0,0-1,0 1,0 0,2 0,7-1,1-1,-1 1,0-2,1 0,-1 0,0-1,0 0,0-1,-1 0,0-1,1 0,-1-1,-1 0,1 0,-1-1,0-1,-1 1,0-1,0-1,-1 1,0-1,1-3,1 3,-1-1,-1 0,0-1,0 0,-1 0,-1 0,0-1,0 0,-1 0,-1 0,0 0,0-1,-3 12,0 1,1-1,-1 1,0-1,1 1,-1-1,0 1,0-1,1 1,-1-1,0 0,0 1,0-1,0 1,0-1,0 0,0 1,0-1,0 1,0-1,0 0,0 1,0-1,0 1,-1-1,1 0,0 1,-1-1,1 1,0-1,-1 1,1-1,0 1,-1-1,1 1,-1 0,1-1,-1 1,1-1,-1 1,1 0,-1 0,1-1,-1 1,1 0,-1 0,0 0,1-1,-1 1,1 0,-1 0,0 0,1 0,-1 0,1 0,-1 0,0 0,1 1,-1-1,1 0,-1 0,0 0,1 1,-1-1,1 0,-1 1,1-1,-1 0,1 1,-7 7,1 1,1-1,-1 1,1 1,1-1,0 1,0 0,1 0,0 0,1 0,0 0,1 0,0 1,0 6,1-11,0-1,0 1,0-1,1 0,0 1,0-1,1 0,-1 0,1 0,0 0,0 0,1 0,0-1,-1 1,1-1,1 1,-1-1,1 0,0-1,0 1,0 0,0-1,0 0,1 0,-1 0,1-1,0 0,0 0,0 0,0 0,0-1,1 0,-1 0,0 0,1-1,4 1,-1-1,-1-1,1 0,0 0,0-1,-1 0,1 0,-1-1,1 0,-1 0,0-1,0 0,-1-1,1 0,-1 0,0 0,0-1,-1 0,0-1,0 1,0-1,-1 0,0 0,0-1,-1 0,0 0,0 0,-1 0,0 0,0-1,-1 1,0-1,-1 0,0 0,0-8,-5-27,4 43,0 0,0 1,0-1,0 0,0 0,0 1,0-1,-1 0,1 0,0 1,0-1,-1 0,1 1,-1-1,1 0,-1 1,1-1,-1 1,1-1,-1 0,1 1,-1 0,0-1,1 1,-1-1,0 1,1 0,-1-1,0 1,0 0,1 0,-1-1,0 1,0 0,1 0,-1 0,0 0,0 0,1 0,-1 0,0 1,0-1,0 0,1 0,-1 0,0 1,1-1,-1 0,0 1,1-1,-1 1,-2 3,-1-1,2 1,-1 1,0-1,1 0,0 1,0-1,0 1,1-1,-1 1,1 0,0 0,1 0,-1 0,1 0,0-1,0 1,0 0,1 0,0 0,0 0,0 0,0-1,1 1,0 0,0-1,0 1,0-1,1 0,3 3,0 0,0 0,0-1,1 0,0 0,1-1,-1 0,1 0,0-1,0 0,0 0,0-1,1 0,3 0,35 11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0:29.5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407 90,'-1'-19,"-3"13,1 1,-1 0,-1 0,1 0,-1 1,0-1,0 1,0 0,-1 1,1-1,-1 1,0 0,0 0,0 1,0 0,0 0,0 0,-1 1,1 0,-1 0,1 1,-1 0,1 0,-7 1,1 0,0 1,0 0,1 1,-1 0,1 1,-1 0,1 1,0 0,1 0,-1 2,1-1,0 1,-1 2,2-1,0 0,0 1,1 0,0 0,1 0,0 1,0 0,1 1,0 0,1 0,1 0,0 0,0 1,1-1,0 1,1 0,0 0,1 0,1 0,0 0,0 0,1 0,1 0,0 0,0 0,4 10,3-6,-1-1,2 0,0 0,0-1,2-1,0 0,0 0,1-1,0-1,1 0,1-1,0 0,0-1,0-1,1 0,1-1,-1-1,1-1,0 0,0-1,1-1,-1-1,1 0,-1-1,1-1,0-1,-1 0,1-1,-1-1,1-1,-1-1,0 0,-1-1,6-3,17-14</inkml:trace>
  <inkml:trace contextRef="#ctx0" brushRef="#br0" timeOffset="308.001">847 211,'-4'11,"-2"6,2 3,5-3,4-1,3-4,3-3,2-4,-1-5,-4-5,-2-3,-2-3,-5-2,-6-1,-4 2,-3 3,1 1,3 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0:31.49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270 212,'-258'411,"246"-391,18-26,22-31,4-17,-2-1,-2-2,-3-1,-2 0,-3-2,-3-1,-2 0,1-25,-8 37,0 67,109 322,-88-264,96 257,-149-362,-7-3,-2 2,0 2,-2 1,-1 2,-1 1,-1 2,-1 1,-1 3,-34-12,44 14,175 21,132-13,-187 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0:31.7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29,'4'-6,"2"-5,0-1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0:30.51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14 136,'-5'20,"2"0,0 1,1-1,1 0,1 1,1-1,3 13,-1 13,3 143,7-339,2-179,-16 327,1 0,-1 0,1 0,0-1,0 1,0 0,0 0,0-1,0 1,0 0,1 0,-1 0,1 0,0-1,0 1,-1 0,1 0,1 0,-1 0,0 1,0-1,1 0,-1 0,1 1,-1-1,1 1,0-1,0 1,-1 0,1 0,0 0,0 0,0 0,0 0,1 0,-1 1,0-1,0 1,0-1,0 1,1 0,0 0,20 4,0 2,-1 0,0 2,0 0,0 2,18 10,-37-18,12 4,0 1,0 1,-1 0,0 1,-1 0,0 1,0 1,-1 0,0 1,4 7,-14-17,-1 0,0 0,1 1,-1-1,0 0,-1 1,1-1,0 1,-1-1,1 1,-1-1,0 1,0-1,0 1,0-1,0 1,0-1,-1 1,1-1,-1 1,0-1,0 1,0-1,0 0,0 1,0-1,-1 0,1 0,-1 0,1 0,-1 0,0 0,0-1,0 1,0 0,0-1,0 0,0 1,-92 38,3-27,119-14,0 2,0 1,0 1,19 5,-33-4,0 1,0 0,-1 1,0 1,0 0,-1 0,1 2,-2-1,11 11,-18-16,0 0,-1 1,1 0,-1-1,0 1,0 1,0-1,-1 0,0 1,1-1,-1 1,-1 0,1-1,-1 1,0 0,0 0,0 0,-1 0,0 0,0 0,0 0,0 0,-1 0,0 0,0 0,0 0,-1 0,0 0,0-1,0 1,-6 5,0 0,0-1,-1 0,0-1,-1 0,0-1,0 0,-1 0,1-1,-1 0,-1-1,1-1,-1 1,0-2,0 0,0 0,0-1,-1 0,1-1,0-1,-4 0,12 0,0 1,-1-1,1 0,0 0,0 0,0-1,-1 1,1-1,0 0,0-1,0 1,0 0,0-1,1 0,-1 0,0 0,1-1,-1 1,-1-3,-4-10</inkml:trace>
  <inkml:trace contextRef="#ctx0" brushRef="#br0" timeOffset="320.682">816 336,'-1'1,"0"-1,0 1,1-1,-1 0,0 1,0 0,1-1,-1 1,0-1,1 1,-1 0,1-1,-1 1,1 0,-1 0,1-1,-1 1,1 0,0 0,0 0,-1 0,1 0,0-1,0 1,0 0,0 0,0 0,0 0,0 0,0 0,0 0,0-1,0 1,1 0,-1 0,0 0,1 0,-1-1,1 1,-1 0,1 0,-1-1,1 1,-1 0,1-1,0 1,-1 0,1-1,0 1,39 25,-39-26,1 1,0-1,-1 0,1 0,-1 0,1 0,-1 0,1-1,-1 1,1 0,-1-1,1 1,-1-1,0 0,1 1,-1-1,0 0,1 0,-1 0,0 0,0 0,0 0,0 0,0 0,0 0,0 0,0-1,0 1,-1 0,1-1,0 1,-1-1,1 1,-1-1,0 1,1-1,-1 1,0-1,0 1,0-1,0 1,0-1,0 1,0-1,-1 1,1-1,-1 1,1-1,-1 1,1 0,-1-1,0 1,0 0,1-1,-1 1,0 0,0 0,0 0,-1 0,1 0,0 0,0 0,0 0,-1 0,1 0,-67-30,66 30,0 1,0-1,-1 1,1 0,0-1,0 1,-1 0,1 1,0-1,0 0,-1 1,1-1,0 1,0-1,0 1,0 0,0 0,0 0,0 0,0 1,0-1,0 0,1 1,-1-1,0 1,1 0,0-1,-1 1,1 0,0 0,-1 1,-2 10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0:32.97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0 255,'9'3,"12"0,12 0,14-1,12-1,12 0,8 0,4-1,2 0,-3 2,-6 3,-6 3,-12 0,-14-1</inkml:trace>
  <inkml:trace contextRef="#ctx0" brushRef="#br0" timeOffset="422.279">629 1,'27'16,"25"20,-14-12,-2 2,-1 1,-1 2,-2 1,1 3,-29-30,-1 1,1 0,0 0,-1 0,0 0,0 1,0-1,-1 1,1 0,-1 0,0 0,0 0,-1 0,0 0,0 0,0 1,0-1,-1 0,0 1,0-1,0 0,-1 1,0-1,0 0,0 0,-1 0,1 0,-1 0,-1 0,1 0,-2 3,-14 11,-1-1,-1 0,0-2,-1 0,-1-2,0 0,-1-1,-14 4,23-9,-61 31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0:39.1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65 5,'-4'9,"0"3,1-3,1-7,1-7,0-4,-1-1,-3 2,-1 3,-1 8,-2 8,-2 7,1-1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0:39.4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14,'16'7,"7"2,1-3,-3-4,-4-5,-5-5,-7-2,-7-1,-5 5,-3 8,-1 5,2 2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0:35.3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135 457,'-5'22,"-1"24,0 25,2 20,0 15,2 13,1 6,1 2,-5-2,-1-22</inkml:trace>
  <inkml:trace contextRef="#ctx0" brushRef="#br0" timeOffset="567.834">1 764,'8'-8,"0"0,0 1,1 0,0 0,1 1,0 0,-1 1,2 0,-1 1,1 0,-1 0,1 1,0 1,0 0,0 0,5 1,-9 0,0 0,0 1,1 0,-1 0,0 1,0 0,1 0,-1 1,0 0,0 0,-1 1,1-1,0 2,-1-1,0 1,1 0,-1 0,-1 0,1 1,-1 0,0 0,0 1,0-1,-1 1,2 3,-3-1,-1 0,0 0,0 1,0-1,-1 0,-1 1,1 0,-2-1,1 1,-1-1,0 1,-1-1,0 1,0-1,-1 0,0 0,0 0,-1 0,0-1,0 0,-1 1,0-1,0-1,-1 1,1-1,-1 0,-1 0,1-1,-1 0,0 0,-1 0,1-1,-1 0,0-1,0 1,-2-1,9-2,-1 0,1 0,-1 0,1-1,-1 1,1 0,-1-1,1 1,-1-1,0 0,1 0,-1 1,0-1,0 0,1 0,-1-1,0 1,1 0,-1 0,0-1,1 1,-1-1,1 0,-1 1,1-1,-1 0,1 0,-1 0,1 0,0 0,-1 0,1 0,0-1,0 1,0 0,0-1,0 1,0-1,0 1,1-1,-1 1,0-1,1 1,-1-1,1 0,0 1,0-1,-1 0,1 1,0-1,0 0,1 1,-1-1,0 0,0 1,1-2,3-9,1 1,1 0,-1-1,2 2,0-1,0 1,0 0,1 0,1 1,1-1,-1 0,40-44,-23 29,-1-1,-2-2,0-1,-2 0,-1-1,-2-2,-1 0,-1 0,-1-5,-4 1,-3-1,-1 0,-1-1,-2 0,-2 1,-2-1,-1 0,-2 0,-1 0,-2 1,-6-17,4 29,8 25,0 1,0-1,0 0,0 0,0 1,0-1,0 0,1 1,-1-1,0 0,0 1,0-1,-1 0,1 1,0-1,0 0,0 1,0-1,0 0,0 1,0-1,0 0,-1 0,1 1,0-1,0 0,0 0,-1 1,1-1,0 0,0 0,-1 0,1 1,0-1,0 0,-1 0,1 0,0 0,-1 0,1 1,0-1,-1 0,1 0,0 0,-1 0,1 0,0 0,-1 0,1 0,0 0,-1 0,1 0,0-1,0 1,-1 0,1 0,0 0,-2 256,16 150,-12-380,0-1,2 1,1-1,1 0,1 0,1 1,-6-21,0 0,0 1,1-1,-1 0,1 0,0 0,0-1,1 1,-1-1,1 0,0 0,0 0,1 0,-1-1,1 1,0-1,0 0,0-1,0 1,0-1,0 0,1-1,-1 1,1-1,0 0,-1 0,1-1,-1 1,6-2,30-7,-7-8</inkml:trace>
  <inkml:trace contextRef="#ctx0" brushRef="#br0" timeOffset="839.269">161 296,'14'2,"25"1,28 0,31-1,22 2,13 5,-17 0</inkml:trace>
  <inkml:trace contextRef="#ctx0" brushRef="#br0" timeOffset="1138.385">843 938,'18'-20,"-1"0,-1-1,-1-1,-1 0,-1-1,-1 0,-1-1,-1 0,-2-1,0 0,-1-1,1-16,-14-21,6 63,0 0,0 1,-1-1,1 0,0 0,0 1,-1-1,1 0,0 1,0-1,-1 0,1 0,0 1,-1-1,1 0,0 0,-1 0,1 0,-1 0,1 1,0-1,-1 0,1 0,0 0,-1 0,1 0,-1 0,1 0,0 0,-1 0,1-1,-1 1,1 0,0 0,-1 0,1 0,0 0,-1-1,1 1,0 0,-1 0,1-1,0 1,-1 0,1 0,0-1,0 1,0 0,-1-1,1 1,0 0,0-1,0 1,2 4,0 0,1-1,-1 1,1-1,0 0,0 1,0-1,0 0,1-1,-1 1,1-1,0 1,0-1,0 0,0-1,0 1,3 0,164 55,-168-56,0 0,0 1,0-1,-1 1,1 0,0 0,-1 0,0 0,1 0,-1 0,0 1,0-1,0 1,0-1,-1 1,1 0,-1 0,1-1,-1 1,0 0,0 0,0 1,-1-1,1 0,-1 0,0 0,1 0,-2 1,1-1,0 2,-5 11,0-1,-1 1,0-1,-2 0,0 0,0-1,-1 0,-1 0,-3 3,-34 52,45-67,1 0,-1 0,1 0,-1 0,1 0,0 0,0 0,-1 0,2 1,-1-1,0 0,0 1,1-1,-1 0,1 1,0-1,0 1,0-1,0 1,0-1,0 0,1 1,-1-1,1 1,-1-1,1 0,0 1,0-1,0 0,0 0,1 0,-1 0,1 0,-1 0,1 0,0 0,-1-1,1 1,0-1,1 1,7 2,0-1,0 0,1 0,-1-1,1-1,-1 0,1 0,0-1,0 0,3-1,187-26,-99 7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0:42.0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36,'3'0,"11"0,20-2,25-3,24-4,19 1,13 1,2 2,-9 6,-23 4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0:41.7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434 55,'0'0,"0"0,0 0,-1 0,1 0,0 0,0 0,-1 0,1 0,0 0,0 0,-1 0,1 0,0 0,0 0,0 0,-1 1,1-1,0 0,0 0,0 0,-1 0,1 1,0-1,0 0,0 0,0 0,0 1,-1-1,1 0,0 0,0 1,0-1,0 0,0 0,0 1,0-1,0 0,0 0,0 1,0-1,-8-10,-1 4,0 0,-1 0,0 1,0 0,0 0,-1 2,1-1,-1 1,0 1,0 0,0 0,0 1,0 0,0 1,-1 1,1-1,0 2,-2 0,3-1,1 1,-1 0,1 0,0 1,-1 0,1 1,0 0,1 0,-1 1,1 0,0 0,0 1,0 0,1 1,0-1,1 1,-1 1,1-1,0 1,1 0,0 1,0-1,1 1,-3 9,1-1,0 1,2 1,0-1,1 1,1 0,0-1,1 1,2 0,0 0,1 0,0 0,2-1,0 1,1-1,3 6,-4-17,1 1,0 0,0-1,0 0,1 0,0-1,0 1,1-1,0-1,0 1,0-1,1 0,-1-1,1 0,0 0,1-1,-1 0,1 0,-1-1,1 0,0 0,6 0,7 0,0-1,1-1,-1 0,0-2,0-1,0 0,0-2,13-4,22-13,-10-2</inkml:trace>
  <inkml:trace contextRef="#ctx0" brushRef="#br0" timeOffset="881.195">889 322,'-13'35,"13"-34,0 0,-1-1,1 1,0 0,-1 0,1-1,0 1,0 0,0 0,0 0,0-1,0 1,0 0,0 0,0 0,0-1,1 1,-1 0,0 0,0-1,1 1,-1 0,1-1,-1 1,0 0,1-1,-1 1,1 0,0-1,-1 1,1-1,-1 1,1-1,0 1,-1-1,1 0,0 1,0-1,-1 0,1 1,0-1,0 0,1 0,0 0,0-1,0 1,0 0,0-1,0 0,0 1,0-1,-1 0,1 0,0 0,-1 0,1 0,0-1,-1 1,0 0,1-1,-1 1,0-1,1 1,-1-1,0 0,0 1,0-1,-1 0,1 0,0 0,-1 0,1 0,-1 1,0-1,1 0,-1 0,0 0,0 0,0 0,-1 0,1 0,0 0,-1 0,1 0,-1 0,0 0,1 0,-1 1,0-1,0 0,0 1,-1-1,1 0,-1 0,-1 0,-1 1,1 0,-1-1,0 1,1 1,-1-1,0 0,1 1,-1 0,0 0,0 0,0 0,1 1,-1-1,0 1,1 0,-1 0,0 0,1 1,0-1,-1 1,1 0,0 0,0 0,0 0,-1 1,3 21,10-14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0:47.8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29 128,'6'11,"-2"0,1 1,-1-1,-1 1,0 0,-1 0,0 0,-1 0,0 2,0-7,2 25,0 0,-3 0,0 1,-2-1,-2 0,-1 0,-3 10,7-42,1 0,0-1,0 1,-1 0,1 0,0-1,-1 1,1 0,-1 0,1-1,0 1,-1 0,1 0,-1 0,1 0,0 0,-1 0,1-1,-1 1,1 0,0 0,-1 0,1 1,-1-1,1 0,-1 0,1 0,0 0,-1 0,1 0,-1 1,1-1,0 0,-1 0,1 0,0 1,-1-1,1 0,0 1,-1-1,1 0,0 1,0-1,-1 0,1 1,0-1,0 0,0 1,-1-1,1 1,0-1,0 0,0 1,0-1,0 1,0-1,0 1,0-1,0 0,0 1,0-1,0 1,0-1,1 1,-13-37,4-15,2-1,3 0,2-50,1 79,1-1,0 1,2-1,1 1,1 0,1 0,1-1,-6 21,0 1,0-1,0 0,0 0,1 1,-1-1,1 1,0-1,0 1,0 0,0 0,0 0,0 0,1 0,-1 0,1 0,-1 1,1-1,0 1,-1 0,1 0,0 0,0 0,0 0,0 1,0 0,0-1,0 1,0 0,0 0,0 0,0 1,0-1,0 1,-1-1,1 1,0 0,0 0,0 1,-1-1,1 1,-1-1,2 1,5 5,1-1,-2 1,1 1,-1-1,0 1,0 1,-1-1,0 1,-1 1,0-1,-1 1,1 0,-2 1,0-1,0 1,-1 0,1 5,-3-11,-1 1,0 0,-1-1,1 1,-1 0,0-1,-1 1,1-1,-1 1,0-1,-1 0,1 0,-1 0,0 0,0 0,0 0,-1-1,0 0,0 0,0 0,0 0,0 0,-1-1,0 0,0 0,0 0,0-1,0 1,0-1,-1 0,33-7,0 1,0 1,0 1,1 2,-1 1,1 1,21 5,-38-5,0 1,0 1,0 0,0 0,-1 1,0 1,1-1,2 4,-11-7,1-1,0 1,0 0,-1 1,1-1,-1 0,0 1,0-1,0 1,0 0,0 0,-1 0,1 0,-1 0,1 0,-1 0,0 0,-1 0,1 1,0-1,-1 0,0 1,0-1,0 0,0 1,0-1,-1 0,1 0,-1 1,-1 1,-3 4,-1-1,0-1,0 1,-1-1,1 0,-2 0,1-1,-1 0,0-1,0 1,-1-1,1-1,-1 0,0 0,0-1,-1 0,-4 1,-10 4,-1-1,0-1,0-1,0-1,-1-1,1-1,-10-2,33 0,-1 1,1-1,0 0,0 0,-1 0,1-1,0 1,0 0,-1-1,1 1,0-1,0 0,0 0,0 0,0 0,0 0,0 0,0-1,1 1,-1-1,0 1,1-1,-1 0,1 1,-1-1,1 0,0 0,0 0,0 0,0 0,0 0,0 0,1-1,2-22,5-1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0:48.1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0,'11'2,"16"3,18 1,21-1,16-3,13-2,4-2,-8 1,-15-1,-23 1,-29 3,-33 3,-14 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0:49.42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 0,'-7'9,"0"3,6 2,8-2,9-2,11-4,10-2,8-2,5-2,4-2,1-1,-4-1,-8 1,-10 4,-9 2,-17 7,-16 3,-6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0:37.6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335 575,'-20'-5,"0"2,-1 0,1 1,-1 1,0 1,-18 2,33-1,-1 0,0 0,0 1,1 0,-1 0,1 0,0 1,0 0,0 0,0 1,0-1,0 1,1 1,0-1,0 1,0 0,1 0,-1 0,1 1,0-1,1 1,-2 2,4-4,0-1,0 1,0 0,0-1,0 1,1 0,0 0,0-1,0 1,0 0,0 0,1 0,0-1,-1 1,1 0,1-1,-1 1,1-1,-1 1,1-1,0 0,0 0,0 0,1 0,-1 0,1 0,-1 0,1-1,0 0,0 1,0-1,1 0,-1 0,0-1,1 1,-1-1,1 0,0 1,-1-2,1 1,0 0,0-1,-1 0,1 1,0-1,1-1,9 1,0-1,-1 0,1-1,0 0,-1-2,0 1,1-2,-2 1,1-2,0 0,-1 0,0-1,-1-1,1 0,-1 0,-1-1,0-1,0 0,-1 0,0-1,-1 0,0 0,-1-1,1-1,-2-24,-7 37,0 0,0 0,1 0,-1 0,0 0,0 0,0 0,1 0,-1 0,0 1,0-1,1 0,-1 1,0-1,1 0,-1 1,0-1,1 1,-1-1,0 1,1 0,-1-1,1 1,-1-1,1 1,0 0,-1 0,1-1,-1 1,1 0,0-1,0 1,-1 0,1 0,0 0,-6 19,1 0,0 1,2-1,0 1,2 0,0 0,1-1,1 1,4 20,33 220,-23-177,-3 1,-3 0,-4 32,-17-21,11-92,0 0,0 0,0 0,-1-1,1 1,-1 0,0-1,0 0,-1 1,1-1,-1 0,1 0,-1 0,0-1,0 1,0-1,0 1,-1-1,1 0,-1 0,1-1,-2 1,1-1,1 0,0-1,-1 0,1 0,0 0,-1 0,1-1,0 1,0-1,-1 0,1 0,0 0,0 0,0-1,0 1,0-1,0 0,1 0,-1 0,0 0,1 0,0-1,-1 1,1-1,0 0,-46-74,39 52,1 1,2-1,0-1,2 1,0-1,2 0,1 1,1-1,1 0,1 0,2 0,0 1,2-1,1 1,0 1,2-1,1 2,1-1,1 1,1 1,1 0,1 1,1 0,0 1,3 1,1-2,1 1,2 2,0 0,1 1,0 2,1 0,1 2,0 0,1 2,0 1,1 1,12-1,-2 0,-49 11,1 1,1 1,-1 0,0 0,1 1,-1 0,1 1,0 0,1 1,-1-1,1 2,-6 5,7-7,1-1,-1 2,2-1,-1 1,0-1,1 2,0-1,1 1,-1-1,1 1,1 0,-1 1,1-1,0 0,1 1,0 0,0 0,0 7,2-13,0 0,1-1,-1 1,0 0,1-1,0 1,-1-1,1 1,0-1,0 1,0-1,0 0,0 1,0-1,0 0,1 0,-1 0,0 0,1 0,-1 0,1 0,-1 0,1 0,-1-1,1 1,0-1,-1 1,1-1,0 0,-1 1,1-1,0 0,-1 0,1 0,0 0,0-1,62-11,-51 7,0-1,-1-1,0 0,0-1,-1 0,0 0,-1-1,1-1,-2 0,1 0,7-12,-34 76,15-52,0 1,1 0,-1 1,1-1,0 0,0 0,0 0,0 1,1-1,-1 0,1 1,0-1,0 0,0 1,1-1,-1 0,1 1,-1-1,1 0,0 1,1-1,-1 0,0 0,1 0,0 0,0-1,0 1,0 0,0-1,0 1,1-1,-1 1,1-1,-1 0,1 0,0-1,0 1,2 1,9-3,-1-1,1 0,-1-1,1 0,-1-1,0 0,0-1,-1-1,1 0,-1-1,0 0,0-1,-1 0,0-1,0 0,-1-1,0 0,3-3,6-7,-1 0,-1-1,-1-1,0 0,-2-1,0-1,-2 0,0-1,-2 0,-1-1,3-10,0-11,-1-1,-2 0,-3-1,-2 0,-1-38,-2 77,0 0,-1 0,0-1,0 1,-1 0,0 0,-1 0,0 0,0 0,-1 0,0 0,-1 1,0-1,0 1,-1 0,0 0,-1 0,3 6,0 1,0 0,0 0,-1 0,1 0,0 0,0 1,-1 0,1-1,0 1,0 1,-1-1,1 0,0 1,-1-1,1 1,0 0,0 0,0 1,0-1,0 0,0 1,0 0,1 0,-1 0,0 0,1 0,0 0,-1 1,1-1,0 1,0-1,1 1,-1 0,0 0,1 0,-1 3,-14 20,1 1,1 0,2 1,1 0,1 1,1 0,2 1,1 0,1 0,2 0,0 14,1-27,1 0,0 0,2-1,0 1,0 0,2 0,0-1,1 0,1 1,0-1,1-1,1 1,0-1,1 0,1-1,0 0,1 0,0-1,1 0,1-1,0-1,0 1,2-2,-1 0,6 3,-7-7,0 0,1-1,-1-1,1 0,0 0,0-2,0 1,0-2,1 0,-1 0,0-1,1-1,-1 0,0-1,1 0,-1-1,0-1,12-4,22-15</inkml:trace>
  <inkml:trace contextRef="#ctx0" brushRef="#br0" timeOffset="1029.558">1619 0,'25'662,"-23"-636,14 63,-16-89,1 1,-1-1,0 0,0 0,1 1,-1-1,0 0,1 0,-1 0,1 1,-1-1,0 0,1 0,-1 0,0 0,1 0,-1 0,1 0,-1 0,0 0,1 0,-1 0,1 0,-1 0,0 0,1 0,-1 0,0-1,1 1,-1 0,1 0,-1 0,0 0,1-1,-1 1,0 0,0 0,1-1,-1 1,0 0,0-1,1 1,-1 0,0-1,0 1,0 0,0-1,1 1,-1-1,0 1,0 0,0-1,0 1,0 0,0-1,0 1,0-1,0 1,0 0,0-1,0 1,0 0,22-64,-20 54,0 0,1 0,1 1,-1-1,1 1,1 0,0 0,0 0,1 1,0-1,0 2,1-1,1 0,-6 7,1 0,-1 0,1 1,0-1,-1 1,1-1,0 1,0 0,-1 0,1 0,0 1,-1-1,1 1,0-1,-1 1,1 0,0 0,-1 0,0 0,1 1,-1-1,0 0,1 1,-1 0,0 0,0-1,0 1,0 0,-1 1,1-1,-1 0,1 0,-1 1,0-1,0 1,0-1,0 1,0-1,0 3,7 13,-2 1,0 0,-1-1,-1 2,0-1,-2 0,0 1,-1-1,-1 1,-2 12,-16 24,17-54,1-1,-1 0,0 0,0 0,0 0,0 1,0-1,0-1,-1 1,1 0,0 0,0 0,-1-1,1 1,-1 0,1-1,0 1,-1-1,1 0,-1 1,1-1,-1 0,1 0,-1 0,1 0,-1 0,1-1,-1 1,1 0,-1-1,1 1,0-1,-1 1,1-1,0 1,-1-1,0-1,-4-3,-1-1,1 0,0 0,1 0,0-1,0 0,0 0,1-1,0 1,0-1,1 0,0 0,0 0,1 0,0-2,1 8,0 0,0 0,1 0,-1 0,1 0,0 0,-1 0,1 0,0 0,0 0,1 0,-1 0,0 0,1 0,-1 0,1 0,-1 0,1 0,0 0,0 0,0 0,0 0,0 1,1-1,-1 0,0 1,1-1,-1 1,1 0,-1-1,1 1,0 0,0 0,0 0,-1 0,1 0,0 0,0 1,0-1,0 1,0-1,0 1,0 0,1 0,-1 0,2 0,186-11,-72-31,-112 39,-1 0,1-1,-1 1,0-1,0 0,-1 0,1-1,-1 1,0-1,0 0,0 0,-1-1,0 1,0-1,0 0,-1 1,0-1,1-4,-2 7,-1 0,1 0,-1 1,0-1,0 0,-1 0,1 0,-1 1,1-1,-1 0,0 1,0-1,0 1,0-1,0 1,-1-1,1 1,-1 0,1-1,-1 1,0 0,0 0,0 0,0 1,0-1,-1 0,1 1,0-1,-1 1,1 0,-1 0,0 0,1 0,-1 0,0 1,1-1,-1 1,0 0,0 0,0 0,1 0,-1 0,0 0,0 1,1-1,-1 1,0 0,1 0,-1 0,0 1,-5 2,1 1,0-1,0 2,0-1,1 1,0 0,0 0,0 1,1 0,0 0,0 0,1 0,0 1,0 0,1 0,0 0,0 0,1 0,0 1,0-1,1 1,1-1,-1 1,1 0,0-1,1 1,1 3,-1-7,1 0,0 0,0-1,0 1,0 0,1-1,0 1,0-1,0 0,0 0,1 0,0-1,0 1,0-1,0 0,0 0,1 0,-1 0,1-1,0 0,-1 0,2 0,7 3,1-1,0-1,0 0,1-1,-1 0,0-1,7-1,-6 0,1-1,-1 0,1-1,-1-1,0-1,0 0,0 0,0-2,11-5,-20 8,-1 0,1-1,0 0,-1 1,0-2,0 1,0-1,0 1,-1-1,0 0,0-1,0 1,-1-1,1 0,-1 0,-1 0,1 0,-1 0,0-1,-1 1,1-1,-1 1,-1-1,1 0,-1-2,0-1,-1 1,0-1,-1 1,0 0,0-1,-1 1,0 0,0 1,-1-1,-1 1,0-2,5 9,0 1,-1-1,1 1,0-1,0 0,0 1,-1-1,1 1,0-1,0 1,-1 0,1-1,0 1,-1-1,1 1,-1 0,1-1,-1 1,1-1,0 1,-1 0,1 0,-1-1,0 1,1 0,-1 0,1 0,-1 0,1 0,-1-1,1 1,-1 0,1 0,-1 0,0 0,1 1,-1-1,1 0,-1 0,1 0,-1 0,1 1,-1-1,1 0,-1 0,1 1,-1-1,1 0,-1 1,1-1,0 0,-1 1,-10 30,8-19,1 0,0 0,0 0,2 0,-1 0,2 0,-1 0,2 0,0 0,0-1,1 1,0 0,1-1,0 0,1 0,1 0,-1 0,2-1,-1 0,1 0,4 3,-7-10,-1-1,1 1,-1-1,1 0,0 0,0 0,0-1,0 1,0-1,0 0,0 0,0 0,0-1,0 1,1-1,-1 0,0 0,0-1,1 1,-1-1,0 0,0 0,0-1,0 1,0-1,0 1,2-3,3-1,0-1,-1 0,1-1,-1 1,-1-2,1 1,-2-1,1 0,-1 0,5-8,-1-3,0 1,-1-2,-1 1,-1-1,-1 0,0-1,2-18,-11-14,2 52,0 1,1-1,-1 1,0 0,0-1,0 1,0 0,0-1,1 1,-1 0,0 0,0 0,0 0,0 0,0 0,0 0,0 0,0 0,0 1,0-1,1 0,-1 0,0 1,0-1,0 1,0-1,1 1,-1-1,0 1,0-1,1 1,-1 0,0-1,1 1,-1 0,1 0,-1 0,-4 4,0 0,0 0,0 0,1 1,0 0,0 0,1 0,-1 0,1 0,1 1,-1 0,1-1,0 1,1 0,-1 0,2 0,-1 0,1 0,0 0,0 0,0 0,1 0,1 0,-1 0,1 0,0 0,0-1,1 1,0-1,0 1,1-1,0 0,0 0,4 4,8-1,0 1,1-2,0 0,0-1,1-1,0 0,0-1,0-1,1-1,0-1,-1-1,4 0,-4 1,93 8</inkml:trace>
  <inkml:trace contextRef="#ctx0" brushRef="#br0" timeOffset="14677.942">1 2060,'17'42,"3"0,1-1,2-1,2-1,1-1,13 11,-33-40,89 107,-94-114,-1-1,1 0,-1 0,1 0,0 0,-1 0,1 0,0 0,0 0,0 0,0-1,0 1,0 0,0 0,0-1,0 1,0-1,0 1,0-1,1 1,-1-1,0 0,0 1,0-1,1 0,-1 0,0 0,0 0,1 0,-1 0,0 0,0-1,1 1,-1 0,0-1,0 1,0-1,0 1,0-1,0 1,0-1,0 0,0 0,0 1,0-1,1-1,4-11,-1-1,0 1,0-1,-2 0,0-1,0 1,-1-1,-1 1,3-18,3-10,-5 14,3-1,0 1,2 0,0 1,3-1,11-24,-20 49,0 1,-1 0,1-1,1 1,-1 0,0 0,0 0,1 0,-1 0,1 0,0 1,0-1,-1 0,1 1,0-1,0 1,0 0,1 0,-1 0,0 0,0 0,1 0,-1 1,0-1,1 1,-1-1,1 1,-1 0,0 0,2 0,10 8</inkml:trace>
  <inkml:trace contextRef="#ctx0" brushRef="#br0" timeOffset="15245.554">616 2447,'3'-2,"16"-10,-1 0,-1-1,0 0,-1-1,0-1,-1-1,-1 0,0-1,-1-1,-1 0,-1 0,0-1,-2-1,0 0,-1 0,-7 17,0 0,0 1,0-1,0 0,-1 0,0 0,1 1,-1-1,0 0,0 0,0 0,-1 0,1 0,-1 1,0-1,1 0,-1 0,0 1,-1-1,1 1,0-1,-1 1,0-1,1 1,-1 0,0 0,0 0,0 0,0 0,-1 0,1 0,0 1,-1-1,1 1,-1 0,0 0,1 0,-1 0,0 0,0 0,1 1,-1-1,0 1,0 0,0 0,0 0,0 0,1 1,-2-1,-1 3,-1 0,0 0,1 1,0 0,-1 0,2 0,-1 1,0 0,1-1,0 2,0-1,0 0,1 1,0 0,0-1,0 1,1 0,0 1,0-1,1 0,-1 1,1-1,1 1,-1-1,1 1,0-1,1 1,-1-1,1 1,1-1,-1 0,1 1,0-1,2 5,4 0,-1-1,1 1,1-2,-1 1,2-1,-1 0,1-1,1 0,-1-1,1 0,1 0,-1-1,1-1,0 0,0-1,1 0,0-1,-1 0,1-1,0 0,5-1,-14 0,1 1,-1-1,1 0,-1-1,1 1,0-1,-1 0,1 0,0 0,-1-1,1 0,0 0,-1 0,1 0,-1-1,0 0,1 0,-1 0,0 0,0-1,0 1,0-1,-1 0,1 0,-1 0,0-1,0 1,0-1,0 0,0 0,-1 0,0 0,1-3,0-5,-2 0,1 0,-1 0,-1 0,0 0,-1 0,0 0,-3-7,2-78,2 95,1-1,-1 1,1-1,0 1,0-1,0 1,0 0,0 0,1-1,-1 1,1 0,0 0,-1 1,1-1,0 0,0 0,0 1,0-1,0 1,1 0,-1 0,0-1,1 1,-1 1,0-1,1 0,-1 1,1-1,-1 1,1 0,0 0,-1 0,2 0,84 18,-80-15,0 0,0 0,0 1,0 0,-1 1,0-1,0 1,0 1,0 0,-1 0,0 0,0 0,-1 1,1 0,-2 0,1 1,-1-1,0 1,0 0,-1 0,0 0,1 9,-1 40,-4-53,0 1,1 0,-1-1,1 1,0 0,0 0,0 0,1-1,0 1,0 0,0-1,0 1,1-1,0 1,0-1,0 1,0-1,1 0,0 0,0 0,0-1,0 1,0-1,1 0,-1 1,1-2,0 1,0 0,0-1,3 2,6-1,0 0,0 0,1-1,-1-1,0 0,1-1,-1-1,1 0,-1-1,9-2,33-6</inkml:trace>
  <inkml:trace contextRef="#ctx0" brushRef="#br0" timeOffset="15818.649">1846 2206,'-10'0,"0"0,0 1,0 0,0 1,0 0,0 0,1 1,-1 0,1 1,0 0,0 1,0-1,0 2,1-1,0 1,0 1,0-1,1 1,0 1,1-1,-1 1,2 0,-1 1,1-1,-3 6,7-10,0-1,0 0,0 0,0 1,1-1,-1 1,1-1,0 1,0-1,0 1,0-1,1 0,-1 1,1-1,0 1,0-1,0 0,0 0,1 0,-1 0,1 0,0 0,0 0,0 0,0 0,1-1,-1 1,1-1,-1 0,1 0,0 0,0 0,0 0,0 0,1 0,3 0,0 1,0-1,0 0,1 0,-1-1,0 0,1 0,-1-1,0 0,1 0,-1 0,1-1,-1-1,0 1,0-1,1 0,-1-1,-1 0,1 0,0 0,-1-1,1 0,-1 0,4-4,2-1,-2 0,0-1,0 0,-1-1,0 0,0 0,-1 0,-1-1,0-1,-1 1,0-1,3-13,-1-12,-2-1,-2 0,-1 0,-2 0,-2 0,-1 0,-2 0,-2 0,-11-36,-11-41,14 86,13 30,1-1,-1 1,1 0,-1 0,0-1,1 1,-1 0,0 0,1 0,-1 0,0 0,0 0,1 0,-1 0,0 0,1 0,-1 0,0 1,1-1,-1 0,0 0,1 1,-1-1,1 0,-1 1,1-1,-1 0,0 1,1-1,0 1,-1-1,1 1,-1-1,1 1,-1 0,1-1,0 1,0-1,-1 1,1 0,0-1,0 1,0 0,-1-1,1 1,0 0,0-1,0 1,0 0,0 0,0-1,1 1,-1 0,0-1,0 1,1 0,-9 41,2 1,2-1,2 1,2 0,3 19,-2-30,2 0,1-1,1 0,2 0,1 0,2-1,5 12,-11-32,0 0,1-1,0 0,1 0,0 0,0 0,1-1,0 0,1 0,-1-1,1 0,1-1,-1 1,1-2,0 1,1-1,-1 0,1-1,0 0,0-1,0 0,1-1,6 1,-7-2,0-1,0-1,0 0,0 0,0-1,0 0,0-1,-1 0,1 0,-1-1,1 0,-2-1,1 0,0-1,-1 1,0-2,0 1,-1-1,0 0,0-1,0 1,-1-2,0 1,-1 0,0-1,0 0,-1 0,0-1,-1 1,0-1,0 0,-1 0,0 0,-1 0,0 0,-1 0,0 0,0 0,-1 0,-1-4,2 11,0 1,-1-1,1 1,-1-1,1 0,-1 1,0-1,0 1,0 0,0-1,-1 1,1 0,0 0,-1-1,0 1,1 0,-1 1,0-1,0 0,0 0,0 1,-1 0,1-1,0 1,-1 0,1 0,0 0,-1 0,0 0,1 1,-1-1,1 1,-1 0,0-1,1 1,-1 1,1-1,-1 0,0 1,1-1,-1 1,1-1,-2 2,-2 2,0 0,1 1,-1-1,1 1,1 0,-1 1,1-1,0 1,0 0,0 0,1 0,0 0,0 1,0-1,1 1,0 0,1 0,-1-1,1 1,1 0,-1 0,1 0,0 0,1 0,0 0,0 0,0 0,1 0,0 0,2 4,2-3,0 0,1-1,-1 0,2-1,-1 1,1-1,0-1,0 1,0-1,1-1,-1 1,1-2,0 1,1-1,-1-1,1 1,-1-2,1 1,-1-1,1-1,0 0,9-1,46 2,0-3,-1-4,61-12,50-13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0:50.60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147 502,'0'18,"0"19,0 20,2 18,1 15,0 10,-3 6,-3 6,-7 2,-5-3,-5-9,-4-17,3-22</inkml:trace>
  <inkml:trace contextRef="#ctx0" brushRef="#br0" timeOffset="516.948">0 768,'6'-7,"0"-1,0 1,1 0,0 0,0 1,0 0,1 0,0 1,0 0,1 0,-1 1,1 0,0 1,0 0,0 0,1 1,-1 0,1 0,-1 1,1 1,-1-1,1 2,0-1,-4 0,1 0,0 1,-1-1,1 1,0 0,-1 1,0 0,1 0,-1 0,0 1,0 0,0 0,0 0,-1 1,1 0,-1 0,0 0,0 1,0 0,-1 0,0 0,0 0,0 1,-1-1,1 1,-1 0,-1 0,1 1,-1-1,0 0,0 1,0 6,-1-9,-1 1,0 0,0-1,0 1,0 0,-1-1,1 1,-1-1,-1 1,1-1,0 1,-1-1,0 1,0-1,-1 0,1 0,-1 0,0-1,0 1,0-1,0 1,0-1,-1 0,0 0,1 0,-1-1,0 1,-1-1,1 0,0 0,-2 0,4-2,1 0,-1 0,1 0,-1 0,1 0,-1 0,1 0,-1 0,1-1,-1 1,1-1,-1 1,1-1,-1 1,1-1,0 0,-1 0,1 0,0 0,0 0,0 0,0 0,0 0,0 0,0 0,0-1,0 1,0 0,1-1,-1 1,1-1,-1 1,1 0,-1-1,1 1,0-1,0 1,-1-1,1 0,0 1,1-2,9-63,4 35,2 2,0 0,2 1,16-19,31-49,-50 68,-1-1,-2-1,0 0,-2-1,-2 0,0 0,-3-1,0 0,-2 0,-1 0,-2 0,-1 0,-1 0,-2 0,-5-15,-6-1,8 49,1 60,24 242,-7-172,-7-73,-2-11,2 1,2-1,2 0,11 34,-16-73,0 1,1 0,0-1,1 0,0 0,0 0,0-1,1 0,4 5,-8-10,1 0,-1 1,1-1,-1 0,1-1,0 1,0 0,-1-1,1 1,0-1,0 0,1 0,-1 0,0-1,0 1,0-1,0 0,1 0,-1 0,0 0,0 0,1-1,-1 1,0-1,0 0,0 0,0 0,2-1,20-16,-6-3</inkml:trace>
  <inkml:trace contextRef="#ctx0" brushRef="#br0" timeOffset="705.059">241 328,'27'13,"27"5,26 0,16-2,9-1,-6 1,-18-1</inkml:trace>
  <inkml:trace contextRef="#ctx0" brushRef="#br0" timeOffset="1109.587">736 902,'20'-52,"2"1,3 1,10-13,-12 20,-19 37,-4 4,0 1,0-1,1 1,-1-1,0 1,1-1,0 1,-1-1,1 1,0 0,0-1,-1 1,1 0,0 0,0 0,0 0,1 0,-1 0,0 0,0 0,1 0,-1 0,0 0,1 1,-1-1,0 1,1-1,-1 1,1 0,-1-1,1 1,-1 0,1 0,-1 0,1 0,0 0,0 0,14 13,2-1,0-1,0 0,1-2,0 0,14 4,-30-12,0-1,0 0,-1 1,1-1,0 1,0-1,0 1,-1 0,1 0,0 0,-1 0,1 1,-1-1,1 1,-1-1,0 1,1 0,-1 0,0 0,0 0,0 1,-1-1,1 0,-1 1,1-1,-1 1,0 0,0-1,0 1,0 0,0 0,-1-1,1 1,-1 0,0 0,1 0,-1 0,-1 0,1 2,-6 9,0-1,-1 0,0 0,-1 0,0-1,-1-1,-4 5,-47 80,59-95,1 0,-1 1,1-1,-1 1,1-1,0 1,-1-1,1 1,0-1,0 1,0-1,0 1,1-1,-1 1,0-1,1 1,-1-1,1 1,-1-1,1 1,-1-1,1 0,0 1,0-1,0 0,0 0,0 1,0-1,0 0,0 0,0 0,1 0,-1-1,0 1,1 0,-1 0,0-1,1 1,0-1,64 10,-15-15,-1-2,1-2,-2-2,48-18,-69 21,61-19,-10 2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0:59.23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169 17,'0'0,"0"-1,0 1,0-1,0 0,0 1,0-1,0 0,0 1,-1-1,1 0,0 1,0-1,-1 0,1 1,0-1,-1 1,1-1,-1 1,1-1,-1 1,1-1,-1 1,1-1,-1 1,1 0,-1-1,1 1,-1 0,0-1,1 1,-1 0,1 0,-1 0,0 0,1-1,-1 1,0 0,1 0,-1 0,0 0,1 0,-1 1,0-1,1 0,-1 0,0 0,1 1,-1-1,0 0,1 0,-1 1,1-1,-1 1,1-1,-1 0,1 1,-1-1,1 1,-1-1,1 1,0 0,-1-1,1 1,0-1,-1 1,1 0,0 0,-18 151,-28 266,8-120,13 2,14 1,15 94,1-324,4 0,2-1,3 0,4 0,-16-63,0 1,0-1,1 1,0-1,0 0,1 0,0-1,0 1,1-1,0 0,0 0,0 0,1 0,-1-1,1 0,1-1,-1 1,1-1,-1 0,1-1,1 1,-1-2,0 1,2 0,39 6,1-1,0-3,0-2,8-2,-5 1,18 1,62 4,0-6,0-5,43-11,18-19,-89 13,1 6,28 1,-71 20,-62-6,0 0,0 0,0 0,0 0,0 0,0 0,-1 0,1 0,0 1,0-1,0 0,0 0,0 0,0 0,0 0,0 0,0 0,0 1,0-1,-1 0,1 0,0 0,0 0,0 0,0 1,0-1,0 0,0 0,0 0,0 0,0 0,0 0,1 1,-1-1,0 0,-12-1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1:00.37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576 154,'-21'13,"1"1,0 0,1 1,0 1,2 1,-16 18,27-28,-274 293,256-280,21-26,52-71,43-34,4 3,10 0,47-52,-130 132,-23 21,-76 63,-104 105,-40 58,149-146,-14 16,85-89,1 0,-1 0,0 0,1 0,-1 1,0-1,1 0,-1 0,0 1,1-1,-1 0,0 0,0 1,1-1,-1 0,0 1,0-1,1 0,-1 1,0-1,0 0,0 1,0-1,1 1,-1-1,0 0,0 1,0-1,0 1,0-1,0 0,0 1,0-1,289-178,-180 113,3 4,82-31,-188 90,4-3,1 0,0 1,-1 1,1 0,1 0,-1 1,0 0,1 1,6 0,-17 1,1 1,-1-1,0 0,1 0,-1 1,0-1,0 1,1-1,-1 1,0 0,0-1,0 1,1 0,-1 0,0 0,0 0,0 0,-1 0,1 0,0 0,0 0,0 0,-1 1,1-1,-1 0,1 1,-1-1,1 0,-1 1,0-1,0 0,0 1,1-1,-1 0,-1 1,1-1,0 0,0 1,0-1,-1 1,1-1,-1 0,1 0,-1 1,1-1,-1 0,0 1,-7 16,0-1,-1-1,-1 0,-1 0,0-1,-7 7,-88 100,-5-6,-78 62,76-73,83-75,30-30,1 0,-1 0,0 0,0 0,0 0,0 0,0 0,1 0,-1 0,0 0,0 0,0 0,0 0,0 0,0 0,1 1,-1-1,0 0,0 0,0 0,0 0,0 0,0 0,0 1,0-1,0 0,0 0,0 0,0 0,0 0,0 1,0-1,0 0,0 0,0 0,0 0,0 1,21-14,601-475,-611 480,0-1,1 1,1 0,-1 0,1 1,1 1,-1 0,11-2,-23 7,0 1,0 0,0 0,0 0,0 0,0 0,0 0,0 0,0 0,0 0,-1 1,1-1,0 0,0 1,0-1,0 0,0 1,0-1,-1 1,1 0,0-1,0 1,-1 0,1-1,0 1,-1 0,1-1,-1 1,1 0,-1 0,1 0,-1 0,0 0,1 0,-1-1,0 1,0 0,1 0,-1 0,0 0,0 0,0 0,0 0,-1 0,1 0,0 0,0 0,0 0,-1 0,1 0,0 0,-1-1,1 1,-1 0,1 0,-1 0,0-1,1 1,-1 0,0-1,1 1,-2 0,-9 21,-1 0,-1-1,-1 0,-1-1,-5 4,-141 161,-156 136,273-277,27-27,27-26,115-103,3 6,6 5,4 6,43-16,-181 110,13-7,1 1,0 0,0 1,0 0,1 1,0 1,0 0,14-1,-28 4,1 1,-1 0,1 0,-1 0,1 0,-1 0,0 0,1 0,-1 0,0 1,1-1,-1 0,1 1,-1 0,0-1,0 1,1-1,-1 1,0 0,0 0,0 0,0 0,0 0,0 0,0 0,0 0,0 0,-1 0,1 1,0-1,-1 0,1 0,-1 1,1-1,-1 0,1 1,-1-1,0 1,0-1,0 0,0 1,0-1,0 1,0-1,-1 1,-22 64,-7-20,-2-2,-2-1,-2-1,-1-2,-2-1,-7 1,-67 54,96-85,32-26,129-108,5 7,12 1,-26 29,-94 72,-40 16,0 0,1 0,-1 0,0 0,0 1,0-1,0 0,0 1,0-1,0 1,0-1,0 1,0-1,0 1,-1-1,1 1,0 0,0 0,-1 0,1-1,0 1,-1 0,1 0,0 0,-1 0,0 0,1 0,-1 0,1 0,-1 0,0 0,0 0,0 0,0 0,1 0,-1 0,-1 1,1-1,0 0,0 0,0 0,-1 0,1 0,0 0,-1 0,1 0,-1 0,1 0,-1 0,1 0,-1-1,0 1,1 0,-1 0,-1 0,-8 24,-2-1,-1-1,0 0,-2-1,-10 11,-168 194,84-116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1:01.96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3032 1,'-11'40,"-15"60,-12 100,26-35,7 1,15 146,-2-104,-4-29,-8 1,-14 58,10-170,-3 0,-3-1,-3 0,-3-2,-3 0,-2-1,-25 42,40-86,-2 0,0 0,-1-1,-1-1,0 0,-2-1,0-1,-1 0,0-1,-2-1,1 0,-2-2,1 0,-2-1,-10 3,-17 1,-1-3,0-2,-1-2,0-2,-32-1,40-2,-840 64,774-63,-1-5,1-4,0-4,1-6,0-4,-60-21,-207-90,365 127,7 2,0-1,-1 1,1 0,-1 0,1 0,-1 1,1-1,-1 1,0-1,0 1,1 0,-1 0,0 0,1 0,-1 0,0 1,1-1,-3 1,5 0,-1 0,1 0,-1 1,1-1,0 0,0 0,-1 0,1 0,0 0,0 0,0 0,0 0,0 1,0-1,1 0,-1 0,0 0,0 0,1 0,-1 0,1 0,-1 0,1 0,-1 0,1 0,0 0,-1 0,1-1,0 1,0 0,-1 0,1-1,0 1,0 0,0-1,0 1,0-1,0 1,0-1,0 0,0 1,0-1,1 0,-1 0,0 0,0 1,27 1,2-3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1:03.12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1081 0,'-86'114,"69"-87,-361 538,-86 49,345-484,118-130,1-1,0 1,0 0,0-1,0 1,0 0,0-1,-1 1,1 0,0-1,0 1,0 0,-1 0,1-1,0 1,0 0,-1 0,1-1,0 1,-1 0,1 0,0 0,-1 0,1 0,0-1,-1 1,1 0,0 0,-1 0,1 0,0 0,-1 0,1 0,0 0,-1 0,1 0,0 0,-1 0,1 1,-1-1,1 0,0 0,0 0,-1 0,1 0,0 1,-1-1,1 0,0 0,0 1,-1-1,1 0,0 0,0 1,-1-1,1 0,0 1,0-1,14-32,42-54,4 2,3 3,61-58,-104 117,293-317,85-53,-270 286,-128 107,0 0,-1 0,1 0,0-1,0 1,0 0,0 0,0 0,0-1,0 1,0 0,1 0,-1 0,0-1,0 1,1 0,-1 0,0-1,1 1,-1 0,1-1,-1 1,1 0,-1-1,1 1,-1-1,1 1,-1-1,1 1,0-1,-1 1,1-1,0 1,0-1,-1 0,1 0,0 1,0-1,0 0,-1 0,1 0,0 0,0 0,0 0,-1 0,1 0,0 0,0 0,0-1,-1 1,1 0,0 0,0-1,-1 1,1 0,0-1,-1 1,1-1,0 1,-1-1,1 1,-1-1,1 0,-1 1,1-1,0 0,-8 21,0 0,-1 0,-1-1,0 0,-2-1,-2 2,8-12,-120 185,-9-6,-114 120,-1-21,235-269,34-37,-16 16,10-10,213-218,11 11,129-86,-354 297,0 0,0 0,0 1,0 1,1 0,1 0,-1 1,1 1,2 0,-16 6,1 0,-1 0,0 0,1 0,-1 0,0 0,1 0,-1 0,0 0,0 1,1-1,-1 1,0-1,0 1,1-1,-1 1,0 0,0-1,0 1,0 0,0 0,0 0,0 0,0 0,0 0,-1 0,1 0,0 0,-1 0,1 1,0-1,-1 0,0 0,1 1,-1-1,0 0,1 1,-1-1,0 0,0 1,0-1,0 0,-1 1,1-1,0 0,0 0,-1 1,1-1,-1 0,1 0,-1 1,0-1,1 0,-1 0,0 0,0 0,0 0,-9 27,-1-2,-1 0,-2 0,0-1,-11 13,-136 192,-109 113,110-144,128-156,28-29,22-28,240-261,-245 260,52-58,3 4,4 2,8-2,-37 44,-42 24,0 1,0 0,0 0,0 0,0 0,0 0,0 0,0 0,0 0,0 0,0 0,0 1,0-1,0 0,0 1,0-1,0 0,0 1,0 0,0-1,0 1,0-1,-1 1,1 0,0 0,0-1,-1 1,1 0,-1 0,1 0,0 0,-1 0,0 0,1 0,-1 0,0 0,1 0,-1 0,0 0,0 0,0 0,0 0,0 0,0 0,0 0,0 0,0 0,-1 0,1 0,0 0,-1 0,1 0,-1 0,1 0,-1 0,1 0,-1 0,-7 29,-1-1,-1-1,-2 0,-1 0,-1-1,-17 25,20-33,-132 209,-73 78,197-279,-7 11,26-38,0 0,0 1,0-1,0 0,1 0,-1 0,0 0,0 0,0 0,0 1,1-1,-1 0,0 0,0 0,0 0,0 1,0-1,0 0,0 0,0 0,0 1,1-1,-1 0,0 0,0 0,0 1,0-1,0 0,0 0,0 1,0-1,-1 0,1 0,0 0,0 1,0-1,0 0,0 0,0 0,0 1,21-19,159-150,-69 60,5 4,5 6,45-24,-161 118,3-2,1 0,0 1,0 0,0 0,1 1,-1 0,1 0,0 1,0 0,4 1,-13 2,0 0,1 0,-1 1,0-1,0 1,1-1,-1 1,0-1,0 1,0 0,1-1,-1 1,0 0,0 0,0 0,-1 0,1 0,0 0,0 0,0 0,-1 0,1 1,0-1,-1 0,1 0,-1 1,0-1,1 0,-1 1,0-1,0 0,0 1,0-1,0 0,0 1,0-1,0 0,-1 1,1-1,0 0,-1 0,1 1,-1-1,0 0,1 0,-1 0,0 1,0-1,-8 22,0-1,-2 0,0 0,-2-2,-8 12,-110 153,-38 30,80-103,60-73,20-23,21-19,142-139,249-253,-358 359,-25 33,-31 30,-19 22,-3-2,-2-2,-6 4,-12 16,-126 162,102-129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1:04.69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105 0,'-104'57,"104"-57,0 0,0-1,1 1,-1 0,0 0,0 0,1 1,-1-1,0 0,1 0,-1 0,0 0,0 0,1 0,-1 0,0 0,0 0,0 1,1-1,-1 0,0 0,0 0,1 1,-1-1,0 0,0 0,0 0,0 1,0-1,1 0,-1 0,0 1,0-1,0 0,0 0,0 1,0-1,0 0,0 1,0-1,0 0,0 0,0 1,0-1,0 0,0 0,0 1,0-1,0 0,0 0,-1 1,1-1,0 0,0 0,0 1,152-14,125-14,1 13,155 16,-311 5,-1 5,0 5,81 25,239 68,-427-107,0 0,0 1,0 0,-1 1,1 1,-1 0,0 0,-1 2,0 0,0 0,0 1,-1 0,8 9,66 96,-47-70,-1 2,-2 1,-3 1,-2 2,-1 2,6 21,-17-28,-3 2,-1 0,-3 0,-1 1,-3 1,-2-1,-2 1,-2 0,-2 0,-4 14,-36 404,9-143,9 740,24-962,-2-64,11 76,-10-114,0-1,0 1,0-1,0 1,0 0,0-1,0 1,0 0,0-1,1 1,-1 0,0-1,0 1,0 0,1 0,-1-1,0 1,0 0,1 0,-1-1,0 1,0 0,1 0,-1 0,0-1,1 1,-1 0,0 0,1 0,-1 0,0 0,1 0,-1 0,1 0,-1 0,0 0,1 0,-1 0,0 0,1 0,-1 0,0 0,1 0,-1 0,0 0,1 1,-1-1,0 0,1 0,-1 0,0 1,1-1,-1 0,0 0,0 1,0-1,1 0,-1 0,0 1,0-1,0 0,1 1,6-23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1:06.02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969 1,'-88'75,"3"4,3 4,-54 73,72-82,-328 356,289-336,85-84,17-21,92-90,-62 74,438-423,-392 380,3 2,3 5,22-10,-92 64,1 1,0 1,0 0,1 1,0 0,0 1,0 0,1 1,-1 1,1 0,0 1,1 0,-12 3,0-1,0 1,0 0,0 0,0 0,0 0,0 1,-1-1,1 1,0-1,-1 1,1 0,-1 0,1 0,-1 0,0 1,0-1,0 1,0-1,-1 1,1 0,-1 0,1-1,-1 1,0 0,0 0,0 0,-1 0,1 1,-1-1,0 0,1 0,-2 0,1 0,0 0,0 1,-1-1,0 1,-3 28,-1-1,-1 1,-1-2,-2 1,-2-1,0-1,-3 3,-94 191,-9-5,-10-5,-9-6,-37 31,70-95,-26 32,116-155,32-41,-13 14,236-269,13 11,11 12,282-207,-412 368,-33 37,-100 53,-1 1,0-1,1 0,-1 1,1-1,-1 1,1 0,0 0,0 0,-1 0,1 1,0-1,0 1,0 0,0 0,0 0,-1 0,1 0,0 0,0 1,0-1,0 1,-1 0,1 0,0 0,-1 0,1 1,0-1,-1 1,0-1,1 1,-1 0,0 0,0 0,0 0,0 0,0 0,1 3,-9 60,-9-26,0-1,-3-1,-1 0,-21 29,-125 177,-11-7,-79 72,161-195,70-83,42-46,173-182,-24 21,7 8,186-140,-232 225,-27 40,-98 42,1 1,-1-1,0 1,1 0,-1 1,0-1,1 0,-1 1,1 0,-1 0,1 0,-1 0,1 0,-1 1,1-1,-1 1,1 0,-1 0,0 1,1-1,-1 1,0-1,0 1,0 0,0 0,-1 0,1 1,0-1,-1 1,0-1,1 1,-1 0,0 0,0 0,0 1,0 9,0-1,-1 1,0-1,-1 1,0 0,-1-1,0 1,-1-1,-1 1,0-1,0 0,-1 0,-3 4,-34 88,-5-3,-4-1,-4-3,-29 35,63-100,-277 448,265-422,26-39,25-39,267-348,-245 319,3 2,2 2,2 2,2 1,16-7,-59 44,0 0,0 0,0 0,1 1,0 0,0 1,0 0,0 0,1 0,-1 1,1 1,0-1,-1 1,1 1,0 0,5 0,-11 2,1 0,-1 0,0 0,1 0,-1 0,0 1,-1-1,1 1,0 0,-1 0,1 0,-1 0,0 0,0 1,0-1,-1 1,1-1,-1 1,0 0,0-1,0 1,0 0,-1 0,0 0,1-1,-1 1,-1 0,1 0,0 0,-2 2,-1 26,-1 0,-2-1,-1 1,-1-2,-2 1,-5 9,-65 145,-8-4,-8-4,-71 95,62-100,35-44,70-128,0 0,1 0,-1 0,0 0,0 0,1 0,-1 0,0 0,1 0,-1 0,0 0,1 0,-1 0,0 0,0 0,1 0,-1 1,0-1,1 0,-1 0,0 0,0 0,1 1,-1-1,0 0,0 0,0 0,1 1,-1-1,0 0,0 0,0 1,0-1,0 0,1 1,-1-1,0 0,0 0,0 1,0-1,0 0,0 1,0-1,0 0,0 1,0-1,0 0,0 0,0 1,0-1,-1 0,1 1,0-1,0 0,0 0,0 1,0-1,-1 0,1 0,0 1,23-21,190-217,-161 177,2 2,2 2,3 3,2 3,2 3,4 0,-59 42,0 1,1 0,-1 0,1 1,-1 0,1 0,0 1,0 0,6 0,-12 2,-1 0,1 0,-1 0,1 1,-1-1,1 1,0 0,-1-1,0 1,1 0,-1 0,0 1,1-1,-1 0,0 1,0-1,0 1,0 0,0 0,0 0,-1 0,1 0,-1 0,1 0,-1 0,0 1,0-1,0 0,0 1,0-1,-1 1,1-1,-1 1,1 1,1 11,-1 1,-1 0,-1-1,0 1,-1 0,0-1,-1 1,-1-1,0 0,-6 11,-29 76,-5-2,-4-2,-54 81,52-95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1:07.22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2359 17,'-167'-12,"0"8,-63 9,163-3,-261 7,1 15,-82 26,328-36,-52 10,-1-6,-117 1,240-19,10-1,-1 0,0 1,0 0,0-1,1 1,-1 0,0 0,0 0,0 0,0 0,0 0,1 0,-1 1,0-1,0 1,0-1,1 1,-1 0,0 0,1 0,-1 0,1 0,-1 0,1 0,-1 0,1 1,0-1,0 0,-1 1,1-1,0 1,0 0,0-1,22 81,-15-65,3 7,18 45,-3 0,-4 1,5 37,-15-7,-4 1,-4 0,-5 0,-15 85,1 31,10 224,27 132,-19-545,9 543,-13-526,0-33,1-20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1:07.73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939 0,'-83'61,"2"3,4 3,2 4,4 3,2 3,5 2,-1 9,-30 34,5 4,-18 44,54-54,53-116,0 1,1-1,-1 1,1 0,0-1,-1 1,1 0,-1-1,1 1,0 0,0 0,-1-1,1 1,0 0,0 0,0 0,0-1,0 1,0 0,0 0,0-1,0 1,0 0,1 0,-1 0,0-1,0 1,1 0,-1-1,1 1,-1 0,0-1,1 1,-1 0,1-1,-1 1,1-1,0 1,-1-1,1 1,0-1,-1 1,1-1,0 0,-1 1,1-1,0 0,0 0,-1 0,1 1,0-1,0 0,0 0,-1 0,1 0,0 0,0 0,-1-1,1 1,0 0,0 0,0 0,-1-1,1 1,11-6,1 0,-2-1,1 0,-1-1,0 0,0-1,2-3,-5 5,55-48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1:07.97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754 154,'46'-29,"0"1,2 2,1 3,18-6,-65 29,4-3,0 0,1 0,-1 1,1 0,0 1,-1-1,1 1,0 0,0 1,0 0,0 0,5 1,-10 0,-1 0,1 0,0 0,-1 0,1 0,-1 0,0 1,1-1,-1 1,0-1,0 1,0-1,0 1,0 0,0-1,0 1,0 0,-1 0,1-1,-1 1,1 0,-1 0,0 0,0 0,0 0,0 0,0 0,0 0,0-1,-1 1,1 0,-1 0,1 0,-1 0,0-1,0 1,0 0,-7 22,-2 0,-1-1,0 0,-2-1,-12 17,22-35,-215 313,-127 130,-76 74,377-462,31-35,30-31,95-101,-41 35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1:08.64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395 540,'110'-103,"3"5,95-60,-151 118,1 3,2 2,5 1,-57 29,1 0,-1 1,1 0,0 1,0 0,0 0,1 1,-1 0,1 0,-1 1,1 1,-1-1,1 2,0-1,4 2,-12 0,1 0,-1 0,1 0,-1 0,1 0,-1 0,0 1,0-1,-1 1,1 0,0 0,-1-1,1 1,-1 0,0 0,0 0,0 0,-1 1,1-1,-1 0,0 0,1 0,-1 0,-1 1,1-1,0 0,-1 0,0 0,0 0,0 0,0 0,0 0,-1 2,-12 36,-1-1,-3-1,0 0,-3-2,-1 0,-2-1,-23 26,-149 188,-206 199,358-402,-289 306,270-293,37-41,34-42,32-33,2 2,2 2,47-42,-82 85,105-106,6 5,4 5,5 6,3 5,12 2,-93 63,1 1,1 4,1 1,16-2,-59 21,-1 0,1 1,0 0,0 1,0 0,1 1,-1 0,0 1,1 0,-1 1,0 0,0 1,0 0,0 1,3 1,-10-2,-1 0,1 0,0 0,-1 1,0 0,1-1,-1 1,0 0,0 1,-1-1,1 1,-1-1,0 1,1 0,-2-1,1 1,0 0,-1 0,0 0,0 1,0-1,0 0,-1 0,1 3,-1 5,0 0,-1 1,-1-1,0 0,0 0,-1 0,-1 0,0 2,-17 34,-1-1,-3-2,-1 0,-3-1,-1-2,-30 31,-65 73,-7-5,-6-7,-68 46,195-170,-13 11,-1-1,0-1,-2-2,-9 5,36-21,-1-1,1 1,-1-1,1 1,0-1,-1 1,1-1,-1 0,0 1,1-1,-1 1,1-1,-1 0,1 0,-1 1,0-1,1 0,-1 0,0 0,1 0,-1 1,0-1,1 0,-1 0,0 0,1-1,-1 1,0 0,1 0,-1 0,0 0,1-1,-1 1,1 0,-1-1,0 1,1 0,-1-1,1 1,-1-1,1 1,-1 0,1-1,-1 0,16-31,128-133,-42 66,4 3,3 5,5 6,3 4,99-51,-161 104,0 3,2 2,0 2,15-1,-58 18,-1 0,1 1,0 0,0 1,-1 1,1 0,1 1,-1 0,0 1,0 1,-1 0,1 1,10 3,-19-5,-1 1,0-1,0 1,1 0,-1 0,0 1,-1-1,1 1,0-1,-1 1,1 0,-1 0,0 0,0 0,0 0,0 0,-1 1,1-1,-1 1,0-1,0 1,0-1,-1 1,1 0,-1-1,0 1,0 2,-1 6,0-1,-1 0,0 0,-1 0,0-1,-1 1,0-1,-6 10,-18 28,-3 0,-2-2,-2-1,-2-2,-1-1,-17 10,-187 181,-184 130,231-217,138-113,58-34,-1 0,0 1,0-1,1 0,-1 1,0-1,0 0,0 0,0 1,0-1,0 0,0 0,0 1,0-1,0 0,0 1,0-1,0 0,-1 0,1 1,0-1,-1 0,1 1,0-1,-1 1,1-1,-1 0,1 1,-1-1,1 1,-1-1,1 1,-1-1,0 1,1 0,-1-1,0 1,1 0,-1-1,0 1,1 0,-1 0,0 0,0 0,1 0,-1 0,0 0,1 0,-1 0,0 0,0 0,1 0,-1 0,0 0,1 1,-1-1,0 0,1 1,-1-1,11-16,1 0,1 0,0 1,1 1,1 0,8-7,136-97,-85 75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1:35.2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 33,'0'-3,"0"-2,-2-1,-1-2,-2 1,0 4,0 4,2 7,1 9,1 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1:35.57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 68,'13'2,"5"-1,-1-4,-3-3,-4-3,-4-2,-5-1,-7 0,-5 4,-3 2,-1 3,-1 3,3 7,6 4,8 1,4-2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1:37.8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465 4,'0'58,"-9"-47,-8-26,8 7,1 2,-2 0,1 0,-1 1,1 0,-1 1,0 0,-1 1,1 0,-1 1,1 0,-1 0,0 1,0 1,0 0,0 0,1 1,-1 0,0 1,1 0,-1 1,1 0,-1 1,1 0,1 0,-1 1,0 1,1-1,0 1,1 1,-1 0,1 0,0 1,1 0,0 0,0 0,-1 4,-2 3,1 0,0 1,1 0,1 0,0 1,1 0,1 0,1 0,-1 7,4-16,-1 0,2 0,-1 0,1 0,0 0,1 0,0 0,0 0,1 0,0-1,0 1,1 0,0-1,0 0,1 1,0-1,0-1,0 1,1-1,0 1,5 3,7 1,2 0,-1-1,1-1,1-1,0 0,0-2,0 0,1-1,-1-1,1-1,0-1,1-1,-1-1,16-2,-9 4,-1-2,1-1,-1-1,1-1,-1-2,20-6,-22 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1:38.1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 84,'-7'-4,"0"-2,6 0,15 2,17-2,23-1,23-5,15-2,9 2,-1 2,-16 7,-23 12,-20 3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1:41.6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128 68,'-8'33,"24"-75,-15 40,0 1,-1-1,1 0,-1 0,0 1,1-1,-1 0,0 0,0 0,0 1,0-1,0 0,-1 0,1 1,-1-1,1 0,-1 0,1 1,-1-1,0 1,0-1,0 0,0 1,0 0,0-1,0 1,0 0,-1-1,1 1,-1 0,1 0,-1 0,1 0,-1 0,1 1,-1-1,0 0,1 1,-1-1,0 1,0-1,1 1,-1 0,-2 0,0-1,0 1,0 0,0 1,0-1,0 1,0 0,0 0,0 0,0 0,0 1,1-1,-1 1,0 0,1 0,0 1,-1-1,1 1,0-1,0 1,1 0,-1 0,1 0,-1 1,1-1,0 0,0 1,0 0,1-1,-1 1,1 0,0 0,1-3,0 1,0 0,0-1,0 1,0-1,1 0,-1 1,1-1,-1 1,1-1,-1 1,1-1,0 0,0 0,-1 1,1-1,0 0,0 0,0 0,1 0,-1 0,0 0,0 0,2 0,16 11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1:42.6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153 7,'-18'0,"-11"0,-4 2,0 1,6 2,15 3,20 0,26-2,24-6,20-6,14-3,2-1,-8 2,-19 4,-20 3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1:42.1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137 136,'-56'168,"-10"70,54-193,10-92,8-4,2 1,2 0,3 0,1 1,3 1,2 0,2 1,24-38,-9 28,-35 56,1 1,-1-1,0 1,0-1,1 1,-1-1,0 1,1 0,-1-1,0 1,1 0,-1 0,1 0,-1 0,0 1,1-1,-1 0,0 0,1 1,-1-1,0 1,1-1,-1 1,0 0,0-1,0 1,0 0,1 0,-1 0,0 0,-1 0,1 0,0 0,0 0,0 0,0 0,-1 1,1-1,-1 0,1 0,-1 1,1-1,-1 0,0 1,0-1,1 0,-1 1,0-1,0 2,3 3,31 76,-4 1,-3 1,-3 2,-5 0,-2 8,11 3,-19-81</inkml:trace>
  <inkml:trace contextRef="#ctx0" brushRef="#br0" timeOffset="279.765">3 390,'16'0,"18"0,23-2,19-4,15 1,6-3,-5 1,-14 1,-19 2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2:57.4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13,'11'14,"11"13,9 14,5 11,2 8,0 6,2 2,-3-1,3-5,0-11,3-14,1-20,-7-13</inkml:trace>
  <inkml:trace contextRef="#ctx0" brushRef="#br0" timeOffset="258.384">710 0,'-7'16,"-6"17,-7 18,-3 17,-3 16,-4 18,-6 16,-3 11,0 4,2-3,8-10,8-13,9-19,5-23</inkml:trace>
  <inkml:trace contextRef="#ctx0" brushRef="#br0" timeOffset="757.135">603 1283,'0'-9,"-1"-1,2 0,0 1,0-1,0 0,1 1,1-1,0 1,0 0,0 0,1 0,1 0,0 1,0-1,0 1,1 1,0-1,1 1,0 0,0 0,0 1,1 0,0 0,0 1,0 0,1 0,0 1,0 0,0 1,0 0,9-2,-15 4,1 1,-1-1,1 1,-1 0,1 0,-1 0,1 0,-1 1,1 0,-1-1,1 1,-1 0,0 1,1-1,-1 1,0-1,0 1,0 0,0 0,-1 0,1 1,0-1,-1 0,1 1,-1 0,0 0,0-1,0 1,-1 1,1-1,0 0,-1 0,0 0,0 1,0-1,0 1,-1-1,1 1,-1-1,0 2,-2 17,0 0,-2 1,0-2,-2 1,0 0,-1-1,-2 0,0-1,-1 0,-1 0,-1-1,0 0,-1-1,-12 11,-124 154,148-182,0-1,0 1,0 0,0-1,0 1,1 0,-1 0,0 0,0 0,1 0,-1 0,0 0,1 0,-1 0,1 0,0 0,-1 0,1 0,0 0,-1 1,1-1,0 0,0 0,0 0,0 1,0-1,0 0,1 0,-1 0,0 0,1 0,-1 1,0-1,1 0,0 0,-1 0,1 0,-1 0,1 0,0 0,0-1,0 1,-1 0,1 0,0-1,0 1,0 0,0-1,0 1,0-1,1 1,-1-1,1 1,15 3,0-1,0-1,1 0,-1-2,1 0,-1 0,4-2,-1 1,79-7,-1-4,65-17,-85 11</inkml:trace>
  <inkml:trace contextRef="#ctx0" brushRef="#br0" timeOffset="1127.283">1458 294,'14'7,"15"2,17 0,15-2,9-2,8-2,1-1,-6 1,-10 6,-17 3</inkml:trace>
  <inkml:trace contextRef="#ctx0" brushRef="#br0" timeOffset="1403.177">1578 722,'14'2,"18"3,19 1,22 2,17-1,11-1,-12-3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3:16.3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55 1,'18'302,"11"404,-33 55,-12-197,25 11,-8-551,12 223,-11 1,-26 210,20-426,-36 384,16-28,17-335,0 63,15-158,-6 21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3:17.0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28,'16'0,"14"-2,16-1,12-2,8-1,8 2,3 1,-1 0,-7 2,-12 1,-16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3:17.35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0,'19'11,"16"7,19-1,16-3,12-3,4-4,-13-3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2:59.17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144 1,'7'1526,"-50"-314,43-1211,-9 186,7 1,17 109,-8-240</inkml:trace>
  <inkml:trace contextRef="#ctx0" brushRef="#br0" timeOffset="6837.804">972 509,'14'121,"-15"-148,1 17,0-1,-1 1,0-1,0 1,-1 0,-1-1,0 1,-4-9,3 13,0 1,0-1,-1 1,0 0,0 0,-1 1,1-1,-1 1,0 1,0-1,0 1,0 0,-1 0,1 0,-1 1,0 0,0 1,1 0,-1 0,0 0,0 0,0 1,0 1,0-1,0 1,0 0,0 1,0-1,0 1,1 1,-1-1,1 1,0 1,-1-1,2 1,-1 0,0 0,-3 3,-5 7,0 0,1 0,1 1,0 1,1 0,1 0,1 1,0 1,1-1,1 2,0-1,2 1,0-1,1 1,1 1,0-1,2 2,-1-11,0 1,1-1,1 1,0-1,0 1,1-1,0 0,1 1,0-1,1 0,0 0,1 0,0 0,0-1,1 1,0-1,1 0,0-1,0 1,1-1,0 0,0-1,1 0,0 0,0-1,8 5,3-2,0-2,1-1,-1 0,1-1,0-1,1-1,-1-1,0-1,1-1,-1 0,1-2,-1 0,0-1,0-2,0 0,0 0,-1-2,0-1,0 0,-1-1,0-1,1-2,11-9</inkml:trace>
  <inkml:trace contextRef="#ctx0" brushRef="#br0" timeOffset="7895.679">1695 469,'-5'106,"-4"-1,-7 13,10-76,-9 71,11-164,-32-354,36 394,-1 5,0-1,1 1,0-1,0 1,1-1,-1 1,2 0,-1-1,0 1,1 0,1 0,-1 0,1 0,0 4,-1 0,1 1,0 0,1-1,-1 1,0 0,0 1,0-1,1 0,-1 1,0 0,1 0,-1 0,0 0,1 0,-1 1,0 0,0-1,1 1,-1 0,0 0,0 1,0-1,0 1,0 0,0-1,-1 1,1 0,-1 1,0-2,13 5,0 1,0 1,-1 1,0 0,-1 1,0 0,0 1,-1 0,0 1,-1 0,-1 1,0 1,-1-1,2 5,-10-15,1 1,-1 0,0 0,0 0,0 0,-1 0,0 0,0 1,0-1,0 0,0 0,-1 0,0 0,0 0,0 0,0 0,0 0,-1-1,0 1,0 0,0-1,0 1,0-1,-1 0,0 0,0 0,0 1,-5 3,0 0,-1 0,1-1,-1-1,-1 1,1-1,0-1,-1 0,0 0,-1-1,0 3,26-4,-1-2,-1 1,0 1,-1-1,1 2,-1 0,0 0,0 1,0 1,0 0,-1 1,1 0,-1 0,-1 1,0 1,0 0,0 0,5 6,-13-11,0 0,-1 1,1-1,-1 0,1 1,-1-1,0 1,0-1,-1 1,1-1,-1 1,1-1,-1 1,0 0,-1-1,1 1,-1-1,1 1,-1 0,0-1,0 0,-1 1,1-1,-1 0,0 1,1-1,-1 0,-1 0,1-1,0 1,-1 0,-1 0,-8 9,0-1,-1 0,0-1,-1-1,0 0,-9 3,-3 2,0-1,-1-2,-1-1,0-1,0-1,0-1,-1-2,0-1,-19 0,12-10,35 5,1 1,-1 0,0-1,1 1,-1 0,1-1,-1 1,1-1,0 1,-1 0,1-1,-1 1,1-1,0 0,0 1,-1-1,1 1,0-1,0 1,-1-1,1 0,0 1,0-1,0 1,0-1,0 0,0 1,0-1,0 1,0-1,0 0,1 1,-1-1,0 1,0-1,0 0,1 1,-1-1,0 1,1-1,-1 1,0-1,1 1,-1-1,1 1,-1 0,1-1,-1 1,1-1,-1 1,1 0,-1 0,1-1,0 1,59-34,-21 17</inkml:trace>
  <inkml:trace contextRef="#ctx0" brushRef="#br0" timeOffset="8346.613">2443 576,'-36'52,"3"1,2 2,3 1,2 2,3 0,-13 49,15-29,21-78,1 0,-1 0,0 0,1-1,-1 1,0 0,0 0,1 0,-1 0,0 0,1 0,-1 0,0 0,1 0,-1 0,0 0,1 0,-1 0,0 0,1 1,-1-1,0 0,0 0,1 0,-1 0,0 0,0 1,1-1,-1 0,0 0,0 0,1 1,-1-1,0 0,0 0,0 1,0-1,1 0,-1 1,0-1,0 0,0 1,0-1,0 0,0 0,0 1,0-1,0 0,0 1,50-110,-41 84,129-437,-125 425,-13 37,0 0,1 1,-1-1,0 0,0 0,1 0,-1 1,0-1,0 0,1 0,-1 0,0 0,1 0,-1 0,0 0,1 0,-1 0,0 0,1 0,-1 0,0 0,1 0,-1 0,0 0,1 0,-1 0,0 0,0 0,1 0,-1 0,0-1,1 1,-1 0,0 0,0 0,1-1,-1 1,0 0,0 0,0-1,1 1,-1 0,0 0,0-1,0 1,0 0,0-1,1 1,-1 0,0-1,0 1,0 0,3 31,-3-30,0 34,3 1,0-1,3 1,0-1,3-1,0 1,3-2,1 1,1-2,5 7,9 6,3-1,2-1,5 3,-12-16,14 31,-34-42</inkml:trace>
  <inkml:trace contextRef="#ctx0" brushRef="#br0" timeOffset="8631.645">2256 897,'16'-5,"16"-3,20-1,18-1,15 2,10 1,2 3,-6 1,-19 2</inkml:trace>
  <inkml:trace contextRef="#ctx0" brushRef="#br0" timeOffset="9439.829">1200 2301,'13'53,"-4"-49,-6-20,-3 10,0 0,-1 0,0 0,0 0,-1 0,1 0,-1 1,0-1,-1 0,0 1,1 0,-2 0,1 0,0 0,-1 0,0 0,0 1,-1 0,1 0,-1 0,0 1,0-1,0 1,-5-2,1 0,0 0,-1 1,1 1,-1-1,0 1,0 1,0 0,0 0,-1 1,1 1,0 0,-1 0,1 1,-5 0,6 2,-1 0,1 0,-1 1,1 0,0 0,1 1,-1 0,1 1,0 0,0 0,1 1,0 0,0 0,1 1,-1-1,2 1,-2 3,-5 9,1 0,0 0,2 1,1 1,0-1,2 1,0 1,1-3,1 0,1 1,1 0,1 0,0-1,3 16,-1-28,0 1,0-1,1 1,0-1,1 0,0 0,0 0,0 0,1 0,1-1,-1 0,1 0,0 0,1 0,0-1,0 0,4 3,3-1,1-1,0 0,1-1,-1-1,1 0,1-1,-1-1,0 0,1-1,-1-1,1 0,0-1,-1-1,1 0,0-1,-1-1,0 0,0-1,0-1,0 0,0-1,-1-1,0 0,11-9,27-21,-10-1</inkml:trace>
  <inkml:trace contextRef="#ctx0" brushRef="#br0" timeOffset="11344.506">799 1953,'18'0,"20"0,21 0,20-2,13-1,10 0,2 1,-5 0,-17 1</inkml:trace>
  <inkml:trace contextRef="#ctx0" brushRef="#br0" timeOffset="12027.062">1882 2194,'-15'56,"2"1,3 0,2 1,2 30,-22 131,22-192,1-21,3-20,18-221,-8 166,-5 41,4-44,3 1,15-52,-24 115,1 0,0 0,0 1,1-1,-1 1,2 0,-1-1,1 1,0 1,0-1,1 1,0-1,0 1,1 1,-1-1,1 1,1 0,-1 0,1 1,-1-1,1 2,0-1,1 1,-1 0,1 0,-1 1,8-1,-7 3,1 1,-1 0,1 0,-1 1,0 0,0 1,0 0,0 0,0 1,-1-1,1 2,-1-1,0 1,0 0,-1 1,1-1,-1 1,-1 1,1-1,-1 1,0 0,-1 0,1 0,-1 1,-1 0,1 0,-2 0,1 0,-1 0,0 0,0 1,-1-1,0 0,-1 1,0-1,0 1,-1-1,0 1,-1-1,0 0,0 1,0-1,-3 4,-2 3,-1-1,0 1,-1-2,-1 1,0-1,-1 0,-1-1,1-1,-2 0,0 0,0-1,-1-1,0 0,0-1,-1-1,0 0,-9 2,41-16,1 1,-1 1,1 0,0 1,0 1,0 1,1 1,-1 0,0 1,1 1,-1 1,0 0,0 2,0 0,0 1,-1 1,0 0,1 2,-14-6,0 0,0 1,-1 0,0 0,1 0,-1 0,0 0,0 0,-1 1,1 0,-1-1,0 1,0 0,0 0,0 0,-1 0,1 1,-1-1,0 0,-1 1,1-1,-1 0,0 1,0-1,0 1,0-1,-1 1,0-1,0 0,0 0,0 1,-1-1,1 0,-1 0,0 0,-2 2,-9 10,0 0,-1-1,-1 0,0-2,-1 1,0-2,-1 0,0-1,-1-1,0-1,-1 0,-7 1,-47 21,5-8</inkml:trace>
  <inkml:trace contextRef="#ctx0" brushRef="#br0" timeOffset="12713.23">77 3437,'5'13,"1"19,-1 20,0 23,-2 24,-3 25,-9 23,-7 16,-3 10,-1-1,4-13,3-19,5-33</inkml:trace>
  <inkml:trace contextRef="#ctx0" brushRef="#br0" timeOffset="13533.778">865 4078,'0'0,"0"0,0 0,-1-1,1 1,0 0,0 0,0-1,0 1,0 0,-1 0,1-1,0 1,0 0,0-1,0 1,0 0,0-1,0 1,0 0,0-1,0 1,0 0,0 0,0-1,0 1,0 0,0-1,0 1,1 0,-1 0,0-1,0 1,0 0,0 0,1-1,-1 1,0 0,0 0,1-1,-1 1,0 0,0 0,1 0,-1 0,0-1,0 1,1 0,-1 0,0 0,1 0,-1 0,0 0,0 0,1 0,-1 0,0 0,1 0,-1 0,0 0,1 0,-1 0,0 0,1 0,-1 0,0 1,0-1,1 0,-1 0,1-4,-1 0,1 0,-1 0,1 0,-1 0,-1 0,1 0,0 0,-1 0,0 0,0 0,0 1,-1-1,1 0,-1 0,0 1,0-1,0 1,0 0,-1 0,1-1,-1 1,0 1,0-1,0 0,0 1,0 0,-1-1,1 1,-1 1,1-1,-1 0,0 1,0 0,-2-1,-3 1,0 0,0 0,0 1,0 0,0 1,0 0,0 0,0 1,0 0,0 0,1 1,-1 0,1 1,0 0,0 0,0 1,-3 3,-5 3,1 1,0 0,1 1,1 1,0 0,1 1,-9 14,10-13,1-1,1 2,0-1,1 1,1 0,1 1,0 0,1 0,1 0,1 1,0-1,2 1,0 0,1-1,0 1,2 0,1-1,2 9,-2-18,1-1,0 0,0 0,1 0,0-1,1 1,-1-1,1 0,1-1,-1 0,1 0,0 0,1-1,-1 0,1 0,0-1,0 0,1 0,-1-1,1 0,0-1,0 0,7 1,9 1,-1-1,1-2,-1 0,1-2,0 0,-1-2,1 0,7-4,-10 2,0-1,0 0,-1-2,0 0,0-2,-1 0,0-1,-1-1,0-1,-1-1,-1 0,12-14,3-11</inkml:trace>
  <inkml:trace contextRef="#ctx0" brushRef="#br0" timeOffset="13782.592">625 3638,'7'2,"18"3,23 1,24-1,22-6,16-6,7-6,-2-4,-21 0</inkml:trace>
  <inkml:trace contextRef="#ctx0" brushRef="#br0" timeOffset="15449.62">1949 3891,'-42'94,"4"1,-19 79,50-153,-4 10,2 0,2 1,1-1,-2 24,12-50,4-18,58-166,-52 134,26-91,42-123,-36 173,-45 85,-1 0,0 0,1 0,-1 0,1 0,-1 0,1 1,-1-1,1 0,0 0,-1 1,1-1,0 0,0 1,0-1,-1 1,1-1,0 1,0 0,0-1,0 1,0 0,0-1,0 1,0 0,0 0,0 0,0 0,0 0,0 0,0 0,0 0,-1 0,1 0,0 1,0-1,0 0,0 1,0-1,0 1,0-1,0 1,-1-1,1 1,0 0,0-1,-1 1,1 0,0-1,-1 1,1 0,-1 0,1 0,-1 0,1 0,18 59,-18-57,62 396,-11-85,-47-286,-3-10</inkml:trace>
  <inkml:trace contextRef="#ctx0" brushRef="#br0" timeOffset="15712.981">1775 4252,'18'0,"18"0,15 0,14 0,9 0,3-2,-2-3,-7-3,-11-3,-15 1</inkml:trace>
  <inkml:trace contextRef="#ctx0" brushRef="#br0" timeOffset="15966.553">1895 3437,'18'-5,"22"-3,25-3,22-2,16-1,9 0,-1 0,-8 2,-21 3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3:26.6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118 214,'-10'37,"2"0,1 0,2 1,2 0,2 0,1 0,1 0,8 35,-3 13,-5-64,-5 64,4-86,0-1,0 1,1 0,-1 0,0-1,0 1,0 0,0-1,0 1,0 0,0-1,0 1,0 0,0-1,0 1,0 0,-1-1,1 1,0 0,0-1,0 1,0 0,0-1,-1 1,1 0,0 0,0-1,0 1,-1 0,1 0,0-1,0 1,-1 0,1 0,0 0,-1 0,1-1,0 1,-1 0,1 0,0 0,0 0,-1 0,1 0,0 0,-1 0,1 0,0 0,-1 0,1 0,0 0,-1 0,1 0,0 0,-1 0,1 1,0-1,-1 0,1 0,0 0,0 1,-1-1,1 0,0 0,0 0,-1 1,-25-175,22 134,-18-273,21 307,0 1,1 0,-1-1,1 0,0 1,0-1,0 1,1-1,0 1,0 0,1-1,-1 1,1 0,0 0,1 0,-1 0,1 0,0 0,0 1,1-1,-1 1,1 0,0 0,0 0,0 1,0-1,1 1,0 0,1-1,5 3,0 1,1 0,-1 1,0 0,0 0,0 2,0-1,0 1,-1 1,1-1,-1 2,0 0,0 0,0 1,3 3,0-2,-1 0,0 2,0 0,-1 0,0 1,-1 0,4 4,-12-11,1 0,0 1,-1-1,0 0,0 1,0-1,0 1,-1-1,1 1,-1 0,0 0,0 0,0 0,-1 0,1 0,-1 0,0 0,0 0,0 0,-1 0,0 0,1-1,-1 1,-1 0,1 0,0 0,-1-1,-1 3,-3 2,-1 0,0-1,0 0,-1 0,1 0,-1-1,-1-1,1 1,-1-1,0-1,0 1,-1-2,1 1,-1-1,-1-1,-31 15,52-10,29-2,-21-3,0 0,0 0,-1 2,1 0,-1 1,0 1,0 0,-1 2,0 0,0 0,1 3,-13-9,-1 1,0-1,0 1,0 0,0 0,-1 1,1-1,-1 0,0 1,0-1,0 1,0 0,-1 0,1 0,-1 0,0 0,0 0,-1 0,1 0,-1 0,0 0,0 0,0 1,-1-1,1 0,-1 0,0 0,0 0,0 0,-1 0,1-1,-1 1,0 0,0-1,-3 4,-10 10,0 0,-2-1,0-1,0 0,-1-2,-1 0,-1-1,0-1,0 0,-13 3,-5 5,-1-3,-1-1,-34 8,70-22,0 0,1 0,-1 0,0 0,0 0,0-1,0 0,0 1,0-2,0 1,0 0,0-1,1 0,-1 0,0 0,0 0,-1-1,4 0,0 0,1 1,-1-1,0 0,1 0,0 0,-1 0,1 0,0 1,0-1,0 0,0 0,0 0,1 0,-1 0,0 0,1 0,0 1,-1-1,1 0,0 0,0 1,0-1,0 0,0 1,0-1,1 1,-1 0,0-1,2 0,34-40,7 1</inkml:trace>
  <inkml:trace contextRef="#ctx0" brushRef="#br0" timeOffset="450.479">933 321,'-13'51,"-2"-1,-3-1,-19 39,25-61,-73 175,135-315,-5-3,26-110,22-61,-90 279,20-29,-14 47,27 144,-17-71,3-2,3-1,4-1,3-1,4-2,26 39,27 29,-79-120,-8-9</inkml:trace>
  <inkml:trace contextRef="#ctx0" brushRef="#br0" timeOffset="713.563">907 574,'25'-2,"28"-1,29-2,23-5,13-3,3 1,-19 3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3:42.7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0,'16'208,"-3"482,-13-543,-15 562,1 124,14-821,0-8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3:46.77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0,'9'251,"17"46,1 35,32 1086,-39-443,-55-16,22-458,0-193,13-271,1-38,-1 0,1 0,0 0,-1 1,1-1,-1 0,1 0,-1 0,1 0,-1 0,0 1,1-1,-1 0,0 0,0 0,0 0,0 0,0 0,0 0,0 0,0 0,0 0,0 0,0 0,-1 0,1 0,0 0,-1 0,1 0,-1 1,1-2,-16-4,-6 2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3:43.91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45 548,'0'93,"2"6,-5-1,-12 75,2-123,4-66,5-51,2 0,7-65,-5 103,2 1,1 0,1 0,1 1,1-1,2 1,1 0,1 1,1 0,8-12,-18 34,1 1,0 0,0-1,1 1,-1 0,0 0,1 1,0-1,0 0,0 1,0-1,0 1,0 0,0 0,1 1,-1-1,1 1,-1-1,1 1,0 0,0 0,-1 1,1-1,0 1,0 0,0 0,-1 0,1 0,0 1,0 0,0-1,-1 1,1 1,0-1,-1 0,1 1,-1 0,0 0,1 0,-1 0,0 1,1 1,4 5,-1 0,-1 1,1 0,-2 1,1 0,-1 0,-1 0,0 0,-1 0,0 1,-1 0,0-1,0 1,-2 0,1 0,-1 0,-1 0,-1 0,1 0,-3 7,2-12,-1 1,1 0,-1-1,-1 1,1-1,-1 0,-1 0,1-1,-1 1,0-1,-2 2,4-5,1-1,-1 0,0 1,1-1,-1 0,0 0,0-1,0 1,0-1,0 1,-1-1,1 0,0 0,-1 0,1-1,-1 1,1-1,-1 0,1 0,-1 0,1 0,0-1,-1 0,1 1,-1-1,1 0,-1-1,5 2,-1 0,1 0,0 0,0 0,-1-1,1 1,0 0,-1-1,1 1,-1 0,1-1,0 1,-1-1,1 1,-1-1,1 1,-1-1,1 1,-1-1,0 1,1-1,-1 0,0 1,1-1,-1 0,0 1,0-1,1 0,-1 1,0-1,0 0,0 1,0-1,0 0,0 0,0 1,0-1,0 0,-1 1,1-1,0 0,0 1,-1-1,1 0,0 1,-1-1,1 0,-1 1,1-1,0 1,-1-1,1 1,-1-1,0 1,1-1,-1 1,1 0,-1-1,0 1,1 0,-1-1,0 1,1 0,-1 0,0 0,1 0,-1 0,0-1,12 1,0-1,0 2,0-1,0 1,0 1,0 0,-1 1,1 0,0 0,-1 1,0 1,0 0,0 0,-1 1,1 0,5 5,0 0,1 0,-1 1,-1 1,0 0,-1 1,10 12,-18-20,0 1,-1-1,0 1,0 0,0 0,-1 1,0-1,0 1,-1 0,0 0,0-1,-1 1,0 0,0 1,-1-1,0 0,-1 3,0-5,-1 0,0 1,-1-1,1 0,-1 0,0-1,-1 1,1-1,-1 1,0-1,-1 0,1-1,-1 1,0-1,0 0,0 0,-1 0,1-1,-1 0,0 0,-12 6,-1 0,0-2,0 0,0-1,-18 2,-82 3,116-12,8-1</inkml:trace>
  <inkml:trace contextRef="#ctx0" brushRef="#br0" timeOffset="646.896">139 1953,'-70'241,"20"-83,44-129,6-29,0 0,1 0,-1 0,0 0,0 0,1 0,-1 0,0 0,0 0,1 0,-1 0,0 0,0 0,1 0,-1 0,0 1,0-1,1 0,-1 0,0 0,0 0,1 0,-1 1,0-1,0 0,0 0,1 0,-1 1,0-1,0 0,0 0,0 0,0 1,0-1,13-27,-2-1,-2-1,0 0,-2 0,2-22,-7 44,69-446,-51 387,-19 65,0 1,0-1,0 1,0-1,0 1,0 0,0 0,0-1,0 1,0 0,0 0,0 0,0 0,0 0,0 0,0 0,0 0,0 1,0-1,0 0,0 1,0-1,0 1,0-1,0 1,0-1,0 1,0-1,0 1,-1 0,1 0,0-1,-1 1,1 0,0 0,-1 0,1 0,-1 0,1 0,-1 0,0 0,1 0,-1 0,0 0,0 0,0 0,1 0,-1 0,0 0,0 0,-1 1,17 43,-2 0,-2 1,-2 0,-3 1,1 17,-6-48,56 476,-53-469,-1-8</inkml:trace>
  <inkml:trace contextRef="#ctx0" brushRef="#br0" timeOffset="842.824">58 2193,'2'5,"8"3,13 0,15 0,13-3,11-3,3-5,-2-4,-10-4,-14-1,-13 1</inkml:trace>
  <inkml:trace contextRef="#ctx0" brushRef="#br0" timeOffset="1071.265">4 1578,'-2'-3,"10"0,21 1,22-3,24-2,19-2,15-4,4-3,-18 2</inkml:trace>
  <inkml:trace contextRef="#ctx0" brushRef="#br0" timeOffset="1605.949">834 0,'-4'104,"5"1,4-1,5 0,9 27,-8-49,15 115,-9 1,-9 1,-10 52,-22-17,-10 0,-13 10,38-200,-1 4,2 1,1 0,3 0,2 0,2-47,-1 0,1 0,0 0,-1 0,1 0,1 1,-1-1,0 0,0 0,1 0,-1 0,1 0,-1 0,1 0,0 0,0 0,0 0,0 0,0 0,1-1,-1 1,0 0,1-1,0 1,-1-1,1 1,0-1,0 1,9-7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33:25.0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0,'78'490,"67"497,-58 326,-84-1226,10 319,18-1,35 122,-56-472</inkml:trace>
  <inkml:trace contextRef="#ctx0" brushRef="#br0" timeOffset="859.464">1203 442,'0'0,"1"1,-1-1,1 0,0 1,-1-1,1 0,-1 0,1 1,0-1,-1 0,1 0,0 0,-1 0,1 0,0 0,0 0,-1 0,1 0,0 0,-1-1,1 1,-1 0,1 0,0-1,-1 1,1 0,-1-1,1 1,0 0,-1-1,1 1,-1-1,1 1,-1-1,0 1,1-1,-1 1,1-1,-1 0,0 1,0-1,1 0,-1 1,0-1,0 1,0-1,0 0,0 0,0 1,0-1,0 0,0 1,0-1,0 0,0 1,0-1,0 0,-1 1,1-1,0 1,0-1,-1 0,1 1,0-5,-1-1,0 1,1 0,-2 0,1 0,0 0,-1 0,0 0,0 1,-1-1,1 1,-1-1,0 1,0 0,-1 0,1 0,-1 1,0-1,0 1,0 0,0 0,0 0,-1 0,0 0,-5-2,0 0,0 0,-1 1,1 0,-1 1,0 0,0 0,0 2,0-1,-10 1,11 2,1 0,-1 0,1 1,-1 0,1 1,0 0,0 1,0 0,0 0,1 1,-1 0,1 0,1 1,-1 0,1 0,0 1,0 0,1 0,0 1,0 0,1 0,0 0,0 1,1 0,-5 7,2 0,1 0,0 1,0-1,2 1,0 1,1-1,1 0,1 1,0 0,1-1,3 18,-1-24,0 0,1 0,1-1,0 1,0-1,1 1,1-1,-1-1,2 1,-1-1,1 0,0 0,1-1,0 0,1-1,-1 0,1 0,1 0,-1-1,1-1,0 0,1 0,-1-1,1 0,0-1,0 0,0-1,10 1,6 0,1-1,0-2,0-1,-1-1,1-1,-1-2,1 0,-1-2,-1-1,0-1,24-12,24-13</inkml:trace>
  <inkml:trace contextRef="#ctx0" brushRef="#br0" timeOffset="16145.092">962 2754,'4'-4,"-1"0,0 0,0-1,0 1,-1-1,1 0,-1 0,0 0,-1 0,1 0,-1 0,0-1,0 1,-1 0,1-1,-1 1,0-4,-2 6,0 1,0-1,0 0,0 1,0-1,0 1,0-1,-1 1,1 0,-1 0,0 0,0 1,0-1,0 0,0 1,0 0,0 0,0 0,0 0,0 0,-1 1,1-1,0 1,-1 0,1 0,0 0,-1 1,1-1,0 1,0 0,-1 0,-11 2,1 0,0 1,0 1,1 0,0 1,0 0,0 1,0 0,1 1,1 1,-1 0,1 1,1 0,0 0,0 1,1 0,0 1,1 0,1 0,0 1,0 0,1 0,1 1,0 0,1-1,0 2,2-1,-1 0,2 1,0-1,0 1,2-1,-1 1,2-1,0 0,1 1,0-1,1 0,1 0,0-1,1 0,0 0,1 0,1 0,0-1,0-1,2 2,-1-5,0-1,0 1,1-2,0 1,0-1,1-1,-1 0,1 0,0-1,1 0,-1-1,1 0,-1-1,1-1,0 0,0 0,0-1,0 0,0-1,7-2,-4 1,0-1,0-1,-1 0,1-1,-1 0,0-1,-1-1,0 0,0-1,0 0,-1-1,0-1,0 0,-2 0,10-12,5-10</inkml:trace>
  <inkml:trace contextRef="#ctx0" brushRef="#br0" timeOffset="16423.973">668 2393,'9'0,"15"0,16 0,15 0,15 0,11 0,7 0,1 0,-4 0,-7-2,-15-1,-18-2,-16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5:20.74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 1,'-4'0,"6"15,14 27,1-1,2 0,1-2,3 0,1-2,2 0,1-2,2 0,1-3,1 0,2-2,2-1,0-2,27 14,-20-12,-20-16,-1 1,-1 1,0 0,-1 2,0 0,10 14,-21-19,-3-4,-8-19,-1 0,1-1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5:21.8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641 1,'-65'103,"-101"141,-83 82,185-244,-33 58,99-141,4-8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5:22.59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48 62,'0'0,"1"-1,-1 1,0-1,1 1,-1 0,1-1,-1 1,1-1,-1 1,1 0,-1-1,1 1,-1 0,1 0,-1-1,1 1,-1 0,1 0,0 0,-1 0,1 0,0 0,-1 0,1 0,-1 0,1 0,0 0,-1 0,1 0,-1 0,1 0,0 1,-1-1,1 0,-1 0,1 1,-1-1,1 1,-1-1,1 0,-1 1,1-1,-1 1,0-1,1 1,-1-1,0 1,1-1,-1 1,0-1,0 1,0-50,-1 48,1 1,0-1,0 0,-1 0,1 0,-1 1,1-1,0 0,-1 1,1-1,-1 0,0 1,1-1,-1 0,1 1,-1-1,0 1,0-1,1 1,-1 0,0-1,0 1,1 0,-1-1,0 1,0 0,0 0,0 0,1 0,-1-1,0 1,0 1,0-1,0 0,0 0,1 0,-1 0,0 0,0 1,0-1,1 0,-1 1,0-1,0 1,1-1,-1 1,0-1,1 1,-1-1,0 1,1 0,-1-1,1 1,-1 0,-31 42,32-42,-1 0,1 0,-1 0,1 1,0-1,-1 0,1 0,0 0,0 0,0 1,0-1,0 0,0 0,0 0,0 1,1-1,-1 0,0 0,1 0,-1 0,1 0,-1 0,1 0,0 0,-1 0,1 0,0 0,0 0,-1 0,1 0,0 0,0-1,0 1,0 0,0-1,0 1,0-1,1 1,-1-1,0 0,0 1,0-1,1 0,22 3,3-5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5:23.62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764 225,'7'-51,"-9"44,1 0,-1 1,-1-1,1 0,-1 1,0-1,-1 1,1 0,-1 0,0 0,-1 0,0 1,0 0,0 0,0 0,-1 1,1-1,-6-2,-3-1,-1 0,0 0,0 1,0 1,-1 1,0 0,-11-1,8 2,-1 2,1 1,-1 0,0 1,1 2,-1 0,0 0,1 2,0 1,0 0,0 1,1 1,0 1,0 1,0 0,2 1,-1 1,1 0,1 2,0 0,0 0,1 1,1 1,1 0,0 1,1 0,-7 15,4-2,1 1,2 0,1 1,1-1,1 2,2-1,2 1,1 0,1 0,1 0,2 0,2 0,5 27,-4-39,1 1,0-1,2 0,1 0,0-1,1 0,1 0,1-1,1-1,0 0,1 0,1-1,1-1,0-1,1 0,0 0,1-2,0 0,1-1,1-1,-1 0,2-2,16 6,-7-6,0-2,1-1,-1-1,1-1,0-2,0-1,0-1,0-2,0 0,-1-3,1 0,-1-2,-1-1,0-1,0-1,-1-2,0-1,-1-1,9-7,-1-12,-32 23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5:25.7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67 0,'0'16,"0"14,0 16,-2 12,-1 8,-3 8,-1 5,-1 0,0-5,-2-5,1-8,3-7,1-8,2-10,4-14,2-9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5:26.09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199 1,'48'57,"2"-2,45 37,-6-6,-50-50,-1 2,-2 1,-2 2,-1 1,-3 2,-1 0,-2 2,-3 2,11 29,-31-65,-1-1,0 1,-1 0,0 1,-1-1,0 0,-1 0,-1 0,0 1,-1-1,0 0,0 0,-1 0,-1-1,0 1,-1-1,0 0,-1 0,0 0,0-1,-1 0,-3 2,-8 10,-2-2,-1 0,0-1,-1-2,-1 0,-1-1,0-1,-1-2,0 0,-1-2,-1-1,0 0,-3-2,-13 3,-1-1,-1-3,0-2,1-1,-1-3,-1-1,-38-6,55 1,30 5,-1 0,0 0,1 1,-1-1,0 0,1 0,-1 0,0 0,1 0,-1 0,0 0,1 0,-1 0,0 0,1 0,-1 0,0 0,1 0,-1 0,0 0,1-1,-1 1,0 0,1 0,-1 0,0 0,0-1,1 1,-1 0,0 0,1-1,-1 1,0 0,0 0,0-1,1 1,-1 0,0-1,0 1,0 0,0-1,0 1,0 0,0-1,0 1,0 0,1-1,-1 1,-1 0,1-1,0 1,0 0,0-1,0 1,0 0,0-1,0 1,0 0,0-1,-1 1,1 0,0 0,0-1,0 1,-1 0,1 0,0-1,0 1,-1 0,2-1,23-6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5:26.6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111 81,'3'178,"11"-134,-14-43,0 0,1 0,-1 0,0 0,1 0,-1 0,1 0,0-1,-1 1,1 0,0 0,-1-1,1 1,0 0,0-1,0 1,0-1,-1 1,1-1,0 1,0-1,0 0,0 1,0-1,0 0,0 0,0 0,0 0,0 0,0 0,0 0,0 0,0 0,0 0,0-1,0 1,0 0,0-1,0 1,0-1,0 1,-1-1,2 1,4-7,1 0,-1 1,-1-2,1 1,-1-1,0 0,-1 0,0 0,0 0,-1-1,0 0,1-6,-1 5,0 0,-1 0,0-1,-1 1,0 0,-1 0,0-1,0 1,-1 0,-1-1,0 0,1 7,0 0,0-1,-1 1,0 0,1 0,-1 0,-1 0,1 0,-1 1,1-1,-1 1,0-1,0 1,-1 0,1 0,-1 1,1-1,-1 1,0 0,0-1,0 2,0-1,0 0,0 1,-1 0,-3-1,3 1,0 1,-1-1,1 1,-1 0,1 0,0 1,-1-1,1 1,0 0,-1 1,1-1,0 1,0 0,0 1,0-1,1 1,-1 0,1 0,-1 0,1 0,0 1,0 0,1 0,-1 0,1 0,0 1,0-1,0 1,1 0,-1 0,1 0,1 0,-1 0,0 0,1 1,0-1,1 0,-1 1,1-1,0 0,0 1,1-1,-1 1,1-1,0 0,1 1,20 25,6-6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5:26.88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1,'16'16,"17"14,16 14,15 10,14 8,9 4,3 3,-3 0,-3-2,-9-5,-9-7,-11-6,-13-9,-12-11,-10-10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5:27.13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668 1,'-14'7,"-15"13,-15 18,-11 20,-10 22,-9 19,-4 16,0 3,6-2,11-12,14-17,15-18,17-21,11-19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5:27.52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106 2,'-6'-1,"-1"1,1 0,-1 0,1 1,-1 0,1 0,-1 0,1 1,-1 0,1 0,0 1,0 0,0 0,1 0,-2 2,6-5,1 1,-1-1,1 1,0-1,-1 1,1 0,0-1,0 1,-1-1,1 1,0-1,0 1,0 0,0-1,0 1,0 0,0-1,0 1,0-1,0 1,0 0,0-1,0 1,0 0,1-1,-1 1,0-1,0 1,1-1,-1 1,0-1,1 1,-1-1,1 1,-1-1,1 1,-1-1,1 0,-1 1,1-1,-1 0,1 1,-1-1,1 0,-1 0,1 1,0-1,-1 0,34 12,30 0,0-3,1-3,0-3,14-3,-50 0,765-13,-769 13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5:28.72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67 40,'-2'0,"1"0,-1 1,1-1,-1 1,0 0,1-1,-1 1,1 0,-1 0,1 0,0 0,0 0,-1 1,1-1,0 0,0 0,0 1,0-1,0 1,0-1,1 1,-1-1,0 1,1-1,-1 1,1 0,-1-1,1 1,0 0,0-1,0 1,0 0,0 0,0-1,0 1,1 0,-1-1,1 1,-1 0,1-1,0 1,-1-1,1 1,0-1,0 1,0-1,0 0,0 1,0-1,1 0,-1 0,0 0,1 0,-1 0,0 0,1 0,0 0,-1-1,1 1,-1-1,1 1,1-1,-1 0,1 0,-1 0,1 0,-1 0,1-1,-1 1,1-1,-1 0,0 0,1 0,-1 0,0 0,0 0,1 0,-1-1,0 1,0-1,-1 0,1 1,0-1,-1 0,1 0,-1 0,1 0,-1-1,0 1,0 0,0 0,0-1,0 1,0-3,0 3,0 1,-1-1,1 0,-1-1,1 1,-1 0,0 0,1 0,-1 0,0 0,0 0,-1 0,1 0,0 0,-1-1,1 1,-1 0,0 0,0 1,1-1,-1 0,0 0,-1 0,1 0,0 1,-1-1,1 1,0-1,-1 1,0-1,1 1,-1 0,0 0,0 0,0 0,0 0,1 0,-1 0,0 1,-1-1,-1 1,0-1,0 1,-1 0,1 0,0 0,0 1,-1-1,1 1,0 0,0 0,0 1,0-1,0 1,0 0,0 0,0 1,2-2,1 0,-1 0,1 0,-1 0,1 0,-1 0,1 1,0-1,0 0,0 1,0 0,0-1,0 1,0-1,0 1,0 0,1 0,-1-1,1 1,-1 0,1 0,0 0,0-1,0 1,0 0,0 0,0 0,0 0,0 0,1-1,-1 1,1 0,0 0,-1-1,1 1,0 0,0 0,12 16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5:30.01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45 7,'0'0,"0"-1,1 1,-1-1,0 1,1 0,-1-1,0 1,1-1,-1 1,0 0,1-1,-1 1,1 0,-1 0,1-1,-1 1,0 0,1 0,-1 0,1-1,-1 1,1 0,-1 0,1 0,-1 0,1 0,-1 0,1 0,0 0,-1 0,1 0,-1 0,0 1,1-1,-1 0,1 0,-1 0,1 1,-1-1,1 0,-1 1,0-1,1 0,-1 1,1-1,-1 0,0 1,1-1,-1 1,0-1,0 1,1-1,-1 0,0 1,0-1,0 1,0-1,0 1,0-1,1 1,-1-1,0 1,4 40,-4-34,52 827,-38-221,-29 58,3 136,5-683,-6 0,-8 19,-14 125,6 273,29-230,13-155,-23-167,1-5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5:31.24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 1,'59'1080,"-2"-188,-62-578,-34 209,-5 121,17 65,26-457,-1-248,-1-11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5:32.32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1,'22'422,"48"359,-43-495,-10 208,4 48,-21-420,-6-1,-10 46,-16 481,8-242,11-254,14-140,-1-3,-3-22,1-6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5:33.2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431 0,'-11'21,"-11"17,-8 17,-9 14,-8 12,-8 10,-4 5,-1 3,1 0,10-17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5:34.7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273 64,'2'11,"1"0,0 0,1 0,0 0,0 0,2-1,-1 0,1 0,0-1,1 1,0-1,1-1,0 1,0-1,0-1,1 0,1 0,4 3,54 40,2-2,46 21,-62-39,-1 2,-2 2,-1 3,-2 2,31 32,-68-59,-1 0,0 0,0 1,-1 0,-1 1,-1 0,0 0,1 4,-2-6,-10-13,-81-34,49 24,24 7,1-1,-1 0,1 0,0-1,0-1,1 0,0 0,0-1,1 0,0-1,-1-1,-19-19,-2 1,-2 1,0 2,-1 1,-2 2,-12-5,-34-19,31 20,0-2,2-3,1-2,1-2,2-2,-33-35,-45-98,186 228,-52-41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5:37.15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604 14,'0'-1,"0"1,-1-1,1 0,-1 0,1 0,-1 1,1-1,-1 0,0 1,0-1,1 0,-1 1,0-1,0 1,1-1,-1 1,0 0,0-1,0 1,0 0,0-1,0 1,0 0,1 0,-1 0,0 0,0 0,0 0,0 0,0 0,0 0,0 0,0 1,0-1,0 0,1 1,-1-1,0 1,0-1,0 1,0 0,-33 26,8 6,0 0,3 2,1 1,-17 36,14-25,-309 557,296-520,35-82,2-6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5:37.62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 1,'-1'1,"-1"0,1 0,0 1,-1-1,1 0,0 1,0-1,0 1,0 0,0-1,0 1,0 0,0-1,1 1,-1 0,1 0,-1 0,1 0,0 0,0 0,0-1,0 1,0 0,0 0,0 0,1 0,-1 0,1 0,-1-1,1 1,0 0,0 0,-1-1,1 1,1 0,-1-1,0 1,0-1,0 0,1 1,-1-1,2 1,14 16,1 0,0-1,1-1,1-1,1 0,0-2,12 6,-11-6,-11-7,105 65,-4 4,29 29,119 140,-166-176,-94-68,0 0,0-1,0 1,0 0,0 0,0 0,0 0,-1-1,1 1,0 0,0 0,0 0,0 0,0-1,0 1,0 0,0 0,0 0,0-1,0 1,0 0,0 0,0 0,0-1,0 1,0 0,1 0,-1 0,0 0,0-1,0 1,0 0,0 0,0 0,0 0,1 0,-1-1,0 1,0 0,0 0,0 0,0 0,1 0,-1 0,0 0,0 0,0 0,1-1,-15-17,-4-2,0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5:38.54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1,'854'0,"-699"12,-224-11,-127-3,164-1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5:39.01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49,'33'10,"180"-26,53 5,141-13,-354 17,-51 7,-13 2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03.64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236 121,'1'1,"0"-1,-1 1,1-1,0 1,0-1,0 1,0-1,0 1,0-1,0 0,0 0,0 1,0-1,0 0,0 0,0 0,0 0,0 0,0 0,0 0,0-1,-1 1,1 0,0-1,0 1,0 0,0-1,0 1,0-1,0 1,-1-1,1 0,0 1,0-1,-1 0,1 1,0-1,-1 0,1 0,-1 0,1 0,-1 1,1-1,1-1,-1 0,1 1,0-1,-1 0,1 0,-1 1,1-1,-1 0,0-1,0 1,0 0,0 0,0 0,-1-1,1 1,0 0,-1-1,0 1,0 0,0-1,0 1,0-1,0 1,0 0,-1-1,1 1,-1 0,0-1,0 1,0 0,0 0,0 0,0 0,0 0,-1 0,1 0,-1 0,0-1,-6-1,0 0,0 0,0 1,0 0,-1 1,1-1,-1 1,0 1,0 0,1 0,-1 1,0 0,0 0,0 1,0 0,1 1,-1 0,1 0,-1 1,1 0,0 1,0 0,-4 2,7-3,0-1,1 2,-1-1,1 0,-1 1,1 0,0 0,1 0,-1 0,1 1,-1 0,1-1,1 1,-1 0,1 0,0 1,0-1,0 0,1 1,0-1,0 1,0 0,1-1,0 3,1 25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03.89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1,'22'2,"22"3,19 3,12 3,8 3,-2 7,-8 6,-9 10,-16 13,-16 13,-22 17,-31 17,-38 22,-42 20,-49 16,0-18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15.0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388 1,'-20'2,"0"0,1 2,0 1,0 0,0 1,0 1,1 1,0 1,1 0,-1 1,-12 11,18-15,1 2,0 0,0 0,0 1,1 0,1 0,-1 1,1 1,1 0,0 0,1 0,0 1,1 0,0 1,1-1,-4 14,8-22,1 1,0 0,0 0,0 0,1 0,0 0,0 0,0 0,0-1,1 1,0 0,0-1,0 1,1-1,-1 0,1 0,0 0,0 0,0 0,1-1,-1 1,1-1,0 0,0 0,1 0,113 58,-112-59,25 11,86 41,-111-50,-1-1,1 1,-1 0,0 1,0-1,-1 1,1 0,-1 0,0 0,0 1,-1-1,0 1,0 0,0 0,-1 0,1 0,0 4,-4 0,1 0,-1 0,-1-1,0 1,0-1,-1 1,-1-1,1 0,-1 0,-1 0,1-1,-2 1,1-1,-1 0,0-1,-1 0,1 1,-2-2,1 1,-1-1,0-1,0 1,-3 0,-3 5,-1-1,0-1,-1 0,0-1,-1-1,1 0,-1-1,-12 2,27-7,1-1,-1 1,1-1,-1 0,1 0,0 1,-1-1,1 0,-1 0,1 0,-1-1,1 1,-1 0,1 0,-1-1,1 1,0-1,-1 1,1-1,0 0,-1 0,1 1,0-1,0 0,0 0,0 0,0 0,0 0,0-1,0 1,0 0,0 0,0-1,1 1,-1 0,1-1,-1 1,1 0,-1-1,1 1,0-1,0 1,0-1,0 1,0-1,0 1,0-1,0 1,0-1,1 1,-1 0,1-1,-1 1,1-1,-1 1,1-1,13-29,3-1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15.43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 0,'0'46,"-2"-22,2 1,0-1,2 0,0 0,2 0,1 0,0 0,6 10,-11-31,1 0,0 0,0 0,0 0,1 0,-1-1,1 1,-1 0,1-1,0 1,0-1,0 0,0 0,0 1,1-1,-1-1,1 1,-1 0,1-1,0 1,0-1,-1 0,1 1,0-2,0 1,0 0,0 0,0-1,0 0,0 0,1 0,-1 0,0 0,0 0,0-1,0 0,0 1,0-1,0 0,2-2,7-7,-1-1,-1 0,0-1,0 0,-1 0,0-1,-1-1,-1 1,0-1,-1 0,-1-1,0 1,0-6,24-71,-28 91,0 0,-1 0,1 1,0-1,0 1,0-1,-1 1,1-1,0 1,-1-1,1 1,0 0,-1-1,1 1,-1 0,1 0,-1-1,1 1,-1 0,1 0,-1 0,0-1,1 1,-1 0,0 0,0 0,0 0,0 0,0 0,0 0,0-1,0 1,0 0,0 0,0 0,-1 0,1 0,0 0,0 1,1 3,2 20,2 0,1-1,1 1,0-2,2 1,10 18,-2-15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16.3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1,'1'40,"2"0,2 0,1-1,3 0,0 0,9 17,-17-52,1 2,0 1,0-1,0 0,1 1,-1-1,2 0,-1-1,1 1,-1-1,2 1,-1-1,0 0,1-1,4 4,-7-7,0-1,0 0,-1-1,1 1,0 0,-1 0,1-1,0 1,0-1,-1 1,1-1,-1 0,1 0,-1 1,1-1,-1 0,1-1,-1 1,0 0,0 0,0 0,1-1,-1 1,0-1,-1 1,1-1,0 1,0-1,-1 1,1-1,0 0,0 0,12-23,-2-1,0-1,-2 0,-1-1,-1 1,-1-1,0-10,2-3,-6 117,-2-72,16 102,-15-103,1 1,-1-1,1 1,0-1,-1 1,2-1,-1 0,0 0,0 0,1 0,0-1,0 1,-1 0,1-1,1 0,-1 0,0 0,0 0,1-1,-1 1,1-1,0 0,-1 0,1 0,0 0,2 0,5-2,-1 0,1-1,-1 0,1 0,-1-1,0-1,0 0,0 0,-1-1,1 0,-1 0,0-1,-1-1,1 1,-1-1,-1-1,1 1,-1-1,0-1,2-4,-9 13,1 1,-1-1,0 1,0 0,0-1,0 1,1-1,-1 1,0-1,0 1,1-1,-1 1,1-1,-1 1,0-1,1 1,-1-1,1 0,-1 1,1-1,-1 1,1-1,-1 0,1 0,-1 1,1-1,0 0,-1 0,1 0,-1 0,1 0,0 0,-1 0,1 0,-1 0,1 0,0 0,-1 0,1 0,-1 0,1 0,-1-1,1 1,0 0,-1 0,1-1,-1 1,1 0,-1-1,1 1,-1-1,0 1,1-1,-1 1,1 0,-1-1,0 1,0-1,1 0,-1 1,0-1,0 1,1-1,-1 1,0-1,0 0,2 6,-1 1,2-1,-1 0,0 0,1 0,0 0,0-1,1 1,-1-1,1 0,0 0,0 0,0 0,1-1,-1 1,1-1,0 0,0-1,0 1,0-1,0 0,0 0,1-1,-1 0,1 0,1 0,11 4,1-2,-1 0,1-1,0-1,0-1,0-1,0 0,0-1,0-1,-1-1,10-4,-26 7,1 0,-1 1,0-1,1 1,0-1,-1 1,1 0,-1 0,1 0,-1 0,1 0,-1 1,1-1,-1 1,1-1,-1 1,1 0,-1 0,0 0,1 1,-1-1,0 0,0 1,0-1,0 1,1 1,2 1,-1-1,1 1,0-1,0 0,0-1,1 1,-1-1,0 0,1 0,0-1,-1 0,1 0,0 0,0 0,0-1,-1 0,1 0,0-1,0 0,0 0,-1 0,1-1,0 1,-1-1,0-1,1 1,-1-1,0 0,0 0,0 0,-1-1,1 0,-1 0,0 0,0 0,0-1,-1 1,0-1,1 0,-2 0,1 0,0-1,-1 1,0-1,-1 1,1-1,-1 0,0 1,0-3,-1-2,-1-1,0 1,0 0,-1-1,0 1,-1 0,0 0,-1 0,0 0,0 1,-1 0,-1 0,1 0,-1 0,-1 1,1 0,-2 0,1 1,-1 0,0 0,0 1,-9-5,14 9,-1 1,1 0,0 0,0 0,-1 0,1 0,0 1,-1-1,1 1,-1 0,1 0,-1 1,1-1,0 1,-1-1,1 1,0 0,0 0,-1 1,1-1,0 1,0-1,0 1,0 0,1 0,-1 0,1 1,-1-1,1 1,0-1,-1 2,-5 6,0 0,1 1,0 0,1 0,0 1,1-1,-4 12,-10 77,18-96,1-1,0 1,0 0,1-1,-1 1,1 0,0-1,0 1,0-1,0 0,0 1,1-1,0 0,-1 0,1 1,0-2,1 1,-1 0,0 0,1-1,0 1,-1-1,1 0,0 0,0 0,3 2,29 5,2-6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16.62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360 112,'-11'-16,"-11"-10,-9 0,-5 4,-6 6,-3 10,0 13,3 12,6 10,9 8,9 6,13 4,14 1,14-1,3-8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16.8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1,'7'16,"7"7,7 3,10-2,13-4,15-6,18-9,-4-7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17.04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0,'2'14,"3"20,3 22,3 23,1 20,-1 14,-2 8,-4 4,-6-3,-8-7,-2-22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17.32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2 104,'-1'-3,"1"0,0 0,-1 0,1 0,1-1,-1 1,0 0,1 0,-1 0,1 0,0 0,0 0,0 0,1 0,-1 0,1 0,-1 1,1-1,0 1,0-1,0 1,0 0,0 0,1-1,-1 2,1-1,0 0,-1 0,1 1,0-1,3 0,5-2,0 0,1 1,0 0,-1 1,1 0,0 1,11 1,-3-1,0 0,0 2,0 1,0 0,-1 2,1 0,-1 1,0 1,0 0,-1 2,0 0,0 1,-1 1,0 1,-14-9,0 0,0 1,0-1,-1 1,1-1,-1 1,0 0,0 0,0 0,0 0,-1 0,1 0,-1 1,1-1,-1 1,0-1,-1 1,1-1,-1 1,1-1,-1 1,0-1,0 1,-1 0,1-1,-1 1,1-1,-1 1,0-1,-1 0,1 1,-1 0,-8 9,0-1,-1 0,0-1,-1 0,0-1,-1 0,0-1,0 0,-1-1,0-1,-1 0,0-1,0-1,0 0,-10 2,-12 3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18.0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1 559,'41'-537,"-40"519,0 17,0 1,0-1,-1 1,1 0,0-1,0 1,0 0,0 0,0 0,-1 0,1 0,0 0,0 0,0 0,0 0,0 0,0 0,0 0,-1 1,1-1,0 0,0 0,0 1,0-1,-1 1,1-1,0 1,0-1,-1 1,1 0,0-1,-1 1,8 3,18 5,2-2,-1 0,1-2,0-1,0-1,19-2,-13 1,0 1,-1 1,1 2,7 3,-38-8,1-1,-1 1,0 0,1 0,-1 0,0 0,0 1,0-1,0 1,0 0,0 0,0 0,0 0,-1 0,1 1,-1-1,0 1,0-1,0 1,0 0,0 0,0 0,-1 0,0 0,1 1,-1-1,0 0,-1 0,1 1,0-1,-1 1,0-1,0 1,0-1,0 0,-1 1,1 0,-41 97,34-87,0-1,1 2,0-1,1 1,1 0,0 0,-1 13,5-25,-1 0,2-1,-1 1,0 0,0 0,1-1,0 1,-1 0,1 0,0-1,1 1,-1-1,0 1,1-1,-1 0,1 1,0-1,-1 0,1 0,0 0,0 0,1-1,-1 1,0 0,1-1,-1 0,1 1,-1-1,1 0,-1 0,1 0,0-1,0 1,-1-1,1 0,1 1,105-4,-91 1,0-1,-1-2,0 1,1-2,-2 0,1-2,-1 1,0-2,0 0,-1-1,-1 0,5-5,-21 66,1-46,1 0,0-1,1 1,-1 0,1 0,0 0,0 0,1 0,-1 0,1-1,0 1,0-1,1 1,-1-1,1 0,0 0,0 0,0 0,1-1,0 1,-1-1,1 0,0 0,0 0,1-1,-1 1,1-1,-1 0,1 0,-1-1,1 1,0-1,0 0,0-1,0 1,0-1,0 0,0 0,0 0,0-1,0 1,0-1,3-2,3 0,-1-1,0 0,0 0,-1-1,1 0,-1-1,0 0,-1-1,0 0,0 0,0-1,-1 1,0-2,0 1,-1-1,0 0,0 0,-1-1,-1 0,0 0,0 0,-1 0,0 0,0-1,-1 0,-1-2,0 9,-2 0,1 1,0-1,-1 1,0-1,1 1,-2-1,1 1,0 0,0 0,-1-1,0 1,0 0,0 0,0 0,0 1,-1-1,1 1,-1-1,1 1,-1 0,0-1,0 2,0-1,0 0,0 0,-1 1,1 0,0 0,-1 0,1 0,-1 0,-1 1,-3-1,0 0,1 0,-1 1,0 1,1-1,-1 1,0 1,1-1,-1 1,1 0,0 1,0 0,0 0,0 1,-1 1,3-3,1 0,0 1,0-1,0 1,0 0,1 1,-1-1,1 1,0-1,0 1,0 0,0 0,1 0,-1 1,1-1,0 0,1 1,-1 0,1-1,0 1,0 0,0 0,0-1,1 1,0 0,0 0,1 0,-1 0,1 1,9 13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18.63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355 860,'1'-5,"0"1,-1 0,0-1,0 1,0-1,-1 1,1 0,-1-1,0 1,0 0,0 0,-1 0,0 0,0 0,0 0,0 0,0 0,-1 1,1-1,-1 1,0 0,0-1,-1 1,1 1,-1-1,1 1,-1-1,0 1,0 0,0 0,0 1,0-1,0 1,0 0,-1 0,1 0,-1 0,-7 2,0 0,0 1,0 0,1 1,-1 1,1-1,-1 2,1 0,0 0,1 1,-1 0,1 1,0 0,1 0,0 1,0 1,1-1,0 1,0 1,1-1,0 1,1 1,0-1,0 1,1 0,1 0,0 1,1 0,-2 8,3-14,1 0,0-1,1 1,-1 0,1 0,0 0,1-1,-1 1,1 0,1 0,-1-1,1 1,-1-1,2 1,-1-1,0 0,1 0,0 0,1 0,-1 0,1-1,-1 1,2-1,-1 0,0 0,1-1,-1 1,1-1,0 0,0 0,0-1,6 3,1-1,0 0,1-1,0 0,-1-1,1 0,0-1,0 0,0-1,0-1,0 0,0 0,0-2,0 1,-1-2,1 0,-1 0,0-1,0-1,-1 0,0 0,0-1,0 0,-1-1,0-1,0 1,-1-2,0 1,-1-1,0 0,3-6,6-18,-2-1,0-1,-3-1,-1 0,-1 0,-3-1,-1 0,1-33,-4 52,17-172,-8-1,-9-18,-4 182,-4 23,-1 18,-13 45,3 1,-9 59,21-97,-15 88,4 1,6 1,3 60,5-151,0 0,2 0,0 1,1-1,1-1,0 1,2 0,0-1,2 0,0 0,1-1,3 5,-8-19,1 0,-1 1,1-2,0 1,1 0,-1-1,0 0,1 0,0 0,0 0,0-1,0 0,0 0,0 0,0-1,1 1,-1-1,1-1,2 1,25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18.8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 14,'-5'-2,"-3"-4,-1 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21.93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 1,'-5'16,"-1"16,0 15,1 10,2 9,1 5,1 4,0-2,1-6,0-15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22.26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104 242,'-98'-163,"97"161,0 1,1-1,-1 0,1 1,-1-1,1 0,-1 0,1 1,0-1,0 0,0 0,0 0,0 1,0-1,1 0,-1 0,1 1,-1-1,1 0,-1 1,1-1,0 0,0 1,0-1,0 1,0 0,0-1,0 1,0 0,1-1,-1 1,1 0,-1 0,2-1,61-17,-41 17,0 0,0 2,0 1,0 0,-1 2,1 1,-1 0,1 2,-1 0,-1 2,1 0,-1 1,-1 2,0 0,0 1,-1 1,-1 0,0 2,-1 0,7 9,-19-20,0 1,-1 0,1 0,-1 0,-1 0,1 1,-1-1,0 1,0 0,0 0,-1 0,0 0,0 1,-1-1,0 0,0 1,0-1,-1 1,0-1,0 1,-1 0,0-1,0 0,0 1,-1-1,0 0,0 1,0-1,-1 0,0-1,0 1,-1 0,0-1,-10 8,0-1,-2-1,1 0,-2-1,1 0,-1-1,0-1,-1-1,0-1,0 0,-1-1,-17 2,8-2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23.06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1 341,'15'-26,"-2"-1,0 0,-2-1,-1 0,-1-1,4-24,-12 47,1 1,-1-1,-1 0,1 0,-1 0,0-1,0 1,-1 0,1 0,-1 0,-1 1,1-1,-1 0,0 0,0 1,-1-1,0 1,0 0,0-1,-2-1,63 15,217 5,-272-13,66 9,-67-8,0 0,0-1,0 1,-1 0,1 0,0 0,0 0,-1 0,1 0,-1 0,1 1,-1-1,1 1,-1-1,0 1,0-1,1 1,-1 0,-1 0,1-1,0 1,0 0,-1 0,1 0,-1 0,1 0,-1 0,0 0,0 0,0 0,0 2,-39 158,39-159,0 0,1 0,-1 0,1 0,0 0,0 0,0 0,0 0,1 0,-1-1,1 1,-1-1,1 1,0-1,0 1,0-1,1 0,-1 0,0 0,1 0,-1-1,1 1,0-1,-1 1,1-1,0 0,0 0,0 0,0 0,1 0,95 8,-96-9,79-6,-79 6,1 0,-1 0,1 1,-1-1,0 1,0 0,1 0,-1 0,0 0,0 1,0-1,0 1,0 0,0 0,-1 0,1 0,0 1,-1-1,0 0,0 1,1 0,-1 0,31 26,-28-26,0 0,1 0,-1 0,1-1,0 0,0 0,0 0,0-1,0 0,0 0,0-1,0 1,0-1,0-1,1 1,-1-1,0 0,0-1,0 1,0-1,-1 0,1-1,0 1,-1-1,1 0,-1 0,0-1,0 0,-1 0,1 0,2-4,-2 2,0-1,-1 0,0 0,0-1,-1 1,0-1,0 0,-1 1,0-1,0-1,-1 1,0 0,0 0,-1 0,0-1,0 1,-1 0,0 0,-1 0,0 0,0 0,0 0,-1 0,-1 1,0-2,1 6,0 0,-1 0,1 0,-1 0,0 1,0 0,0-1,0 1,0 1,0-1,0 0,-1 1,1 0,-1 0,1 1,-1-1,1 1,-1 0,0 0,1 0,-1 1,1-1,-1 1,1 0,-1 1,-7 1,1 0,-1 2,1-1,0 1,0 1,0 0,1 1,-9 6,11-6,0 1,0 0,0 0,1 0,0 1,1 0,0 1,-1 1,6-8,-1 0,0 0,1 0,-1 0,1 0,0 0,0 1,0-1,1 0,-1 1,1-1,0 0,0 1,0-1,0 1,0-1,1 0,0 1,0-1,-1 0,2 0,-1 1,0-1,1 0,-1 0,1 0,0-1,1 2,26 16,5-5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23.36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95 162,'-9'-18,"-6"-14,-4-4,1 0,3 10,5 12,3 15,6 13,2 8,4 6,2 3,-2-3,-1-3,-1-8,-1-9,-1-8,-1-5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23.73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79 144,'-11'-19,"-4"-9,-2-4,2 2,4 9,4 9,5 10,3 7,1 5,1 3,1 2,1 1,-1 1,-1-1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25.05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428 739,'-20'-10,"0"0,0 2,-1 0,0 1,0 1,0 1,-1 1,0 1,1 1,-1 1,-10 1,24 1,1 0,-1 0,1 1,-1 0,1 0,0 0,0 1,0 0,0 1,1 0,-1 0,1 0,0 1,0-1,0 2,1-1,0 0,0 1,0 0,1 0,-1 1,2-1,-1 1,1 0,0 0,0 0,1 0,0 1,0-1,1 1,0-1,0 1,0 5,2-9,-1 0,1 0,0 0,0 0,1 0,-1 0,1 0,0-1,0 1,0 0,0-1,0 0,1 1,0-1,-1 0,1 0,1-1,-1 1,0-1,0 1,1-1,0 0,-1 0,1-1,0 1,0-1,0 0,0 0,0 0,0 0,0-1,0 1,0-1,0 0,0 0,1-1,-1 0,0 1,0-1,0 0,0-1,6-1,0-1,0 0,0-1,-1 0,1-1,-1 0,0 0,-1-1,0 0,0 0,0-1,-1 0,0 0,-1-1,1 0,-2 0,4-8,1-3,-1 0,-1-1,-1 0,-1-1,0 1,-2-1,-1-1,0-3,-1-37,-3-1,-3 1,-2 1,-4-1,-2 1,-2 1,-7-13,-15-16,35 90,0-1,1 1,-1-1,0 1,1-1,-1 1,0 0,1 0,-1-1,0 1,1 0,-1 0,0 0,0 0,1-1,-1 1,0 0,0 1,1-1,-1 0,0 0,0 0,1 0,-1 0,0 1,1-1,-1 0,0 1,1-1,-1 0,0 1,1-1,-1 1,1-1,-1 1,1 0,-1-1,1 1,-1-1,1 1,-1 0,1-1,0 1,-1 0,1-1,0 1,0 0,0 0,0-1,-1 1,1 0,0 0,0-1,0 1,1 0,-1 0,0-1,0 1,0 0,-5 27,0 0,2 0,1 1,1-1,3 27,-2-40,0 45,4 0,1-1,4 1,2-1,2-1,3 0,3-1,2-1,3-1,4 4,-27-56,-1 0,1 0,0 0,0 0,1 0,-1 0,1 0,-1 0,1 0,0-1,0 1,0-1,1 1,-1-1,0 0,1 0,0 0,-1 0,1-1,0 1,0-1,0 1,0-1,0 0,0 0,0 0,1-1,-1 1,0-1,0 0,1 0,-1 0,0 0,0 0,1-1,-1 1,0-1,2-1,8-10,0 0,-1-1,-1-1,0 0,-1-1,0 0,-1 0,-1-1,-1 0,0-1,-1 1,3-14,9-34,-18 57,-4 15,-6 16,5-12,1 0,0 0,1 0,0 1,1-1,0 1,1 0,1-1,0 1,1 0,0-1,1 1,0 2,1-11,-1-1,0 0,1 1,0-1,0 0,0-1,0 1,0 0,1-1,-1 0,1 0,-1 0,1 0,0 0,0-1,0 1,0-1,0 0,0-1,0 1,0-1,0 1,1-1,-1-1,0 1,0 0,0-1,0 0,0 0,0 0,0-1,0 1,0-1,-1 0,1 0,0 0,-1 0,0-1,1 1,-1-1,0 0,0-1,6-4,-1-1,0 1,-1-2,0 1,0-1,-1 0,0 0,-1 0,0-1,-1 0,0 0,0 0,-1-1,-1 1,0-1,-1 1,0-12,-7-19,5 42,1 0,-1 0,0 0,0 0,0 0,1 1,-1-1,0 0,0 0,1 1,-1-1,0 0,0 1,1-1,-1 1,0-1,1 1,-1-1,1 1,-1-1,1 1,-1 0,1-1,-1 1,1 0,-1-1,1 1,0 0,-1 0,1-1,0 1,0 0,0 0,-1 0,1 0,-6 11,1 0,0 1,0-1,2 1,-1 0,2 1,0-1,0 0,1 7,1-14,0 1,0-1,1 1,0-1,0 0,0 1,1-1,0 0,0 0,0 0,1 0,0 0,0 0,1-1,-1 0,1 1,0-1,1-1,-1 1,4 2,28 14,1-7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25.34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216 0,'-15'0,"1"1,-1 0,0 1,1 1,-1 0,1 1,0 1,0 0,0 0,1 2,-4 2,14-8,0 0,1 1,-1-1,1 1,0 0,-1-1,1 1,0 0,0 0,0 1,0-1,1 0,-1 1,0-1,1 1,0-1,0 1,0 0,0-1,0 1,0 0,1 0,-1 0,1 0,0-1,0 1,0 0,0 0,0 0,1 0,-1 0,1 0,0-1,-1 1,2 0,-1 0,0-1,0 1,1-1,-1 1,1-1,0 0,2 2,11 9,1-1,0 0,1-1,1-1,0-1,0-1,1 0,0-1,7 1,0 1,20 8,-22-10,0 2,0 0,-1 2,-1 1,15 10,-35-22,0 1,0 0,0 0,-1 0,1 0,0 0,-1 0,1 1,-1-1,1 0,-1 1,0-1,1 1,-1 0,0-1,0 1,0 0,-1 0,1-1,0 1,-1 0,1 0,-1 0,1 0,-1 0,0 0,0 0,0 0,0 0,0 0,0 0,-1 0,1 0,-1 0,1-1,-1 1,0 0,1 0,-1 0,0-1,0 1,-1 0,1-1,0 1,0-1,-1 1,1-1,-1 0,1 1,-20 10,0 1,-1-2,0-1,0-1,-1-1,-1-1,-22 5,-18 3,7-2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26.25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272 63,'-9'-8,"0"1,-1 1,1 0,-1 0,-1 1,1 0,-1 1,0 0,0 0,-3 1,9 1,0 2,0-1,0 0,-1 1,1 0,0 0,0 1,0-1,0 1,0 0,0 0,0 1,1 0,-1-1,0 2,1-1,-1 0,1 1,0 0,0 0,0 0,0 1,0-1,0 1,0 2,0-1,0 1,0 0,0 1,1-1,0 0,0 1,1 0,0 0,0-1,1 1,-1 0,2 0,-1 1,1-1,0 0,0 0,1 0,0 0,0 0,1 0,0 0,1 3,2 3,0 0,1 0,1 0,0-1,1 0,0-1,1 0,0 0,1 0,0-1,5 3,13 8,2-1,0-2,1-1,0-1,13 3,32 16,-35-4,-41-31,1 1,0 0,-1 0,1 0,-1 0,1 0,-1 0,0 1,1-1,-1 0,0 0,0 0,0 0,0 0,0 0,0 1,0-1,0 0,0 0,0 0,-1 0,1 0,0 0,-1 0,1 0,-1 0,0 0,1 0,-1 0,0 0,1 0,-1 0,0 0,0-1,0 1,1 0,-1-1,0 1,0 0,0-1,-1 1,-5 3,-1 1,0-1,-1-1,1 1,-1-2,1 1,-1-1,0 0,0-1,0 0,0 0,0-1,0 0,0-1,0 0,0 0,0-1,0 0,-4-2,10 2,0 1,0 0,0-1,1 0,-1 0,1 0,-1 0,1 0,0 0,-1-1,1 1,0-1,1 1,-1-1,0 0,1 0,0 0,-1 0,1 0,1 0,-1 0,0 0,1 0,-1 0,1 0,0-1,0 1,0-3,1-1,1-1,-1 1,1-1,0 1,1 0,0 0,0 0,1 0,-1 1,1-1,4-4,4-2,1 0,0 0,1 1,1 1,0 0,0 1,1 1,0 0,0 2,1-1,0 2,1 0,-1 1,1 1,0 1,0 0,8 1,-20 1,-1 0,1 1,0 0,-1 0,1 0,0 1,-1-1,1 1,0 1,-1-1,1 1,-1 0,0 0,0 1,0-1,0 1,0 0,0 1,-1-1,1 1,-1 0,0 0,0 0,-1 0,1 1,-1 0,0-1,0 1,-1 0,1 1,-1 1,15 78,-17-72,2 0,0 0,1 0,0 0,1-1,0 1,2 3,-5-15,-1 0,1 1,-1-1,1 0,-1 0,1 0,0 1,0-1,0 0,-1 0,1 0,0 0,0-1,0 1,1 0,-1 0,0 0,0-1,0 1,1-1,-1 1,0-1,0 1,1-1,-1 0,0 0,1 1,-1-1,0 0,1 0,-1 0,0-1,1 1,-1 0,0 0,1-1,-1 1,0-1,1 1,-1-1,0 1,0-1,0 0,0 0,0 0,1 0,38-50,-29 25,-1-1,-1 0,-2-1,0 1,-2-2,-1-4,-4 115,12 32,-11-109,1 0,-1-1,1 1,1 0,-1-1,1 1,-1-1,1 0,0 0,1 0,-1 0,1-1,0 1,0-1,0 0,0 0,0-1,1 1,-1-1,1 0,1 1,25 3,-3-4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27.02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6 129,'-2'10,"1"0,-1 0,1 0,1 0,0 0,0 0,1 0,1 0,-1 0,2 0,-1-1,1 1,1-1,0 1,0-1,1 0,0-1,0 1,1-1,0 0,0 0,1-1,5 4,-5-5,0-1,0 0,1-1,0 1,0-2,0 1,0-1,0 0,1-1,-1 0,2 0,-6-1,0-1,-1 0,1 1,0-1,0-1,0 1,-1-1,1 1,0-1,0 0,-1 0,1-1,-1 1,1-1,-1 0,0 1,1-2,-1 1,0 0,0-1,-1 1,1-1,0 0,-1 0,0 0,2-2,2-8,0 0,-1-1,0 0,-1 0,0 0,-1 0,-1-1,0 1,-1-1,-1-6,-2-2,2 23,0 1,0-1,-1 0,1 0,0 0,0 1,0-1,0 0,-1 0,1 0,0 0,0 0,0 0,-1 1,1-1,0 0,0 0,-1 0,1 0,0 0,0 0,-1 0,1 0,0 0,0 0,-1 0,1 0,0 0,0 0,0 0,-1 0,1 0,0-1,0 1,-1 0,1 0,0 0,0 0,0 0,-1-1,1 1,0 0,0 0,0 0,0 0,0-1,-1 1,1 0,0 0,0-1,0 1,0 0,0 0,0 0,0-1,0 1,0 0,0 0,0-1,0 1,0 0,0 0,0-1,-5 12,1-1,0 1,1 0,0 0,1 0,0 0,1 0,0 0,1 1,0-1,0 0,2 3,-1-10,0 1,0-1,1 0,-1 0,1-1,0 1,0 0,0 0,1-1,-1 0,1 1,0-1,0 0,0 0,0 0,1-1,-1 1,1-1,-1 0,1 0,0 0,0 0,0-1,0 0,0 1,0-2,0 1,1 0,-1-1,0 0,0 0,1 0,-1 0,0-1,0 1,1-1,-1 0,0-1,0 1,0-1,0 0,9-2,-1-2,0 0,0 0,-1-1,1 0,-2-1,1-1,-1 1,0-2,-1 1,0-1,-1-1,0 1,0-1,-1-1,-1 0,0 0,0 0,-1 0,1-8,-8 12,-6 20,5-7,1 0,0 0,0 0,0 0,1 1,-1-1,1 1,1-1,-1 1,1-1,0 1,0 0,0-1,1 1,0-1,0 1,1-1,-1 1,1-1,0 0,1 0,-1 0,1 0,0 0,0-1,1 1,-1-1,4 3,6 0,1 0,0-1,1 0,0-2,-1 1,2-2,-1 0,0-1,0 0,1-1,-1-1,3-1,17 2,1-1,0-3,-1 0,1-3,-1-1,-1-1,1-2,-2-1,1-2,-2-1,1-2,21-15,-44 24,0 0,0-1,-1 0,0-1,0 1,-1-2,0 0,-1 0,0 0,-1 0,0-1,-1 0,0-1,0 1,-1-1,-1 0,0 0,-1 0,1-7,-3 16,1 1,-1 0,0 0,0 0,-1 0,1 0,0 0,-1 0,1 0,-1 0,1 1,-1-1,0 0,0 0,0 0,0 0,0 1,0-1,-1 1,1-1,0 1,-1-1,1 1,-1 0,0-1,1 1,-1 0,0 0,0 0,1 1,-1-1,0 0,0 1,0-1,0 1,0 0,0-1,0 1,0 0,0 0,0 0,0 1,0-1,0 0,0 1,0 0,0-1,0 1,0 0,-7 4,0 0,0 0,1 1,0 0,0 1,0 0,1 0,0 0,1 1,0 0,0 1,0-1,1 1,1 0,-1 0,1 1,1-1,0 1,0 0,1 0,0 1,1-4,1-1,0 1,0-1,1 1,-1-1,1 1,1-1,-1 1,1-1,1 0,-1 0,1 0,0 0,0-1,0 1,1-1,0 0,0 0,0 0,1 0,0-1,0 1,0-1,0-1,0 1,1-1,0 0,0 0,0 0,0-1,55 21,0-6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27.97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53 0,'-9'64,"3"-1,2 1,3 0,3 0,8 44,-9-105,33 388,26 401,-48-280,-29 163,-54 325,9-501,60-431,7-54,1-11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28.9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114 1,'-10'121,"7"864,3-838,-28 1438,1-508,27-1049,1 22,-1 1,-3 0,-3-1,-9 41,-1-50,9-35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29.88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0,'8'26,"0"0,-2 0,-1 0,-1 1,-2 0,0-1,-2 11,1-8,6 643,-7-176,19 542,-20-941,-4 81,8 1,7-1,31 152,-31-278,24 105,-8 2,-6 0,-4 81,-11-189,16-71,-5-21,-10 20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30.7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0,'16'5,"17"6,14 5,12 7,8 9,6 8,2 8,0 8,-4 8,-7 4,-8 0,-11-2,-9-7,-10-9,-10-15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31.0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466 0,'-20'9,"-14"10,-8 13,-3 13,0 11,3 11,2 8,3 6,1 3,4 2,4-6,5-7,4-13,6-15,4-15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31.3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 31,'-2'5,"8"1,19 0,26-3,27-5,23-7,14-3,4 0,-9 1,-19 6,-24 8,-25 3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32.22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1,'18'11,"15"11,14 15,10 15,6 13,4 10,3 7,-3 0,0-2,-6-8,-5-9,-9-11,-9-14,-10-14,-8-13,-9-16,-6-6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32.52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374 0,'-13'26,"-10"18,-5 17,-2 11,-3 9,-3 4,-4 0,0-4,2-6,3-12,8-14,8-13,10-14,6-12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43.1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64 339,'-2'-1,"1"1,-1 0,0 0,0 0,1 0,-1 0,0 1,1-1,-1 0,0 1,1-1,-1 1,0 0,1-1,-1 1,1 0,-1 0,1 0,0 0,-1 0,1 0,0 1,0-1,0 0,-1 1,1-1,1 1,-1-1,0 1,0-1,1 1,-1 0,-14 58,12-7,3 1,2 0,2 0,2-1,5 9,1-24,-9-93,-2-1,-2 0,-6-20,5 45,-13-278,15 300,-1 0,1 0,1 0,0 0,0 0,1 0,0 0,0 0,1 1,0-1,1 1,0 0,0 0,1 0,0 0,0 1,1-1,0 2,0-1,1 1,0 0,4-3,-2 5,0 0,1 0,0 1,-1 1,1 0,0 0,0 1,1 0,-1 1,0 0,0 0,0 1,0 1,0 0,0 0,0 1,0 0,-1 0,0 1,1 1,-1-1,-1 2,1-1,-1 1,0 0,0 1,3 3,-5-5,0 0,-1 1,1 0,-1 0,0 0,0 0,-1 1,0 0,0 0,-1 0,1 0,-2 1,1-1,-1 1,0 0,-1-1,1 1,-2 0,1 0,-1 0,0 0,-1 0,0 0,0 0,-1-1,0 1,0 0,0-1,-1 1,-1-1,1 0,-1 0,0 0,-5 5,3-5,0 0,-1 0,0-1,0 0,-1 0,0 0,0-1,0 0,-1-1,1 0,-1 0,-2 0,101-2,-70 0,-1 0,0 1,1 1,-1 0,0 2,-1 0,0 1,0 1,0 1,-1 0,0 2,11 8,-24-16,0 0,-1 0,1 1,-1 0,0-1,0 1,0 0,0 0,-1 1,1-1,-1 0,0 1,0 0,-1-1,0 1,1 0,-2 0,1 0,0 0,-1-1,0 1,0 0,-1 0,1 0,-1 0,0 0,0 0,-1-1,1 1,-1 0,0-1,-1 0,-1 3,-8 8,-1 0,-1-2,0 0,-1 0,-1-1,0-1,0-1,-1 0,0-1,-1-1,0-1,0 0,-4-1,0 3,0 0,-1-2,0-1,0-1,0-1,-1-1,0-1,1-1,-3-1,25 0,-1 0,1 0,0 0,0 0,0 0,-1 0,1 0,0-1,0 1,0 0,0-1,0 1,0-1,-1 1,1-1,0 1,0-1,1 0,-1 0,0 1,0-1,0 0,0 0,1 0,-1 0,0 0,1 0,-1 0,1 0,-1 0,1 0,-1 0,1 0,0-1,0 1,-1 0,1 0,0 0,0-1,0 1,0 0,0 0,1 0,-1 0,0-1,1 1,-1 0,0 0,1 0,-1 0,1 0,0 0,-1 0,1 0,0 0,0 0,-1 0,1 0,0 1,18-25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44.07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297 120,'-38'142,"-6"-2,-6-2,-6-2,-22 30,50-122,26-52,39-121,139-564,-155 640,-20 52,-1 1,0 0,1 0,-1 0,1-1,-1 1,0 0,1 0,-1 0,1 0,-1 0,1 0,-1 0,0 0,1 0,-1 0,1 0,-1 0,1 0,-1 0,0 1,1-1,-1 0,1 0,-1 0,0 1,1-1,-1 0,0 0,1 1,-1-1,0 0,1 1,-1-1,0 0,0 1,1-1,-1 1,0-1,0 0,0 1,0-1,1 1,-1-1,0 1,0-1,0 0,0 1,0-1,0 1,0-1,0 1,0-1,0 0,-1 1,1-1,0 1,0-1,66 310,-24-166,61 135,-86-238,-3 0,-1 1,8 41,-22-32,-5-35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6:44.34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47,'29'-5,"31"-1,27 0,22-1,13-1,0 0,-22 2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7:55.0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34 233,'0'0,"-3"-2,0-1,0 1,1-1,-1 0,1 0,0 0,0 0,0-1,0 1,0 0,1-1,-1 1,1-1,0 0,0 1,1-1,-1 0,1 0,0 1,0-1,0 0,0 0,1 1,-1-1,1 0,1-3,7-3,0 0,1 0,0 1,0 0,1 1,0 0,1 1,0 0,0 0,0 2,1-1,0 2,2-1,107-26,-117 30,1 1,-1 0,1 0,-1 0,1 0,-1 1,0 0,1 0,-1 0,0 1,1 0,-1 0,0 0,0 1,-1-1,1 1,-1 0,1 1,-1-1,0 1,3 3,0 7,0 0,-1 0,0 1,-1 0,-1 0,-1 1,0-1,-1 1,0-1,-2 1,0 0,0-1,-3 15,3-25,-33 469,34-428,5-47,41-86,124-343,-157 393,0 7,-3-2,0 1,-2-1,4-28,-15 56,-4 19,-16 51,3 2,3 0,4 0,-5 68,15-118,0-1,1 1,0-1,2 1,0-1,1 1,1-1,1 0,0 0,1 0,1 0,0-1,1 0,1 0,1-1,0 0,11 13,-7-14,1-1,1 0,0-1,0-1,1-1,13 7,-22-13,0-1,1 1,-1-1,1 0,0-1,0 0,0 0,0-1,0 0,1-1,-1 1,0-1,0-1,1 0,-1 0,5-2,9-5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7:55.48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14,'34'-8,"-30"8,424 17,145-40,-521 26,-52-3,1 0,-1 0,1 0,-1 0,0 0,1 0,-1 1,0-1,1 0,-1 0,0 1,1-1,-1 0,0 0,1 1,-1-1,0 0,0 1,1-1,-1 1,0-1,0 0,0 1,1-1,-1 1,0-1,0 0,0 1,0-1,0 1,0-1,0 0,0 1,0-1,0 1,0-1,0 1,0-1,0 0,-1 1,1-1,0 1,0-1,0 0,-1 1,1-1,0 0,0 1,-1-1,1 0,0 1,-1-1,1 0,0 0,-1 1,-10 13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7:56.54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221 272,'-19'42,"1"2,2 0,3 1,1 1,2 0,-1 21,-3 10,-78 308,81-351,6-23,7-22,76-251,-53 188,23-76,23-66,33-56,-95 250,-4 9,0 1,1-1,0 1,1 0,1 0,0 1,5-6,-12 16,1 1,-1-1,0 1,1-1,-1 1,0 0,1 0,-1-1,1 1,-1 0,0 0,1 0,-1 1,1-1,-1 0,0 0,1 1,-1-1,0 1,1-1,-1 1,0 0,0-1,0 1,0 0,1 0,-1 0,0 0,0 0,-1 0,1 0,0 0,0 0,0 0,-1 1,1-1,0 0,-1 1,0-1,1 0,-1 1,0-1,1 0,-1 1,0-1,0 1,0-1,0 0,18 52,-3 0,-2 1,-2 1,-1 10,-3-20,82 581,-59-502,-23-102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7:56.82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1 193,'11'-4,"20"-5,25-4,26-6,21-3,16-5,9 0,0 0,-6 2,-23 6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7:58.52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1,'20'295,"54"915,-52-903,34 720,-61-734,-34 220,30-412,9-118,1-5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7:59.32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105 1,'-1'2327,"-16"-1788,-65 358,78-842,10-57,18-44,-11 15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00.68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1 136,'1'-7,"1"0,0 0,1 0,0 0,0 0,0 1,1 0,0-1,0 1,0 1,1-1,0 0,0 1,0 0,1 1,-1-1,1 1,1 0,-1 0,0 1,1 0,0 0,0 0,-1 1,2 0,-1 1,0-1,0 1,0 1,1-1,-1 1,0 0,3 1,-1 0,-1 1,0-1,1 1,-1 1,0-1,0 2,0-1,0 1,-1 0,0 0,0 1,0 0,0 1,-1-1,1 1,-1 0,-1 1,1-1,-1 1,-1 0,1 1,1 3,3 7,-1 1,-1 0,0 0,-1 1,-1 0,-1 0,-1 0,1 20,-5 14,-2-1,-2 1,-3-1,-2-1,-2 1,-3-2,-15 37,22-60,8-28,0 0,0-1,0 1,0 0,1-1,-1 1,0 0,0-1,0 1,1 0,-1-1,0 1,0 0,1 0,-1-1,0 1,1 0,-1 0,0 0,1-1,-1 1,0 0,1 0,-1 0,0 0,1 0,-1 0,0 0,1 0,-1 0,1 0,-1 0,0 0,1 0,-1 0,0 0,1 0,-1 0,1 0,-1 0,0 0,1 1,-1-1,0 0,1 0,-1 0,0 1,0-1,1 0,-1 0,0 1,0-1,1 0,-1 1,0-1,0 0,0 1,0-1,1 0,-1 1,0-1,34-33,-1-2,-1-2,8-15,-15 20,135-189,-145 196,-1-1,-1 0,-2-1,0 0,-2 0,-1-1,-1 0,1-11,-6-6,-16 54,2 19,1 0,2 1,0 0,2 1,-2 19,9-48,-9 37,3 0,0 1,3 0,1 0,2 0,2-1,1 1,6 26,-4-50,-1-1,2 0,0-1,1 1,0-1,1 0,0-1,1 0,0 0,1-1,0 0,1-1,0 0,1-1,0 0,1 0,-1-2,2 1,-1-2,1 0,0 0,0-2,0 0,1 0,-1-1,1-1,0 0,13-1,6-4,-8-3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00.93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53,'11'0,"18"0,19 0,18-3,16-2,10-3,4-2,-1 0,-9 2,-12 3,-18 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01.32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0 116,'0'-4,"5"-2,12 0,15 1,18 2,21-2,19-1,14-5,13-2,6-2,1 0,-5 2,-11 3,-17 7,-20 7,-22 5,-19 2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03.61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56 140,'12'347,"-10"-281,0-2,-2 1,-3-1,-4 9,-3-46,9-27,1 0,0 1,0-1,-1 0,1 1,0-1,-1 0,1 0,-1 0,1 1,0-1,-1 0,1 0,0 0,-1 0,1 0,-1 0,1 0,-1 1,1-1,0-1,-1 1,1 0,-1 0,1 0,0 0,-1 0,1 0,-1 0,1 0,0-1,-1 1,1 0,0 0,-1-1,1 1,0 0,-1 0,1-1,0 1,-1 0,1-1,0 1,0 0,0-1,-1 1,1-1,0 1,0 0,0-1,0 1,0-1,0 1,0 0,0-1,0 1,0-1,0 1,0-1,0 1,0 0,-7-22,2 0,0 0,1 0,1 0,2-1,0-1,0 14,-5-78,4-1,4 1,8-44,-7 112,0 0,2 0,0 0,1 1,1-1,1 2,7-15,-10 26,-1 0,1-1,0 2,0-1,1 1,0-1,0 2,1-1,-1 1,1 0,1 0,-1 1,0 0,1 0,0 0,0 1,0 1,0-1,6 0,-7 2,0 0,1 1,-1 0,1 0,-1 0,1 1,-1 0,0 0,1 1,-1 0,0 0,0 1,0 0,0 0,-1 1,1 0,-1 0,0 0,0 1,-1 0,1 0,-1 0,0 1,4 5,-2-1,0 0,-1 0,0 1,-1 0,0 0,-1 1,0-1,0 1,-1 0,-1 0,0 0,-1 0,0 0,-1 0,0 1,-3 3,0 0,0 1,-2-1,0-1,-1 1,0-1,-1 0,-1 0,-1-1,0 0,0 0,-2-1,1 0,-2-1,0 0,0-1,-1-1,0 0,-1 0,0-1,0-1,-1-1,0 0,-1-1,1 0,-12 2,-15-4,53-18,7 8,0 0,0 2,1 0,-1 1,1 1,0 1,9 0,-12 0,11 0,0 1,1 1,-1 1,0 1,0 1,4 3,-23-5,0 0,0 0,0 1,0 0,-1 1,0 0,1 0,-1 0,-1 1,1 0,-1 0,0 1,0 0,0 0,-1 0,0 1,0 0,-1 0,1 0,-2 0,1 1,0 2,-1-1,-1 0,-1 1,0-1,0 1,-1-1,0 1,0-1,-1 1,0-1,-1 0,0 1,-1-1,1 0,-2 0,1 0,-2-1,1 1,-1-1,-4 5,-3 5,-2 0,0-1,-1 0,-1-1,-1-1,0 0,-16 10,21-17,-1 1,1-1,-1-1,0-1,-1 0,0 0,0-1,0-1,0 0,-1-1,1-1,-1 0,0-1,0-1,1 0,-1-1,0 0,0-1,1-1,-1 0,-10-5,25 8,-1 0,1 0,-1 0,1 0,-1 0,1 0,-1 0,0 0,1 0,-1 0,1 0,-1 0,1 0,-1 0,1 0,-1 0,1-1,0 1,-1 0,1 0,-1-1,1 1,-1 0,1-1,0 1,-1-1,1 1,0 0,-1-1,1 1,0-1,0 1,-1-1,1 1,0-1,0 1,0-1,0 1,-1-1,1 1,0-1,0 1,0-1,0 1,0-1,0 1,1-1,-1 1,0-1,0 1,0-1,0 1,1-1,-1 1,0-1,0 1,1 0,-1-1,0 1,1-1,-1 1,0 0,16-3,1 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04.8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0,'42'256,"-12"1,-10 1,-12 94,3-25,51 1358,-57-1513,7-1,21 91,-23-212,-3-17,-1 0,-2 1,-1 0,-1 0,-3 16,1-58,0-4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16.49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1 131,'4'-2,"5"-1,4 0,7-2,10 1,11-2,9-5,10-2,9-1,8-3,5-1,-2 2,-7 5,-10 3,-16 9,-16 3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16.7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48,'9'2,"12"1,11-2,15-4,12-6,10-3,7-1,2 3,-1 3,-5 7,-10 8,-15 3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19.81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 1,'-3'38,"1"0,2 0,2 0,2 1,1-2,1 1,5 10,8 52,21 256,-7 310,-10-114,20-67,-12-186,-14 1,-16 193,-59 85,53-587,0 3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21.0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68,'3'-5,"0"1,0-1,0 1,1-1,0 1,-1 0,1 0,1 1,-1-1,0 1,1 0,0 0,0 1,-1-1,2 1,-1 0,0 0,0 1,1-1,-1 1,0 1,1-1,-1 1,1 0,3 0,0-1,1 1,0 1,0-1,0 2,0-1,-1 1,1 1,-1-1,1 2,-1-1,0 1,0 1,-1 0,0 0,1 1,-1-1,-1 2,1-1,-1 1,-1 0,1 1,-1 0,0 0,-1 0,0 0,0 1,-1 0,1 3,4 19,-1 0,-2 1,-1 0,-1 1,-2-1,-1 0,-2 1,-1-1,-1 1,-2-1,-1 0,-4 6,-2 36,11-27,11-52,53-93,-54 80,37-75,-4-3,-5-1,20-81,-51 158,3 56,-1 76,22 205,-29-304,0-1,1 1,1-1,0 0,1 0,0 0,1-1,0 1,1-1,0 0,0-1,2 1,-1-1,1-1,0 1,1-2,0 1,1-1,0 0,0-1,1 0,-1-1,9 3,-10-5,0-1,0 0,1 0,0-1,-1-1,1 0,0 0,0 0,-1-2,1 1,0-1,0 0,-1-1,1-1,-1 1,1-1,6-4,2-6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21.34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62,'2'4,"14"3,21-4,22-6,22-5,14-5,10-3,3 0,-3 5,-20 2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21.75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 91,'-1'2,"1"0,0 0,-1 0,1 0,0-1,0 1,0 0,0 0,0 0,1 0,-1 0,0 0,1 0,0 0,-1-1,1 1,0 0,0 0,0-1,0 1,0 0,0-1,1 1,-1-1,0 0,2 2,-2-3,0 1,-1 0,1-1,0 1,0 0,-1-1,1 1,0-1,0 0,0 1,0-1,0 0,0 1,-1-1,1 0,0 0,0 0,0 0,0 0,0 0,0 0,0 0,0 0,0 0,0-1,0 1,0 0,0 0,0-1,-1 1,1-1,0 1,0-1,0 1,-1-1,1 0,0 1,-1-1,1 0,0 0,-1 1,1-1,-1 0,1 0,-1 0,1 0,12-45,-12 43,-1 0,1 0,-1 0,0-1,0 1,-1 0,1 0,0 0,-1 0,0-1,0 1,0 0,0 0,-1 0,1 1,-1-1,1 0,-1 0,0 1,0-1,0 1,0 0,-1 0,1 0,-1 0,1 0,-1 0,0 0,0 1,0-1,0 1,0 0,0 0,0 0,0 0,1 2,0-1,0 1,0 0,1 0,-1-1,0 1,1 0,-1 0,1 0,-1 1,1-1,-1 0,1 1,0-1,0 1,0-1,0 1,0-1,0 1,0 0,0-1,0 1,1 0,-1 0,1 0,0-1,-1 1,1 0,0 0,0 0,0 0,0 0,0 0,1-1,-1 1,0 0,1 0,0 0,-1 0,1-1,0 1,0 0,0-1,1 2,9 13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22.4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65 302,'-9'40,"2"1,2 1,1-1,3 1,1 4,-1-3,1-43,-2 50,3 0,1 1,7 26,6-34,-4-62,-9-15,-2 0,0 0,-3-1,-1 1,-1 1,-6-15,9 33,-1 1,-16-85,5-1,3-8,10 98,-1 0,2 0,0 0,0 0,0 1,1-1,1 0,0 0,0 1,1-1,0 1,1 0,0 0,0 0,1 0,0 1,0-1,1 1,0 1,1-1,0 1,0 0,2-1,5 1,1 0,0 1,0 0,0 2,0-1,1 2,0 0,-1 1,1 1,0 0,0 1,0 1,0 0,0 1,0 1,-1 0,1 1,13 6,-20-7,0 0,0 0,-1 1,1 0,-1 1,0 0,0 0,0 1,-1 0,0 0,0 0,0 1,-1 0,0 1,0 0,-1-1,0 2,0-1,-1 0,0 1,-1 0,0 0,0 0,-1 0,0 1,-1-1,0 1,0-1,-1 1,0 1,-4 6,0 0,-2 0,0-1,0 0,-2 0,0 0,-1-1,0-1,-1 1,-1-1,0-1,-1 0,0-1,-1 0,0-1,-1 0,-1-1,1-1,-1 0,-13 5,-47 9,76-23,0 0,-1-1,1 1,-1-1,1 1,-1 0,1-1,-1 0,1 1,-1-1,0 1,1-1,-1 1,1-1,-1 0,0 1,0-1,0 0,1 1,-1-1,0 0,0 1,0-1,0 0,0 0,0 1,0-1,0 0,0 1,0-1,-1 0,1 1,0-1,0 0,-1 1,1-1,0 0,-1 1,1-1,-1 1,1-1,-1 1,1-1,-1 1,1-1,-1 1,1-1,-1 1,0 0,1-1,-1 1,0 0,1 0,-1-1,0 1,1 0,-1 0,0 0,1 0,-1 0,0 0,0 0,14-7,1 0,-1 2,1-1,0 2,0 0,0 0,1 1,-1 1,1 1,0 0,0 1,-1 0,2 1,3 0,-1 2,1 0,-1 0,0 2,0 1,0 0,0 1,-1 0,-1 2,2 1,-9-5,-1 0,1 1,-1 0,0 1,-1 0,1 0,-2 1,1 0,-1 0,0 0,0 1,-1 0,0 0,-1 0,0 0,-1 1,0 0,0 0,-1 1,-1-4,0 0,-1-1,0 1,0 0,-1 0,0-1,0 1,-1 0,1-1,-1 1,-1-1,1 0,-1 0,-1 0,1 0,-1 0,0-1,0 1,0-1,-1 0,0-1,0 1,0-1,0 0,-1 0,-3 2,-8 4,0-1,-1 0,0-1,0-2,-1 1,0-2,0 0,-12 0,-128 5,124-11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23.5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355 180,'-177'470,"27"-95,122-296,33-80,70-155,-19 3,-7-2,12-81,-38 147,-8 26,4 0,20-44,7 37,-45 68,1 1,-1 0,1 0,-1 0,1 1,-1-1,1 0,0 1,-1-1,1 1,0-1,-1 1,1 0,0 0,0-1,-1 1,1 0,0 1,0-1,-1 0,1 1,0-1,0 0,-1 1,1 0,-1-1,1 1,0 0,-1 0,0 0,1 0,-1 0,1 0,-1 1,0-1,0 0,1 2,39 58,-18-7,-2 0,-3 2,-2 0,-3 1,-2 0,-3 1,0 27,22 422,-7-361,-16-123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23.7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74 135,'-13'0,"-8"0,-1 0,6 2,14 2,21-1,22-1,23-3,21-7,16-11,12-5,3-4,-3 1,-12 5,-22 6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24.04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 1,'-7'13,"1"8,5-1,7-6,8-9,1-6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24.48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27,'15'-6,"1"1,0 1,0 0,0 1,0 1,1 0,-1 1,1 1,3 1,-14 0,1 0,0 0,0 0,0 1,-1 0,1 0,-1 1,0 0,0 0,0 1,0-1,0 1,-1 1,1-1,-1 1,0 0,-1 0,1 0,-1 1,0-1,0 1,2 6,1 4,0 1,-1 0,-1 0,-1 1,0 0,-1-1,-1 1,-1 0,0 1,-2 11,-28 181,24-182,-24 143,29-172,-1 1,1 0,-1 0,1 0,-1-1,1 1,-1 0,1 0,0 0,-1 0,1 0,0 0,0 0,0 0,0 0,0 0,0-1,0 1,0 0,0 0,0 0,0 0,1 0,-1 0,0 0,1 0,-1 0,1-1,-1 1,1 0,-1 0,1 0,0-1,-1 1,1 0,0-1,-1 1,1-1,0 1,0-1,0 1,-1-1,1 1,0-1,0 0,0 1,0-1,0 0,0 0,0 0,0 0,0 0,0 0,0 0,0 0,0 0,0 0,-1-1,1 1,1 0,6-8,1-1,-1 0,0 0,-1-1,0 1,-1-1,0-1,2-5,3-3,48-94,-5-3,-5-2,7-39,-48 136,-5 41,-62 417,57-428,0-1,1 1,0 1,0-1,1 0,1 0,-1 0,2 0,-1 0,1 0,0-1,1 1,0 0,1-1,-1 0,2 0,-1 0,1 0,0-1,1 1,-1-1,1-1,1 1,0-1,-1 0,2-1,-1 1,6 2,0-3,1 0,-1-1,1 0,0-1,0 0,0-1,1-1,-1-1,0 0,0 0,1-2,-1 1,0-2,5-1,-17 3,1 0,0 0,-1 0,1-1,-1 1,1 0,-1-1,0 0,1 0,-1 1,0-1,0-1,0 1,-1 0,1 0,-1-1,1 1,3-15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24.75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66,'11'-4,"18"-2,20-2,17-2,13 1,10 2,-2-1,-8 2,-14 2,-18 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25.02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46 141,'-16'-2,"-3"-2,8-1,16 0,22-2,26-2,23-3,22-5,19-4,13-1,6 2,-19 3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25.94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0,'72'275,"-31"11,-13 1,-10 66,-8-161,20 326,27 746,-58-712,10-418,0-147,-6 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45.66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23,'25'-7,"0"2,0 1,0 0,0 2,1 1,-1 1,1 2,23 3,-41-3,0 1,0 0,0 0,-1 0,1 1,-1 0,1 1,-2 0,1 0,0 0,-1 1,0 0,0 0,-1 0,0 1,0 0,0 0,-1 0,0 1,0 0,-1-1,0 1,0 0,-1 0,0 1,-1-1,0 0,0 4,6 46,-4 0,-2 0,-4 31,0 7,3-91,4 45,-5-49,1 0,1 0,-1 0,0 0,0 0,0 0,0 0,1 0,-1 0,0 0,1 0,-1-1,1 1,-1 0,1 0,-1 0,1-1,0 1,-1 0,1-1,0 1,0 0,-1-1,1 1,0-1,0 1,0-1,0 0,0 1,0-1,-1 0,1 1,0-1,0 0,0 0,0 0,0 0,0 0,0 0,0 0,0 0,1-1,4-2,0-1,0 0,-1 0,1-1,-1 1,0-1,0 0,-1 0,1-1,-1 0,0 0,-1 0,0 0,1-1,2-3,22-38,-3 0,-2-2,-1-1,-3 0,-3-1,-1-1,1-23,-7-20,-9 97,-1-1,0 0,0 0,0 0,0 1,1-1,-1 0,0 1,0-1,0 1,1-1,-1 1,0-1,1 1,-1-1,0 1,1 0,-1 0,1-1,-1 1,1 0,-1 0,1-1,0 1,-1 0,1 0,0 0,0 0,0-1,-1 1,1 0,0 0,0 0,0 0,0 0,1 0,-12 41,2 1,1 1,3-1,2 1,1 21,2-31,1-1,2 0,0 1,3-1,1-1,1 1,4 4,-8-24,0-1,1-1,1 1,0-1,0 0,1 0,1-1,0 0,0 0,1 0,0-1,1-1,0 0,0 0,1-1,0 0,0-1,0 0,1-1,1 0,20 3,-6-5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45.9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43 1,'-16'2,"-3"3,11 1,18-1,21-1,23-2,19-2,15-2,8-3,2-1,-7 2,-19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46.1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0,'18'2,"16"1,12 0,13-1,8 0,3-1,-1 0,-5-1,-7 0,-10 0,-14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46.3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 0,'-9'19,"-3"16,5 15,10 11,12 10,10 7,6 2,1 3,-2-3,-1-2,-6-15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46.83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95 267,'-33'156,"6"1,0 82,20-153,8-73,3-18,5-22,50-251,29-194,-60 361,-17 87,0 25,10 74,6 85,-14-65,5 0,3-2,5 0,29 67,51 32,-91-167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47.01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73,'14'0,"22"0,26-5,23-6,17-5,7-5,-14 2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47.33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264 0,'23'25,"16"24,9 20,3 16,-1 12,-6 10,-11 9,-11 8,-18 6,-24 7,-28 11,-34 12,-37 12,-39 9,8-26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47.88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307 1,'-18'16,"-13"21,-10 23,-5 23,-2 30,3 30,7 29,10 23,17 16,23 2,30-12,36-23,4-42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48.6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446 1,'-50'31,"1"2,2 3,1 1,0 4,27-22,1 1,1 0,1 1,0 1,2 0,1 1,0 1,2 0,1 0,-1 7,-4 31,2 1,4 0,2 1,3 0,3 0,2 0,4-1,2 1,8 26,-6-33,3-1,3 0,2-1,2-1,2-1,3 0,2-2,14 18,15 10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49.13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55 0,'-2'25,"-1"27,-2 22,-3 15,1 7,-2 2,1-4,3-10,1-11,1-24,2-20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49.5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14 198,'-13'-139,"13"136,0 1,1-1,-1 0,1 1,0-1,0 0,0 1,0-1,1 1,-1 0,0-1,1 1,0 0,0 0,-1 0,1 0,0 0,1 0,-1 1,0-1,0 1,1-1,-1 1,1 0,-1 0,1 0,0 0,-1 0,1 1,0-1,-1 1,1 0,0 0,0 0,-1 0,1 0,0 1,0-1,-1 1,1-1,0 1,-1 0,1 0,0 1,23 5,-1 2,0 1,0 1,0 1,-2 1,0 2,0 0,-1 1,17 18,-33-30,0 0,-1 0,0 1,0 0,0 0,-1 0,0 1,0-1,0 1,0 0,-1 0,0 1,-1-1,1 1,-1-1,0 1,-1 0,0-1,0 1,0 0,-1 0,0 0,0 0,-1 5,-6 1,0-1,0 0,-1 0,-1-1,0 0,0 0,-1-1,-1-1,1 1,-1-2,-1 1,0-2,0 1,-1-2,0 1,-42 21,50-19,22-6,-11-2,24 1,0 1,0 2,-1 0,1 3,-2 0,1 2,-1 1,-1 1,0 1,-1 2,11 7,-33-18,1-1,0 0,-1 1,0 0,0 0,0 0,-1 1,1-1,-1 1,0 0,0 0,-1 0,1 0,-1 1,-1-1,1 0,-1 1,1 0,-1-1,-1 1,1 0,-1-1,0 1,-1 0,1-1,-1 1,-2 5,-4 2,0-1,-1 0,-1 0,0 0,0-2,-2 1,1-1,-1 0,0-1,-1-1,0 0,-1 0,1-1,-13 5,2 0,0 0,-1-2,0 0,-1-2,0-1,0 0,-1-2,1-1,-16 0,16-7,8-4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49.89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19,'18'2,"15"1,15 0,12-1,11 0,4-4,2-2,-3-2,-11 1,-10 1,-15-1,-14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50.14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 0,'-6'14,"-3"15,3 20,6 16,9 14,6 7,6 2,6-4,1-8,0-12,-5-17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50.64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8,'18'-3,"1"1,0 0,0 2,0 0,0 1,0 0,0 2,-1 0,1 2,-1 0,0 0,0 2,-1 0,1 1,-2 1,1 1,-1 0,-1 1,0 1,-1 0,0 1,0 0,-2 1,1 1,-2 0,0 1,-1 0,0 2,-1 11,-1 1,-1 1,-1-1,-2 1,-2-1,0 1,-2 0,-2 0,0 0,-7 25,7-37,3-20,-1 1,1 0,-1-1,1 1,-1 0,1 0,-1-1,1 1,-1 0,1 0,-1 0,1 0,-1 0,1 0,0 0,-1 0,1 0,-1 0,1 0,-1 0,1 0,-1 0,1 0,-1 1,1-1,-1 0,1 0,-1 1,1-1,-1 0,1 1,-1-1,1 0,-1 1,0-1,1 1,-1-1,0 0,1 1,-1-1,0 1,1-1,-1 1,0-1,0 1,0 0,0-1,0 1,0-1,1 1,-1-1,0 1,-1-1,1 1,0 0,0-1,0 1,0-1,0 1,0-1,-1 1,1-1,0 1,0-1,-1 1,1-1,0 1,-1-1,15-13,0-2,-1 1,-1-2,0 0,-1 0,-1-1,-1 0,3-8,12-22,-3-1,-2-1,-2 0,-2-1,2-25,-33 113,7-9,2 0,0 1,2 0,1 0,2 0,1 0,1 0,2 1,0-1,3 0,2 11,-3-30,-1 0,1 0,1 0,0-1,1 0,0 0,0 0,1 0,0-1,1 0,0-1,0 0,1 0,0-1,0 0,1 0,0-1,7 3,-15-8,0 0,-1 0,1 0,0 0,0 0,0-1,0 1,0-1,0 1,0-1,0 0,0 0,0 0,0 0,0 0,0 0,0-1,0 1,0 0,0-1,0 0,0 1,0-1,-1 0,1 0,0 0,0 0,-1-1,2 0,5-11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50.89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96,'20'-2,"21"-1,19 0,16-4,7-3,0-2,-8-2,-14 0,-18-2,-15 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51.1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66,'15'-3,"25"0,27-2,27-2,26-3,19 0,11 1,3 1,-9 1,-29 4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51.50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0,'20'14,"21"20,17 25,12 27,8 27,-1 25,-8 22,-14 15,-16 7,-24 5,-28-2,-30-8,-28-14,-21-18,-12-24,0-29,18-30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52.29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26,'16'-3,"21"0,20-2,19 0,12 1,5 0,-2 2,-10 3,-18 2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52.54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0,'25'5,"25"0,21 1,17-1,12-2,5-3,-16-2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53.1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6,'19'-3,"0"2,0 0,0 1,0 1,0 1,0 0,0 2,-1 0,1 1,-1 1,0 1,0 0,-7-2,0 1,-1 0,0 0,0 1,-1 0,1 1,-2 0,1 1,-1 0,0 0,-1 0,0 1,-1 0,0 1,0-1,-1 1,0 0,-1 1,1 5,-1 13,-1-1,-1 1,-2 0,-1 0,-1-1,-2 1,-1-1,-1 0,-2 0,0 0,-9 17,16-44,-6 28,7-30,0 0,-1 1,1-1,0 0,0 1,0-1,0 1,0-1,0 0,0 1,0-1,0 1,0-1,0 0,0 1,0-1,0 0,0 1,0-1,0 1,0-1,0 0,1 1,-1-1,0 0,0 1,0-1,1 0,-1 1,0-1,1 0,-1 0,0 1,0-1,1 0,-1 0,1 1,-1-1,0 0,1 0,-1 0,0 0,1 0,-1 0,1 1,-1-1,0 0,1 0,-1 0,1 0,-1 0,0-1,1 1,-1 0,0 0,1 0,-1 0,1 0,-1 0,0-1,1 1,7-5,1-1,-1 0,0-1,-1 0,0 0,0 0,0-1,-1 0,4-8,0 3,22-33,-2-1,-3-2,-1 0,-3-2,-2-1,-3-1,12-49,-10 29,-37 168,4-32,2 1,3 1,3-1,3 1,5 43,-3-98,0 0,1 1,0-1,1 0,0-1,1 1,0 0,0-1,1 1,0-1,1 0,0 0,0-1,1 1,0-1,0-1,1 1,0-1,0 0,9 5,-15-11,0-1,0 1,0-1,0 1,0-1,0 0,0 1,1-1,-1 0,0 0,0 0,0 0,0 0,1 0,-1 0,0 0,0-1,0 1,0 0,1-1,-1 1,0-1,0 1,0-1,0 1,0-1,0 0,0 0,-1 1,2-2,8-12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53.4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36,'14'6,"20"5,23 1,21-2,24-8,14-7,7-9,0-4,-8-3,-23 2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54.06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41 367,'-8'24,"1"1,1-1,1 1,1 0,1 1,1-1,2 6,-1-13,-4 429,6-441,-1-15,15-777,-15 785,14-137,-13 132,1 1,-1-1,2 0,-1 1,0-1,1 1,0 0,1 0,-1 0,1 0,0 1,0-1,0 1,1 0,-1 0,1 1,0-1,0 1,0 0,1 1,4-3,0 3,0 0,1 0,-1 1,1 0,0 1,-1 0,1 1,0 0,-1 0,1 1,-1 1,0 0,0 0,0 1,0 0,0 1,-1 0,0 0,0 1,0 1,-1-1,0 1,0 1,-1-1,0 1,0 1,-1-1,0 1,0 0,-1 0,0 1,-1 0,0 0,-1 0,0 0,0 0,-1 1,0-1,-1 1,0 10,-2-9,-1 0,0 0,-1 0,0 0,-1 0,-1 0,1-1,-2 0,0 0,0 0,-1-1,0 0,0 0,-2-1,-1 2,-9 8,-1-1,0-1,-1 0,-1-2,-1-1,-12 6,-34 9,84-43,3 6,1 1,0 0,1 2,-1 0,1 1,0 1,0 1,1 0,-1 2,0 0,7 2,-16 0,0-1,0 1,0 1,0 0,0 1,0 0,-1 0,0 1,0 0,0 1,-1 0,1 1,-2 0,1 0,-1 1,0 0,0 1,-1-1,0 2,-1-1,0 1,-2-1,0 0,-1 0,0 0,0 1,-1-1,-1 1,1 0,-1-1,-1 1,0 0,-1 0,1-1,-2 1,1 0,-2-1,1 1,-1-1,-1 0,1 0,-1 0,-1 0,0-1,0 0,-1 0,0 0,0 0,-1-1,0 0,0-1,0 1,-1-2,-1 1,-12 9,0-2,0 0,-2-1,1-2,-2 0,1-1,-1-2,0 0,-1-2,0 0,1-2,-1-1,-13-1,-7-9,50-1,10-1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55.1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1,'14'0,"13"0,11 0,9 0,7 0,6 0,4 2,3 1,-1 3,-7-1,-10 0,-8-2,-11-1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55.43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 0,'-2'14,"1"13,1 14,0 11,1 8,0 7,1 5,4 0,7-3,3-3,0-14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56.7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151 237,'-22'155,"-7"-1,-36 109,31-153,41-138,52-174,8-77,-14 51,-12 73,-27 131,-14 23,1 1,-1 0,1-1,-1 1,1 0,-1 0,1 0,-1 0,1-1,0 1,-1 0,1 0,-1 0,1 0,-1 0,1 0,-1 1,1-1,0 0,-1 0,1 0,-1 0,1 1,-1-1,1 0,-1 0,1 1,-1-1,0 1,1-1,-1 0,1 1,-1-1,0 1,1-1,-1 1,0-1,1 0,-1 1,0 0,0-1,0 1,1-1,-1 1,0-1,0 1,56 145,34 78,-54-144,-3 1,-4 2,-3 1,-4 1,3 36,-22-25,-7-85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57.01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0,'16'7,"19"2,21 0,20-2,17-2,12-2,3-3,-17-3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57.50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16,'8'-3,"1"0,0 0,0 1,-1 1,1-1,0 1,1 1,-1-1,0 1,0 1,0 0,0 0,0 1,0 0,-1 1,1 0,-1 0,1 1,-1 0,0 0,0 1,-1 0,1 0,-1 1,-1 0,1 0,-1 1,0-1,0 2,-1-1,4 6,-2 1,-1 1,-1 0,0 0,-1 0,0 0,-1 1,-1 0,-1-1,0 1,-1 0,0 0,-2 3,-40 188,26-147,16-60,-1 1,1 0,-1-1,1 1,-1 0,1 0,-1 0,1-1,0 1,0 0,-1 0,1 0,0 0,0 0,0-1,0 1,0 0,0 0,0 0,0 0,0 0,0 0,0 0,1-1,-1 1,0 0,1 0,-1 0,1-1,-1 1,1 0,-1 0,1-1,-1 1,1 0,0-1,-1 1,1-1,0 1,-1-1,1 1,0-1,0 1,0-1,-1 0,1 0,0 1,0-1,0 0,0 0,7-3,0 0,0-1,-1 0,1-1,-1 0,0 0,-1 0,1-1,-1 0,1-1,-4 4,15-16,-2 0,0-1,-1-1,0-1,-2 0,-1 0,-1-2,-1 1,0-1,-2-1,-1 1,-1-1,-2-1,0 1,-1-1,-2 0,-1-18,-1 38,-2 19,-2 24,1 3,-5 45,3 1,5 26,24 9,-22-116,1 0,0 1,1-2,-1 1,1 0,0 0,0-1,0 0,1 1,0-1,-1-1,1 1,1 0,-1-1,1 0,-1 0,1 0,0-1,0 0,0 0,1 1,-3-3,0 0,0 0,1 0,-1 0,0 0,0 0,0-1,-1 0,1 1,0-1,0 0,0-1,0 1,-1 0,1-1,-1 0,1 1,-1-1,1 0,-1 0,0 0,0-1,0 1,0 0,-1-1,1 1,0-1,-1 0,0 1,0-1,0 0,0 0,0 0,0 0,-1 0,0 0,1 0,-1 0,0 0,-1-3,0-12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57.78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85 60,'-16'-5,"-8"-3,-1-1,7 1,17 3,16 1,21 0,17 0,11 1,6 0,-2 2,-6 1,-11-1,-14-1,-14-1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8:58.03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22,'20'-5,"28"-1,30 1,27 0,20 4,13 4,-3 4,-16 1,-29-1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9:13.7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94,'120'14,"67"-25,-16 0,68 4,-148 9,218-30,-298 29,1-1,-1 0,0-1,0 0,0-1,0 0,0 0,-1-1,1-1,-1 0,1 0,2-3,1-8,-12 7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9:16.0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1 108,'489'-8,"-17"2,127-6,-80-2,-300 6,23-11,208-8,253 28,-381-16,504 16,-502 13,33-6,-37 5,241 5,-103-3,-78-2,29 0,101 0,731-13,-1199 2,-42-2,-1 0,1-1,0 1,0 0,-1 0,1 0,0 0,0 0,-1 0,1 0,0-1,0 1,-1 0,1 0,0 0,0-1,0 1,0 0,-1 0,1 0,0-1,0 1,0 0,0 0,0-1,0 1,-1 0,1-1,0 1,0 0,0 0,0-1,0 1,0 0,0 0,0-1,0 1,0 0,1-1,-1 1,0 0,0 0,0-1,0 1,0 0,0 0,1-1,-1 1,0 0,0 0,0 0,1-1,-1 1,0 0,0 0,0 0,1 0,-1-1,0 1,0 0,1 0,-1 0,0 0,1 0,-2-1,-15-14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9:26.5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104 360,'-9'-3,"0"0,1-1,-1 0,0 0,1-1,0 0,0 0,-6-6,12 9,0 0,0 0,0-1,1 1,-1 0,1 0,-1-1,1 1,0-1,0 1,0-1,0 0,0 1,1-1,-1 0,1 1,0-1,0 0,0 0,0 0,0 1,0-1,1 0,-1 0,1 1,0-1,0 1,0-1,0 0,1 1,-1 0,1-2,12-13,0 0,1 1,1 0,0 1,1 1,1 1,0 0,1 1,0 1,1 1,14-5,106-38,-131 51,-1 0,1 0,0 1,0 0,0 1,0 0,0 0,0 1,0 0,0 1,0 0,-1 0,1 1,-1 0,4 1,-6 0,0 1,0-1,-1 1,0 0,0 0,0 0,0 1,-1-1,0 1,0 0,0 1,-1-1,0 1,0-1,-1 1,1 0,-2 0,1 0,-1 1,3 15,-1 0,-1 0,-1 1,-2-1,-1 8,-6 36,-4-1,-2-1,-16 43,5-17,17-55,8-36,0-1,0 1,1 0,-1-1,0 1,1 0,-1-1,0 1,1 0,-1-1,0 1,1 0,-1 0,0 0,1-1,-1 1,1 0,-1 0,1 0,-1 0,0 0,1 0,-1 0,1 0,-1 0,1 0,-1 0,0 0,1 0,-1 0,1 0,-1 0,1 0,-1 0,0 1,1-1,-1 0,1 0,-1 1,0-1,1 0,-1 0,0 1,1-1,-1 0,0 1,0-1,1 1,-1-1,0 0,0 1,0-1,1 1,-1-1,0 1,17-22,-1-1,-1-1,-1 0,-1-1,5-14,-7 17,18-35,-2-1,-3-1,-2-1,-3-2,-2 0,-4 0,-1-3,-12 12,-4 56,1 18,1-1,0 1,2 0,1 0,0 0,2 0,4 16,16 92,6-2,10 15,-38-137,3 11,1 1,0-1,1-1,1 1,1-1,0 0,1-1,0 0,1 0,12 12,-20-25,0 0,0-1,0 1,1 0,-1-1,0 1,1-1,-1 0,1 0,-1 0,1 0,0 0,0 0,-1-1,1 0,0 1,0-1,-1 0,1 0,0 0,0-1,0 1,-1-1,1 0,0 1,-1-1,1 0,-1-1,1 1,-1 0,1-1,-1 1,0-1,0 0,0 0,0 0,0 0,0 0,0 0,-1 0,1-1,-1 1,1 0,-1-1,0 0,0 1,0-1,0 0,-1-64,-9 33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9:26.7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335 116,'-13'0,"-19"0,-15 0,-11 0,0 2,8 1,10 0,13-1,17-1,21 0,25-2,24-7,22-5,20-8,14-3,5 1,-3 2,-21 5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9:27.92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112 281,'31'401,"-22"-209,-11-159,2-33,0-1,-1 1,1 0,0-1,0 1,0-1,0 1,-1-1,1 1,0 0,0-1,-1 1,1 0,0-1,-1 1,1 0,0 0,-1-1,1 1,-1 0,1 0,0-1,-1 1,1 0,-1 0,1 0,-1 0,1 0,0 0,-1 0,1 0,-1 0,1 0,-1 0,1 0,-1 0,1 0,0 0,-1 0,1 0,-1 1,1-1,0 0,-1 0,1 1,-1-1,1 0,0 0,-1 1,1-1,0 0,-1 1,1-1,0 0,0 1,0-1,-1 1,1-1,0 0,0 1,0-1,0 1,-1-1,1 1,0-1,0 1,0-1,-8-14,0 0,0-1,1-1,1 1,1-1,-3-10,2 5,-10-23,2-1,1-1,3 0,2 0,2-1,2 0,2 0,2 0,4-24,-1 56,1 1,0-1,1 1,1-1,0 2,1-1,0 1,1 0,1 0,0 1,1 0,0 1,1 0,0 0,0 1,1 1,0 0,1 1,0 0,1 1,-1 0,1 1,1 1,-1 0,1 1,0 0,0 1,0 1,0 1,0 0,0 0,0 2,1 0,-9 0,0-1,0 2,0-1,0 1,0 0,0 0,-1 1,1 0,-1 0,0 0,0 1,0 0,0 0,-1 1,1-1,-1 1,0 0,-1 1,1-1,-1 1,0 0,0 0,-1 0,0 1,0-1,-1 1,1 0,-1 0,0 6,-1 3,-1 1,0-1,-1 0,-1 1,-1-1,0 0,-1 0,-1-1,-1 1,0-1,0 0,-2 0,0-1,-1 0,0-1,-1 0,0 0,-1-1,-1 0,1-1,-8 5,14-11,-1 0,0 0,0-1,0 1,-1-1,1-1,-1 1,0-1,0 0,-1-1,1 1,0-2,-1 1,7-2,0 0,0 0,0 0,1 0,-1 0,0 0,0-1,0 1,0 0,1-1,-1 1,0 0,0-1,0 1,1-1,-1 1,0-1,1 1,-1-1,1 0,-1 1,0-1,1 0,0 0,-1 1,1-1,-1 0,1 0,0 1,-1-1,1 0,0 0,0 0,0 0,0 0,0 1,0-1,0 0,0 0,0 0,0 0,0 0,0 1,1-1,-1 0,0 0,1 0,-1 1,1-1,-1 0,0 0,1 1,0-1,-1 0,1 1,-1-1,1 1,0-1,0 0,8-7,0 0,0 1,0 0,1 1,0-1,1 2,-1 0,1 0,0 1,0 0,1 1,-1 0,1 1,0 0,-1 1,1 0,0 1,9 1,-9-1,0 1,0 0,0 1,0 1,0 0,0 0,-1 1,0 0,0 1,0 1,0 0,-1 0,0 1,0 0,0 1,-1 0,-1 0,1 1,-1 0,-1 1,0-1,0 1,-1 1,0 0,-1-1,0 2,0-1,-2 0,1 1,-1 0,-1 0,0 0,-1 0,0 0,-1 0,0 0,-1 0,-1 0,0 4,-2-3,0 0,-1-1,-1 0,0 0,-1 0,0 0,0-1,-1 0,-1-1,0 0,0 0,-1-1,0 0,0-1,-1 0,-1 0,-3 1,-4 1,0 0,-1-2,0 0,0-1,-1-1,0 0,0-2,-1-1,1 0,-10-2,0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9:29.59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148 24,'0'105,"-5"0,-4 0,-12 44,-1-42,-5-1,-11 20,24-92,14-34,0-1,0 1,0 0,0 0,0 0,0-1,-1 1,1 0,0 0,0 0,0 0,0-1,0 1,0 0,-1 0,1 0,0 0,0 0,0-1,0 1,-1 0,1 0,0 0,0 0,0 0,-1 0,1 0,0 0,0 0,0 0,-1 0,1 0,0 0,0 0,-1 0,1 0,0 0,0 0,0 0,-1 0,1 0,0 0,0 0,0 0,0 1,-1-1,1 0,0 0,0 0,0 0,0 0,-1 1,1-1,0 0,0 0,0 0,0 0,0 1,0-1,0 0,0 0,0 0,-2-21,33-211,-19 165,-3 15,3-23,3 0,3 1,3 1,5-3,29-15,-54 89,1 0,0 0,0 0,0 0,0 1,0-1,0 1,0 0,1-1,-1 1,0 0,1 0,-1 0,1 1,-1-1,1 0,0 1,-1 0,1 0,-1 0,1 0,0 0,-1 0,1 1,-1-1,1 1,-1-1,1 1,-1 0,1 0,-1 0,0 1,1-1,-1 1,0-1,0 1,0 0,0 0,11 13,0 1,-1 0,-1 1,0 0,-2 1,0 0,-1 1,0 0,-2 0,0 0,1 14,91 463,-92-472,1 0,1 0,2-1,0 0,1 0,11 14,-8-16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9:29.86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1 195,'7'7,"20"-5,27-11,28-16,26-13,16-6,9-3,-19 6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9:30.76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9 418,'-2'-9,"0"0,0-1,1 0,0 1,0-1,1 0,1 0,0 1,0-1,1 0,0 1,0-1,1 1,0 0,1 0,0 0,1 1,3-7,4-4,2-1,0 2,1 0,1 0,0 2,1 0,6-3,-8 7,1 0,1 1,0 0,0 2,1 0,17-6,-30 13,0 0,0 1,0-1,0 1,0 0,1 0,-1 1,0-1,0 1,1 0,-1 1,0-1,0 1,1 0,-1 0,0 1,0 0,0 0,0 0,-1 0,1 1,-1-1,1 1,-1 1,0-1,0 0,0 1,0 0,3 8,0 1,-1-1,0 1,-1 0,0 1,-1-1,-1 1,0 0,-1 0,0 0,-1 0,-1 0,0 0,-2 10,-3 49,-4-1,-3 0,-19 66,-3 18,28-85,6-70,0-1,0 1,1 0,-1-1,0 1,0 0,0-1,1 1,-1-1,0 1,1-1,-1 1,1 0,-1-1,0 0,1 1,-1-1,1 1,-1-1,1 1,0-1,-1 0,1 0,-1 1,1-1,0 0,-1 0,1 1,-1-1,1 0,0 0,-1 0,1 0,0 0,-1 0,1 0,0 0,-1 0,1-1,0 1,-1 0,1 0,0-1,-1 1,1 0,-1 0,1-1,-1 1,1-1,-1 1,29-24,-1-12,-2-2,-2 0,-1-1,-3-1,-1-1,-1-1,9-39,7-12,-20 79,-10 41,-3 52,-3-51,1 0,2 0,1 0,1 0,1-1,2 1,0-1,2 0,1 0,1-1,4 4,-10-22,1 0,0-1,1 0,0 0,0 0,0-1,1 0,0 0,0-1,0 0,1 0,0-1,0 1,0-2,0 1,1-1,-1-1,1 1,0-1,-1-1,1 0,0 0,0-1,0 0,0 0,0-1,8-2,8-10,-8-3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9:31.0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60 232,'-14'4,"-7"5,3-1,11 0,18-7,21-10,21-11,19-11,16-6,9-5,-1 1,-9 5,-16 9,-19 8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9:31.22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1 311,'32'-2,"35"-12,32-18,28-14,20-11,10-3,-1 5,-28 11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9:32.2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1,'9'16,"-1"1,0-1,-1 2,-1-1,-1 1,0 0,-1 0,-1 2,2 6,32 196,4 169,-41-388,63 1077,-47-720,-7-162,12 233,53 274,-46-513,-19-229,-2-6,1-2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9:33.09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 1,'-8'969,"14"-647,99 1389,-77-1467,0-51,-27-184,8 55,4-1,2 0,21 56,-3-62,-32-57,0-1,0 1,0 0,0-1,0 1,0-1,0 1,-1-1,1 0,0 1,0-1,0 0,-1 1,1-1,0 0,-1 0,1 0,-1 0,1 1,-1-1,1 0,-1 0,0 0,1 0,-1 0,0 0,0 0,0 0,0 0,0 0,0 0,0-1,0 1,0 0,0 0,0 0,-1 0,-7-58,5 43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9:33.8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92,'22'5,"27"-4,26-6,22-6,15-7,6-2,-1 2,-7 5,-12 3,-22 7,-23 4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9:34.10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 0,'-7'16,"7"7,17 1,24-5,30-10,27-13,23-10,11-6,2-1,-23 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9:41.42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40 0,'-1'0,"-1"0,1 0,-1 0,1 0,-1 1,0-1,1 0,-1 1,1-1,-1 1,1-1,0 1,-1 0,1 0,-1-1,1 1,0 0,0 0,0 0,-1 1,1-1,0 0,0 0,1 1,-1-1,0 0,0 1,1-1,-1 1,1-1,-1 1,1-1,-1 1,1 0,2 60,-1-53,51 490,15 135,9 166,-19 53,-36-524,-17 202,-4-507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9:49.20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 3,'-7'-2,"4"19,10 248,15 801,-19-742,2 689,13-695,-18-311,-1-15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9:50.2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1 121,'9'-12,"0"1,1 0,0 0,1 1,0 1,0 0,1 1,0 0,1 0,2 0,-10 6,0-1,0 1,1 0,-1 0,1 1,-1 0,1 0,-1 0,1 0,0 1,-1 0,1 0,0 1,-1-1,1 1,-1 1,1-1,-1 1,1 0,-1 0,0 0,0 1,0-1,0 1,-1 1,1-1,0 1,2 4,0 0,-1 0,0 0,0 1,-1-1,0 1,0 1,-1-1,-1 1,1-1,-2 1,1 0,-1 0,-1 0,0 1,0-1,0 20,0 0,-2 0,-2 0,-5 26,-63 212,65-239,7-28,-1-1,0 1,1-1,-1 0,0 1,1-1,-1 1,1-1,-1 0,1 1,-1-1,1 0,-1 1,1-1,-1 0,1 0,-1 1,1-1,-1 0,1 0,0 0,-1 0,1 0,-1 0,1 0,-1 0,1 0,0 0,-1 0,1 0,-1-1,1 1,-1 0,1 0,-1 0,1-1,-1 1,1 0,-1-1,1 1,-1-1,1 1,-1 0,0-1,1 1,-1-1,0 1,1-1,-1 1,0-1,1 1,-1-1,0 1,0-1,0 0,0 1,0-1,0 1,0-1,28-32,-2-2,-1 0,-2-2,-1-1,-3 0,14-36,-18 39,-1-1,-2 0,-2-1,-1 0,-2 0,-1-6,-5 34,-2 17,0 19,3 38,3-1,3-1,3 1,2-1,13 31,-22-76,1-1,0 1,1-1,1 0,0-1,1 0,1 0,1-1,0 0,1 0,1-1,0-1,1 0,0-1,1 0,-11-9,1-1,-1 0,0-1,1 1,-1-1,1 1,-1-1,1 0,0 0,-1-1,1 1,0-1,0 1,-1-1,1-1,0 1,0 0,-1-1,1 0,0 0,2-1,9-7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9:50.4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141 78,'-21'0,"-10"0,-6 0,4 2,15 3,21 1,27 0,28-2,27-8,24-11,14-6,4-3,-7 3,-25 5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9:50.98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105 150,'-88'425,"79"-396,3-25,5-19,34-232,-23 185,3 0,3 0,17-43,-31 99,-1 3,0 0,0 0,0-1,1 1,-1 0,1 0,-1 0,1 0,0 1,0-1,1 1,-1-1,0 1,1-1,0 1,2-1,-3 3,0 0,0 1,0-1,-1 1,1 0,0-1,0 1,0 0,-1 0,1 0,-1 0,1 1,-1-1,1 0,-1 1,1-1,-1 1,0-1,0 1,0-1,0 1,0 0,0 0,0 0,-1-1,1 2,16 35,-1 1,-2 0,-2 1,1 8,-3-11,89 366,-84-360,-1-9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9:51.2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50 317,'-18'0,"-4"-2,13-3,22-5,31-8,36-12,31-10,29-10,20-5,8-3,-25 9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9:51.5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1,'29'92,"-3"2,-5 1,0 23,-21-118,48 360,-15 2,-16 1,-30 351,8-609,-2 33,6 0,12 81,-10-199,1 0,1 0,2 0,-1 0,2-1,1 1,0-2,6 10,3-4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9:53.5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19 112,'11'210,"-8"163,-18-533,-3-61,18 202,1 1,1-1,1 1,0-1,1 1,1 0,1 1,0-1,2 1,6-12,-9 20,1 2,-1-1,1 0,1 1,-1 1,1-1,1 1,-1 0,1 0,0 1,0 0,1 1,-1 0,1 0,1 0,-5 2,1 1,-1-1,0 1,1 0,-1 1,1-1,-1 1,0 0,1 1,-1-1,1 1,-1 0,0 0,1 1,-1 0,0 0,0 0,0 0,0 1,-1 0,1 0,-1 0,1 0,-1 1,0 0,3 3,-1 3,1 1,-2-1,1 1,-2 1,1-1,-2 1,1-1,-2 1,0 0,0 0,-1 0,0 0,-1 0,0 1,-1-1,-1 0,0 0,0 0,-1-1,-1 1,0 0,-1-1,0 0,-4 6,-2 5,-2 0,-1 0,-1-2,0 0,-2 0,0-1,-1-2,-1 1,-12 7,65-35,-13 2,1 1,1 2,-1 0,1 1,0 1,0 2,0 0,10 2,-25-1,1 1,-1 0,0 0,0 1,0 0,0 0,-1 1,1 0,-1 0,1 1,-1 0,0 1,-1-1,1 1,-1 1,0-1,0 1,0 0,-1 0,0 1,0-1,-1 1,0 0,0 0,1 3,-3-3,0-1,0 1,-1-1,1 1,-1-1,-1 1,1 0,-1 0,-1-1,1 1,-1 0,0-1,-1 1,1-1,-1 1,-1-1,1 0,-1 1,0-1,-1-1,1 1,-1 0,0-1,-3 3,-7 8,-1-1,0 0,-1-1,-1 0,0-2,-1 0,-3 1,4-2,0-2,0 1,-1-2,0-1,0 0,0-1,-7 1,13-8,8-3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9:54.48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0 159,'7'-12,"0"1,1 0,0 0,1 1,0 0,1 0,0 1,0 1,1 0,0 0,0 1,1 0,0 1,0 0,0 1,1 0,0 1,0 1,0 0,0 1,5 0,-11 2,1 0,-1 1,0 0,1 1,-1 0,0 0,0 0,0 1,-1 0,1 1,-1-1,1 1,-1 0,0 1,-1-1,1 1,-1 0,0 1,0-1,0 1,-1 0,0 1,0-1,-1 0,0 1,0 0,0 0,-1 0,0 0,0 0,-1 0,0 1,0-1,0 1,2 24,-2 1,0 0,-3-1,0 1,-2-1,-2 0,0 0,-4 6,4 16,17-54,45-60,-18 5,-3-1,-2-2,-3-1,-2-2,13-43,-30 71,-9 24,-7 22,-4 35,1 0,2 0,3 0,2 1,2 9,0-25,2 0,1 0,2-1,7 26,-9-45,0-1,0 0,1 0,1-1,0 1,0-1,1-1,0 1,1-1,1 0,-1-1,1 0,9 6,-15-12,1 0,-1 0,1-1,0 1,0-1,0 0,0 0,0 0,1-1,-1 1,1-1,-1 0,1-1,-1 1,1-1,-1 0,1 0,0 0,-1 0,1-1,-1 0,1 0,-1 0,0 0,1-1,-1 0,4-2,9-11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9:54.74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0 149,'12'-2,"16"-4,19-4,16-6,13-4,10-4,0-2,-9 1,-17 5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9:54.9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0 226,'32'-6,"35"-10,34-9,30-7,21-4,12-4,4 1,-27 7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6:49:55.22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0,'7'32,"7"35,7 39,8 41,2 47,2 44,-3 39,-7 31,-7 20,-7 7,-4-9,-3-20,2-33,8-41,11-43,10-45,4-40,-3-38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03:22.653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87 223,'0'20,"0"17,0 7,0 9,0 2,0 0,2-2,1-3,2-5,0-9,2-8,2-9,-1-11,-1-13,-3-9,-1-10,-2-5,0 3</inkml:trace>
  <inkml:trace contextRef="#ctx0" brushRef="#br0" timeOffset="249.354">7 262,'-5'-9,"4"-5,8-3,10 0,13 0,11-2,7 1,8 1,0 0,-4 4,-7 4,-9 3,-10 6,-10 2</inkml:trace>
  <inkml:trace contextRef="#ctx0" brushRef="#br0" timeOffset="497.204">33 436,'14'2,"11"2,10-4,9-5,6-7,3-3,0-4,-10 1</inkml:trace>
  <inkml:trace contextRef="#ctx0" brushRef="#br0" timeOffset="683.415">728 262,'2'18,"1"16,0 10,0 7,-2 3,0-3,-2-2,-2-7,-2-7,-1-11,2-10</inkml:trace>
  <inkml:trace contextRef="#ctx0" brushRef="#br0" timeOffset="991.872">621 223,'9'-12,"0"1,1 1,0 0,0 0,1 1,0 0,1 1,0 0,0 1,1 0,0 1,0 1,1 0,-1 0,1 2,0-1,0 2,0 0,1 1,-1 0,0 1,10 1,-20-1,1 0,0-1,0 2,0-1,0 1,0-1,0 1,0 1,0-1,-1 1,1 0,-1 0,1 0,-1 0,0 1,1 0,-2 0,1 0,0 0,0 1,-1-1,0 1,0 0,0 0,0 0,-1 0,1 1,-1-1,0 1,0 0,-1-1,1 1,-1 0,0 2,-3 2,0 1,-1 0,0-1,-1 1,0-1,0 0,-1-1,0 1,0-1,-1 0,0 0,-1 0,0-1,0 0,0 0,-1-1,0 0,0 0,-1-1,1 0,-10 3,-59 26,68-35,6-3</inkml:trace>
  <inkml:trace contextRef="#ctx0" brushRef="#br0" timeOffset="1676.717">1196 236,'10'74,"-4"-37,-2 1,-1-1,-2 1,-3 27,2-62,0 1,-1-1,1 1,0-1,-1 1,0-1,0 0,0 1,0-1,-1 0,1 1,-1-1,0 0,0 0,0-1,0 1,0 0,-1-1,1 1,-3 1,4-5,0 0,-1 1,1-1,0 0,0 0,0 0,0 0,0 0,1 0,-1 0,0 0,0 0,1-1,-1 1,1 0,-1 0,1-1,-1 1,1 0,0-1,-1 1,1 0,0-1,0 1,0 0,0-1,0 1,1-1,-1 0,-2-287,2 270,-1 6,0-1,1 0,0 1,1-1,1 1,0-1,1 1,0 0,1 0,0 0,1 0,1 1,0-1,6-7,-6 15,0 1,1-1,0 1,0 0,0 1,0 0,0 0,1 0,-1 1,1 0,0 1,0-1,0 2,-1-1,1 1,0 0,0 1,0-1,0 2,0-1,-1 1,7 2,-11-2,1-1,-1 0,0 1,0 0,0-1,0 1,0 0,0 1,0-1,-1 0,1 1,-1 0,0-1,1 1,-1 0,-1 0,1 0,0 1,-1-1,0 0,1 1,-1-1,-1 0,1 1,0-1,-1 1,0 0,0-1,0 1,0-1,0 1,-1-1,1 1,-1-1,-2 9,0-1,0 1,-1-1,-1 0,0-1,0 1,-1-1,0 0,-7 8,-49 45,62-63,0 0,-1 1,1-1,0 0,-1 0,1 1,0-1,0 0,-1 1,1-1,0 0,0 1,0-1,-1 0,1 1,0-1,0 0,0 1,0-1,0 1,0-1,0 0,0 1,0-1,0 0,0 1,0-1,0 1,0-1,0 0,0 1,0-1,0 1,1-1,-1 0,0 1,0-1,0 0,1 1,-1-1,0 0,0 0,1 1,-1-1,0 0,1 0,-1 1,0-1,1 0,-1 0,0 0,1 1,-1-1,0 0,1 0,-1 0,1 0,-1 0,0 0,1 0,-1 0,1 0,32 2,-24-1,8 0,0 1,0 1,0 0,-1 1,1 1,-1 1,7 4,-16-8,-1 1,-1 0,1 1,0-1,-1 1,0 0,0 1,0-1,0 1,-1 0,0 0,0 1,0-1,0 1,-1-1,0 1,0 0,-1 1,0-1,1 5,-2-6,-1 0,1 0,-2 0,1 0,0 1,-1-1,0 0,0 0,-1 0,1 0,-1 0,0-1,-1 1,1 0,-1-1,0 0,0 1,0-1,0 0,-1-1,1 1,-5 2,-97 62,98-64,-1 0,0 0,0-1,0 0,0-1,0 0,-1 0,1-1,-1 0,1 0,-6-1,13 0,0-1,1 1,-1-1,0 1,1-1,-1 1,0-1,1 1,-1-1,1 0,-1 1,1-1,-1 0,1 1,-1-1,1 0,0 0,-1 0,1 1,0-1,0 0,0 0,0 0,-1 1,1-1,0 0,1 0,-1 0,0 0,0 1,0-1,0 0,1 0,-1 0,0 1,1-1,-1 0,0 0,1 0,0 0,3-13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03:32.025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81 283,'-4'78,"-4"0,-3-1,-3 0,-12 28,18-73,4-23,6-23,47-269,-41 217,-5 24,2-1,3 1,1 0,2 0,5-9,-12 41,1 1,0-1,0 1,1 0,0 1,0-1,1 1,1 0,4-3,-10 8,1 1,-1 0,1 0,-1 0,1 1,0-1,0 1,0-1,0 1,0 0,0 0,0 0,0 1,0-1,0 1,0-1,1 1,-1 0,0 1,0-1,0 0,1 1,-1 0,0-1,0 1,0 1,0-1,0 0,0 1,-1-1,1 1,0 0,-1 0,8 10,0 0,-1 1,0 0,-2 1,1 0,-2 0,1 1,-2 0,0 0,-1 0,-1 0,0 1,-1-1,0 1,-2 12,9 120,-10 131,-1-194,1-63</inkml:trace>
  <inkml:trace contextRef="#ctx0" brushRef="#br0" timeOffset="762.863">0 523,'23'-2,"1"-1,-1-1,0-2,-1 0,0-1,0-1,0-1,0-2,9-1,31-15,-19 8,0 1,1 2,1 2,0 2,44-5,-83 16,0 0,0 0,0 1,0 0,0 0,0 1,0-1,0 1,-1 0,1 1,0 0,0 0,-1 0,1 0,-1 1,0 0,0 0,0 0,0 1,0 0,-1 0,0 0,0 0,0 1,0-1,0 1,-1 0,0 0,0 1,6 20,-1 0,-2 1,0 0,-2 0,-1 0,-1 0,-1 1,-3 25,2-43,-10 43,9-52,1-1,-1 1,0-1,1 1,-1-1,0 1,1-1,-1 0,0 1,0-1,1 0,-1 0,0 0,0 1,0-1,1 0,-1 0,0 0,0 0,0 0,1 0,-1-1,0 1,0 0,0 0,1-1,-1 1,0 0,0-1,1 1,-1-1,0 1,1-1,-1 1,1-1,-1 1,0-1,1 1,-1-1,1 0,0 1,-1-1,1 0,-1 0,1 0,-22-35,11 10,2 1,1-2,1 1,1-1,2 0,1 0,0 0,2-1,2 1,0 0,2-1,0 1,2 0,1 1,2-1,4-10,-4 18,0 0,1 0,1 1,1 1,0 0,9-9,-15 20,0-1,1 1,0 1,0-1,0 1,1 0,0 0,0 1,0 0,0 0,0 1,1 0,0 0,0 0,0 1,0 1,5-1,-8 1,-1 2,1-1,-1 0,0 1,1 0,-1 0,0 0,1 1,-1-1,0 1,0 0,0 0,-1 0,1 1,0-1,-1 1,0 0,1 0,-1 0,0 0,-1 1,1-1,-1 1,1 0,-1 0,0 0,0 0,-1 0,1 0,-1 2,3 6,0 0,-2 1,1 0,-2 0,1 0,-2 0,0 0,0 0,-3 11,-1-1,-1-1,-1 0,-1-1,-1 1,-1-1,-1-1,-1 0,-1 0,-11 14,-7-2,39-49,-1 8,1 1,0 0,0 0,1 0,0 2,1-1,-1 1,1 0,0 1,1 1,-1 0,1 0,0 1,0 1,0 0,0 0,0 1,0 1,10 0,-15 2,1 1,-1 0,0 0,-1 0,1 1,0 0,-1 1,0-1,0 1,0 0,-1 0,0 1,0 0,0 0,0 0,-1 0,0 1,-1 0,1 0,-1 0,-1 0,1 0,-1 1,-1-1,1 0,-1 1,0 0,-1-1,0 1,0 0,-1-1,0 1,0-1,0 1,-1-1,0 1,-1-1,0 0,0 0,0 0,-1-1,0 1,-1-1,-1 2,-6 2,-1 0,-1-1,1 0,-1-2,-1 1,0-2,0 0,0-1,-1 0,1-1,-1-1,0 0,0-1,0-1,0-1,-1 0,1-1,-4-1,1-2,19 4,-1-1,1 1,0-1,0 1,0-1,0 1,0-1,1 0,-1 1,0-1,0 1,0-1,0 1,1-1,-1 1,0-1,0 1,1-1,-1 1,0-1,1 1,-1 0,0-1,1 1,-1 0,1-1,-1 1,1 0,-1-1,1 1,-1 0,1 0,-1-1,1 1,-1 0,1 0,-1 0,1 0,0 0,-1 0,1 0,-1 0,23-10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03:39.854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66 1091,'-1'2,"1"-2,0 1,0 0,0-1,-1 1,1 0,0-1,0 1,0 0,-1-1,1 1,0 0,-1-1,1 1,-1-1,1 1,0 0,-1-1,1 1,-1-1,0 0,1 1,-1-1,1 1,-1-1,0 0,1 1,-1-1,0 0,1 0,-1 0,0 1,1-1,-1 0,0 0,1 0,-1 0,0 0,0 0,1 0,-1-1,0 1,1 0,-1 0,0 0,1-1,-1 1,0 0,1-1,-1 1,1-1,-1 1,1-1,-1 1,1-1,-1 1,1-1,-1 1,1-1,-1 0,-3-16,1-1,1 1,0-1,1 0,1 0,1-9,0-9,-1-260,-6 233,6 63,-1 0,1 0,0 0,0 1,0-1,-1 0,1 0,0 0,0 1,-1-1,1 0,0 0,-1 0,1 0,0 0,0 0,-1 0,1 0,0 0,-1 0,1 0,0 0,0 0,-1 0,1 0,0 0,-1 0,1 0,0 0,0 0,-1 0,1 0,0 0,0-1,-1 1,1 0,0 0,0 0,-1 0,1-1,0 1,0 0,0 0,0-1,-1 1,1 0,0 0,0-1,0 1,-5 29,5-23,0 0,0-1,1 1,0 0,0-1,0 1,1-1,0 1,0-1,0 0,1 0,0 0,0 0,0 0,0-1,1 1,-1-1,1 0,1 0,-1 0,0-1,1 1,0-1,-1 0,1 0,1-1,-1 0,0 0,1 0,3 1,12 1,1 0,0-1,-1-2,1 0,0-1,0-1,0-1,76 0,-95 1,-1 1,1 0,0 1,-1-1,1 0,0 1,-1-1,1 1,0 0,-1 0,1 0,-1 0,1 1,-1-1,0 0,0 1,1 0,-1 0,0-1,0 1,-1 0,1 1,0-1,-1 0,1 0,-1 1,0-1,0 1,0-1,1 2,1 13,0-1,-1 1,-1 0,0 0,-1 0,-1 0,-1 7,1 80,1-100,1-1,0 0,-1 1,1-1,0 0,1 1,-1-1,1 0,-1 0,1 0,0 0,0-1,0 1,1 0,-1-1,0 1,1-1,0 0,-1 0,1 0,0 0,0-1,0 1,1-1,-1 1,0-1,0 0,1 0,-1-1,1 1,-1-1,0 0,1 0,-1 0,3 0,10-2,0-1,0-1,0-1,0 0,-1-1,0 0,0-1,0-1,-1 0,0-1,-1-1,0 0,0-1,-1 0,-1-1,0 0,8-12,-14 19,0-2,-1 1,0 0,0-1,-1 0,0 0,0 0,0 0,-1 0,0-1,0 1,-1-1,0 1,0-1,-1 0,0 1,-1-1,1 0,-1 1,-1-1,1 1,-1-1,-1 1,1 0,-1 0,-1 0,1 0,-1 1,0-1,-1 1,-2-3,-54-37,59 45,0 0,0 0,-1 0,1 1,-1-1,1 1,0-1,-1 1,1 0,-1 0,1 0,-1 0,1 0,-1 1,1-1,0 1,-1 0,1-1,0 1,-1 0,1 0,0 1,0-1,0 0,0 1,0-1,0 1,0 0,0 0,-4 7,0 0,1 0,1 1,-1 0,2 0,-1 0,1 0,1 0,0 1,0-1,0 10,0-10,0 0,0-1,1 1,0 0,1 0,0 0,1 0,0 0,0 0,1 0,1 0,-1-1,2 1,-1-1,1 0,0 0,1 0,0 0,1-1,0 0,0 0,0 0,1-1,1 0,-1-1,1 1,0-1,0-1,1 1,-1-2,1 1,1-1,48 7,-2-8</inkml:trace>
  <inkml:trace contextRef="#ctx0" brushRef="#br0" timeOffset="826.717">1469 784,'-139'3,"136"-3,0 1,0 0,0 0,0 0,0 0,0 0,0 0,0 1,1 0,-1-1,1 1,-1 0,1 0,0 0,-1 1,1-1,0 0,0 1,1-1,-1 1,1 0,-1 0,1-1,0 1,0 0,0 0,0 0,0 2,-3 90,4-92,16 60,-15-61,0 0,0-1,0 1,0-1,0 1,0-1,0 1,1-1,-1 1,0-1,1 0,0 0,-1 0,1 0,0 0,-1 0,1 0,0-1,0 1,0-1,-1 1,1-1,0 1,0-1,0 0,0 0,0 0,0 0,0-1,0 1,0 0,1-1,7-4,-1 0,1-1,-1 0,0 0,0-1,-1-1,0 1,0-1,0 0,-1-1,-1 0,1 0,-2 0,2-4,5-8,-1 0,-1-1,0 0,-2-1,-1 0,-1-1,-1 1,0-1,-2 0,-1 0,-1-5,-2-26,-2 0,-2 0,-3 1,-6-19,-6 0,20 73,0 0,1 1,-1-1,0 0,0 1,0-1,0 0,0 1,0-1,0 0,0 1,0-1,0 1,0-1,0 0,0 1,0-1,0 0,0 1,0-1,0 0,0 1,0-1,-1 0,1 1,0-1,0 0,0 1,-1-1,1 0,0 1,0-1,-1 0,1 0,0 1,-1-1,1 0,0 0,-1 0,1 0,0 1,-1-1,1 0,0 0,-1 0,1 0,-1 0,1 0,0 0,-1 0,1 0,0 0,-1 0,1 0,-1 0,1 0,0-1,-1 1,1 0,0 0,-1 0,-1 54,2 0,2 1,3-1,11 53,-16-106,4 35,1 0,1-1,3 0,0 0,2-1,2 0,1-1,17 28,-29-56,1-1,-1 1,1-1,0 0,0 0,0 0,0 0,1 0,0-1,0 0,0 1,0-2,0 1,0 0,1-1,-1 0,1 0,0 0,0 0,0-1,0 0,-1 0,2 0,-1-1,0 1,0-1,0-1,0 1,0-1,0 1,0-1,0-1,0 1,-1-1,1 0,1-1,8-9,0-1,-2-1,1-1,-2 1,0-2,-1 0,0 0,-1 0,-1-1,-1-1,-1 1,0-1,3-15,7-22,-16 55,0 0,0 0,0 1,0-1,0 0,0 0,0 0,0 0,0 0,0 0,0 1,1-1,-1 0,0 0,0 0,0 0,0 0,0 0,0 0,1 0,-1 0,0 1,0-1,0 0,0 0,1 0,-1 0,0 0,0 0,0 0,0 0,0 0,1 0,-1 0,0 0,0 21,0-20,0 0,-1 11,0-1,1 1,0 0,1 0,0-1,0 1,2 0,-1-1,2 0,-1 1,1-1,1-1,0 1,1 0,5 7,-7-15,-1-1,0 1,0-1,1 0,-1 0,1 0,-1 0,1-1,0 0,0 1,0-2,0 1,0 0,0-1,0 1,0-1,0 0,0-1,0 1,0-1,0 1,0-1,0 0,-1-1,4-1,5-1,-1-2,0 1,0-1,-1-1,0 0,0-1,8-7,-8 6,-1-1,0 0,0-1,-1 1,0-2,-1 1,0-1,-1 0,-1 0,0-1,0 0,-1 0,-1 0,1-4,-15 68,11-51,-2 104,2-100,1 0,-1 0,1 0,1 0,-1 0,0 0,1 0,0-1,0 1,0-1,0 1,0-1,1 0,0 1,-1-2,1 1,0 0,1 0,-1-1,0 0,1 1,-1-1,4 1,18 5</inkml:trace>
  <inkml:trace contextRef="#ctx0" brushRef="#br0" timeOffset="1184.79">2485 690,'-3'12,"1"0,1-1,0 1,0 0,1 0,1 0,0-1,0 1,1 0,1-1,0 1,0-1,2 0,-1 0,1 0,1-1,-1 1,2-1,0-1,0 1,0-1,6 4,-11-12,0 1,0-1,0 0,0 0,0 0,0 0,0-1,1 1,-1-1,0 1,1-1,-1 0,0 0,0 0,1 0,-1 0,0 0,1-1,-1 1,0-1,0 1,1-1,-1 0,0 0,0 0,0 0,0-1,0 1,0 0,-1-1,1 1,0-1,-1 0,1 0,0-1,49-73,-48 71,57-123,-53 125,-9 22,2-15,0 0,-2 3,0 0,1 1,0-1,0 0,1 0,0 1,0-1,1 0,0 0,0 0,1 0,0 0,0 0,0 0,1 0,0-1,0 1,1-1,0 0,0 0,0 0,1-1,4 5,2-4,0 0,1-1,-1 0,1-1,0 0,1-1,-1 0,0-1,1-1,-1 0,1 0,10-2,40 0</inkml:trace>
  <inkml:trace contextRef="#ctx0" brushRef="#br0" timeOffset="1605.136">3367 784,'-13'-5,"-1"1,0 1,1 0,-1 0,0 2,-1-1,1 2,-8 0,19 1,0 0,-1-1,1 1,0 1,0-1,0 0,0 1,0 0,0-1,0 1,1 0,-1 1,0-1,1 0,0 1,0-1,0 1,0 0,0 0,0 0,1 0,-1 0,1 0,0 0,0 0,-1 3,0 3,0-1,1 1,0-1,0 1,1 0,0-1,0 1,1 0,0-1,1 1,-2-5,1 0,0-1,-1 1,2-1,-1 1,0-1,1 0,-1 1,1-1,0 0,0 0,0 0,1-1,-1 1,1 0,-1-1,1 1,0-1,0 0,0 0,0 0,1-1,-1 1,0-1,1 1,-1-1,1 0,-1-1,1 1,-1-1,1 1,0-1,-1 0,1 0,0 0,-1-1,1 0,0 1,6-6,0-1,0 0,0 0,-1-1,0 0,-1-1,0 0,0 0,-1 0,0-1,0 0,-1-1,-1 0,3-5,11-27,-2-2,-2 0,-1-1,-3-1,-2 1,-2-2,-2 1,-2-1,-2 0,-3-16,3 42,-1 10,1 1,-1-1,-1 1,0-1,0 1,-1-1,-1 1,0 0,0 0,-4-7,6 17,1 0,0 0,-1 1,1-1,0 0,-1 1,1-1,-1 0,1 1,-1-1,1 1,-1-1,0 1,1-1,-1 1,0-1,1 1,-1-1,0 1,0 0,1 0,-1-1,0 1,0 0,0 0,1 0,-1 0,0 0,0 0,0 0,1 0,-1 0,0 0,0 0,1 1,-1-1,0 0,0 1,1-1,-1 0,0 1,1-1,-1 1,0-1,1 1,-1-1,0 1,-23 34,12-3,1-1,2 2,1-1,1 1,2 0,2 1,1-1,1 6,0-12,2 0,0 0,2 1,1-2,2 1,0 0,1-1,3 2,-5-14,1 0,1-1,0 0,1 0,0-1,0 0,2-1,-1 1,2-2,-1 1,1-2,1 1,0-2,0 1,10 3,-3-3,0-1,1-1,0 0,0-2,0 0,5-1,42 5</inkml:trace>
  <inkml:trace contextRef="#ctx0" brushRef="#br0" timeOffset="2222.281">4183 770,'-12'-7,"-1"1,1 0,-1 1,0 0,-1 1,1 1,-1 0,1 0,-1 2,0-1,0 2,0 0,-7 1,17 1,-1-1,1 1,-1 0,1 0,0 0,0 0,0 1,0 0,0-1,0 1,1 1,0-1,-1 1,1-1,0 1,1 0,-1 0,1 0,0 0,0 1,0-1,0 1,1-1,0 1,0-1,0 1,0 0,1-1,0 1,0 0,0 0,1-1,-1 1,1 0,0-1,0 1,1 0,-1-1,1 0,2 5,-2-6,0 1,0 0,0-1,0 1,1-1,0 0,-1 1,1-1,0-1,0 1,1 0,-1-1,0 1,1-1,0 0,-1 0,1-1,0 1,0-1,0 0,0 0,0 0,0 0,1-1,-1 0,0 1,0-2,4 1,3-1,0-1,-1 0,1 0,0-1,0 0,-1-1,0 0,0-1,0 0,4-3,-3 1,1 0,-1-1,0 0,-1-1,0 0,0-1,-1 0,0 0,-1-1,0 0,-1 0,0-1,0 0,-2 0,1-1,-2 0,0 0,2-10,-5 23,-1-1,0 0,1 1,-1-1,0 0,0 0,1 1,-1-1,0 0,0 0,0 1,0-1,0 0,0 0,0 1,0-1,-1 0,1 0,0 1,0-1,0 0,-1 1,1-1,0 0,-1 1,1-1,-1 0,1 1,-1-1,1 1,-1-1,1 1,-1-1,0 1,1-1,-1 1,0-1,1 1,-1 0,0 0,1-1,-1 1,0 0,0 0,1 0,-1 0,0 0,0 0,1 0,-1 0,0 0,0 0,1 0,-1 0,0 0,0 1,1-1,-1 0,0 1,1-1,-1 0,0 1,1-1,-1 1,1-1,-1 1,1-1,-1 1,-5 7,1 1,0 0,1-1,0 1,0 1,1-1,0 1,1-1,0 1,0 0,1 0,0 0,1 0,0-1,1 6,-1-9,0 0,1-1,0 1,0-1,0 1,1-1,0 1,0-1,0 0,0 0,1 0,0 0,0-1,0 1,1-1,-1 1,1-1,0 0,0-1,1 1,-1-1,1 0,0 0,0 0,0 0,0-1,0 0,0 0,1-1,-1 1,1-1,-1 0,1-1,-1 1,1-1,0 0,0 0,4-1,0 0,1-1,-1 0,0-1,0 0,-1 0,1-1,0 0,-1-1,0 0,0 0,-1-1,0 0,0-1,0 0,0 0,-1-1,-1 1,1-2,-1 1,0-1,-1 0,0 0,-1 0,0-1,0 1,-1-1,0 0,-1 0,0 0,0-5,-7-14,5 29,0-1,0 1,0 0,0-1,0 1,0-1,0 1,0 0,-1-1,1 1,0 0,0-1,0 1,-1 0,1-1,0 1,0 0,-1-1,1 1,0 0,-1 0,1-1,0 1,-1 0,1 0,0 0,-1-1,1 1,0 0,-1 0,1 0,-1 0,1 0,0 0,-1 0,1 0,-1 0,1 0,0 0,-1 0,1 0,0 0,-1 0,1 0,-1 1,1-1,0 0,-1 0,1 0,0 1,-1-1,1 0,0 0,0 1,-1-1,1 0,0 1,0-1,-1 0,1 1,0-1,0 0,0 1,-1-1,1 0,0 1,-4 7,1 1,0 0,0 0,1 0,0 0,1 0,0 0,0 1,1-1,0 0,1 0,0 3,0-1,0-1,1 1,1-1,-1 1,2-1,-1 0,2 0,-1-1,1 1,2 2,-5-9,1 1,-1-1,1 1,-1-1,1 0,0 0,1 0,-1-1,0 1,1-1,-1 1,1-1,0 0,0-1,-1 1,1-1,1 1,-1-1,0-1,0 1,0 0,0-1,1 0,-1 0,0 0,0-1,3 0,2-2,0 0,0-1,-1 0,1-1,-1 0,0 0,0-1,-1 0,1 0,-1-1,-1 0,1 0,-1-1,4-6,12-17</inkml:trace>
  <inkml:trace contextRef="#ctx0" brushRef="#br0" timeOffset="2784.88">4918 731,'0'6,"0"21,0-1,2 0,1 0,1 0,4 14,-7-35,1 1,-1-1,1 1,1-1,-1 0,1 0,0 0,0 0,0-1,0 1,1-1,0 0,0 0,0 0,1 0,-1-1,1 0,0 0,0 0,0 0,0-1,0 0,0 0,1 0,-1-1,1 0,0 0,1 0,1-1,-1 0,0 0,0-1,0 0,0-1,0 1,-1-1,1-1,0 1,-1-1,1 0,-1-1,0 1,0-1,-1 0,1-1,-1 1,0-1,3-3,4-6,0 0,0-2,-1 1,-1-1,-1 0,7-16,7-30,-3-1,-2-1,-4 0,-2-1,-3-1,-3 0,-2-16,3-173,-9 210,1 46,1-1,0 0,-1 1,1-1,0 0,0 1,-1-1,1 0,-1 0,1 1,0-1,-1 0,1 0,-1 0,1 0,0 0,-1 1,1-1,-1 0,1 0,-1 0,1 0,-1 0,1 0,0 0,-1-1,1 1,-1 0,1 0,-1 0,1 0,0 0,-1-1,1 1,0 0,-1 0,1-1,-1 1,1 0,0-1,0 1,-1 0,1-1,0 1,0 0,-1-1,-8 28,0 1,2 0,1 0,2 0,-1 9,2-14,-7 29,3 2,1-1,3 1,3-1,1 1,3 0,3-1,1 0,3 0,6 11,-12-51,0 0,0 0,2-1,0 1,0-1,1-1,0 0,1 0,0 0,1-1,0-1,1 1,0-2,0 1,1-2,0 0,0 0,1-1,11 4,-22-9,0 0,0-1,0 1,0-1,0 1,0-1,1 0,-1 0,0 0,0 0,0 0,0 0,0-1,0 1,0-1,0 1,0-1,0 0,0 0,0 0,-1 0,1 0,0 0,0 0,-1-1,1 1,-1 0,1-1,-1 0,0 1,0-1,0 0,1 1,-2-1,1 0,0 0,0 0,-1 0,1-2,-1-9,0 0,-1 0,-1 0,0 0,-1 0,-1 0,0 1,0-1,-1 1,-1 0,0 0,-1 1,0 0,0 0,-1 1,-5-5,-13-21,-2 1,-2 1,-1 2,-1 1,-1 2,-2 1,-1 1,-1 2,-1 2,-30-13,-16 9,84 27,0 1,0-1,0 0,0 1,0-1,0 0,0 1,0-1,0 0,0 1,0-1,0 1,0-1,0 0,0 1,0-1,0 0,0 1,-1-1,1 0,0 1,0-1,0 0,-1 0,1 1,0-1,0 0,-1 1,1-1,0 0,0 0,-1 0,1 1,0-1,-1 0,1 0,0 0,-1 0,1 0,0 0,-1 0,1 1,-1-1,1 0,0 0,-1 0,1 0,0-1,-1 1,12 6,0-2,0 0,0 0,0-1,1 0,0-1,-1 0,6 0,101 7,0-6,-1-4,114-17,-182 14,146-12,-23 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03:34.049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187 32,'3'22,"-3"-14,1-1,0 1,0 0,1 0,0-1,0 1,1-1,0 1,1-1,0 0,-4-7,1 0,0 0,0-1,-1 1,1 0,0-1,-1 1,1 0,-1-1,1 1,0-1,-1 1,1-1,-1 0,1 1,-1-1,0 0,1 1,-1-1,0 0,1 1,-1-1,0 0,0 1,0-1,1 0,-1 0,0 1,0-1,0 0,0 0,0 0,0 1,-1-1,1 0,0 1,0-1,-1 0,1 0,0 1,-1-2,0-4,-1-1,1 0,-2 1,1-1,-1 1,0-1,0 1,0 0,-1 0,0 1,0-1,-5-3,7 6,0 1,0 0,0 0,0 0,0 0,-1 1,1-1,-1 1,0-1,1 1,-1 0,0 0,0 0,0 0,1 0,-1 1,0-1,0 1,0 0,0 0,0 0,0 0,0 1,0-1,0 1,0-1,0 1,0 0,1 0,-2 1,-5 6,1-1,1 1,-1 0,1 0,1 1,0 0,0 0,0 1,2 0,-1 0,1 0,0 0,1 1,0-1,1 1,0 0,0 10,-3 83,6-100,-1 0,1 1,0-1,0 1,1-1,-1 0,1 0,0 0,0 0,0 0,1 0,-1 0,1-1,0 1,0-1,0 0,1 0,-1 0,1 0,-1-1,4 2,2 0,-1-1,1 0,0 0,0-1,0-1,1 1,-1-2,0 1,0-1,1 0,-1-1,0 0,0-1,9-2,122-48,-89 24,-1-3,-1-2,7-8,-38 28,-17 12,-1 0,0 1,1-1,-1 0,0 1,1-1,-1 0,1 1,-1-1,1 1,-1-1,1 1,-1-1,1 1,0-1,-1 1,1 0,0-1,-1 1,1 0,0 0,0-1,-1 1,1 0,0 0,-1 0,1 0,0 0,0 0,-1 0,1 0,0 0,0 0,-1 1,1-1,0 0,0 0,-1 1,1-1,-1 0,1 1,0-1,-1 1,1-1,-1 1,1-1,-1 1,1-1,-1 1,1 0,-1-1,1 1,-1 0,0-1,1 1,-1 0,0-1,9 48,-9-39,1 0,0 0,1 0,0-1,0 1,1 0,0-1,1 0,0 0,0 0,1 0,-1 0,2-1,-1 0,1 0,2 1,-7-6,1 0,0 0,0 0,1 0,-1 0,0-1,1 1,-1-1,1 1,-1-1,1 0,0 0,-1 0,1 0,0-1,0 1,0-1,-1 0,1 0,0 0,0 0,0 0,0 0,-1-1,1 1,0-1,0 0,-1 0,1 0,0 0,-1-1,1 1,-1-1,1 1,-1-1,0 0,0 0,0 0,0 0,0 0,0 0,-1-1,1 1,-1 0,1-2,0-4,0 0,-1 0,0 0,-1-1,1 1,-2 0,1-1,-1 1,0 0,-1-1,0 1,0 0,-1 0,0 1,0-1,-1 1,0-1,0 1,-1 0,0 0,0 1,0 0,-1 0,0 0,0 0,-1 1,1 0,-1 0,-1 1,1 0,0 0,-1 1,0 0,0 0,0 1,0 0,-3-1,-32 16,42-13,1 1,-1-1,0 1,0-1,1 1,-1-1,0 1,1-1,-1 1,1 0,-1-1,1 1,-1 0,1 0,-1-1,1 1,0 0,-1 0,1 0,0 0,0-1,-1 1,1 0,0 0,0 0,0 0,0 0,0 0,0-1,1 1,-1 0,0 0,0 0,1 0,-1 0,0-1,1 1,-1 0,1 0,-1-1,1 1,-1 0,1-1,0 1,-1 0,1-1,0 1,-1-1,7 4,0-1,-1 0,1-1,0 0,0 0,0 0,1-1,-1 0,0 0,0-1,1 0,-1 0,0-1,1 1,-1-2,0 1,2-2,232-38,-237 40,1 1,0 0,0 0,-1 0,1 0,0 1,-1 0,1 0,0 0,-1 1,0-1,1 1,-1 0,0 1,0-1,0 1,0-1,0 1,-1 1,1-1,-1 0,0 1,0-1,0 1,0 0,-1 0,1 0,-1 0,0 1,-1-1,1 1,0 1,8 104,-10-109,0-1,-1 0,1 1,0-1,0 1,-1-1,1 0,0 1,0-1,0 1,-1-1,1 1,0-1,0 1,0-1,0 1,0-1,0 1,0-1,0 1,0-1,0 1,0-1,0 0,0 1,1-1,-1 1,0-1,0 1,0-1,1 0,-1 1,0-1,1 1,-1-1,0 0,1 1,-1-1,0 0,1 1,-1-1,1 0,-1 0,0 0,1 1,-1-1,1 0,-1 0,1 0,-1 0,1 0,-1 0,1 0,-1 0,1 0,-1 0,1 0,-1 0,0 0,1 0,-1 0,1 0,-1 0,1-1,8-11,-1 0,1-1,-2-1,0 1,-1-1,0 0,1-7,7-14,21-46,-35 81,0 0,0 0,0 1,1-1,-1 0,0 0,0 0,0 0,0 0,0 1,0-1,0 0,1 0,-1 0,0 0,0 0,0 0,0 0,1 1,-1-1,0 0,0 0,0 0,0 0,1 0,-1 0,0 0,0 0,0 0,1 0,-1 0,0 0,0 0,0 0,0 0,1 0,-1 0,0 0,0 0,0-1,0 1,1 0,-1 0,0 0,0 0,0 0,0 0,0 0,1-1,-1 1,0 0,0 0,0 0,0 0,0-1,0 1,0 0,0 0,0 0,0 0,2 18,-2-16,1 17,11 98,-11-112,0-1,0 1,1 0,0-1,0 1,0-1,1 0,0 1,0-1,0 0,0-1,0 1,1 0,-1-1,1 0,0 0,0 0,0 0,1-1,-1 0,1 0,-1 0,25 6,-1-5</inkml:trace>
  <inkml:trace contextRef="#ctx0" brushRef="#br0" timeOffset="1074.541">1590 6,'-4'0,"0"0,0 1,0 0,0 0,-1 0,1 0,0 0,1 1,-1 0,0 0,0 0,1 0,-1 0,1 1,0-1,-1 1,1 0,1 0,-1 1,0-1,1 0,0 1,-1 0,1-1,1 1,-1 0,0 0,1 0,0 0,0 0,0 0,1 1,-1-1,1 0,0 0,0 0,1 1,-1-1,1 0,2 5,1-1,1 0,-1 0,1-1,0 0,1 1,0-2,0 1,0-1,1 0,0 0,0 0,1-1,11 11,-11-9,2 0,0 0,-1 1,1 0,-1 0,-1 1,0 1,0-1,-1 1,0 1,-1-1,0 1,-1 0,0 0,0 1,-1 0,-1-1,2 11,-5-20,0 1,0-1,-1 1,1-1,-1 1,1-1,-1 1,0-1,0 1,0-1,0 0,0 0,-1 0,1 1,-1-1,1 0,-1-1,0 1,0 0,0 0,0-1,0 1,0-1,0 0,0 0,-1 1,1-2,0 1,-1 0,1 0,-1-1,1 1,-1-1,-1 0,-89-4,89 4,0 0,1-1,-1 0,0 1,0-1,1-1,-1 1,1-1,-1 1,1-1,0 0,-1 0,1 0,0-1,0 1,1-1,-1 0,0 0,1 1,0-2,0 1,0 0,0 0,0-1,0 1,1-1,0 1,0-1,-1-1,4 2,0 0,0 0,0 0,0 1,0-1,0 1,1-1,-1 1,1 0,0 0,0 0,0 0,0 0,0 1,0-1,0 1,0 0,1 0,-1 0,0 0,1 1,-1-1,1 1,-1 0,2 0,-1-1,40-6,-16 4,-1-1,0-2,0 0,0-2,-1 0,0-2,0-1,-2-1,1-1,18-14,-39 23,0 0,0 0,0 0,-1-1,1 0,-1 1,0-1,0 0,-1-1,0 1,0 0,0-1,0 1,0-4,-2 7,0-1,1 1,-1-1,0 1,0 0,0-1,-1 1,1-1,-1 1,1 0,-1-1,0 1,0 0,0 0,0 0,0-1,0 1,-1 0,1 0,-1 1,1-1,-1 0,0 0,0 1,0-1,0 1,0 0,0 0,0-1,0 1,0 0,0 1,-1-1,-1 0,2 0,-1 0,0 1,1-1,-1 1,0 0,1 0,-1 0,0 0,1 0,-1 1,0-1,1 1,-1 0,1-1,-1 1,1 1,-1-1,1 0,0 0,-1 1,1-1,0 1,0 0,0 0,0 0,1 0,-1 0,0 0,1 0,-1 0,1 1,0-1,0 1,0-1,0 1,0-1,1 1,-1-1,1 1,-1 0,1-1,0 1,0 0,0 1,-1 9,0 0,1 0,1 0,0 0,0 0,1 0,1-1,0 1,1-1,0 1,1-1,0 0,7 9,-9-15,0 0,1-1,0 1,0-1,1 0,0 0,0 0,0-1,0 1,0-1,1-1,0 1,0-1,0 0,0 0,0-1,1 0,-1 0,1 0,0-1,-1 0,1 0,0 0,0-1,0 0,-1-1,3 0,3-3,-2 0,1 0,0-1,-1 0,0-1,0 0,-1-1,1 0,-1-1,-1 0,0 0,0 0,0-1,-1 0,-1-1,1 0,-2 0,1 0,-1-1,-1 0,0 1,0-2,-1 1,-1 0,0-1,0 1,-1-1,-1-10,0-19,-4 102,3-34,-1-12,1 1,1-1,0 1,1-1,1 1,0-1,1 0,1 0,0 0,1 0,0-1,7 12,-9-22,0-1,0 1,0-1,0 0,0 0,1 0,-1-1,1 1,0-1,0 0,0 0,0 0,0 0,0-1,1 0,-1 0,0 0,1 0,-1-1,1 1,-1-1,1 0,-1-1,1 1,-1-1,0 0,1 0,-1 0,0 0,0-1,0 0,0 0,0 0,0 0,0-1,-1 1,1-1,-1 0,1 0,-1-1,0 1,9-12,-1-1,0 0,-2-1,1 0,-2-1,0 0,-2 0,0-1,0 1,-2-1,0 0,-2-1,0 1,-1 0,-1-6,-21 159,19-127,1 1,0-1,0 0,0 1,1-1,0 1,0-1,1 0,0 1,1-1,-1 0,1 0,1 0,-1 0,1 0,1 0,-1-1,1 1,0-1,0 0,1 0,0-1,0 1,0-1,1 0,-1 0,5 1,84 17,-47-20</inkml:trace>
  <inkml:trace contextRef="#ctx0" brushRef="#br0" timeOffset="1465.187">3048 126,'-5'0,"-1"-1,1 1,0 0,0 1,0-1,0 1,0 0,0 0,0 1,0 0,0 0,1 0,-1 0,1 0,-1 1,1 0,0 0,0 0,0 1,1-1,-1 1,1 0,0 0,0 0,-1 1,-2 3,1 1,-1 1,1-1,1 1,0-1,0 1,1 1,0-1,1 0,0 1,0 7,2-13,-1-1,1 0,1 0,-1 0,1 0,-1 0,1 0,0 0,1 0,-1 0,1-1,0 1,0 0,0-1,0 1,0-1,1 0,0 0,-1 0,1 0,0 0,1 0,-1-1,0 0,1 0,-1 0,1 0,0 0,117 28,-91-26,50 21,-78-24,0-1,0 1,0 0,-1 0,1 1,0-1,-1 0,1 0,-1 1,1-1,-1 1,0-1,1 1,-1 0,0-1,0 1,0 0,0 0,-1 0,1 0,0 0,-1 0,1 0,-1 0,0 0,0 0,0 0,0 0,0 0,0 0,0 0,-1 0,1 0,-1 0,1 0,-1 0,0 0,0 1,-6 6,0 0,0 0,-1-1,0 0,0-1,-1 1,0-2,-1 1,1-1,-1 0,0-1,0-1,-9 4,4-2,-1-1,1 0,-1-1,1 0,-1-2,0 0,-1 0,1-2,0 0,0-1,-6-1,-20-6</inkml:trace>
  <inkml:trace contextRef="#ctx0" brushRef="#br0" timeOffset="4702.782">3583 567,'9'23,"3"18,0 17,-10 16,-15 16,-25 15,-6-9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03:03.55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574 671,'17'-14,"2"1,0 1,0 0,1 2,1 0,0 1,8-1,-26 9,0 0,0 0,1 0,-1 1,0-1,1 1,-1 0,1 0,-1 0,0 0,1 1,-1 0,0-1,0 1,1 0,-1 1,0-1,0 0,0 1,0 0,0-1,-1 1,1 1,0-1,-1 0,1 0,-1 1,0 0,0-1,0 1,0 0,-1 0,1 0,-1 0,0 0,1 0,-1 1,0 0,5 23,-1 1,-2-1,0 1,-2-1,-1 1,-1 0,-4 20,2-10,-6 137,11-157,3-16,30-49,23-43,-3-3,29-73,-59 95,-25 71,0 0,0 0,-1 0,1 0,0 0,0 0,0 0,-1 0,1 0,0 0,0-1,-1 1,1 0,0 0,0 0,0 0,0 0,-1 0,1-1,0 1,0 0,0 0,0 0,0-1,-1 1,1 0,0 0,0 0,0-1,0 1,0 0,0 0,0 0,0-1,0 1,0 0,0 0,0-1,0 1,0 0,0 0,-12 20,5 3,1 2,1-1,1 0,2 1,0 0,1 0,2 0,0 0,2-1,0 1,2-1,1 1,1-1,0-1,10 19,-13-30,0 0,1 0,0-1,1 1,0-1,1 0,0-1,0 1,1-2,1 1,0-1,0 0,1-1,10 7,-5-9</inkml:trace>
  <inkml:trace contextRef="#ctx0" brushRef="#br0" timeOffset="248.8">801 951,'-16'2,"0"2,11-4,18-5,20-9,21-7,17-4,10 0,2 2,-3 2,-9 6,-16 4</inkml:trace>
  <inkml:trace contextRef="#ctx0" brushRef="#br0" timeOffset="2274.261">1710 657,'0'78,"-3"0,-9 43,6-87,-2 13,2 1,2-1,2 24,2-72,0 1,1 0,-1 0,0 0,0 0,0 0,0 0,1 0,-1 0,0 0,0 0,0 0,1 0,-1 0,0 0,0 0,0 0,0 0,1 0,-1 0,0 0,0 1,0-1,0 0,1 0,-1 0,0 0,0 0,0 0,0 0,0 1,1-1,-1 0,0 0,0 0,0 0,0 1,0-1,0 0,0 0,0 0,0 0,0 1,0-1,0 0,0 0,0 0,0 1,0-1,7-18,0-19,-2-1,-1 0,-2 0,-3-29,1 25,-12-217,11 253,0 1,1 0,-1-1,1 1,0 0,1-1,-1 1,1 0,0-1,1 1,-1 0,1 0,0 0,0 0,0 0,1 1,0-1,0 1,0-1,0 1,1 0,0 0,0 0,0 1,0 0,0-1,1 2,-1-1,1 0,0 1,3-2,1 2,0 0,0 1,0-1,0 2,0-1,0 1,0 1,0 0,0 0,0 1,0 0,0 0,-1 1,1 0,-1 1,1-1,-1 2,0-1,-1 1,2 1,-4-2,1 1,-1-1,0 1,0 0,0 0,-1 0,0 1,0 0,0-1,-1 2,1-1,-1 0,-1 1,1-1,-1 1,-1 0,1-1,-1 1,0 0,-1 0,1 0,-1 0,-1 0,1 0,-1 0,-1 3,-4 5,0-1,0 0,-2 0,0-1,0 0,-1 0,0-1,-1 0,-1-1,0 0,-1 0,1-1,-2-1,0 0,0-1,0 0,-1-1,0 0,-4 0,-8 0,25-7,1 0,0 0,-1 0,1 0,0 0,-1 0,1 0,0 1,-1-1,1 0,-1 0,1 0,0-1,-1 1,1 0,0 0,-1 0,1 0,-1 0,1 0,0 0,-1-1,1 1,0 0,0 0,-1 0,1-1,0 1,-1 0,1-1,0 1,0 0,0 0,-1-1,1 1,0 0,0-1,0 1,0 0,-1-1,1 1,0-1,0 1,0 0,0-1,0 1,0 0,0-1,0 1,0-1,0 1,0 0,1-1,-1 1,0 0,0-1,0 1,0 0,1-1,-1 1,0 0,0-1,6-5,-1 0,1 0,0 0,1 1,-1 0,1 0,0 1,0 0,1 0,-1 0,1 1,0 0,0 1,5-1,-6 0,0 0,1 1,-1 0,0 0,1 1,-1 0,1 0,-1 1,1 0,0 0,-1 1,1 0,-1 0,1 1,-1 0,0 0,0 1,0 0,0 0,0 1,0-1,-1 2,0-1,0 1,0-1,0 2,-1-1,0 1,2 2,-3 1,1 0,-1 0,-1 0,0 1,0-1,-1 1,0 0,0 0,-1 0,-1 0,0 0,0 0,-1 0,0-1,0 1,-1 0,-1 0,0-1,0 1,-1-1,0 0,0 0,-1 0,-1-1,1 1,-1-1,0-1,-1 1,0-1,0 0,-1-1,0 1,0-2,0 1,-1-1,0 0,0-1,0 0,0 0,-1-1,-4 1,-87 4,86-9</inkml:trace>
  <inkml:trace contextRef="#ctx0" brushRef="#br0" timeOffset="5218.463">1644 1901,'-9'-2,"-1"-2,8-1,16-3,17-1,19-3,17 0,13-2,8 3,4 2,-8 3,-17 3</inkml:trace>
  <inkml:trace contextRef="#ctx0" brushRef="#br0" timeOffset="4689.724">1524 2275,'-4'-9,"-20"-65,24 72,0-1,0 1,0 0,0-1,0 1,1-1,-1 1,1 0,0-1,-1 1,1 0,0 0,0-1,1 1,-1 0,0 0,1 0,-1 1,1-1,0 0,-1 0,1 1,0-1,0 1,0 0,0-1,0 1,0 0,1 0,-1 0,8-3,0 1,1 0,-1 0,1 1,-1 0,1 1,0 0,-1 1,1 0,0 1,-1 0,1 0,0 1,-1 1,0 0,1 0,-1 1,-1 0,1 1,0 0,7 6,-11-6,-2 0,1 1,0-1,-1 1,0 0,0 0,-1 1,0-1,0 1,0 0,-1-1,0 1,0 0,-1 0,0 1,0-1,0 7,-14 123,-24 14,37-126,0-24,0-1,1 0,-1 1,0-1,1 0,-1 1,1-1,-1 0,1 1,-1-1,0 0,1 0,-1 0,1 0,-1 1,1-1,-1 0,1 0,-1 0,1 0,-1 0,1 0,-1 0,1 0,-1 0,1-1,-1 1,1 0,-1 0,1 0,-1-1,1 1,-1 0,0 0,1-1,-1 1,1 0,-1-1,0 1,1 0,-1-1,0 1,1-1,-1 1,0 0,0-1,1 0,20-21,0-1,-2-1,0-1,-2-1,0 0,1-8,-14 27,13-21,-1-1,-2 0,-1-1,-1-1,-1-5,-10 34,0 0,0 0,0 0,-1 0,1 0,-1 0,1 0,-1 0,0 0,0 0,0 0,0 0,0 0,0-1,-1 1,1 0,-1 0,0 0,1 0,-1 0,0 1,0-1,0 0,0 0,0 0,-2 4,1-1,0 0,0 1,0-1,0 1,1 0,-1 0,0-1,1 1,-1 0,1 1,0-1,-1 0,1 0,0 0,0 1,1-1,-1 1,0-1,1 2,-1-3,-8 27,2-1,0 1,2 1,1-1,2 1,0-1,2 1,1 0,2 7,-1-24,0-1,1 1,0 0,1-1,0 0,1 0,0 0,0 0,5 5,-7-12,-1 0,1 0,0 0,1-1,-1 1,0-1,1 0,0 0,0 0,0-1,0 1,0-1,1 0,-1 0,1 0,-1-1,1 0,-1 1,1-2,0 1,0 0,0-1,-1 0,5-1,12-2</inkml:trace>
  <inkml:trace contextRef="#ctx0" brushRef="#br0" timeOffset="4968.976">1804 2395,'-13'5,"-10"1,-3 2,1 0,7-2,11-2,13-1,18-1,15-7,15-5,12-7,7-4,-1-2,-6 2,-9 2,-14 3</inkml:trace>
  <inkml:trace contextRef="#ctx0" brushRef="#br0" timeOffset="3931.073">841 2021,'-2'37,"-2"-1,-2 1,-1-1,-2-1,-2 2,-3 17,-39 170,138-675,-83 444,-1 1,0 0,1-1,0 1,0 0,0 0,1 0,0 1,0-1,0 1,1-1,4-3,-6 8,0 1,1-1,-1 1,1 0,-1 0,1 0,-1 0,1 0,-1 0,1 1,-1-1,1 1,-1 0,0-1,1 1,-1 0,0 0,0 1,0-1,0 0,0 1,0 0,0-1,0 1,0 0,-1 0,1 0,-1 0,1 0,-1 0,0 1,0-2,15 18,-2 0,0 1,-1 1,-1 0,-1 1,-1 0,-1 0,-1 1,-1 1,-1-1,-1 1,-1 0,-2 0,0 0,-1 2,-1 220,1-221,1-9</inkml:trace>
  <inkml:trace contextRef="#ctx0" brushRef="#br0" timeOffset="4179.665">801 2355,'-9'0,"4"0,9 0,18-2,19-6,16-5,14-6,7 1,-10 3</inkml:trace>
  <inkml:trace contextRef="#ctx0" brushRef="#br0" timeOffset="7591.333">1710 3545,'-88'349,"83"-334,3-20,1-30,1 30,3-347,-3 332,1 0,1 0,1 0,1 0,5-17,-7 30,0 1,1 0,0 0,0 0,1 0,-1 0,1 0,0 1,1 0,-1 0,1 0,0 1,0-1,1 1,-1 0,1 1,0-1,6-2,-6 3,0 0,0 1,0 0,0 0,0 0,1 1,-1-1,1 2,-1-1,0 1,1 0,-1 0,1 0,-1 1,1 0,-1 1,0-1,1 1,-1 1,0-1,0 1,-1 0,1 0,-1 0,1 1,-1 0,0 0,0 1,-1-1,1 1,-1 0,0 0,0 0,-1 1,0-1,0 1,0 0,1 4,-3 1,-1 0,0-1,-1 1,0 0,-1 0,0-1,-1 1,0-1,0 0,-1 1,-1-2,0 1,0 0,0-1,-1 0,-1 0,0-1,0 0,0 0,-1-1,0 1,-1-2,0 1,0-1,0-1,-4 2,13-7,1-1,-1 0,0 1,0-1,0 1,0-1,0 1,0-1,0 1,0-1,0 0,-1 1,1-1,0 1,0-1,0 1,-1-1,1 1,0-1,0 1,-1-1,1 1,-1-1,1 1,0 0,-1-1,1 1,-1 0,1-1,-1 1,1 0,-1 0,1-1,-1 1,1 0,-1 0,1 0,-1-1,1 1,14-8,0 0,1 1,0 0,0 2,0-1,1 2,0 0,0 1,0 0,0 2,0 0,6 0,-13 1,-1 0,1 0,-1 1,1 0,-1 1,0 0,0 0,0 0,0 1,0 0,0 1,-1 0,1 0,-1 1,0 0,-1 0,1 0,-1 1,0 0,0 0,-1 0,0 1,0 0,0 0,-1 1,0-1,-1 1,1-1,-1 1,-1 0,0 1,0-1,0 0,-1 8,-1-2,-1-1,0 0,-1 1,-1-1,0 0,0 0,-2-1,0 1,0-1,-1 0,0 0,-1-1,0 0,-1 0,-1 0,1-1,-2-1,1 1,-1-2,-1 1,1-1,-1-1,-1 0,0 0,0-1,0-1,-7 2,18-6,-1 0,0 0,0 0,0 0,0-1,0 1,0 0,-1-1,1 0,0 1,0-1,0 0,0 0,-1 0,1-1,0 1,0 0,0-1,0 0,0 1,0-1,0 0,0 0,0 0,0 0,0 0,1-1,-1 1,0 0,1-1,-1 1,0-2,-1-20,5-3</inkml:trace>
  <inkml:trace contextRef="#ctx0" brushRef="#br0" timeOffset="8571.138">2740 176,'17'50,"-3"0,-2 1,-2 1,-2 0,0 51,-6-86,46 440,21 277,-54-148,6 79,22-212,-32-313,-6 0,-12 122,-40 62,46-313,-1 10,1-28,1-14,1-3</inkml:trace>
  <inkml:trace contextRef="#ctx0" brushRef="#br0" timeOffset="9858.631">52 324,'-4'17,"0"1,2 0,0 0,1 0,1 0,0 9,1-10,29 346,6 1095,-56-881,0 126,20-676,1 134,-7 1,-15 70,6-79,-2-108,9-41</inkml:trace>
  <inkml:trace contextRef="#ctx0" brushRef="#br0" timeOffset="6722.698">908 3438,'-40'211,"-25"52,44-201,15-63,4-65,7-29,5-1,3 2,5 0,5-2,-22 92,3-16,2 1,0 0,1 1,1-1,9-13,-17 30,0 1,1 0,-1 0,0 0,1 0,-1 0,0 0,1 0,-1 0,1 1,0-1,-1 0,1 0,0 0,-1 0,1 1,0-1,0 0,0 1,0-1,0 1,0-1,0 1,0-1,0 1,0 0,0-1,0 1,0 0,0 0,0 0,0 0,0 0,0 0,0 0,0 0,0 0,0 0,0 1,0-1,0 0,0 1,0-1,0 1,0-1,0 1,0-1,0 1,0 0,0-1,-1 1,1 0,0 0,7 15,0 0,-1 0,-1 0,-1 1,0 0,-1 0,1 17,1-7,29 188,17 71,-44-256</inkml:trace>
  <inkml:trace contextRef="#ctx0" brushRef="#br0" timeOffset="6921.721">762 3773,'15'2,"20"-1,19-8,17-8,12-5,5-1,-12 2</inkml:trace>
  <inkml:trace contextRef="#ctx0" brushRef="#br1" timeOffset="18510.263">1590 69,'-28'-10,"0"1,0 2,-1 1,0 1,-1 1,1 2,0 1,-1 1,1 2,-1 1,1 1,-11 3,-101 7,121-13,0-1,-1 0,1 2,0 0,0 1,1 1,-1 1,1 1,0 1,-12 5,-109 66,127-68,0 0,0 2,1 0,1 0,0 1,0 0,2 1,0 0,0 0,0 3,-10 14,4-8,8-13,0 0,0 1,1 0,0 0,0 1,2-1,-1 1,2 0,-1 1,0 10,-5 70,-5 0,-14 50,17-83,2 0,4 0,1 1,4 0,-26 350,27-365,2 0,2-1,2 0,12 41,77 359,-40-303,31 77,-77-201,1 0,1-1,1 0,0-1,1 0,1-1,0-1,1 0,1-1,0-1,1-1,0 0,0-1,1-1,1-1,2 0,23 14,-28-12,0-1,1-1,-1-1,2-1,-1 0,1-1,0-1,11 0,180 4,-31 11,-110-11,0-4,61-3,-102-1,81 8,30-48,-112 31,0-2,-1 0,-1-2,0-1,-1-1,0-1,-2-1,0-2,0 0,-2 0,-1-2,0-1,-1 0,-2-1,1-3,0-9,-2-1,-2-1,-1 0,-1 0,-3-1,-1 0,2-36,2-2,1-27,-6 0,-3 0,-6-7,6-179,4 127,-8 0,-14-82,15 242,-5-63,-2 1,-4-1,-6-15,-57-243,66 298,-2 2,0 0,-2 0,-1 1,0 0,-2 1,0 1,-11-11,16 21,0 1,-1 0,0 0,0 1,-1 1,1 0,-2 0,1 1,-1 1,0 0,-12-2,-41-19,40 16,-1 0,-1 2,0 0,0 3,0 0,-1 1,0 2,1 1,-17 2,-167 14,189-15,17-1,0 0,-1 1,1 0,-1 0,1 1,-1 0,1 0,0 0,0 1,0 0,-1 0,2 0,-1 1,0 0,0 0,-4 4,-66 68,67-69</inkml:trace>
  <inkml:trace contextRef="#ctx0" brushRef="#br1" timeOffset="49241.502">2191 3011,'-96'126,"-100"100,132-155,-1120 1327,1110-1293,74-105,1 0,-1 0,1 0,-1 0,1 0,-1 0,1 0,-1 0,1 0,-1 0,0 1,1-1,-1 0,1 0,-1 0,1 0,-1 1,0-1,1 0,-1 1,0-1,1 0,-1 1,0-1,1 0,-1 1,0-1,0 0,1 1,-1-1,0 1,0-1,0 1,0-1,1 0,-1 1,0-1,0 1,0-1,0 1,0-1,0 1,0-1,0 1,0-1,-1 1,1-1,0 0,0 1,0-1,0 1,-1-1,1 0,0 1,0-1,-1 1,1-1,-1 0,28-18,3-8</inkml:trace>
  <inkml:trace contextRef="#ctx0" brushRef="#br1" timeOffset="49602.744">213 3305,'-1'-2,"0"1,-1-1,1 1,0-1,1 1,-1-1,0 1,0-1,1 0,-1 0,1 1,-1-1,1 0,0 0,0 1,0-1,0 0,0 0,0 0,0 1,1-1,-1 0,1 0,-1 1,1-1,-1 0,1 1,0-1,0 0,0 1,0-1,0 1,0 0,1-1,-1 1,0 0,1 0,-1 0,1 0,-1 0,1 0,-1 0,1 0,0 1,-1-1,1 1,0-1,0 1,-1-1,1 1,1 0,11-2,0 0,0 1,1 1,-1 0,0 1,0 1,0 0,0 1,1 0,60 19,0 3,-2 3,-1 3,-1 4,-2 2,-2 4,13 12,483 343,-297-200,9-12,15-7,252 96,-531-267,0-1,0 0,0 1,-1 0,0 1,0 0,0 0,-1 1,0 0,0 1,-1 0,-1 0,1 1,-1 0,2 5,-8-13,0 1,0 0,-1-1,1 1,-1 0,1-1,-1 1,0 0,0 0,0-1,0 1,-1 0,1 0,-1-1,0 1,1 0,-1-1,0 1,-1-1,1 1,0-1,-2 3,-16 16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03:58.7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0,'8'187,"9"-1,12 29,4 45,15 419,-33 345,-15-896,0-96,1 96,14 109,-5-164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03:59.72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1 250,'2'-6,"1"0,-1 0,1 0,1 0,-1 1,1 0,0-1,0 1,0 1,1-1,0 1,0 0,0 0,0 0,1 0,0 1,-1 0,1 1,0-1,0 1,1 0,-1 0,0 1,1 0,-1 0,0 0,1 1,-1 0,1 1,-1-1,1 1,-1 0,1 1,-1-1,0 1,0 1,0-1,0 1,0 0,-1 0,1 1,-1-1,0 1,0 1,0-1,2 3,3 8,-1 0,0 1,0 0,-2 1,0 0,-1 0,-1 0,0 1,-2 0,0 0,-1 0,0 0,-2 0,0 0,-1 0,-2 8,2-2,-2 1,-1-1,-1 1,-1-2,-7 17,28-77,212-424,-207 407,-26 59,-3 14,0 1,1 1,1-1,1 1,1 0,1 0,1 1,0 4,-1 4,2-1,1 1,1-1,2 1,0-1,2 0,6 22,-7-39,0 0,1 0,0-1,1 0,0 0,1 0,0-1,1 1,0-1,0-1,1 0,0 0,1 0,0-1,0 0,1-1,0 0,0-1,1 0,0 0,66 10,-48-19</inkml:trace>
  <inkml:trace contextRef="#ctx0" brushRef="#br0" timeOffset="758.459">202 476,'304'-68,"-208"44,-37 9,93-23,74-5,-209 40,0 0,0 2,0 0,0 1,0 1,6 1,-20-1,0-1,0 1,0 0,0 0,-1 0,1 0,0 1,-1-1,1 1,-1-1,0 1,1 0,-1 0,0 0,0 0,0 0,0 1,0-1,-1 1,1-1,-1 1,0-1,0 1,0 0,0 0,0-1,0 1,-1 0,1 0,-1 0,0 0,0 0,0 0,0 0,-1 1,-25 105,22-98,-23 63,13-39,2 1,1 0,1 0,2 3,18-144,-5 0,-5-22,4-94,17 107,-20 110,1 0,0 1,0-1,0 0,0 1,1-1,-1 1,1 0,0 0,0 0,0 0,1 0,-1 1,1-1,-1 1,1 0,0 0,0 0,0 1,0-1,0 1,0 0,0 0,0 0,2 1,0 0,-1-1,0 2,0-1,1 1,-1-1,0 2,0-1,0 0,0 1,0 0,0 0,0 1,-1-1,1 1,-1 0,0 0,0 0,0 1,0 0,0 0,-1 0,1 0,-1 0,0 0,-1 1,1 0,-1-1,0 1,0 0,0 0,-1 0,0 0,0 1,0-1,0 4,0 6,-1-1,0 1,-2-1,1 0,-1 1,-1-1,-1 0,0 0,-1 0,0-1,-1 0,-1 0,0 0,0-1,-1 0,-1 0,0-1,-1 0,-9 8,-13 2,29-25,6-1,1 0,-1 0,1 0,0 1,1-1,-1 1,1 0,0 0,0 1,0 0,0 0,4-2,-8 5,10-7,1 0,0 2,0-1,1 2,0 0,-1 0,1 1,1 0,-1 2,12-1,-18 1,0 2,0-1,0 1,0 0,0 0,0 1,0 0,-1 0,1 0,0 1,-1 0,0 1,0-1,0 1,0 0,-1 1,1-1,-1 1,0 0,-1 1,3 2,-3-2,-1-1,1 1,-1 0,0 0,-1 1,1-1,-1 0,0 1,-1 0,0-1,0 1,0 0,-1 0,0-1,0 1,-1 0,0 0,0-1,0 1,-1-1,0 1,0-1,-1 1,0-1,0 0,0 0,-1-1,0 1,0 0,-5 6,0-1,-1 0,0-1,0 0,-1-1,0 0,-1 0,0-1,0-1,-1 0,0-1,0 0,-7 1,-81 6,77-16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03:51.784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175 146,'-21'-26,"17"18,-1 1,0 0,0 1,-1-1,0 1,0 0,0 1,-1 0,0 0,0 0,0 0,-1 1,1 1,-7-3,-4-3,51 8,-27 1,456-22,-443 20,-1 2,1 0,-1 1,1 1,-1 1,0 0,4 2,5 6</inkml:trace>
  <inkml:trace contextRef="#ctx0" brushRef="#br0" timeOffset="252.078">121 372,'18'5,"18"3,16 3,15 0,12-3,11-2,6-4,-2-6,-17-1</inkml:trace>
  <inkml:trace contextRef="#ctx0" brushRef="#br1" timeOffset="6392.534">1 38,'20'0,"19"0,13-2,13-1,7 0,4 1,0 1,-3 2,-6 3,-5 4,-6 0,-8 1,-8-1,-10-1</inkml:trace>
  <inkml:trace contextRef="#ctx0" brushRef="#br1" timeOffset="6641.246">202 333,'18'0,"20"0,17 0,14-5,13-4,7 1,3-2,-1 1,-2 3,-17 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04:02.87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64 218,'-16'-2,"-10"-1,7 0,17-2,25-4,30-5,30-8,28-4,24-2,14-1,9 0,-1 2,-27 7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04:03.1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 0,'-10'277,"11"1,16 35,0-18,23 411,-41 410,-56-439,52-644,2-31,1-18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04:02.3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83 262,'-5'-2,"1"0,-1 0,0-1,0 1,1-1,0 0,-1 0,1-1,0 1,1-1,-1 0,1 0,-1 0,1 0,0-1,1 1,-1-1,1 0,0 0,0 0,0 0,1 0,0 0,0 0,0-1,1 1,-1 0,1 0,0-1,1 1,-1 0,1 0,1-2,3-2,0 1,1 0,1 0,-1 0,1 1,0 0,1 0,-1 1,1 0,1 1,-1-1,1 1,0 1,0 0,0 0,1 1,-1 0,1 1,0 0,0 0,0 1,0 0,0 1,3 0,-7 0,0 1,1-1,-1 1,0 1,0-1,0 1,0 0,0 0,-1 1,1 0,-1 0,1 0,-1 1,0-1,0 1,-1 0,1 1,-1-1,0 1,0 0,-1 0,1 0,-1 1,0-1,0 1,-1-1,0 1,0 0,0 0,0 0,-1 6,3 24,-2 1,-1 0,-2 0,-2 0,-1 0,-2-1,-1 0,-2 0,-9 22,1 8,10-42,4-16,1 0,0 0,0 1,0-1,1 1,1-1,-1 1,1-1,1 9,0-16,-1-1,0 1,0-1,1 1,-1 0,0-1,1 1,-1-1,1 0,-1 1,1-1,-1 1,0-1,1 0,0 1,-1-1,1 0,-1 1,1-1,-1 0,1 0,0 0,-1 1,1-1,-1 0,1 0,0 0,-1 0,1 0,-1 0,1 0,0 0,-1-1,1 1,-1 0,1 0,0 0,-1-1,1 1,-1 0,1-1,-1 1,1 0,-1-1,1 1,-1-1,1 1,-1-1,1 1,10-11,0 1,0-2,-1 1,0-1,-1-1,-1 0,0 0,-1-1,0 1,-1-2,1-3,9-22,-2-1,-1 0,-2-1,-3 0,-1-1,1-37,-9 69,-4 23,-5 32,2 1,2-1,2 1,2 7,2-46,-1-3,-2 33,1 1,2 0,1-1,2 1,2-1,1 0,2 3,-5-30,0-1,1 0,0 0,1 0,-1 0,1-1,1 1,0-1,4 4,-8-9,0 1,1-1,-1 0,1 0,-1 0,1 0,0 0,0-1,0 1,0-1,0 0,0 0,0 0,0 0,0-1,1 1,-1-1,0 1,0-1,1 0,-1-1,0 1,0-1,1 1,-1-1,0 0,2-1,-2 1,0-1,-1 0,1 0,-1 0,1 0,-1 0,0-1,0 1,0 0,0-1,-1 0,1 1,-1-1,1 0,-1 0,0-1,8-23</inkml:trace>
  <inkml:trace contextRef="#ctx0" brushRef="#br0" timeOffset="281.248">217 529,'-14'5,"-6"1,-1 2,9 0,13-2,17-1,20-9,19-11,18-9,14-10,6-3,-1-1,-11 5,-19 7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04:01.65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93 84,'-5'105,"-5"-1,-5 0,-3-1,-17 41,28-120,4-45,56-335,-41 293,-6 25,2 0,2 1,13-34,-23 69,0 0,0 0,1 0,-1 1,0-1,1 0,-1 0,1 1,0-1,0 0,-1 1,1-1,0 0,0 1,0 0,1-1,-1 1,0-1,0 1,1 0,-1 0,1 0,-1 0,1 0,0 0,-1 0,1 1,0-1,-1 0,1 1,0 0,0-1,0 1,-1 0,1 0,0 0,0 0,0 0,0 0,-1 1,3-1,37 69,-12 5,-3 0,-3 2,-3 1,-4 0,-3 1,-4 1,-3 0,-3 14,-3-59</inkml:trace>
  <inkml:trace contextRef="#ctx0" brushRef="#br0" timeOffset="273.256">0 552,'23'-7,"25"-9,28-11,28-8,21-4,-10 4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06:39.01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1 609,'281'-279,"-80"18,-144 196,-57 65,0-1,0 1,1 0,-1-1,0 1,1 0,-1 0,1-1,-1 1,0 0,1 0,-1 0,0 0,1-1,-1 1,1 0,-1 0,1 0,-1 0,0 0,1 0,-1 0,1 0,-1 0,0 0,1 0,-1 1,1-1,-1 0,1 0,-1 0,0 0,1 1,-1-1,0 0,1 0,-1 1,0-1,1 0,-1 1,0-1,0 0,1 1,-1-1,0 0,0 1,0-1,1 1,-1-1,0 0,0 1,0-1,0 1,0-1,0 0,0 1,0-1,0 1,0-1,0 1,0-1,0 0,0 1,0-1,-1 1,1-1,0 0,0 1,0-1,-7 35,7-34,-25 116,4 0,6 8,-6 33,10-90,-7 46,5 0,1 89,1-46,11-155,0-1,0 1,0 0,-1-1,1 1,0-1,-1 1,1-1,-1 1,1-1,-1 1,0-1,0 1,0-1,1 0,-1 1,-1-1,1 0,0 0,0 0,0 0,0 0,-1 0,1 0,-1 0,1 0,-1-1,1 1,-1-1,1 1,-1-1,1 1,-1-1,1 0,-1 0,0 0,1 0,-1 0,1 0,-1 0,0-1,1 1,-1 0,0-1,-137-10,224 0,53-4,105 2,-232 12,-1 1,1 0,-1 1,0 0,0 1,1 0,-1 1,0 0,0 0,-1 1,8 4,-9-5,-9-6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06:40.63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0 429,'192'-273,"-185"264,7-11,0 1,2 1,0 0,0 1,2 1,0 0,4-1,-21 17,-1-1,1 1,-1-1,1 1,0-1,-1 1,1-1,0 1,-1 0,1-1,0 1,-1 0,1 0,0-1,0 1,-1 0,1 0,0 0,0 0,0 0,-1 0,1 0,0 0,0 1,-1-1,1 0,0 0,0 1,-1-1,1 0,0 1,-1-1,1 0,0 1,-1-1,1 1,-1 0,1-1,-1 1,1-1,-1 1,1 0,-1-1,0 1,1 0,-1-1,0 1,1 0,-1 0,0-1,0 2,3 45,-3-38,-29 494,39-243,-11-255,0 0,0 1,-1-1,1 0,-1-1,0 1,-1 0,1-1,-1 1,0-1,0 1,0-1,0 0,-1-1,0 1,1-1,-2 1,1-1,0 0,0 0,-1-1,0 0,1 1,-1-2,0 1,0 0,0-1,0 0,0 0,-1-1,1 1,0-1,0 0,0 0,-5-1,-83-2,216-15,-12 2,1 4,9 5,-16 14,-104-7,-1 0,1 0,0 0,-1 0,1 0,-1 0,1 0,-1-1,1 1,-1 0,1 0,-1 0,1 0,-1-1,1 1,-1 0,1-1,-1 1,1 0,-1-1,0 1,1 0,-1-1,0 1,1-1,-1 1,0-1,1 1,-1-1,0 1,0-1,0 1,0-1,1 1,-1-1,0 1,0-1,0 1,0-1,0 1,0-1,0 0,0 1,-1-1,1 1,0-1,0 1,0-1,0 1,-1-1,1 1,0-1,-1 1,1 0,0-1,-1 1,1-1,0 1,-1 0,1-1,-1 1,1 0,-1-1,1 1,-1 0,1 0,-1-1,1 1,-16-12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08:17.01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1 589,'2'-9,"2"-1,-1 1,1 1,1-1,0 1,0-1,0 1,1 1,1-1,5-5,-1 0,131-144,46-31,-113 114,-15 19,-60 54,1 1,-1 0,1-1,0 1,-1 0,1 0,-1-1,1 1,0 0,-1 0,1 0,0 0,-1 0,1 0,0 0,-1 0,1 0,0 0,-1 0,1 0,-1 0,1 1,0-1,-1 0,1 0,0 1,-1-1,1 0,-1 1,1-1,-1 1,1-1,-1 1,1-1,-1 1,0-1,1 1,-1-1,0 1,1-1,-1 1,0 0,0-1,1 1,-1-1,0 1,0 0,0-1,0 1,0 0,0-1,0 1,0 0,0-1,0 1,0 0,-1-1,1 1,0-1,0 1,-1 0,1-1,0 1,-1-1,1 1,0-1,-1 1,1-1,-1 1,0 0,1 0,-19 373,16-296,-4 0,-3 0,-3-1,-4-1,-24 66,40-137,-2 4,1 0,-2 0,1 0,-1 0,0-1,-1 1,0-1,0 0,-1-1,0 1,-2 1,4-7,1-1,-1 0,1 1,-1-1,1 0,-1-1,1 1,-1-1,0 1,1-1,-1 0,0-1,1 1,-1 0,0-1,1 0,-1 0,1 0,-1 0,1-1,0 1,-1-1,1 0,0 0,0-1,0-6,22 5,-19 4,100-13,-15 0,0 3,0 5,1 3,10 4,-32 5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08:17.88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1 575,'15'-40,"-11"34,165-200,50-90,-199 272,-19 24,-1 0,1 0,-1-1,1 1,-1 0,1 0,-1-1,1 1,-1 0,1 0,-1 0,1 0,0 0,-1 0,1 0,-1 0,1 0,-1 0,1 0,-1 0,1 0,0 0,-1 1,1-1,-1 0,1 0,-1 1,0-1,1 0,-1 1,1-1,-1 0,1 1,-1-1,0 1,1-1,-1 1,0-1,1 1,-1-1,0 1,0-1,0 1,1-1,-1 1,0-1,0 1,0-1,0 1,0-1,0 1,0 0,0-1,0 1,0-1,0 1,0-1,-1 1,1-1,0 1,0-1,-1 1,-5 159,-25 309,30-437,-2-1,-2 1,-1 0,-1-1,-1 0,-2-1,-1 0,-2 0,-1-1,-1 0,14-28,1 1,-1-1,1 1,-1-1,0 1,1-1,-1 1,0-1,0 0,0 1,0-1,-1 0,1 0,0 0,0 0,-1 0,1 0,-1 0,1 0,-1 0,1-1,-1 1,1-1,-1 1,0-1,1 1,-1-1,0 0,1 0,-1 0,0 0,1 0,-1 0,1-1,-1 1,0 0,-1-1,0-1,1 0,-1-1,1 1,0 0,0-1,0 1,0-1,0 0,0 0,1 0,-1 0,1 0,0 0,0 0,0 0,0-1,30-2,208 42,-235-36,110 16,1-4,59-5,-172-7,0-1,0 1,-1 0,1-1,0 1,0-1,0 1,0 0,0-1,0 1,-1-1,1 1,0-1,0 1,0 0,0-1,0 1,1-1,-1 1,0-1,0 1,0 0,0-1,0 1,1-1,-1 1,0 0,0-1,0 1,1 0,-1-1,0 1,1 0,-1-1,0 1,1 0,-1 0,0-1,1 1,-1 0,1 0,-1 0,0 0,1-1,-1 1,1 0,-1 0,0 0,1 0,-1 0,1 0,-1 0,1 0,-1 0,0 0,1 0,-1 1,1-1,-36-21,32 20,-28-15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08:20.30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2912 196,'-56'-31,"-2"3,0 2,-2 3,-1 3,0 2,-2 3,1 2,-2 4,1 2,-1 3,0 2,-38 6,-87 17,-33 15,-62 9,140-30,64-8,0 3,0 3,1 4,-59 21,80-13,1 1,1 4,1 1,2 3,1 3,2 1,2 3,1 2,-36 44,59-62,2 1,1 2,1 0,2 1,0 1,2 0,2 1,0 1,3 0,0 1,-1 14,4 2,2 2,2-1,3 1,1-1,3 1,2-1,2 0,9 27,7 14,4-1,4 0,4-3,9 11,-15-34,2-1,3-1,3-2,2-2,3-1,2-3,3-1,2-2,2-3,2-2,24 14,-21-25,1-3,2-2,1-3,1-2,2-4,26 5,55 9,2-7,45-1,76 1,1-12,0-11,0-12,0-12,10-13,-133 12,0-7,-2-6,-1-6,-2-6,-2-7,-2-5,-3-6,0-8,-84 42,-1-3,-2-1,-1-3,-2-2,-1-1,1-6,-22 21,-1-1,-1-1,-1-1,-2 0,0-1,-2-1,-2-1,0 1,-2-2,-1 0,3-19,-7-5,-2 0,-2 0,-3 0,-2 1,-2-1,-3 1,-3 0,-1 1,-3 0,-10-20,-2-4,-4 1,-2 2,-4 2,-3 1,-3 2,-3 2,-3 2,-3 2,-2 3,-11-6,15 20,-2 1,-2 3,-2 2,-2 3,-1 3,-1 2,-2 2,-1 4,-2 2,0 4,-1 2,-11 1,-37 2,0 6,-1 4,0 6,1 4,-1 6,2 5,0 4,-21 11,-28 11,3 7,2 7,2 7,4 6,-13 15,-176 111,27-1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08:33.52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1644 70,'-35'-23,"29"18,-1 0,0 0,1 1,-2 0,1 0,0 0,-1 1,0 1,1-1,-1 1,0 0,-2 1,-35-2,0 3,0 2,0 2,0 1,1 3,-1 1,-19 9,27-4,0 2,1 1,1 2,1 2,1 1,0 2,-3 5,-17 20,2 3,3 2,2 2,2 2,3 2,-15 32,3 5,5 2,4 2,-30 101,42-110,4-16,3 2,4 0,3 1,2 12,3 21,-36 219,34-266,-3 5,4 1,3 0,1 27,-2 295,11-374,-6 41,3 1,3 0,3 0,2 0,3 0,5 17,78 277,-68-266,4-2,4-1,3-1,4-1,4-2,3-2,49 66,54 28,-62-78,-75-83,1 0,0 0,1-1,0 0,1-1,1-1,-1 0,1-1,1 0,0-1,0-1,1 0,0-1,0-1,0 0,0-1,15 1,-9-3,-1 0,1-1,0-1,-1-2,1 0,-1-1,1-1,-1-1,0 0,-1-2,0-1,0 0,5-4,0-4,-1-1,-1-2,0 0,-2-1,0-1,-1-1,-1-1,12-20,13-24,-4-2,19-48,22-72,-8-2,-9-4,-8-2,-4-27,45-326,-26 119,-43 292,90-515,-40 180,-60 375,-5-1,0-72,-13 149,-2-1,0 1,-1 0,-2 0,0 0,-2 1,0-1,-2 2,0-1,-1 1,-1 1,-1 0,-1 0,-1 1,0 1,-2 0,0 1,-1 1,0 0,-1 2,-1 0,0 1,-7-3,-11 1,-2 1,0 2,-1 2,0 1,0 2,-1 2,0 2,1 1,-3 3,41-2,-31-1,0 2,0 0,0 3,0 0,1 2,-1 2,1 1,-3 2,-118 46,76-28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08:41.46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3079 174,'-158'-44,"-167"-4,-191-11,124 41,-106 13,426 10,1 2,-1 4,2 2,-1 4,2 3,-64 27,87-23,0 1,2 2,1 2,1 2,1 2,2 1,-24 30,40-43,0 2,2 1,1 1,1 0,1 1,1 1,2 1,1 1,-3 8,0 9,2 1,2 0,2 1,2 0,2 1,3 0,1 10,1-23,2 1,1 0,2 0,2 0,1-1,2 0,1 0,4 6,3-9,2 0,1 0,1-2,2 0,0-2,3 0,0-2,2 0,0-2,2-1,1-2,32 19,15 12,3-3,2-4,2-3,1-5,3-3,65 17,-51-31,1-4,46-1,-15-1,17-4,0-6,112-12,-22 0,-154 3,-1-5,0-2,48-16,-57 12,-34 8,0-1,0-3,-1-2,-1-1,11-7,-26 9,-1-1,0-1,-1-1,0-2,-1 0,-1-1,-1-1,-1-1,12-16,-5-1,-2-2,-1-1,-3-1,-1 0,11-36,-18 34,-3-1,-2 0,-1 0,-3-1,-1 0,-3 0,-2-15,6-122,1 151,-3 1,0-1,-2 0,-1 0,-2 0,0 0,-3 0,0 1,-2 0,-9-22,5 26,-1-5,-2 1,0 0,-3 1,0 1,-10-11,9 18,-1 1,-1 1,-1 1,0 1,-1 0,-1 2,-1 1,0 1,0 1,-22-6,-4 4,0 2,-1 3,0 2,-1 2,1 3,-32 3,63-2,-268 0,126 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04:51.71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2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1338 1458,'-18'9,"-11"10,-5 11,-1 13,3 16,3 17,6 12,4 10,6 7,10-1,9-5,11-8,12-12,7-15,-2-19</inkml:trace>
  <inkml:trace contextRef="#ctx0" brushRef="#br0" timeOffset="-792.165">41 1699,'-11'159,"8"98,4-192,-1-56,0-37,0-673,0 689,-1 10,0 0,1 0,-1 0,1 0,-1 0,1 0,0-1,0 1,0 0,0 0,0 0,0-1,0 1,1 0,0 0,-1 0,1 0,0 0,0 0,0 0,0 0,0 0,0 0,1 0,-1 1,0-1,1 0,0 1,-1 0,1-1,0 1,0 0,0 0,0 0,0 0,0 0,0 0,0 0,0 1,2-1,165 31,22-26,-189-4,3 0,0-1,1 1,-1 0,0 0,0 1,1-1,-1 1,0 0,0 1,0-1,0 1,0 0,0 0,-1 1,3 1,6 9</inkml:trace>
  <inkml:trace contextRef="#ctx0" brushRef="#br0" timeOffset="-541.842">1 1833,'14'0,"15"0,20-3,16-4,11-5,9 1,1 2,-4 2,-18 3</inkml:trace>
  <inkml:trace contextRef="#ctx0" brushRef="#br0" timeOffset="2885.58">4747 1511,'18'12,"15"12,14 12,12 8,9 8,5 8,2 6,-3 1,-8-2,-9-2,-12-8,-11-8,-11-11,-9-10</inkml:trace>
  <inkml:trace contextRef="#ctx0" brushRef="#br0" timeOffset="3137.904">5241 1552,'-13'0,"-12"7,-10 13,-9 17,-8 19,-2 17,-1 13,4 4,9 4,12-3,10-10,9-19</inkml:trace>
  <inkml:trace contextRef="#ctx0" brushRef="#br0" timeOffset="3384.017">5576 2140,'8'5,"0"0,0-1,1 0,0 0,0-1,0 0,0-1,0 0,0 0,1-1,-1 0,0 0,1-1,-1-1,1 1,-1-2,0 1,1-1,-1-1,0 1,0-2,-1 1,1-1,-1-1,1 1,-1-1,-1-1,1 1,-1-1,0-1,0 1,-1-1,1-1,-4 5,0 1,-1-1,1 0,0 0,-1 0,0 0,0-1,0 1,0-1,0 1,-1-1,1 0,-1 1,0-1,0 0,-1 0,1 0,-1 0,0 0,0 1,0-1,0 0,-1 0,1 0,-1 0,0 0,0 1,-1-1,1 0,-1 1,0-1,0 1,0-1,0 1,0 0,-1 0,0 0,1 0,-1 1,0-1,-1 1,1 0,-1-1,-4 0,0 0,0 1,0 0,-1 0,1 1,0 0,0 1,-1 0,1 0,0 0,-1 1,1 1,0-1,0 1,0 1,0 0,0 0,1 0,-1 1,1 0,0 0,0 1,0 0,1 0,-1 1,1 0,1 0,-1 0,1 1,0-1,1 1,-1 0,1 1,1-1,-1 1,2 0,-2 1,3-5,0 1,0-1,0 0,0 1,1-1,0 0,-1 1,2-1,-1 1,0-1,1 0,0 1,0-1,2 4,9 16</inkml:trace>
  <inkml:trace contextRef="#ctx0" brushRef="#br0" timeOffset="3651.54">6097 1191,'12'13,"12"19,12 20,8 18,8 16,3 15,-2 9,-10 9,-16 10,-30 12,-40 19,-57 20,-73 23,-6-23</inkml:trace>
  <inkml:trace contextRef="#ctx0" brushRef="#br0" timeOffset="2010.531">3424 1485,'20'11,"16"13,14 12,9 11,5 10,3 8,-3 4,-7-3,-8-6,-11-6,-12-13</inkml:trace>
  <inkml:trace contextRef="#ctx0" brushRef="#br0" timeOffset="2257.516">3744 1511,'-14'21,"-8"20,-10 19,-7 15,-7 13,-4 8,1 1,6-5,10-18</inkml:trace>
  <inkml:trace contextRef="#ctx0" brushRef="#br0" timeOffset="2517.352">4119 1927,'-2'18,"-4"15,0 11,1 5,1 1,3-2,7-6,3-10</inkml:trace>
  <inkml:trace contextRef="#ctx0" brushRef="#br0" timeOffset="1154.909">1793 1592,'16'23,"11"16,12 11,7 6,5 2,-1-1,-3-4,-7-6,-8-7,-9-8,-9-9</inkml:trace>
  <inkml:trace contextRef="#ctx0" brushRef="#br0" timeOffset="1404.278">2060 1685,'-13'-9,"-10"-1,-5 9,-3 12,0 17,1 15,3 13,3 9,7 5,5-1,5-5,4-14</inkml:trace>
  <inkml:trace contextRef="#ctx0" brushRef="#br0" timeOffset="1698.215">2314 1979,'12'-13,"0"1,2 1,-1 0,1 1,0 0,1 1,1 0,-1 1,1 1,0 1,2 0,-17 5,1 1,-1-1,0 1,1-1,-1 1,1 0,-1-1,1 1,-1 0,0 0,1 0,-1 0,1 0,-1 1,1-1,-1 0,0 1,1-1,-1 1,0-1,1 1,-1 0,0-1,0 1,1 0,-1 0,0 0,0 0,0 0,0 0,0 0,0 0,-1 1,1-1,0 0,0 0,-1 1,1-1,-1 0,1 1,-1-1,0 1,0-1,1 0,-1 1,-1 7,-1 0,1 0,-1-1,-1 1,0 0,0-1,0 0,-1 0,0 0,-1 0,0-1,-2 2,1 1,-130 200,135-209,0 0,1 0,-1-1,1 1,-1 0,1 0,-1 0,1 0,-1 0,1 0,0 0,0 0,-1 0,1 0,0 0,0 0,0 1,0-1,0 0,0 0,1 0,-1 0,0 0,0 0,1 0,-1 0,1 0,-1 0,1 0,-1 0,1-1,0 1,-1 0,1 0,0 0,0-1,-1 1,1 0,0-1,0 1,0-1,0 1,0-1,0 1,0-1,0 0,0 1,0-1,0 0,0 0,0 0,0 0,0 0,0 0,0 0,0 0,0 0,0 0,2-1,20 1,1-2,-1 0,1-2,-1 0,0-2,13-5,-3 2,73-20,-2-1</inkml:trace>
  <inkml:trace contextRef="#ctx0" brushRef="#br0" timeOffset="7220.196">68 5161,'0'89,"-15"687,12-703,6-75,4-32,-1 0,-1 0,-2 0,-1-14,-1 25,-1-104,-6 0,-20-113,-3-35,28 264,0 7,0-1,0 0,0 1,1-1,0 0,-1 0,2 1,-1-1,0 0,1 0,0 1,0-1,0 1,1-1,0 1,0-1,0 1,0 0,1 0,-1 0,1 0,0 0,0 1,0-1,1 1,0-1,9 1,0 0,1 1,-1 0,0 1,1 1,-1 0,1 0,-1 2,0-1,1 2,-1 0,12 4,130 41,-113-32,1-2,0-2,45 5,-57-15,-8-3</inkml:trace>
  <inkml:trace contextRef="#ctx0" brushRef="#br0" timeOffset="7485.008">41 5616,'16'9,"14"3,16 0,16-5,15-8,9-6,1-5,-14 1</inkml:trace>
  <inkml:trace contextRef="#ctx0" brushRef="#br0" timeOffset="8509.593">1044 5535,'18'-2,"20"-3,17-3,12-3,12 1,3 2,-3 3,-11 4,-16 2</inkml:trace>
  <inkml:trace contextRef="#ctx0" brushRef="#br0" timeOffset="8756.928">1124 5950,'11'9,"18"3,22-3,20-7,17-7,9-6,-12-2</inkml:trace>
  <inkml:trace contextRef="#ctx0" brushRef="#br0" timeOffset="25840.003">7126 4198,'11'150,"-6"97,-3-49,27 378,4 156,-70 126,27-713,-9 868,19-930,-16-102,1-4,-2-1</inkml:trace>
  <inkml:trace contextRef="#ctx0" brushRef="#br0" timeOffset="27699.807">7180 8183,'-3'4,"1"0,1 1,-1-1,0 1,1 0,0-1,0 1,1 0,-1-1,1 1,0 0,0 0,0 0,1-1,1 5,-2-9,12 114,6-2,4 0,33 94,-46-186,0-31,-4-4,1 0</inkml:trace>
  <inkml:trace contextRef="#ctx0" brushRef="#br0" timeOffset="66727.863">563 11658,'11'-9,"1"0,0 1,0 0,1 1,0 0,0 1,0 1,1 0,0 1,0 0,0 1,1 1,-1 0,2 1,-7 0,0 1,0 1,0-1,0 1,0 1,0 0,0 0,-1 1,1 0,-1 0,1 1,-1 0,0 0,-1 1,1 0,-1 0,0 1,0 0,0 1,-1-1,0 1,3 6,1 7,-1 0,-1 0,-1 1,0 0,-2 1,-1-1,0 1,-2 0,0 0,-2 0,0 0,-2 0,0 0,-1 0,-1 0,-2-1,0 0,-7 17,-11 19,42-97,79-165,3-32,-75 174,-32 114,-3 6,2 0,3 1,3 0,3 49,1-92,0 0,0 0,1 0,1 0,1-1,0 0,1 0,0 0,6 9,-8-18,0 1,0 0,0-1,1 0,0 0,0 0,0 0,0-1,1 0,0 0,0-1,0 1,0-1,0 0,1-1,-1 0,1 0,0 0,-1-1,1 0,7 0,14-2,-6-4</inkml:trace>
  <inkml:trace contextRef="#ctx0" brushRef="#br0" timeOffset="66993.698">830 11859,'-14'-2,"-9"-1,7 2,14 4,25 4,25 0,26-3,20-7,15-5,7-1,-2 0,-21 3</inkml:trace>
  <inkml:trace contextRef="#ctx0" brushRef="#br0" timeOffset="67260.985">1606 12260,'-1'-17,"1"-1,1 0,1 1,1-1,0 1,1 0,1 0,6-15,4-18,15-67,-30 117,0 1,1-1,-1 0,0 0,0 0,0 1,1-1,-1 0,0 0,0 0,0 0,1 0,-1 1,0-1,0 0,1 0,-1 0,0 0,0 0,1 0,-1 0,0 0,0 0,1 0,-1 0,0 0,0 0,1 0,-1 0,0 0,-11 262,10-244,0 0,2 1,0-1,1 0,0 0,2 0,0 0,1-1,1 1,1 1,9 6</inkml:trace>
  <inkml:trace contextRef="#ctx0" brushRef="#br0" timeOffset="67533.261">1939 11926,'-4'0,"-2"2,2 1,5 2,1 3,2-1</inkml:trace>
  <inkml:trace contextRef="#ctx0" brushRef="#br0" timeOffset="68041.255">2247 11819,'-4'-5,"1"0,-1 0,1-1,0 1,0-1,1 0,-1 1,1-1,1 0,-1 0,1-1,0 1,0 0,1 0,0 0,0-1,0 1,1 0,0 0,0-1,1 1,-1 0,1 0,1 1,-1-1,1 0,0 1,0-1,4-3,-1 3,0 0,0 0,1 0,0 1,0 0,0 1,1 0,-1 0,1 0,0 1,0 0,1 1,-1-1,0 2,1-1,-1 1,1 1,0-1,-1 1,1 1,-1 0,1 0,-1 1,1-1,-1 2,0-1,0 2,0-1,0 1,-1 0,1 0,-1 1,0 0,0 0,-1 1,1 0,-1 0,-1 0,4 5,0 10,-1 1,-1 1,-1-1,-1 1,-1 0,-1 1,-1-1,-1 0,-1 1,-1-1,-2 1,0-1,-1 0,-7 22,-36 151,39-136,8-60,1 1,0-1,0 0,0 0,0 0,0 1,-1-1,1 0,0 0,0 0,0 0,0-1,0 1,0 0,0 0,-1 0,1-1,0 1,0 0,0-1,-1 1,1-1,0 1,0-1,-1 1,1-1,0 1,-1-1,1 0,-1 0,1 1,-1-1,1 0,-1 0,1 1,-1-1,0 0,1 0,21-28,0-1,-2 0,-1-2,-2-1,-1 0,-2-1,7-24,-3 1,-2 0,-2-1,-3-1,-3 0,-2-3,-6 62,0 0,0 0,-1 0,1 0,0 0,0 0,-1 0,1 0,0 0,0 0,-1 0,1 0,0 0,0 0,0 0,-1 0,1 0,0-1,0 1,0 0,0 0,-1 0,1 0,0-1,0 1,-14 47,3 1,2-1,2 2,0 18,7-62,-4 27,2 0,1 0,2 0,1 0,2 0,1 1,-3-22,1 0,0 0,0 0,1 0,0-1,1 1,0-1,1 0,0-1,1 0,-1 1,2-2,0 1,0-1,0-1,1 1,0-1,6 3,-13-8,1-1,-1 1,0-1,1 1,0-1,-1 0,1 0,0 0,-1 0,1-1,0 1,0-1,0 0,-1 1,1-1,0-1,0 1,0 0,0-1,-1 1,1-1,0 0,0 0,-1 0,2-1,9-9</inkml:trace>
  <inkml:trace contextRef="#ctx0" brushRef="#br0" timeOffset="68328.479">2501 11952,'-18'-2,"-11"-1,-2 0,6 1,14 2,20 2,25 1,27-3,23-4,16-3,7 0,-4 2,-10 8,-18 10,-23 2</inkml:trace>
  <inkml:trace contextRef="#ctx0" brushRef="#br0" timeOffset="68592.658">3156 12260,'1'5,"0"-1,1 1,0-1,-1 0,2 0,-1 0,0 0,1 0,0 0,0-1,0 1,0-1,0 0,1 0,-1 0,1-1,0 1,0-1,0 0,0 0,0 0,1 0,-1-1,1 0,-1 0,1 0,-1 0,1-1,-1 1,1-1,0-1,-1 1,1 0,1-2,1 0,0-1,0 0,0 0,0-1,0 0,-1 0,0 0,0-1,0 0,-1 0,1-1,-1 0,-1 0,1 0,-1 0,0 0,0-1,2-6,-4 8,0 1,0-1,-1 1,0-1,0 0,0 1,0-1,-1 0,1 0,-1 0,-1 0,1 1,-1-1,0 0,0 0,0 1,0-1,-1 0,0 1,0 0,0-1,-1 1,1 0,-1 0,0 0,0 1,0-1,-1 1,-2-3,0 1,1 1,-1 1,1-1,-1 1,0 0,-1 0,1 1,0-1,-1 1,1 1,-1-1,1 1,-1 1,0-1,0 1,1 0,-1 1,0-1,1 1,-1 1,1-1,-1 1,1 0,-1 1,-3 1,0 1,-1 1,1 0,0 1,0 0,1 0,0 1,0 1,0-1,2 1,-1 1,1-1,0 1,-5 11,-7 24,7-6</inkml:trace>
  <inkml:trace contextRef="#ctx0" brushRef="#br0" timeOffset="93769.193">5937 11859,'-13'62,"-13"-73,22 8,0-1,-1 1,1-1,-1 1,1 0,-1 0,0 0,-1 0,1 1,0 0,-1 0,1 1,-1-1,1 1,-1 0,0 1,1-1,-1 1,0 0,0 1,1 0,-1-1,1 2,-1-1,0 1,1-1,0 2,0-1,-1 0,1 1,1 0,-1 0,0 1,1-1,-4 4,3-1,0 0,0 0,0 0,1 0,-1 1,2 0,-1 0,1 0,0 0,0 0,1 1,0-1,1 1,-1 0,1-1,1 1,-1 0,2 0,-1-1,1 1,0 0,0 0,1-1,0 1,0-1,1 0,0 1,1-1,-1-1,1 1,0 0,1-1,0 0,0 0,0 0,4 3,7-2,-1-1,1-1,1 0,-1-1,0 0,1-1,0-1,0-1,0-1,-1 0,1-1,0 0,0-2,-1 0,1-1,-1 0,0-2,0 0,7-4,-14 8,-1-1,0 0,1-1,-2 0,1 0,0 0,-1-1,0 0,0-1,0 0,-1 0,0 0,0-1,0 1,-1-1,0-1,0 1,-1-1,3-6,17 76,-19-54,0 0,1-1,-1 0,1 0,1 0,0 0,0-1,0 0,0-1,1 0,0 0,0 0,0-1,1 0,-1-1,1 0,0 0,0-1,0 0,1-1,-1 0,0 0,0-1,9-1,-15 1,0 0,0-1,1 0,-1 0,0 0,0 0,0 0,0-1,0 0,0 1,0-1,-1 0,1 0,-1 0,1-1,-1 1,0-1,0 1,0-1,0 0,0 0,0 1,-1-1,0 0,1-1,-1 1,0 0,-1 0,1 0,0-3,0-3,-1-1,1 1,-2-1,1 1,-1-1,-1 1,1 0,-2-1,1 1,-2-2,1 4,1-1,-1 1,0 1,-1-1,1 0,-2 1,1 0,0 0,-1 0,0 1,-1-1,1 1,-1 0,0 1,0-1,-1 1,1 1,-1-1,0 1,0 0,0 0,0 1,0 0,-1 1,1-1,-1 1,1 1,-2-1,1 1,0 0,0 1,0-1,0 2,0-1,0 1,1 0,-1 1,1-1,-1 2,1-1,0 1,0 0,1 0,-6 5,12-8,0 0,0 1,0-1,0 0,0 0,0 0,0 0,1 0,-1 0,0 0,1 0,-1 0,1-1,-1 1,1 0,0 0,-1 0,1 0,0-1,-1 1,1 0,0-1,0 1,0 0,0-1,-1 1,1-1,0 1,0-1,0 0,0 1,0-1,0 0,0 0,0 0,0 0,0 1,1-2,-1 1,0 0,0 0,0 0,0 0,0-1,0 1,29 0,0-1,0-2,0-1,-1-1,1-1,-1-2,10-5,16-3,0-2,-1-3,-1-2,-1-3,-1-1,-1-3,-2-2,21-19,-60 44,0 0,0 0,-1-1,0 0,-1 0,0-1,0 0,-1 0,0-1,0 0,-1 0,0 0,-1 0,0-1,-1 0,0 0,-1 0,0 0,-1 0,0 0,-1 0,0-1,0 1,-1 0,-1 0,0 0,-3-9,3 13,-1 0,1 0,-1 0,0 0,-1 1,0-1,0 1,0 0,-1 1,0-1,0 1,0-1,-1 2,1-1,-1 1,0-1,-1 2,1-1,-1 1,0 0,1 0,-1 1,-1-1,1 2,0-1,0 1,-1 0,1 1,0 0,-1 0,1 0,-1 1,1 0,0 0,0 1,0 0,0 1,0-1,0 1,-5 3,2 2,0 0,0 1,1 0,1 0,0 1,0 0,1 0,0 1,1 0,0 0,0 1,1-1,-2 12,-2 5,2 0,2 1,0 0,2-1,0 18,2-12,2 0,1-1,2 1,1-1,2 0,1 0,1-1,2 0,1 0,2 0,-5-14,1 0,0-1,1 0,1 0,0-2,1 1,1-2,0 0,1 0,1-1,0-1,0-1,2 0,-1-1,1-1,0-1,9 3,-15-7,0-1,1 0,-1 0,1-1,-1-1,1 0,0-1,-1 0,1-1,0 0,-1-1,24-7</inkml:trace>
  <inkml:trace contextRef="#ctx0" brushRef="#br0" timeOffset="79817.343">4199 11819,'0'-1,"0"1,0-1,1 0,-1 1,1-1,-1 1,0-1,1 1,-1-1,1 1,-1-1,1 1,0-1,-1 1,1 0,-1-1,1 1,0 0,-1-1,1 1,0 0,-1 0,1 0,0 0,-1 0,1 0,0 0,-1 0,1 0,0 0,-1 0,1 0,0 0,-1 0,1 1,0-1,-1 0,1 0,0 1,-1-1,1 1,-1-1,1 0,-1 1,124 11,118-4,-225-8,-6-1,-1 1,0 0,1 1,-1 0,0 1,0 0,1 0,8 4,-18-5,1-1,-1 1,0-1,0 1,0 0,1 0,-1-1,0 1,0 0,0 0,0 0,0 0,-1 0,1 0,0 0,0 1,-1-1,1 0,0 0,-1 1,1-1,-1 0,0 1,1-1,-1 0,0 1,0-1,0 0,0 2,-4 17</inkml:trace>
  <inkml:trace contextRef="#ctx0" brushRef="#br0" timeOffset="80051.725">4279 12140,'14'5,"11"1,10-1,11 0,9-2,7-1,3-3,3-2,0-2,-10 0</inkml:trace>
  <inkml:trace contextRef="#ctx0" brushRef="#br0" timeOffset="92372.444">4707 11525,'-13'2,"31"17,-17-18,152 122,-124-103,0 1,-1 1,-1 1,-1 1,-1 2,-1 0,-1 2,-2 1,13 22,-30-42,0 0,-1 0,0 0,-1 1,1-1,-2 1,0 0,0-1,0 1,-1 0,-1 0,0-1,0 1,-1 0,0-1,-1 1,0-1,0 0,-1 0,0 0,0-1,-1 1,-1-1,1 0,-1 0,-7 6,-24 26,-2-2,-2-2,-1-2,-2-1,-24 12,-45 35,68-38,39-30</inkml:trace>
  <inkml:trace contextRef="#ctx0" brushRef="#br0" timeOffset="94835.507">8102 11926,'12'-30,"-1"-1,-2 0,-2-1,0 0,1-26,-6 41,25-223,-23 219,9 57,-2 99,-6 1,-11 120,6-243,-2 26</inkml:trace>
  <inkml:trace contextRef="#ctx0" brushRef="#br0" timeOffset="95300.545">8450 11993,'53'-398,"-51"416,-2 104,-1 8,6-1,19 115,-11-172</inkml:trace>
  <inkml:trace contextRef="#ctx0" brushRef="#br1" timeOffset="122218.577">897 13677,'2'-8,"0"-1,1 1,-1 0,2 0,-1 0,1 0,0 0,1 1,0 0,0 0,0 0,1 0,0 1,0 0,1 0,0 1,0 0,0 0,0 1,1-1,0 2,0-1,0 1,0 0,2 0,-4 1,1-1,-1 1,1-1,0 2,-1-1,1 1,0 0,0 0,0 1,0 0,0 0,-1 1,1 0,0 0,0 0,-1 1,1 0,0 1,-1-1,0 1,0 0,0 1,0-1,0 1,-1 1,1-1,-1 1,2 2,0 6,-1 1,0 0,-1 0,-1 0,0 0,-1 1,-1 0,0 0,-1-1,0 1,-1 0,-1 0,-1 0,0 0,0 0,-4 8,-66 319,72-340,-1 0,0 0,1 1,-1-1,1 0,0 1,0-1,-1 1,2-1,-1 1,0-1,0 0,1 1,-1-1,1 1,0-1,0 0,0 0,0 1,1 0,13-9,-3-7,-1 0,-1-1,0-1,-1 0,0 0,-2 0,5-13,-7 19,15-38,-2 0,-2-1,-2-1,-3 0,-1 0,-3-1,-2-1,-1-36,-5 62,-2 21,-1 17,-6 45,3 0,3 1,2 0,3 0,2 2,-1-29,1 1,1 0,1-1,2 1,2-2,1 1,1-1,7 12,-17-39,1 0,0-1,0 1,0 0,0 0,0-1,1 0,0 1,0-1,0 0,0 0,0 0,0-1,1 1,-1-1,1 0,0 0,0 0,-1 0,1-1,0 0,1 0,-1 0,1 0,7-9,-4-4</inkml:trace>
  <inkml:trace contextRef="#ctx0" brushRef="#br1" timeOffset="122467.724">990 13984,'-13'5,"-3"3,8 1,18-1,20-7,23-8,23-7,15-4,7 1,-1 4,-10 7,-21 3</inkml:trace>
  <inkml:trace contextRef="#ctx0" brushRef="#br1" timeOffset="122720.561">1592 14145,'-1'-7,"0"1,0-1,0 0,1 1,0-1,1 0,-1 0,1 1,0-1,1 0,0 1,0-1,0 1,1 0,-1 0,2 0,-1 0,1 0,0 1,0-1,0 1,1 0,-1 0,1 1,1-1,-1 1,1 0,-1 1,1-1,2 1,-3 0,0 1,1 0,0 0,-1 0,1 1,0 0,0 0,0 1,0-1,-1 1,1 1,0-1,0 1,0 0,0 0,-1 1,1-1,0 1,-1 1,1-1,-1 1,0 0,0 0,0 0,0 1,-1-1,0 1,1 1,-1-1,-1 0,1 1,0 0,-1 0,2 4,-2 0,-1 0,0 0,0 0,-1 0,0 0,0 0,-1 1,0-1,-1 0,0 0,-1 0,0 0,0 0,-1 0,0 0,0-1,-3 5,-8 14,0 0,-2 0,-2-2,-11 15,-110 127,138-166,0-1,0 1,1-1,-1 1,0 0,1 0,-1-1,1 1,-1 0,1 0,-1 0,1 0,0 0,-1 0,1-1,0 1,0 0,0 0,0 0,0 0,0 0,0 0,0 0,0 0,0 0,0 0,1 0,-1 0,0 0,0 0,1-1,-1 1,1 0,-1 0,1 0,-1-1,1 1,0 0,-1 0,1-1,0 1,0-1,-1 1,1-1,0 1,0-1,0 1,0-1,0 0,-1 1,1-1,0 0,0 0,0 0,0 1,0-1,0 0,0 0,0-1,63-2,79-29,-70 12</inkml:trace>
  <inkml:trace contextRef="#ctx0" brushRef="#br1" timeOffset="123109.151">2207 13891,'-1'3,"0"-1,0 1,0 0,1-1,-1 1,1 0,0-1,0 1,0 0,0 0,0-1,0 1,1 0,-1-1,1 1,0 0,0-1,0 1,0-1,0 0,1 1,-1-1,1 0,-1 1,1-1,0 0,0 0,0-1,0 1,0 0,0-1,1 1,-1-1,1 0,-1 0,1 1,-1-2,1 1,-1 0,1 0,0-1,-1 0,1 1,0-1,1 0,-3 0,0-1,1 1,-1 0,0 0,0-1,0 1,0 0,0-1,0 1,0-1,0 1,0-1,0 0,0 1,0-1,0 0,0 0,0 0,0 0,-1 0,1 0,0 0,-1 0,1 0,-1 0,1 0,-1 0,0 0,1 0,-1-1,0 1,0 0,0 0,0 0,0 0,0-1,0 1,0 0,0 0,0 0,-1 0,1-1,0 1,-1 0,1 0,-1 0,0 0,1 0,-1 0,0 0,1 0,-1 0,0 1,0-1,0 0,0 0,0 1,0-1,0 0,0 1,0-1,0 1,0-1,0 1,-1 0,0-1,0 0,0 0,0 0,1 1,-1-1,0 1,0-1,0 1,0 0,0 0,0 0,0 0,0 0,0 0,0 0,0 1,0-1,1 1,-1-1,0 1,0 0,0 0,1 0,-1 0,0 0,1 0,-1 0,1 0,-1 1,1-1,0 1,-1-1,1 1,0 0,0 5</inkml:trace>
  <inkml:trace contextRef="#ctx0" brushRef="#br1" timeOffset="123658.291">2407 13905,'9'-13,"0"1,0 0,1 1,1 0,0 1,0 0,1 1,1 0,-1 1,1 0,1 1,-1 0,1 1,0 1,1 0,-1 1,1 1,0 0,0 1,6 0,-15 2,0 1,1-1,-1 1,0 0,0 1,0 0,0 0,0 0,-1 0,1 1,-1 0,1 0,-1 1,0 0,0-1,0 2,-1-1,1 0,-1 1,0 0,-1 0,1 0,-1 0,0 1,0-1,-1 1,1 0,-1 0,-1 0,1 0,-1 0,0 0,0 0,-1 5,3 22,-2 1,-2-1,-1 0,-1 1,-2-1,-2 2,-12 137,19-170,-1-1,1 1,-1-1,1 1,0-1,0 1,0 0,-1-1,2 1,-1-1,0 1,0-1,0 1,1-1,-1 1,1-1,-1 1,1-1,-1 1,1-1,0 0,0 1,0-1,0 0,0 0,0 0,0 1,0-1,0 0,0-1,1 1,-1 0,0 0,1 0,-1-1,1 1,-1-1,1 1,-1-1,1 1,-1-1,1 0,-1 0,1 0,-1 0,1 0,-1 0,1 0,-1-1,1 1,-1 0,1-1,-1 1,1-1,0 0,12-8,-2-1,1 0,-1 0,-1-2,0 1,-1-1,0-1,0 0,-2 0,1-1,4-13,7-8,-2-1,-2-1,-1-1,-2 0,-2-1,-1 0,-2-1,-2 0,1-34,-14 39,7 34,0 1,-1-1,1 1,0 0,-1-1,1 1,-1 0,1-1,0 1,-1 0,1 0,-1-1,1 1,-1 0,1 0,-1 0,1-1,-1 1,1 0,-1 0,1 0,-1 0,0 0,1 0,-1 0,1 0,-1 1,1-1,-1 0,1 0,-1 0,1 0,-1 1,1-1,0 0,-1 1,1-1,-1 0,1 1,-1-1,1 0,0 1,-1-1,1 1,0-1,0 0,-1 1,1-1,0 1,0-1,0 1,-1-1,1 1,0-1,0 1,0-1,0 1,0-1,0 1,0 0,-9 18,2 1,0 0,0 0,2 0,1 1,0 0,2 0,0 8,-2 12,1 0,2 1,2-1,6 39,-5-63,2 0,0-1,0 0,2 1,0-2,1 1,0-1,1 0,1 0,0-1,1 0,1-1,5 5,-7-8,1-1,0 0,0 0,1-1,1-1,-1 0,1 0,0-1,0-1,1 0,0-1,0 0,7 1,9-3</inkml:trace>
  <inkml:trace contextRef="#ctx0" brushRef="#br1" timeOffset="123907.611">2782 14025,'2'4,"15"2,22-2,23-7,23-7,19-5,8 1,0 5,-19 4</inkml:trace>
  <inkml:trace contextRef="#ctx0" brushRef="#br1" timeOffset="124131.099">3638 14480,'110'-362,"-93"302,-13 60,-5 64,-1-22,-2 11,1 0,3 1,2-1,3 0,2 0,2 0,4 6,-1-27</inkml:trace>
  <inkml:trace contextRef="#ctx0" brushRef="#br1" timeOffset="124401.695">2662 13570,'-14'-4,"-2"-2,11 0,20 1,23 2,23-1,22-3,17 1,8-2,-1 1,-10 2,-19 2,-22 0</inkml:trace>
  <inkml:trace contextRef="#ctx0" brushRef="#br1" timeOffset="126153.381">5014 13877,'18'-2,"16"-1,12 0,13 1,8 0,1 1,0 1,1 0,-1 0,-2 0,-2 0,-2 0,-5 0,-7-2,-13-1</inkml:trace>
  <inkml:trace contextRef="#ctx0" brushRef="#br1" timeOffset="126418.672">5134 14158,'16'0,"17"0,11 0,13 0,7 0,5 0,1-2,1-1,-3 0,-4-1,-8-3,-14 0</inkml:trace>
  <inkml:trace contextRef="#ctx0" brushRef="#br1" timeOffset="126787.939">5630 13597,'-8'-11,"27"9,43 11,-2 3,1 2,-2 3,0 2,-1 3,33 18,-68-28,0 0,-1 1,0 1,-1 1,-1 1,0 1,4 6,-18-17,0 0,-1 0,0 1,-1 0,1 0,-1 0,-1 0,1 0,-1 1,0 0,-1-1,0 1,0 0,-1 0,0 0,0 0,-1 1,0-1,0 0,-1 0,0 0,-1 0,1 0,-4 7,-8 12,-1 0,-1-1,-2-1,0-1,-2 0,0-1,-2-1,0-1,-2-1,-10 7,-253 209,242-199</inkml:trace>
  <inkml:trace contextRef="#ctx0" brushRef="#br1" timeOffset="130736.423">9319 13945,'12'-15,"0"0,-2 0,0-1,0-1,-2 0,0 0,-1-1,0 0,1-9,0-8,27-69,-35 104,0-1,0 1,0-1,0 1,0-1,0 1,0 0,0-1,0 1,0-1,1 1,-1-1,0 1,0 0,0-1,1 1,-1-1,0 1,0 0,1-1,-1 1,0 0,1 0,-1-1,1 1,-1 0,0 0,1-1,-1 1,1 0,-1 0,0 0,1 0,-1 0,1 0,-1-1,1 1,-1 0,1 0,-1 0,0 1,1-1,-1 0,1 0,-1 0,1 0,-1 0,1 0,-1 1,0-1,1 0,-1 0,0 1,1-1,-1 0,0 0,1 1,-1-1,0 0,1 1,6 29,-17 195,5 113,5-336,0 0,1 1,-1-1,1 0,-1 0,0 0,0 0,0 1,0-1,0 0,-1 0,1 0,-1 0,1 0,-1 0,0 1,1-1,-1-1,0 1,-1 0,1 0,0 0,0 0,-1-1,1 1,-1-1,1 1,-1-1,0 1,0-1,0 0,1 0,-1 0,0 0,0 0,0-1,-1 1,-1 0,-13-2,-27 5,55 6,7-7,1-2,0 0,0-1,0-1,0-1,0 0,6-3,-12 3,232-42,-212 42,-49 11,12-12</inkml:trace>
  <inkml:trace contextRef="#ctx0" brushRef="#br1" timeOffset="132679.092">12327 13811,'13'5,"1"0,-1-1,1 0,0-1,0 0,0-1,0-1,0 0,0-1,0 0,1-1,-1-1,0 0,0-1,-1-1,1 0,-1-1,0 0,0-1,0-1,2-1,-1 2,0-1,-1-1,1 0,-2 0,1-1,-1-1,0-1,-1 1,0-2,-1 1,0-1,-1-1,-1 0,0 0,0-1,-1 0,-1 0,0 0,-1-1,-1 0,0 0,-1-1,-1 1,0 0,-2-1,1 1,-2-1,0 1,-1-3,1 9,-1 0,0 0,-1 0,0 0,0 0,-1 1,-1-1,1 1,-1 0,0 0,-1 1,0 0,0 0,0 0,-1 0,0 1,-1 0,1 1,-1 0,0 0,0 1,-1-1,1 2,-1-1,0 1,-5 0,8 4,0 0,0 1,-1 0,1 0,1 1,-1-1,0 1,1 1,-1-1,1 1,0 0,0 0,0 0,1 1,-1-1,1 1,1 1,-1-1,0 0,1 1,0-1,1 1,-1 0,1 0,0 0,1 1,-1-1,1 0,0 1,1 2,-6 28,2 1,2 1,2-1,1 0,2 0,1 0,3 0,0-1,3 1,1-2,2 0,1 0,2-1,-11-19,2 0,0 0,0 0,2-1,0 0,0-1,1 0,1 0,1-1,0-1,0 0,1-1,1 0,0 0,0-2,1 0,6 3,-15-11,0 1,-1-1,1 0,0-1,0 1,0-1,0 0,0-1,0 1,-1-1,1-1,0 1,0-1,-1 0,1 0,-1 0,0-1,0 0,0 0,0 0,0 0,0-1,-1 0,0 0,0 0,0-1,3-4,5-7,-1-1,0 0,-1 0,-1-2,-1 1,-1-1,3-11,21-127,-32 174,0 0,2 1,0-1,1 0,1-1,0 1,1 0,1-1,1 0,0 0,1 0,1-1,0 0,1 0,1-1,0 0,4 3,7-1</inkml:trace>
  <inkml:trace contextRef="#ctx0" brushRef="#br1" timeOffset="133326.538">13102 13517,'135'70,"-113"-63,-2 2,1 0,-1 1,-1 1,1 1,-2 0,0 2,-1 0,0 1,-1 1,-1 0,0 1,-1 1,-1 0,10 18,34 201,-55-233,0 1,0-1,0 0,1 0,-1 0,1 0,0 0,0 0,1-1,-1 1,1-1,0 0,0 0,0-1,0 1,0-1,0 1,1-1,-1-1,1 1,0-1,-1 0,1 0,0 0,0 0,0-1,-1 0,1 0,0 0,0-1,0 1,0-1,-1-1,1 1,0 0,-1-1,1 0,-1 0,0-1,0 1,0-1,0 0,1-1,5-4,0-1,-1-1,0 0,-1 0,0 0,-1-1,0 0,0-1,-1 0,-1 0,0 0,-1-1,0 1,-1-1,0 0,-1 0,0 0,-1-11,-8-24,7 48,0 0,0 1,0-1,0 0,0 1,0-1,0 0,0 1,0-1,-1 0,1 1,0-1,0 0,0 0,-1 1,1-1,0 0,0 0,-1 1,1-1,0 0,-1 0,1 0,0 0,0 1,-1-1,1 0,0 0,-1 0,1 0,0 0,-1 0,1 0,0 0,-1 0,1 0,0 0,-1 0,1 0,0 0,-1 0,1 0,0 0,-1-1,1 1,0 0,-1 0,1 0,0 0,0-1,-1 1,1 0,0 0,0-1,-1 1,1 0,0-1,0 1,0 0,-1 0,1-1,0 1,0 0,0-1,0 1,0 0,-7 28,7-17,0 0,1 0,0 0,0 0,1 0,1-1,0 1,0-1,1 1,0-1,1 0,0-1,1 1,0-1,1 1,-3-5,-1-1,1 1,0-1,0 0,1 0,-1 0,1-1,0 0,0 0,0 0,0 0,0-1,1 0,-1 0,1 0,0 0,-1-1,1 0,0-1,0 1,0-1,0 0,-1 0,1-1,0 0,0 0,-1 0,6-2,3-5,0 0,-1-1,0 0,0-1,-1-1,0 1,-1-2,0 0,-1 0,0-1,-1 0,-1-1,0 0,-1 0,0-1,-1 0,-1 0,3-12,2 69,-10-32,1-1,-1 0,2 0,-1 0,1 1,1-2,-1 1,1 0,1 0,0-1,0 0,1 0,0 0,0 0,1-1,0 0,0 0,0 0,1-1,0 0,1 0,2 0,11-2,-1-6</inkml:trace>
  <inkml:trace contextRef="#ctx0" brushRef="#br1" timeOffset="133571.881">14279 13557,'-14'-2,"-4"1,8 6,16 6,21 6,20 4,2 0</inkml:trace>
  <inkml:trace contextRef="#ctx0" brushRef="#br1" timeOffset="133872.38">14947 13877,'-7'-10,"-1"0,1 0,-2 0,1 1,-1 1,-1-1,1 1,-1 1,-1 0,-8-5,14 10,0 0,-1-1,1 2,0-1,0 0,-1 1,1 0,-1 1,1-1,-1 1,0 0,1 0,-1 1,1-1,-1 1,1 1,0-1,-1 1,1 0,0 0,0 0,0 1,0 0,1 0,-2 1,2-2,0 1,0 0,1 0,-1 1,1-1,-1 1,1 0,0 0,1 0,-1 0,1 0,0 1,0-1,0 1,0 0,1-1,0 1,0 0,0 0,1 0,-1-1,1 1,0 0,1 0,-1 0,1 0,0 0,0-1,0 1,1 0,0-1,0 1,0-1,0 0,1 1,-1-1,1 0,0 0,1-1,-1 1,1-1,-1 0,1 0,0 0,0 0,4 2,3 0,-1-1,1 0,0-1,0 0,0-1,0 0,1 0,-1-1,0-1,1 0,-1 0,0-1,1-1,4-1,-10 2,0 0,0-1,0 1,0-1,0 0,0-1,-1 0,1 0,-1 0,0 0,0-1,0 0,0 0,-1 0,0 0,0-1,0 0,0 0,0 0,-1 0,0-1,0 1,-1-1,0 0,0 1,0-1,0-1,-2 4,1-1,-1 1,1-1,-1 1,0 0,-1-1,1 1,0-1,-1 1,0 0,0-1,0 1,0 0,0 0,-1 0,0 0,1 0,-1 0,0 0,0 0,-1 1,1-1,0 1,-1 0,0 0,1 0,-1 0,0 0,0 0,0 1,0-1,-1 1,1 0,0 0,0 0,-1 0,1 1,0-1,-1 1,1 0,-1 0,2 1,0 0,1 0,-1 0,1 0,-1 1,1-1,-1 0,1 1,0-1,0 1,-1-1,1 1,0 0,0 0,1-1,-1 1,0 0,1 0,-1 0,1 0,-1 0,1 0,0-1,0 1,0 0,0 0,0 0,0 0,1 0,-1 0,1 0,-1 0,1 0,0 0,-1-1,1 1,0 0,0-1,0 1,1 0,-1-1,0 1,2 0,10 10,0 0,0-1,2-1,-1 0,1-1,0-1,1 0,0-1,0 0,1-2,0 0,0-1,0 0,5-1,61 14</inkml:trace>
  <inkml:trace contextRef="#ctx0" brushRef="#br1" timeOffset="131243.878">10616 13824,'6'-3,"13"1,11-1,14-2,11 1,8 0,4 1,0 1,-7 1,-9 3,-13 3,-16 6,-11 0</inkml:trace>
  <inkml:trace contextRef="#ctx0" brushRef="#br1" timeOffset="131512.278">10682 14051,'21'2,"20"2,16-1,14-3,6-4,3-5,-12-2</inkml:trace>
  <inkml:trace contextRef="#ctx0" brushRef="#br1" timeOffset="131768.54">11191 13544,'-1'3,"0"0,1 0,0 1,0-1,0 0,0 0,0 1,1-1,0 0,-1 0,1 0,0 0,0 0,1 0,-1 0,1 0,-1 0,1-1,0 1,0 0,0-1,1 0,-1 1,0-1,1 0,-1 0,1-1,0 1,86 41,14-10,73 31,-170-62,0 1,0-1,0 1,0 1,0-1,-1 1,0 0,1 1,-2-1,1 1,0 0,-1 0,0 0,0 0,-1 1,1 0,-1 0,-1 0,1 0,-1 0,0 1,0-1,0 6,-4 0,0 0,-1 0,0 0,-1 0,-1-1,0 1,0-1,-1 0,0 0,-1-1,-1 0,1 0,-1-1,-1 0,-6 5,-173 157,129-122,19-15</inkml:trace>
  <inkml:trace contextRef="#ctx0" brushRef="#br1" timeOffset="129131.595">7287 13610,'7'5,"9"6,6 5,7 9,4 8,4 7,0 8,1 5,-2 2,-2 2,-5-3,-5-6,-4-8,-6-12</inkml:trace>
  <inkml:trace contextRef="#ctx0" brushRef="#br1" timeOffset="129411.09">7675 13610,'-18'10,"-11"8,-3 12,0 9,6 9,4 9,6 5,6 2,5-2,5-4,5-7,2-13</inkml:trace>
  <inkml:trace contextRef="#ctx0" brushRef="#br1" timeOffset="129678.42">7902 13998,'83'-25,"-80"24,-1 1,1 0,0 0,-1 0,1 0,0 1,-1-1,1 1,0-1,-1 1,1 0,-1 0,1 0,-1 1,0-1,1 1,-1-1,0 1,0-1,0 1,0 0,0 0,-1 0,1 0,-1 1,1-1,-1 0,0 1,0-1,1 2,-1 7,0-1,-1 1,0 0,-1-1,0 1,-1-1,0 1,-1-1,0 0,0 0,-1 0,-1 0,0 0,0-1,0 0,-1 0,-1-1,-2 4,2-2,-11 17,10-15,0-1,0 2,1-1,1 1,0 0,1 0,0 0,-1 6,6-18,0 1,0-1,0 1,0-1,0 0,0 1,0-1,1 1,-1-1,0 0,1 1,-1-1,1 1,0-1,-1 0,1 0,0 0,0 1,0-1,0 0,0 0,0 0,0 0,0 0,0 0,0-1,0 1,1 0,-1-1,0 1,1-1,-1 1,0-1,1 1,-1-1,1 0,0 0,58 3,56-24,-58 6</inkml:trace>
  <inkml:trace contextRef="#ctx0" brushRef="#br1" timeOffset="129950.7">8263 13757,'9'5,"12"1,14 0,13-2,11 0,7-2,4-1,-3-1,-9 3,-12 4,-13 4,-13 0</inkml:trace>
  <inkml:trace contextRef="#ctx0" brushRef="#br1" timeOffset="130205.822">8450 14065,'9'2,"12"1,16 0,16-3,14-3,12-2,9-2,2 0,-13 1</inkml:trace>
  <inkml:trace contextRef="#ctx0" brushRef="#br1" timeOffset="142133.014">7488 15482,'13'18,"12"16,8 10,6 7,4 4,3 4,0-1,-4-1,-6-4,-7-7,-9-8,-7-10</inkml:trace>
  <inkml:trace contextRef="#ctx0" brushRef="#br1" timeOffset="142417.195">7888 15455,'-16'-2,"-12"5,-8 13,-2 16,-2 17,-1 15,2 14,4 6,2 3,7-2,9-8,6-18</inkml:trace>
  <inkml:trace contextRef="#ctx0" brushRef="#br1" timeOffset="142694.968">8062 16044,'38'-60,"-2"-2,-3-2,-3 0,3-16,-24 58,3-3,-11 25,-1 0,1-1,-1 1,0 0,1 0,-1 0,1 0,-1 0,1 0,-1 0,0 0,1 0,-1 0,1 0,-1 0,0 1,1-1,-1 0,1 0,-1 0,0 1,1-1,-1 0,1 0,-1 1,0-1,0 0,1 0,-1 1,0-1,1 1,-1-1,0 0,0 1,0-1,1 0,-1 1,0-1,0 1,0-1,0 1,0-1,0 0,0 1,0-1,0 1,0-1,0 1,0-1,0 0,0 1,0-1,-1 1,1-1,0 0,0 1,0-1,-1 1,1-1,0 0,0 1,-1-1,1 0,0 1,-1-1,1 0,-2 110,-1-58,3 0,2 0,7 40,30 70,-28-122</inkml:trace>
  <inkml:trace contextRef="#ctx0" brushRef="#br1" timeOffset="147104.082">7300 15242,'28'-6,"181"7,130-19,-33 1,-207 12,-90 5</inkml:trace>
  <inkml:trace contextRef="#ctx0" brushRef="#br1" timeOffset="147987.365">9519 15669,'18'0,"16"-2,12-6,13-1,8-1,3 0,-1 3,-5 2,-9 7,-12 7,-13 7,-11 1</inkml:trace>
  <inkml:trace contextRef="#ctx0" brushRef="#br1" timeOffset="148236.206">9587 15856,'20'2,"23"2,18-1,14-6,10-1,7-3,2 0,-5-1,-8 0,-17 3</inkml:trace>
  <inkml:trace contextRef="#ctx0" brushRef="#br1" timeOffset="148568.906">10228 15428,'46'8,"-1"2,0 2,-1 1,-1 3,0 1,-1 2,-1 2,29 21,-57-33,1 1,-2 0,1 1,-1 0,-1 1,0 1,-1-1,8 14,-14-20,-1 0,0 0,0 0,-1 0,0 1,0-1,0 1,-1-1,1 1,-2 0,1-1,-1 1,0 0,0 0,-1-1,0 1,0 0,-1-1,0 1,0-1,0 1,-3 4,-7 7,-1-1,0 0,-1 0,-1-2,-1 0,0 0,-1-2,0 0,-1 0,0-2,-2 0,-17 12,-1-3,0 0,-28 8,55-26,18-7,8-3</inkml:trace>
  <inkml:trace contextRef="#ctx0" brushRef="#br0" timeOffset="10828.354">2822 5121,'10'-8,"1"0,0 1,0 0,0 1,1 0,-1 1,1 1,1 0,-1 0,1 1,5-1,-12 3,0 1,1-1,-1 1,0 0,1 0,-1 1,0 0,0 0,0 0,0 1,0 0,0 0,0 1,0-1,-1 1,1 0,-1 1,0 0,0-1,0 1,0 1,-1-1,0 1,1 0,3 7,-1 1,0 0,0 0,-2 1,1-1,-2 1,0 0,0 1,-2-1,0 1,0-1,-1 1,-1 0,0 32,-3 0,-1 0,-6 18,-16 83,27-137,8-23,25-53,-3-2,-4-1,-2-2,3-22,-13 43,20-65,-36 161,-3-14,-6 55,4 1,4 74,3-148,1-1,0 1,0-1,2 0,0 0,0 0,1-1,1 1,4 5,-8-14,1 0,1 0,-1-1,1 1,0-1,0 0,0 0,0 0,1-1,-1 1,1-1,0 0,0 0,0-1,1 0,-1 0,0 0,1 0,0-1,-1 0,1 0,0 0,-1-1,6 0,52-16,-41 3</inkml:trace>
  <inkml:trace contextRef="#ctx0" brushRef="#br0" timeOffset="11095.132">2915 5482,'23'-3,"25"-4,28-4,21-5,15-1,4 2,-9 3,-22 4</inkml:trace>
  <inkml:trace contextRef="#ctx0" brushRef="#br0" timeOffset="13038.666">3718 5936,'39'-78,"3"2,4 2,32-38,-61 87,12-5,-26 37,-36 131,28-112,1 0,0 1,2-1,2 1,0-1,1 1,2-1,1 1,20 150,-22-142</inkml:trace>
  <inkml:trace contextRef="#ctx0" brushRef="#br0" timeOffset="13287.309">3838 6245,'20'-5,"14"-1,8 0,6-1,1 1,2 1,-1-1,-2 1,-8-1,-9 0</inkml:trace>
  <inkml:trace contextRef="#ctx0" brushRef="#br0" timeOffset="14748.949">5269 6953,'9'-13,"0"0,1 1,1 0,0 1,1 0,0 1,1 0,-1 0,2 2,0 0,0 0,0 1,1 1,0 1,0 0,-11 3,1 0,-1 0,1 1,-1 0,1 0,0 0,0 1,-1-1,1 1,0 0,0 1,-1-1,1 1,0 0,-1 0,1 0,0 1,-1-1,0 1,1 0,-1 1,0-1,0 1,0 0,2 2,1 6,-1 0,-1 0,0 1,-1 0,0 0,0 0,-1 1,-1-1,0 1,-1-1,0 1,-1 0,-1 0,0-1,0 1,-1-1,-4 11,-59 309,64-330,0 0,0 0,0 1,1-1,-1 0,1 0,-1 1,1-1,0 0,0 1,0-1,0 0,0 1,1-1,-1 0,1 1,-1-1,1 0,0 0,0 0,0 0,0 0,0 0,1 0,-1 0,0 0,1 0,0-1,-1 1,1 0,0-1,0 0,0 1,0-1,0 0,0 0,0 0,0 0,0 0,1-1,-1 1,0-1,0 1,1-1,-1 0,0 0,2 0,6-5,0 0,0 0,-1-1,0 0,0-1,0 0,-1 0,0-1,0 0,-1 0,0-1,0 0,-1 0,-1-1,1 0,1-6,8-13,-1-2,-1 0,-2 0,-1-1,-1-1,-2 0,-2 0,-1 0,-1 0,-2-3,-2 5,1 32,0-1,-1 0,1 0,0 0,0 0,-1 1,1-1,0 0,0 0,-1 0,1 0,0 0,0 0,-1 0,1 0,0 0,-1 0,1 0,0 0,0 0,-1 0,1 0,0 0,0 0,-1 0,1 0,0 0,0 0,-1-1,1 1,0 0,0 0,-1 0,1 0,0-1,0 1,0 0,-1 0,1 0,-6 24,2 1,0 1,2-1,0 1,2 7,0-3,-1-4,-2 19,2 0,3 0,1 0,2 0,4 7,-7-45,0 1,1-1,-1 0,2 0,-1-1,1 1,0-1,0 0,1 0,4 5,-7-9,0 0,0 0,0-1,0 1,0 0,1-1,-1 1,1-1,-1 0,1 1,-1-1,1-1,0 1,0 0,-1-1,1 1,0-1,0 0,0 0,-1 0,1 0,0 0,0-1,-1 1,1-1,0 0,0 0,-1 0,3-1,14-11,-3-3</inkml:trace>
  <inkml:trace contextRef="#ctx0" brushRef="#br0" timeOffset="15013.349">5428 7207,'-13'0,"-10"0,4 0,13 2,15 3,21 1,23-1,20-3,17-7,11-5,3-2,-1 0,-12 2,-21 3</inkml:trace>
  <inkml:trace contextRef="#ctx0" brushRef="#br0" timeOffset="15464.206">6218 7460,'7'-43,"2"1,2-1,2 2,2-1,6-9,-20 49,12-24,-13 27,0-1,0 0,0 1,0-1,0 0,0 1,0-1,1 0,-1 0,0 1,0-1,0 0,0 1,0-1,0 0,1 0,-1 1,0-1,0 0,0 0,1 1,-1-1,0 0,0 0,1 0,-1 0,0 1,1-1,-1 0,0 0,0 0,1 0,-1 0,0 0,1 0,-1 0,0 0,1 0,-1 0,0 0,1 0,-1 0,0 0,0 0,1 0,-1 0,0 0,1 0,-1-1,0 1,0 0,1 0,-1 0,0 0,0-1,1 1,-1 0,0 0,0-1,0 1,1 0,-1 0,0-1,0 1,0 0,0-1,0 1,1 0,4 112,0 17,0-59,-4 0,-3 1,-2-1,-7 21,11-89,-1 6,-1 1,1-1,-1 0,-1 0,0 0,0 0,0 0,-1-1,0 1,0-1,-2 1,6-8,-1 1,1 0,-1 0,1 0,-1-1,1 1,-1 0,0-1,0 1,1 0,-1-1,0 1,0-1,0 1,1-1,-1 0,0 1,0-1,0 0,0 1,0-1,0 0,0 0,0 0,0 0,0 0,0 0,0 0,0 0,1-1,-1 1,0 0,0 0,0-1,0 1,0-1,0 1,1-1,-1 1,0-1,0 1,1-1,-1 0,0 1,1-1,-1 0,0 0,1 1,-1-1,1 0,0 0,-1 0,1 0,0 0,-1 0,-14-53,14 52,1 0,-1 1,1-1,-1 0,1 0,0 0,0 0,0 0,0 1,0-1,0 0,1 0,-1 0,1 0,-1 1,1-1,0 0,-1 0,1 1,0-1,0 0,0 1,0-1,1 1,-1 0,0-1,1 1,-1 0,0 0,1 0,0 0,0-1,14-1,0 1,0 0,0 1,0 1,1 1,14 2,-4-1,-15-2,34 2,-1 2,1 1,-1 3,43 12,-60-9</inkml:trace>
  <inkml:trace contextRef="#ctx0" brushRef="#br0" timeOffset="16750.078">5121 6445,'5'2,"10"1,12 0,15-1,16 0,14-1,11-3,7-3,2-1,-3 1,-8 1,-13 1,-13 2,-15 0,-15 0,-13 2</inkml:trace>
  <inkml:trace contextRef="#ctx0" brushRef="#br0" timeOffset="24241.927">3049 6992,'-1'-4,"0"0,0 0,0 0,1 0,0 0,0 0,0 0,0 0,0 0,1 0,0 0,0 0,0 0,1 0,-1 0,1 0,0 0,0 1,0-1,0 1,1 0,-1-1,1 1,0 0,0 1,0-1,0 0,2 0,6-5,1 1,0 1,0-1,1 2,0 0,0 0,0 2,2-1,3 0,0 0,1 1,-1 1,1 1,0 0,-1 2,7 0,-18 0,-1 0,0 0,0 0,0 1,0-1,0 2,0-1,0 1,0 0,-1 0,0 0,1 1,-1 0,0 0,-1 0,1 0,-1 1,0 0,0 0,0 0,-1 0,0 1,1 1,2 15,-2 0,0 1,-1-1,-2 1,0-1,-1 1,-1-1,-2 1,0-1,-1 1,-1-1,-1-1,-2 2,-43 182,52-171,-1-34,1 1,-1-1,0 1,1-1,-1 1,1-1,-1 1,1-1,-1 1,1-1,-1 0,1 1,0-1,-1 0,1 0,-1 1,1-1,0 0,-1 0,1 0,0 0,-1 0,1 0,0 0,-1 0,1 0,0 0,-1 0,1 0,0 0,-1 0,1-1,-1 1,1 0,0-1,-1 1,1 0,-1-1,1 1,-1-1,1 1,-1 0,1-1,-1 1,0-1,1 0,-1 1,15-14,0 0,-1-2,-1 1,0-2,-2 1,1-2,-2 1,1-4,14-31,-3-2,-1 0,-3-1,-3 0,-2-1,3-31,-11 58,-24 127,4 1,4 1,4 24,7-104,1-1,0 1,2 0,0-1,1 1,1-1,3 6,-6-19,1 0,-1 1,1-1,1 0,-1 0,1 0,0-1,0 1,1-1,0 0,-1-1,2 1,-1-1,0 0,1 0,0 0,0-1,0 0,1 0,-1 0,0-1,3 0,-6-1,0 0,-1 0,1-1,0 0,0 1,0-1,-1 0,1 0,0-1,0 1,0-1,-1 1,1-1,0 0,0 0,-1 0,1 0,-1 0,1-1,-1 1,0-1,1 0,-1 0,0 0,0 0,0 0,-1 0,1 0,0 0,-1-1,1 1,-1-1,0 1,0-1,0 0,0 1,0-1,-1 0,1 0,-1 1,0-1,0 0,0 0,0 0,-2-23</inkml:trace>
  <inkml:trace contextRef="#ctx0" brushRef="#br0" timeOffset="24503.832">3424 7220,'-21'0,"-11"0,-4 0,7 0,17 0,23 0,26 0,25-5,25-3,17-5,10-3,1-1,-18 3</inkml:trace>
  <inkml:trace contextRef="#ctx0" brushRef="#br0" timeOffset="24892.793">3985 7247,'19'-7,"-1"1,1 1,1 0,-1 1,0 2,1 0,-1 0,1 2,0 1,-1 0,1 2,2 0,-18-2,0 0,0 1,-1-1,1 0,-1 1,1 0,-1 0,0 0,0 0,0 1,0-1,0 1,0 0,-1 0,1 0,-1 0,0 0,0 1,0-1,0 0,0 1,-1 0,0-1,0 1,0 0,0 0,0-1,-1 1,0 0,1 0,-1 0,-1 0,1 0,-1 3,-7 11,0 0,-1-1,0 0,-1-1,-1 0,-1 0,-1-1,0-1,0 0,-1-1,-15 11,29-24,-189 156,169-133,20-22,1 0,-1-1,0 1,0 0,0-1,0 1,0 0,1-1,-1 1,0-1,0 1,1-1,-1 1,0 0,1-1,-1 1,1-1,-1 0,1 1,-1-1,1 1,-1-1,1 0,-1 1,1-1,-1 0,1 1,0-1,-1 0,1 0,0 0,-1 0,1 1,-1-1,1 0,0 0,-1 0,1 0,0-1,-1 1,1 0,0 0,42 2,1-2,-1-1,0-3,0-1,0-2,0 1,20-3,-11 2</inkml:trace>
  <inkml:trace contextRef="#ctx0" brushRef="#br0" timeOffset="9342.721">2407 4320,'-25'295,"11"224,48 791,-29 98,-2-1311,2-77,1-16,-1-9</inkml:trace>
  <inkml:trace contextRef="#ctx0" brushRef="#br0" timeOffset="29511.102">2381 7982,'0'-20,"0"14,0 12,14 361,-14-355,5 94,19 104,-8-151,-16-56</inkml:trace>
  <inkml:trace contextRef="#ctx0" brushRef="#br2" timeOffset="-167022.676">3410 6458,'-8'-6,"-2"1,1-1,0 2,-1 0,0 0,0 0,0 2,-1-1,1 1,-1 1,1-1,-1 2,0 0,1 0,-1 1,1 0,-1 1,-4 1,-17 8,0 1,1 2,0 1,1 1,1 2,-20 15,37-23,0 0,1 0,0 1,1 1,0 0,1 0,0 0,1 1,0 1,1 0,1 0,0 0,1 0,1 1,0 0,0 3,-71 360,60-316,5-29,2-1,2 2,1-1,1 1,2-1,1 5,6-16,1 0,0-1,1 0,2 0,0-1,1 0,1 0,1-1,1-1,0 0,1-1,1 0,5 4,12 12,1-1,1-2,1-1,2-1,1-2,22 10,61 44,-92-57,2-1,1-2,0-1,1-2,1-1,1-1,0-2,3-1,5-2,1-2,0-2,0-2,1-2,-1-1,1-3,-1-1,0-3,0-1,0-3,-1-1,17-8,14-10,-2-4,-1-2,57-40,-94 52,-1-2,-2 0,0-2,-2-2,-1 0,-1-2,-1-1,-2-1,-2-1,-1-1,-1-1,-2-1,-2-1,5-19,-13 29,-2 0,0 0,-2 0,-2-1,0 1,-2-1,-1 1,-2-13,0 26,0 0,-1 1,0-1,-1 1,-1 0,0 0,-1 0,0 1,-2 0,1 1,-1 0,-1 0,-10-9,-17-14,-1 2,-3 1,-21-12,10 7,9 4,0 2,-3 1,0 3,-1 2,-2 2,-1 2,0 2,-49-10,-236-14,202 31,-240-29,353 41,-1 0,0 1,1 2,0 0,-1 1,1 1,0 0,1 2,-1 1,2 0,-1 1,1 1,0 1,1 0,-13 12,-8 13</inkml:trace>
  <inkml:trace contextRef="#ctx0" brushRef="#br0" timeOffset="22481.067">4934 5121,'-1'-1,"1"0,-1 1,0-1,0 0,1 0,-1 0,0 0,1 0,-1 0,1 0,-1 0,1 0,0 0,-1 0,1 0,0 0,0 0,0 0,-1 0,1 0,0 0,1-1,-1 1,0 0,0 0,0 0,1 0,-1 0,0 0,1 0,-1 0,1 0,-1 0,1 0,0 0,-1 0,1 1,0-1,8-8,1 0,0 1,0 1,0 0,1 0,0 1,1 0,0 1,-1 0,1 1,1 1,-1 0,0 0,2 1,-9 0,0 1,0-1,1 1,-1 0,0 0,1 1,-1 0,0 0,1 0,-1 0,0 1,1 0,-1 0,0 1,0-1,0 1,0 0,0 0,0 1,0 0,-1 0,1 0,-1 0,0 0,3 4,0 5,-1 1,-1 0,0 1,0-1,-2 1,1 0,-2 0,0 0,0 0,-2 0,0 0,-1 13,-1 27,-3 0,-3 0,-3 6,-3 29,13-44,2-45,0 1,0-1,1 0,-1 0,0 1,0-1,1 0,-1 0,0 0,0 0,1-1,-1 1,0 0,0 0,0-1,1 1,-1-1,0 1,0-1,0 1,0-1,0 0,0 0,0 1,0-1,0 0,0 0,0 0,-1 0,1 0,0 0,-1 0,1 0,-1 0,1-1,-1 1,1 0,0 0,17-24,0-2,-2 1,-1-2,-1 0,-2-1,0 0,-2-1,-1 0,-2-1,-1 1,-1-1,-2-1,0-25,-1 37,-2 20,1 1,0-1,-1 0,1 0,0 0,0 1,-1-1,1 0,-1 1,1-1,0 1,-1-1,1 1,-1-1,1 1,-1-1,1 1,-1-1,1 1,-1 0,0-1,1 1,-1 0,0-1,0 1,1 0,-1-1,0 1,0 0,0-1,0 1,0 0,0 0,0-1,0 1,0 0,0 0,0-1,-1 1,1 0,0-1,13 66,-3 1,-3-1,-2 39,9 80,-13-170,2 0,0 0,0 0,2-1,0 0,0 0,3 3,-6-13,0 0,0 0,0 0,1-1,0 1,0-1,0 1,0-1,0 0,0 0,1-1,0 1,-1-1,1 1,0-1,0-1,1 1,-1 0,0-1,0 0,1 0,-1 0,0-1,1 1,-1-1,2 0,-1-1,0 1,0-1,0 0,0 0,-1-1,1 1,0-1,-1 0,1-1,-1 1,0-1,0 0,0 0,0 0,0 0,-1-1,1 1,-1-1,0 0,2-4,8-13</inkml:trace>
  <inkml:trace contextRef="#ctx0" brushRef="#br0" timeOffset="22741.369">5121 5469,'-13'0,"-3"2,8 1,15 0,20-1,21-3,21-3,14-3,9-4,3-1,-6 1,-9 3,-14 4,-17 4</inkml:trace>
  <inkml:trace contextRef="#ctx0" brushRef="#br0" timeOffset="23050.808">5857 5655,'2'10,"0"-1,1 0,0-1,0 1,1 0,0-1,1 0,0 0,0 0,1-1,-1 1,2-1,-1-1,1 1,0-1,0 0,1-1,0 0,0 0,0-1,0 1,1-2,0 1,0-2,-1 1,2-1,-1 0,0-1,0 0,1 0,-1-1,0 0,5-1,-9-1,0 1,0-1,0 0,0 0,0 0,0-1,-1 1,1-1,-1 0,1-1,-1 1,0-1,-1 0,1 0,-1 0,1 0,-1-1,0 1,-1-1,1 0,-1 0,0 0,0 0,-1 0,1 0,-1 0,0-1,-1 1,1-5,0 3,-1 0,0 0,0 0,-1-1,0 1,0 0,0 0,-1 0,0 0,0 0,-1 1,0-1,0 1,-1-1,0 1,0 0,0 1,-1-1,1 1,-1-1,-1 2,0-2,0 2,0 0,0 1,-1 0,1 0,-1 0,1 1,-1 0,0 0,0 1,0 0,0 0,0 1,0-1,-1 2,1-1,0 1,0 0,0 0,0 1,1 0,-1 0,0 1,1 0,-1 0,-2 2,-6 4,0 0,1 1,1 1,-1 0,2 1,0 0,0 1,1 1,-9 13,-9 19</inkml:trace>
  <inkml:trace contextRef="#ctx0" brushRef="#br2" timeOffset="-165523.644">5924 4520,'-2'-8,"0"1,0 0,-1 1,0-1,0 0,0 1,-1-1,0 1,0 0,-1 0,1 1,-1-1,0 1,-1 0,0 1,1-1,-1 1,-1 0,1 1,-1-1,1 1,-1 0,0 1,0 0,0 0,0 0,0 1,-6 0,-25 1,0 2,0 2,1 1,-1 2,1 1,-32 13,33-11,-42 14,2 2,0 4,-16 12,70-31,0 1,0 0,2 2,-1 0,2 2,0 0,1 1,0 1,2 0,0 2,1 0,1 0,1 1,1 1,1 0,0 1,2 0,1 1,1-1,1 2,1-1,1 0,1 1,0 9,7 29,2 0,3 0,5 14,-4-23,-6-30,0 0,2 0,0-1,2 0,0 0,2-1,0 0,2-1,0 0,1 0,2-2,0 1,10 9,21 10,1-2,2-2,1-3,33 16,57 37,-101-63,1-2,0-2,2-2,0-1,0-3,2-1,-1-2,1-2,0-2,0-2,1-2,29-3,-20 2,-23 2,1-1,-1-2,0-1,0-1,0-2,0-1,-1-2,0-1,19-8,-3-6,-1-2,-2-1,0-3,-2-1,18-18,-48 37,-1 0,0-1,0 0,-2-1,1 0,-2 0,0-1,0 0,-1 0,-1 0,-1-1,0 0,0 0,0-14,0-7,-2-1,-1 0,-3 0,0 1,-6-26,0 9,-3 1,-1 1,-3 0,-2 1,-2 0,-2 2,-3 0,-1 2,-2 0,-3 2,-15-16,25 36,-1 2,-2 1,0 0,-1 2,-1 1,0 1,-2 1,0 1,0 1,-1 2,-1 0,0 2,-1 2,0 0,0 2,-1 2,1 0,-1 2,0 1,0 2,1 1,-14 3,-62 20,3 6</inkml:trace>
  <inkml:trace contextRef="#ctx0" brushRef="#br1" timeOffset="134501.538">16511 13757,'-17'-7,"1"0,-1 2,-1 0,1 1,-1 0,1 2,-1 0,0 1,-8 1,18 0,1 0,-1 1,1 0,-1 0,1 1,0 0,-1 1,1-1,0 1,1 1,-1-1,0 1,1 0,0 1,0 0,0 0,1 0,0 0,0 1,0 0,0 0,1 0,-1 2,3-5,0 0,1-1,-1 1,1 0,0 0,0 0,0 0,0 0,0 0,0 0,1 0,0 0,-1 0,1 0,0 1,1-1,-1 0,1 0,-1 0,1 0,0 0,0 0,0 0,0 0,1 0,-1-1,1 1,0 0,0-1,0 1,0-1,0 0,0 0,1 0,-1 0,3 2,0-2,1 1,0-1,1 1,-1-2,0 1,0-1,1 0,-1 0,1 0,-1-1,1 0,-1-1,1 0,-1 1,1-2,-1 1,0-1,0 0,0 0,0-1,0 0,0 0,1-1,7-5,1 0,-2-1,1 0,-1-1,-1-1,0 0,-1-1,5-6,0-7,-1-1,-1-1,-2 0,-1-1,0 0,-3 0,0-1,-2 0,-1-1,-2 1,-1-1,-1-19,0 30,0-1,-1 1,-1-1,-1 1,-1 0,-1 0,-1 0,-2-6,7 23,-1 1,1 0,0 0,-1 0,0 0,1 0,-1 0,0 0,0 0,0 0,0 1,-1-1,1 0,0 1,-1-1,1 0,-1 1,1 0,-1-1,0 1,1 0,-1 0,0 0,0 0,0 0,0 1,0-1,0 0,0 1,0-1,0 1,-1 0,1 0,0 0,0 0,0 0,0 0,0 1,0-1,0 1,0-1,0 1,0 0,-1 0,-6 7,0 1,0 0,1 0,0 1,1 0,0 0,1 0,0 1,0 0,1 1,1-1,-3 10,-4 5,1 1,2 0,1 1,0 0,3 0,0 0,1 1,2-1,1 1,2-1,0 0,6 25,-3-40,0 0,1 0,0-1,1 1,0-2,1 1,0-1,1 0,0-1,1 0,0 0,1-1,0 0,0-1,1 0,0-1,0 0,1-1,-1-1,1 0,1 0,-1-2,1 1,-1-2,1 0,0 0,0-2,0 1,0-2,9-1,-15 2,0 0,0-1,0 0,0 0,0-1,0 0,0-1,-1 1,1-1,-1-1,0 0,0 0,0 0,-1 0,1-1,-1-1,0 1,0-1,-1 0,0 0,0 0,0-1,-1 0,0 0,0 0,-1 0,0 0,0-1,-1 0,0 1,0-1,0 0,-1 0,-1-3,0 3,-1-1,-1 1,1 0,-2 0,1 1,-1-1,0 0,0 1,-4-6,5 10,1 1,0-1,-1 1,0-1,1 1,-1 0,0 0,0 0,0 0,0 0,-1 0,1 1,0-1,-1 1,1 0,-1-1,0 1,1 0,-1 0,0 1,0-1,1 1,-1-1,0 1,0 0,0 0,0 0,1 0,-3 1,2 0,0 0,-1 0,1 1,0 0,0-1,0 1,0 0,0 0,1 1,-1-1,1 0,-1 1,1 0,0-1,0 1,0 0,0 0,1 0,-1 1,1-1,0 0,-1 1,2-1,-1 0,0 1,1-1,-1 1,1 0,0 4,-1 0,1 0,1 1,-1-1,1 0,1 0,0 0,0 0,0 0,1-1,3 7,6 1,0 0,1-1,0-1,1 0,0 0,1-2,1 0,0 0,0-2,1 0,0 0,1-2,0 0,0-2,0 0,1 0,0-2,81 21</inkml:trace>
  <inkml:trace contextRef="#ctx0" brushRef="#br1" timeOffset="136325.288">19252 13784,'-6'-7,"-1"1,1-1,-1 1,0 0,0 1,-1 0,1 0,-1 0,-1 1,1 0,0 1,-1 0,0 0,1 1,-1 0,0 0,0 1,-1 0,1 1,0 0,0 0,0 1,0 0,0 1,0 0,0 1,0-1,1 2,-1-1,1 1,0 0,-4 3,8-4,0 0,1-1,-1 1,1 0,-1 1,1-1,0 0,0 1,1 0,-1 0,1 0,0 0,0 0,0 0,0 1,1-1,0 0,0 1,0-1,0 1,1 0,0-1,-1 1,2-1,-1 1,1 0,-1-1,1 1,0-1,1 1,-1-1,1 1,10 13,1 0,1 0,0-2,1 0,1 0,0-1,1-1,1-1,0-1,1 0,20 9,-12-5,105 72,-131-88,0 0,-1 1,1-1,0 0,-1 1,1-1,0 1,-1-1,1 1,-1-1,1 1,-1-1,1 1,-1 0,1-1,-1 1,0 0,1-1,-1 1,0 0,1-1,-1 1,0 0,0 0,0-1,0 1,0 0,0 0,0-1,0 1,0 0,0 0,0-1,0 1,-1 0,1 0,0-1,-1 1,1 0,0-1,-1 1,1 0,-1-1,1 1,-36 13,-161 2,164-15,-60 0</inkml:trace>
  <inkml:trace contextRef="#ctx0" brushRef="#br1" timeOffset="135019.004">17901 13196,'3'-2,"9"1,12 3,2 2</inkml:trace>
  <inkml:trace contextRef="#ctx0" brushRef="#br1" timeOffset="137059.195">17888 13222,'-1'2,"0"0,0 0,0 0,0 0,0 0,1 0,-1 0,0 1,1-1,0 0,-1 0,1 0,0 1,0-1,0 0,1 0,-1 1,0-1,1 0,0 0,-1 0,1 0,0 0,0 0,0 0,0 0,0 0,1 0,-1-1,1 1,-1 0,1-1,-1 1,1-1,0 0,0 1,0-1,0 0,0 0,0 0,0-1,0 1,0 0,0-1,0 1,1-1,-1 0,0 0,0 0,3 0,-2-1,0 0,0 0,0-1,0 1,0-1,0 0,0 0,0 0,-1 0,1-1,-1 1,0-1,0 1,1-1,-2 0,1 0,0 0,0-2,-1 4,0-1,-1 1,1 0,-1-1,0 1,1 0,-1-1,0 1,0 0,0-1,0 1,0-1,0 1,0 0,-1-1,1 1,0 0,-1-1,1 1,-1 0,1-1,-1 1,0 0,0 0,1 0,-1 0,0 0,0 0,0 0,0 0,0 0,0 0,-1 0,1 1,0-1,0 0,0 1,-1-1,1 1,0-1,-1 1,1 0,-1-1,1 1,-1 0,-26 0,16 2</inkml:trace>
  <inkml:trace contextRef="#ctx0" brushRef="#br1" timeOffset="134766.982">18049 13677,'2'16,"3"14,1 14,-1 8,-1 7,-1 2,-2-2,2-5,3-9,2-9,3-12,-2-10</inkml:trace>
  <inkml:trace contextRef="#ctx0" brushRef="#br1" timeOffset="135656.16">18035 13864,'70'340,"-44"-236,-4 1,-5 1,-4 1,-3 60,-10-140,-2 0,-1-1,0 0,-2 1,-3 5,6-24,-1 0,1 0,-1 0,-1-1,1 1,-2-1,1 0,-1 0,0 0,0-1,0 1,-1-1,0-1,-1 1,1-1,-1 0,0 0,-5 1,7-4,0 0,0 0,0-1,-1 1,1-1,-1-1,1 1,-1-1,1 0,-1 0,1-1,0 1,-1-1,1 0,-1-1,1 1,0-1,0 0,0-1,0 1,0-1,1 0,-1 0,1 0,-1-1,1 0,0 1,-2-5,-7-6,2 0,-1-1,2 0,0-1,1 0,0 0,1-1,1-1,-9-30,1 0,3-1,2-1,2 0,3 0,1 0,3 0,2-1,2 0,-1 28,0 1,2 0,0 1,2-1,0 1,7-14,-9 26,0 1,0-1,1 1,0 0,1 1,0-1,0 1,1 0,-1 1,2-1,-1 1,0 1,1-1,0 1,1 1,7-4,188-48,-179 51,36-8</inkml:trace>
  <inkml:trace contextRef="#ctx0" brushRef="#br1" timeOffset="136012.975">18436 13905,'-4'7,"0"1,1 0,0 0,1 0,-1 0,2 1,-1-1,1 1,0-1,1 1,0-1,0 1,1-1,0 1,0-1,1 1,1-1,-1 0,1 0,0 0,1 0,0-1,0 1,1-1,0 0,0 0,0-1,1 1,0-1,0 0,1-1,4 3,-8-6,1 0,-1-1,0 1,0-1,1 0,-1 0,1-1,-1 1,1-1,-1 0,1 0,-1 0,1 0,-1 0,1-1,-1 1,1-1,-1 0,0 0,1-1,-1 1,0 0,0-1,0 0,0 0,0 0,0 0,-1-1,1 1,-1 0,1-1,-1 0,0 0,0 0,1-2,2-3,1-1,-2 0,1 0,-2 0,1-1,-1 1,0-1,-1 0,0 0,-1 0,0 0,-1-2,1 6,-1 1,0-1,-1 0,1 0,-1 0,-1 1,1-1,-1 0,0 1,0 0,0-1,-1 1,0 0,0 0,0 0,0 1,-1-1,0 1,0 0,0 0,-1 0,1 0,-1 1,0-1,0 2,0-1,0 0,0 1,-1 0,1 0,-1 0,0 1,1 0,-1 0,0 1,0-1,1 1,-6 1,3 0,0 1,0 0,0 0,0 1,1 0,-1 1,1-1,0 1,0 1,0-1,1 1,-1 0,1 1,1 0,-3 2,5-5,0 1,0 0,0 0,1 0,-1 0,1 0,0 1,0-1,0 1,1-1,-1 1,1 0,1-1,-1 1,0 0,1 0,0 0,0 0,1-1,-1 1,1 0,0 0,0-1,1 1,1 4,16 24</inkml:trace>
  <inkml:trace contextRef="#ctx0" brushRef="#br1" timeOffset="136687.352">18009 13677,'-3'-7,"-4"3,-7 8,-4 11,-7 11,-4 9,-3 2,3-4</inkml:trace>
  <inkml:trace contextRef="#ctx0" brushRef="#br2" timeOffset="-180374.639">19640 9627,'313'-47,"-52"37,2 11,-88 0,914-16,578-24,-642 39,1552-16,-2338 11,2413 13,-1132 70,-1359-68,-135-7,-23 0</inkml:trace>
  <inkml:trace contextRef="#ctx0" brushRef="#br2" timeOffset="-178723.4">19693 9573,'-1'0,"0"-1,-1 0,1 1,-1-1,1 1,-1-1,1 1,0 0,-1-1,1 1,-1 0,1 0,-1 0,1 0,-1 0,1 1,-1-1,1 0,-1 1,1-1,-1 1,1-1,0 1,-1 0,1 0,0 0,0-1,-1 1,1 0,0 0,0 1,0-1,0 0,0 0,1 0,-1 1,0-1,0 0,1 1,-1-1,1 1,-1-1,1 0,0 1,0-1,-1 1,1-1,0 1,0-1,0 1,1-1,-1 1,-10 44,2 0,2 1,2-1,2 1,3 26,-1-54,10 186,10 0,8-2,24 66,-30-147,1 14,-6 0,-7 1,-5 0,-8 50,-46 635,44-554,-12-1,-24 93,14-204,7 2,7 0,7 1,9 37,59 447,-15-29,-24-436,20 61,7 40,25 358,-71-578,0-28,-2 0,0-1,-3 1,0 0,-2 0,-1 0,-2-1,-2 6,-61 153,71-198</inkml:trace>
  <inkml:trace contextRef="#ctx0" brushRef="#br2" timeOffset="-177142.343">20722 10308,'-15'24,"14"-24,0 0,1 0,-1 0,0-1,1 1,-1 0,1 0,-1 0,0-1,1 1,-1 0,1-1,-1 1,1 0,-1-1,1 1,-1-1,1 1,-1-1,1 1,-1-1,1 1,0-1,-1 0,1 1,0-1,0 1,-1-1,1 0,0 1,0-1,0 0,0 1,0-1,0 0,0 1,0-1,0 0,0 1,0-1,0 0,1 1,-1-1,0 1,0-1,1 0,-1-4,-1-3,-1 1,1 0,-1 0,0-1,-1 1,1 0,-2 1,1-1,-1 0,0 1,0 0,0 0,-1 0,0 1,0-1,-1 1,1 0,-1 1,0-1,-1 1,1 1,-1-1,1 1,-1 0,0 0,0 1,0 0,-1 0,1 1,-1 0,1 0,0 1,-1 0,1 0,-1 1,1-1,-1 2,1-1,-2 2,-2 1,0 0,0 1,0 1,1 0,0 0,0 1,1 0,0 0,0 1,1 1,0-1,0 1,1 1,0-1,1 1,0 1,0-1,1 1,1 0,-3 9,0 0,2 1,0-1,1 1,1 0,1 0,1 0,1 0,1 0,1 0,0 0,4 8,-3-15,1-1,0 0,1 0,0-1,1 1,1-1,0 0,1-1,0 0,0 0,1-1,1 0,0 0,0-1,1 0,0-1,0 0,1-1,0 0,0-1,1-1,0 0,0 0,0-1,0-1,1 0,4 0,-1-1,1-1,-1-1,1 0,-1-1,1-1,-1 0,0-1,0-1,12-5,-20 6,0 0,0-1,0 0,0 0,-1-1,1-1,-1 1,-1-1,1 0,-1-1,0 0,0 0,-1 0,0-1,-1 0,1 0,3-9,2-25,-11 41,1 0,-1 0,0 0,0 0,0 1,1-1,-1 0,0 0,0 0,0 0,0 0,-1 0,1 0,0 0,0 1,-1-1,1 0,0 0,-1 0,1 0,0 1,-1-1,0 0,1 0,-1 1,1-1,-1 0,0 1,1-1,-1 1,0-1,0 1,1-1,-1 1,0-1,0 1,0 0,0-1,1 1,-1 0,0 0,0 0,-3 1,1 1,0 0,-1 1,1-1,0 0,1 1,-1 0,0 0,1-1,-1 2,1-1,0 0,0 0,0 1,1-1,-1 1,1-1,0 1,0 0,0-1,0 1,1 0,-1 0,1 0,0 0,0 2,-1 0,1 0,0 0,1 0,-1 0,1-1,1 1,-1 0,1 0,0-1,0 1,0-1,1 0,0 1,0-1,0-1,1 1,0 0,0-1,0 0,0 0,0 0,1 0,0-1,0 1,0-1,0 0,0-1,6 2,8 4,1-1,0-1,0 0,0-2,0 0,1-2,-1 0,2-1,-13-1,0 0,0 0,0-1,0 0,0-1,0 0,0 0,0-1,0-1,-6 3,-1 0,0 0,0 0,0 0,0-1,0 1,0-1,-1 1,1-1,0 0,-1 0,1 1,-1-1,0 0,1 0,-1-1,0 1,0 0,0 0,-1 0,1-1,-1 1,1 0,-1-1,0 1,1 0,-1-1,0 1,-1-1,1 1,0 0,-1-1,1 1,-1 0,0 0,0-2,-4-4,0-1,0 1,-1 0,0 1,0-1,-1 1,0 1,0-1,-1 1,1 0,-1 1,-1 0,1 0,-1 0,0 1,0 1,0 0,0 0,-1 0,1 1,-1 1,1 0,-1 0,0 1,-4 0,229-3,39-11,-250 14,1-1,0 2,-1-1,1 0,0 1,-1 0,1 0,-1 0,1 1,-1-1,1 1,-1 0,0 0,0 1,0-1,0 1,-1 0,1 0,-1 0,1 1,-1-1,0 1,0 0,-1 0,1 0,1 3,17 119,-20-124,0 0,1 0,-1 0,0-1,1 1,-1 0,1-1,-1 1,1-1,0 1,-1-1,1 0,0 0,0 0,0 0,0 0,0 0,0 0,0-1,0 1,1-1,-1 1,0-1,0 0,0 0,1 0,-1 0,0-1,0 1,0 0,1-1,62-29,-48 15,-2-1,0 0,-1-1,0-1,-2 0,0 0,2-8,-8 17,-18 48,9-30,-25 113,27-117,1-1,0 0,0 1,1-1,-1 0,1 0,0 1,0-1,0 0,0 0,1 0,0 0,0 0,0 0,0-1,1 1,-1-1,1 1,0-1,0 0,0 0,0 0,1-1,-1 1,1-1,-1 0,3 1,29 10,1-6</inkml:trace>
  <inkml:trace contextRef="#ctx0" brushRef="#br2" timeOffset="-176547.43">22406 10535,'-10'-1,"-1"-2,0 0,-1 1,1 1,0 0,-1 0,1 1,0 1,-1 0,1 0,0 1,0 1,0-1,-11 6,20-7,-1 1,1 0,-1 0,1 0,0 0,-1 0,1 1,0-1,1 1,-1-1,0 1,1 0,-1 0,1-1,0 1,0 0,0 0,1 0,-1 0,1 0,-1 1,1-1,0 0,0 0,0 0,1 0,-1 0,1 0,0 0,-1 0,2 0,-1 1,3 7,1-1,0 1,1-1,-1-1,2 1,0-1,0 0,3 2,180 177,-156-143,-34-44,1 0,0 0,-1 0,1 1,0-1,-1 0,0 1,1-1,-1 0,0 1,1-1,-1 0,0 1,0-1,0 0,0 1,-1-1,1 1,0-1,0 0,-1 1,1-1,-1 0,1 0,-1 1,0-1,1 0,-1 0,0 0,0 0,0 0,0 0,0 0,0 0,0 0,0 0,0-1,-1 2,-9 2,-1-1,0 1,1-2,-1 0,0 0,0-1,0 0,-1-1,-8-1,19 1,-7 0,0 0,0-1,0 0,0 0,1 0,-1-1,0-1,1 0,-5-2,12 5,0 0,1 0,-1-1,1 1,-1 0,0 0,1-1,-1 1,1-1,-1 1,1-1,-1 1,1-1,-1 1,1-1,0 1,-1-1,1 1,0-1,-1 0,1 1,0-1,0 1,-1-1,1 0,0 1,0-1,0 0,0 1,0-1,0 0,0 1,0-1,0 0,1 1,-1-1,0 0,0 1,0-1,1 0,-1 1,0-1,1 1,-1-1,1 1,-1-1,0 1,1-1,-1 1,1-1,-1 1,1-1,0 1,-1 0,1-1,-1 1,1 0,0 0,0-1,42-19,-42 19,102-34,82-35,-171 63,-1 0,0-1,0-1,-1 0,0 0,-1-1,0-1,-1 0,0-1,0 0,5-10,5-40,-20 60,0 0,0 1,-1-1,1 1,0-1,-1 0,1 1,-1-1,1 1,-1-1,0 1,1-1,-1 1,0 0,0-1,0 1,0 0,-1 0,1-1,0 1,0 0,-1 0,1 1,0-1,-1 0,1 0,-1 1,1-1,-1 0,1 1,-1 0,0-1,1 1,-1 0,0 0,1 0,-1 0,0 0,-6 2,0-1,1 1,-1 1,1 0,-1 0,1 0,0 1,0 0,0 0,1 1,0 0,-1 0,2 1,-1-1,1 1,0 0,0 1,0-1,1 1,0 0,0 0,1 0,0 1,0-1,1 1,0 0,0 0,0 6,1-9,1 0,0 0,0 0,0 0,0-1,1 1,-1 0,1 0,0 0,1-1,-1 1,1-1,0 1,0-1,1 0,-1 1,1-1,0 0,0-1,0 1,0 0,1-1,-1 0,1 0,0 0,0 0,0-1,1 1,-1-1,1 0,-1 0,2 0,102 16,-53-17</inkml:trace>
  <inkml:trace contextRef="#ctx0" brushRef="#br2" timeOffset="-176165.716">22981 10615,'-4'9,"0"1,0-1,1 1,0 0,1-1,0 1,0 0,1 0,0 1,1-1,1 0,-1 0,1 0,1 0,0 0,0 0,1 0,4 8,-5-11,1-1,0 1,0 0,1-1,0 0,0 0,1 0,-1 0,1-1,0 1,1-1,0-1,-1 1,1-1,1 0,-1 0,0-1,1 0,0 0,0 0,0-1,0 0,0 0,0-1,1 0,0 0,-2-1,1 0,-1-1,0 0,0 0,0 0,0 0,0-1,0 0,0-1,-1 1,1-1,-1 0,0 0,1-1,-1 1,-1-1,1-1,-1 1,1 0,-1-1,-1 0,1 0,0 0,-1 0,1-4,3-4,-2 0,0 0,0 0,-1-1,-1 0,0 1,-1-1,0 0,-1-1,-1-10,1 24,-1-1,1 1,-1-1,0 1,0-1,0 1,1-1,-1 0,-1 1,1-1,0 1,0-1,0 1,-1-1,1 1,-1-1,1 1,-1-1,0 1,0 0,1-1,-1 1,0 0,0 0,0-1,-1 1,1 0,0 0,0 0,0 1,-1-1,1 0,0 0,-1 1,1-1,-1 0,1 1,-1 0,1-1,-1 1,1 0,-1 0,1 0,-1 0,0 0,1 0,-1 0,1 0,-2 1,-3 4,1 1,0 0,0 0,1 0,-1 0,1 1,1-1,-1 1,1 0,0 1,1-1,0 0,0 1,0-1,1 1,0 2,1-4,0 1,0 0,1 0,0 0,0 0,1-1,0 1,0-1,0 1,1-1,0 0,0 0,1 0,-1 0,1 0,0-1,1 0,0 0,0 0,0 0,0-1,0 0,1 0,0 0,0-1,0 0,0 0,1-1,-1 1,1-1,-1-1,3 1,55 12,-1-5</inkml:trace>
  <inkml:trace contextRef="#ctx0" brushRef="#br2" timeOffset="-175296.561">23891 10602,'-154'-23,"152"22,0 0,-1 1,1 0,0-1,-1 1,1 0,-1 0,1 0,-1 1,1-1,0 0,-1 1,1 0,0-1,-1 1,1 0,0 0,0 0,0 1,0-1,0 0,0 1,0 0,0-1,0 1,1 0,-1 0,1 0,-1 0,1 0,0 0,0 0,0 0,0 1,0-1,0 0,1 1,-1-1,1 1,2 6,0 0,0-1,1 1,0 0,1-1,0 0,0 0,1 0,0 0,1-1,-1 0,1 0,1 0,-1-1,1 0,0 0,6 3,215 179,-225-187,-1 0,0 0,0 1,0-1,0 1,0-1,0 1,-1 0,1 0,0 0,-1 0,0 0,1 0,-1 0,0 1,0-1,0 0,0 1,-1-1,1 0,-1 1,1-1,-1 1,0-1,0 1,0-1,0 1,0-1,-1 1,1-1,-1 1,0-1,1 0,-1 1,0-1,0 0,-1 0,1 0,0 1,-1-1,1-1,-2 2,-3 0,0 0,-1-1,1 0,-1 0,1-1,-1 1,0-1,0-1,0 1,1-1,-1-1,0 1,0-1,0 0,-1-1,6 2,-1-1,0 0,0 1,1-1,-1 0,1-1,-1 1,1 0,-1-1,1 1,0-1,-1 0,1 0,0 1,0-1,1-1,-1 1,0 0,1 0,-1-1,1 1,0-1,-1 1,1-1,0 0,1 1,-1-1,0 0,1 0,0 0,0 1,0-1,0 0,0 0,0 0,1 1,0-3,4-10,1 0,1 0,1 1,0-1,1 2,0-1,1 1,1 1,0 0,0 0,1 1,1 1,4-3,2-3,1 0,0 1,1 1,0 1,2 1,-1 0,22-6,-42 17,1 0,-1 0,0 0,0 0,1 1,-1-1,1 0,-1 1,1 0,-1 0,1 0,-1 0,1 0,-1 0,0 0,1 1,-1 0,1-1,-1 1,0 0,1 0,-1 0,0 0,0 1,0-1,0 0,0 1,0 0,0-1,-1 1,1 0,0 0,-1 0,0 0,1 0,-1 0,0 0,0 1,0-1,0 0,-1 1,1 0,15 182,-15-181,1 0,0 1,0-1,0 0,1 0,-1 0,1 0,0-1,0 1,0-1,1 0,-1 0,1 0,0 0,0 0,0-1,0 0,0 0,0 0,1 0,-1 0,1-1,-1 0,1 0,-1 0,5-1,-1 1,1-1,0 0,0-1,0 0,0 0,-1-1,1 0,0-1,-1 1,0-2,0 1,0-1,6-4,4-7,-1 0,0-2,-1 0,0 0,-2-2,0 0,-1 0,-1-1,-1-1,-1 0,0 0,-2-1,3-14,-15 47,-32 118,35-123,0 0,1 0,-1 1,1-1,1 0,-1 0,1 1,0-1,0 0,1 0,0 0,0 0,1-1,-1 1,1 0,0-1,1 0,-1 0,1 0,0 0,5 4,-2-3,1 0,0-1,1 0,-1 0,1-1,0 0,0 0,0-1,1-1,-1 1,1-1,0-1,-1 0,1 0,0-1,0 0,-1-1,1 0,0-1,-1 0,9-2,-1-1,-1-1,0-1,0 0,0-1,-1 0,0-1,-1-1,1-1,-2 0,0 0,11-14,-5 2,-2 0,0-1,-2-1,-1 0,-1-1,-1-1,-1 0,-1-1,2-14,4-25,-3-1,-3-1,-1-30,-8 86,2-12,0 0,-2 0,-1 0,-1 0,-1-1,-1 1,-2 1,0-1,-3-5,7 27,0 0,-1 0,1 1,-1-1,1 0,-1 1,0-1,0 1,0 0,0-1,-1 1,1 0,0 1,-1-1,0 0,1 1,-1-1,0 1,0 0,0 0,0 0,0 0,0 0,0 1,0-1,0 1,0 0,0 0,0 0,-1 0,1 1,0-1,0 1,0 0,0 0,0 0,1 0,-1 0,0 1,0-1,1 1,-1 0,1 0,-1 0,1 0,0 0,0 0,-1 2,-17 13,1 1,1 1,1 1,1 0,1 1,0 1,2 1,1-1,0 2,2 0,0 0,2 1,1 0,-1 8,4-14,1 0,0 0,1 0,1 0,1 0,1 0,0 0,2 0,0 0,1-1,1 1,0-1,2 0,0 0,1-1,1 0,0 0,1-1,1 0,1-1,6 6,10 7,0-3,2 0,1-2,1-1,1-1,1-2,1-2,0 0,1-3,30 8,16 2</inkml:trace>
  <inkml:trace contextRef="#ctx0" brushRef="#br2" timeOffset="-170422.665">26136 10683,'2'0,"0"0,0 0,0 0,0 0,0 0,0 0,0-1,0 1,-1-1,1 1,0-1,0 0,0 0,-1 0,1 0,0 0,-1 0,1 0,-1 0,1-1,-1 1,0-1,0 1,0-1,1 1,-1-1,-1 0,1 1,0-1,0 0,-1 0,1 0,-1 0,1 0,-1 1,0-1,0 0,0 0,0 0,0 0,0 0,0 0,-1 0,1-1,-4-1,1 0,0 0,-1 0,0 1,0-1,0 1,0 0,0 0,-1 1,1-1,-1 1,0 0,0 0,0 1,1-1,-2 1,1 0,0 0,0 1,0 0,-5 0,7-1,0 1,1-1,-1 1,0 0,0 0,1 0,-1 0,0 0,0 1,1-1,-1 1,0 0,1 0,-1 0,1 0,-1 0,1 0,-1 1,1-1,0 1,0 0,0 0,0-1,0 2,0-1,0 0,0 0,1 0,0 1,-1-1,1 1,0-1,0 1,0-1,0 1,1 0,-1-1,1 1,-1 0,1 0,0 0,0-1,0 1,1 0,0 2,25 41,-9-25</inkml:trace>
  <inkml:trace contextRef="#ctx0" brushRef="#br2" timeOffset="-170171.852">26190 10990,'0'1,"1"1,-1-1,1 0,0 0,0 0,-1 1,1-1,0 0,0 0,0 0,0 0,0-1,0 1,0 0,0 0,1-1,-1 1,0 0,0-1,1 1,-1-1,0 0,0 1,1-1,-1 0,1 0,-1 0,0 0,1 0,-1 0,0 0,1 0,-1-1,0 1,1 0,-1-1,0 1,0-1,1 0,-1 1,0-1,0 0,0 0,0 0,0 0,0 1,0-1,0-1,0 1,0 0,-1 0,1 0,0 0,-1-1,1 1,-1 0,1 0,-1-1,0 1,0-1,1 1,0-1,0 1,-1-1,1 1,-1-1,0 0,1 1,-1-1,0 0,0 1,0-1,0 0,0 1,0-1,-1 0,1 1,-1-1,1 0,-1 1,1-1,-1 1,0-1,0 1,0-1,0 1,0 0,0-1,0 1,0 0,0 0,-1 0,1 0,0 0,-1 0,1 0,-1 0,1 1,-1-1,1 1,-1-1,0 1,1-1,-1 1,0 0,1 0,-1 0,0 0,1 0,-1 0,0 0,1 0,-1 1,0-1,1 1,-1-1,1 1,-1 0,1-1,-1 1,1 0,-1 0,0 0,0 0,0 1,0-1,0 0,0 1,0-1,0 1,0-1,1 1,-1 0,1 0,-1 0,1 0,0 0,0 0,0 0,0 0,0 0,0 1,0-1,1 0,-1 1,1-1,0 0,0 1,0-1,0 1,0-1,0 0,0 1,1-1,-1 0,1 1,0-1,0 0,0 0,0 0,0 1,0-1,1 0,-1-1,0 1,1 0,0 0,-1-1,2 2,19 12</inkml:trace>
  <inkml:trace contextRef="#ctx0" brushRef="#br2" timeOffset="-169549.763">26965 10522,'19'-10,"1"1,1 1,-1 1,1 0,0 2,1 0,-1 2,1 0,0 2,-1 0,1 1,16 3,-24-2,-1 0,1 2,-1-1,1 2,-1 0,0 0,0 2,-1-1,1 2,9 6,-16-9,0 0,-1 1,1-1,-1 1,0 1,-1-1,1 1,-1-1,0 1,-1 1,1-1,-1 0,-1 1,1-1,-1 1,0 0,0 0,-1 0,0 0,0 0,-1 6,-1 8,-2 1,0-1,-2 1,0-1,-1 0,-1-1,-2 1,-12 44,20-64,0 1,0-1,0 1,0 0,0-1,1 1,-1 0,1 0,-1 0,1-1,0 1,0 0,-1 0,1 0,1-1,-1 1,0 0,0 0,1 0,-1 0,1-1,-1 1,1 0,0-1,0 1,-1 0,1-1,1 1,-1-1,0 1,0-1,0 0,1 0,-1 1,1-1,-1 0,1 0,-1 0,1 0,0-1,-1 1,1 0,0-1,-1 1,1-1,0 1,0-1,0 0,8-1,1 0,-1-1,0-1,-1 1,1-2,0 1,-1-1,0-1,1 1,-2-2,1 1,-1-1,0 0,0-1,0 0,-1 0,0-1,-1 0,0 0,0-1,-1 1,1-1,1-6,2-7,-1-1,-1 0,-1 0,-1 0,-1-1,-1 0,-1 0,-1 0,-1 0,-1 0,-1 0,-8-21,8 46,1-1,0 1,-1-1,1 1,0-1,-1 1,1 0,0-1,0 1,0 0,0 0,0 0,0 0,0 0,0 0,0 0,0 1,1-1,-1 0,0 0,1 0,-1 1,1-1,-1 0,1 1,0-1,0 1,-1-1,1 0,0 2,-7 26,1 0,1 1,2-1,0 1,2 0,2 0,0 0,5 21,-3-35,0 0,1 0,1 0,0-1,1 0,1 0,1 0,-1-1,6 5,-10-13,1 0,1-1,-1 1,1-1,0 0,0-1,0 1,1-1,0 0,0 0,0-1,0 0,0 0,1 0,-1-1,1 0,0 0,0-1,0 1,-1-2,1 1,6-1,14-3</inkml:trace>
  <inkml:trace contextRef="#ctx0" brushRef="#br2" timeOffset="-169302.389">27420 10722,'-16'-2,"2"-1,14-2,21 0,27 0,27 0,20 0,12 1,5 1,-7 1,-20 1</inkml:trace>
  <inkml:trace contextRef="#ctx0" brushRef="#br2" timeOffset="-169056.418">28196 10896,'5'-4,"0"-1,1 1,0 0,0 1,0 0,0-1,0 2,1-1,-1 1,1 0,0 0,0 1,-1 0,1 0,0 1,80-3,-85 3,1 0,0 1,-1-1,0 0,1 1,-1 0,1-1,-1 1,0 0,1 0,-1 1,0-1,0 0,0 1,0-1,0 1,0 0,0-1,0 1,-1 0,1 0,-1 0,0 0,1 1,-1-1,0 0,0 1,0-1,-1 0,1 1,0-1,-1 3,-1 4,0-1,-1 1,-1-1,1 1,-1-1,-1 0,0 0,0 0,0 0,-1-1,0 0,0 0,-1 0,-6 5,12-12,-55 60,39-45,2 1,0 0,0 0,2 2,0 0,-5 10,16-26,0 0,0 0,0 0,0 1,1-1,-1 0,0 1,1-1,0 0,0 1,0-1,0 1,0-1,0 0,0 1,1-1,-1 0,1 1,0-1,0 0,0 0,0 1,0-1,0 0,1 0,-1 0,0 0,1-1,0 1,-1 0,1-1,0 1,0-1,0 1,0-1,0 0,0 0,1 0,-1 0,1 0,101 24,-15-19,1-4,0-4,67-11,-73 4</inkml:trace>
  <inkml:trace contextRef="#ctx0" brushRef="#br2" timeOffset="-163653.97">28810 10722,'44'21,"-43"-20,0-1,0 1,0-1,0 0,0 0,0 1,1-1,-1 0,0 0,0 0,0 0,0 0,0 0,0-1,0 1,0 0,0 0,0-1,0 1,0-1,0 1,0-1,0 1,0-1,-1 0,1 1,0-1,0 0,0 0,-1 1,1-1,-1 0,1 0,0 0,-1 0,1 0,-1 0,0 0,1 0,-1 0,0 0,0-1,0 0,-1-1,-1 1,1 0,0 0,-1-1,1 1,-1 0,1 0,-1 0,0 1,0-1,0 0,0 1,0-1,0 1,0 0,-1 0,1-1,0 2,-1-1,1 0,-1 0,1 1,-1-1,1 1,-1 0,0 0,1 0,-1 0,1 0,-2 1,-46 15,49-16,0 1,0-1,0 1,0 0,0-1,0 1,0 0,0 0,0 0,1 0,-1 0,0 0,1 0,-1 0,0 0,1 0,0 0,-1 0,1 0,-1 1,1-1,0 0,0 0,0 0,0 1,0-1,0 0,0 0,0 0,0 1,1-1,-1 0,0 0,1 0,-1 0,1 0,-1 0,1 1,0-1,-1 0,1-1,0 2,38 19,-15-14</inkml:trace>
  <inkml:trace contextRef="#ctx0" brushRef="#br2" timeOffset="-163100.445">29158 10563,'12'-11,"1"1,1 1,0 0,0 0,1 2,0 0,0 0,0 2,5-2,-14 6,0-1,0 1,0 0,0 0,0 1,0 0,0 0,0 0,0 1,0-1,0 2,0-1,-1 1,1-1,0 2,-1-1,1 0,-1 1,0 0,0 1,0-1,0 1,0 0,-1 0,0 0,2 3,2 7,-1 1,-1 0,-1 0,0 0,0 1,-2-1,0 1,0 0,-2 0,0 1,-1-1,-1 0,0 0,-1 0,-3 10,5-20,-10 132,10-137,0 0,0 0,0 0,0-1,0 1,0 0,0 0,0 0,1 0,-1 0,0 0,1-1,-1 1,1 0,-1 0,1 0,-1-1,1 1,-1 0,1-1,0 1,-1 0,1-1,0 1,-1-1,1 1,0-1,0 1,0-1,0 0,-1 1,1-1,0 0,0 0,0 0,0 0,0 0,0 0,0 0,0 0,-1 0,1 0,0 0,0 0,0-1,0 1,0 0,0-1,-1 1,1 0,0-1,40-28,-25 9,0 0,-2-2,-1 0,0-1,-2 0,0 0,-2-1,0-1,-2 0,-1 0,-1 0,-1 0,-1-3,15-58,-13 68,-16 81,-1-17,3 0,2 0,2 1,1-1,3 1,2 0,3 19,-3-58,0 0,0 0,1 0,0 0,1-1,-1 1,1-1,1 1,-1-1,1 0,1 0,-1-1,1 1,0-1,1 0,-1 0,1-1,0 0,7 5,12-12,-18-7</inkml:trace>
  <inkml:trace contextRef="#ctx0" brushRef="#br2" timeOffset="-162628.083">29546 10789,'-152'-43,"116"42,53 14,19-6,-1-2,1-2,-1-1,28-2,-15 1,352 0,-389-1,-9-1,1 1,0-1,0 1,0-1,0 1,0 0,0 0,0 0,0 1,0-1,0 1,0-1,0 1,0 0,0 0,-1 1,1-1,0 0,-1 1,1 0,-1-1,0 1,1 0,-1 0,0 1,0-1,0 0,-1 1,1-1,1 3,-20 96,15-94,1 0,0-1,0 1,1 0,-1 0,2 0,-1-1,1 1,0 0,0 0,1-1,0 1,0-1,1 0,-1 1,1-1,1 0,-1 0,1-1,0 1,0-1,1 0,0 0,0 0,0-1,1 1,3 1,0-2,0 1,0-1,0 0,1-1,-1 0,1-1,0 0,0 0,0-1,0-1,0 1,0-2,0 1,0-1,0-1,-1 0,1 0,0-1,-1 0,1-1,-1 0,0 0,-1-1,3-1,-7 3,-1-1,1 1,0-1,-1 0,0 0,0 0,0 0,-1 0,1-1,-1 1,0-1,0 0,-1 1,1-1,-1 0,0 0,0 0,-1 0,1 0,-1 0,0 0,-1 0,1 0,-1 0,0 0,0 0,-1 0,1 0,-1 1,0-1,0 1,-1-1,0 1,1 0,-1 0,0 0,-1 0,1 0,-1 1,0-1,-3-1,-2-2,0 1,-1 0,0 0,1 1,-2 1,1-1,0 2,-1 0,0 0,1 0,-1 2,0-1,0 1,-1 1,1 0,0 1,0 0,0 0,0 1,1 1,-1 0,0 0,1 1,0 0,0 1,0 0,0 1,1 0,0 0,0 1,1 0,0 1,-40 73,33-42</inkml:trace>
  <inkml:trace contextRef="#ctx0" brushRef="#br2" timeOffset="-153770.991">20896 12407,'4'0,"7"7,5 9,8 11,5 9,8 11,4 6,4 1,2 1,-3-6,-3-7,-5-10,-6-9,-10-10</inkml:trace>
  <inkml:trace contextRef="#ctx0" brushRef="#br2" timeOffset="-153497.723">21243 12394,'-15'9,"-11"10,-7 11,-3 11,1 11,1 7,2 5,7 3,5 0,6-5,5-9,5-13</inkml:trace>
  <inkml:trace contextRef="#ctx0" brushRef="#br2" timeOffset="-153216.763">21364 12755,'11'-8,"1"1,0 1,1 0,-1 0,1 2,1-1,-1 2,0 0,1 0,0 1,-1 1,3 0,-12 1,-1 0,0 1,0-1,1 0,-1 1,0 0,0 0,0 0,0 0,0 0,0 1,0-1,0 1,-1 0,1 0,-1 0,1 0,-1 0,0 0,1 1,-1-1,-1 1,1 0,0-1,-1 1,1 0,-1 0,0 0,0 0,0 0,0 0,0 1,-1-1,1 0,-1 0,0 1,0 6,0 0,-1 0,0-1,-1 1,0 0,0 0,-1-1,-1 0,1 1,-2-1,-1 2,-140 189,145-200,0 1,0 0,1 0,-1-1,0 1,1 0,-1 0,0 0,1 0,-1 0,1 0,-1 0,1 0,0 0,-1 0,1 0,0 0,0 0,0 1,0-1,0 0,0 0,0 0,0 0,0 0,1 0,-1 0,0 0,1 0,-1 0,0 0,1 0,-1 0,1 0,0 0,-1 0,1 0,0 0,0 0,-1-1,1 1,0 0,0-1,0 1,0-1,0 1,0-1,0 1,0-1,0 1,0-1,0 0,0 0,1 0,-1 0,0 1,20 1,0-1,-1-1,1-1,-1 0,1-1,-1-2,1 0,6-3,6 0,116-25,-86 17</inkml:trace>
  <inkml:trace contextRef="#ctx0" brushRef="#br2" timeOffset="-151925.616">21992 12527,'9'0,"10"0,9 0,6 0,4 0,5 0,1 0,3 0,1 0,-2 0,-4 0,-7 0,-9 0</inkml:trace>
  <inkml:trace contextRef="#ctx0" brushRef="#br2" timeOffset="-151663.965">22086 12728,'18'7,"18"2,13-1,11-3,5-5,4-5,-1-4,-12-1</inkml:trace>
  <inkml:trace contextRef="#ctx0" brushRef="#br2" timeOffset="-151406.251">23022 12608,'4'-23,"-1"-1,0 1,-2-1,-1 1,0-1,-2 1,-1-1,-1 1,-1 0,-1 0,-4-11,0 20,4 19,38 126,71 236,-96-323,-5-30</inkml:trace>
  <inkml:trace contextRef="#ctx0" brushRef="#br2" timeOffset="-151219.846">23048 12888,'-4'0,"2"0,7 0,11 0,13-2,12-3,10-4,7-1,1 0,1 0,-6 2,-12 1</inkml:trace>
  <inkml:trace contextRef="#ctx0" brushRef="#br2" timeOffset="-149353.377">21123 13624,'16'7,"12"11,8 9,5 10,4 9,4 6,1 6,-2 4,-2 4,-5-4,-6-5,-5-10,-6-13,-6-12</inkml:trace>
  <inkml:trace contextRef="#ctx0" brushRef="#br2" timeOffset="-149147.449">21658 13731,'-14'-9,"-11"3,-10 13,-7 16,-4 15,-2 16,3 11,4 9,10 3,9-3,10-7,8-12,11-14,6-13</inkml:trace>
  <inkml:trace contextRef="#ctx0" brushRef="#br2" timeOffset="-148841.198">21899 14078,'-1'9,"-2"1,0 0,1 1,1-1,0 1,0-1,1 1,1 0,-1-1,2 1,-1-1,2 0,-1 1,4 6,-1-12,-1-1,1 0,1 0,-1-1,0 1,1-1,0 0,0-1,0 1,0-1,0 0,0-1,1 0,-1 0,0 0,1 0,-1-1,1 0,-1-1,1 0,-1 0,0 0,1 0,-1-1,0 0,0-1,0 1,0-1,-1 0,2-1,-2 2,-1-1,1 1,-1-1,0 0,0 0,0 0,0 0,0-1,-1 0,1 1,-1-2,0 1,0 0,-1 0,1-1,-1 1,0-1,0 0,-1 0,1 0,-1 0,0 0,0 0,-1 0,0 0,1 0,-2 0,1 0,-1 0,1 0,-1 0,-1 0,1 0,-1 0,0 0,0 1,0-1,-1 1,1-1,-1 1,-2-2,-2 0,0 1,0-1,-1 2,0-1,0 1,0 0,-1 1,1 0,-1 0,1 1,-1 0,0 0,0 1,0 0,0 1,0 0,0 0,0 1,0 1,0-1,0 1,0 1,1-1,-1 1,1 1,0 0,0 0,0 0,-1 2,7-4,-1-1,1 0,0 1,0-1,0 1,0-1,0 1,0 0,0 0,1 0,-1 0,1 0,-1 0,1 1,0-1,0 0,0 1,0-1,0 1,0-1,1 1,-1-1,1 1,0 0,0-1,0 1,0-1,0 1,1 0,-1-1,1 1,-1-1,1 1,1 0,23 17,9-5</inkml:trace>
  <inkml:trace contextRef="#ctx0" brushRef="#br2" timeOffset="-148573.727">22406 13851,'5'2,"10"1,15 0,10-1,11-2,5-2,2-1,-4 1,-9 1,-12 2,-12 1</inkml:trace>
  <inkml:trace contextRef="#ctx0" brushRef="#br2" timeOffset="-148405.605">22500 14051,'23'5,"19"1,13 0,9-4,5-4,0-4,-12-1</inkml:trace>
  <inkml:trace contextRef="#ctx0" brushRef="#br2" timeOffset="-147644.139">23236 13851,'2'-27,"2"0,0 1,2 0,0-1,2 2,11-25,3-13,-1 2,-18 77,8 375,-8-361,0-18,-1 0,-1-1,0 1,-1 0,0 0,0 0,-2-1,1 1,-1 0,-1-1,-1 4,2-13,1 1,-1-1,0 1,0-1,0 1,0-1,0 0,0 0,-1 0,1 0,-1 0,0-1,1 1,-1-1,0 1,0-1,0 0,0 0,0-1,0 1,0-1,0 1,0-1,0 0,0 0,0 0,46-5,202-10,-225 15</inkml:trace>
  <inkml:trace contextRef="#ctx0" brushRef="#br2" timeOffset="-145688.95">23570 11979,'-30'-13,"0"0,-1 2,0 1,0 2,-1 0,0 3,-1 0,-4 2,-477-8,-503-61,996 71,-133-10,-1 7,-100 12,226-6,0 1,1 1,-1 2,1 1,1 1,-1 1,1 1,1 2,0 0,0 2,2 1,0 1,-14 11,-95 82,118-100,1 1,0 1,0 1,1 0,1 0,0 1,0 1,1 0,1 1,1 0,0 0,1 1,0 0,2 0,0 1,0 0,-2 15,-2 39,3 0,3 0,5 69,0-72,5 672,1-614,6-1,6 0,5-1,5-1,32 81,124 292,-180-479,1 1,0-1,2 0,-1-1,2 1,0-2,1 1,1-1,0-1,1 0,1-1,0 0,0-1,1 0,1-1,0-1,4 2,13-2,-1-2,2-1,-1-1,1-2,0-1,0-2,0-1,0-1,13-4,104-4,283-7,-304 18,481-9,35-40,-502 32,-1-5,0-7,126-42,-84 20,-182 49,1-1,-1 1,0-1,0 0,0 1,0-1,1 0,-1 0,0 0,-1 0,1-1,0 1,0-1,0 1,-1-1,1 1,-1-1,1 0,-1 0,0 0,0 0,0 0,0 0,0 0,0 0,0 0,-1 0,1-1,0 0,0 0,11-41,-2 0,-2-1,-1 0,-3 0,-1-1,-3 1,-2-17,1-2,5-753,-3 697,-5 1,-5 1,-6-1,-4 2,-6 0,-5 2,-20-45,36 123,-2 2,-1 0,-2 1,-1 0,-1 2,-2 1,-2 0,0 2,-2 1,-1 1,-1 1,-1 2,-2 1,0 1,-18-8,-1-11,47 39,1-1,0 0,0 1,-1-1,1 1,-1 0,0 0,0 1,1-1,-1 1,0 0,0 0,-1 0,1 0,0 1,0 0,0 0,-3 0,1-1,-76-4,-12 2</inkml:trace>
  <inkml:trace contextRef="#ctx0" brushRef="#br0" timeOffset="34792.356">19733 2848,'-8'87,"5"0,4 0,9 66,-2-11,31 634,-21 85,-6-591,31 155,-12-231,5 36,-3 81,-15 367,-13-604,33 916,-38-658,8-274,-8-58,0 0,0 1,0-1,0 0,0 1,0-1,0 1,0-1,0 0,0 1,0-1,0 0,0 1,1-1,-1 0,0 1,0-1,0 0,0 0,1 1,-1-1,0 0,0 1,1-1,-1 0,0 0,1 0,-1 1,0-1,1 0,-1 0,0 0,1 0,-1 0,0 0,1 0,-1 1,0-1,1 0,-1 0,1 0,-1 0,0-1,1 1,-1 0,0 0,1 0,-1 0,0 0,1 0,-1 0,0-1,1 1,-1 0,0 0,1-1,-1 1,0 0,0 0,1-1,-1 1,0 0,0 0,0-1,1 1,6-14</inkml:trace>
  <inkml:trace contextRef="#ctx0" brushRef="#br0" timeOffset="37354.72">19733 2929,'148'2,"0"6,12 8,81 5,0-10,58-13,-128 0,1116 2,-477 33,-31 1,601-35,-696-22,-471 12,284-4,89-26,-156-1,-233 14,-157 19,-1 2,1 1,1 3,39 1,-78 2,0 0,0 0,0 0,0 0,0 1,0-1,0 1,0-1,0 1,0 0,0 0,0 0,0 0,-1 0,1 0,0 0,-1 0,1 1,-1-1,0 1,1-1,-1 1,0 0,0-1,0 1,0 0,0 0,0 0,0 0,-1 0,1 0,-1 0,0 0,1 0,-1 0,0 0,0 0,0 0,0 0,-1 0,1 1,1 209,28 68,3 96,-32 561,0-877,11 329,5 89,-14-325,50 465,-52-108,-14-46,14 276,16-561,-16-162,-2-8</inkml:trace>
  <inkml:trace contextRef="#ctx0" brushRef="#br0" timeOffset="39516.259">20028 8610,'58'-8,"0"3,1 2,48 5,-1-2,914-26,-214 15,861-36,-770 29,502 13,-846 6,318 26,-714-19,34-1,-118-9,89-12,23 14,-140 14,-45-14,1 0,-1 1,0-1,1 0,-1 1,1-1,-1 0,1 0,0 0,-1 1,1-1,-1 0,1 0,-1 0,1 0,-1 0,1 0,0 0,-1 0,1 0,-1 0,1 0,-1-1,1 1,-1 0,1 0,-1 0,1-1,-1 1,1 0,-1-1,1 1,-1 0,0-1,1 1,-1-1,1 1,-1-1,0 1,1 0,-1-1,0 1,0-1,0 0,1 1,-1-1,0 1,0-1,0 1,0-1,0 1,0-1,0 0,0 1,0-1,0 1,0-1,0 1,0-1,-1 0,-6-33,-2 14</inkml:trace>
  <inkml:trace contextRef="#ctx0" brushRef="#br0" timeOffset="44570.068">19840 5977,'454'-26,"512"33,-739-14,696-6,722 25,-1386-12,755-14,213 14,-603 30,-373-18,13-12,-111-1,6-13,-48 27,-100-12</inkml:trace>
  <inkml:trace contextRef="#ctx0" brushRef="#br0" timeOffset="46507.57">24158 3142,'0'1,"0"-1,0 0,0 0,0 1,0-1,0 0,0 0,0 1,0-1,0 0,0 1,0-1,0 0,0 0,0 1,0-1,1 0,-1 0,0 1,0-1,0 0,0 0,1 0,-1 1,0-1,0 0,1 0,-1 0,0 0,0 1,1-1,-1 0,0 0,0 0,1 0,-1 0,0 0,0 0,1 0,-1 0,0 0,1 0,-1 0,0 0,0 0,1 0,-1 0,0 0,1 0,-1 0,0-1,0 1,1 0,-1 0,0 0,0 0,0-1,1 1,2 36,-3-30,74 690,-66-122,-9-266,23 136,-7-200,-13 92,-2-241,32 293,-23-118,8 85,-2-213,1 14,34 139,-15-115,-29-122,3-1,2 0,5 12,-5-18,-3 0,-2 1,-3-1,-1 1,-6 47,3 7,0-85,10 54,6-62,-8-15</inkml:trace>
  <inkml:trace contextRef="#ctx0" brushRef="#br0" timeOffset="47952.611">21658 3036,'0'-16,"0"43,0 20,16 787,9 4,-18-87,10-118,14 17,-6-275,-17-250,5 0,6-1,6 2,-13-55,-3 0,-3 1,-3 0,-4 22,-1 102,-29-74,8-51,22-66,-1-3,1 1,0 0,0-1,-1 1,2-1,-1 1,0 0,0 0,1 0,0-1,-1 1,1 0,0 0,1 0,-1 0,0 0,1-1,0 1,-1 0,1 0,0-1,0 1,1-1,-1 1,0-1,1 1,0-1,-1 0,1 1,0-1,0 0,0 0,1-1,1 2,12 0</inkml:trace>
  <inkml:trace contextRef="#ctx0" brushRef="#br0" timeOffset="49448.943">26203 2996,'-15'28,"2"1,0 0,2 1,2 0,1 1,1 0,1 0,-1 31,2 38,5 1,5 17,0 0,13 861,-32 188,15-463,12-252,-13 38,29-191,14-148,-32-126,-2 1,-1 1,-2 0,0 0,0 12,-5 1,-2-32,0 0,1 0,0 1,1-1,0 0,0 0,1 0,0 0,0 0,1 0,0 0,0-1,1 1,0-1,1 2,-4-8,-1-1,0 1,1 0,-1-1,1 1,-1-1,1 1,-1-1,1 1,0-1,-1 1,1-1,0 0,-1 1,1-1,0 0,-1 0,1 1,0-1,-1 0,1 0,0 0,0 0,-1 0,1 0,0 0,0 0,-1 0,1 0,0 0,-1-1,1 1,0 0,-1 0,1-1,0 1,-1-1,1 1,0 0,-1-1,1 1,-1-1,1 1,-1-1,1 0,5-10</inkml:trace>
  <inkml:trace contextRef="#ctx0" brushRef="#br0" timeOffset="51044.592">16886 763,'-1'1,"1"-1,-1 1,1-1,0 1,-1-1,1 1,-1-1,1 1,0-1,0 1,-1 0,1-1,0 1,0-1,-1 1,1 0,0-1,0 1,0 0,0-1,0 1,0 0,0-1,0 1,1-1,-1 1,0 0,0-1,0 1,1 0,-1-1,0 1,1-1,-1 1,0-1,1 1,-1-1,1 1,-1-1,1 1,-1-1,1 0,-1 1,1-1,-1 0,1 1,-1-1,1 0,0 0,-1 1,1-1,21 20,1-1,1 0,1-2,0-1,10 4,-14-7,169 104,106 88,430 377,-443-389,-169-121,60 53,-103-71,-3 4,-3 2,-3 3,22 31,-48-47,-12-14,1-1,2 0,1-2,1-2,15 11,77 47,10-10,-102-51,-27-23,-3-3</inkml:trace>
  <inkml:trace contextRef="#ctx0" brushRef="#br0" timeOffset="52054.935">16899 1873,'8'-2,"0"0,1 0,-1 1,0 0,1 1,-1-1,0 2,1-1,-1 1,0 0,1 1,-1 0,0 1,0-1,0 1,-1 1,1 0,-1 0,0 0,0 1,0 0,-1 0,1 1,1 2,-2 2,1 1,-2-1,0 1,0 1,-1-1,-1 1,1 0,-2-1,0 1,0 0,-1 1,-1-1,0 5,-19 157,3-62,16-112,-1 1,1 0,0-1,0 1,0 0,0-1,0 1,0-1,0 1,0 0,1-1,-1 1,0 0,0-1,1 1,-1 0,0-1,0 1,1-1,-1 1,1-1,-1 1,1-1,-1 1,0-1,1 1,0-1,-1 0,1 1,-1-1,1 0,-1 1,1-1,0 0,-1 0,1 1,0-1,-1 0,1 0,0 0,-1 0,1 0,0 0,-1 0,1 0,0 0,-1-1,1 1,-1 0,1 0,0 0,-1-1,1 1,-1 0,1-1,0 1,-1 0,1-1,33-27,-14 6,-1-2,-2 0,0 0,-2-2,0 0,-2 0,-1-1,-1-1,-1 0,-2-1,-1 0,-1 0,0-7,-5-46,-3 82,1 0,0 0,0 1,-1-1,1 0,0 1,0 0,0-1,-1 1,1-1,0 1,0 0,0 0,0 0,0 0,1 0,-1 0,0 0,0 0,0 0,1 0,-1 0,1 0,-1 0,1 1,-1-1,1 0,0 0,-1 1,1-1,0 0,0 1,-8 20,0 0,2 1,1 0,0 0,2 0,0 0,2 1,1-1,0 0,2 1,1-1,0 0,2 0,1 0,1-1,0 1,2-2,0 1,2-1,5 7,-11-19,1-1,-1 1,1-1,1-1,0 1,0-1,0 0,1-1,0 0,0 0,1 0,-1-1,1-1,0 0,1 0,-1 0,1-1,8 1,-16-4,0 0,0 0,0-1,0 1,0-1,0 0,0 1,0-1,-1 0,1 0,0 0,0 0,-1-1,1 1,-1 0,1-1,-1 1,1-1,-1 0,0 1,0-1,0 0,0 0,0 1,0-1,0 0,-1 0,1 0,-1 0,1 0,-1 0,0-1,5-23</inkml:trace>
  <inkml:trace contextRef="#ctx0" brushRef="#br0" timeOffset="52304.61">17019 2153,'9'2,"22"2,25-1,26-3,20-2,8 0,-14 0</inkml:trace>
  <inkml:trace contextRef="#ctx0" brushRef="#br0" timeOffset="52558.111">17594 2354,'6'-9,"0"1,1-1,0 1,0 1,1-1,-1 1,2 1,-1 0,1 0,0 0,0 1,0 0,1 1,0 0,0 1,0 0,0 0,1 1,-1 0,0 1,5 0,-13 1,1-1,0 0,-1 1,1 0,0 0,0 0,-1 0,1 0,0 0,0 1,-1-1,1 1,0 0,-1 0,1 0,-1 0,1 0,-1 1,0-1,1 1,-1-1,0 1,0 0,0 0,0 0,0 0,-1 0,1 0,-1 1,1-1,-1 0,1 2,-2 3,-1 1,1-1,-1 1,-1-1,1 1,-1-1,0 0,-1 0,0 0,0 0,0 0,-1-1,0 1,-1-1,1 0,-5 4,6-5,-201 255,202-259,0 1,1 0,-1-1,1 1,-1 0,1 0,0 0,0 0,0 0,0 0,0 0,0 0,0 0,1 1,-1-1,1 0,0 0,-1 1,1-1,0 0,0 1,1-1,-1 0,0 1,1-1,-1 0,1 0,0 0,0 1,0-1,0 0,0 0,0 0,1-1,-1 1,1 0,1 1,5 1,0-1,1-1,-1 0,1 0,0 0,0-1,0 0,-1-1,6 0,-12 0,278-15,-181 5</inkml:trace>
  <inkml:trace contextRef="#ctx0" brushRef="#br0" timeOffset="53363.134">18918 4814,'-5'1,"-1"2,1-1,-1 0,1 1,0 0,0 0,1 1,-1-1,1 1,0 0,-1 0,2 0,-1 1,0 0,1-1,0 1,0 0,1 1,-1-1,1 0,0 1,0-1,1 1,0 0,0-1,0 4,0 2,1-1,0 1,0 0,2-1,-1 1,1 0,1-1,-1 0,2 1,0-1,0-1,1 1,0 0,0-1,1 0,-1 0,1-1,0 0,0-1,1 1,0-1,1 0,0-1,0 0,0 0,1 0,-1-1,1-1,0 0,1 0,-1 0,1-1,0-1,-1 0,1 0,0-1,0 0,1 0,-1-1,0-1,0 0,0 0,0-1,0 0,0-1,0 0,0 0,-1-1,1 0,-1 0,0-1,0 0,-1-1,0 0,0 0,0-1,0 0,-1 0,0-1,-1 0,0 0,0-1,-1 1,0-1,0 0,-1-1,0 1,-1-1,0 0,0 0,-1 0,-1 0,1 0,-2 0,1 0,-2-1,1 1,-1 0,-1 0,0 0,0 0,-1 0,-2-5,-3 1,-2 0,1 1,-2 0,0 1,0 0,-1 1,-1 0,0 1,0 0,-1 1,0 1,0 0,-1 1,0 0,-1 1,1 1,-1 0,0 2,0-1,-1 2,1 0,0 1,-1 1,-5 1,14 0,-1 0,0 0,1 1,-1 0,1 1,0-1,0 2,0-1,0 1,0 1,1-1,0 1,0 0,0 1,1 0,-1 0,1 0,1 1,-1 0,1 0,1 0,-1 1,1-1,0 1,1 0,0 0,0 1,1-1,0 1,-1 9,1 1,0-1,2 1,0 0,1 0,1-1,2 12,12 49</inkml:trace>
  <inkml:trace contextRef="#ctx0" brushRef="#br0" timeOffset="53941.096">19065 7194,'-1'-36,"2"0,1 1,2-1,1 1,2 0,2 0,1 1,1 0,15-28,3 3,-29 59,1 0,0 0,-1 0,1 0,-1 0,1-1,-1 1,1 0,-1 0,1 0,0 1,-1-1,1 0,-1 0,1 0,-1 0,1 0,-1 1,1-1,-1 0,1 0,-1 1,1-1,-1 0,1 1,-1-1,0 1,1-1,-1 1,0-1,1 0,-1 1,0-1,0 1,1-1,-1 1,0-1,0 1,0 0,0-1,1 1,-1-1,0 1,0-1,0 1,0-1,0 1,-1 0,1-1,0 1,0-1,0 1,0-1,-1 1,1-1,0 1,0-1,-1 1,-7 200,-2 18,16 181,-1-328</inkml:trace>
  <inkml:trace contextRef="#ctx0" brushRef="#br0" timeOffset="54808.128">17835 590,'18'4,"15"7,9 9,6 12,2 11,0 9,-5 11,-5 4,-8 1,-6-2,-8-5,-7-12,-5-13</inkml:trace>
  <inkml:trace contextRef="#ctx0" brushRef="#br0" timeOffset="55058.924">18209 629,'-12'20,"-9"21,-7 17,-6 15,0 7,2 5,7-12</inkml:trace>
  <inkml:trace contextRef="#ctx0" brushRef="#br0" timeOffset="55307.507">18556 1071,'63'-222,"-60"216,-4 15,-2 19,3-28,-9 64,3 0,3 0,2 1,3-1,4 1,6 30,-4-60</inkml:trace>
  <inkml:trace contextRef="#ctx0" brushRef="#br0" timeOffset="55553.512">18704 656,'16'21,"16"17,15 12,10 9,7 3,2 1,-4-4,-8-8,-12-8,-15-8,-11-11</inkml:trace>
  <inkml:trace contextRef="#ctx0" brushRef="#br0" timeOffset="55738.587">19118 603,'-16'-3,"-12"7,-8 11,-5 17,-2 17,0 16,1 14,7 11,9 3,9-3,7-16</inkml:trace>
  <inkml:trace contextRef="#ctx0" brushRef="#br0" timeOffset="56065.915">19412 1071,'-3'3,"0"0,0 1,0-1,0 1,1 0,-1 0,1 0,0 0,1 0,-1 0,0 0,1 1,0-1,0 1,1-1,-1 1,1-1,0 1,0 0,0-1,1 1,0-1,0 1,0-1,0 0,0 1,1-1,0 0,0 0,0 0,1 0,-1 0,1-1,2 3,3-2,1 0,0 0,1-1,-1-1,0 1,1-1,-1-1,1 0,0 0,-1-1,1 0,0-1,-1 0,1-1,-1 0,1 0,-1-1,0 0,0-1,0 1,6-5,-10 6,0 0,0-1,0 0,0 1,-1-2,1 1,-1 0,0-1,0 0,0 0,0 0,-1 0,0-1,0 0,0 1,0-1,-1 0,1 0,-1 0,-1-1,1 1,-1 0,0-1,0 1,0-1,-1 1,0-1,0 1,0-1,-1 1,0-1,0 1,0-1,-1 1,0 0,0 0,0-1,0 1,-1 1,0-1,-3-3,-1 1,0 1,-1 1,0-1,0 2,0-1,-1 1,0 0,0 1,0-1,0 2,0 0,0 0,-1 0,1 1,-1 1,1 0,-1 0,1 0,-1 1,1 1,0 0,-1 0,1 1,0 0,0 0,1 1,-1 0,1 1,0 0,0 0,0 1,1 0,0 0,0 1,0 0,1 0,-4 5,-20 38,8-1</inkml:trace>
  <inkml:trace contextRef="#ctx0" brushRef="#br0" timeOffset="56654.89">20361 2113,'0'42,"8"125,-6-156,0-1,0 0,1 0,1 1,0-2,0 1,1 0,0-1,0 0,1 0,0-1,1 0,0 0,3 3,-7-8,0 0,1 0,-1 0,1 0,-1-1,1 0,0 1,0-1,0 0,0-1,0 1,1-1,-1 0,0 0,1 0,-1-1,1 1,-1-1,1 0,-1 0,1-1,-1 1,1-1,-1 0,0 0,1-1,-1 1,0-1,0 0,0 0,0 0,0-1,-1 1,4-4,-1-1,1 0,-2 0,1 0,-1-1,0 0,-1 0,0-1,0 1,0-1,-1 0,-1 0,0 0,0 0,0 0,-1-1,-1 1,0 0,0-1,-1 1,0 0,0 0,-1 0,0-1,-1 1,0 1,0-1,-1 0,0 1,-1 0,1 0,-2 0,1 1,-1-1,0 1,-1 1,1-1,-1 1,-4-3,7 7,1 1,0-1,-1 0,1 1,-1-1,0 1,0 0,1 1,-1-1,0 0,0 1,0 0,1 0,-1 0,0 1,0-1,0 1,1 0,-1 0,0 0,1 0,-1 1,1-1,-1 1,1 0,0 0,0 0,-1 1,2-1,-1 1,0 0,0-1,1 1,0 1,0-1,-1 0,2 0,-1 1,0-1,1 1,-1-1,1 1,0 3,-1 0,1 0,0-1,1 1,0 0,0-1,0 1,1 0,0-1,0 1,1-1,0 1,0-1,0 0,1 0,0 0,0 0,0 0,2 1,20 29</inkml:trace>
  <inkml:trace contextRef="#ctx0" brushRef="#br0" timeOffset="57015.132">20843 2380,'-2'4,"0"0,0-1,0 1,0 0,1 0,-1 0,1 1,0-1,1 0,-1 0,1 1,-1-1,1 0,1 1,-1-1,1 0,-1 0,1 1,0-1,1 0,-1 0,1 0,0 0,0 0,0-1,0 1,0-1,1 1,0-1,0 0,0 0,0 0,0 0,1 0,-1-1,1 1,0-1,-1 0,1 0,0-1,0 1,0-1,1 0,1 0,1 0,1 0,0-1,0-1,0 1,0-1,-1 0,1-1,0 0,-1 0,1-1,-1 0,0 0,0-1,0 1,0-2,-1 1,1-1,-1 0,0 0,-1 0,1-1,-1 0,0 0,-1-1,1 1,-1-1,-1 0,1 0,-1 0,0-1,-1 1,0-1,0 0,0 1,-1-1,0 0,-1 0,0 0,0 0,-1 1,0-1,0 0,-1 0,0 1,0-1,-1 0,0-1,-1 1,0 0,-1 0,0 0,0 0,-1 1,0 0,0 0,-1 0,1 1,-1 0,-1 0,1 1,-1 0,0 0,0 1,-6-2,8 4,1-1,-1 1,1 1,-1-1,0 1,0 0,0 1,0-1,1 1,-1 0,0 1,0-1,0 1,0 0,0 1,1-1,-1 1,1 0,-1 1,1-1,0 1,0 0,0 0,0 1,0-1,1 1,-4 4,4-4,1-1,0 1,0 0,1 0,-1 0,1 0,0 1,0-1,0 1,0-1,1 1,0-1,0 1,0 0,0 0,1-1,0 1,0 0,0 0,1 0,-1-1,1 1,0 0,1 0,-1-1,1 1,0-1,0 0,0 1,1-1,-1 0,1 0,3 2,23 26</inkml:trace>
  <inkml:trace contextRef="#ctx0" brushRef="#br0" timeOffset="58257.52">22541 2314,'-5'7,"0"1,1 0,0 0,1 0,-1 1,2-1,-1 1,1 0,0 0,1 0,0 0,1 0,0 0,0 0,0 0,2 0,-1-1,1 1,0 0,1 0,0-1,0 1,1-1,0 0,0 0,1-1,0 1,0-1,1 0,0 0,1-1,4 5,-5-7,0 0,0-1,0 0,0 0,1 0,-1 0,1-1,-1 0,1-1,0 0,0 0,0 0,0-1,0 0,0 0,0 0,0-1,-1-1,1 1,0-1,0 0,-1 0,1-1,-1 0,0 0,0 0,0-1,0 0,-1 0,1-1,-1 1,0-1,0 0,2-5,-1 1,0 0,-1 0,0-1,-1 0,0 0,0 0,-1 0,-1-1,0 1,0-1,-1 0,0 1,-1-1,0 0,-1 0,0 1,-2-8,2 10,-1 1,0 0,0 0,-1 0,1 0,-2 0,1 1,-1 0,0-1,0 1,0 0,-1 1,0-1,0 1,-1 0,0 0,1 1,-2 0,1 0,0 0,-1 1,1-1,-1 2,0-1,-7-1,8 3,0 0,-1 1,1 0,0 0,0 0,0 1,0 0,0 0,0 0,0 1,0 0,0 0,1 1,-1-1,1 1,-1 0,1 1,0-1,0 1,1 0,-1 0,1 1,0-1,0 1,0 0,1 0,0 0,0 1,0-1,0 1,1 0,0 0,0-1,1 1,-1 0,1 0,1 1,-1-1,1 0,0 0,1 0,-1 0,1 2,11 47,6-4</inkml:trace>
  <inkml:trace contextRef="#ctx0" brushRef="#br0" timeOffset="58538.094">23209 2528,'-5'-150,"-16"-80,20 319,-1-12,4 0,4 0,2 0,4-1,4 0,2-15</inkml:trace>
  <inkml:trace contextRef="#ctx0" brushRef="#br0" timeOffset="59089.89">24947 2474,'25'-261,"-21"245,0 36,31 446,-26-411</inkml:trace>
  <inkml:trace contextRef="#ctx0" brushRef="#br0" timeOffset="59398.238">25295 2447,'-1'-56,"0"7,1-1,3 1,1-1,3 1,6-17,-4 41,-8 26,-1-1,0 0,0 0,0 1,0-1,0 0,0 0,1 1,-1-1,0 0,0 0,0 0,1 1,-1-1,0 0,0 0,1 0,-1 0,0 0,0 0,1 1,-1-1,0 0,0 0,1 0,-1 0,0 0,1 0,-1 0,0 0,0 0,1 0,-1 0,0 0,0-1,1 1,-1 0,0 0,0 0,1 0,-1 0,0 0,0-1,1 1,-1 0,0 0,0 0,0-1,1 1,-1 0,0 0,0-1,0 1,0 0,0 0,0-1,1 1,-1 0,0 0,0-1,0 1,0 0,0 0,0-1,7 131,-6-69,-2 21,5 0,2-1,7 16,3-27,-1-12</inkml:trace>
  <inkml:trace contextRef="#ctx0" brushRef="#br0" timeOffset="59953.236">26992 2447,'-22'-187,"7"94,12 79,5 40,0-8,-6 201,-1-158,4 0,2 0,3 9,3-23</inkml:trace>
  <inkml:trace contextRef="#ctx0" brushRef="#br0" timeOffset="60316.562">27260 2421,'-1'5,"1"1,0 0,0 0,0 0,0-1,1 1,0 0,0-1,1 1,0 0,0-1,0 0,0 1,1-1,0 0,0 0,1-1,-1 1,1-1,0 1,0-1,0 0,1 0,4 3,0 0,0-1,0 0,1 0,0-1,0-1,0 1,1-2,-1 1,1-2,0 1,0-1,0-1,3 0,-9 0,0-1,1 0,-1 0,0 0,0-1,1 0,-1 0,0 0,0-1,0 0,0 1,0-2,0 1,-1-1,1 1,-1-1,1-1,-1 1,0-1,-1 1,1-1,0 0,-1 0,0-1,0 1,0-1,-1 1,0-1,1 0,-1-2,0-3,0 1,-1-1,0 1,-1-1,0 0,0 1,-1-1,-1 0,1 1,-2-1,1 1,-1 0,-1 0,1 0,-1 0,-1 0,0 1,0 0,-1 0,0 0,0 1,-1 0,0 0,0 0,-1 0,5 5,0-1,0 1,0 0,0 0,0 0,0 0,-1 0,1 1,-1 0,1-1,-1 1,1 0,-1 1,0-1,1 1,-1 0,0 0,0 0,1 0,-1 0,0 1,1 0,-1 0,0 0,1 0,-1 0,1 1,-2 0,-6 7,1 0,0 1,0 0,1 0,1 1,0 0,0 1,1-1,1 2,-5 9,3-7,-23 46</inkml:trace>
  <inkml:trace contextRef="#ctx0" brushRef="#br2" timeOffset="-121878.423">22527 6110,'-18'-33,"4"53,-22 57,28-63,0 1,1 0,0 0,2 1,0-1,0 1,2 0,0 1,0 6,-8 170,24 120,-14 230,28-358,-13-51,-9-106,0-1,2 1,1-1,1-1,1 0,2 0,0-1,9 11,-13-22,1-1,0 0,1 0,0-1,1 0,1-1,0 0,0-1,1-1,6 5,11 6,0-1,1-1,0-2,2-1,-1-1,2-2,18 4,40 7,-55-13,-1-1,1-1,0-3,37 2,135 14,-86-7,93-9,-132-6,-37 2,0-3,-1-1,43-10,113-7,-38 2,97-16,-68 15,37 6,-222 13,36 1,1-2,-1-2,0-2,13-4,121-13,-27-33,-131 47,-13 6,0-1,-1 1,1-1,-1 0,0-1,0 0,0 0,-1 0,1 0,-1-1,0 0,0 0,3-5,8-16,0 0,-2-1,-2-1,0 0,2-11,-11 20,0-1,-1 0,-1 0,-1 1,-2-18,0-10,2-154,-15 41,15 151,1-19,-2 0,-1 1,-1-1,-7-25,-28-109,11 11,2-37,-3 30,25 138,-1-1,-1 1,-1 0,-1 0,0 0,-2 1,-4-7,6 17,0 0,-1 0,-1 1,1 0,-1 0,0 1,-1 1,0-1,0 1,-11-4,1 1,0 2,-1 0,0 1,0 1,0 1,-1 0,-10 1,-17-3,-162-7,16 6,121 9,-282-2,92 13,69 12,-5-9,10 10,28-12,-104-1,77-13,62-27,-77 28,182 1,1 1,-1 1,1 0,0 2,1 1,-14 6,11-5,15-4,0 0,0 1,1-1,-1 2,1-1,0 1,0 0,1 1,-1 0,-13 13,-14 10,17-17,1 2,0 0,1 1,1 0,0 1,2 1,-4 6,-5 75,6-34,3 1,-2 59,27 59,0-45,-12-35,-1-33,3 0,8 44,-4-60,-3-24,0-1,2 1,2-1,0 0,7 12,-8-28,0 0,1-1,0 0,1 0,0-1,1 0,0 0,1-1,7 5,87 53,-80-51,0-1,2-1,0-2,1 0,0-2,1-1,0-1,1-2,3 0,38 6,0-3,1-3,40-3,39 8,690-13,-647 36,-9-23,-19 5,98-19,-140-12,20 6,1 1,28-40,-163 43,0-1,0 0,0 0,0-1,-1-1,0 0,0 0,-1 0,0-1,0-1,0 1,-1-1,0-1,16-15,-16 17,0 0,-1 0,1-1,-1 0,-1 0,1-1,-2 0,1 1,0-4,41-155,-39 147,0-1,-2 0,0 0,-2-1,0 0,-1 1,-1-1,-1 0,-2 0,9-185,-4 152,-3 0,-2 0,-2 1,-3-1,-13-47,-73-182,86 260,0 0,-2 1,-1 0,0 0,-2 1,-10-15,-57-109,42 68,-56-36,81 104,-1 1,1 0,-1 1,-1 1,0 0,0 0,0 2,-1 0,0 0,0 1,0 1,0 1,0 0,-12 1,-31-8,-23-7,-3-1,-1 4,0 3,-9 4,-334 7,296 8,-81 18,49-5,56-14,-1-5,-1-5,-168 7,-29 3,285-6,-1 1,1 1,0 1,1 1,-1 1,1 1,1 1,-10 5,5-3,-6 6,1 0,1 2,0 1,2 1,0 2,1 0,2 2,0 1,2 0,-10 17,24-31,2 0,-1 0,2 0,0 1,0 0,1 0,0 0,0 8,-5 17,-19 164,21-134,3 1,4 0,3 14,3-30,2-1,3 1,2-1,2-1,20 46,-8-18,41 95,-63-165,2 1,-1-1,1-1,1 1,0-1,0-1,0 1,1-1,0-1,0 0,1 0,0-1,0 0,0 0,6 1,53 31,119 76,-38-65,-108-38,1-1,1-3,26 1,45 6,104 6,148-19,-155 13,-18 0,-180-13,18-1,0 2,0 0,-1 3,1 0,-1 2,12 5,-19-4,-1-1,2 0,-1-2,1-1,-1-1,15-1,710-3,-731 1,-1-1,0-1,1 0,-2-2,1 0,0 0,-1-2,0 0,0-1,-1 0,0-2,-1 1,10-10,-18 13,-1 0,0 0,0 0,0-1,-1 0,0 0,0-1,-1 1,0-1,0 1,-1-1,0 0,1-5,16-45,-13 44,0 0,-2 0,0-1,0 1,-1-1,-1 0,0 1,-2-1,1-6,-3-251,-12 106,14-100,-34 37,30 177,2 22,-1 0,-1-1,-1 1,-8-22,-50-113,45 113,14 38,0 0,-1 0,-1 1,0 0,-1 0,0 1,-1 0,0 0,-1 0,-8-8,-3 5,0 0,-2 2,1 0,-2 1,1 2,-2 0,1 1,-18-3,35 10,-20-5,0 1,0 2,0 1,-1 0,1 3,-9 0,-69-4,-32-12,-9 0,-89 2,-256 15,264 13,-44-1,177-13,-21-2,1 6,-1 4,-18 9,85-9,0 2,0 2,-26 11,32-7,0 1,2 2,0 2,1 1,1 2,-3 5,23-12,0 0,1 2,1 0,1 1,0 0,-4 10,-24 36,-44 73,79-122,2 0,0 0,1 0,1 0,1 1,0-1,1 12,-4 33,-8 22,-10 140,25 90,-1-300,0 1,2-1,0 0,0 0,1 0,1 0,0-1,1 1,1-1,0-1,1 1,0-1,0-1,2 0,-1 0,1 0,7 4,40 45,52 43,-77-84,0-1,2-2,-1-1,19 5,161 40,-164-44,0-3,0-1,1-3,30 1,-7 0,34 9,101 10,334-42,-312 26,-54-13,108-17,28-10,-69 5,-67 7,-147 11,-1-1,0-2,0-1,17-7,-13 4,131-46,-154 50,-1 0,0-1,0 0,-1-1,0 1,0-1,-1-1,0 1,-1-1,0 0,0 0,-1-1,2-10,2 2,-6 13,8-16,0-1,-2-1,-1 0,-1 0,-1 0,1-14,-5-22,-3 0,-2 1,-7-27,5 41,-4-119,-50-1,48 118,8 25,-2 1,0-1,-1 1,-1 0,-1 1,-1 0,-1 0,-10-13,-164-165,161 172,1-1,2-1,0-1,2-1,-4-11,17 28,0-1,-1 1,-1-1,0 2,-1-1,0 2,-1-1,0 1,-1 0,0 1,0 0,-1 1,-13-7,-133-62,121 64,-1 1,-1 1,0 3,0 1,0 2,-2 1,-125-7,-81 6,156 7,65-1,-46-1,0 3,1 3,-1 3,-2 4,-22 9,-2-5,-13-3,-285 47,237-50,126-10,1 1,0 1,0 2,0 1,0 2,-7 3,26-6,-29 10,1 1,0 3,-26 16,17-4,23-15</inkml:trace>
  <inkml:trace contextRef="#ctx0" brushRef="#br2" timeOffset="-116762.268">24546 790,'-12'2,"-1"0,1 1,1 1,-1 0,0 1,1 0,0 0,0 1,1 1,0 0,0 0,0 1,1 0,0 1,1 0,-1 1,2-1,0 1,0 1,-3 6,-121 232,82-148,-76 139,29-61,8 3,-15 65,31-36,10 2,8 3,11 3,-10 156,40-137,14 133,1-163,-2-145,-1 36,4-1,5 1,10 44,36 89,-22-106,9 94,-15 104,46 103,-66-365,2-2,3 1,8 21,19 76,-65-192,7 5,-1 1,-1 1,-2 1,-1 1,-4-2,10 15,21 23,70 68,-57-66,-1 0,0 2,-1 0,-1 0,0 1,-1 0,-1 1,-1 1,0-1,-1 1,4 17,-11-18,-8-20,-16-25,20 23,-60-86,-75-90,113 152,26 27,0 1,-1 0,1 0,-1 0,1 0,0 0,0 0,-1 1,1-1,0 0,0 0,0 0,0 1,0-1,0 1,0-1,0 1,1-1,-1 1,0-1,0 1,0 0,0 0,1 0,-1 0,0-1,0 2,0-1,1 0,0 0,1 0,244-41,-245 41,-1 0,1-1,-1 1,1 0,-1 0,1 0,0 0,-1 0,1 0,-1 0,1 1,-1-1,1 0,-1 1,1-1,-1 1,1 0,-1 0,0-1,1 1,-1 0,0 0,0 0,0 0,1 0,-1 1,0-1,0 0,-1 0,1 1,0-1,0 1,-1-1,1 0,-1 1,1-1,-1 1,0-1,1 1,-1 0,0-1,0 1,0-1,0 1,0-1,-1 1,-26 100,22-90,0 1,1 0,0 0,1 0,1 0,0 1,0-1,1 7,12 61,-11-81,0 1,0-1,1 0,-1 1,0-1,0 0,0 1,0-1,1 0,-1 1,0-1,0 0,0 1,0-1,0 0,0 1,0-1,0 1,0-1,0 0,0 1,-1-1,1 0,0 1,0-1,0 0,0 1,0-1,-1 0,1 1,0-1,0 0,-1 0,1 1,0-1,0 0,-1 0,1 1,0-1,-1 0,1 0,0 0,-1 0,1 1,0-1,-1 0,1 0,0 0,-1 0,1 0,-1 0,1 0,0 0,-1 0,1 0,0 0,-1 0,1 0,0-1,-1 1,1 0,0 0,-1 0,1 0,0-1,-1 1,-16-21,-31-162,48 182,1 1,-1 0,0 0,0-1,0 1,0 0,0 0,0-1,0 1,0 0,0-1,0 1,0 0,0 0,0-1,0 1,0 0,0-1,0 1,0 0,-1 0,1-1,0 1,0 0,0 0,0-1,-1 1,1 0,0 0,0 0,0-1,-1 1,1 0,0 0,0 0,-1 0,1-1,0 1,0 0,-1 0,1 0,0 0,-1 0,1 0,0 0,0 0,-1 0,1 0,0 0,-1 0,1 0,0 0,0 0,-1 0,1 0,0 1,0-1,-1 0,1 0,0 0,0 0,-1 0,1 1,0-1,0 0,0 0,-1 0,1 1,0-1,0 0,-4 22,5-5,1 0,0 1,1-1,1 0,1 0,1-1,1 3,-7-20,0 1,0 0,1 0,-1 0,0-1,0 1,1 0,-1 0,0 0,0 0,1 0,-1 0,0-1,0 1,1 0,-1 0,0 0,1 0,-1 0,0 0,1 0,-1 0,0 0,0 0,1 0,-1 1,0-1,1 0,-1 0,0 0,0 0,1 0,-1 0,0 1,0-1,1 0,-1 0,0 0,0 1,0-1,1-33,-1 33,0-8,-1 1,0-1,0 1,0-1,-1 1,0 0,0 0,-1 0,0 0,0 0,0 0,-2-1,4 7,0 0,0 1,1-1,-1 1,0-1,0 1,0-1,0 1,0-1,0 1,0 0,0 0,0-1,0 1,0 0,0 0,0 0,0 0,0 0,0 0,1 0,-1 1,0-1,0 0,0 1,0-1,0 0,0 1,0-1,0 1,0-1,1 1,-1 0,0-1,0 1,1 0,-1-1,1 1,-1 0,0 0,1 0,-1-1,1 1,0 0,-1 0,1 0,0 0,-1 0,1 0,0 0,0 0,0 0,0 0,0 0,0 0,0 0,0 0,1 0,-1 0,0 0,0 0,1 0,1 54,3-30</inkml:trace>
  <inkml:trace contextRef="#ctx0" brushRef="#br2" timeOffset="-114946.098">25295 496,'11'0,"-18"-19,3 14,-1 1,1-1,-1 1,0 0,-1 0,1 0,-1 1,1-1,-1 1,0 1,0-1,-1 1,1 0,0 1,-1-1,1 1,-1 1,1-1,-1 1,1 0,-1 0,1 1,-1 0,1 0,-1 1,1 0,0 0,0 0,0 1,0-1,0 2,0-1,1 1,0-1,0 1,-5 5,2 5,1 0,1 0,0 0,1 1,0 0,1 0,1 1,0-1,2 1,-1-1,2 1,0 0,1-1,0 1,2-1,-1 1,2-1,0 0,1 0,2 2,-5-7,1-1,0 1,0-1,1 0,0 0,1 0,0-1,1 0,-1 0,1 0,1 0,0-1,0 0,0-1,1 1,0-2,0 1,0-1,1 0,0-1,0 1,0-2,0 0,1 0,0 0,-1-1,1-1,0 0,6 0,-1-3,-1-1,0-1,0 0,0-1,0 0,-1-1,0-1,0 0,0-1,-1 0,0-1,-1 0,0-1,0 0,-1-1,-1 0,0 0,0-1,-1-1,0 1,-2-1,1-1,-1 1,-1-1,-1 0,2-6,-6 19,1-2,0 0,0 0,0 0,-1 0,0 0,1-1,-1 1,0 0,-1 0,1 0,0-1,-1 1,0 0,0 0,0 0,0 0,0 0,-1-2,1 5,1 0,-1-1,1 1,-1 0,1-1,-1 1,1 0,-1-1,1 1,-1 0,1 0,-1 0,1 0,-1-1,0 1,1 0,-1 0,1 0,-1 0,0 0,1 0,-1 1,1-1,-1 0,1 0,-1 0,0 0,1 1,-1-1,1 0,-1 1,1-1,-1 0,1 1,0-1,-1 1,1-1,-1 0,1 1,0-1,-1 1,1-1,0 1,0-1,-1 1,1 0,0-1,0 1,0-1,0 1,-11 32,11-27,0 0,0 0,1 0,-1-1,1 1,1 0,-1 0,1-1,0 1,0-1,1 1,-1-1,1 0,0 0,1 0,-1 0,1-1,0 1,0-1,0 0,1 0,4 2,5 4,0 0,1-2,0 0,1 0,-1-1,1-1,7 1,-21-6,1 1,-1-1,0 0,1 0,-1 0,1 0,-1 0,1-1,-1 1,1-1,-1 1,1-1,-1 0,1 0,0 0,-1-1,1 1,-1-1,1 1,-1-1,1 0,-1 0,1 0,-1 0,0 0,0 0,1-1,-1 1,0-1,0 0,0 1,-1-1,1 0,0 0,-1 0,1-1,-1 1,0 0,1-5,-1 0,0 0,0 0,0 0,-1 0,-1 0,1 0,-1 0,0 0,0 0,-1 0,0 1,0-1,-1 0,0 1,0 0,0 0,-1 0,0 0,0 0,-1 1,1-1,-1 1,-2-1,-4-4,0 1,-1 0,1 1,-2 0,1 1,-1 0,0 1,0 1,-1 0,0 1,-6-1,-37-4,52 7,23-1,-5 1,394-91,-403 92,0 0,-1 0,1 0,0 1,0 0,0 0,0 0,0 0,-1 0,1 1,0 0,0 0,0 0,-1 0,1 0,-1 1,1 0,-1 0,1 0,-1 0,0 0,0 0,0 1,0 0,-1-1,20 27,-16-20,1 0,-1 0,1-1,1 1,-1-2,2 1,-1-1,1 0,0-1,0 0,0 0,1-1,4 1,-12-5,0 0,0-1,1 0,-1 1,0-1,0 0,1 0,-1 0,0 0,0 0,1-1,-1 1,0-1,0 1,0-1,1 0,-1 0,0 0,0 0,0 0,-1 0,1-1,0 1,0-1,-1 1,1-1,-1 0,1 1,-1-1,0 0,1 0,-1 0,0 0,0 0,-1 0,1-1,21-85,-21 79,17-111,-18 120,0 0,1 1,-1-1,0 0,1 0,-1 0,0 0,0 0,1 0,-1 0,0 0,1 0,-1 0,0 0,0 0,1 0,-1 0,0 0,1 0,-1 0,0 0,0 0,1 0,-1 0,0 0,1-1,-1 1,0 0,0 0,0 0,1 0,-1-1,0 1,0 0,0 0,1-1,-1 1,0 0,0 0,0-1,0 1,0 0,1 0,-1-1,0 1,0 0,0-1,0 1,0 0,0 0,0-1,0 1,0 0,0-1,0 1,0 0,-1-1,9 30,-6-22,7 31,2 0,2-1,16 34,-25-61,2 0,-1-1,1 1,0-1,1 0,0-1,0 1,1-1,0-1,1 0,-1 0,2 0,-1-1,0-1,1 1,3 0,11 1</inkml:trace>
  <inkml:trace contextRef="#ctx0" brushRef="#br2" timeOffset="-113877.338">26832 108,'-8'-1,"1"0,-1 1,1 0,0 0,-1 1,1 0,0 0,-1 1,1 0,0 0,0 1,0 0,1 0,-1 1,1-1,0 1,0 1,0-1,0 1,1 0,-1 1,2-1,-1 1,0 0,1 0,0 0,-1 4,3-5,0 0,0 1,1-1,-1 0,1 1,0-1,1 1,0-1,0 1,0-1,0 1,1-1,0 1,0-1,0 1,1-1,0 0,0 0,0 0,1 0,-1 0,1 0,1-1,-1 1,0-1,4 3,10 10,2-1,0 0,1-2,1 0,15 7,-19-12,-1 0,-1 0,0 2,0 0,-1 1,0 0,-1 1,-1 0,0 1,9 14,-19-25,-1-1,1 1,-1 0,1 0,-1 0,0 0,0 0,0 1,-1-1,1 0,-1 0,0 1,1-1,-2 0,1 0,0 1,-1-1,1 0,-1 0,0 0,0 1,0-1,0 0,-1 0,1-1,-1 1,0 0,0 0,0-1,0 1,0-1,-1 0,1 0,0 1,-1-2,0 1,0 0,1 0,-1-1,0 0,-3 1,-71 16,75-18,-1 0,0 1,0-2,1 1,-1 0,0 0,1-1,-1 1,0-1,1 0,-1 0,1 0,-1 0,1-1,0 1,-1 0,1-1,0 0,0 1,0-1,0 0,0 0,1 0,-1-1,0 1,1 0,-1-2,2 0,-1-1,1 1,1-1,-1 1,1 0,-1-1,1 1,0 0,1 0,-1-1,1 1,0 0,0 0,0 1,0-1,1 0,0 1,0-1,-1 1,2 0,-1 0,0 0,1 0,-1 1,4-2,124-81,-100 68,-1-1,-2-1,0-2,12-11,-35 27,0 1,0-1,-1 0,1-1,-1 1,-1-1,1 0,-1 0,0 0,0 0,-1-1,0 1,0-1,0 1,-1-1,0 0,0 1,-1-1,0 0,0 0,0 0,-1 1,0-1,-1 0,1 0,-1 1,0 0,-1-1,-1-2,3 7,1 1,0 0,-1 0,1 0,-1 0,1 0,-1 0,1 0,-1 0,0 1,0-1,1 0,-1 0,0 0,0 1,0-1,0 0,0 1,0-1,0 1,0-1,0 1,0 0,0-1,0 1,0 0,0 0,0 0,0 0,-1 0,1 0,0 0,0 0,0 0,0 0,0 0,0 1,0-1,0 1,0-1,0 0,0 1,0 0,0-1,0 1,0 0,0-1,0 1,1 0,-1 0,0 0,0 0,0 0,-28 55,26-45,1 1,0-1,0 1,1 0,0 0,1-1,1 1,0 0,1 0,0-1,0 1,1-1,1 0,0 0,0 0,1 0,1-1,0 1,0-2,1 1,0-1,1 0,0 0,0-1,1 0,0 0,0-1,1 0,0-1,0 0,0-1,1 0,0 0,0-1,0-1,1 1,1-2,-6 0,0-1,1 0,-1-1,0 0,0 0,0 0,0-1,1 0,-1 0,0-1,0 0,-1 0,1-1,0 0,-1 0,0-1,1 1,-1-1,-1-1,1 1,-1-1,1 0,-1 0,-1 0,1-1,-1 0,0 0,0 0,-1 0,0-1,2-3,1-10,-1 0,-1-1,-1 1,0-1,-2 0,0 0,-2 0,-2-16,-6-6,8 43,1-1,0 1,0 0,-1 0,1-1,0 1,-1 0,1 0,0-1,0 1,-1 0,1 0,0 0,-1 0,1-1,-1 1,1 0,0 0,-1 0,1 0,0 0,-1 0,1 0,-1 0,1 0,0 0,-1 0,1 0,0 0,-1 1,1-1,0 0,-1 0,1 0,0 0,-1 1,1-1,0 0,-1 0,1 1,0-1,0 0,-1 0,1 1,0-1,0 0,0 1,-1-1,1 0,0 1,0-1,0 0,0 1,0-1,0 1,0-1,0 0,0 1,0-1,0 0,0 1,0-1,0 1,0-1,0 0,0 1,0-1,-5 30,4-20,0 0,0 1,1-1,1 0,0 0,0 0,1 1,0-1,1-1,0 1,0 0,1-1,1 1,0-1,0 0,0-1,1 1,0-1,1 0,0-1,0 0,1 0,0 0,0-1,0 0,2 0,-5-4,-1 0,0-1,1 0,-1 0,0 0,1 0,-1-1,1 0,0 0,-1 0,1 0,-1-1,1 1,-1-1,0-1,1 1,-1 0,0-1,0 0,0 0,0 0,0-1,0 1,0-1,-1 0,0 0,1 0,-1-1,0 1,0-1,-1 1,3-5,3-5,0-1,-1 0,0-1,-1 1,-1-1,-1-1,0 1,0 0,-2-1,1-3,-1-1,-1 1,0 0,-2 0,0-1,-1 1,-1 0,-2-5,5 24,0 1,0-1,0 1,-1-1,1 1,0-1,0 0,0 1,0-1,0 1,-1-1,1 0,0 1,0-1,-1 1,1-1,0 0,-1 1,1-1,0 0,-1 0,1 1,0-1,-1 0,1 0,-1 1,1-1,0 0,-1 0,1 0,-1 0,1 0,-1 0,1 0,-1 0,1 0,0 0,-1 0,1 0,-1 0,1 0,-1 0,1 0,-1 0,1 0,0-1,-1 1,1 0,-1 0,1-1,0 1,-1 0,1 0,0-1,-1 1,-1 16,-1 0,2 0,0 0,1 0,1 0,1 0,0 0,1 0,0 0,1-1,1 0,1 1,0-2,1 1,0-1,1 0,3 3,-5-9,1 0,-1-1,1 0,1 0,-1-1,1 0,0-1,1 1,-1-1,1-1,0 0,0 0,0-1,1 0,-1 0,1-1,0-1,0 1,-1-2,1 1,0-1,0-1,2 0,23-4</inkml:trace>
  <inkml:trace contextRef="#ctx0" brushRef="#br2" timeOffset="-113446.152">28422 15,'-13'-4,"1"1,-1 0,0 1,-1 0,1 1,0 1,0 0,0 1,-1 0,1 1,0 1,1 0,-1 1,0 0,1 1,0 0,0 1,-4 2,7-4,0 1,1 0,0 0,0 1,0 0,1 0,0 0,0 1,0 0,1 1,0 0,0 0,1 0,0 0,1 1,0 0,0 0,1 0,-1 5,5-10,1 1,0 0,0-1,0 1,1-1,-1 0,1 0,0 0,1 0,-1 0,1-1,-1 1,1-1,0 0,0 0,0-1,1 1,-1-1,1 0,-1 0,1 0,0-1,0 1,0-1,0 0,0-1,0 1,119 25,-93-22,0 2,0 2,0 0,-1 2,16 9,-41-18,0 1,-1 0,1 0,-1 1,0-1,1 1,-1 0,-1 0,1 1,0-1,-1 1,1 0,-1 0,0 0,-1 0,1 0,-1 0,1 1,-1 0,-1-1,1 1,-1 0,0 0,0 0,0 0,0 0,-1 0,0 0,0 0,0 0,-1 0,0-1,0 1,0 0,0 0,-1 0,0-1,0 1,0-1,-1 1,1-1,-3 3,-5 2,-1-1,0 0,-1-1,0 0,0 0,0-2,-1 1,0-2,0 1,0-2,0 0,-1 0,-5-1,-28-5,38-4</inkml:trace>
  <inkml:trace contextRef="#ctx0" brushRef="#br2" timeOffset="-113188.298">28864 522,'-9'0,"-3"0</inkml:trace>
  <inkml:trace contextRef="#ctx0" brushRef="#br2" timeOffset="-77958.474">7888 6351,'16'-14,"14"-6,14-3,10 1,6 4,1 5,-3 5,-6 6,-13 10,-14 10,-13 3</inkml:trace>
  <inkml:trace contextRef="#ctx0" brushRef="#br2" timeOffset="-77708.097">7995 6578,'7'7,"14"2,16 0,18-2,19 0,9-1,0 1,-14-1</inkml:trace>
  <inkml:trace contextRef="#ctx0" brushRef="#br2" timeOffset="-76778.787">9186 4707,'20'541,"14"1292,-22-1387,18-1,25 31,-38-356,5-1,6 0,33 88,-42-162,-20-46,1 1,0-1,0 1,0 0,0-1,0 1,0-1,0 1,0-1,0 1,0 0,0-1,0 1,0-1,0 1,0 0,0-1,1 1,-1-1,0 1,0 0,0-1,1 1,-1 0,0-1,1 1,-1 0,0-1,0 1,1 0,-1 0,1-1,-1 1,0 0,1 0,-1 0,0 0,1-1,-1 1,1 0,-1 0,1 0,-1 0,0 0,1 0,-1 0,1 0,-1 0,0 0,1 0,-1 0,1 1,-1-1,0 0,1 0,-1 0,1 1,-1-1,0 0,1 0,-1 1,0-1,1 0,-1 0,10-66,-5 26</inkml:trace>
  <inkml:trace contextRef="#ctx0" brushRef="#br2" timeOffset="-74888.126">9907 5361,'7'0,"1"-1,-1 1,1 0,-1 1,0 0,1 0,-1 0,0 1,0 0,0 0,0 1,0 0,0 0,-1 1,0 0,1 0,-1 0,-1 1,1 0,-1 0,0 1,0-1,3 5,2 5,0 0,-2 0,0 0,0 1,-2 0,0 0,-1 1,0 0,1 11,1 33,-1 1,-4 0,-3 30,1-88,2 23,-2-27,0 0,0-1,0 1,0 0,1-1,-1 1,0 0,0-1,0 1,0 0,0-1,1 1,-1 0,0 0,0-1,0 1,1 0,-1 0,0-1,1 1,-1 0,0 0,0 0,1 0,-1-1,0 1,1 0,-1 0,0 0,1 0,-1 0,0 0,1 0,-1 0,0 0,1 0,-1 0,0 0,1 0,-1 0,0 0,1 0,-1 0,0 1,1-1,-1 0,0 0,0 0,1 0,-1 1,0-1,0 0,1 0,-1 1,0-1,0 0,0 0,1 1,-1-1,0 0,0 1,0-1,0 0,0 1,0-1,1 0,-1 1,0-1,0 0,0 1,13-22,-1-1,-1 0,-1-1,-1 0,-1 0,2-10,-10 31,18-59,-2 0,-4-2,3-37,-14 73,-6 23,-1 19,-3 15,2 0,1 1,1-1,1 1,2 1,2-1,2 31,-2-50,1 0,0 0,1 0,0 1,1-1,0-1,1 1,0 0,1-1,0 0,1 0,0 0,1-1,0 0,0 0,1-1,1 0,-1 0,1-1,1 0,0-1,0 0,0 0,1-1,6 2,-15-7,1 0,0 0,0 0,-1-1,1 1,0-1,0 0,0 1,0-1,-1-1,1 1,0 0,0-1,0 1,-1-1,1 0,0 0,-1 0,1 0,0-1,-1 1,0-1,2 0,7-11</inkml:trace>
  <inkml:trace contextRef="#ctx0" brushRef="#br2" timeOffset="-74626.452">9987 5736,'-16'0,"-7"0,-3 0,7 0,14 3,20 0,22-1,23-2,24-3,16-4,11-3,2 0,-7 2,-22 2</inkml:trace>
  <inkml:trace contextRef="#ctx0" brushRef="#br2" timeOffset="-74376.844">10856 5990,'28'-243,"-26"524,0-260,1 0,1 0,1-1,0 0,2 0,6 14,5 4</inkml:trace>
  <inkml:trace contextRef="#ctx0" brushRef="#br2" timeOffset="-73132.963">11164 5442,'4'-6,"-1"1,1-1,0 1,1 0,-1 0,1 0,0 0,0 1,0 0,1 0,0 1,0-1,0 1,0 0,0 1,0-1,1 1,-1 1,1-1,-1 1,1 0,0 1,0-1,-1 1,1 1,0-1,-1 1,1 0,0 1,-1 0,1 0,-1 0,0 1,0-1,0 2,0-1,0 1,-1-1,1 2,-1-1,0 0,-1 1,2 2,4 11,-1 0,-1 1,-1 0,-1 1,0-1,-2 1,0 0,-1 1,-1-1,-1 0,-1 1,-2 12,-24 280,29-263,-2-49,0-1,0 1,0-1,0 1,1-1,-1 1,0-1,0 0,0 1,1-1,-1 0,0 0,0 0,0 0,1 0,-1 0,0 0,0-1,0 1,1 0,-1-1,0 1,0 0,0-1,0 0,0 1,0-1,0 0,0 1,0-1,0 0,0 0,0 0,0 0,-1 0,1 0,0 0,-1 0,1 0,-1 0,1 0,-1-1,16-20,0-2,-2 0,-1 0,-1-1,-1-1,-1 0,-2-1,0 1,3-28,0 7,-2 0,-3 0,-1-1,-2 0,-4-43,-13 46,13 46,-1-1,1 1,0-1,0 1,0-1,0 1,0-1,1 1,-1 0,0 0,0-1,0 1,1 0,-1 0,0 0,1 0,-1 0,0 0,1 0,0 0,-1 0,1 0,0 0,-1 0,1 0,0 0,0 1,0-1,0 0,0 0,-7 29,3-1,0 1,2 0,1 0,2 0,1 0,1 0,1 0,2 0,-2-4,0-1,2 1,1-1,1-1,1 1,1-2,1 1,1-1,1-1,1 0,1-1,1-1,10 11,-20-27,0 1,0 0,0-1,0 0,1-1,-1 0,1 0,0 0,0 0,5 0,-10-3,0 1,0-1,0 0,-1 0,1 1,0-2,0 1,0 0,0 0,0 0,0-1,0 1,-1-1,1 0,0 0,0 1,-1-1,1 0,0 0,-1 0,1-1,-1 1,0 0,1-1,-1 1,0 0,0-1,0 0,0 1,0-1,0 0,0 1,0-1,-1 0,1 0,-1 0,1 1,-1-1,0 0,0 0,0 0,0-1,1-4,-1 0,-1 1,1-1,-1 0,-1 0,1 0,-1 1,0-1,-1 0,1 1,-1 0,0 0,-1 0,0 0,0 0,0 1,-1-1,-89-80,75 72,-2 2,1 0,-1 1,-1 1,0 1,0 1,-1 2,0 0,0 1,-1 1,1 1,-1 1,1 1,-24 2,-4 15,50-15,0 0,0-1,-1 1,1 0,0-1,0 1,0 0,0 0,0 0,0 0,0 0,1 0,-1 0,0 0,1 0,-1 1,0-1,1 0,-1 0,1 1,0-1,-1 0,1 1,0-1,0 0,0 1,0-1,0 0,0 1,0-1,1 0,-1 1,0-1,1 0,-1 0,1 1,3 3,0-1,0 0,0 0,1 0,-1-1,1 0,0 1,0-2,0 1,1-1,-1 1,0-1,1-1,0 1,-1-1,1 0,0 0,0-1,2 0,-5 1,64 4,1-2,-1-4,1-2,-1-4,48-11,-105 17,227-35,-231 36,-3-2,0 1,1 0,-1 0,1 0,0 0,-1 1,1 0,-1-1,1 1,0 1,-1-1,1 0,0 1,-1 0,1 0,-1 0,0 0,1 0,-1 1,0 0,1 0,-1-1,0 2,-1-1,1 0,0 1,0-1,-1 1,0 0,1 0,-1 0,5 118,-6-115,-1 0,2-1,-1 1,1-1,-1 1,2-1,-1 0,0 0,1 0,0 0,0 0,1-1,-1 1,1-1,0 0,0 0,0 0,1 0,0-1,-1 0,1 0,0 0,0-1,1 1,-1-1,0-1,1 1,-1-1,1 0,0 0,-1 0,1-1,0 0,-1 0,1 0,0-1,-1 0,1 0,-1 0,1-1,1-2,-1-1,0 0,0 0,-1-1,1 1,-1-1,-1-1,1 1,-1 0,0-1,0 0,-1 0,0 0,0-1,-1 1,1-1,-2 1,1-1,-1 0,0 1,-1-1,0 0,0 0,-1 0,0 1,0-1,-1 0,0 1,0-1,-1 1,1 0,-5-7,4 7,-1 1,0-1,0 1,0 0,-1 0,0 1,0-1,0 1,-1 0,0 0,0 1,0 0,-1 0,1 0,-1 1,0 0,0 0,0 1,0 0,0 0,-1 1,1-1,0 2,-1-1,1 1,-1 0,1 1,-1-1,1 2,0-1,-1 1,1 0,0 0,0 1,-3 2,-3 3,1 1,0 0,1 1,0 0,0 0,1 2,1-1,0 1,0 1,1-1,1 1,0 1,1-1,-1 5,-13 31</inkml:trace>
  <inkml:trace contextRef="#ctx0" brushRef="#br2" timeOffset="-69664.353">12086 6645,'-14'-9,"-6"-6,4 1,15 2,22 3,29 3,29 5,27 3,24 0,17 1,8-1,0 0,-25-1</inkml:trace>
  <inkml:trace contextRef="#ctx0" brushRef="#br2" timeOffset="-68944.695">13785 4773,'2'46,"3"-1,1 1,12 38,-7-31,102 453,48 263,-84-143,-20 145,-25-288,14 63,26 424,-72-937,-3-23,-3-13</inkml:trace>
  <inkml:trace contextRef="#ctx0" brushRef="#br2" timeOffset="-70429.484">12086 6913,'19'-7,"1"2,-1 0,1 1,0 1,0 1,1 1,-1 0,5 2,-17-1,0 1,-1 0,1 1,-1-1,1 2,-1-1,0 1,0 0,0 0,0 1,0 0,-1 0,0 0,0 1,0 0,0 0,-1 1,0 0,0 0,0 0,-1 0,3 7,0 6,-1 0,-1 1,-1 0,-1 0,-1 1,-1-1,0 0,-2 1,0-1,-1 0,-1 1,-1-1,-1-1,-1 1,-7 17,-4 30,14-12,3-55,1 1,-1-1,1 1,-1-1,1 1,-1-1,1 1,-1-1,1 0,0 1,-1-1,1 0,0 1,-1-1,1 0,0 0,-1 1,1-1,0 0,-1 0,1 0,0 0,0 0,-1 0,1 0,0 0,-1-1,1 1,0 0,-1 0,1-1,0 1,-1 0,1-1,0 1,-1 0,1-1,-1 1,1-1,-1 1,1-1,-1 1,1-1,-1 0,13-12,-2 0,0-1,0-1,-1 0,-1 0,-1-1,0 0,-1 0,0-1,-1-2,11-25,-3-1,-1 0,-3-1,-1 0,-3-1,1-43,-12 75,-6 38,1 15,2 1,1 0,2 0,1 1,2-1,4 32,-1-50,1 0,2 0,0 0,1 0,1-1,1 0,1 0,1 1,-6-14,0 0,1 1,1-1,-1-1,1 1,0-1,1 1,-1-1,1-1,0 1,1-1,-1 0,1-1,0 0,1 0,-1 0,0-1,1 0,0 0,0-1,0 0,0 0,14-3,-6-4</inkml:trace>
  <inkml:trace contextRef="#ctx0" brushRef="#br2" timeOffset="-70253.424">12260 7260,'7'0,"15"0,21 0,21 0,19-2,15-1,6 0,-14 1</inkml:trace>
  <inkml:trace contextRef="#ctx0" brushRef="#br2" timeOffset="-69958.923">13062 7514,'19'-49,"-3"-1,-2-1,-1 0,-4-1,1-16,-10 57,-2 17,-2 19,-1 21,2-1,1 0,3 0,2 1,1-1,3 0,3 7,1-17</inkml:trace>
  <inkml:trace contextRef="#ctx0" brushRef="#br2" timeOffset="-71572.294">10161 6819,'10'-13,"1"1,1 0,0 1,1 0,-1 1,2 0,0 2,0-1,1 2,-1-1,2 2,-1 0,11-2,-18 4,1 0,-1 0,1 1,0 0,0 0,0 1,0 0,0 1,1 0,-1 1,0-1,1 2,-1-1,0 1,1 1,-1 0,0 0,0 1,0 0,-1 0,1 1,-1 0,0 1,5 3,-7-1,-1 0,0 0,0 0,0 1,-1-1,-1 1,1 0,-1 0,0 1,-1-1,0 0,-1 1,1 0,-1-1,-1 7,-13 132,-75 159,72-228,16-76,1-1,-1 0,0 0,0 0,1 0,-1 0,0 0,1 0,-1 0,1 0,-1-1,1 1,-1 0,1 0,0 0,0 0,-1-1,1 1,0 0,0-1,0 1,0-1,0 1,0-1,0 1,0-1,0 1,0-1,0 0,0 0,0 0,0 1,0-1,0 0,0 0,0-1,0 1,0 0,0 0,0 0,0-1,0 1,0 0,0-1,0 1,0-1,0 1,0-1,0 0,-1 1,1-1,0 0,0 1,-1-1,1 0,0 0,-1 0,1 0,-1 0,18-14,-2-2,0 0,-1 0,-1-2,-1 0,0 0,-2-1,0-1,-1 1,-1-2,2-9,2-7,-1 0,-3-1,-1 0,-1-1,-3 1,-1-1,-2-22,-7 23,0 41,-17 74,20-53,-9 44,3 1,3 1,4 61,1-120,0-1,2 1,-1-1,1 0,0 1,1-1,0 0,1 0,0 0,0 0,1-1,0 1,0-1,1 0,0 0,0 0,1-1,0 0,1 0,-1-1,1 1,1-1,-1-1,1 1,0-1,0-1,0 0,1 0,1 0,-5-2,1 0,0 0,-1-1,1 0,0 0,0 0,0-1,-1 0,1 0,0 0,0-1,0 0,0 0,-1-1,1 1,-1-1,1 0,-1-1,0 1,1-1,-1 0,-1-1,1 1,0-1,-1 0,0 0,3-4,5-15</inkml:trace>
  <inkml:trace contextRef="#ctx0" brushRef="#br2" timeOffset="-71301.31">10415 7073,'-4'2,"7"1,17 0,21-3,23-3,23-4,15-3,8 0,-7 2,-20 2</inkml:trace>
  <inkml:trace contextRef="#ctx0" brushRef="#br2" timeOffset="-71062.92">11124 7273,'2'-2,"1"-1,-1 1,1-1,0 1,0 0,0 0,0 0,0 1,0-1,1 1,-1-1,0 1,1 0,-1 0,1 1,-1-1,3 1,-2-1,-1 0,0 0,1 0,-1 1,1-1,-1 1,1 0,-1 0,1 0,-1 1,1-1,-1 1,1 0,-1 0,0 0,1 0,-1 1,0-1,0 1,0 0,0 0,0 0,-1 0,1 0,0 1,-1-1,0 1,1 0,-1 0,0-1,-1 1,1 1,0-1,-1 0,0 0,0 0,0 1,1 1,-4 9,1-1,-2 0,0 0,0 0,-1 0,-1-1,0 1,0-1,-2 0,1-1,-1 1,-9 8,15-18,-112 166,111-167,1 0,0 1,0-1,0 0,0 1,0-1,0 1,0-1,0 1,1-1,-1 1,0-1,1 1,-1 0,1 0,0-1,0 1,0 0,0-1,0 1,0 0,0 0,0-1,0 1,1 0,-1-1,1 1,0 0,-1-1,1 1,0-1,0 1,0-1,0 0,0 1,0-1,0 0,0 1,1-1,-1 0,2 1,8 0,1-1,-1 0,1 0,-1-1,1 0,-1-1,1-1,-1 0,0 0,1-1,9-4,-5 2,58-15</inkml:trace>
  <inkml:trace contextRef="#ctx0" brushRef="#br2" timeOffset="-68123.965">9452 8878,'-2'23,"-1"18,5 17,6 16,7 13,5 13,4 10,0 9,-2 2,-5 1,-4-1,-6-7,-3-10,0-14,1-16,0-20</inkml:trace>
  <inkml:trace contextRef="#ctx0" brushRef="#br2" timeOffset="-67211.335">10455 8878,'-4'-9,"1"-1,0 0,0 0,1 0,1 0,0 0,0 0,1-1,0 1,1 0,0 0,0-1,1 1,1 0,0 1,0-1,1 0,0 1,0 0,1 0,0 0,1 1,0-1,1 1,-1 1,1-1,1 1,-1 0,9-5,-13 10,0 0,0 0,1 0,-1 0,0 1,1 0,-1-1,1 1,0 0,-1 1,1-1,0 1,0-1,-1 1,1 0,0 0,0 1,-1-1,1 1,0 0,-1 0,1 0,0 1,-1-1,0 1,1 0,-1-1,0 2,0-1,0 0,0 1,0-1,-1 1,1 0,-1 0,0 0,1 0,0 2,6 16,0 1,-2 1,0-1,-2 1,0 0,-2 1,0-1,-2 1,0-1,-2 9,1-13,-15 433,16-420,-1-33,0 1,0 0,0-1,1 1,-1-1,0 1,0 0,0-1,1 1,-1-1,0 1,0 0,1-1,-1 1,0 0,1 0,-1-1,0 1,1 0,-1 0,0-1,1 1,-1 0,1 0,-1 0,0 0,1 0,-1-1,1 1,-1 0,0 0,1 0,-1 0,1 0,-1 0,1 0,-1 1,0-1,1 0,-1 0,1 0,-1 0,0 0,1 1,-1-1,0 0,1 0,-1 1,0-1,1 0,-1 1,0-1,1 0,-1 1,0-1,0 0,1 1,-1-1,0 0,0 1,0-1,0 1,0-1,0 0,1 1,55-119,-46 93,12-37,-2-2,-3-1,-2 0,4-57,-19 30,0 93,-1-1,1 1,0-1,-1 1,1-1,-1 1,1-1,-1 1,1-1,-1 0,1 1,-1-1,0 0,1 1,-1-1,1 0,-1 0,0 0,1 1,-1-1,0 0,1 0,-1 0,0 0,1 0,-1 0,0 0,1-1,-1 1,0 0,1 0,-1 0,0-1,1 1,-1 0,1 0,-1-1,1 1,-1-1,1 1,-1-1,1 1,-1-1,1 1,-1-1,1 1,0-1,-1 1,1-1,0 1,-1-1,1 0,0 1,0-1,0 0,0 1,0-1,-1 0,-4 21,0 0,1 1,1 0,1 0,1-1,1 1,1 0,2 12,3 30,3 0,3 0,3-2,2 0,3 0,7 10,-21-57,-4-5,1-1,0 0,1 0,0-1,0 1,0-1,1 0,0 0,1 0,-1-1,1 1,2-1,-7-5,-1-1,1 1,0-1,0 0,0 1,0-1,0 0,-1 0,1 0,0 0,0 0,0 0,0 0,0 0,0 0,0 0,0 0,-1-1,1 1,0 0,0-1,0 1,0-1,-1 1,1-1,0 1,0-1,-1 1,1-1,0 0,-1 1,1-1,-1 0,1 1,-1-1,1 0,-1 0,0 0,1 0,-1 1,0-2,13-38,-8 4,-1 1</inkml:trace>
  <inkml:trace contextRef="#ctx0" brushRef="#br2" timeOffset="-66950.254">10629 9145,'-16'0,"-10"0,0 2,11 1,17 0,22-1,22-5,25-6,18-7,12-2,2-1,-2 1,-12 3,-21 4</inkml:trace>
  <inkml:trace contextRef="#ctx0" brushRef="#br2" timeOffset="-66020.216">11244 9346,'19'-13,"0"1,0 1,1 1,1 1,0 0,0 2,19-4,-38 10,0 0,1 0,0 0,-1 0,1 1,-1-1,1 1,0 0,-1 0,1 0,0 0,-1 0,1 1,0-1,-1 1,1 0,-1-1,1 1,-1 0,1 1,-1-1,0 0,0 1,1-1,-1 1,0 0,0 0,-1-1,1 1,0 1,-1-1,1 0,-1 0,1 0,-1 1,0-1,0 1,0-1,-1 1,1-1,0 3,-3 8,0 0,0-1,-1 1,-1 0,0-1,-1 0,0 0,-1 0,0-1,-1 1,0-2,-1 1,-5 5,-128 173,140-188,0 0,0 0,0 0,0 0,0 0,0 1,0-1,0 0,1 0,-1 1,1-1,-1 1,1-1,-1 0,1 1,0-1,0 1,0-1,0 1,0-1,0 1,0-1,0 1,0-1,1 1,-1-1,1 1,-1-1,1 0,-1 1,1-1,0 0,0 0,0 1,0-1,0 0,0 0,0 0,0 0,0 0,0 0,0 0,1-1,-1 1,0 0,1-1,-1 1,0-1,1 1,-1-1,1 0,0 1,26 1,-1-1,0-1,0-1,0-2,0-1,0 0,0-2,-1-2,16-6,19-5</inkml:trace>
  <inkml:trace contextRef="#ctx0" brushRef="#br2" timeOffset="-65659.285">11886 8971,'-2'5,"0"-1,0 1,0 0,1-1,0 1,0 0,0 0,0 0,1 0,0 0,0 0,0 0,1 0,0 0,0 0,0 0,0 0,1-1,0 1,0 0,0-1,0 0,1 1,0-1,0 0,0 0,0 0,1-1,-1 1,1-1,0 0,0 0,0 0,0-1,1 1,-3-2,1 0,-1 0,0 0,1 0,-1-1,0 1,1-1,-1 1,1-1,-1 0,1 0,-1 0,1 0,-1 0,0-1,1 1,-1-1,1 0,-1 0,0 0,0 0,1 0,-1 0,0 0,0-1,0 1,0-1,0 1,-1-1,1 0,0 0,-1 0,1 0,-1 0,0 0,0 0,0 0,0-1,0 1,0 0,0-1,-1 1,1-1,-1 1,0-1,0 1,0-1,0 1,0 0,0-1,-1-2,-1 0,1 0,-1 1,0-1,0 1,-1-1,1 1,-1 0,0 0,0 0,0 0,-1 0,1 1,-1 0,0-1,0 1,0 1,0-1,-1 0,1 1,-1 0,0 0,1 1,-1-1,0 1,0 0,0 0,0 1,0-1,-3 1,6 0,1 1,-1-1,0 1,0 0,0-1,1 1,-1 0,0 0,1 0,-1 0,1 0,-1 0,1 1,-1-1,1 0,0 1,0-1,-1 1,1 0,0-1,1 1,-1 0,0-1,0 1,1 0,-1 0,1 0,0 0,-1 0,1-1,0 1,0 0,0 0,0 0,1 0,-1 0,0 0,1 0,-1-1,1 1,0 0,0 0,-1-1,2 3,11 19</inkml:trace>
  <inkml:trace contextRef="#ctx0" brushRef="#br2" timeOffset="-65009.183">12300 8731,'14'-9,"1"2,-1 0,1 1,1 1,-1 0,1 1,-1 0,1 1,16 0,-29 3,1 0,-1 1,1 0,-1-1,1 1,-1 1,1-1,-1 0,0 1,0-1,0 1,0 0,0 0,0 0,0 1,-1-1,1 1,-1-1,1 1,-1 0,0 0,0 0,-1 0,1 0,-1 1,1-1,-1 0,0 1,0-1,0 1,8 111,-69 321,59-430,1-1,-1 0,1 1,0-1,0 1,0-1,1 1,0-1,0 1,1-1,-1 0,1 1,0-1,0 0,1 0,0-1,0 1,0-1,0 1,1-1,-1 0,2 1,-2-5,1 0,-1 0,0 0,1 0,-1-1,0 1,1-1,-1 0,0 0,1 0,-1-1,0 1,0-1,0 1,0-1,0 0,-1 0,1 0,-1-1,1 1,-1-1,0 1,0-1,0 0,0 0,0 1,-1-1,1-1,-1 1,1-2,20-36,-2-1,-2-1,-1-1,-3 0,-1-1,-3-1,-1 0,-3 0,-1-9,4-96,-16 136,-3 37,-2 25,2 1,3 0,2 1,1-1,4 34,0-59,1-1,1 1,1-1,1 0,1 0,0 0,2 0,1-1,1 1,-4-12,-1-1,1 0,1-1,-1 1,1-1,1 0,0-1,0 1,0-1,1-1,0 1,0-1,0-1,1 1,0-1,0-1,1 0,-1 0,1-1,0 0,0-1,39-6,-34-6</inkml:trace>
  <inkml:trace contextRef="#ctx0" brushRef="#br2" timeOffset="-64836.44">12514 9158,'-4'2,"7"2,17-4,25-5,26-9,21-7,11-1,-3-1,-19 5</inkml:trace>
  <inkml:trace contextRef="#ctx0" brushRef="#br2" timeOffset="-64520.969">13223 9453,'7'4,"0"1,0-2,0 1,1-1,-1 0,1-1,0 0,0 0,0-1,0 0,0 0,0 0,0-1,1-1,-1 0,0 0,0 0,0-1,0 0,-1 0,1-1,0 0,-1-1,0 1,0-1,0-1,0 0,-1 1,1-2,-1 1,-1-1,1 0,-1 0,0-1,0 1,-1-1,0 0,0 0,-1-1,0 1,0-1,0 0,0-4,-2 8,0-1,0 0,0 0,0 0,-1 0,0 0,0 0,0 0,-1 0,0 0,0 0,0 0,0 0,-1 0,0 0,0 1,0-1,0 1,-1 0,0-1,0 1,0 0,0 1,-1-1,1 0,-1 1,0 0,0 0,0 0,0 1,-1-1,1 1,-1 0,0 0,1 0,-1 1,-2-1,-3 2,-1 0,0 1,0 0,1 1,-1 0,1 0,-1 1,1 1,0 0,0 0,0 1,1 0,0 0,0 1,0 1,0 0,1 0,1 0,-1 1,1 0,0 0,1 1,0 0,0 0,1 1,-2 3,-7 24,5-5</inkml:trace>
  <inkml:trace contextRef="#ctx0" brushRef="#br2" timeOffset="-63175.502">13036 8250,'-72'-19,"-1"4,0 3,-1 3,0 3,-70 5,72-1,-270-5,1 14,-278 45,419-17,2 10,1 8,-152 64,302-99,1 1,0 2,2 2,-31 22,56-32,1 2,0 0,0 0,2 2,0 0,1 1,0 0,2 1,0 1,1 0,-1 5,1 5,0 1,2-1,2 2,1-1,1 1,1 0,2 0,2 1,0-1,4 13,1 12,4-1,2 0,2-1,3 0,11 27,-5-26,1-1,3-1,3-2,2 0,2-2,2-1,2-2,2-1,2-2,3-2,8 5,10 1,3-2,2-4,2-2,1-3,1-3,3-3,0-4,2-2,51 8,43 2,1-8,1-7,151-3,-97-17,-1-9,1-11,-2-9,-2-9,-1-11,-2-9,122-53,-238 74,-1-5,-2-4,-3-5,23-18,-80 44,-1-2,-1-2,-2-1,-1-2,-1-2,-2 0,-1-2,-2-1,-2-2,-1 0,2-10,-3-1,-3-2,-3 0,-1-1,-3 0,-2-1,-3-1,1-33,-7 61,-1 0,-2 0,0 0,-2 0,-1 0,-1 1,-2-1,0 1,-2 0,0 0,-2 1,-1 0,-1 1,-1 0,-1 1,-1 1,-1 0,-9-8,-18-10,-2 2,-1 2,-2 2,-2 2,-1 2,-1 2,-1 3,-33-10,-156-57,-5 11,-200-37,344 91,0 5,-2 5,0 4,-1 5,0 5,-102 9,106 10,0 4,2 4,-66 27,-55 27</inkml:trace>
  <inkml:trace contextRef="#ctx0" brushRef="#br2" timeOffset="-62005.841">12113 11498,'1'-43,"-2"1,-2-1,-2 0,-1 0,-3 1,-1 1,-12-29,12 44,-2 0,-1 0,0 1,-2 1,-16-20,19 28,30 13,229 13,-157-10,-84-1,0 1,0-1,0 1,0 0,-1 0,1 0,0 1,0 0,0 0,-1 1,1 0,0 0,-1 0,0 0,1 1,-1 0,0 0,0 0,-1 1,1 0,-1 0,0 0,0 0,0 1,0-1,0 2,0 7,-1 1,0-1,-1 1,-1 0,0 0,0 0,-2 0,0 0,-1 3,1 44,0-55,0-1,1 1,0-1,1 1,-1-1,1 0,0 1,0-1,1 0,-1 0,1 0,0 0,1 0,-1 0,1 0,0-1,0 1,0-1,1 0,0 0,-1 0,2-1,-1 1,0-1,1 0,-1 0,1 0,0-1,0 0,0 0,0 0,3 0,0-1,0-1,0 1,0-1,0-1,0 0,-1 0,1 0,0-1,-1 0,1-1,-1 1,1-1,-1-1,0 1,0-2,-1 1,1 0,-1-1,0 0,2-3,2-2,0 1,0-2,-2 0,1 0,-1 0,-1-1,0 0,0 0,-2-1,1 0,2-12,-6 19,0 1,-1-1,0 0,0 0,0 0,-1-1,0 1,0 0,0 0,-1 0,0 0,0 0,-1 0,0 0,1 0,-2 1,1-1,-1 1,0-1,0 1,-1 0,-2-4,4 8,1 0,0 0,0 0,0 0,-1 0,1 0,0 0,-1 0,1 0,-1 1,1-1,-1 1,1-1,-1 1,1-1,-1 1,0 0,1 0,-1 0,0 0,1 0,-1 0,1 0,-1 1,0-1,1 0,-1 1,1 0,-1-1,1 1,-1 0,1 0,0-1,-1 1,1 0,0 0,0 1,0-1,-1 0,1 0,0 1,1-1,-1 0,-29 67,28-60,0 1,1-1,1 1,-1-1,1 1,0 0,1 0,0-1,1 1,0-1,0 1,1-1,-1 0,2 0,-1 0,1 0,1-1,-1 1,1-1,1 0,-1-1,1 1,0-1,1 0,-1-1,5 4,2-2,1-1,0 1,0-2,1 0,-1-1,1-1,0 0,0 0,0-2,9 0,30 1</inkml:trace>
  <inkml:trace contextRef="#ctx0" brushRef="#br2" timeOffset="-61213.913">13356 11016,'-11'-3,"-1"0,1 1,-1 0,0 1,1 0,-1 1,0 0,0 1,1 0,-1 1,1 0,-1 1,1 0,0 1,0 0,0 1,0 0,1 1,0 0,0 1,1 0,0 0,0 1,0 0,1 0,0 1,1 0,-5 8,9-12,-1 0,1 0,-1 1,2-1,-1 1,0 0,1-1,0 1,1 0,-1 1,1-1,1 0,-1 0,1 0,0 1,0-1,1 0,-1 0,1 1,1-1,-1 0,1 0,0 0,1-1,0 1,-1 0,2-1,-1 0,0 0,1 0,0 0,1 0,-1-1,1 0,-1 0,5 3,1-2,0-1,1 0,-1-1,1 0,0-1,-1 0,1 0,0-1,0-1,0 0,0 0,0-1,0-1,0 0,0 0,0-1,-1 0,0-1,1 0,-1-1,-1 0,1 0,-1-1,0 0,0-1,0 0,-1-1,-1 1,1-2,-1 1,0-1,-1 0,0 0,0-1,-1 1,-1-1,1-1,-2 1,1-2,1-19,-2 0,-1 0,-2 0,-1 0,-1 0,-2 0,-1 0,-1 1,-2 0,-1 0,-1 1,-2 0,-5-9,11 23,-2-8,0 1,-2 0,-1 0,-1 1,-1 0,-4-5,16 25,1 0,-1 0,1 0,-1 0,0 0,1 0,-1 0,0 0,0 0,0 0,1 0,-1 0,0 0,0 1,0-1,0 0,-1 1,1-1,0 1,0-1,0 1,0 0,-1-1,1 1,0 0,0 0,0 0,-1 0,1 0,0 0,0 0,-1 0,1 1,0-1,0 0,0 1,-1-1,1 1,0-1,0 1,0-1,0 1,0 0,0 0,0 0,0-1,0 1,1 0,-1 0,0 0,0 0,1 0,-1 0,1 1,-1-1,1 0,-1 0,1 0,0 0,0 1,-1-1,1 0,0 0,0 1,0-1,0 1,-4 27,1 0,2 0,0 1,2-1,1 0,1 0,2 0,5 16,-6-19,0 0,2 0,1-1,1 0,1 0,1-1,2 0,0-1,1 0,1-1,1 0,2-1,0-1,16 14,-30-31,0 0,0 0,0-1,1 0,0 1,-1-1,1 0,0-1,0 1,0-1,0 0,0 0,0 0,0 0,1-1,-1 1,0-1,0 0,0-1,1 1,-1-1,0 0,0 0,0 0,0 0,0-1,0 1,0-1,-1 0,1-1,0 1,-1 0,0-1,1 0,-1 0,-1 0,1 0,0 0,0-1,6-13,0-1,-1-1,-1 0,0 0,-2 0,0 0,-1-1,-1 0,-1 0,-1 0,0 0,-2 0,-2-17,3 85,1-40,0-1,0 1,1 0,1-1,-1 1,1-1,0 0,1 0,0 0,0 0,0-1,1 0,0 1,0-2,0 1,1-1,0 1,0-1,1-1,-1 0,1 0,0 0,0 0,0-1,1 0,-1-1,1 0,-1 0,1 0,0-1,0-1,-1 1,1-1,1 0,-5-1,0 0,0 0,0 0,0-1,0 1,0-1,-1 0,1 0,0-1,-1 1,0-1,1 1,-1-1,0 0,-1 0,1-1,0 1,-1 0,0-1,0 0,0 1,0-1,0 0,0-3,20-100,-18-7,-5 164,-1-39,1 1,0-1,0 0,1 0,0 1,1-1,1 0,0 0,0 0,1 0,0 0,1-1,0 1,1-1,0 0,1 0,0-1,0 1,8 7,8-2</inkml:trace>
  <inkml:trace contextRef="#ctx0" brushRef="#br2" timeOffset="-60852.298">14158 10857,'3'12,"-1"0,1-1,1 1,0-1,1 0,0 0,1 0,0 0,1-1,0 0,0 0,1-1,0 0,1-1,0 0,0 0,1 0,0-1,0-1,0 0,1 0,-8-5,0 0,0 0,0-1,0 1,1-1,-1 1,0-1,0 0,0 0,0-1,0 1,0-1,0 1,0-1,0 0,0 0,0 0,0 0,0-1,0 1,-1-1,1 0,-1 0,1 0,-1 0,0 0,1 0,-1-1,1-1,48-84,-48 83,49-138,-53 148,1 0,-1-1,1 1,0 0,0 0,0 0,1 0,-1-1,1 1,0 0,1 0,-1-1,1 1,0-1,0 1,0-1,1 0,-1 0,1 0,0 0,1-1,-1 1,0-1,1 1,0-1,2 1,30 13,1-6</inkml:trace>
  <inkml:trace contextRef="#ctx0" brushRef="#br2" timeOffset="-60435.098">15107 10669,'-20'-5,"0"1,-1 0,1 2,-1 1,0 0,-13 2,27 0,0-1,1 1,-1 1,0-1,1 1,0 0,-1 0,1 1,0 0,0 0,1 1,-1-1,0 1,1 0,0 1,0-1,1 1,-1 0,1 0,0 1,0-1,0 2,2-1,0-1,0 1,0-1,1 1,0 0,0 0,1 0,-1-1,1 1,1 0,-1 0,1 0,0 0,0-1,1 1,-1 0,1-1,0 1,1-1,0 0,0 0,0 0,0 0,1 0,-1-1,1 1,0-1,1 0,-1 0,1-1,0 1,0-1,0 0,0-1,0 1,1-1,-1 0,1 0,-1 0,1-1,0 0,0 0,0-1,0 0,-1 1,1-2,4 0,-1 1,-1-1,1-1,0 0,-1 0,1 0,-1-1,0 0,0-1,0 0,0 0,-1-1,0 0,0 0,0-1,0 0,-1 0,0 0,0-1,-1 0,0 0,1-2,4-6,-2-1,0-1,0 1,-2-1,0 0,-1 0,-1-1,0 0,-1 1,-1-2,0-45,-3 0,-3 0,-2 0,-3 1,-3 0,-3 0,-13-31,24 81,2 4,0 0,-1 0,0 1,0-1,-1 1,0 0,-1 0,0 0,-1-1,-10 9,13 7,-1 0,2 1,-1-1,1 0,0 1,0-1,1 1,0 0,1 0,-1 4,0 3,-6 47,3 1,3-1,3 1,2 0,3-1,3 0,9 28,-16-75,1-1,1 0,0 0,1 0,1-1,0 0,0 0,2-1,-1 0,2 0,-1-1,2 0,-1-1,1 0,1-1,0 0,0 0,1-2,0 1,2-1,41 11</inkml:trace>
  <inkml:trace contextRef="#ctx0" brushRef="#br2" timeOffset="-59439.621">15642 10615,'2'-4,"-1"0,0 0,0 0,0 0,0 0,-1 0,1 0,-1 0,0-1,0 1,-1 0,1 0,-1 0,0 0,0 0,0 0,-1 0,1 0,-1 0,0 0,0 1,0-1,-1 1,1 0,-1-1,0 1,0 0,0 1,0-1,-1 0,1 1,-1 0,1 0,-3-1,-3 2,0 0,-1 1,1 0,0 0,0 1,0 0,0 1,0 0,0 1,0 0,1 0,-1 0,1 1,0 1,0-1,0 1,1 1,0 0,0 0,0 0,0 0,1 1,1 0,-1 1,1-1,0 1,-2 4,4-6,0-1,0 1,1 0,-1 0,1-1,1 2,-1-1,1 0,0 0,0 0,1 1,0-1,0 0,0 1,1-1,0 0,0 0,1 0,0 0,0 0,0 0,1 0,-1 0,1-1,1 1,-1-1,1 0,0 0,0 0,0-1,1 1,0-1,5 3,-4-2,1 0,0 0,0-1,1 0,-1-1,1 0,0 0,0 0,0-1,0 0,0-1,1 0,-1 0,0-1,1 0,-1 0,1-1,-1 0,0 0,0-1,0 0,0-1,0 0,0 0,0 0,-1-1,0 0,0-1,0 0,0 0,-1 0,0-1,0 0,0 0,4-6,-5 4,0 0,-1 0,0-1,0 1,-1-1,0 0,-1 0,0 0,0-1,-1 1,0 0,0-1,-1 1,-1-1,0 1,0 0,-2-7,3 15,0 0,0-1,0 1,0 0,0 0,0 0,0 0,-1 0,1 0,0 1,-1-1,1 0,-1 0,1 0,-1 0,1 0,-1 0,0 1,1-1,-1 0,0 0,0 1,1-1,-1 1,0-1,0 1,0-1,0 1,0-1,0 1,0 0,0-1,0 1,0 0,0 0,0 0,0 0,0 0,0 0,0 0,0 0,0 0,0 0,0 1,0-1,0 0,0 1,0-1,0 1,0-1,1 1,-1-1,0 1,0 0,0-1,1 1,-1 0,0 0,1 0,-1-1,-2 5,1 0,-1 0,1 0,0 0,0 0,1 0,-1 1,1-1,0 0,1 1,-1-1,1 1,0-1,1 1,-1-1,1 0,0 1,0-1,1 0,0 0,-1 1,2-1,-1 0,1-1,-1 1,1 0,1-1,-1 0,1 0,-1 0,1 0,0 0,1-1,-1 0,1 1,4 1,-3-2,0-1,1 0,-1 0,1 0,-1-1,1 0,0 0,0-1,-1 1,1-1,0-1,0 0,0 0,-1 0,1-1,-1 1,1-2,-1 1,0-1,1 0,-1 0,-1 0,1-1,0 0,-1 0,0-1,0 0,0 0,-1 0,0 0,1 0,-2-1,1 0,-1 0,2-3,0-5,-1 0,0 0,-1 0,0-1,-1 1,-1-1,0 1,-1-1,-1 0,0-3,-6-6,-1 35,6-4,1 1,0-1,0 0,1 0,0 0,0 1,1-1,0 0,0 0,1 0,-1 0,2 0,-1 0,1-1,0 1,0-1,1 1,0-1,0 0,0-1,1 1,0-1,0 0,0 0,0 0,1-1,0 0,0 0,0 0,1-1,-1 0,1 0,0 0,0-1,0 0,0-1,0 1,-2-2,0 0,0-1,-1 1,1-1,0 0,0 0,0 0,-1-1,1 1,-1-1,1 0,-1-1,0 1,0-1,0 0,0 0,0 0,0 0,-1-1,0 1,0-1,0 0,0 0,0 0,-1-1,2-2,3-8,0-1,0 0,-2 0,0-1,0 0,-2 1,0-2,3-73,-6 99,0 0,0 0,0 0,1 1,0-1,1 0,0 0,0-1,0 1,1 0,1-1,-1 0,1 1,0-1,1-1,-1 1,1-1,1 1,-1-2,1 1,0 0,1-1,-1 0,1-1,0 0,0 0,0 0,1-1,-1 0,1 0,0-1,0 0,0 0,0-1,0 0,0 0,0-1,0 0,0-1,0 1,0-2,0 1,1-1,-2-2,0 1,0-1,0 0,-1-1,0 0,0 0,0 0,0-1,-1 1,0-1,0-1,-1 1,0-1,0 0,0 0,-1 0,0 0,2-7,2-10,-1 1,-1-1,-1 0,-2 0,1-14,-5-87,-4 1,-7 0,-18-79,23 156,-18-71,26 118,0 0,0-1,0 1,0 0,0-1,0 1,0 0,0-1,0 1,0 0,0-1,-1 1,1 0,0-1,0 1,0 0,-1 0,1-1,0 1,0 0,-1 0,1-1,0 1,0 0,-1 0,1 0,0 0,-1-1,1 1,0 0,-1 0,1 0,0 0,-1 0,1 0,0 0,-1 0,1 0,0 0,-1 0,1 0,0 0,-1 0,1 0,0 0,-1 1,1-1,0 0,-1 0,1 0,0 0,0 1,-1-1,1 0,0 0,0 1,-1-1,1 0,0 0,0 1,0-1,-1 0,1 1,0-1,0 0,-10 26,-1 31,1 1,4 0,1 1,4 0,2 7,-2-42,1-1,1 0,1 0,1 0,1 0,0 0,2-1,1 1,1-1,1-1,1 0,0 0,2-1,0 0,2-1,0-1,1 0,0-1,15 12,-16-19,1 0,0 0,1-2,0 0,1 0,-1-2,1 0,1-1,-1-1,14 2,-27-5,-1 0,1-1,0 1,-1-1,1 0,0 0,-1 0,1 0,0-1,-1 1,1-1,0 0,-1 0,1-1,-1 1,0-1,1 1,-1-1,0 0,0 0,0 0,0-1,0 1,-1-1,1 0,-1 0,0 0,1 0,-1 0,-1 0,7-25</inkml:trace>
  <inkml:trace contextRef="#ctx0" brushRef="#br2" timeOffset="-59149.832">16472 10121,'-19'-4,"-21"-5,-18-2,-6 1,4-1,16 0,32-6,42-8,56-12,62-15,64-15,52-10,-19 9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1:28.9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 0,'-3'100,"4"-1,4 1,5-1,15 61,-12-71,31 266,-6 245,-36 709,-3-1215,5-1,4 0,14 63,6-71,-15-72,-4-12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1:24.5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392 415,'5'-10,"0"0,1 0,0 1,0-1,1 2,0-1,1 1,0 0,0 1,1-1,0 2,0-1,1 1,0 1,0 0,0 0,0 1,1 0,0 1,-1 0,9-1,-12 3,1-1,-1 1,1 0,-1 1,1 0,-1 0,1 1,-1 0,1 0,-1 1,0-1,1 2,-1-1,0 1,0 0,-1 1,1-1,-1 1,1 1,-1-1,0 1,-1 0,1 0,-1 1,0-1,-1 1,1 1,-1-1,0 0,1 6,5 16,-3 0,0 1,-2 0,0 1,-3-1,0 1,-2-1,-1 1,-1-1,-2 1,-1-1,-5 14,6-16,2 38,2-64,1-1,-1 1,0-1,1 1,-1-1,1 1,-1-1,1 1,-1-1,1 1,-1-1,1 1,0-1,-1 0,1 1,0-1,-1 0,1 0,0 0,-1 1,1-1,0 0,-1 0,1 0,0 0,-1 0,1 0,0 0,0 0,-1-1,1 1,0 0,-1 0,1 0,0-1,-1 1,1 0,-1-1,1 1,-1-1,1 1,0-1,-1 1,1-1,-1 1,0-1,1 1,-1-1,1 1,-1-2,13-10,-1-1,0-1,-1 0,-1-1,0 0,-1-1,5-11,-8 15,35-71,-5-2,-3-2,-1-9,-4 14,-22 68,-7 29,-12 75,3-42,2 0,3 1,1-1,3 1,2 0,2 0,2-1,4 11,-6-47,0 0,1 0,0-1,1 1,1-1,-1 0,2-1,-1 1,2-1,-1-1,1 1,1-1,-1-1,2 1,-1-2,1 1,0-1,1-1,-1 0,1 0,7 2,15-7,-33-2,1 1,-1 0,1-1,-1 1,1 0,-1-1,1 1,-1-1,1 1,-1-1,1 1,-1-1,0 1,1-1,-1 1,0-1,1 0,-1 1,0-1,0 1,0-1,0 0,0 1,1-1,-1 0,0 1,0-1,0 1,-1-1,1 0,0 1,0-1,0 0,0 1,-1-1,1 1,0-1,0 0,-1 1,1-1,-1 1,1-1,0 1,-1-1,1 1,-1 0,1-1,-9-9,1 0,-1 1,-1 0,1 1,-2 0,1 0,-1 1,0 0,-1 0,-7-4,-48-29,-1 2,-2 4,-40-12,51 20,63 20,81 2,90-6,-1-8,-1-7,-2-8,34-16,-127 33,-77 16,1 0,-1 1,0-1,1 1,-1-1,0 1,1 0,-1-1,0 1,0 0,0 0,0 0,0 0,0 0,0 0,0 0,0 0,0 1,0-1,-1 0,1 0,0 1,-1-1,0 1,1-1,-1 0,0 1,1-1,-1 1,0-1,0 0,0 1,0-1,0 1,-1-1,1 1,0-1,-1 0,1 1,-1-1,1 0,-1 1,0-1,1 0,-36 256,31-137,5-121,-1 1,1 0,0 0,0 0,-1 0,1 0,0 0,0 0,-1 1,1-1,0 0,0 0,0 0,-1 0,1 0,0 0,0 0,0 0,-1 1,1-1,0 0,0 0,0 0,0 0,-1 1,1-1,0 0,0 0,0 0,0 1,0-1,0 0,0 0,-1 0,1 1,0-1,0 0,-6-25,-22-152,2-58,24 210,1 0,1 0,1 0,1 0,1 0,6-18,-8 36,1 0,0 0,1 1,-1-1,2 0,-1 1,0 0,1 0,0 0,1 0,-1 1,1-1,0 1,1 0,-1 1,1-1,0 1,0 1,0-1,1 1,-1 0,1 0,-1 0,1 1,3 0,-1 0,-1 1,1 0,-1 1,1 0,-1 1,1-1,-1 2,0-1,1 1,-1 0,0 1,0 0,0 0,-1 1,1 0,-1 0,6 5,-8-6,-1 1,1-1,-1 1,0 0,0 1,0-1,-1 1,1-1,-1 1,-1 0,1 0,0 1,-1-1,0 0,-1 1,1-1,-1 1,0 0,0-1,-1 1,1 0,-1-1,-1 1,1 0,-1 0,-1 3,-2 3,-1-1,0 0,-1 0,0 0,-1-1,0 0,0 0,-1-1,0 1,-1-2,0 1,-1-2,-8 7,18-14,-6 11,24-11,-14-1,8-2,1 1,-1 1,0 0,1 1,-1 0,0 0,1 2,-1-1,0 2,0 0,0 0,0 1,-1 0,1 1,-1 0,0 1,0 0,-1 1,0 0,0 1,-1 0,0 1,0 0,-1 0,4 6,-9-8,1 0,-2 0,1 1,-1-1,0 1,-1-1,1 1,-1 0,-1 0,0 0,0 0,0-1,-1 1,-1 0,1 0,-1-1,0 1,-1-1,0 1,0-1,0 0,-1 0,0 0,0-1,-1 0,0 1,0-2,-1 1,1 0,-1-1,0 0,-2 0,-9 9,-1-1,0 0,-1-2,0 0,-1-1,0-1,-1-1,0 0,0-2,-1 0,-17 1,4-3</inkml:trace>
  <inkml:trace contextRef="#ctx0" brushRef="#br0" timeOffset="2799.73">967 1939,'-34'146,"-7"-2,-25 53,63-189,-7 19,28-99,80-278,-95 340,1-5,1-1,0 1,1 1,1-1,0 1,1 0,1 0,1-1,-9 14,0 0,0 0,0 0,0 0,0 0,0 0,0 1,0-1,0 0,0 0,1 1,-1-1,0 1,0-1,1 1,-1 0,0 0,1-1,-1 1,0 0,1 0,-1 0,0 0,1 0,-1 1,0-1,1 0,-1 1,0-1,1 1,-1-1,0 1,0-1,0 1,1 0,-1 0,0-1,0 1,0 0,0 0,-1 0,1 0,0 1,0-1,-1 0,1 0,34 61,-33-58,25 70,-3 1,-3 1,-3 1,4 58,19 78,-35-188,-1-11</inkml:trace>
  <inkml:trace contextRef="#ctx0" brushRef="#br0" timeOffset="3049.84">886 2299,'-14'0,"-8"0,-4 0,8 0,16 0,22 0,28-2,30-5,30-9,24-6,-11 1</inkml:trace>
  <inkml:trace contextRef="#ctx0" brushRef="#br0" timeOffset="3509.63">1982 2059,'-1'-6,"1"0,-1 0,1 0,0 0,0 0,0 0,1 0,0 0,0 0,1 0,0 1,0-1,0 0,0 1,1 0,0-1,0 1,1 0,-1 1,1-1,0 1,0-1,1 1,-1 0,1 1,0-1,0 1,0 0,0 0,1 0,-1 1,1 0,0 0,0 0,-1 1,1 0,0 0,0 1,0-1,0 1,0 0,2 1,-2 2,0 0,0 0,0 0,-1 1,0-1,1 1,-1 1,-1-1,1 1,-1 0,1 0,-2 0,1 0,0 1,-1 0,0 0,0 0,-1 0,0 0,0 0,0 0,-1 1,0-1,0 1,0-1,-1 1,-1 6,2 25,-2 0,-2 0,-2 0,-1 0,-2-1,-5 15,-12 59,25-55,0-55,1 0,-1-1,1 1,-1-1,1 1,0-1,-1 1,1-1,0 0,-1 1,1-1,0 0,-1 0,1 1,0-1,0 0,-1 0,1 0,0 0,0 0,0 0,-1 0,1 0,0 0,0 0,-1 0,1-1,0 1,0 0,-1-1,1 1,0 0,-1-1,1 1,0-1,-1 1,1-1,-1 1,1-1,-1 1,1-1,-1 0,1 1,-1-1,15-15,-1-1,-1 1,-1-2,0 0,-1-1,-1 1,-1-2,7-18,-1 1,-2-1,-1 0,-2-1,-2 0,0-13,-33 191,23-120,-10 146,13-155,-1-1,1 0,1 0,0 1,0-1,1 0,0-1,0 1,1-1,0 1,0-1,1 0,1-1,-1 1,1-1,3 3,-6-6,0-1,1 0,-1 0,1 0,-1-1,1 1,0-1,0 0,0 0,0 0,0-1,1 1,-1-1,1 0,-1 0,1-1,-1 1,1-1,-1 0,1 0,-1 0,1-1,-1 0,0 0,1 0,-1 0,0-1,1 1,-1-1,0 0,0 0,0-1,2-2,9-14</inkml:trace>
  <inkml:trace contextRef="#ctx0" brushRef="#br0" timeOffset="3766.218">2210 2286,'-16'0,"-10"0,-2 0,5 0,14 0,19 0,25 0,23-2,21-6,15-5,6-6,-7-1,-15 0,-22 3</inkml:trace>
  <inkml:trace contextRef="#ctx0" brushRef="#br0" timeOffset="3949.377">2063 1551,'16'-3,"21"0,25 1,24-5,23-3,13-5,-14 1</inkml:trace>
  <inkml:trace contextRef="#ctx0" brushRef="#br0" timeOffset="5100.924">17 0,'25'83,"4"78,-7 0,0 160,-18 288,-26-1,-33 58,53-642,1-10,-26 330,15 4,21-233,-1-91,1-20,-1-12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1:35.2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1,'11'0,"11"0,11 0,8 0,7 2,0 5,-4 7,-10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1:35.5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3,'14'2,"17"1,18 0,17-3,14-2,11-2,-12-1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1:35.8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19 0,'-6'26,"2"-1,0 1,1 0,1 0,2 0,1 8,-1-17,11 207,15 44,-10-113,87 1376,-79-290,-24-1113</inkml:trace>
  <inkml:trace contextRef="#ctx0" brushRef="#br0" timeOffset="1696.885">473 682,'8'-5,"-1"0,1 0,0 1,0-1,1 2,-1-1,1 1,-1 1,1 0,0 0,0 0,0 1,1 1,-1-1,0 1,0 1,0 0,0 0,0 1,0 0,0 1,0 0,-1 0,1 0,-1 2,0-1,0 1,-1 0,1 0,-1 1,0 0,0 0,0 2,0 3,0 1,-1 0,-1 0,0 0,0 1,-2-1,1 1,-2 0,1 0,-2 1,0-1,0 0,-2 5,0 14,-2-1,-1 0,-1 1,-2-1,-1 1,-10 29,22-63,25-51,-1-1,-3-1,-2-1,14-59,-30 94,17-50,-24 71,0 0,0 0,1 0,-1 0,0 0,0 0,0 1,1-1,-1 0,0 0,0 0,1 0,-1 0,0 0,0 0,1 0,-1 0,0 0,0 0,0 0,1 0,-1 0,0 0,-34 271,31-253,2-1,0 1,1-1,1 1,0-1,1 0,1 1,1-1,0 0,2-1,0 1,0-1,1 0,2 0,-8-14,0 0,0 0,0 0,0 0,1 0,-1 0,0-1,1 1,-1-1,1 1,0-1,-1 1,1-1,0 0,0 0,0 0,0 0,0 0,0 0,0-1,0 1,0-1,1 1,-1-1,0 0,0 0,0 0,0 0,1 0,-1-1,0 1,0-1,0 1,0-1,0 0,0 1,2-2,-3-3,0 0,-1 0,1 0,-1 0,0 0,-1 0,1 0,-1 0,0 0,0 0,-1 0,1 0,-1 0,0 1,0-1,-1 1,0 0,1-1,-1 1,-1 0,1 1,-4-4,-6-10,-1 0,-1 1,-1 1,0 0,-1 1,-1 1,0 1,0 0,-1 1,-1 1,0 1,0 1,-1 1,0 0,0 2,17 4,-14-4,39 2,450-49,-453 51,1 1,-1 1,1 0,-1 2,0 0,14 4,-26-5,0 0,0 0,0 1,-1-1,1 1,-1 1,0-1,0 1,0-1,-1 2,1-1,-1 0,0 1,0 0,0 0,-1 0,0 0,0 1,0-1,0 1,1 5,1 13,-2 0,0 0,-1 0,-2 1,0-1,-2 0,0 0,-4 11,5-26,-2 3,2-27,-33-485,32 480,0 13,1 0,1 1,-1-1,1 0,0 0,1 1,0-1,0 0,0 0,2-4,0 10,-1-1,1 1,-1-1,1 1,0 0,0 0,0 0,0 0,0 1,0-1,0 1,0 0,0-1,0 1,0 1,0-1,0 0,0 1,0 0,-1-1,1 1,0 0,0 1,0-1,-1 0,1 1,-1-1,1 1,0 1,8 2,-1 0,1 0,-2 1,1 1,-1 0,0 0,0 1,-1 0,0 0,0 1,-1 0,0 0,-1 0,0 1,0 0,-1 1,0-1,-1 1,0 0,-1 0,2 12,-7-15,0 0,0 0,0 0,-1 0,-1 0,1-1,-1 0,0 1,-1-1,0-1,0 1,0-1,-1 0,0 0,0 0,-1-1,1 0,-1 0,0-1,-1 0,1 0,-7 2,117-20,32 18,-128-3,-1 0,1 1,-1 0,1 0,-1 0,0 1,0 0,0 0,0 1,-1-1,0 1,1 0,-1 1,0 0,-1-1,1 1,-1 1,0-1,0 1,-2-2,-1 0,1 0,-1 0,0 0,0 0,0 0,0 0,-1 1,0-1,0 0,0 0,0 1,-1-1,1 0,-1 0,0 0,0 0,-1 0,1 0,-1 0,0 0,0 0,0-1,-1 1,1-1,-1 0,0 0,-2 3,-7 6,0 0,-1-1,-1-1,1 0,-2 0,-9 4,-1-1,0-1,-2 0,1-2,-1-1,-19 3,16-6</inkml:trace>
  <inkml:trace contextRef="#ctx0" brushRef="#br0" timeOffset="2675.529">928 1979,'-97'435,"31"-163,65-262,5-25,23-113,7-93,13-74,-16 203,-31 91,1 1,-1-1,0 1,0-1,0 0,1 1,-1-1,0 1,1-1,-1 0,0 1,1-1,-1 1,1-1,-1 1,1 0,-1-1,1 1,-1-1,1 1,-1 0,1-1,-1 1,1 0,0 0,-1 0,1-1,0 1,-1 0,1 0,0 0,-1 0,1 0,0 0,-1 0,1 0,-1 0,1 1,0-1,-1 0,1 0,0 0,-1 1,1-1,-1 0,1 1,-1-1,1 1,-1-1,1 0,-1 1,16 33,22 235,-8-98,30 80,-39-165,-8-18,-12-49</inkml:trace>
  <inkml:trace contextRef="#ctx0" brushRef="#br0" timeOffset="2922.658">808 2487,'7'-2,"11"-1,16 0,21-2,19-4,15-3,6-4,-13 0</inkml:trace>
  <inkml:trace contextRef="#ctx0" brushRef="#br0" timeOffset="3308.395">1557 2300,'2'-7,"2"-1,-1 1,1-1,1 1,-1 0,1 1,0-1,0 1,1 0,0 0,0 1,1-1,-1 2,1-1,0 1,0 0,8-3,-11 5,0 0,0 0,0 1,0-1,0 1,1 0,-1 0,1 1,-1-1,1 1,-1 0,0 0,1 1,-1-1,1 1,-1 0,0 0,1 0,-1 1,0 0,0-1,0 1,0 1,-1-1,1 1,0-1,-1 1,0 0,1 0,-1 1,-1-1,1 0,0 2,4 11,-1 0,-1 0,-1 0,0 1,-1 0,-1-1,0 1,-2 0,0 0,0 0,-2 0,0 0,-1 0,0-1,-6 13,-35 203,44-230,-1 0,0 0,1 1,-1-1,1 0,0 0,-1 0,1 1,0-1,0 0,1 0,-1 0,0 1,1-1,0 0,-1 0,1 0,0 0,0 0,0 0,0 0,0 0,0 0,1-1,-1 1,1 0,-1-1,1 1,0-1,0 1,-1-1,1 0,0 0,0 0,0 0,0 0,0 0,0-1,1 1,-1-1,0 1,0-1,0 0,1 0,-1 0,0 0,2 0,8-7,0 0,0 0,0-1,-1-1,0 0,-1 0,0-1,-1 0,0-1,0 0,-1 0,-1-1,2-3,9-12,-2-1,-1-1,-1 0,-1-1,-2-1,-1 1,-2-2,0-1,-7 9,-9 22,-26 63,24-38,2 1,0 0,2 0,0 1,2-1,1 1,0 19,2-36,1 0,0-1,1 1,-1 0,2 0,-1 0,1-1,0 1,1-1,0 1,0-1,0 0,1 0,0 0,0-1,1 1,0-1,0 0,1-1,-1 1,1-1,0 0,1 0,-1-1,1 0,3 2,63 10,-42-17</inkml:trace>
  <inkml:trace contextRef="#ctx0" brushRef="#br0" timeOffset="3575.311">1771 2621,'18'0,"20"-3,21-4,17-4,9-5,-1-4,-8 0,-17 2</inkml:trace>
  <inkml:trace contextRef="#ctx0" brushRef="#br0" timeOffset="3825.643">1650 1846,'21'2,"24"1,26-3,23-5,18-9,11-7,-16 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1:39.949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1,'71'362,"-12"31,71 1195,-106-1201,70 515,-86-846</inkml:trace>
  <inkml:trace contextRef="#ctx0" brushRef="#br1" timeOffset="6442.105">803 883,'-242'419,"226"-399,16-20,0 0,-1 0,1 0,-1 1,1-1,0 0,-1 0,1 0,-1 0,1 0,-1 0,1-1,0 1,-1 0,1 0,-1 0,1 0,0 0,-1-1,1 1,-1 0,1 0,0 0,-1-1,1 1,0 0,-1-1,1 1,0 0,0-1,-1 1,1 0,0-1,0 1,0-1,0 1,-1 0,1-1,0 1,0-1,0 1,0 0,0-1,0 1,0-1,0 1,0-1,0 1,0 0,0-1,1 1,-1-1,0 1,0 0,0-1,0 1,1-1,-1 1,0 0,0-1,1 1,-1 0,0-1,1 1,-1 0,44-156,-27 111,100-333,-91 323,-24 55,-1 0,0 0,0 0,1 0,-1 1,0-1,0 0,1 1,-1-1,0 1,0-1,0 1,0-1,0 1,0 0,0-1,0 1,0 0,0 0,0 0,0 0,0 0,-1 0,1 0,0 0,-1 0,1 0,-1 0,1 0,-1 1,1-1,-1 0,0 0,0 1,0-1,0 0,0 0,0 1,0-1,2 3,100 336,-60-221,38 138,-73-208,-9-36</inkml:trace>
  <inkml:trace contextRef="#ctx0" brushRef="#br1" timeOffset="6695.276">629 1164,'0'-2,"12"-1,14-3,22-1,20-3,20-2,12 2,1 2,-16 2</inkml:trace>
  <inkml:trace contextRef="#ctx0" brushRef="#br1" timeOffset="7470.691">683 2140,'13'25,"-2"1,0 0,-2 1,-1 0,-1 0,-1 1,-1 0,0 19,-5-44,1 1,-1-1,0 0,0 1,0-1,0 0,-1 1,1-1,-1 0,0 1,0-1,0 0,0 0,0 0,-1 0,0 0,1 0,-1 0,0-1,-2 3,3-5,0 0,0-1,-1 1,1 0,0 0,0-1,0 1,0 0,0-1,0 1,0-1,0 1,0-1,0 0,0 0,0 1,0-1,0 0,0 0,1 0,-1 0,0 0,1 0,-1 0,1 0,-1 0,1 0,-1 0,-7-19,0 0,1 0,1-1,1 1,1-1,1 0,1-1,1 1,1-19,-1 33,0-15,1 1,1 0,1 0,0 0,2 0,0 0,4-6,-6 20,0 1,0-1,1 1,0 0,1 0,-1 0,1 1,0-1,0 1,1 0,0 0,-1 0,2 1,-1 0,0 0,1 0,0 1,0-1,0 1,0 1,1-1,-1 1,1 0,5 0,-4 1,0 1,1 0,-1 0,0 1,0 0,0 0,0 1,0 0,0 0,0 1,0 0,-1 1,0 0,1 0,-1 0,-1 1,1 0,-1 0,0 1,0 0,0 0,1 3,-3-5,0 0,-1 1,1 0,-1 0,0 0,0 0,-1 1,0-1,0 1,0-1,0 1,-1 0,0 0,0 0,-1-1,1 1,-1 0,-1 0,1 0,-1 0,0 0,0-1,-1 1,0 0,0-1,0 1,0-1,-1 0,0 1,0-1,-2 1,1-1,-1 1,1-1,-1-1,-1 1,1 0,-1-1,1 0,-1-1,0 1,-1-1,1 0,0-1,-1 0,0 0,1 0,-6 0,13-2,26-1,0 0,1 2,-1 1,0 1,9 3,-29-5,0 1,-1-1,0 2,1-1,-1 1,0 0,0 0,0 0,-1 1,1 0,-1 0,0 1,0-1,0 1,-1 0,0 0,0 1,0-1,0 1,-1 0,0 0,0 0,-1 0,2 5,-3-5,0-1,-1 0,1 1,-1-1,0 0,0 1,-1-1,0 0,0 1,0-1,0 0,-1 0,0 0,0 0,-1 0,1 0,-1-1,0 1,0-1,0 0,-1 0,1 0,-2 0,-7 8,0-1,-1 0,0-1,-1-1,0 0,-13 6,7-5,1-1,-2-1,1 0,-1-2,0 0,-17 1,36-7,1 1,-1-1,0 0,1 0,-1 0,0 0,1-1,-1 1,1 0,-1-1,0 1,1-1,-1 0,1 1,-1-1,1 0,-1 0,1 0,0 0,0 0,-1 0,1 0,0 0,0-1,0 1,0 0,0-1,0 1,1-1,-1 1,0-1,1 1,-1-1,1 0,-1 1,1-1,0 0,0 1,0-1,0 0,0 1,0-1,0 0,1 1,-1-1,3-19</inkml:trace>
  <inkml:trace contextRef="#ctx0" brushRef="#br1" timeOffset="7950.745">1471 67,'155'661,"-100"-282,-17 2,-16 1,-18 65,0-207,24 307,-29-543,-1-17,-3-23,3 8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1:51.58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158 51,'-31'199,"4"59,4-38,-10 32,24-212,9-40,0-1,-1 1,1 0,0-1,0 1,0-1,0 1,-1 0,1 0,0-1,0 1,-1 0,1-1,0 1,-1 0,1 0,0 0,-1-1,1 1,0 0,-1 0,1 0,-1 0,1 0,0 0,-1 0,1 0,0 0,-1 0,1 0,-1 0,1 0,0 0,-1 0,1 0,-1 0,1 0,0 0,-1 0,1 1,0-1,-1 0,1 0,0 0,-1 1,-10-186,9 157,-5-143,14-152,-7 304,1 0,1-1,0 1,2 0,0 0,1 1,1-1,1 1,1 0,0 1,1 0,1 0,11-15,-18 29,0 0,0 0,1 0,-1 0,1 0,0 0,-1 1,1 0,0 0,1 0,-1 0,0 1,0 0,1-1,-1 2,1-1,-1 0,1 1,-1 0,1 0,-1 0,1 1,-1-1,1 1,-1 0,1 0,-1 1,0-1,0 1,0 0,0 0,0 1,0-1,0 1,-1 0,1 0,2 3,0 1,-1 0,1 1,-2 0,1 0,-1 0,0 1,-1-1,0 1,0 0,-1 0,0 0,0 0,-1 0,-1 0,1 1,-2-1,1 0,-1 0,0 0,-1 0,0 0,-1 1,-3 11,0-1,-2-1,0 0,-1 0,-1 0,-1-1,0-1,-1 0,-5 4,10-12,-1 0,1-1,-1 0,-1-1,0 1,0-2,0 1,-1-1,0-1,-4 2,15-7,-1-1,0 1,1-1,-1 0,0 1,0-1,1 0,-1 1,0-1,0 0,0 1,0-1,0 0,0 1,0-1,0 0,0 1,0-1,0 0,0 0,0 1,-1-1,1 1,0-1,-1 0,1 1,0-1,-1 1,1-1,0 0,-1 1,1-1,-1 1,1-1,-1 1,0 0,1-1,-1 1,1 0,-1-1,0 1,1 0,-1 0,0-1,1 1,-1 0,0 0,1 0,-1 0,0 0,1 0,-1 0,0 0,1 0,-1 0,0 0,1 1,-1-1,0 0,1 0,-1 1,0-1,1 0,-1 1,1-1,-1 1,1-1,-1 1,8-9,1 1,0 0,1 1,-1 0,1 1,0-1,0 2,1-1,-1 1,1 1,0 0,0 0,1 1,9-1,-11 0,0 0,1 2,-1-1,1 1,-1 0,1 1,0 0,-1 1,1 0,-1 0,1 1,-1 0,1 1,-1 0,0 0,0 1,-1 0,1 1,-1 0,0 0,0 1,-1 0,1 0,-1 1,-1 0,1 0,-1 0,0 1,-1 0,5 8,-7-5,0 0,-1-1,-1 1,1 0,-1 0,-1 0,0 0,-1-1,0 1,-1 0,0 0,0-1,-1 1,-1-1,0 0,0 0,-2 2,-6 13,-2-1,-1 0,-1-1,-1-1,0-1,-6 4,9-9,-1 0,0-2,-1 0,-1 0,0-2,-1 0,0-1,0-1,-2 0,1-2,-2 0,19-7,-1 0,1 0,-1 0,1 0,-1-1,0 1,1-1,-1 0,0 0,1 0,-1 0,0 0,1-1,-1 1,0-1,1 1,-1-1,1 0,-1 0,1 0,-1-1,1 1,0-1,0 1,0-1,0 0,0 1,0-1,0 0,0-1,1 1,-1 0,1 0,-1-1,1 1,-1-83,10 37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1:51.94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1,'6'126,"5"-1,15 62,-9-74,98 921,-100-747,-12-1,-25 183,-66 200,71-585,4-29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1:52.34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1,'11'29,"9"38,2 38,3 44,-1 38,-2 38,-3 31,-2 19,-4 9,-4-6,-2-18,1-26,3-32,7-35,7-34,6-33,3-31,-6-28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1:53.76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360 282,'-3'1,"0"0,-1 1,1-1,0-1,-1 1,1 0,-1-1,1 1,-1-1,1 0,-1 0,1-1,-1 1,1-1,0 0,-1 1,1-1,0-1,-1 1,1 0,0-1,0 0,0 0,0 0,0 0,1 0,-1-1,-2-1,0 0,0 1,0-1,0 1,-1 0,1 1,-1-1,0 1,1 0,-1 1,0-1,0 1,-1 0,1 0,0 1,0 0,0 0,0 1,0-1,-1 1,1 1,0-1,1 1,-6 2,2 2,0 0,0 0,1 1,0 0,1 0,0 1,0 0,0 0,1 1,0 0,1 0,0 0,0 1,1-1,0 1,1 0,0 1,1-1,0 0,0 1,1-1,0 1,1 0,1-1,0 10,1-15,-1 0,1-1,0 1,0 0,0 0,0-1,1 1,0-1,0 0,0 0,1 0,-1 0,1-1,0 1,0-1,0 0,0 0,1-1,-1 1,1-1,0 0,0 0,3 1,5 1,1 0,0-2,1 1,-1-1,0-1,1-1,13-1,19-6,0-2,-1-2,0-2,-1-2,-1-2,0-2,-1-1,13-11,1 2,-45 23,-10 4,1 0,-1 0,1 1,-1-1,1 0,0 1,0 0,0 0,0 0,0 0,0 0,0 0,0 1,0-1,0 1,0 0,0 0,0 0,0 1,0-1,0 1,0-1,0 1,0 0,0 0,0 1,0-1,1 1,73 125,-71-120,0 0,0-1,0 0,1 0,0-1,1 0,-1 0,1 0,0-1,0 0,0-1,0 0,1 0,4 0,-11-2,0-1,1 0,-1 0,0 0,1 0,-1-1,0 1,0-1,1 1,-1-1,0 0,0 0,0 0,0 0,0 0,0 0,0-1,0 1,-1-1,1 1,0-1,-1 1,1-1,-1 0,0 0,1 0,-1 0,0 0,0 0,0 0,-1 0,1-1,0 1,-1 0,1 0,-1-1,0 1,4-90,-5 80,-1 1,-1-1,0 1,-1-1,0 1,-1 0,0 0,-1 1,0 0,-1 0,-7-9,10 14,0 0,0 0,0 1,-1 0,1 0,-1 0,0 1,-1-1,1 1,0 0,-1 1,0-1,0 1,1 0,-1 1,0-1,0 1,-1 0,1 1,0 0,0 0,0 0,-5 1,50 0,56-13,-69 7,-1 1,2 1,-1 2,0 0,0 2,1 1,20 4,-40-4,1 0,-1 1,1 0,-1 1,0-1,0 1,-1 1,1-1,-1 1,0 0,0 1,0-1,-1 1,0 0,0 1,-1-1,1 1,-1 0,-1 0,1 0,-1 0,-1 1,1 0,-1-1,-1 1,1 3,14 116,-16-126,0 0,0 0,0 0,1 0,-1 0,1 0,-1 0,0 0,1 0,0 0,-1 0,1-1,-1 1,1 0,0 0,0-1,-1 1,1 0,0-1,0 1,0-1,0 1,0-1,0 1,0-1,0 0,0 1,0-1,0 0,0 0,0 0,0 0,0 0,0 0,0 0,0 0,0 0,0 0,0-1,0 1,0 0,0-1,0 1,0-1,0 1,0-1,0 1,-1-1,1 0,0 0,43-38,-26 14,0-1,-2 0,-1-1,-1-1,-1-1,-1 0,-2 0,5-24,-13 48,-2 13,-1 15,0-15,-3 22,2-1,1 1,1 0,3 16,-2-38,0-1,0 1,1 0,0-1,1 1,0-1,0 0,0 0,1 0,0 0,0 0,1-1,0 0,0 0,0 0,1-1,0 0,0 0,6 4,-1-3,1 0,1-1,-1 0,1-1,0 0,0-1,4 0,36 5</inkml:trace>
  <inkml:trace contextRef="#ctx0" brushRef="#br0" timeOffset="842.084">2191 95,'-15'1,"0"1,1 1,-1 0,1 1,-1 1,1 0,0 1,1 0,0 1,0 1,0 0,1 0,0 1,-3 4,13-12,-1 1,1-1,0 0,-1 1,1 0,0-1,0 1,0 0,0 0,1 0,-1 0,1 1,-1-1,1 0,-1 1,1-1,0 1,0-1,1 1,-1 0,0-1,1 1,-1 0,1-1,0 1,0 0,0-1,0 1,1 0,-1 0,1-1,0 1,-1-1,1 1,0-1,1 2,5 2,1-1,0 1,0-1,1-1,-1 0,1 0,0 0,0-1,0 0,0-1,7 1,-2 0,60 15,-32-9,0 1,-1 3,-1 1,35 17,-22 7,-52-37,0 0,0 1,0-1,0 0,0 0,0 1,0-1,0 1,-1-1,1 1,0-1,-1 1,0-1,1 1,-1 0,0-1,0 1,1-1,-1 1,-1 0,1-1,0 1,0 0,0-1,-1 1,1-1,-1 1,0-1,1 1,-1-1,0 1,0-1,0 0,0 1,0-1,0 0,-5 4,-1 0,0-1,-1 1,1-2,0 1,-1-1,0 0,0-1,0 0,0 0,0-1,0 0,-1 0,1-1,0 0,-1 0,-1-1,4 1,-1 0,1-1,-1 1,1-1,0-1,0 1,0-1,0 0,0 0,0-1,0 0,1 0,-1 0,1-1,0 0,0 0,0 0,0 0,-2-4,7 7,-1-1,0 1,1 0,-1-1,1 1,-1-1,1 1,0-1,0 1,-1-1,1 1,0-1,0 1,1-1,-1 1,0-1,0 1,1 0,-1-1,1 1,-1-1,1 1,0 0,-1-1,1 1,0 0,0 0,0-1,0 1,0 0,0 0,0 0,1 0,-1 1,1-2,49-24,100-18,-111 35,-1-1,0-2,0-2,-2-2,0-1,23-16,-53 29,0-2,-1 1,0-1,0 0,0 0,-1 0,1-1,-2 0,1 0,-1-1,0 1,1-4,-4 8,0 0,0 0,0 0,0 0,0-1,-1 1,1 0,-1-1,0 1,0 0,0-1,0 1,-1 0,0-1,1 1,-1 0,0 0,-1 0,1 0,0 0,-1 0,0 0,0 0,1 0,-2 1,1-1,0 1,0-1,-1 1,0 0,1 0,-1 0,0 0,1 1,0-1,-1 1,1 0,-1 0,0 0,1 0,-1 0,0 0,0 1,1-1,-1 1,0 0,0 0,0 0,1 0,-1 0,0 1,0-1,0 1,1 0,-1 0,0 0,1 0,-1 0,1 1,0-1,-1 1,1-1,0 1,0 0,0 0,0 0,0 0,0 0,0 1,0 0,-5 6,1 1,0 0,0 0,1 0,1 1,-1-1,2 1,-3 9,3-10,-1 1,2 0,0-1,0 1,1 0,0 1,1-1,0 0,1 0,0 0,1 0,0 0,0-1,1 1,1 0,0-1,1 0,-1 0,2 0,0-1,0 1,0-1,1-1,1 1,-1-1,1-1,1 1,-1-1,1-1,8 5,-5-6,-1-1,1-1,0 0,0 0,0-1,0-1,0 0,1-1,-1 0,0 0,0-2,0 1,0-2,5-1,40-12</inkml:trace>
  <inkml:trace contextRef="#ctx0" brushRef="#br0" timeOffset="1231.41">3127 134,'-6'6,"0"1,0 0,1 0,0 0,0 1,0-1,1 1,1 1,-1-1,1 0,1 1,0-1,0 1,0 0,1 0,0-1,1 1,0 0,0 0,1 0,1 0,-1 0,1-1,1 1,-1-1,1 1,1-1,0 0,0 0,3 5,-1-4,0 0,0 0,1 0,0-1,1 0,0-1,0 1,0-1,1-1,0 0,0 0,1-1,0 0,-1 0,3-1,-8-3,-1 0,1-1,-1 0,1 1,-1-2,1 1,-1 0,0-1,1 1,-1-1,1 0,-1 0,0 0,0-1,1 1,-1-1,0 0,0 1,-1-2,1 1,0 0,-1 0,1-1,-1 1,0-1,0 0,2-2,43-87,-40 72,0 0,-2-1,0 0,-1 0,-2 0,0 0,-1-1,-1 1,-1-5,0 26,1 1,0-1,-1 1,1-1,-1 0,1 1,-1-1,1 1,-1-1,1 0,-1 0,0 1,1-1,-1 0,1 0,-1 0,0 1,1-1,-1 0,0 0,1 0,-1 0,1 0,-1 0,0 0,1-1,-1 1,0 0,1 0,-1 0,1-1,-1 1,1 0,-1 0,0-1,1 1,-1-1,1 1,-1 0,1-1,0 1,-1-1,1 1,0-1,-1 0,1 1,0-1,-1 1,1-1,0 1,0-1,0 0,-1 1,1-1,0 0,0 1,0-1,0 1,0-1,0 0,0 1,1-1,-1 0,0 1,0-1,-5 11,0 1,0 0,1 1,0-1,1 1,1 0,-1-1,2 1,0 0,0 0,1 0,1 0,0 0,0 0,2 0,2 11,0-13,1-1,0 1,0-2,1 1,0-1,0 1,1-2,0 1,0-1,1-1,0 0,0 0,0 0,1-1,0-1,0 1,0-2,1 0,-1 0,1 0,0-1,0-1,0 0,7-1,43 6</inkml:trace>
  <inkml:trace contextRef="#ctx0" brushRef="#br0" timeOffset="1569.986">3916 1,'-9'2,"1"0,-1 1,0 0,1 1,0-1,0 2,0-1,0 1,1 1,0-1,0 1,0 0,1 1,-1 0,2 0,-1 0,1 0,0 1,1 0,-1 0,2 0,-4 9,7-13,-1 0,1 0,0 0,0 0,0 0,0 0,1 0,0 0,0 0,0 0,0 0,0 0,1-1,0 1,0-1,0 1,0-1,0 1,1-1,-1 0,1 0,3 2,73 51,-78-55,33 19,-6-5,0 2,-1 0,-1 2,-1 1,15 16,-38-35,1 1,-1 0,0 0,0 0,0 0,0 0,0 1,0-1,-1 0,1 1,-1-1,0 1,1 0,-1 0,0-1,-1 1,1 0,0 0,-1 0,0 0,1-1,-1 1,-1 0,1 0,0 0,-1 0,1 0,-1 0,0-1,0 1,0 0,0 0,0-1,-2 2,-4 2,-1-1,0-1,0 1,-1-1,1-1,-1 1,0-2,0 1,0-1,0 0,0-1,-1 0,-6-1,-127 5,129-6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1:50.71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214 256,'-34'186,"-7"-1,-35 85,59-228,5-31,8-30,5-28,2 0,2 1,6-20,1-11,3-60,-6 48,4 0,3 1,14-38,-28 117,0 0,1 1,0 0,0 0,1 0,0 0,0 0,1 1,0 0,0 0,1 0,0 1,0-1,3 0,-7 6,0 0,0 1,0-1,0 1,0-1,0 1,1 0,-1 0,0 0,0 0,0 0,1 1,-1-1,0 0,0 1,0 0,0 0,0-1,0 1,0 0,0 1,0-1,0 0,-1 0,1 1,0-1,-1 1,0 0,1-1,-1 1,0 0,1 0,-1 0,0 0,-1 0,1 0,0 0,0 0,-1 0,1 1,10 29,-1 1,-1 0,-2 0,-1 0,-2 1,-1 0,-2 32,1-30,29 676,-27-668</inkml:trace>
  <inkml:trace contextRef="#ctx0" brushRef="#br0" timeOffset="187.488">0 831,'16'-4,"19"-7,21-3,18-2,12 2,2 6,-6 11,-18 4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1:56.20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395 943,'-24'-11,"0"2,-1 1,0 1,0 1,-1 1,-13-1,31 5,-1 1,1 0,-1 0,0 0,1 1,-1 0,1 1,0 0,-1 1,1-1,0 1,0 1,1 0,-1 0,1 0,0 1,0 0,0 1,0-1,1 1,-1 2,3-4,1 0,0 0,0 0,0 0,0 1,1 0,-1-1,1 1,1 0,-1 0,1 0,-1 0,1 1,1-1,-1 0,1 0,0 0,0 1,0-1,1 0,0 0,0 1,0-1,1 0,0 0,0-1,0 1,0 0,1-1,0 1,0-1,0 0,0 1,1-2,-1 1,1 0,0-1,0 0,1 0,-1 0,0 0,1-1,0 1,0-1,2 0,1 1,-1-2,1 1,0-1,0 0,1-1,-1 0,0 0,0-1,0 1,0-2,0 1,0-1,-1-1,1 1,-1-2,1 1,-1-1,0 1,0-2,3-1,6-6,0-1,0 0,-1-1,-1 0,-1-2,0 1,7-12,-5 4,-2-1,-1 0,-1-1,-1 0,0 0,-3-1,0 0,-1 0,0-17,2-38,-3 1,-5-44,-6 2,-3 90,9 32,-1-1,0 0,1 1,-1-1,1 1,-1 0,0-1,0 1,1 0,-1-1,0 1,0 0,1 0,-1-1,0 1,0 0,1 0,-1 0,0 0,0 0,0 0,1 0,-1 1,0-1,0 0,1 0,-1 1,0-1,0 0,1 1,-1-1,0 0,1 1,-1-1,0 1,1-1,-1 1,1 0,-1-1,1 1,-1 0,1-1,0 1,-1 0,1-1,0 1,-1 0,1 0,0-1,0 1,0 0,0 0,0-1,-1 2,-12 24,0 1,2 1,1 0,1 1,1-1,1 3,5-20,-12 41,2 1,2 0,3 0,3 1,1 0,4 25,-1-69,1 0,0 0,1 0,0 0,0 0,1 0,0-1,1 1,0-1,1 0,0 0,0 0,1-1,0 0,0 0,1 0,0-1,0 0,1 0,0-1,0 0,0 0,1-1,0 0,0-1,2 1,8-1,0 0,0-2,0 0,0-1,0-1,0-1,0-1,0 0,0-1,0-1,-1-1,1-1,-1-1,-1 0,1-1,-1-1,-1 0,0-1,0-1,-1-1,0 0,5-6,-12 10,0 1,-1-2,0 1,0-1,0 0,-1 0,-1-1,0 1,0-1,0 0,-2-1,1 1,-1-1,-1 0,0 0,0 0,-1-5,0 15,-1-1,0 1,0-1,0 1,0-1,0 1,0-1,0 1,0-1,-1 1,1-1,-1 1,1-1,-1 1,1-1,-1 1,0-1,0 1,0 0,1 0,-1-1,-1 1,1 0,0 0,0 0,0 0,0 0,-1 0,1 1,0-1,-1 0,1 1,-1-1,1 1,-1-1,1 1,-1 0,1-1,-1 1,1 0,-1 0,0 0,1 0,-1 1,-4 3,0 1,0 0,1 1,-1-1,1 1,0 0,1 0,0 1,0 0,0-1,1 1,-1 0,2 1,-1-1,1 1,0-1,1 1,-1 4,0-2,0 0,1 0,0 1,0-1,1 0,0 1,1-1,0 0,1 0,1 4,-2-10,0 1,1-1,0 0,0 0,0 0,0 0,1 0,-1-1,1 1,0-1,0 1,0-1,1 0,-1 0,1-1,-1 1,1-1,0 0,0 0,0 0,0 0,1-1,-1 1,4 0,-1-1,0 0,0 0,0-1,0 0,0 0,0-1,0 0,0 0,-1 0,1-1,0 0,-1-1,1 1,-1-1,0 0,1-1,-2 1,1-1,0-1,-1 1,0-1,0 0,0 0,0-1,6-6,-2-1,0 0,0-1,-1 0,-1 0,0 0,-1-1,-1 0,0-1,-1 0,-2 10,-1 2,1-1,-1 1,0-1,0 0,0 1,-1-1,0 1,0-1,0 0,0 1,-1-1,0 0,0 1,-1-4,-12 21,11-6,0-1,1 1,0 0,0 0,1 0,0 0,0 0,1 0,0 0,0 0,0 0,1 0,0 0,1 0,-1 0,1 0,1-1,-1 1,1-1,0 1,1-1,-1 0,1 0,0 0,1-1,0 0,-1 1,2-2,-1 1,0 0,1-1,3 2,11 4,1-1,-1-1,2 0,-1-2,1-1,-1 0,1-1,19 0,32 3</inkml:trace>
  <inkml:trace contextRef="#ctx0" brushRef="#br0" timeOffset="607.77">2039 902,'-12'-6,"0"0,-1 1,1 0,-1 0,-1 2,1 0,0 0,-1 1,1 1,-1 0,1 1,-1 0,0 1,1 1,-1 0,1 0,0 2,0 0,0 0,0 1,-1 1,8-2,0-1,-1 1,2 0,-1 0,0 0,1 1,0 0,0 0,0 0,1 1,0 0,0 0,0 0,1 0,-1 0,2 1,-1 0,1-1,0 1,-1 5,4-8,1 0,-1-1,1 1,0 0,0-1,0 0,0 1,1-1,-1 0,1 0,0 0,0-1,0 1,0-1,1 1,-1-1,0 0,1 0,0-1,-1 1,1-1,0 0,0 0,0 0,0 0,0-1,0 1,0-1,0 0,0 0,0-1,0 1,0-1,14 0,0 0,-1-2,1 0,-1-1,1-1,-1 0,0-1,-1-1,0-1,0 0,0-1,-1-1,-1 0,1-1,-2-1,1 0,-2-1,8-9,3-10,-25 38,1 0,-1 0,1 1,1-1,-1 0,1 1,0-1,0 1,1-1,-1 0,2 0,-1 1,1-1,0 0,0 0,0 0,1 0,0-1,0 1,1-1,-1 0,1 0,0 0,1 0,-1-1,1 1,0-1,0 0,0-1,0 1,1-1,0 0,-1 0,1-1,4 1,9 0,0-2,0-1,-1 0,1-1,0-1,0-1,-1 0,1-2,-1 0,0-1,-1-1,1 0,-2-1,1-1,-1-1,0 0,-1-2,0 1,1-4,5-2,-1 0,-1-2,-1-1,-1 0,0-1,-2 0,0-2,-2 0,0 0,-2-1,-1-1,0 0,-2 0,1-10,5-24,-2 1,-3-2,-3 1,-2-1,-3 0,-3 0,-2-2,3 50,0 0,-1 0,-1 0,0 0,0 1,-1-1,0 1,-1 0,-5-8,8 17,-1-1,0 1,0-1,0 1,0 0,0 0,0 1,0-1,-1 0,1 1,-1 0,1 0,-1 0,1 0,-1 1,0-1,1 1,-1 0,0 0,1 0,-1 1,0-1,1 1,-1 0,0 0,1 0,0 0,-1 1,1-1,0 1,-1 0,1 0,0 0,0 1,1-1,-1 1,0-1,1 1,0 0,-1 1,-21 19,1 2,1 1,1 0,1 2,2 0,1 1,1 1,1 0,2 1,1 1,2 0,1 0,1 1,2 0,1 6,2-18,1 1,1 0,0-1,2 1,1 0,1-1,0 0,2 1,0-1,2-1,0 1,1-1,1-1,1 1,1-2,0 1,2-1,10 11,-2-7,0-1,2-1,1 0,0-2,2-1,-1-1,2-1,0-2,1 0,0-2,1-1,0-1,1-2,2 0,24 2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3:36.31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54 385,'-6'140,"-20"110,24-229,-2 5,0-65,5-665,-1 694,-1 8,1 0,-1 0,1 0,0 1,-1-1,1 0,0 0,0 0,0 0,0 0,1 0,-1 0,0 0,1 0,0 0,-1 1,1-1,0 0,0 0,0 1,0-1,0 0,0 1,0-1,1 1,-1-1,0 1,1 0,0 0,-1 0,2-1,83 13,-17-8,-1-2,0-4,64-11,-86 9,-30 3,-9 1,-1 0,1 0,-1 0,1 1,-1 0,1 0,-1 1,1 0,-1 0,1 0,-1 1,0 0,0 0,3 2,7 9</inkml:trace>
  <inkml:trace contextRef="#ctx0" brushRef="#br0" timeOffset="245.83">0 451,'7'0,"9"0,13 0,13-2,13-3,11-1,3 1,-3 1,-8 4,-15 1</inkml:trace>
  <inkml:trace contextRef="#ctx0" brushRef="#br0" timeOffset="602.779">468 638,'-3'5,"-1"0,1 0,0 1,1-1,-1 1,1-1,0 1,1 0,-1 0,1 0,0 0,1 0,-1 0,1 0,1 0,-1 0,1 0,0 0,0 0,0 0,1-1,0 1,0 0,1-1,0 1,0-1,0 0,0 0,4 4,3-3,0-1,0 0,0 0,1-1,-1 0,1-1,0 0,0 0,0-2,1 1,-1-1,0-1,1 0,-1-1,0 0,1-1,-1 0,0 0,0-1,0-1,3-1,-8 3,0-1,1 1,-1-1,0-1,0 1,-1-1,1 0,-1 0,0 0,0-1,0 0,-1 0,1 0,-1 0,0-1,-1 1,0-1,0 0,0-1,0 1,-1 0,0-1,0 1,-1-1,0 1,0-1,0 0,-1 0,0 1,-1-1,1 0,-1 0,0 1,-1-1,0 1,0-1,0 1,-3-6,-2 3,1-1,-1 1,0 0,-1 0,0 1,-1 0,1 1,-1 0,-1 0,1 1,-1 0,-1 0,6 3,0 1,0-1,0 1,-1 0,1 1,0-1,-1 1,0 0,1 0,-1 1,1-1,-1 1,0 1,1-1,-1 1,1 0,-1 0,1 1,-1-1,1 1,0 0,0 1,-1-1,2 1,-2 1,2 0,0-1,0 1,0 1,1-1,-1 0,1 1,0 0,1-1,-1 1,1 0,0 1,0-1,1 0,-1 0,1 1,0-1,1 1,-1-1,1 1,0-1,1 1,-1-1,1 1,0-1,0 1,1-1,0 0,0 2,14 28</inkml:trace>
  <inkml:trace contextRef="#ctx0" brushRef="#br0" timeOffset="1978.379">1003 786,'8'-35,"-1"-1,-2 1,-2-1,-1 0,-1 0,-2 0,-2 1,-2-8,5 38,-1 0,0 0,1 0,-2 0,1 0,-1 1,1-1,-1 0,0 1,-1-1,1 1,-1 0,0 0,0 0,0 0,-1 0,-2-2,5 6,0 1,0-1,0 0,0 1,0-1,0 1,0 0,0-1,1 1,-1 0,0-1,0 1,1 0,-1 0,0 0,1-1,-1 1,1 0,-1 0,1 0,-1 0,1 0,0 0,0 0,-1 0,1 0,0 0,0 0,0 1,0-1,0 0,0 0,0 0,1 0,-1 0,0 0,1 0,-1 0,0 0,1 0,-1 0,1 0,0 0,3 3,1 1,-1-1,1 0,0 0,1 0,-1-1,1 0,0 0,-1 0,1-1,0 0,0 0,1 0,-1-1,0 0,1 0,-1-1,0 1,1-1,-1-1,1 1,-1-1,4-1,145-9,-153 12,1 0,-1 0,1 0,-1 0,1 0,-1 0,0 0,1 1,-1-1,0 1,0 0,0 0,0 0,0 0,-1 0,1 0,0 0,-1 0,0 1,1-1,-1 0,0 1,0-1,-1 1,1 0,0-1,-1 1,1 0,1 83,-3-67,0 8,0-17,-1-1,2 1,0-1,0 1,0 0,1-1,1 1,0-1,0 0,0 1,1-1,1 0,0-1,1 3,-3-8,-1-1,1 0,0 0,0-1,0 1,0 0,0 0,0-1,0 0,0 1,1-1,-1 0,1 0,-1 0,1 0,-1-1,1 1,-1-1,1 1,0-1,-1 0,1 0,0 0,-1 0,1-1,-1 1,1-1,-1 1,1-1,-1 0,1 0,-1 0,1 0,0-1,4-3,0 1,0-1,-1 0,1 0,-1-1,0 0,-1 0,1 0,-1-1,2-3,3-8,0-1,-2 0,0 0,-1-1,-1 0,-1 0,-1-1,0 1,0-20,-5 46,0 135,2-134,0-1,1 0,0 0,0 0,0 0,1 0,-1-1,1 1,1-1,-1 1,1-1,0 0,0-1,1 1,-1-1,1 0,0 0,0 0,0 0,1-1,2 1,-4-2,1 1,0-1,0-1,0 1,0-1,0 0,0 0,0 0,0-1,0 0,0 0,0 0,0 0,1-1,-1 0,0 0,0-1,0 1,-1-1,1 0,0 0,-1 0,1-1,-1 0,0 0,1 0,-2 0,1-1,0 0,-1 1,1-1,-1 0,0-1,2-3,5-12,-1-1,0 1,-2-2,0 1,-1-1,-2 0,0 0,0-16,2 0,-5 113,-2-31,6 88,-4-128,0 0,0 0,0-1,0 1,1-1,-1 1,1-1,0 1,0-1,0 0,1 0,-1 0,1 0,-1-1,1 1,0-1,0 1,0-1,1 0,-1 0,0 0,1-1,-1 1,1-1,0 0,-1 0,1 0,0 0,0-1,0 0,-1 1,1-1,0-1,0 1,0-1,-1 1,2-1,4-1,0-1,0 0,0-1,0 1,0-2,-1 1,0-1,0 0,0-1,-1 0,1 0,-1-1,-1 0,1 0,-1 0,-1-1,1 0,-1 0,-1-1,2-3,3-6,-2 0,0 0,-2-1,0 0,-1 0,0 0,-2 0,0-1,-1-11,-2 15,-13 40,11-14,1-1,-1 1,2 0,-1-1,1 1,1 0,0 0,0 0,1 0,0-1,1 1,0 0,0-1,1 1,1-1,-1 0,1 0,1 0,0 0,0-1,1 0,0 0,5 5,-2-3,1 0,0-1,1-1,0 0,0 0,1-1,0 0,0-1,0-1,1 1,0-2,0 0,0-1,0 0,1-1,-1 0,12-1,-21-1,0-1,-1 0,1 0,0 0,-1-1,1 1,0-1,-1 1,0-1,1-1,-1 1,0 0,0-1,0 1,1-3,19-13,43-22,-45 28,0 0,-1-1,0-1,-1-1,0-1,-2 0,1-3,-15 16,0-1,0 0,0 0,0 0,-1 0,0-1,0 1,0-1,-1 1,1-1,-1 0,0 1,0-1,-1 0,1 0,-1 0,0 0,-1 0,1 1,-1-1,0 0,0 0,0 0,-1 1,1-1,-1 1,0-1,-1 1,1 0,-1 0,0 0,0 0,0 0,0 1,-1-1,0 1,1 0,-2 0,-2-2,0 1,0 0,0 0,-1 1,1 0,-1 1,0-1,1 2,-1-1,0 1,0 0,0 0,-1 1,1 0,0 1,0 0,0 0,0 1,0 0,1 0,-1 0,0 1,1 1,0-1,0 1,0 0,0 1,1 0,-1 0,1 0,0 1,1-1,-1 2,1-1,1 0,-1 1,-2 5,-1 0,1 0,0 1,1-1,1 1,0 1,0-1,1 1,1 0,0 0,0 8,3-15,-1-1,1 0,1 1,-1-1,1 1,0-1,0 0,1 0,0 1,0-1,0 0,1 0,0-1,0 1,1-1,-1 1,1-1,0 0,1-1,-1 1,1-1,0 1,0-1,2 1,17 5,-1-1,1-1,0-1,1-1,0-1,0-2,0 0,0-1,0-2,0-1,1 0,-1-2,12-4,71-6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3:39.43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291 228,'-10'-2,"-1"0,1 1,0 0,-1 1,1 0,0 1,-1 0,1 0,0 1,0 0,0 1,0 0,0 1,1 0,0 1,-1-1,1 2,1-1,-1 1,1 1,0-1,1 2,0-1,0 1,0 0,1 0,0 0,0 1,1 0,1 0,-1 1,1 0,1-1,0 1,0 2,2-9,0 1,0 0,0 0,1 0,0 0,-1 0,1 0,1 0,-1 0,0-1,1 1,0 0,0 0,0 0,1 0,-1-1,1 1,0-1,0 1,0-1,0 0,0 0,1 0,0 0,-1 0,1 0,0-1,0 1,1-1,-1 0,0 0,1 0,0 0,-1-1,1 1,0-1,2 0,19 4,-1-2,1-1,-1-1,1-1,0-2,-1 0,1-1,-1-1,0-2,0 0,-1-2,18-8,9-4,-1-2,-1-2,-1-2,-2-2,14-13,-35 19,-23 22,-1-1,0 1,0-1,0 1,1-1,-1 1,0-1,0 0,0 1,0-1,0 1,0-1,0 0,0 1,0-1,-1 1,1-1,0 1,0-1,0 1,-1-1,1 1,0-1,-1 1,1-1,0 1,-1-1,1 1,0-1,-1 1,1 0,-1-1,1 1,-1 0,1-1,-1 1,1 0,-1 0,1 0,-1-1,1 1,-1 0,0 0,1 0,-1 0,1 0,-1 0,1 0,-1 0,0 0,-5-2,1 1,-1-1,0 1,0 0,0 1,0-1,0 1,0 0,0 1,-1 0,2-1,-1 2,0-1,0 1,0 0,1 0,-1 1,1-1,-1 1,1 0,0 1,0 0,1-1,-2 3,-7 9,2 0,0 1,1 0,0 1,1 0,1 1,1-1,-5 19,8 27,4-62,1 1,-1-1,1 1,0-1,-1 1,1-1,0 1,0-1,0 0,0 1,0-1,0 0,0 0,0 0,0 0,1 0,-1 0,0 0,1 0,-1-1,1 1,-1 0,1-1,-1 1,1-1,-1 0,1 1,0-1,-1 0,1 0,0 0,-1 0,1 0,-1 0,1-1,0 1,0-1,10-3,-1 0,0 0,1-1,-2-1,1 0,-1-1,0 0,0 0,-1-1,0 0,0-1,-1 0,5-7,-2 3,-1 0,0-1,-1 0,0 0,-1-1,-1 0,-1-1,0 1,-1-1,0 0,-2-1,0 1,0-1,-1-2,-3 35,-2-4,2-1,0 0,0 1,1-1,0 0,1 1,0-1,1 0,1 1,-1-1,2 0,-1-1,2 1,-1-1,2 1,-1-1,1-1,1 1,-1-1,2 0,2 3,69 20,-39-26</inkml:trace>
  <inkml:trace contextRef="#ctx0" brushRef="#br0" timeOffset="724.454">1093 256,'73'192,"-68"-176,-3-6,1 1,1 0,0-1,0 0,1 0,1 0,0-1,4 6,-9-13,1-1,-1 0,1 0,-1 0,1 0,0 0,-1 0,1 0,0 0,-1-1,1 1,0 0,0-1,0 0,0 1,0-1,-1 0,1 0,0 0,0 0,0-1,0 1,0 0,0-1,-1 1,1-1,0 0,0 0,-1 1,1-1,0 0,-1 0,1-1,48-44,-38 32,-2-1,0 0,-1-1,0 0,-1 0,-1-1,-1 0,0 0,-1-1,-1 0,-1 0,0 0,-2 0,1-7,-3 10,-12 43,1 91,12-114,1 0,-1 0,1 0,0 0,1 0,-1 0,1 0,0 0,0 0,0-1,1 1,0-1,-1 1,2-1,-1 0,0 0,1-1,0 1,0-1,0 0,4 3,2-2,0-1,0 0,1 0,-1-1,1-1,-1 1,1-2,0 1,0-2,-1 1,1-2,-1 1,1-1,-1-1,1 0,-1 0,0-1,0-1,-1 1,1-1,-1-1,0 0,1-2,-2 3,-8 4,1 0,0 0,-1 0,1 0,0 1,-1-1,1 0,0 0,0 1,0-1,0 0,0 1,0-1,0 1,0-1,0 1,0-1,0 1,0 0,0 0,0-1,0 1,0 0,0 0,1 0,-1 0,0 0,0 1,0-1,0 0,0 0,0 1,0-1,0 1,0-1,0 1,0-1,0 1,0 0,0-1,0 1,0 0,-1 0,1-1,0 1,0 1,7 19,-6-14,0-1,1 1,0-1,0 1,0-1,1 0,0 0,0-1,1 1,-1-1,1 0,0 0,5 3,-1-3,1 1,1-2,-1 1,1-1,-1-1,1 0,0-1,0 0,1 0,-1-1,0-1,0 0,1 0,-1-1,0-1,0 0,11-3,-18 3,0 1,1-1,-1-1,0 1,0 0,-1-1,1 0,0 0,-1 0,0 0,1 0,-1-1,-1 0,1 1,0-1,-1 0,0 0,0 0,0-1,-1 1,1 0,-1-1,0 1,0-1,-1 0,1 1,-1-1,0 1,0-1,0 0,-1 1,0-1,0 1,0-1,-1 0,0-5,-1 1,-1 0,1 0,-1 0,-1 1,0 0,0 0,-1 0,0 0,0 1,0 0,-1 0,0 0,-1 1,4 3,-1-1,1 1,-1 0,0 1,0-1,0 1,0 0,-1 0,1 0,-1 1,1 0,-1 0,1 0,-1 1,1 0,-1 0,0 0,1 1,-1 0,1 0,-1 0,1 0,0 1,-3 1,3-1,0 1,-1-1,1 1,0 0,0 0,0 1,1 0,-1 0,1 0,0 0,0 0,0 1,1 0,-1 0,1 0,0 0,1 0,-1 1,1-1,0 1,1 0,-1-1,1 1,0 0,1 0,-1 2,6 12</inkml:trace>
  <inkml:trace contextRef="#ctx0" brushRef="#br0" timeOffset="1344.6">2136 215,'4'0,"1"-1,-1 1,1 0,-1 1,0-1,1 1,-1 0,0 0,0 0,1 0,-1 1,0 0,0 0,-1 0,1 0,0 1,-1-1,1 1,-1 0,0 0,0 0,0 0,0 1,-1-1,1 1,-1 0,1 1,41 115,-31-60,21 68,-33-125,1 0,-1 0,1 1,0-1,0-1,0 1,0 0,1 0,-1-1,1 1,-1-1,1 0,0 0,0 0,0 0,0 0,0-1,1 0,-1 1,0-1,1 0,-1 0,0-1,1 1,-1-1,1 0,0 0,-1 0,1 0,-1 0,1-1,-1 0,0 0,2 0,8-5,1-1,-1-1,-1 0,1 0,-1-1,-1-1,0 0,0-1,-1 0,0 0,-1-1,0-1,-1 1,0-1,2-7,-2 4,-1 1,0-1,-1 0,-1 0,-1 0,3-17,-18 87,9-43,0-5,1 1,-1-1,1 1,0-1,1 1,0-1,0 1,0 0,1-1,-1 1,2-1,-1 1,1-1,0 0,0 1,1-1,0 0,0 0,0-1,1 1,-1-1,5 5,3-6,0 0,0 0,0-2,1 1,-1-1,1-1,-1 0,1-1,0 0,-1 0,1-1,-1-1,1 0,-1-1,0 0,0-1,0 0,0 0,-1-1,1-1,-1 0,3-3,-5 6,-1-1,0-1,0 1,0-1,0-1,-1 1,0-1,0 0,0 0,-1-1,0 0,0 0,-1 0,1 0,-2-1,1 1,-1-1,0 0,-1 0,0-1,0 1,-1 0,0-1,0-4,-5 47,3-17,1-1,1 1,1-1,0 0,1 0,1 0,0 0,1 0,1-1,0 0,1 0,1 0,0-1,10 11,-17-22,1-1,0 0,1 0,-1 0,0 0,1 0,-1-1,1 1,-1-1,1 0,-1 1,1-1,0 0,0 0,0-1,0 1,0-1,0 1,-1-1,1 0,0 0,0 0,0-1,0 1,2-1,17-7</inkml:trace>
  <inkml:trace contextRef="#ctx0" brushRef="#br0" timeOffset="1593.099">3072 1,'-14'5,"-6"5,-1 7,11 6,18 4,20 0,4-4</inkml:trace>
  <inkml:trace contextRef="#ctx0" brushRef="#br0" timeOffset="1847.556">3727 376,'-31'-28,"18"14,-1 2,-1-1,0 2,0 0,-1 1,0 0,-11-3,23 11,0 1,1 1,-1-1,0 0,0 1,0 0,0 0,0 0,1 0,-1 1,0 0,0 0,0 0,1 0,-1 0,0 1,1-1,-1 1,1 0,0 0,0 0,0 1,0-1,0 1,-1 1,-60 79,55-70,1 0,1 1,-1-1,2 1,0 0,1 1,0 0,1 0,1 0,1 0,0 0,0 1,2-1,0 11,1-21,1 0,0 1,0-1,0 0,0 0,1 0,0-1,0 1,0-1,1 1,-1-1,1 0,0 0,0-1,1 1,-1-1,1 0,-1 0,1 0,0-1,0 1,1-1,-1-1,0 1,0-1,3 1,12 2,0-1,0-1,0-1,0 0,0-2,13-1,123-29,-92 11</inkml:trace>
  <inkml:trace contextRef="#ctx0" brushRef="#br0" timeOffset="2357.125">3928 536,'19'-8,"0"-1,-1 0,0-1,-1-1,0 0,0-2,-1 0,-1 0,0-2,-1 0,-1 0,0-1,0-3,-11 16,0 0,0 0,-1 0,0 0,1 0,-1-1,0 1,-1 0,1 0,0-1,-1 1,0-1,0 1,0-1,0 1,-1 0,1-1,-1 1,0 0,0-1,0 1,0 0,0 0,-1 0,0 0,1 0,-1 0,0 0,0 1,-1-1,1 1,-1-1,1 1,-1 0,0 0,1 0,-1 0,0 1,-1-1,1 1,0-1,0 1,-4 0,1 0,0 0,-1 0,1 1,-1 0,1 0,0 0,-1 1,1 0,0 1,-1-1,1 1,0 0,0 1,0-1,1 1,-1 0,1 1,-1 0,1-1,-5 6,0 0,0 1,0 0,1 1,0 0,1 0,0 1,1 0,0 0,-1 4,5-11,0 1,1 0,-1 0,1 0,0 1,1-1,-1 0,1 1,0-1,1 1,0-1,0 1,0 0,1-1,0 1,0-1,1 0,0 1,0-1,0 0,1 0,-1 0,2 0,-1-1,1 1,-1-1,1 0,1 0,-1 0,4 2,4 1,0-1,1 0,0-1,0 0,1-1,-1 0,1-1,0-1,0 0,0-1,12 0,157-3,-73-8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3:44.25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44 1,'-9'13,"-4"7,2 3,4-1,8-4,6-5,4-4,5-7,0-8,-1-5,-3-5,-3-3,-8 0,-9 2,-7 2,-6 5,-4 8,3 5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3:44.52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117 205,'3'-18,"0"-11,-3-5,-3-1,-5 3,-7 5,-2 6,-4 13,0 11,4 12,4 10,7 6,5-2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3:54.39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95 12,'-16'-2,"-7"-1,2 0,7 1,8 0,3 6,-2 8,-1 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3:54.64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97 1,'18'7,"11"6,5 4,-1 6,-7 5,-7 8,-18 10,-28 14,-29 11,-31 6,0-10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3:57.27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157 95,'1'1,"0"0,0 0,0 0,-1 0,1 0,0 0,0 0,0 0,1 0,-1 0,0 0,0-1,0 1,1 0,-1-1,0 1,0-1,1 1,-1-1,1 0,-1 0,0 0,1 1,-1-1,1 0,-1-1,0 1,1 0,-1 0,0-1,1 1,-1 0,0-1,1 0,-1 1,0-1,0 0,1 1,-1-1,0 0,0 0,0 0,0 0,0 0,0 0,-1 0,1-1,0 1,-1 0,1 0,0-1,-1 1,1 0,-1-1,0 1,1 0,-1-1,0 1,0-1,0 1,-1-3,0 0,0 1,0-1,0 1,0-1,-1 1,0-1,0 1,0 0,0-1,0 1,-1 0,1 1,-1-1,0 0,0 1,0 0,0-1,0 1,0 0,-1 1,1-1,-1 0,1 1,-1 0,0 0,1 0,-1 1,0-1,0 1,0-1,-1 2,-75-5,77 4,1 0,0 1,0-1,0 1,0-1,0 1,0 0,0 0,0 0,0 0,0 0,0 1,0-1,1 1,-1-1,0 1,1-1,0 1,-1 0,1 0,0 0,0-1,0 1,0 0,0 1,0-1,1 0,-1 0,1 0,-1 0,1 0,0 1,0-1,0 0,1 22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3:57.52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164 1,'15'13,"18"5,11 2,8 1,1 0,-5 4,-11 5,-19 10,-26 14,-39 18,-48 20,-60 21,-3-8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3:56.57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144 153,'-2'25,"-3"19,-1 17,-1 8,-3 5,0-2,0-9,2-9,3-13,2-15,1-19,1-11</inkml:trace>
  <inkml:trace contextRef="#ctx0" brushRef="#br0" timeOffset="250.333">105 125,'-6'-15,"3"5,0 1,0 0,-1 0,0 0,0 1,-1 0,-1 0,1 0,-1 0,0 1,-7-6,12 12,0 1,0-1,0 1,0 0,0 0,0-1,0 1,0 0,0 0,0 0,-1 0,1 0,0 0,0 0,0 1,0-1,0 0,0 1,0-1,0 0,0 1,0-1,0 1,0 0,0-1,1 1,-1 0,0-1,0 1,1 0,-1 0,0 0,1 0,-1 0,1 0,-1 0,1 0,-1 0,1 0,0 0,-1 0,1 0,0 0,0 0,0 0,0 0,0 0,0 0,0 0,0 0,0 0,1 0,-1 1,1-1,0 15,2-1,0 1,0-1,2 0,0 0,0-1,1 1,1-1,1-1,0 1,0-1,1-1,1 1,0-2,5 5,28 29,3-1,1-2,2-3,9 4,37 29,-19 3,-74-73,-1 1,-1-1,1 1,0 0,-1-1,1 1,-1 0,0-1,1 1,-1 0,-1-1,1 1,0 0,-1-1,1 1,-1 0,0-1,0 1,0-1,0 1,0-1,-1 0,1 1,-1-1,1 0,-1 0,0 0,0 0,0 0,0-1,0 1,0 0,-1-1,1 0,-1 1,1-1,-1 0,1 0,-1-1,-2 2,-37 16,-1-1,0-2,-2-1,1-3,-1-2,-2-1,26-4,-62 11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3:55.57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148 198,'1'50,"-2"-1,-3 0,-2 0,-2 0,-2 0,-5 7,5-22,-1-2,-2 1,-1-2,-1 0,-4 3,18-34,1 0,0-1,0 1,0 0,-1 0,1 0,0-1,0 1,0 0,-1 0,1 0,0 0,-1 0,1-1,0 1,0 0,-1 0,1 0,0 0,-1 0,1 0,0 0,0 0,-1 0,1 0,0 0,-1 0,1 0,0 0,-1 0,1 0,0 1,84-211,37-154,-86 251,-13 59,-21 54,-1 0,1 0,0 0,-1 0,1 0,0 0,-1 0,1 0,0 0,-1 0,1 0,0 1,-1-1,1 0,0 0,-1 1,1-1,-1 0,1 1,-1-1,1 0,-1 1,1-1,-1 1,1-1,-1 1,1-1,-1 1,0 0,1-1,-1 1,0-1,0 1,1 0,-1-1,0 1,0 0,0-1,0 1,0 0,0-1,0 1,1 1,48 178,-41-142,23 121,-8 0,-1 79,-18-183,0-10</inkml:trace>
  <inkml:trace contextRef="#ctx0" brushRef="#br0" timeOffset="749.079">1 439,'81'-6,"0"-3,0-4,-1-3,-1-4,20-9,-66 19,130-36,-163 46,1-1,0 1,1-1,-1 0,0 1,1-1,-1 1,0 0,1-1,-1 1,0 0,1 0,-1 0,0 0,1 0,-1 0,1 0,-1 0,0 1,1-1,-1 0,0 1,0-1,1 1,-1 0,0-1,0 1,0 0,1 0,-1-1,0 1,0 0,0 0,-1 0,1 1,0-1,0 0,0 0,-1 1,-14 116,6 9,6-71,-3 0,-2-1,-4 7,6-44,4-51,61-309,-36 159,-19 176,1 25,-4-11,20 63,3-1,3-1,3-2,3-1,33 47,-63-104,1-1,0 0,0-1,0 1,1-1,-1 0,2 0,-1 0,1-1,-1 0,2-1,-1 1,0-1,1-1,0 1,0-1,0-1,3 1,-8-3,0 0,-1 0,1-1,0 0,-1 1,1-1,-1 0,1 0,-1 0,1-1,-1 1,0-1,0 1,1-1,-1 0,0 0,-1 0,1 0,0 0,0 0,-1 0,1-1,-1 1,0 0,1-3,21-67,-13 5,-3-1,-3 1,-3-1,-3 0,-4-10,2-2,0-6,5 75,3 26,-1-5,5 16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4:00.67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240 953,'-15'7,"1"0,-1 1,2 1,-1 0,1 0,1 2,0-1,0 2,1-1,1 2,0-1,0 2,1-1,1 1,0 0,1 1,1 0,0 0,1 0,-3 16,3-17,1 1,0 0,1 0,1 0,0 0,1 0,0 0,1 1,1-1,1 0,0 0,1 0,0 0,1 0,1-1,1 1,0-1,0-1,1 1,1-1,1 0,0-1,0 0,1 0,11 9,-12-13,1 0,0 0,1-1,0-1,0 0,0 0,1-1,0-1,0 1,0-2,0 0,1-1,-1 0,1 0,0-1,-1-1,1-1,0 1,-1-2,1 0,-1 0,1-1,-1-1,0 0,0-1,-1 0,1 0,-1-2,0 1,-1-1,0-1,0 0,0 0,-1-1,5-6,-4 0,0 0,-2-1,0 0,0 0,-2-1,0 0,-1 0,-1 0,0 0,-1-1,-1 0,-1 0,0 0,-2 1,0-1,0 0,-2 0,-3-13,3 17,-1-1,0 1,-1-1,-1 1,0 0,-1 1,0 0,-1 0,0 0,-1 1,-1 1,0-1,0 1,-1 1,-1 0,1 1,-2 0,1 0,-1 2,0-1,-1 2,-4-2,9 5,0 1,0 0,0 0,-1 1,1 0,-1 0,1 1,-1 0,1 1,-1 0,1 1,0 0,-1 0,1 1,0 0,1 0,-1 1,1 1,-1-1,1 1,0 1,1-1,-1 1,1 1,1-1,-1 1,-2 3,0 3,-1 0,2 0,0 1,0 0,1 0,1 1,0 0,1 0,1 1,1-1,0 1,0 0,2-1,0 1,1 0,0 0,2 0,2 15,12 39</inkml:trace>
  <inkml:trace contextRef="#ctx0" brushRef="#br0" timeOffset="634.309">989 967,'-82'704,"72"-840,7 102,-4-37,3 0,3 0,3 0,3 0,8-29,-12 89,1 1,0-1,1 1,0 0,0-1,1 1,0 1,1-1,0 1,1-1,0 1,0 1,1-1,0 1,0 1,1-1,0 1,1 0,-1 1,1 0,0 1,1-1,-1 2,1-1,0 1,7-1,-8 4,0 1,1 0,-1 0,0 1,1 0,-1 0,0 1,0 1,0-1,0 1,-1 1,1 0,-1 0,0 1,0 0,0 0,0 0,-1 1,0 1,3 3,0 0,-1 0,0 0,-1 1,0 0,-1 1,0 0,-1 0,0 0,-1 1,-1 0,0 0,0 0,1 12,-4-18,-1 1,0-1,0 0,0 0,-1 0,0 0,-1 0,1 0,-1-1,-1 1,1 0,-1-1,0 0,-1 1,1-1,-1 0,-1-1,1 1,-1-1,0 0,0 0,0 0,-1-1,1 0,-1 0,0 0,-4 1,-9 5,-1-1,0-1,0-1,-1-1,0 0,0-2,-1 0,-9-1,2 0,0-2,0-2,0 0,0-2,1-1,-14-4,18 3,24 5,0 0,-1 0,1 1,0-1,-1 0,1 0,-1 1,1-1,0 0,0 0,-1 1,1-1,0 0,0 1,-1-1,1 0,0 1,0-1,0 1,-1-1,1 0,0 1,0-1,0 1,0-1,0 0,0 1,0-1,0 1,0-1,0 0,0 1,0-1,0 1,0-1,1 0,-1 1,0-1,0 1,0-1,0 0,1 1,-1-1,0 0,1 1,-1-1,0 0,0 0,1 1,-1-1,0 0,1 0,-1 1,1-1,-1 0,0 0,1 0,-1 0,1 0,-1 0,0 1,1-1,-1 0,1 0,0 0,169 183,-148-158,1 0,1-2,1 0,1-2,1-1,1-1,1-1,0-1,1-2,1-1,0-2,13 4,-16-10,0-1,1-1,-1-1,1-2,0 0,-1-3,1 0,9-3,26-8</inkml:trace>
  <inkml:trace contextRef="#ctx0" brushRef="#br0" timeOffset="8020.159">1322 71,'185'-18,"84"-12,84 10,-338 19,-10 0,-1 1,0 0,1-1,-1 1,0 1,1-1,-1 1,0 0,1 0,-1 0,0 0,0 1,0-1,0 1,-3 1,0-1,0 0,0 1,0-1,-1 0,1 1,-1-1,0 1,0-1,0 0,0 1,0-1,0 1,0-1,-1 1,1-1,-1 0,0 1,0-1,0 0,0 0,0 1,0-1,-1 0,-3 10,-21 95,4 1,4 1,6 1,4 0,5 0,5 0,5 0,4 0,11 29,-11-66,-3 1,-3 0,-4 0,-7 69,3-119,2 1,0 0,2 0,0 0,3 10,3 176,-8-131,2-79,-1 1,0-1,1 1,-1 0,0-1,1 1,-1 0,0 0,0-1,-1 1,1 0,0-1,0 1,-1 0,1-1,-1 1,0-1,1 1,-1-1,0 1,0-1,0 1,0-1,0 0,0 1,0-1,-1 0,1 0,0 0,-1 0,1 0,-1 0,1 0,-1-1,1 1,-1 0,1-1,-1 1,0-1,1 0,-1 0,0 1,1-1,-1 0,0 0,-98-28,44 15,-1 2,0 2,-1 3,1 3,-12 2,14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3:42.42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827 685,'-2'18,"-4"17,-2 17,-4 10,-6 9,-1 4,-2-3,0-3,2-10,1-12,4-15</inkml:trace>
  <inkml:trace contextRef="#ctx0" brushRef="#br0" timeOffset="398.792">734 818,'57'86,"3"-2,4-3,3-2,19 10,-7-21,-77-68,0 0,0 0,0 0,0-1,0 1,0 0,0-1,0 0,0 1,0-1,0 0,0 0,0 0,-1 0,1 0,0 0,-1-1,1 1,-1-1,0 1,1-1,-1 1,0-1,0 0,0 0,0 1,0-1,0 0,0 0,-1 0,1 0,-1 0,0 0,1 0,-1 0,0 0,0 0,0 0,0 0,-1 0,1 0,-1-1,8-63,-3 0,-3 0,-4-7,2 31,-24-220,24 207,2 54,1 1,-1-1,0 1,0 0,1 0,-1 0,0 0,1 0,-1 0,0 0,1 0,-1 0,0 1,0-1,1 0,-1 1,0-1,0 1,0-1,1 1,-1 0,0 0,0-1,0 1,0 0,0 0,0 1,2 0,31 22,0 4</inkml:trace>
  <inkml:trace contextRef="#ctx0" brushRef="#br0" timeOffset="782.063">1576 951,'-11'13,"1"1,0 0,1 0,0 1,2 0,0 1,0-1,2 1,0 0,0 1,2 0,0-1,1 1,0 0,2 0,1 15,0-27,1 1,0-1,0 0,1 0,-1 0,1-1,0 1,1 0,-1-1,1 0,0 0,0 0,0 0,0-1,1 0,-1 0,1 0,0 0,0-1,0 1,0-1,1-1,-1 1,0-1,1 0,-1 0,1 0,-1-1,1 0,0 0,-1 0,1-1,-1 0,1 0,-1 0,0-1,1 0,-1 0,0 0,0 0,2-2,4-4,0-1,0 0,0-1,-1 0,-1 0,0-1,0 0,-1 0,0-1,-1-1,-1 1,0-1,0 0,-2 0,1-1,-2 1,0-1,0 0,-1 0,-1 0,0 0,-1 0,-1 0,0-1,-1 1,0 1,-1-1,-1 0,0 1,-1-1,-1 0,3 7,0 0,-1 0,1 1,-1 0,0 0,-1 0,0 0,0 1,0-1,0 1,-1 1,0-1,0 1,0 0,0 0,-1 1,0-1,1 2,-1-1,0 1,-1 0,1 0,0 1,0 0,-1 0,1 1,-1 0,1 0,0 1,-1 0,1 0,0 1,-1 0,-3 1,1 2,-1-1,1 1,1 1,-1 0,1 0,0 1,0 0,1 0,0 1,0 0,1 1,0 0,1 0,0 0,0 1,1 0,0 0,0 0,1 0,1 1,0 0,0 0,1 0,1 0,0 0,0 0,1 0,1 8,1-12,1-1,1 1,-1-1,1 0,0 0,0 0,0-1,1 1,0-1,0 0,1-1,-1 1,1-1,0 0,0 0,1-1,-1 0,1 0,-1 0,1-1,5 1,45 14</inkml:trace>
  <inkml:trace contextRef="#ctx0" brushRef="#br0" timeOffset="1050.637">2245 805,'0'11,"0"13,0 14,0 9,0 9,0 3,-3 3,0-2,1-4,-1-6,2-8,0-9,0-15,1-10</inkml:trace>
  <inkml:trace contextRef="#ctx0" brushRef="#br0" timeOffset="1302.61">1990 711,'18'-2,"22"-1,25 0,24 0,19 0,15-1,1 0,-10 2,-21 2,-25 7,-25 1</inkml:trace>
  <inkml:trace contextRef="#ctx0" brushRef="#br0" timeOffset="23954.202">253 56,'30'-16,"8"7,0 3,0 1,1 2,24 1,-4-1,271-7,-385 10,22 0</inkml:trace>
  <inkml:trace contextRef="#ctx0" brushRef="#br0" timeOffset="24636.327">239 2,'-4'0,"1"0,0-1,0 1,0-1,1 1,-1 0,0 0,0 0,0 1,0-1,1 1,-1-1,0 1,1 0,-1 0,0 0,1 1,-1-1,1 0,-1 1,1 0,0 0,0-1,0 1,0 0,0 1,0-1,0 0,1 0,-1 1,0 2,-2 11,2 1,0 0,1-1,0 1,1 0,3 11,-2 21,-6 87,-6 1,-7 2,-1 22,-24 346,22 42,21-545,-2 150,-7-1,-9 19,18-171,-1 0,0 0,1 1,-1-1,0 1,1-1,-1 1,1-1,0 1,-1-1,1 1,0-1,0 1,0 0,0-1,0 1,0-1,1 1,-1-1,0 1,1-1,0 1,-1-1,1 1,0-1,-1 1,1-1,0 0,0 1,0-1,0 0,0 0,1 0,-1 0,0 0,0 0,1 0,-1 0,0-1,1 1,-1 0,1-1,-1 1,1-1,-1 0,2 1,118-24,17 5,-1 6,1 7,1 5,82 12,-192-10,23-5,-34-2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4:28.06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255 517,'-9'-3,"-1"0,1 0,0 2,-1-1,1 1,-1 0,1 1,-1 0,1 1,-1 0,1 0,0 1,-1 0,1 1,0 0,0 0,0 1,1 0,-1 0,1 1,0 0,0 1,1 0,0 0,-6 6,11-10,1 0,-1 0,0 0,1 0,-1 0,1 0,0 0,0 0,0 1,0-1,0 0,0 1,1-1,-1 0,1 1,-1-1,1 1,0-1,0 1,0-1,0 1,1-1,-1 1,1-1,-1 1,1-1,0 0,0 1,0-1,0 0,1 0,-1 0,0 0,1 0,0 0,-1 0,2 1,7 3,1 0,-1-1,1 0,0 0,0-1,1-1,-1 0,1 0,0-1,0-1,-1 0,10 0,-14-1,25 4,0-2,0-2,1-1,-1-1,0-2,-1-1,1-1,-1-2,7-4,3-15,-41 26,0 0,0 0,-1 0,1 1,0-1,-1 0,1 0,-1 0,1 0,-1 1,1-1,-1 0,0 1,1-1,-1 0,0 1,1-1,-1 1,0-1,0 1,0-1,0 1,1-1,-1 1,0 0,0 0,0-1,0 1,0 0,0 0,0 0,0 0,0 0,0 0,0 0,1 1,-1-1,0 0,0 0,0 1,0-1,0 0,0 1,1-1,-1 1,0-1,0 1,1 0,-2 0,1 0,-1 0,1 1,-1-1,1 1,-1-1,1 1,0 0,0-1,0 1,0 0,0 0,0 0,0 0,1 0,-1 0,1 0,-1 0,1 0,0 0,0 0,0 0,0 0,0 0,0 0,1 0,-1 0,1 0,-1 0,1 0,0 0,-1 0,1-1,0 1,1 0,-1 0,0-1,0 1,1-1,-1 1,1-1,-1 1,1-1,-1 0,1 0,0 0,0 0,0 0,1 1,8 4,-1-1,1 1,0-2,1 1,-1-2,1 1,0-2,0 0,0 0,0-1,0 0,0-1,0 0,0-1,-10 1,0-1,0 1,0 0,-1-1,1 1,0-1,-1 0,1 1,0-1,-1 0,1 0,-1 0,1 0,-1 0,1-1,-1 1,0 0,0-1,0 1,1-1,-1 1,-1-1,1 1,0-1,0 0,-1 1,1-1,0 0,-1 0,0 1,1-1,-1 0,0 0,0 0,0 0,0 1,-1-1,1 0,0 0,-1 1,1-1,-1 0,0 0,1 1,-1-1,-1-1,-6-10,-1 1,-1 0,0 1,0 0,-1 0,-1 1,1 0,-2 1,1 1,-1 0,-1 0,1 1,-6-1,-44-27,63 35,0 0,0 0,-1 0,1 0,0 0,-1 0,1 0,0 0,-1 0,1 0,0 0,-1 0,1-1,0 1,-1 0,1 0,0 0,0 0,-1 0,1-1,0 1,0 0,-1 0,1-1,0 1,0 0,0 0,-1-1,1 1,0 0,0 0,0-1,0 1,0 0,0-1,-1 1,1 0,0 0,0-1,0 1,0 0,0-1,0 1,0 0,0-1,1 1,-1 0,0-1,0 1,0 0,0-1,0 1,0 0,0 0,1-1,-1 1,0 0,0 0,0-1,1 1,-1 0,0 0,0 0,1-1,-1 1,0 0,1 0,-1 0,25-3,236 6,-248-3,-2 0,1 0,-1 1,1 0,-1 1,0 0,0 1,0 0,3 2,-12-3,0 1,1-1,-1 0,0 1,0 0,0-1,-1 1,1 0,-1 0,1 0,-1 0,0 0,0 1,0-1,-1 0,1 0,-1 1,0-1,0 0,0 1,0-1,0 0,-1 0,0 1,1-1,-1 0,0 0,-1 0,1 0,-1 0,1 0,-1 0,0 0,-2 2,-5 21,8-24,0 0,1 0,-1 1,0-1,1 0,-1 0,1 1,0-1,0 0,0 0,0 1,0-1,1 0,-1 0,0 1,1-1,0 0,0 0,-1 0,1 0,0 0,1 0,-1 0,0 0,1 0,-1 0,1-1,-1 1,1-1,0 1,-1-1,1 1,0-1,0 0,0 0,2 1,4-1,0 0,0 0,0 0,0-1,0 0,0-1,0 0,0 0,0 0,0-1,0 0,-1-1,1 0,-1 0,1-1,-1 0,-1 0,1 0,0-1,-1 0,0 0,0-1,-1 0,1 0,-1 0,0-1,-1 1,0-1,0 0,0 0,-1-1,0 1,-1-1,1 0,-1 0,0-5,3-38,-5 52,0-1,0 0,0 0,-1 1,1-1,0 0,0 0,0 1,-1-1,1 0,0 0,0 0,-1 0,1 0,0 1,-1-1,1 0,0 0,0 0,-1 0,1 0,0 0,-1 0,1 0,0 0,-1 0,1 0,0 0,0 0,-1 0,1 0,0-1,-1 1,1 0,0 0,0 0,-1 0,1-1,0 1,0 0,-1 0,1 0,0-1,0 1,0 0,-1 0,1-1,0 1,0 0,0 0,0-1,0 1,0 0,-14 28,-2 60,16-85,0 0,1 0,-1 0,1 0,-1 0,1-1,0 1,0 0,0 0,1-1,-1 1,1 0,-1-1,1 1,0-1,0 0,0 0,0 0,0 0,1 0,-1 0,0 0,1-1,0 1,-1-1,1 0,0 0,1 1,4-1,0-1,1 1,-1-1,0-1,0 0,1 0,-1 0,0-1,0 0,0-1,0 0,-1 0,1-1,-1 0,0 0,0 0,0-1,-1 0,1-1,-1 1,-1-1,1 0,-1-1,0 1,0-1,-1 0,0 0,0-1,0 1,-1-1,-1 0,1 0,1-7,-5 15,1 0,-1 1,1-1,-1 0,1 0,-1 1,1-1,-1 0,1 0,-1 0,1 1,-1-1,1 0,-1 0,0 0,1 0,-1 0,1 0,-1 0,1 0,-1 0,1-1,-1 1,1 0,-1 0,1 0,-1-1,1 1,-1 0,1 0,-1-1,1 1,-1-1,1 1,0 0,-1-1,1 1,-1-1,1 1,0-1,0 1,-1-1,1 1,0-1,0 1,0-1,0 1,-1-1,1 1,0-1,0 1,0-1,0 0,0 1,-4 4,1 0,-1 0,1 0,0 1,0 0,1-1,-1 1,1 0,0 0,0 1,1-1,-1 0,1 0,0 1,1-1,0 1,-1-1,1 1,1-1,-1 1,1-1,0 0,1 1,-1-1,1 0,0 0,0 0,0 0,1 0,0 0,0-1,0 0,0 1,1-1,0 0,0 0,0-1,0 1,0-1,5 2,-3-2,1-1,-1-1,1 1,0-1,0 0,-1 0,1-1,0 0,0 0,-1-1,1 0,0 0,0-1,-1 1,1-1,-1-1,0 1,0-1,0 0,0-1,0 0,0 1,-1-2,0 1,5-5,0-2,1 0,-1 0,-1-1,0-1,0 1,-1-1,-1-1,-1 0,1 0,-2 0,1-3,8-12,-13 29,-1 0,0-1,1 1,-1 0,1 0,-1-1,0 1,1 0,-1 0,1-1,-1 1,1 0,-1 0,0 0,1 0,-1 0,1 0,-1 0,1 0,-1 0,1 0,-1 0,1 0,-1 0,1 0,-1 0,0 0,1 0,-1 1,1-1,-1 0,1 0,-1 1,0-1,1 0,-1 0,0 1,1-1,-1 0,0 1,1-1,-1 1,0-1,0 0,1 1,-1-1,0 1,0-1,0 1,0-1,0 1,0-1,0 0,1 1,-1-1,0 1,-1-1,1 1,0-1,0 1,0-1,0 1,0-1,0 1,9 155,-9-110,-2 529,2-565,0 8,0-1,-2 1,0-1,0 1,-2-1,-2 6,6-22,0 0,0 0,0 1,0-1,0 0,-1 0,1 0,0 0,-1 0,1 0,0-1,-1 1,1 0,-1 0,0 0,1 0,-1 0,0-1,1 1,-1 0,0 0,0-1,0 1,1-1,-1 1,0-1,0 1,0-1,0 0,0 1,0-1,0 0,0 0,0 1,0-1,0 0,0 0,0 0,0 0,-1-1,1 1,0 0,0 0,0-1,0 1,1 0,-1-1,0 1,0-1,0 1,0-1,0 0,0 1,0-1,-5-7,1 0,0 0,0-1,1 1,0-1,0 0,1 0,0 0,1-1,0 1,1-1,-1 0,-5-41,1 0,3-1,2 1,3-1,1 1,3-1,2 1,2 1,3 0,16-42,-25 77,1-1,0 1,1 0,1 1,0 0,1 0,1 0,0 1,1 0,0 1,1 0,5-4,-15 15,0 0,0 1,0-1,0 0,0 0,0 1,0-1,0 1,1-1,-1 1,0-1,0 1,0 0,1-1,-1 1,0 0,1 0,-1 0,0 0,1 0,-1 0,0 1,0-1,1 0,-1 1,0-1,0 1,1-1,-1 1,0-1,0 1,0 0,0 0,0-1,0 1,0 0,0 0,0 0,-1 0,1 0,0 0,-1 0,2 2,12 54,-11-43,-1 0,-1 1,-1-1,0 0,-1 1,0-1,-1 0,-1 0,0 0,-1 0,0 0,-1-1,-1 0,-5 10,-12-3,23-20,-1 0,1 1,-1-1,1 0,0 1,-1-1,1 0,-1 0,1 0,0 0,-1 1,1-1,-1 0,1 0,-1 0,1 0,-1 0,1 0,-1 0,1 0,0 0,-1 0,1 0,-1-1,1 1,-1 0,1 0,-1 0,1-1,0 1,-1 0,1 0,0-1,-1 1,1 0,0-1,-1 1,1 0,0-1,-1 1,1 0,0-1,0 1,0-1,-1 1,1-1,0 1,0 0,0-1,0 1,0-1,0 1,0-1,0 1,0-1,0 1,0-1,0 1,0 0,0-1,2-5,0 0,1 0,0 1,-1-1,2 1,-1 0,1 0,-1 0,1 0,1 0,-1 1,1 0,-1 0,1 0,1 1,1-2,0-1,36-29,-8 10,-1-1,-2-2,-1-1,-1-2,-2-1,-1-1,-1-2,12-23,-22 27,-1-1,-2-1,-2 0,-1 0,-1-1,-2-1,2-24,-12-25,3 81,-1 0,1 1,-1-1,1 1,-1 0,0-1,0 1,0-1,0 1,-1 0,1 0,-1 0,1 0,-1 0,0 0,0 0,1 0,-1 1,-1-1,1 1,0-1,0 1,0 0,-1 0,1 0,-1 0,1 0,-1 1,1-1,-1 1,-4 1,-1 1,1-1,0 2,0-1,0 1,0 0,1 1,-1-1,1 1,0 0,0 1,0 0,1 0,0 0,0 0,0 1,0 0,1 0,0 0,0 2,-13 16,3 1,0 0,1 1,1 0,2 1,1 0,0 1,3 0,0 0,2 1,0-1,2 1,2 0,1 4,0-15,1 1,2-1,0 0,0 0,2-1,0 1,1-1,1 0,0-1,1 0,8 10,-11-18,0 0,0 0,1-1,0 0,0-1,0 1,1-1,0-1,0 1,1-1,-1-1,1 0,0 0,0-1,1 0,-1 0,1-1,-1 0,1-1,0 0,-1-1,7 0,-8-1,0 0,-1 0,1-1,-1 0,0-1,0 0,0 0,0 0,0-1,-1 0,1 0,-1-1,0 1,0-1,-1-1,1 1,-1-1,-1 0,1 0,-1-1,3-4,0-2,0-1,-1 0,0-1,-1 1,0-1,-2 0,1 0,-2 0,0-1,-1-5,0 20,-1-1,1 1,-1 0,0-1,0 1,1 0,-1-1,0 1,0-1,0 1,-1 0,1-1,0 1,0-1,-1 1,1 0,-1-1,1 1,-1 0,0 0,1-1,-1 1,0 0,0 0,0 0,0 0,0 0,0 0,0 0,0 0,0 1,0-1,-1 0,1 1,0-1,0 0,-1 1,0-1,-4 7,1-1,0 1,0-1,0 1,0 1,1-1,0 1,1 0,0-1,0 2,0-1,0 0,1 0,1 1,-1-1,1 5,-1-5,0 0,1 1,0-1,0 1,1 0,0-1,0 1,1-1,0 1,0-1,0 1,1-1,1 1,-1-1,1 0,0 0,1 0,-1-1,2 1,-1-1,0 0,1 0,0-1,1 1,-1-1,1 0,0 0,0-1,1 0,-1 0,1 0,5 1,-5-3,-1 0,1 0,0-1,0 1,0-2,0 1,0-1,0 0,0 0,0-1,0 0,0 0,0-1,-1 0,1 0,-1-1,1 1,-1-1,0-1,0 1,0-1,0 0,-1-1,1 1,-1-1,0 0,-1 0,1-1,0-1,12-21,-2 0,-1-1,-2-1,0 0,-2-1,-2 0,0-1,1-23,11-59,-5-2,-5-9,-9 78,-4 29,-6 27,-2 22,2 0,2 1,0 0,2 0,2 0,0 28,2 12,3-1,3 1,3-1,4 0,2-1,5 3,1 16,-18-69,-6-16,-4-11</inkml:trace>
  <inkml:trace contextRef="#ctx0" brushRef="#br0" timeOffset="282.253">2554 450,'0'-18,"0"-11,2-2,6 3,5 7,11 10,9 8,11 7,9 6,3 3,-9 1,-14-1,-13-3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4:23.98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212 192,'-12'-5,"1"0,0 0,-1 1,0 1,0 0,0 1,0 0,0 0,0 2,-1-1,1 2,-3 0,12 0,0-1,0 1,0 1,0-1,1 0,-1 1,1 0,-1-1,1 1,-1 0,1 0,0 0,0 1,0-1,0 0,0 1,1-1,-1 1,1 0,-1 0,1-1,0 1,0 0,1 0,-1 0,0 0,1 0,0 0,9 87,2-64,2 0,0 0,2-1,1-1,1 0,1-2,1 0,9 8,-2-2,-2 0,-2 2,0 0,11 23,-30-48,0 0,-1 0,1 0,-1 0,0 1,0-1,-1 1,1-1,-1 1,-1-1,1 1,-1 0,0-1,0 1,-1 0,0-5,0 1,0-1,0 0,-1 0,1 0,-1 0,1 0,-1 0,1-1,-1 1,1 0,-1-1,0 1,1-1,-1 0,0 0,1 1,-1-1,0 0,1 0,-1 0,0-1,1 1,-1 0,0-1,1 1,-1-1,0 1,1-1,-1 0,1 0,-1 0,1 0,0 0,-1 0,1 0,0 0,0 0,0-1,0 1,-1-1,0 0,0-1,0 0,0 0,0-1,1 1,-1 0,1-1,0 1,0-1,0 1,0-1,0 1,1-1,0 0,0 1,0-1,0 0,0 1,1-1,0 1,-1-1,1 0,1 1,-1 0,0-1,1 1,0 0,2-3,1-3,1 0,1 0,-1 1,1 0,1 0,0 1,0 0,0 1,5-4,-2 3,1 0,-1 0,1 1,1 0,-1 1,1 0,0 1,0 1,0 0,0 1,1 0,9 1,-19 2,-1 0,0 1,0 0,0 0,0 0,-1 0,1 0,0 0,-1 1,0 0,1-1,-1 1,0 0,0 0,-1 0,1 0,-1 0,1 0,-1 1,0-1,0 0,0 1,-1-1,1 1,-1-1,0 1,0-1,0 0,0 1,-1-1,1 1,-1-1,0 1,-1 1,2 6,-1 16,-1-17,1-1,1 1,0 0,0-1,1 1,0-1,1 1,0-1,0 0,1 0,0 0,1 1,-3-8,1 0,-1 0,0 0,1-1,-1 1,1 0,0-1,0 1,-1-1,1 0,0 0,0 0,0 0,0 0,1 0,-1 0,0 0,0-1,0 1,1-1,-1 0,0 0,0 0,1 0,-1 0,0 0,0 0,1-1,-1 1,0-1,0 0,2 0,15-9</inkml:trace>
  <inkml:trace contextRef="#ctx0" brushRef="#br0" timeOffset="256.61">613 219,'-14'-7,"-9"-4,-2-1,0 3,4 3,11 7,16 7,16 6,4 2</inkml:trace>
  <inkml:trace contextRef="#ctx0" brushRef="#br0" timeOffset="1133.451">1227 419,'-5'0,"-14"-4,1 1,-1 0,1 2,-1 0,0 1,1 1,-1 1,1 1,-1 0,-13 5,29-6,0-1,1 0,-1 1,1-1,0 1,-1 0,1 0,0 0,0 0,0 0,0 0,1 1,-1-1,1 1,-1-1,1 1,0-1,0 1,0 0,0-1,0 1,1 0,-1 0,1 0,0 0,0 0,0 0,0-1,0 1,1 0,-1 0,1 0,0 0,0-1,0 1,0 0,0-1,1 1,-1-1,1 1,0-1,-1 0,1 0,0 0,0 0,2 2,12 12,1-1,1-1,0 0,1-1,0-1,1-1,13 5,98 67,-129-82,0 0,-1 0,1 0,-1 0,1 0,-1 0,1 0,-1 1,0-1,0 0,0 1,1-1,-1 1,0 0,-1-1,1 1,0 0,0-1,-1 1,1 0,-1 0,0-1,1 1,-1 0,0 0,0 0,0 0,0-1,-1 1,1 0,0 0,-1 0,1 0,-1-1,0 1,1 0,-1-1,0 1,0-1,0 1,0-1,0 1,-1-1,1 1,0-1,-1 0,1 0,-1 0,0 1,-7 3,-1 0,1 0,-1-1,0-1,-1 1,1-1,-1-1,1 0,-1-1,0 0,1 0,-1-1,0-1,0 0,1 0,-3-1,11 2,1-1,-1 1,1 0,0-1,-1 1,1-1,0 1,0-1,-1 0,1 0,0 1,0-1,0 0,0 0,0 0,0 0,0 0,0 0,0 0,1-1,-1 1,0 0,1 0,-1-1,1 1,-1 0,1-1,0 1,-1 0,1-1,0 1,0-1,0 1,0 0,0-1,1 1,-1 0,0-1,32-46,114-74,-119 104,-1-1,-1-1,-1-1,-1-1,-1-2,-1 0,-1-1,-1 0,-1-2,14-28,-24 34,0-1,-1 0,-1 0,-1-1,-2 0,0 0,-1 0,-1 0,-1 0,-2 0,0 0,-1 0,3 21,-1-2,1 1,0-1,-1 1,0 0,0-1,0 1,0 0,-1 0,1-1,-1 1,1 0,-1 1,0-1,-1 0,0-1,1 4,1 0,0 1,-1-1,1 0,0 1,-1-1,1 1,0 0,0-1,0 1,-1 0,1 0,0 0,0 0,0 0,0 0,0 0,1 0,-1 0,0 0,0 0,1 0,-1 1,1-1,-1 0,1 1,-1-1,1 0,0 1,0-1,0 0,0 1,-8 26,1 1,2-1,1 1,0 29,1-24,-9 157,9 42,17-114,-14-115,1-1,0 1,0-1,0 1,1-1,-1 0,1 1,0-1,0 0,0 0,0 0,0 0,1-1,-1 1,1-1,0 1,0-1,0 0,0 0,0 0,0 0,1-1,-1 1,0-1,1 0,0 0,-1 0,1-1,-1 1,5-1,2-2,0 0,1-1,-1 0,0-1,-1 0,1 0,-1-1,1 0,-1-1,-1 0,1-1,-1 0,0 0,-1 0,0-1,0 0,-1-1,0 0,5-9,-1 5,-2-2,0 1,0-1,-2-1,0 1,0-1,-2 0,0 0,-1 0,0-1,-1 1,-1-13,-1 28,0 1,1-1,-1 1,0-1,0 0,0 0,0 1,0-1,0 0,0 1,0-1,0 0,0 1,0-1,-1 0,1 1,0-1,0 0,-1 1,1-1,0 1,-1-1,1 1,-1-1,1 1,-1-1,1 1,-1-1,1 1,-1-1,1 1,-1 0,1-1,-1 1,0 0,1-1,-1 1,0 0,1 0,-1 0,0 0,1 0,-1-1,0 1,0 1,-21 23,19-17,1-1,0 1,0-1,1 1,-1 0,2 0,-1-1,1 1,0 0,0 0,1 0,0-1,0 1,0 0,1-1,0 1,1-1,-1 0,1 1,1-1,-1 0,1-1,0 1,0-1,0 0,1 0,0 0,0 0,0-1,0 0,1 0,0 0,0-1,0 0,4 2,88 24,-53-23</inkml:trace>
  <inkml:trace contextRef="#ctx0" brushRef="#br0" timeOffset="1785.713">1441 299,'-28'-10,"30"7,77 0,183 6,168 25,-404-25,1 1,-1 1,0 1,24 9,-46-14,-1 0,1 1,0 0,0 0,-1 0,1 0,-1 0,1 1,-1 0,0-1,0 1,0 0,-1 1,1-1,-1 0,0 1,0-1,0 1,0 0,0 0,-1 0,0 0,0 0,0 0,0 0,0 0,-1 0,0 0,0 0,0 0,0 1,-1-1,0 0,0 0,0 1,-18 58,15-54,0 1,0-1,1 1,0 0,1 0,0 0,1 0,0 0,1 0,0 1,0-1,1 0,0 0,2 4,-1-10,-1 0,1-1,0 1,0-1,0 0,1 0,-1 0,1 0,0 0,-1 0,1-1,1 1,-1-1,0 0,0 0,1 0,-1 0,1-1,0 0,0 1,-1-1,1 0,0-1,0 1,0-1,0 0,0 0,0 0,0 0,4-1,1 0,-1 0,0 0,1-1,-1-1,0 1,0-1,0-1,0 0,-1 0,1 0,-1-1,0 0,5-6,-1-1,0-1,0 0,-1 0,-1-1,0 0,-1-1,-1 0,0 0,-1-1,1-6,-3 13,-19 90,13-77,0 1,0-1,1 1,0-1,0 1,0 0,1-1,0 1,0 0,0-1,0 1,1 0,-1-1,1 1,0 0,1-1,-1 1,1-1,0 0,0 1,0-1,1 0,-1 0,1-1,0 1,0 0,0-1,1 0,-1 0,1 0,0 0,0 0,1 0,5-2,0 0,0-1,0 0,0-1,-1 0,1-1,0 0,0 0,-1-1,0 0,1 0,-1-1,0-1,-1 0,1 0,-1 0,0-1,0 0,-1-1,0 0,0 0,0 0,-1-1,0 0,-1 0,0-1,0 1,0-1,2-9,2-24,-9 42,0-1,0 0,0 0,0 1,0-1,0 0,0 0,0 1,0-1,-1 0,1 0,0 1,0-1,-1 0,1 1,0-1,-1 0,1 1,-1-1,1 1,-1-1,1 1,-1-1,1 1,-1-1,0 1,1-1,-1 1,1 0,-1-1,0 1,0 0,1 0,-1-1,0 1,1 0,-1 0,0 0,0 0,1 0,-1 0,0 0,0 0,1 0,-1 0,0 1,0-1,1 0,-1 0,0 1,1-1,-1 1,-3 0,0 1,0-1,0 1,1 0,-1 1,1-1,-1 1,1-1,0 1,0 0,0 0,0 0,1 1,-1-1,1 1,0-1,0 1,0 0,0 0,1 0,0 0,0 0,0 0,0 0,0 0,1 0,0 1,0-1,0 0,0 0,1 1,-1-1,1 0,0 0,1 0,-1 0,1 0,-1 0,1-1,0 1,9 4,0-1,1 0,-1-1,1 0,0-1,1 0,-1-1,1 0,0-1,0-1,0 0,11 0,-8 0,72 10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4:38.04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1,'11'16,"9"7,1 2,-4-2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4:38.31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85 0,'9'16,"5"13,3 7,1 4,-4 6,-3 3,-10 5,-18 2,-18 1,-23-3,0-10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4:35.99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107 29,'4'110,"-5"1,-5-1,-5 0,-24 105,9-57,-2 126,26-265,1 1,0-1,2 1,0 0,2-1,0 1,1-1,0 0,2 0,0-1,2 1,0-1,5 8,-10-23,0 1,0-1,0 0,1 0,-1 0,1-1,0 1,-1-1,1 0,0 0,1 0,-1-1,0 1,0-1,1 0,-1 0,1-1,-1 1,0-1,1 0,-1 0,1 0,-1-1,1 1,-1-1,0-1,1 1,-1 0,0-1,0 0,0 0,2-1,84-34,-40 15,1 2,1 2,1 3,1 1,14 1,-31 10,-8 1</inkml:trace>
  <inkml:trace contextRef="#ctx0" brushRef="#br0" timeOffset="264.681">14 136,'16'-6,"19"-8,19-3,17-3,14-1,8 1,3 4,-4 5,-9 4,-18 3</inkml:trace>
  <inkml:trace contextRef="#ctx0" brushRef="#br0" timeOffset="588.443">1030 284,'0'20,"-2"21,-6 17,-3 12,-5 10,-3 3,-4-4,0-6,1-13,5-21,5-18</inkml:trace>
  <inkml:trace contextRef="#ctx0" brushRef="#br0" timeOffset="913.814">963 364,'-3'13,"0"0,0 1,1 0,1-1,0 1,1 0,1 0,0 0,1-1,0 1,1-1,0 1,1-1,1 0,0 0,1-1,0 1,1-2,0 1,1 0,9 9,1-2,1 0,1-2,1 0,0-1,1-1,0-1,1-2,1 0,14 5,-37-17,1 2,0-1,0 1,0-1,0 0,0 0,0 0,0 0,0 0,1 0,-1 0,0-1,0 1,1-1,-1 0,1 0,-1 0,0 0,1 0,-1 0,0-1,1 1,-1-1,0 1,1-1,-1 0,0 0,0 0,0 0,0 0,0-1,0 1,0-1,0 1,-1-1,1 0,0 1,0-2,5-90,-8 68,-2-84,0 32,2 0,4 1,12-66,-15 141,0-6,1-1,0 1,1 0,0-1,0 1,1 0,-1 0,2 0,-1 0,1 1,0 0,0-1,0 1,6-5,-9 10,1 0,-1 1,1-1,-1 0,1 1,-1-1,1 0,0 1,-1 0,1-1,0 1,0 0,-1 0,1 0,0 0,-1 0,1 1,0-1,-1 0,1 1,0-1,-1 1,1 0,-1-1,1 1,0 1,20 11</inkml:trace>
  <inkml:trace contextRef="#ctx0" brushRef="#br0" timeOffset="1277.246">1698 391,'-10'16,"1"-1,0 2,2 0,0 0,0 0,2 1,0-1,1 1,1 1,1-1,0 0,1 1,1-1,2 13,-1-24,1 0,-1 0,1-1,0 1,1 0,0-1,0 1,0-1,1 0,0 0,0 0,0-1,1 1,0-1,0 0,0 0,1-1,-1 0,1 0,0 0,0 0,1-1,-1 0,1 0,-1-1,1 0,0 0,0-1,0 0,0 0,0 0,0-1,1 0,-1-1,0 1,0-1,0-1,0 1,0-1,2-2,0 0,-1 0,1-1,-1 0,0 0,-1-1,0 1,1-2,-2 1,1-1,-1 0,0-1,0 1,-1-1,0-1,-1 1,0 0,0-1,1-4,0-2,0-1,0 0,-2 0,0-1,-1 1,0-1,-1 1,-1-1,-1 0,-2-11,3 19,-1 1,-1-1,1 1,-1 0,-1-1,0 1,0 0,0 0,-1 1,0-1,-1 1,1 0,-1 0,-1 0,1 1,-1 0,-1 0,1 0,-1 1,0 0,0 0,0 0,-1 1,1 0,-1 1,0 0,0 0,-1 1,1 0,0 0,-9 0,9 3,-1 0,1 1,0 0,0 0,0 1,1 0,-1 0,1 1,-1 0,1 0,0 1,1 0,-1 0,1 1,0 0,0 0,1 0,0 1,0-1,0 1,1 0,0 1,0-1,1 1,0 0,1-1,-1 1,1 1,1-1,-1 4,1 32</inkml:trace>
  <inkml:trace contextRef="#ctx0" brushRef="#br0" timeOffset="1573.099">2354 271,'0'20,"-3"21,-2 14,-3 10,-1 4,0-2,1-5,2-10,2-8,4-12,4-11,4-15,0-7</inkml:trace>
  <inkml:trace contextRef="#ctx0" brushRef="#br0" timeOffset="1778.56">2140 203,'11'0,"18"0,21 0,22-2,20-1,20-2,16-1,-14 2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4:38.76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142 504,'-3'45,"-2"-1,-2 1,-3-1,-1-1,-7 17,-52 129,58-173,7-20,8-32,21-40,3 1,4 2,9-13,-6 11,50-109,-67 156,-17 29,0-1,-1 0,1 1,0-1,0 1,0-1,0 1,0-1,0 0,0 1,-1-1,2 1,-1-1,0 1,0-1,0 1,0-1,0 1,0-1,0 0,0 1,1-1,-1 1,0-1,0 0,1 1,-1-1,0 0,1 1,-1-1,0 0,1 1,-1-1,0 0,1 0,-1 1,0-1,1 0,-1 0,1 0,-1 1,1-1,-1 0,1 0,-1 0,0 0,1 0,-1 0,1 0,-1 0,1 0,-1 0,1 0,-1-1,0 1,1 0,-1 0,1 0,-1 0,0-1,1 1,-1 0,1-1,-1 1,0 0,1 0,-1-1,0 1,0-1,16 230,-4-128,5 0,10 26,-9-46,-15-68,-1-6,0-1,-1 1,0 0,0 0,0 0,-1 0,0 1,0-1,-1 0,0 0,-1 4,-6 4</inkml:trace>
  <inkml:trace contextRef="#ctx0" brushRef="#br0" timeOffset="627.045">9 744,'415'-49,"37"-37,-378 76,-73 11,0-1,1 1,-1 0,0-1,0 1,1 0,-1 0,0 0,0 0,0 0,0 0,0 0,0 0,-1 0,1 0,0 1,0-1,-1 0,1 1,-1-1,1 0,-1 1,0-1,1 0,-1 1,0-1,0 1,0-1,0 1,0-1,0 0,-1 1,1-1,0 1,-1-1,1 0,-1 1,1-1,-1 0,0 0,0 2,0 0,-95 276,74-223,22-56,0-1,0 1,0 0,0 0,0 0,0 0,-1-1,1 1,0 0,0 0,0 0,0 0,-1 0,1-1,0 1,0 0,0 0,-1 0,1 0,0 0,0 0,-1 0,1 0,0 0,0 0,0 0,-1 0,1 0,0 0,0 0,-1 0,1 0,0 0,0 0,0 0,-1 0,1 0,0 1,0-1,0 0,-1 0,1 0,0 0,0 0,0 1,0-1,0 0,-1 0,1 0,0 0,0 1,0-1,0 0,0 0,0 1,0-1,0 0,0 0,-3-22,3 21,-3-42,2 0,2 0,2 0,1 1,2-1,3 1,9-30,-18 72,0-2,0 0,0 0,1 1,-1-1,0 0,1 1,-1-1,1 0,-1 1,1-1,0 1,0-1,0 1,0-1,0 1,0 0,0-1,0 1,0 0,1 0,-1 0,1 0,-1 0,0 0,1 0,0 1,-1-1,1 0,-1 1,1-1,0 1,-1 0,1-1,0 1,0 0,-1 0,1 0,0 0,1 1,3 4,0 0,0 1,-1-1,0 1,0 1,0-1,-1 1,1 0,-2 0,2 3,6 10,20 35,3-2,1-2,3-1,18 16,-54-62,0 0,1-1,0 0,-1 1,1-1,0 0,0-1,1 1,-1 0,1-1,-1 0,1 0,0 0,0 0,0 0,0-1,0 0,0 0,0 0,0 0,0-1,1 0,-1 1,0-1,0-1,1 1,-1-1,0 0,0 0,0 0,0 0,0-1,0 1,3-8,0 1,-1-1,-1 0,0 0,0-1,0 0,-1 0,-1 0,0 0,0 0,-1-1,0 1,-1-1,0-7,7-48,-4 1,-2-1,-4 0,-2 0,-8-37,10 85,5 26</inkml:trace>
  <inkml:trace contextRef="#ctx0" brushRef="#br0" timeOffset="1136.88">1466 250,'4'-1,"-1"0,0 0,1 0,0 1,-1-1,1 1,-1 0,1 0,-1 0,1 0,0 1,-1-1,1 1,-1 0,1 0,-1 0,0 1,1-1,-1 1,0 0,0 0,0 0,0 0,-1 0,1 1,0-1,-1 1,0 0,0 0,1 0,-2 0,1 0,0 0,-1 0,2 4,5 11,-1 0,-1 1,-1-1,0 1,-2 1,0-1,5 48,-4-1,-3 1,-2 0,-4-1,-5 22,9-71,4-22,4-29,-3 3</inkml:trace>
  <inkml:trace contextRef="#ctx0" brushRef="#br0" timeOffset="1430.471">1533 236,'33'42,"162"119,-140-121,-2 3,-1 3,-3 1,-1 3,-1 4,-35-38,-1 0,-1 0,0 1,-2 0,0 1,4 12,-9-24,-2 0,1 0,-1 0,1 1,-2-1,1 0,-1 0,0 1,0-1,-1 0,1 0,-2 1,1-1,0 0,-1 0,0 0,-1-1,0 1,1 0,-2-1,1 0,-2 2,-6 3,0-1,-1 0,0-1,-1-1,0 0,0 0,-1-2,1 1,-1-2,0 0,-1 0,1-1,-1-1,1-1,-1 0,1-1,-1 0,0-1,-11-2,-22-8,47 11,0 0,0 0,0 0,0 0,0-1,0 1,0 0,0-1,0 1,1-1,-1 1,0-1,0 0,0 1,0-1,1 0,-1 1,0-1,1 0,-1 0,1 0,-1 1,1-1,-1 0,1 0,-1 0,1 0,0 0,0 0,-1 0,1 0,0 0,0 0,0 0,0 0,0 0,0 0,0 0,1 0,-1 0,0-1,9-10</inkml:trace>
  <inkml:trace contextRef="#ctx0" brushRef="#br0" timeOffset="2231.334">2428 23,'391'-22,"-312"23,-78-1,0 0,0 0,0 1,0-1,0 0,0 0,0 1,0-1,0 0,-1 1,1-1,0 1,0-1,0 1,-1 0,1-1,0 1,-1 0,1-1,0 1,-1 0,1 0,-1 0,1-1,-1 1,0 0,1 0,-1 0,0 0,0 0,0 0,1 0,-1 0,0 0,0 0,0 0,0 0,-1-1,1 1,0 0,0 0,0 0,-1 0,0 1,-23 36,14-27,1 0,0 1,1-1,1 2,0-1,0 1,1 0,1 0,0 1,1-1,0 1,1 1,2 24,1 0,2 0,1 0,2 0,2-1,2 0,6 15,-10-30,23 94,-5 1,-6 0,-5 4,-5-27,-5 0,-9 71,8-162,0 0,-1 0,0 0,0 1,0-1,-1 0,1 0,-1 1,0-1,0 0,-1 0,1 0,-1 0,0 0,0-1,0 1,0-1,-1 1,1-1,-1 0,0 1,0-2,0 1,0 0,-1 0,1-1,-1 0,0 0,1 0,-1 0,0-1,0 1,0-1,-3 1,-3-4,0 0,0 0,1-1,-1 0,1-1,-1 0,1-1,0 1,1-2,-1 1,-1-3,-38-20,42 24,-1 0,1 1,-1 1,0-1,0 1,0 0,0 0,0 1,0 0,0 0,-1 1,-2 0,-10 17,13-5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4:44.73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293 1020,'0'-4,"-1"-1,1 1,-1-1,1 1,-1-1,0 1,-1 0,1-1,-1 1,0 0,0 0,0 0,-1 1,1-1,-1 0,0 1,0 0,0-1,-1 1,1 1,-1-1,1 0,-1 1,0 0,0-1,0 2,0-1,0 0,-1 1,1 0,-1 0,1 0,0 1,-1-1,1 1,-1 0,1 0,-1 1,0-1,-3 1,1-1,-1 1,1 0,-1 1,1 0,0 0,0 0,0 1,0 0,0 1,0-1,1 1,0 0,-1 1,2 0,-1 0,1 0,-1 1,1-1,1 1,-1 0,1 1,0-1,1 1,-1 0,1 0,1 0,-1 0,1 0,1 1,-1-1,1 0,0 1,1 0,0 1,1-4,0 0,0 0,1-1,-1 1,1 0,0-1,1 1,-1-1,1 1,0-1,0 0,0 0,1-1,-1 1,1-1,0 1,0-1,0 0,0-1,1 1,-1-1,1 0,-1 0,1 0,0-1,0 1,2-1,12 4,0-2,0 0,1-1,-1-1,1-1,10-1,21-5,-1-3,0-2,0-2,-1-2,32-15,-23 10,-54 18,-2 1,0 0,-1 0,1 0,0 0,0 1,0-1,0 1,0-1,0 1,0-1,0 1,-1 0,1 0,0 0,0 0,0 0,0 1,0-1,0 1,0-1,0 1,0 0,0-1,-1 1,1 0,0 0,0 0,0 2,9 14,-8-12,-1-1,0 1,1-1,0 0,0 0,0-1,1 1,-1-1,1 1,0-1,0 0,0-1,0 1,1 0,9 2,1 0,0-1,-1 0,1-1,1 0,-1-2,0 0,1 0,-1-2,0 0,0 0,11-4,-23 6,0-1,0 0,0-1,0 1,0 0,0-1,0 0,0 0,0 0,0 0,0 0,0 0,-1-1,1 1,0-1,-1 0,1 0,-1 0,0 0,0 0,0-1,0 1,0-1,0 1,0-1,-1 0,0 1,1-1,-1 0,0 0,0 0,-1 0,1 0,0 0,-1 0,0 0,0 0,0-1,0 1,0 0,-1 0,0-2,-7-6,-1 0,0 1,0 0,-1 0,0 1,-1 0,0 1,-1 0,1 1,-1 0,-1 1,1 0,-1 1,0 0,-7 0,-20-11,41 12,106-1,240-1,-339 6,1-1,0 1,-1 0,1 1,-1 0,1 0,-1 1,0 0,0 0,0 1,0 0,0 1,0 0,-1 0,1 0,-1 1,0 0,-1 1,1-1,-1 1,0 0,-1 1,0 0,0-1,0 2,3 5,-8-10,1 1,-1-1,1 1,0-1,0 0,0 1,0-1,1 0,-1 0,1 0,0 0,0 0,0-1,0 1,1 0,-1-1,1 0,-1 1,1-1,0 0,0 0,0-1,0 1,0-1,0 1,0-1,1 0,-1 0,0 0,1-1,-1 1,1-1,-1 0,1 0,-1 0,3-1,6-2,0-2,-1 1,1-1,-1-1,0 0,-1-1,0 0,0-1,0 0,-1 0,0-1,-1 0,0-1,0 1,-1-2,0 1,-1-1,0 0,-1 0,0-1,0 1,-2-1,1 0,-1-4,-4 33,0 1,1-1,1 1,1-1,0 0,4 12,-5-24,0 0,1-1,-1 1,1 0,0-1,0 0,1 0,-1 1,1-1,0-1,0 1,0 0,1-1,-1 0,1 1,0-2,0 1,0 0,0-1,1 1,-1-1,0-1,1 1,0 0,-1-1,4 1,-1-2,0 0,0 0,-1 0,1-1,0 0,-1 0,1-1,-1 1,1-2,-1 1,0-1,0 1,0-2,0 1,0-1,-1 0,0 0,4-4,2-2,0 0,-1-1,-1 0,0-1,0 1,-1-2,-1 1,1-4,11-24,-19 47,0-1,0 0,1 1,0-1,1 0,-1 0,1 0,0 0,1 0,-1 0,1-1,0 1,1-1,-1 0,1 0,0 0,0 0,1-1,-1 1,1-1,0-1,0 1,1 0,-1-1,1 0,0-1,-1 1,1-1,1 0,5 1,-1 0,1-1,0 0,0 0,1-2,-1 0,0 0,0-1,0 0,0-1,0 0,0-1,-1-1,1 0,-1 0,0-1,0-1,0 0,-1 0,0-1,0 0,0-1,-1 0,-1 0,1-1,4-6,-4 1,0 1,0-2,-1 1,-1-1,-1 0,0 0,-1-1,0 0,-2 0,0 0,0 0,-3 16,0 0,0 1,0-1,1 0,-1 0,0 1,0-1,0 0,0 1,0-1,0 0,0 1,0-1,0 0,0 1,0-1,0 0,0 0,0 1,0-1,0 0,0 1,-1-1,1 0,0 0,0 1,0-1,0 0,-1 1,1-1,0 0,0 0,0 0,-1 1,1-1,0 0,0 0,-1 0,1 0,0 1,-1-1,1 0,0 0,0 0,-1 0,1 0,0 0,-1 0,1 0,0 0,-1 0,1 0,0 0,-1 0,1 0,0 0,-1 0,1 0,0-1,0 1,-1 0,1 0,0 0,0 0,-1-1,1 1,0 0,-13 41,1 0,3 1,1 1,2-1,2 1,2 27,2-67,-6 510,-1-450,6-63,1 0,-1 0,0 0,1 0,-1 0,0 0,1 0,-1 0,1 0,-1 0,0 0,1 0,-1 0,1 0,-1-1,0 1,1 0,-1-1,1 1,-1 0,1-1,-1 1,1 0,0-1,-1 1,1-1,-1 1,1-1,0 1,-1-1,1 1,0-1,0 0,-1 1,1-1,0 1,0-1,0 0,0 1,0-1,0 1,0-1,0 0,0 1,0-1,0 1,0-1,-10-40,2 0,1 0,2-1,2-30,2 57,1 14,-6-91,4-1,7-61,-3 141,-1 0,2 0,0 0,0 0,1 0,1 1,0 0,3-5,-6 12,1 1,0 0,0 0,0 0,0 0,1 0,0 1,-1 0,1-1,1 2,-1-1,0 0,1 1,-1 0,1 0,0 0,-1 0,1 1,0 0,0 0,0 0,0 0,2 1,0 0,0 1,0-1,0 1,0 1,0-1,0 1,0 0,-1 1,1 0,-1 0,1 0,-1 1,0 0,0 0,-1 0,0 1,1 0,-1 0,-1 0,3 3,-4-4,0 0,0 1,-1-1,1 0,-1 1,0-1,0 1,0 0,-1 0,0 0,0 0,0 0,-1 0,1 0,-1 0,0 0,-1 0,1 0,-1 0,0 0,0 0,0 0,-1 0,0-1,0 1,0-1,-1 1,1-1,-1 0,0 1,0-1,0 0,0 0,-1-1,0 1,0-1,0 0,0 0,0 0,0 0,-1-1,1 1,-1-1,0-1,1 1,-1-1,0 1,0-1,0-1,0 1,-1-1,1 0,0 0,0 0,0-1,0 1,4-2,0 1,0 0,0-1,0 1,1 0,-1-1,0 1,1-1,-1 1,1-1,-1 0,1 1,0-1,0 1,0-1,0 0,0 1,0-1,0 0,0 1,1-1,-1 1,1-1,-1 1,1-1,-1 1,1-1,0 1,0-1,0 1,0 0,0 0,0-1,0 1,0 0,0 0,1 0,-1 0,1 0,20-22,0 1,2 1,1 1,1 1,21-12,-13 8,30-20,1 0,-1-3,-2-3,23-26,-25-2,-59 76,-1 0,1 0,0-1,-1 1,1 0,-1-1,1 1,-1 0,1-1,-1 1,0 0,0-1,0 1,0-1,0 1,0 0,0-1,0 1,-1-1,1 1,-1 0,1-1,-1 1,1 0,-1 0,1-1,-1 1,0 0,0 0,0 0,0 0,0 0,0 0,0 0,0 0,0 0,0 0,-1 1,1-1,0 0,0 1,-1-1,1 1,-2-1,-63-3,60 3,0 1,0 1,0-1,0 1,0 0,0 0,1 1,-1 0,0 0,1 0,-1 0,1 1,-1 0,1 0,0 1,1 0,-1-1,0 2,1-1,0 0,0 1,0 0,1 0,0 0,0 0,0 0,0 1,1-1,0 1,0 0,0 0,1 1,3 7,0 0,1 0,0-1,2 1,-1-1,2 0,-1 0,5 5,8 21,4 17,44 90,-62-140,0 0,1-1,0 1,0-1,0 0,1 0,-1 0,1-1,0 0,0 0,1-1,-1 1,1-2,0 1,-1 0,1-1,0-1,1 1,-1-1,0 0,0-1,1 0,-1 0,0 0,0-1,5-1,9-2,0-1,0-1,0-1,-1-1,0 0,0-2,-1 0,6-5,-1-1,-1-1,0-1,-1-1,-1-1,-1-1,-1-1,-1 0,-1-1,-1-1,-1-1,-1 0,-1-1,-1-1,-2 0,25-69,-4-2,-4-1,-5 0,2-46,-18 42,-6 99,0 0,-1 0,1 0,-1 0,0 0,0 0,0 0,-1 0,1 0,-1 0,0 1,0-1,0 1,-1-1,1 1,-1 0,0 0,0 0,0 0,0 1,0-1,-1 1,0-1,2 3,1 0,0 1,-1-1,1 0,0 1,0-1,-1 0,1 1,0 0,0-1,0 1,0 0,0-1,0 1,0 0,0 0,0 0,0 0,0 0,1 0,-1 0,0 0,1 0,-1 0,0 1,1-1,0 0,-1 0,1 0,0 1,-1-1,1 0,0 1,0-1,0 0,0 1,0-1,1 0,-1 0,0 1,1-1,3 267,-20 270,14-506,2 0,1-1,1 1,2 0,1-1,1 0,11 29,-17-59,0 1,0 0,0 0,0-1,0 1,1 0,-1-1,1 1,-1 0,1-1,0 1,0-1,0 1,0-1,0 1,0-1,0 0,0 0,0 1,0-1,1 0,-1 0,1 0,-1 0,1 0,-1-1,1 1,-1 0,1-1,0 1,-1-1,1 1,0-1,-1 0,1 0,0 0,0 0,-1 0,1 0,0 0,-1-1,1 1,0-1,-1 1,2-1,9-11</inkml:trace>
  <inkml:trace contextRef="#ctx0" brushRef="#br0" timeOffset="262.075">3501 472,'16'-4,"21"-2,30 2,30 5,30 4,29 3,16 5,2 3,-12 1,-35-3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4:46.64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151 522,'-5'28,"-5"21,-4 18,-4 10,-4 3,0-4,2-11,3-15,6-17,3-20,5-11</inkml:trace>
  <inkml:trace contextRef="#ctx0" brushRef="#br0" timeOffset="294.412">44 683,'-1'-23,"7"-42,-5 64,0 1,-1-1,1 1,0-1,0 1,0-1,-1 1,1 0,0-1,0 1,0 0,0 0,0 0,0-1,0 1,0 0,-1 0,1 1,0-1,0 0,0 0,0 0,0 1,0-1,0 0,-1 1,1-1,0 0,0 1,0-1,-1 1,1 0,0-1,-1 1,1 0,-1-1,1 1,0 0,-1 0,1-1,179 173,-157-151,198 179,-220-201,-1 1,1 0,-1 0,1 0,-1 0,1 0,0 0,0 0,0 0,0 0,-1-1,1 1,0 0,0 0,0-1,1 1,-1-1,0 1,0-1,0 1,0-1,0 0,1 1,-1-1,0 0,0 0,1 0,-1 0,0 0,0 0,0-1,1 1,-1 0,0 0,0-1,0 1,0-1,0 1,1-1,-1 0,0 1,0-1,0 0,-1 0,1 1,0-1,0 0,0 0,-1 0,1 0,0-1,2-130,-3 6,5-1,11-40,-3 106,-5 52,-2 8</inkml:trace>
  <inkml:trace contextRef="#ctx0" brushRef="#br0" timeOffset="774.943">1153 563,'-29'32,"2"1,0 2,3 0,1 2,1 1,2 0,2 2,2 0,-7 28,63-232,-25 103,3 1,3 1,2 1,3 1,23-37,-43 85,-4 3,1 1,-1 0,2 0,-1 0,0 1,1-1,0 1,0 0,0 0,1 0,-1 0,1 1,0 0,0 0,-4 3,1 0,0 1,-1 0,0-1,1 1,-1 0,1 0,-1 0,0 0,0 0,0 0,1 0,-1 0,0 0,0 1,0-1,-1 0,1 1,0-1,0 0,-1 1,1-1,-1 1,1 0,-1-1,0 1,0-1,1 1,-1-1,0 1,-1 0,1-1,0 1,0 0,0 0,14 276,24 77,-38-324,-2-9</inkml:trace>
  <inkml:trace contextRef="#ctx0" brushRef="#br0" timeOffset="1380.202">966 777,'406'-97,"-175"57,-227 39,-1 0,1 0,-1 0,0 1,1-1,-1 1,1 0,-1 0,1 0,-1 1,1-1,-1 1,1 0,-1 0,0 0,1 0,-1 0,0 1,0 0,0 0,0-1,0 2,-1-1,1 0,0 0,-1 1,0 0,0-1,0 1,0 0,0 0,0 0,-1 0,1 0,-1 1,0-1,0 0,0 1,0-1,-3 19,0 0,-1 0,-2-1,0 1,-1-1,-1-1,-9 20,7-16,-22 57,33-117,53-358,-33 327,-21 66,0 1,0-1,0 1,0 0,0-1,0 1,0 0,0 0,0-1,0 1,1 0,-1 0,0 0,0 1,0-1,0 0,0 0,0 1,1-1,-1 0,0 1,0-1,0 1,0-1,0 1,0 0,-1-1,1 1,0 0,0 0,0 0,-1 0,1-1,0 1,-1 0,1 0,-1 0,1 0,-1 1,1-1,-1 0,0 0,0 0,1 0,-1 0,0 0,0 0,0 1,0-1,0 0,-1 1,2-1,41 111,-30-74,1-2,2 1,1-2,2 0,2-1,1-1,11 13,12-6,-43-39,0 0,1 0,-1-1,0 1,0 0,1 0,-1-1,1 1,-1-1,1 0,-1 1,0-1,1 0,-1 0,1 0,-1 0,1 0,-1 0,1 0,-1 0,1 0,-1-1,1 1,-1-1,1 1,-1-1,0 0,1 1,-1-1,0 0,0 0,1 0,-1 0,0 0,0 0,0-1,3-5,-1 1,0-1,0 0,0 0,-1-1,0 1,-1 0,1-1,-2 1,1-7,1-2,10-277,-11 173,-1 117,0 1,0 0,-1 0,1-1,0 1,0 0,0 0,0 0,0-1,1 1,-1 0,1 0,0 0,-1 0,1 0,0 0,0 0,0 0,0 0,1 0,-1 1,0-1,1 0,-1 1,1-1,0 1,-1 0,1-1,0 1,1 0,52 1,-23 5</inkml:trace>
  <inkml:trace contextRef="#ctx0" brushRef="#br0" timeOffset="1599.24">2517 429,'0'21,"2"15,1 13,0 10,-3 6,-6 1,-4-3,-3-9,-1-9,2-9,2-13,3-16,3-8</inkml:trace>
  <inkml:trace contextRef="#ctx0" brushRef="#br0" timeOffset="1892.453">2490 269,'312'288,"-305"-282,19 16,-2 0,0 2,-1 0,-1 2,-2 0,0 2,0 3,-18-27,1 0,-1 0,0 0,0 1,-1-1,1 1,-1 0,0-1,0 1,-1 0,1-1,-1 1,0 0,0 0,-1-1,1 1,-1 0,0-1,0 1,-1 0,1-1,-1 0,0 1,0-1,-1 0,1 0,-1 0,0 0,0 0,0-1,-1 0,1 1,-3 0,-9 6,0 0,-1-1,0-1,-1 0,0-1,0-1,0-1,-1 0,0-1,0-1,0-1,-5 0,-4-4,12-3</inkml:trace>
  <inkml:trace contextRef="#ctx0" brushRef="#br0" timeOffset="2415.04">3106 15,'136'-11,"104"8,-154 2,162 4,-247-3,0 0,0 0,0 0,-1 0,1 0,0 0,0 0,0 0,0 0,0 0,0 0,0 1,0-1,-1 0,1 0,0 1,0-1,0 1,-1-1,1 1,0-1,0 1,-1 0,1-1,0 1,-1 0,1-1,-1 1,1 0,-1 0,1 0,-1-1,0 1,1 0,-1 0,0 0,0 0,0 0,0 0,1 0,-1-1,0 1,0 0,-1 0,1 0,0 0,0 0,0 0,-1 0,1 0,0-1,-1 1,1 0,-1 0,1 0,-1-1,1 1,-1 0,0-1,-69 136,64-102,0 1,3 0,1 0,1 0,2 1,1-1,3 0,0 0,5 10,8 82,-17-117,7 180,-9-177,0-1,0 1,-2-1,1 1,-2-1,1 0,-2-1,1 1,-2-1,0 1,0-2,-1 1,-7 8,11-15,-1 0,0 0,0-1,0 0,0 0,-1 0,1-1,-1 1,0-1,0 0,0 0,0-1,0 1,0-1,0 0,0-1,-1 1,1-1,0 0,0 0,-1-1,1 1,0-1,0 0,0-1,0 1,0-1,0 0,0 0,1-1,-1 0,0 0,1 1,0-1,0 1,0 0,-1 0,1 0,-1 1,0-1,1 1,-1 0,0 0,0 1,0 0,1 0,-1 0,0 0,0 1,0-1,1 1,-1 1,0-1,-1 1,-21 9,0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4:45.99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1 246,'26'-94,"-26"95,0-1,0 0,0 1,0-1,0 0,0 1,0-1,0 0,0 1,0-1,0 0,0 1,0-1,0 0,0 1,0-1,0 0,1 0,-1 1,0-1,0 0,0 1,0-1,1 0,-1 0,0 0,0 1,1-1,-1 0,0 0,0 0,1 1,-1-1,0 0,1 0,-1 0,0 0,0 0,1 0,-1 0,0 0,1 0,-1 0,0 0,1 0,-1 0,0 0,1 0,-1 0,0 0,1 0,-1 0,0 0,1-1,4 64,-3 0,-6 53,3-84,-28 521,29-544,-1 11,0 0,2 1,0-1,1 0,1 0,1 0,1 0,5 11,-9-28,0 1,0-1,1 0,0 0,-1 0,1 0,0 0,0 0,1-1,-1 1,0-1,1 0,0 1,-1-1,1 0,0 0,0-1,0 1,0-1,1 1,-1-1,0 0,1 0,-1 0,0-1,1 1,-1-1,1 0,-1 0,1 0,-1 0,1-1,-1 0,0 1,1-1,-1 0,0 0,1-1,-1 1,0-1,0 0,0 0,2-1,9-8,61-29,-42 34,1 1,-1 2,1 1,0 2,2 2,7-1,12-1,-7 1</inkml:trace>
  <inkml:trace contextRef="#ctx0" brushRef="#br0" timeOffset="261.358">121 165,'-2'-16,"-1"-7,0-3,5 2,7 2,11 2,14 5,14 5,15 4,13 4,9 3,4 5,-13 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4:52.98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283 733,'1'0,"1"0,-1-1,0 1,0 0,0 0,0 0,0-1,0 1,0 0,0-1,0 1,0-1,0 1,0-1,0 1,-1-1,1 0,0 0,0 1,-1-1,1 0,0 0,-1 0,1 0,-1 0,1 0,-1 0,1 0,-1 0,0 0,1 0,-1 0,0 0,0 0,1-2,1 0,-1 0,-1 0,1-1,0 1,-1 0,0 0,0-1,0 1,0 0,0-1,-1 1,1 0,-1 0,0 0,0-1,0 1,0 0,-1 0,1 0,-1 1,0-1,0 0,0 1,0-1,0 1,-1-1,1 1,-1 0,1 0,-1 0,0 1,0-1,0 0,0 1,0 0,0 0,0 0,0 0,0 0,-1 1,1-1,-2 1,-5-1,1 1,-1 0,1 0,-1 1,1 0,-1 0,1 1,0 1,0-1,0 2,0-1,0 1,1 0,0 1,0 0,0 0,0 1,1 0,0 0,0 1,0 0,1 0,0 1,1-1,0 1,0 1,0-1,1 1,0-1,1 1,0 0,1 0,-1 3,2-7,1 1,-1-1,1 0,0 1,1-1,-1 0,1 1,0-1,0 0,1 0,0 0,-1 0,2 0,-1 0,1 0,-1-1,1 1,0-1,1 0,-1 0,1 0,0 0,0-1,0 1,0-1,1 0,-1-1,1 1,0-1,1 1,11 5,1-2,-1 0,1 0,0-2,0 0,0-2,1 0,5 0,17-1,0-3,-1 0,1-3,0-2,-1-1,-1-2,1-1,-2-3,24-11,-48 19,0-1,-1 0,0-1,0 0,0-1,-1-1,0 0,-1-1,0 0,5-8,-16 19,0 0,0 1,1-1,-1 0,0 0,0 0,0 0,0 1,0-1,0 0,0 0,1 0,-1 0,0 0,0 1,0-1,0 0,1 0,-1 0,0 0,0 0,0 0,0 0,1 0,-1 0,0 0,0 0,0 0,1 0,-1 0,0 0,0 0,0 0,1 0,-1 0,0 0,0 0,0 0,1 0,-1 0,0 0,0 0,0 0,0-1,1 1,-1 0,0 0,0 0,0 0,0 0,0-1,0 1,1 0,-1 0,-2 27,1-12,1-7,0 0,1 1,1-1,-1 1,1-1,1 0,-1 0,1 0,1 0,0-1,0 1,0-1,1 0,0 0,0-1,1 1,0-1,0 0,0-1,1 1,0-1,0-1,0 1,0-1,1 0,0-1,0 0,0 0,0-1,0 0,1 0,-1-1,0 0,1-1,-1 1,-5-1,0-1,-1 1,1 0,-1-1,1 1,-1-1,1 0,-1 0,1 0,-1 0,0 0,1 0,-1-1,0 1,0-1,0 0,0 0,0 1,-1-1,1 0,-1 0,1-1,-1 1,1 0,-1 0,0-1,0 1,0-1,-1 1,1-1,-1 1,1-1,-1 0,1-3,-1 0,0-1,0 1,-1 0,1 0,-2-1,1 1,-1 0,1 0,-2 0,1 0,-1 0,0-1,-3-3,-1-1,0 1,0 1,-1-1,0 2,0-1,-1 1,-1 0,1 1,-1 0,0 0,-1 1,1 0,-1 1,0 0,-1 1,1 1,-1-1,0 2,1-1,-10 1,10 3,18 3,24 0,-1-2,1-1,-1-1,25-4,-11 1,15-1,-23 1,0 1,-1 1,1 2,0 2,25 5,-55-7,-1 1,1-1,-1 1,1 0,-1 0,0 0,0 1,0 0,0 0,0 0,-1 1,1-1,-1 1,0 0,0 1,-1-1,1 0,-1 1,0 0,0 0,0 0,-1 0,0 0,0 1,0-1,0 1,-1 1,5 115,-6-121,1 1,-1 0,1-1,-1 1,1-1,-1 1,1-1,0 1,0-1,0 1,0-1,0 0,0 0,0 1,0-1,1 0,-1 0,0 0,1 0,-1-1,1 1,-1 0,1 0,-1-1,1 1,-1-1,1 0,0 1,-1-1,1 0,0 0,-1 0,1 0,0 0,-1 0,2-1,58-22,-51 17,0 0,-1-1,0 0,0-1,0 0,-1-1,0 1,-1-2,0 1,-1-1,1 0,-2 0,1-1,-2 1,1-1,-2 0,1-1,-2 1,1-1,-1 1,0-12,-4 7,-8 40,9-18,1 1,0-1,0 1,1-1,-1 1,2-1,-1 0,1 1,0-1,0 0,0 0,1 0,0 0,0-1,1 1,-1-1,1 0,0 0,1 0,-1-1,1 1,0-1,0 0,0 0,1-1,-1 0,1 0,0 0,0 0,0-1,0 0,0 0,1-1,-1 0,1 0,-1 0,1-1,-1 0,0 0,1-1,-1 0,1 0,-1 0,6-2,-1-4,0 1,0-1,-1-1,0 0,0-1,0 0,-2 0,1-1,-1 0,0 0,-1-1,1-2,35-43,-42 55,-1 0,1 1,-1-1,1 1,-1-1,1 1,0-1,-1 1,1 0,-1-1,1 1,0 0,0-1,-1 1,1 0,0 0,-1-1,1 1,0 0,0 0,-1 0,1 0,0 0,0 0,-1 1,1-1,0 0,0 0,-1 0,1 1,0-1,-1 0,1 1,0-1,-1 0,1 1,-1-1,1 1,0-1,-1 1,1-1,-1 1,0 0,1-1,-1 1,1 0,-1-1,0 1,1 0,-1-1,0 1,0 0,0 0,0-1,0 1,1 0,-1 0,0-1,-1 1,1 0,0 0,0-1,0 1,0 0,-1-1,1 1,0 0,0 0,-1-1,3 8,-1-1,1 0,0-1,0 1,1-1,0 0,0 0,0 0,1 0,0 0,0-1,1 0,-1 1,1-2,0 1,0 0,1-1,-1 0,1-1,0 1,0-1,0 0,1 0,-1-1,3 1,9 1,0-1,1-1,-1-1,0 0,1-2,-1 0,0-1,0 0,1-2,-2 0,1-1,0-1,-1-1,0 0,-1-1,0-1,0 0,-1-1,0-1,0 0,-1-1,-1-1,0 0,-1-1,0 0,-1-1,-1 0,0-1,-1-2,-3 7,1-4,-7 19,-9 55,2 1,2 0,3 23,0 5,-1-8,1-13,-2-1,-3 0,-15 63,2-73,20-55,-1-1,0 1,1-1,-1 0,1 1,-1-1,0 0,1 0,-1 1,0-1,1 0,-1 0,0 0,1 0,-1 0,0 0,1 0,-1 0,0 0,1 0,-1 0,0-1,1 1,-1 0,0 0,1-1,-1 1,1 0,-1-1,0 1,1-1,-1 1,1 0,-1-1,1 1,0-1,-1 0,1 1,-1-1,1 1,0-1,-1 1,1-1,0 0,0 1,0-1,-1 0,1 1,0-1,0 0,0 1,0-1,0 0,0 0,0 1,1-1,-1 0,0 1,0-1,0 0,1 1,-1-1,-5-38,1-1,3 1,1-1,1 1,6-26,-5 42,1-32,4 1,1 1,3-1,2 2,17-42,-30 91,0 0,1 0,0 0,-1 0,1 0,0 0,1 1,-1-1,0 0,1 1,-1-1,1 1,0-1,0 1,0 0,0 0,0 0,1 0,-1 0,0 0,1 1,0-1,-1 1,1 0,0-1,0 1,-1 1,1-1,0 0,0 1,0-1,0 1,0 0,0 0,0 0,0 0,0 1,0-1,0 1,0 0,2 1,6 7,0 0,0 1,-1 1,0 0,-1 0,0 1,-1 0,-1 1,0 0,0 0,-1 0,-1 1,4 12,-7-22,-1-1,1 1,-1-1,1 1,-1 0,0 0,-1-1,1 1,-1 0,1 0,-1 0,0 0,-1 0,1 0,-1 0,1-1,-1 1,0 0,-1 0,1-1,-1 1,1-1,-1 1,0-1,0 0,-1 1,1-1,-1 0,1-1,-3 1,1-1,0 0,-1 0,0 0,1-1,-1 1,0-1,0-1,0 1,0-1,0 1,1-1,-1-1,0 1,0-1,0 0,0 0,0 0,1 0,-1-1,1 0,-1 0,1 0,0-1,-1 0,1 1,0-1,1-1,-1 1,-1-2,4 2,1 1,-1-1,1 0,0 1,0-1,0 0,0 1,0-1,1 0,-1 1,1-1,0 1,-1-1,1 1,0-1,1 1,-1-1,0 1,1 0,-1 0,1 0,0 0,0 0,-1 0,1 0,0 1,1-1,-1 0,0 1,2-1,187-126,-63 47,-98 62,0-2,-1-1,-1-1,-1-2,-1 0,-2-2,0-1,-2-1,-1 0,-2-2,0 0,-2-2,-2 0,5-17,-17 44,-1 0,0 0,0 0,0-1,-1 1,0-1,0 1,-1-1,0 1,0-1,0 1,-1-1,0 1,-1-1,1 1,-1 0,0 0,0 0,-1 0,0 0,0 0,-1 0,1 1,-1 0,0 0,-1 0,1 0,-1 1,0-1,-1 1,0 1,0 0,0 1,-1 0,1 0,0 1,-1 0,0 0,1 0,-1 1,1 0,-1 0,0 1,1 0,-1 0,1 0,-1 1,1 0,0 0,0 1,0 0,-3 1,-4 3,1 1,-1 0,2 1,-1 0,1 1,0 0,1 0,1 1,-3 4,-2 7,0 0,2 0,1 1,1 0,1 1,1 0,0 1,3 0,0 0,1 0,1 0,2 1,0-1,2 1,1-1,0 1,2-1,1 0,2 0,0-1,1 0,2 0,0 0,8 11,-7-17,0-1,2-1,0 0,1 0,0-1,1-1,1 0,0-1,2 0,-9-7,0 0,1 0,0-1,0 0,1 0,-1-1,1-1,0 0,0 0,0-1,1-1,-1 0,0 0,1-1,-1-1,0 0,3 0,-6-1,0-1,0 0,0 0,0-1,0 0,0 0,-1-1,0 0,0 0,0 0,-1-1,0 0,0-1,0 1,-1-1,0 0,0-1,2-4,5-11,-1-1,-1 0,-1-1,-1 1,3-15,-4 8,0-1,-2 0,-1 0,-1-21,-6 47,-2 19,-1 4,1 1,0 0,1 0,1 1,1-1,1 1,0-1,2 1,0-1,1 1,1-1,0 0,1 0,1 0,8 16,-9-27,1 0,-1 0,2 0,-1 0,1-1,0 0,0 0,1-1,0 0,0 0,0-1,1 1,-1-1,1-1,0 0,0 0,0 0,0-1,1 0,-1-1,0 0,2 0,2 0,1-1,0 0,0-1,0 0,0-1,-1 0,1-1,0-1,-1 0,0 0,0-1,-1-1,1 0,3-3,0-3,0 0,-2 0,1-2,-1 0,-1 0,-1-1,0 0,-1-1,0 0,-1-1,-1 0,4-12,7-26,-2-1,-3-1,3-26,50-388,-65 441,-8 34,-46 157,43-127,-10 38,3 0,3 1,3 0,1 74,9-123,1-1,2 0,0 0,1 0,2 0,0-1,9 20,-11-32,0 0,1-1,0 0,1 0,0 0,0-1,1 1,0-2,1 1,-1-1,1 0,1 0,-1-1,1-1,0 1,1-1,-1-1,4 2,-9-5,-1 1,1 0,0-1,0 0,0 0,1 0,-1 0,0-1,0 1,0-1,0 0,1-1,-1 1,0-1,0 1,0-1,0 0,0-1,0 1,0-1,0 0,0 0,-1 0,1 0,-1-1,0 1,1-1,-1 0,0 0,-1 0,1 0,0-1,-1 1,0-1,0-6,0 0,-1 0,-1 0,1 0,-2 1,1-1,-2 0,1 0,-1 0,-1 0,1 1,-2-1,1 1,-1 0,-1 0,0 0,0 1,0 0,-1 0,-1 0,-1-2,-33-36,-2 2,-2 2,-1 1,-2 3,-2 2,-2 2,-12-4,60 35,-9-4,9 5,0 0,1 0,-1 0,1 0,0 0,-1-1,1 0,1 1,-1-1,0 0,0-1,1 1,-2-4,15-6,106-3,759-17,-759 31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5:06.15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67 312,'-30'369,"29"-353,-12 119,6 1,9 76,-3-198,2-1,0 1,0 0,1-1,1 0,1 1,-1-1,2 0,0 0,1-1,0 0,0 0,8 9,-10-18,0-1,0 1,0-1,0 0,1 0,-1-1,0 0,1 1,0-1,-1-1,1 1,0-1,-1 1,1-2,0 1,-1 0,1-1,0 0,-1 0,1 0,-1 0,0-1,1 0,-1 0,0 0,0-1,0 1,0-1,0 0,-1 0,31-13,-13 8</inkml:trace>
  <inkml:trace contextRef="#ctx0" brushRef="#br0" timeOffset="253.447">0 245,'25'-9,"27"-5,22-3,17 0,9 2,-1 4,-18 4</inkml:trace>
  <inkml:trace contextRef="#ctx0" brushRef="#br0" timeOffset="1483.556">816 620,'-3'18,"-2"18,-5 13,-4 9,-3 4,-2 2,1-1,1-7,3-11,4-13</inkml:trace>
  <inkml:trace contextRef="#ctx0" brushRef="#br0" timeOffset="1812.011">709 726,'40'49,"2"-1,3-3,1-2,2-1,2-3,2-2,4-1,-56-36,2 2,-1-1,0 1,0-1,1 0,-1 1,1-1,-1 0,1 0,0 0,-1 0,1 0,0-1,0 1,-1 0,1-1,0 1,0-1,0 0,0 0,0 0,0 0,0 0,-1 0,1 0,0 0,0-1,0 1,0-1,0 1,-1-1,1 0,0 0,-1 0,1 0,0 0,-1 0,1 0,-1 0,0-1,1 1,-1-1,0 1,0-1,1-1,2-14,-2 1,0-2,-1 1,-1 0,-1 0,0 0,-1-2,1 1,-5-42,0-144,6 199,0 0,0 0,1 0,0 1,0-1,0 0,1 0,-1 1,1-1,0 1,1-1,-1 1,1 0,0 0,0 0,0 0,0 0,1 1,-1-1,4-1,17-8</inkml:trace>
  <inkml:trace contextRef="#ctx0" brushRef="#br0" timeOffset="2264.002">1551 633,'-33'106,"-4"-1,-10 8,38-95,33-76,146-345,-144 348,-25 55,-1 0,1-1,-1 1,1 0,-1 0,0-1,1 1,-1 0,1 0,-1 0,1 0,-1 0,1 0,-1 0,1 0,-1 0,1 0,-1 0,1 0,-1 0,1 0,-1 0,1 0,-1 0,1 1,-1-1,1 0,-1 0,0 1,1-1,-1 0,1 1,-1-1,0 0,1 1,-1-1,0 0,0 1,1-1,-1 1,0-1,0 1,0-1,1 1,-1-1,0 1,0-1,0 1,0-1,0 1,0-1,0 1,0-1,0 1,0-1,0 1,0-1,22 146,-18-101,0 0,7 63,-5 0,-4 9,-10-77,2-33</inkml:trace>
  <inkml:trace contextRef="#ctx0" brushRef="#br0" timeOffset="2879.452">1538 794,'59'-19,"57"-7,1 4,80-2,-197 24,3-1,-1 0,1 0,-1 0,1 1,-1-1,1 1,0-1,-1 1,1 0,0 0,-1 0,1 0,0 1,-1-1,1 1,-1-1,1 1,-1 0,1 0,-1 0,1 1,-1-1,0 0,0 1,0-1,0 1,0 0,0 0,0 0,0 0,-1 0,1 0,-1 0,0 1,1-1,-1 0,0 1,0-1,0 3,-4 11,-1 0,-1-1,0 0,-1 0,-1 0,0-1,-1 0,-1-1,-4 6,2-1,-22 32,33-50,0-1,0 1,0 0,0 0,0 0,0 0,-1 0,1 0,0-1,0 1,0 0,0 0,0 0,0 0,-1 0,1 0,0 0,0 0,0 0,0 0,0 0,-1 0,1 0,0 0,0 0,0 0,0 0,-1 0,1 0,0 0,0 0,0 0,0 0,-1 0,1 0,0 0,0 0,0 0,0 0,0 0,-1 1,7-22,-5 18,54-240,-55 239,0 2,0 1,-1 0,1 0,0-1,0 1,0 0,0 0,0-1,0 1,0 0,0-1,1 1,-1 0,1 0,-1 0,1-1,-1 1,1 0,-1 0,1 0,0 0,0 0,-1 0,1 0,0 0,0 0,0 0,0 1,0-1,0 0,1 1,-1-1,0 1,0-1,0 1,1-1,-1 1,0 0,0 0,1-1,0 1,4 4,0 0,0 1,0-1,-1 1,0 0,0 1,0-1,0 1,-1 0,1 2,7 8,157 220,-139-200,-29-36,0-1,0 1,0 0,0-1,0 1,0-1,0 1,0-1,0 0,0 1,0-1,0 0,0 0,0 0,-1 1,1-1,0 0,-1 0,1 0,-1 0,1 0,-1 0,1-1,-1 1,0 0,1 0,-1 0,0 0,0 0,0 0,0-1,0 1,0 0,0 0,0 0,-1-1,1 1,9-236,-8 196,14-118,-15 157,1 0,-1 0,0 0,1-1,0 1,-1 0,1 0,0 0,0 0,0 0,0 0,0 0,1 0,-1 0,1 1,-1-1,1 1,-1-1,1 1,0-1,0 1,0 0,0 0,0 0,0 0,1 0,11 1</inkml:trace>
  <inkml:trace contextRef="#ctx0" brushRef="#br0" timeOffset="3146.171">2728 432,'0'19,"0"14,0 13,0 11,0 4,0 1,-3-1,0-6,1-8,-1-14,2-20,0-12</inkml:trace>
  <inkml:trace contextRef="#ctx0" brushRef="#br0" timeOffset="3426.822">2687 393,'13'26,"0"-1,2 0,0-1,2-1,1 0,1-2,0 0,2-1,0 0,1-2,12 6,3 7,-23-19,-1-2,0 0,-1 1,0 0,0 1,-2 0,1 0,-2 1,0 1,0 0,-1 0,1 4,-8-15,-1 0,1 0,-1 0,0 0,0 0,0 0,0 0,0 1,0-1,-1 0,0 0,0 0,1 0,-2-1,1 1,0 0,-1 0,1-1,-1 1,0 0,1-1,-1 0,-1 1,1-1,0 0,0 0,-1 0,1-1,-1 1,-1 0,-87 36,76-34,-1 0,1-1,-1-1,0 0,0-1,0-1,0-1,-4 0,-14-7</inkml:trace>
  <inkml:trace contextRef="#ctx0" brushRef="#br0" timeOffset="3892.279">3116 85,'0'-3,"0"1,1-1,-1 1,1-1,0 1,0-1,0 1,0 0,0-1,0 1,1 0,-1 0,1 0,-1 0,1 0,0 1,0-1,0 0,0 1,0-1,0 1,0 0,1-1,-1 1,0 0,1 1,1-2,74-15,-73 16,47-5,0 1,-1 3,1 2,0 2,17 5,-65-8,0 1,0 0,0 0,0 1,0-1,0 1,0 0,0 0,0 0,0 0,0 1,-1-1,1 1,0 0,-1 0,0 1,1-1,-1 1,0-1,0 1,-1 0,1 0,0 1,-1-1,0 0,0 1,0-1,0 1,0 0,-1 0,0 0,0-1,1 5,-24 102,11-70,-8 29,4 1,2 1,3 0,4 0,3 1,2-1,10 69,29 130,-37-266,0 0,-1 0,0 0,0 1,0-1,0 0,-1 0,1 0,-1 0,0 0,0 0,-1 0,1 0,-1-1,0 1,0 0,0-1,0 1,-1-1,1 0,-1 0,0 0,0 0,0 0,0-1,0 1,-1-1,1 0,-1 0,0 0,0-1,-2 2,-1-2,0 0,0 0,0-1,0 0,0 0,0-1,0 1,0-1,0-1,1 0,-1 0,0 0,1-1,-1 1,1-2,0 1,0-1,0 0,1 0,-1 0,-2-3,-1-5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5:10.73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156 32,'-4'14,"-5"18,-2 21,-1 21,-4 15,-1 11,-1 5,0-3,-1-6,1-14,4-20</inkml:trace>
  <inkml:trace contextRef="#ctx0" brushRef="#br0" timeOffset="386.025">23 915,'20'4,"16"2,14-3,6-1,4-4,-4-1,-7-3,-12 1</inkml:trace>
  <inkml:trace contextRef="#ctx0" brushRef="#br0" timeOffset="666.375">103 46,'18'-5,"25"-1,22-2,21-2,12 1,-11 2</inkml:trace>
  <inkml:trace contextRef="#ctx0" brushRef="#br0" timeOffset="1114.481">865 513,'-11'39,"-2"8,-2-2,-2 0,-22 41,28-68,11-19,0 1,0 0,0 0,0 0,0 0,0-1,0 1,0 0,0 0,0 0,0-1,0 1,0 0,0 0,0 0,0 0,0-1,0 1,0 0,0 0,0 0,-1 0,1-1,0 1,0 0,0 0,0 0,0 0,0 0,-1 0,1-1,0 1,0 0,0 0,0 0,-1 0,1 0,0 0,0 0,0 0,0 0,-1 0,1 0,0 0,0 0,0 0,-1 0,1 0,5-22,60-264,-58 264,8 32,129 192,-119-173,1-1,1-1,28 21,-54-47,0 1,0-1,0 0,0 0,0 0,0 0,0 0,0 0,0 0,1-1,-1 1,0 0,1-1,-1 1,0-1,1 1,-1-1,1 1,-1-1,1 0,-1 0,1 0,-1 0,1 0,-1 0,1 0,-1-1,0 1,1 0,-1-1,1 1,-1-1,0 0,1 1,-1-1,0 0,0 0,1 0,-1 0,0 0,0 0,0 0,0 0,0 0,-1-1,1 1,0 0,0 0,-1-1,1 1,-1-1,1 1,-1 0,0-1,1 1,4-22,-1 0,-1 0,0 0,-2-1,-1 1,-1-1,1-5,0-16,-1 14,1 0,1-1,2 1,0 0,3 0,0 1,9-23,28-9,-21 46</inkml:trace>
  <inkml:trace contextRef="#ctx0" brushRef="#br0" timeOffset="1437.79">1493 500,'-11'21,"1"0,1 1,1 0,1 0,1 1,1-1,1 1,0 3,4-23,-1 0,1 0,0 0,0 0,0 0,0 0,1 0,-1-1,1 1,0 0,-1 0,1 0,1-1,-1 1,0 0,1-1,-1 1,1-1,0 1,-1-1,1 0,0 0,1 0,-1 0,0 0,1-1,-1 1,1 0,-1-1,1 0,0 0,-1 0,1 0,0 0,0 0,0-1,8 1,0-1,-1-1,1 0,0 0,-1-1,1-1,-1 1,1-2,-1 1,0-2,-1 1,1-1,-1-1,0 1,0-2,0 1,-1-1,0 0,-1-1,0 0,0 0,1-2,-3 2,1-1,-2 1,1-1,-1 0,0 0,-1 0,0 0,0-1,-1 1,-1-1,1 0,-2 1,1-1,-1 0,-1 0,0 1,-1-5,1 8,0 0,0 0,-1 1,0-1,0 0,-1 1,0-1,1 1,-2 0,1 0,-1 0,0 0,0 1,0 0,0-1,-1 1,0 1,1-1,-1 1,-1 0,1 0,0 0,-1 1,0 0,1 0,-1 0,0 1,-3-1,2 2,0-1,-1 1,1 1,0-1,0 1,-1 0,1 1,0 0,0 0,0 0,0 1,1 0,-1 0,1 1,-1 0,1 0,1 1,-1-1,0 1,1 0,0 1,1-1,-1 1,1 0,0 0,0 1,1-1,-1 1,2-1,-1 1,1 0,0 0,0 1,1-1,0 0,0 0,1 1,0-1,0 0,1 1,0-1,1 6,13 20</inkml:trace>
  <inkml:trace contextRef="#ctx0" brushRef="#br0" timeOffset="2001.777">2029 473,'-31'69,"3"0,3 2,-8 46,28-108,3-27,2-49,2 1,3 0,3 0,2 1,13-37,-19 89,1 0,0 0,0 1,2 0,-1 0,2 0,5-7,-10 15,0 1,-1-1,1 1,1 0,-1 0,0 1,1-1,-1 0,1 1,0 0,0 0,0 0,0 1,0-1,0 1,0 0,1 0,-1 0,0 1,1 0,-1-1,1 1,-1 1,0-1,3 1,3 3,-1 0,0 0,0 1,0 0,0 0,-1 1,0 0,0 1,-1 0,1 0,-2 1,1-1,-1 2,0-1,-1 1,0-1,0 1,-1 1,0-1,1 4,-4-8,0 1,-1-1,1 1,-1 0,0-1,0 1,-1 0,0-1,0 1,0-1,-1 1,1-1,-1 0,-1 0,1 1,-1-1,1-1,-2 1,1 0,0-1,-1 0,0 1,0-2,0 1,0 0,-1-1,0 0,1 0,-1 0,0 0,-1-1,1 0,0 0,0 0,-1-1,1 0,-2 0,-26 8,28-9,0 1,-1-1,1 1,0 1,0-1,0 1,0 0,1 0,-1 0,0 1,1-1,-1 1,1 0,0 0,0 1,0 0,1-1,-1 1,1 0,-1 1,4-2,-1 0,1 0,-1 0,1 0,0 0,0 0,0-1,1 1,-1 0,1 0,0 0,-1 0,1-1,0 1,1 0,-1-1,0 1,1-1,0 1,-1-1,1 0,0 1,0-1,0 0,1 0,61 43,-39-36,0-1,0-1,1-1,0-2,0 0,0-2,0 0,0-2,0-1,4-2,77-16,-67 7</inkml:trace>
  <inkml:trace contextRef="#ctx0" brushRef="#br0" timeOffset="2454.947">2563 126,'78'-25,"-58"22,27-6,0 2,0 2,23 2,-67 2,0 1,1-1,-1 1,1 0,-1 0,0 0,1 0,-1 1,1-1,-1 1,0 0,1 0,-1 0,0 0,0 1,0-1,0 1,0 0,0 0,-1 0,1 0,-1 1,1-1,-1 0,0 1,0 0,0 0,0-1,0 1,0 0,-1 1,0-1,0 0,1 2,-2 6,-1 0,-1 1,0-1,0 0,-1 0,0 0,-1-1,0 1,-1-1,-3 6,-6 15,1-3,2 0,0 1,2 0,2 0,0 1,2 0,1 0,2 1,0-1,2 0,4 26,86 268,-89-320,1 1,-1-1,0 1,0-1,-1 1,1-1,-1 1,0-1,0 1,-1-1,1 1,-1 0,0-1,0 0,0 1,-1-1,0 0,1 1,-2-1,1 0,0 0,-1-1,0 1,1 0,-2-1,1 0,0 0,-1 0,1 0,-1 0,0-1,0 1,0-1,0 0,-2 0,-15 2,1-2,-1 0,0-2,0 0,0-1,1-1,-1-1,0-1,0-1,-62-8,42 10,6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5:14.02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25 172,'11'40,"-2"1,-2-1,-2 1,-1 9,-1 65,-4 0,-6 0,-14 69,13-113,4-38,1-19,1 0,1 1,0-1,1 0,0 0,1 0,1 1,2 5,-3-17,0 0,0 0,0 0,1-1,0 1,-1 0,1-1,0 0,0 1,0-1,1 0,-1 0,0 0,1 0,-1-1,1 1,0-1,-1 1,1-1,0 0,0 0,0 0,0-1,0 1,0-1,0 1,0-1,2 0,85-9,-65 4,-1-2,0 0,-1-2,1 0,-2-2,1 0,-2-2,7-4,-3-3</inkml:trace>
  <inkml:trace contextRef="#ctx0" brushRef="#br0" timeOffset="247">12 159,'-7'-16,"3"-7,10-5,17 1,19 2,19 5,15 7,8 7,1 7,-14 4</inkml:trace>
  <inkml:trace contextRef="#ctx0" brushRef="#br0" timeOffset="1164.879">868 333,'16'14,"14"15,11 17,10 14,6 8,2 5,-5 0,-5 0,-7-7,-10-11,-10-15</inkml:trace>
  <inkml:trace contextRef="#ctx0" brushRef="#br0" timeOffset="1446.638">1282 306,'-18'9,"-15"14,-14 16,-7 13,-4 10,1 8,3 6,12-1,12-7,18-10,11-14</inkml:trace>
  <inkml:trace contextRef="#ctx0" brushRef="#br0" timeOffset="1733.422">1536 614,'-4'4,"0"0,1 0,-1 0,1 0,0 1,0-1,0 1,1 0,0 0,0 0,0 0,1 0,-1 1,1-1,0 0,1 1,-1-1,1 1,0-1,1 0,-1 1,1-1,0 0,0 1,1-1,-1 0,1 0,1 0,-1 0,1 0,-1-1,3 4,4-1,0-1,0 1,0-1,1-1,0 0,0 0,1-1,-1-1,1 0,-1 0,1-1,0 0,0 0,0-2,1 1,-1-1,0-1,0 0,0-1,0 0,0 0,-1-1,1-1,-1 0,-2 0,0 0,-1 0,0-1,0 1,0-2,-1 1,0-1,0 0,0 0,0-1,-1 0,0 0,-1 0,0 0,0-1,0 0,-1 0,0 0,-1 0,1 0,-2 0,1-1,-1 1,0-1,-1-4,0 6,0-1,0 1,-1-1,0 1,0-1,0 1,-1 0,-1-1,1 1,-1 0,0 1,0-1,-1 0,0 1,-1 0,1 0,-1 0,0 0,0 1,-1 0,1 0,-1 0,-1 1,1 0,0 0,-1 1,0-1,-6-1,7 4,-1-1,1 1,-1 0,1 1,-1 0,0 0,1 0,-1 1,1 0,-1 0,1 1,-1 0,1 0,0 0,0 1,0 0,0 0,0 0,1 1,-1 0,1 0,0 0,0 1,1-1,-1 1,1 0,0 1,1-1,-1 1,1 0,0 0,0 0,1 0,0 0,0 0,0 1,1-1,0 1,0-1,1 1,-1 0,2-1,-1 1,1-1,0 1,0-1,0 1,2 1,13 31</inkml:trace>
  <inkml:trace contextRef="#ctx0" brushRef="#br0" timeOffset="2294.375">2298 453,'-14'16,"0"-1,1 2,1 0,1 0,0 1,1 0,1 1,1 0,1 1,0-1,2 1,0 1,1-1,1 1,0 19,1-15,2-25,1 0,-1-1,0 1,0 0,0 0,1 0,-1 0,0 0,0 0,0 0,1 0,-1-1,0 1,0 0,0 0,1 0,-1 0,0 0,0 0,1 0,-1 0,0 0,0 1,0-1,1 0,-1 0,0 0,0 0,0 0,1 0,-1 0,0 0,0 1,0-1,0 0,1 0,-1 0,0 0,20-125,-17 90,1-17,-2 15,2 0,1 0,1 0,3 0,4-11,-12 44,0 0,1 1,-1-1,0 0,1 0,0 1,0-1,0 1,1 0,-1-1,1 1,-1 0,1 1,0-1,0 0,1 1,-1 0,0-1,1 1,-1 1,1-1,0 0,-1 1,1 0,0 0,0 0,0 0,0 1,0-1,0 1,8 4,-1 0,1 1,-1 0,-1 0,1 1,-1 1,0 0,0 0,-1 1,0 0,0 1,-1 0,0 0,0 2,-5-8,0 0,0 0,0 1,0-1,-1 1,1 0,-1 0,0 0,0 0,0 0,-1 1,0-1,0 0,0 1,0-1,-1 1,1-1,-1 1,0-1,0 1,-1-1,0 1,1-1,-1 0,-1 1,0 2,-6 3,0-1,-1 0,1-1,-2 0,1 0,-1-1,0 0,-1 0,0-1,0-1,0 0,0 0,-1-1,0-1,0 0,0 0,-5-1,-26 10,42-12,-1-1,1 1,0 0,-1 0,1 0,0 0,-1 0,1 1,0-1,-1 0,1 1,0-1,-1 1,1-1,0 1,0-1,0 1,0 0,-1 0,1-1,0 1,0 0,0 0,1 0,-1 0,0 0,0 1,0-1,1 0,-1 0,1 0,-1 1,1-1,-1 0,1 1,0-1,0 0,-1 1,1-1,0 0,0 1,0-1,1 0,-1 1,0-1,0 0,1 1,-1-1,1 0,-1 0,1 1,-1-1,2 1,10 9,1 0,1-1,0-1,0 0,1-1,0 0,0-1,1-1,10 3,0 0,-1 0,1-2,0-1,1-1,-1-1,1-1,10-1,3-5</inkml:trace>
  <inkml:trace contextRef="#ctx0" brushRef="#br0" timeOffset="2742.071">2619 65,'216'-27,"-168"20,-12 1,0 1,0 2,0 2,1 1,-35 0,0 0,0 0,0 0,0 1,0-1,0 1,0-1,0 1,-1 0,1-1,0 1,0 0,-1 0,1 1,0-1,-1 0,1 0,-1 1,0-1,1 1,-1-1,0 1,0 0,0-1,0 1,0 0,0 0,-1 0,1 0,-1 0,1 0,-1 0,1-1,-1 1,0 0,0 0,0 0,0 0,-1 0,1 0,0 0,-1 0,0 0,1 0,-1 0,0 0,0 0,-62 225,52-141,5 0,2 1,5-1,3 0,5 0,8 35,-16-114,1 3,-1-8,0 0,0 0,-1-1,1 1,0 0,-1 0,1 0,-1 0,0 0,1 0,-1 0,0 0,0 0,0 0,-1 0,1 0,0 0,-1 0,1 0,-1 0,0-1,0 1,0 0,0 0,0 0,0-1,0 1,0-1,0 1,-1-1,1 1,-1-1,1 0,-1 0,0 0,1 0,-1 0,0 0,0 0,0 0,0-1,0 1,-1 0,-151-29,15 12,100 16</inkml:trace>
  <inkml:trace contextRef="#ctx0" brushRef="#br0" timeOffset="3363.183">347 1737,'9'81,"-2"0,-5 1,-3-1,-5 22,0 78,20-66,-13-110,1 0,0 0,0-1,0 1,1-1,0 0,0 0,0 0,0 0,1 0,-1-1,1 1,0-1,0 0,0 0,0-1,1 1,-1-1,1 0,0 0,3 1,14 1,0-2,1 0,-1-1,0-1,0-1,1-1,-1-1,0-2,-1 1,1-2,-1-1,0-1,0-1,-10 6,-1-1,1 0,-1-1,0-1,0 1,0-1,-1-1,1 0,-2 0,8-8,-7 1</inkml:trace>
  <inkml:trace contextRef="#ctx0" brushRef="#br0" timeOffset="3613.481">319 1657,'21'-12,"22"-5,22-5,16-1,11 3,2 6,-3 4,-7 5,-19 3</inkml:trace>
  <inkml:trace contextRef="#ctx0" brushRef="#br0" timeOffset="3877.776">1201 1777,'16'21,"13"17,7 12,7 9,5 5,2 2,-2-2,-3-5,-8-10,-10-12,-10-11</inkml:trace>
  <inkml:trace contextRef="#ctx0" brushRef="#br0" timeOffset="4059.298">1576 1709,'-18'10,"-13"13,-10 17,-5 16,0 11,5 11,5 3,10-1,9-6,8-17</inkml:trace>
  <inkml:trace contextRef="#ctx0" brushRef="#br0" timeOffset="4619.148">1897 1830,'-11'61,"3"0,3 1,3 0,4 38,-2-88,0-1,1 1,1 0,0-1,1 1,0-1,0 0,6 10,-9-20,0 0,0-1,0 1,0-1,0 1,0 0,0-1,0 1,1-1,-1 1,0-1,0 1,1-1,-1 1,0-1,1 1,-1-1,0 1,1-1,-1 1,1-1,-1 0,1 1,-1-1,1 0,-1 1,1-1,-1 0,1 0,-1 1,1-1,0 0,-1 0,1 0,-1 0,1 0,0 0,-1 0,1 0,-1 0,1 0,-1 0,1 0,0-1,-1 1,1 0,-1 0,1 0,-1-1,1 1,-1 0,1-1,-1 1,1-1,-1 1,1 0,-1-1,0 1,1-1,-1 1,12-38,-10 6,-1-1,-2 1,-2 0,0 0,-3 0,-7-26,0-8,13 64,-4-39,4 40,0 1,0-1,0 0,1 1,-1-1,0 0,0 1,0-1,0 0,1 1,-1-1,0 1,1-1,-1 0,0 1,1-1,-1 1,1-1,-1 1,1-1,-1 1,1 0,-1-1,1 1,0-1,-1 1,1 0,-1 0,1-1,0 1,-1 0,1 0,0 0,-1 0,1 0,0 0,0 0,-1 0,1 0,0 0,-1 0,1 0,0 0,-1 0,1 1,-1-1,1 0,0 1,-1-1,1 0,-1 1,1-1,12 8,0 0,-1 1,0 0,0 1,-1 0,-1 1,0 0,1 2,0-1,129 142,-140-153,1 0,0 1,0-1,0 0,0 0,0 0,0 1,1-1,-1 0,0-1,1 1,-1 0,0 0,1-1,-1 1,1 0,-1-1,1 0,-1 1,1-1,-1 0,1 0,0 1,-1-1,1-1,-1 1,1 0,-1 0,1-1,0 1,-1 0,1-1,-1 0,0 1,1-1,-1 0,1 0,-1 0,0 0,0 0,0 0,1 0,-1 0,1-1,4-12,0-1,-1 0,0 0,-1 0,-1 0,-1-1,0 1,-1-1,0-14,0 4,1 3,-3 9,1-1,1 1,0 0,1 0,1 0,0 0,1 0,0 0,1 1,0 0,1 0,1 0,0 1,1 0,0 0,9-3</inkml:trace>
  <inkml:trace contextRef="#ctx0" brushRef="#br0" timeOffset="4942.793">2499 1883,'-6'43,"2"1,2-1,3 40,-1-80,-1 1,1-1,0 1,0-1,1 1,-1-1,1 1,-1-1,1 1,0-1,1 1,-1-1,0 0,1 0,0 0,0 0,0 0,0 0,0 0,0-1,1 1,0-1,-1 0,1 1,0-1,0-1,0 1,0 0,0-1,1 1,-1-1,0 0,1 0,-1 0,1-1,-1 1,1-1,-1 0,1 0,-1 0,1 0,-1-1,1 1,1-1,3-3,0 0,0 0,-1 0,1-1,-1 0,0-1,0 0,-1 0,0 0,0 0,0-1,-1 0,0-1,0 1,-1-1,0 0,0 0,-1 0,0 0,1-7,0 2,-1 1,-1-1,0 0,-1 0,0 0,-1 1,0-1,-1 0,0 0,-1 0,-1 0,0 1,-4-11,5 18,0 1,0 0,0 0,0 0,0 0,-1 0,0 0,0 0,0 1,0 0,-1 0,1 0,-1 0,0 0,0 0,0 1,0 0,0 0,-1 0,1 0,-1 1,1 0,-1 0,1 0,-1 0,0 1,1 0,-1 0,0 0,1 0,-1 1,1 0,-1 0,0 0,1 0,0 1,-1 0,1 0,0 0,0 0,-1 1,-1 0,-1 1,1 0,-1 1,1 0,0 0,1 0,-1 0,1 1,0 0,1 0,-1 0,1 1,1-1,-1 1,1 0,0 0,0 0,1 1,0-1,1 1,-1-1,1 1,1-1,0 1,0 0,0 5,3-9,-1-1,1 1,0 0,0-1,0 1,0-1,0 0,1 0,-1 0,1-1,0 1,0-1,0 0,0 0,0 0,1-1,-1 0,0 1,1-1,-1-1,1 1,1-1,34 6</inkml:trace>
  <inkml:trace contextRef="#ctx0" brushRef="#br0" timeOffset="5473.701">2886 1924,'0'246,"-12"-461,11 178,-1 22,0 1,2-1,0 1,0-1,2 1,0-1,0 1,1 0,1 0,0 0,6-11,-7 21,0 0,0 1,0-1,0 1,1 0,0 0,-1 0,1 0,0 1,0 0,1 0,-1 0,0 0,1 0,-1 1,1 0,-1 0,1 0,0 1,-1-1,1 1,0 0,-1 1,5 0,109 29,-61 3,-56-32,1 0,-1 0,0 0,0 1,0-1,0 0,0 0,0 1,0-1,0 1,-1-1,1 1,0-1,-1 1,1-1,-1 1,0 0,1-1,-1 1,0-1,0 1,0 0,0-1,0 1,-1 0,1-1,0 1,-1-1,1 1,-1-1,0 1,1-1,-1 1,0-1,0 1,0-1,-1 2,-64 56,58-54,0 0,0 0,1 1,0 0,0 1,0 0,1 0,0 0,1 1,-1 0,2 0,-1 0,1 0,0 1,0 1,4-8,-1 0,1 0,0 1,0-1,0 0,0 1,0-1,0 0,1 0,-1 1,1-1,-1 0,1 0,0 0,0 0,0 0,0 0,0 0,1 0,-1 0,1 0,-1-1,1 1,-1-1,1 1,0-1,0 1,0-1,0 0,0 0,2 1,70 19,-41-16,0-1,0-1,1-2,-1-2,0-1,1-1,-1-2,-1-2,3-1,-3-4</inkml:trace>
  <inkml:trace contextRef="#ctx0" brushRef="#br0" timeOffset="5967.394">3435 1336,'166'-12,"37"2,-200 10,0-1,-1 1,1 0,0 0,0 1,-1-1,1 1,0-1,0 1,-1 0,1 0,-1 0,1 0,-1 0,1 1,-1-1,0 1,1-1,-1 1,0 0,0 0,0 0,-1 0,1 1,0-1,-1 0,1 1,-1-1,0 1,0-1,0 1,0 1,0 7,-2-1,1 0,-1 0,-1 0,0 0,0 0,-1 0,0-1,-1 1,-4 7,1 1,-8 15,1 1,2 1,1 0,2 0,2 1,1 0,1 0,2 0,2 1,3 28,24 54,-18-94,-1 0,-2 1,0-1,-2 1,-1 0,-1 0,-1 0,-1 3,-1-21,0 0,0 0,-1 0,0 0,0 0,-1-1,0 0,0 0,-1 0,0 0,0 0,0-1,-1 0,0 0,-1-1,1 0,-1 0,0 0,0-1,0 0,-1 0,1-1,-1 0,0 0,0-1,-4 1,10-2,0-1,1 0,-1 0,0 0,1 0,-1 0,0 0,1 0,-1-1,0 1,1 0,-1-1,1 1,-1-1,0 0,1 0,0 0,-1 1,1-1,-1 0,1-1,0 1,0 0,0 0,0 0,-1-1,2 1,-1-1,0 1,0-1,0 1,1-1,-1 1,1-1,-1 1,1-1,0 0,-1 1,1-1,0 0,0 1,0-1,0 0,1 1,-1-1,0 0,1 1,-1-1,1 0,0 1,-1-1,1 1,0-1,0 1,0 0,0-1,5-3,-1 1,1-1,0 1,0 1,1-1,-1 1,1 0,-1 0,1 1,0 0,3 0,6-3,4-2</inkml:trace>
  <inkml:trace contextRef="#ctx0" brushRef="#br0" timeOffset="6233.801">4103 2271,'-3'0,"-6"0,-15 0,-2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5:36.44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188 237,'-1'1,"0"0,-1 0,1 0,0 0,-1 0,1 0,0 0,0 0,0 1,0-1,0 0,0 1,0-1,1 0,-1 1,0 0,1-1,-1 1,1-1,0 1,-1-1,1 1,0 0,0-1,0 1,0 0,0 0,0 2,-25 394,24 457,4-727,-3 64,-8-1,-19 90,15-190,-33 314,37-305,-5-1,-7 14,17-97,0-7,1 1,1-1,-1 1,2-1,-1 1,1-1,1 1,0-1,0 1,1-8,0 0,1 0,-1 0,1 0,-1-1,1 1,0-1,0 1,0-1,-1 0,1 0,0 0,0-1,1 1,-1-1,0 1,0-1,0 0,0 0,0-1,0 1,0-1,0 1,0-1,0 0,0 0,3-2,37-3,1 2,0 2,-1 1,1 3,0 2,30 6,-32-5,1561 202,-790-127,-291-53,133-25,-376-4,596 17,-239-3,-621-12,-10 1,1 0,-1-1,0 0,0 0,1 0,-1 0,0-1,0 0,0 0,1 0,-1-1,0 0,-1 0,1 0,0 0,-1-1,1 0,-1 0,0 0,0 0,1-2,16-29,-1-1,-1-1,-3-1,0 0,-3-1,0-6,90-366,-19-3,15-276,-65 358,-10-213,-39 68,16 469,0 0,-1 0,0 1,-1-1,1 0,-1 1,-1-1,1 0,-1 1,0 0,-1-1,0 1,0 0,0 0,0 0,-1 1,0-1,0 1,-1 0,1 0,-1 0,0 1,0 0,-5-3,-12-3,-1 1,0 2,-1 0,1 1,-9 0,-7-2,-307-65,-223-13,1 44,-81 24,180 8,253 3,-885-4,694 45,-378 81,626-88,2 0,-1-8,0-6,-38-7,183-7,20 0,12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5:37.35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0 254,'58'-23,"0"2,2 3,0 2,1 3,0 2,24 1,229-21,207 9,-409 19,1516-50,801 32,-1628 23,-605-2,-169-8,-24 2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6:10.3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6,'7'0,"11"0,16 0,21 0,21 0,19 0,13-2,-12-1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6:15.0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404 740,'-10'-9,"0"0,-1 1,0 1,0-1,0 2,-1 0,0 0,-1 1,1 1,-1 0,0 0,0 1,0 1,-1 1,1-1,0 2,-1 0,1 1,0 0,-1 1,1 0,0 1,0 1,1 0,-9 4,17-7,-1 1,1-1,1 1,-1 0,0 0,0 1,1-1,-1 1,1 0,0 0,0 0,0 0,0 0,0 1,1-1,-1 1,1 0,0-1,0 1,1 0,-1 0,1 1,0-1,0 0,0 0,1 1,-1-1,1 0,0 1,0-1,1 0,-1 0,1 1,0-1,0 0,0 0,1 0,-1 0,1 0,0 0,0 0,1 0,1 1,9 4,2-1,-1 0,1-1,0-1,0 0,1-1,0-1,0-1,0 0,0-1,0 0,0-1,1-1,9-2,10 2,0-2,-1-1,1-1,-1-3,0 0,-1-3,1 0,-2-3,0 0,11-8,-34 15,-9 5,-1 0,1 0,-1 0,1 0,0 1,0-1,-1 0,1 0,0 1,0-1,0 0,0 1,0-1,0 1,0 0,0-1,0 1,0-1,0 1,0 0,0 0,0 0,0 0,0 0,0 0,0 0,1 0,-1 0,0 0,0 1,0-1,0 0,0 1,0-1,0 1,0-1,0 1,0-1,0 1,-1 0,1-1,0 1,0 0,-1 0,1 0,0 0,-1-1,1 1,-1 0,1 0,-1 0,1 0,-1 1,2 5,-1 0,2 1,-1-1,1 0,0 0,0 0,1-1,0 1,0-1,1 0,-1 0,1 0,1-1,-1 1,1-1,0-1,0 1,0-1,1 0,-1 0,4 1,-6-3,-1 0,1 0,-1 0,1-1,0 1,0-1,0 0,0 0,0 0,0-1,0 1,0-1,0 0,0 0,0 0,0-1,0 0,0 1,0-1,0-1,0 1,0 0,-1-1,1 0,-1 0,1 0,-1 0,1-1,-1 1,0-1,0 0,-1 0,1 0,0 0,-1 0,0-1,0 0,0-1,-1 0,0 0,0 0,-1 0,1 0,-1 0,0 0,-1 0,1 0,-1 0,0 0,0 0,-1 0,1 0,-1 0,0 0,-1 1,1-1,-1 1,0 0,0 0,0 0,0 0,-1 0,0 0,-1 0,-5-5,-1 0,1 1,-1 1,-1-1,0 2,0 0,0 0,0 1,-8-2,-63-9,76 12,24 0,-16 4,2-1,122-21,2 6,34 3,-142 12,0 1,-1 1,1 1,0 1,0 0,4 3,-18-5,0 1,0 0,1 0,-1 0,-1 0,1 1,0 0,0 0,-1 0,0 1,0 0,0-1,0 1,0 1,-1-1,0 0,0 1,0 0,0 0,-1 0,0 0,0 0,1 2,-2 4,1-1,-1 1,-1 0,0-1,0 1,-1-1,-1 1,-1 7,-4 48,8-64,0 0,0 0,0 0,1 0,-1 0,0 0,1-1,-1 1,1-1,0 1,0-1,-1 1,1-1,0 0,0 0,0 0,1 0,-1 0,0 0,0-1,0 1,1-1,-1 1,0-1,0 0,1 0,-1 0,0 0,0 0,1-1,-1 1,0-1,0 1,1-1,-1 0,0 0,1-1,9-1,0-1,-1 0,1-1,-1 0,0-1,-1 0,0-1,0 0,0 0,-1-1,0-1,0 0,-1 0,0 0,-1-1,0 0,0 0,-1-1,-1 0,1 0,-2 0,0-1,0 0,-1 0,-1 0,0 0,1-10,-8-20,-8 57,10-5,1 1,0 0,0 0,1 0,0 0,1 1,1-1,-1 0,2 0,0 0,1 5,-2-11,1 0,-1-1,1 1,0 0,0-1,1 1,-1-1,1 0,0 0,0 0,0 0,1 0,0-1,-1 1,1-1,0 0,0 0,1-1,-1 1,1-1,-1 0,1 0,0 0,0-1,-1 0,3 1,5-2,0 1,0-2,-1 0,1 0,-1-1,1-1,-1 1,1-2,-1 0,0 0,-1-1,1 0,-1-1,0 0,0-1,-1 0,0 0,0-1,-1 0,0-1,0 0,-1 0,0-1,-1 0,0 0,0 0,-1-1,-1 1,1-1,-2 0,0-1,0 1,0-9,-4-19,1 38,0 1,-1-1,1 1,0-1,0 0,0 1,0-1,0 1,-1-1,1 1,0-1,0 1,-1-1,1 1,0-1,-1 1,1-1,-1 1,1-1,-1 1,1 0,-1-1,1 1,-1 0,1-1,-1 1,1 0,-1 0,1 0,-1-1,1 1,-1 0,0 0,1 0,-1 0,1 0,-1 0,0 0,1 0,-1 0,1 0,-1 0,0 1,1-1,-1 0,1 0,-1 1,1-1,-1 0,1 1,-1-1,1 0,-1 1,1-1,0 1,-1-1,1 1,-1 0,-5 6,-1 0,2 1,-1 0,1 0,0 1,1 0,0 0,0 0,1 0,0 0,0 1,1-1,1 1,0-1,0 1,1 0,0 4,0-8,1 0,0-1,0 1,0 0,1 0,0-1,0 1,1-1,-1 0,1 1,0-1,1-1,-1 1,1 0,0-1,0 0,0 1,1-2,-1 1,1 0,0-1,0 0,0 0,1-1,-1 1,1-1,-1 0,2 0,11 3,0-1,0-1,0 0,1-2,-1 0,1 0,-1-2,12-2,-14 1,1 0,-1-1,-1-1,1-1,0 0,-1-1,0 0,0-1,-1-1,0-1,0 0,-1 0,0-1,-1-1,0 0,-1-1,0 0,-1-1,3-5,2-10,-1 0,-2 0,0-1,-2-1,-2 0,2-10,-40 208,8 0,8 2,6 1,9-1,10 46,-11-131,0-85,0 0,0 0,-1 0,1-1,0 1,0 0,-1 0,1 0,0 0,-1 0,1 0,0 0,-1 0,1 0,0 0,-1 0,1 0,0 0,-1 0,1 0,0 0,0 0,-1 0,1 0,0 0,-1 0,1 0,0 1,-1-1,1 0,0 0,0 0,-1 1,1-1,0 0,0 0,0 1,-1-1,1 0,0 0,0 1,0-1,0 0,0 1,-1-1,1 0,0 0,0 1,0-1,0 0,0 1,0-1,0 0,0 1,0-1,0 0,0 1,0-1,1 0,-1 1,0-1,0 0,0 1,-13-27,-10-43,2-2,4 0,3-1,1-9,-1-18,5 0,2-95,7 191,14-108,-14 108,1 0,0 0,0 0,0 0,0 1,1-1,-1 0,1 1,-1-1,1 1,0 0,0-1,0 1,1 0,-1 0,0 0,1 0,-1 1,1-1,0 1,-1 0,1-1,0 1,0 0,0 1,0-1,0 0,0 1,0 0,0-1,0 1,0 1,0-1,0 0,11 4,0 0,0 1,0 1,-1 0,0 0,0 2,-1 0,0 0,0 1,-1 0,0 1,-1 0,0 1,6 9,32 65,-47-82,-1-1,1 0,0 1,-1-1,1 1,-1-1,0 1,0-1,0 1,0-1,0 1,0-1,-1 1,1-1,-1 1,0-1,1 0,-1 1,-1-1,1 0,0 0,0 1,-1-1,1 0,-1 0,0-1,1 1,-1 0,0-1,0 1,0-1,0 1,-1-1,1 0,0 0,-2 1,-2 0,0 0,0 0,0 0,-1-1,1 0,-1 0,1-1,-1 1,1-1,-1-1,1 1,-1-1,1-1,0 1,-1-1,1 0,0 0,0-1,0 0,-3-2,8 4,1 0,-1-1,1 1,0-1,-1 1,1 0,0-1,0 1,0-1,0 1,0-1,0 1,1-1,-1 1,0 0,1-1,-1 1,1-1,-1 1,1 0,0 0,-1-1,1 1,0 0,0 0,0 0,0 0,0 0,0 0,0 0,0 0,1 0,-1 0,0 1,1-1,-1 0,0 1,1-1,-1 1,0 0,1-1,-1 1,1 0,228-89,-206 81,-1 0,0-2,-1-1,0 0,0-2,-1-1,-1 0,0-1,-2-2,1 0,-2 0,11-16,-26 31,0 0,0 1,-1-2,1 1,-1 0,1 0,-1 0,0-1,0 1,0 0,0-1,0 1,-1-1,1 1,-1-1,0 0,1 1,-1-1,-1 1,1-1,0 0,0 1,-1-1,0 1,1-1,-1 1,0-1,0 1,0 0,-1-1,1 1,0 0,-1 0,0 0,1 0,-2-1,-4 1,0 0,0 0,0 0,0 1,-1 0,1 1,0-1,-1 2,1-1,0 1,0 0,-1 0,1 1,0 0,0 0,0 0,1 1,-1 1,1-1,-1 1,1 0,-3 2,4-3,0 1,1-1,-1 1,1 0,-1 0,1 0,0 1,1 0,-1-1,1 1,0 1,0-1,0 0,1 1,0-1,0 1,0 0,1-1,0 1,0 0,1 0,-1 0,1 0,0 0,1 0,-1 0,1 0,1 0,0 4,3 0,0-1,0 1,1-1,0 1,0-2,1 1,0-1,1 0,0 0,0-1,1 0,0-1,0 0,0 0,11 4,0 0,1-1,0-1,0-1,1-1,0-1,0-1,8 0,-16-2,-1 0,1-2,-1 0,1 0,-1-1,0-1,1 0,-1-1,0 0,0-1,0 0,-1-2,1 1,-1-1,-1-1,1 0,-1-1,0 0,-1 0,0-1,6-8,8-17,-3-2,0 0,-3-1,-1-2,-1 1,-3-2,-1 0,-2 0,0-6,-9 41,25-103,-5-2,2-49,-22 147,0 4,0 1,0 0,-1-1,0 1,0-1,0 1,-1 0,-1-1,1 1,-1-1,1 7,0 1,0-1,0 1,0-1,0 1,0 0,-1-1,1 1,0 0,0 0,0 0,0 0,0 0,0 0,0 0,0 0,-1 1,1-1,0 0,0 0,0 1,0-1,0 1,0-1,0 1,0 0,0-1,1 1,-1 0,0 0,0-1,1 1,-1 0,0 0,1 0,-1 0,0 0,1 0,0 0,-1 0,1 0,0 0,-1 0,1 1,-15 23,2 1,1 0,1 1,1 0,1 1,2 0,0 1,2-1,2 1,-1 14,1-13,2-1,0 1,2 0,1 0,2-1,1 1,1-1,1 0,1 0,2-1,1-1,2 1,0-2,1 0,2 0,1-2,1 0,1-1,0 0,2-2,1-1,0 0,10 4,-24-18,0-2,1 1,0-1,0-1,0 1,0-1,0-1,0 0,1 0,-7-2,0 1,0-1,0 0,0 0,0 0,0-1,0 1,0-1,0 0,0 1,-1-1,1 0,0-1,0 1,-1 0,1-1,-1 0,1 1,-1-1,0 0,0 0,1-1,-1 1,-1 0,1-1,0 1,-1-1,1 1,-1-1,1 0,11-72,-14 37</inkml:trace>
  <inkml:trace contextRef="#ctx0" brushRef="#br0" timeOffset="245.959">3332 366,'20'-7,"28"-2,28 2,23 6,21 4,12 2,5 3,-6 1,-16 0,-23-2,-31-1,-31-3,-25-4,-16-1,-7-1,-2-2,1-2,3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6:11.16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1075,'42'-310,"-14"230,-27 77,0 0,1 1,-1-1,1 1,0-1,0 1,0 0,0 0,1 0,-1 0,0 0,1 1,-1-1,1 1,0-1,-1 1,1 0,0 0,0 0,0 0,0 1,0-1,0 1,0 0,0 0,0 0,1 0,8 4,0 0,0 0,0 1,-1 1,1 0,-1 0,0 1,-1 1,0 0,0 0,-1 1,0 0,0 1,-1 0,-1 0,2 2,-2-4,-1 0,0 1,0 0,0 0,-1 0,-1 1,1 0,-2 0,1 0,-1 0,-1 0,1 8,-4-16,1 1,-1-1,0 0,0 1,0-1,0 0,-1 0,1 0,-1 0,1 0,-1 0,1 0,-1-1,0 1,0-1,0 1,0-1,0 0,0 1,-1-1,1 0,0 0,-1-1,1 1,0 0,-1-1,1 0,-1 1,1-1,-1 0,1 0,-1-1,1 1,0 0,-1-1,1 1,-1-1,1 0,0 0,-1 0,1 0,0 0,0 0,0-1,0 1,0-1,0 0,0 0,-1 0,0 0,1 0,-1-1,1 1,-1-1,1 0,0 0,0 0,0 0,0 0,1 0,-1-1,1 1,0 0,0-1,0 1,0-1,0 1,1-1,0 1,0-1,0 0,0 1,0-1,1 1,0-1,-1 1,1-1,0 1,1-1,0-1,2-3,1-1,0 1,0-1,0 1,1 1,1-1,-1 1,1 0,0 1,1 0,1-2,8-3,0 0,0 1,1 1,0 0,1 1,-1 2,2 0,17-4,-34 9,0 1,0-1,0 1,0-1,1 1,-1 0,0 0,0 0,0 0,1 1,-1-1,0 1,0 0,0 0,0 0,0 0,0 1,0-1,0 1,-1 0,1 0,0 0,-1 0,0 0,1 0,-1 1,0-1,0 1,0 0,-1-1,1 1,-1 0,1 0,-1 0,1 3,10 99,-12-90,1 0,0 0,1 0,0-1,1 1,1 0,4 8,13 3,-10-22</inkml:trace>
  <inkml:trace contextRef="#ctx0" brushRef="#br0" timeOffset="271.301">469 366,'6'5,"15"1,16 2,2-1</inkml:trace>
  <inkml:trace contextRef="#ctx0" brushRef="#br0" timeOffset="970.573">1231 500,'-15'2,"-22"2,1 1,0 2,0 1,0 2,1 1,0 2,-6 5,39-17,-1-1,0 1,0 0,1 0,-1 1,1-1,-1 0,1 1,-1-1,1 1,0 0,-1 0,1 0,0 0,1 0,-1 0,0 1,1-1,-1 1,1-1,-1 1,1 0,0-1,0 1,1 0,-1 0,0-1,1 1,0 0,0 0,0 0,0 0,0 0,0-1,1 1,-1 0,1 0,0 0,0-1,0 1,0 0,2 2,8 5,2 1,-1-2,2 0,-1 0,1-1,0-1,1 0,0-1,14 4,-16-5,27 9,-23-9,0 0,0 2,-1-1,0 2,0 0,-1 1,0 1,0 0,-1 1,-1 1,12 12,-23-22,0 0,-1 0,1 0,-1 1,1-1,-1 0,0 1,0-1,0 1,0 0,-1-1,1 1,-1-1,1 1,-1 0,0 0,0-1,0 1,-1 0,1-1,0 1,-1 0,0-1,0 1,0-1,0 1,0-1,0 1,-1-1,1 0,-1 0,1 1,-1-1,0 0,0 0,-1 0,-4 4,0-1,0 0,-1-1,1 1,-1-2,0 1,0-1,-1 0,1 0,-7 0,11-2,0 1,0-1,0 0,0 0,0 0,0-1,-1 1,1-1,0 0,0 0,-1-1,1 1,0-1,0 0,0 0,0-1,0 1,0-1,0 0,0 1,1-2,-1 1,1 0,-1-1,1 0,0 0,-2-1,6-1,-1 0,0 1,1-1,0 1,0-1,0 1,1 0,-1-1,1 1,0 0,1 0,-1 0,0 0,1 1,0-1,0 1,0-1,1 1,-1 0,1 0,-1 1,4-3,-4 3,327-268,-304 245,-2-2,0-2,-2 0,-1-1,-1-1,-1 0,3-13,-15 30,-1-1,0 0,-2 0,1 0,-2 0,0-1,-1 1,0-1,-1 0,-1 0,-1 0,0 1,-1-1,0 0,-1 1,-1 0,-1-1,-1-1,3 11,1-1,-1 0,-1 1,1-1,-1 1,-1 0,1 0,-1 0,0 1,0 0,0 0,-1 0,0 1,0-1,0 1,-1 1,1-1,-6-1,10 5,1-1,-1 1,1 0,-1 0,1 0,-1 0,0 0,1 0,-1 1,1-1,-1 1,1-1,-1 1,1-1,0 1,-1 0,1-1,0 1,-1 0,1 0,0 0,0 0,0 0,0 1,0-1,0 0,0 0,0 1,0-1,1 0,-1 1,0-1,1 1,-1-1,1 1,0-1,-1 1,-8 63,8-62,2 84,3-1,4 1,18 83,-22-146,1 17,2 1,1-2,2 1,2-1,2-1,1 0,2-1,7 9,-20-40,0-1,0 0,1 0,0 0,0-1,0 0,0 0,1 0,0 0,0-1,0 0,1 0,-1-1,1 0,0 0,0 0,0-1,0 0,0-1,0 1,1-1,-1-1,1 1,-1-1,0-1,1 1,-1-1,0 0,1-1,5-2,-4 0,0-1,0 0,-1 0,0-1,0 0,0 0,-1-1,0 0,0 0,-1-1,0 0,0 0,0 0,-1-1,-1 0,0 0,0 0,1-5,2-7,-1-1,-1 1,-1-1,0 0,-2 0,-1-1,-1-17,0 36,0-2,0 0,0 1,0-1,0 0,-1 0,0 0,0 0,-1 1,0-1,0 1,0-1,-1 1,1 0,-1 0,0 0,-3-4,4 9,-1 0,1 0,0 0,0 0,0 1,0-1,0 0,0 1,0 0,0-1,0 1,0 0,0 0,0 0,1 0,-1 0,0 1,1-1,-1 0,1 1,-1-1,1 1,0 0,-1-1,1 1,0 0,0 0,0 0,0 0,1 0,-1-1,1 2,-1-1,1 0,-1 1,-3 9,0 0,1 0,0 1,1-1,0 1,1-1,0 1,1 0,1 0,0-1,0 1,2-1,-1 1,2-1,-1 0,2 0,0 0,0 0,1-1,0 0,1 0,0-1,1 0,0 0,1 0,0-1,0-1,1 0,0 0,0 0,1-2,0 1,0-1,1-1,-1 0,1-1,1 0,6 1,23-3,-7-7</inkml:trace>
  <inkml:trace contextRef="#ctx0" brushRef="#br0" timeOffset="1713.37">1458 339,'39'-11,"0"1,1 2,0 1,1 3,5 0,-11 1,54-4,0 3,32 5,-88 1,0 1,-1 2,0 1,0 1,0 2,-1 1,0 2,1 1,-21-7,0-1,0 2,-1-1,0 2,0-1,-1 1,0 0,0 1,-1 0,0 1,-1 0,0 0,0 0,-1 1,-1 0,1 0,-2 1,0-1,0 1,-1 0,-1 0,2 9,-3 8,-1 0,-1 0,-1 0,-2 0,-1 3,0-3,4-26,0 0,0 0,1 0,-1 0,0 0,1 0,0 0,0 0,0 0,0 0,0 0,1 0,-1 0,1 0,0 0,0 0,0 0,0 0,0 0,1-1,-1 1,1 0,0-1,0 1,0-1,0 0,0 0,0 0,0 0,1 0,-1 0,3 1,4-3,0-1,-1 0,1 0,0-1,-1 0,1 0,-1-1,0 0,0-1,0 0,0 0,0-1,-1 0,0 0,0 0,0-1,-1 0,0 0,0-1,-1 0,2-3,6-5,0-2,-1 0,-2 0,1-1,-2 0,-1-1,0 0,-1 0,-1-1,0-4,-6 24,0 0,0 0,-1 0,1 0,0 0,0 0,-1 0,1 0,0 0,0 0,0 0,-1 0,1 0,0 0,0 0,0 0,-1 0,1 0,0 0,0 0,0-1,-1 1,1 0,-4 11,0 1,0-1,1 1,1 0,0 0,1 0,0 0,0 6,1-13,0 0,1 0,-1 0,1-1,0 1,0 0,0 0,1-1,0 1,-1-1,2 0,-1 1,0-1,1 0,0 0,0 0,0-1,0 1,1-1,0 0,-1 0,4 2,3-1,1-1,0 0,0 0,0-1,0-1,1 0,-1 0,0-1,1-1,-1 1,0-2,0 0,0 0,0-1,0-1,0 1,-1-2,0 1,0-2,0 1,0-1,-1-1,0 0,0 0,-1 0,0-1,0-1,-1 1,2-4,-4 5,0 0,0-1,-1 1,0-1,0 0,0 0,-2-1,1 1,-1 0,0-1,0 0,-1 0,0 1,-1-1,0 0,0 0,-1 0,1 10,-1-1,1 1,0-1,-1 1,1-1,-1 1,1-1,0 0,-1 1,1-1,-1 0,1 0,-1 1,1-1,-1 0,1 0,-1 1,1-1,-1 0,1 0,-1 0,0 0,1 0,-1 0,1 0,-1 0,1 0,-1 0,1 0,-1 0,1-1,-1 1,1 0,-1 0,1-1,-1 1,1 0,-1 0,1-1,-1 1,1-1,-1 1,1 0,0-1,-1 1,1-1,0 1,0-1,-1 1,1-1,0 1,0-1,-1 1,1-1,0 1,0-1,0 1,0-1,0 1,0-1,0 0,0 1,0-1,0 1,0-1,0 1,1-1,-20 42,15-22,-1 0,2 0,1 1,0-1,1 1,1-1,1 1,2 4,-2-20,0 0,0 1,1-1,-1 0,1 0,0 0,1 0,-1-1,1 1,-1 0,1-1,0 0,0 0,1 0,-1 0,1 0,-1-1,1 1,0-1,0 0,0 0,0-1,2 1,101 18,-68-19,1-2,-1-2,0-1,-1-2,30-9,-24 3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6:05.9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670 470,'0'-13,"0"-8,0 5,0 15,0 20,2 21,1 20,0 15,-1 11,-2 5,-2-3,-1-6,1-13,1-16,-1-19,2-16</inkml:trace>
  <inkml:trace contextRef="#ctx0" brushRef="#br0" timeOffset="515.519">629 470,'9'29,"1"-1,1 0,2-1,0 0,2-1,1-1,1 0,1-1,1-1,1-1,1 0,2-1,-12-8,179 179,-160-167,-29-25,-1 0,1 0,-1 0,1 0,-1 0,0-1,1 1,-1 0,1 0,-1 0,0-1,1 1,-1 0,0-1,1 1,-1 0,0-1,1 1,-1 0,0-1,0 1,1 0,-1-1,0 1,0-1,0 1,1-1,-1 1,0-1,0 1,0 0,0-1,0 1,0-1,0 1,0-1,0 1,0-1,-1 1,1 0,0-1,0 1,0-1,0 1,-1-1,1 1,0-1,-22-197,15 75,6-1,9-60,-7 168,-1 6,1 1,-1 0,2-1,-1 1,2 0,-1-1,1 1,0 0,1 1,0-1,5-7,-8 15,-1 0,1 0,0 0,-1 1,1-1,0 0,0 1,-1-1,1 0,0 1,0-1,0 1,0-1,0 1,0 0,0-1,0 1,0 0,0 0,0-1,0 1,0 0,0 0,0 0,0 0,0 0,0 1,0-1,0 0,0 0,0 1,0-1,-1 1,1-1,1 1,12 10</inkml:trace>
  <inkml:trace contextRef="#ctx0" brushRef="#br0" timeOffset="965.646">1378 417,'-4'75,"-3"0,-16 69,8-51,-17 143,34-324,8-67,6 2,23-78,-12 140,-27 89,0 1,1 0,-1 0,0 0,1 0,-1 0,1 0,-1 0,1 0,0 0,-1 0,1 0,0 0,0 0,0 0,-1 0,1 1,0-1,0 0,0 1,0-1,0 1,0-1,0 1,1-1,-1 1,0 0,0-1,0 1,0 0,1 0,-1 0,0 0,0 0,0 0,0 0,1 1,-1-1,0 0,0 1,0-1,0 0,0 1,0 0,0-1,0 1,0-1,0 1,0 0,0 0,0 0,-1-1,1 1,0 1,13 16,-1 1,-1 0,0 0,-2 2,0-1,-2 1,5 15,-8-21,26 65,-4 3,-4 0,-3 1,-4 1,2 58,-16-56,-5-61</inkml:trace>
  <inkml:trace contextRef="#ctx0" brushRef="#br0" timeOffset="1633.805">1271 764,'18'2,"-1"-1,1-1,0-1,-1 0,1-1,-1-1,1-1,4-2,12-1,175-44,103-20,-208 66,-101 6,0-1,1 0,-1 1,0 0,0 0,1 0,-1 0,0 1,0-1,0 1,-1-1,1 1,0 0,-1 0,1 1,-1-1,1 0,-1 1,0 0,0-1,0 1,-1 0,1 0,-1 0,1 0,-1 0,0 0,0 3,0 10,0 0,-2 0,0 0,-1 0,0 0,-1 0,-1 0,-1-1,0 1,-1-1,-5 8,1 5,-70 190,98-251,4-39,-3-2,-4 0,3-51,-3 26,-10 74,-5 25,0 1,0-1,0 0,0 1,0-1,0 0,0 1,0-1,0 0,0 1,0-1,0 0,0 1,0-1,0 0,0 1,0-1,0 0,1 0,-1 1,0-1,0 0,0 1,0-1,1 0,-1 0,0 1,0-1,1 0,-1 0,0 0,0 1,1-1,-1 0,0 0,1 0,-1 0,0 0,1 0,-1 1,0-1,1 0,-1 0,0 0,1 0,-1 0,0 0,0 0,1-1,-1 1,0 0,1 0,-1 0,0 0,1 0,-1 0,0-1,1 1,-1 0,0 0,0 0,1-1,-1 1,0 0,0 0,0-1,1 1,-1 0,54 177,-43-147,2 0,1 0,2-2,0 0,2-1,1 0,1-2,13 12,-32-35,0 0,0 0,0 0,1 0,-1 0,1 0,-1-1,1 1,0-1,0 1,-1-1,1 1,0-1,0 0,1 0,-1 0,0 0,0-1,0 1,1 0,-1-1,0 0,0 1,1-1,-1 0,0 0,1-1,-1 1,0 0,1-1,-1 1,0-1,0 0,0 0,1 1,-1-1,0-1,2-5,1 0,-2-1,1 1,-1-1,0 0,-1 0,1 0,-2-1,1 1,-1 0,-1-1,1-4,-1 7,8-129,-8-100,0 5,4 185,-4 44,0 1,0-1,-1 0,1 1,0-1,0 0,0 1,1-1,-1 0,0 1,0-1,0 0,0 1,1-1,-1 1,0-1,1 0,-1 1,0-1,1 1,-1-1,1 1,-1-1,1 1,-1-1,1 1,-1 0,1-1,-1 1,1 0,0-1,-1 1,1 0,-1 0,1-1,0 1,-1 0,1 0,0 0,-1 0,1 0,0 0,-1 0,1 0,0 0,-1 0,1 1,0-1,-1 0,1 0,0 1,-1-1,1 0,-1 1,1-1,-1 0,1 1,15 14</inkml:trace>
  <inkml:trace contextRef="#ctx0" brushRef="#br0" timeOffset="1899.457">2862 524,'0'18,"0"18,0 13,0 11,-3 5,0 4,-2-1,-2-5,0-9,-2-11,1-13</inkml:trace>
  <inkml:trace contextRef="#ctx0" brushRef="#br0" timeOffset="2164.298">2835 337,'11'5,"133"144,29 53,-157-181,-1 1,-2 1,0 0,-2 1,0 0,-2 1,0 0,-2 0,-1 3,-4-22,0 0,-1 0,0 1,-1-1,1 0,-1 1,0-1,-1 1,0-1,0 0,0 1,-1-1,1 0,-1 0,-1 0,1 0,-1 0,0-1,-1 1,1-1,-1 0,0 0,-1 0,1-1,-1 1,0-1,-2 1,-9 3,0-1,-1-1,0-1,0 0,0-2,0 0,-1 0,1-2,-1 0,0-1,0-1,1 0,-16-4,6 0</inkml:trace>
  <inkml:trace contextRef="#ctx0" brushRef="#br0" timeOffset="2818.054">3503 110,'251'-24,"-234"22,61-6,0 4,49 4,-123-1,0 1,-1-1,1 1,0 0,-1 1,1-1,0 0,0 1,-1 0,1 0,-1 0,1 1,-1-1,1 1,-1-1,0 1,0 0,0 1,0-1,0 0,0 1,-1 0,1-1,-1 1,0 0,1 0,-2 1,1-1,0 0,0 1,-1-1,0 1,0-1,0 1,0-1,0 1,-3 11,-1 0,0-1,0 0,-1 0,-1 0,-1 0,-6 12,-7 19,7-10,2 0,1 1,1-1,3 2,0-1,3 0,1 1,1 0,2-1,6 27,50 364,-54-386,-2 1,-2-1,-1 1,-2-1,-3 0,-1 0,-1-1,-4 3,12-38,-2 1,1-1,-1 1,0-1,0 0,0 1,-1-1,1 0,-1-1,-1 1,1 0,-1-1,1 0,-1 0,0 0,-1 0,1-1,-1 1,0-1,1 0,-1-1,-1 1,1-1,0 0,0 0,-1-1,1 1,-1-1,0 0,1-1,-1 0,0 0,1 0,-1 0,0-1,0 0,-7-5,1 0,-1-1,2 0,-1-1,1-1,0 1,-8-10,11 9,-1 1,0 1,0-1,-1 1,0 1,0 0,0 0,-1 1,1 1,-2 0,-4-1,10 4,0 1,1 0,-1 0,0 0,0 1,0 0,0 0,0 1,1 0,-1 0,1 0,-4 2,-18 8</inkml:trace>
  <inkml:trace contextRef="#ctx0" brushRef="#br0" timeOffset="3357.327">362 69,'13'-2,"15"-3,10-4,7-1,1-2,1 1,-6 2,-7 4,-15 1,-10 3</inkml:trace>
  <inkml:trace contextRef="#ctx0" brushRef="#br0" timeOffset="3734.43">162 110,'-9'1,"1"0,0 1,0 0,1 0,-1 1,0 0,1 0,-1 1,1 0,0 0,1 1,-1 0,1 0,0 1,0-1,0 1,1 1,0-1,0 1,1 0,-3 4,3 6,1 0,0-1,1 1,1 0,0 0,2 0,0 0,1 0,0 0,2 0,1 6,-3-15,5 31,50 336,-37 251,-20-599,0 1,2-1,0 0,2-1,1 1,2-1,0 0,2 0,0-1,2 0,1 0,4 4,-13-25,0 1,0-1,0 0,1-1,-1 1,1 0,0-1,0 0,0 0,0 0,1-1,-1 1,1-1,-1 0,1 0,0-1,0 1,0-1,0 0,0 0,0-1,0 0,1 0,-1 0,0 0,0-1,0 0,0 0,0 0,1-1,111-58,-79 52,1 2,-1 1,1 2,-1 1,8 3,-38-1,41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6:21.92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63 69,'2'21,"1"17,-2 17,-6 12,-5 8,-2 4,-2-4,-1-9,3-16</inkml:trace>
  <inkml:trace contextRef="#ctx0" brushRef="#br0" timeOffset="339.611">50 203,'11'31,"1"0,1 0,2-1,2-1,0-1,2 0,0-1,16 14,-15-14,1-2,2 0,0-2,2 0,0-2,10 6,-34-26,1 1,-1-1,1 0,-1 1,1-1,0 0,0 0,-1 0,1 0,0 0,0-1,0 1,0-1,0 1,0-1,0 0,0 1,1-1,-1 0,0 0,0-1,0 1,0 0,0-1,0 1,0-1,0 0,0 1,0-1,0 0,-1 0,1-1,0 1,-1 0,2-2,1-5,-1 0,0 0,0-1,-1 1,0-1,0 0,-1 1,-1-1,1 0,-1 0,-1-3,1-7,-13-369,20 331,-6 57,0 0,0-1,0 1,0 0,0-1,0 1,0 0,0 0,1 0,-1 0,0 0,0 0,0 0,0 0,0 1,0-1,0 0,0 1,0-1,0 1,0-1,0 1,0-1,0 1,0 0,-1-1,1 1,0 0,0 0,-1-1,1 1,1 1,19 16</inkml:trace>
  <inkml:trace contextRef="#ctx0" brushRef="#br0" timeOffset="637.913">718 337,'-7'8,"1"1,0 0,0 0,1 0,0 1,0 0,1 0,1 0,0 0,0 1,1-1,0 1,1-1,0 1,1 0,0 0,1-1,0 1,0 0,1-1,1 1,0-1,0 0,3 6,-2-11,0-1,0 0,0-1,1 1,0-1,-1 0,1 0,0 0,0 0,0-1,1 0,-1 0,1-1,-1 1,1-1,-1-1,1 1,0-1,-1 0,1 0,0 0,-1-1,1 0,0 0,-1 0,1-1,-1 0,0 0,0 0,1-1,-1 1,-1-1,1 0,0-1,-1 1,0-1,0 0,0 0,2-3,4-2,-1-1,-1 1,1-2,-1 1,-1-1,0 0,-1-1,0 1,-1-1,0 0,-1-1,0 1,-1-1,0 0,-1 0,0 0,-1 0,-1 0,0 0,-1 0,0 0,-2-6,1 13,0 1,-1 0,1-1,-1 1,0 0,0 0,-1 1,1-1,-1 1,0-1,0 1,0 1,-1-1,0 0,1 1,-1 0,0 0,-1 1,1-1,0 1,-1 0,1 0,-1 1,0 0,0 0,1 0,-1 1,0 0,-5 0,4 0,0 0,1 1,-1 0,0 0,1 0,-1 1,1 0,-1 0,1 1,0 0,0 0,0 0,0 1,1-1,-1 2,1-1,0 0,0 1,1 0,-1 0,1 1,0-1,1 1,-1 0,-1 4,4-6,-1 0,1 1,0 0,0-1,1 1,-1 0,1-1,0 1,1 0,-1-1,1 1,0-1,0 1,0-1,0 1,3 3,14 27</inkml:trace>
  <inkml:trace contextRef="#ctx0" brushRef="#br0" timeOffset="886.285">1440 176,'-9'18,"-5"18,-1 14,3 9,6 7,5 0,4-3,3-11,3-11,2-14,2-10,-2-9</inkml:trace>
  <inkml:trace contextRef="#ctx0" brushRef="#br0" timeOffset="1062.816">1200 96,'-16'-9,"-10"-5,-2-3,11 1,24 5,30 0,32 3,30 3,22 2,11 1,-17 2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6:21.19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59 138,'-5'141,"-19"100,-4 50,26-255,2 0,2 0,0-1,9 36,-8-58,0 0,0 0,2-1,0 0,0 1,1-2,0 1,1-1,0 0,1 0,1-1,-1 0,2 0,-1-1,2 0,11 5,1-2,0-1,0-1,1-1,0-1,0-1,1-1,0-1,0-1,0-1,1-2,-1 0,24-3,14-1</inkml:trace>
  <inkml:trace contextRef="#ctx0" brushRef="#br0" timeOffset="263.847">32 3,'16'-2,"21"1,23 4,18 3,18 3,8 0,-14-2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6:23.96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105 1,'9'23,"8"16,5 13,-1 9,-5 8,-10 6,-19 3,-27 1,-30-5,-3-15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6:25.58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70 200,'-7'18,"-4"18,-1 14,0 11,1 8,4 1,2-8,2-8,2-13,3-12,1-11</inkml:trace>
  <inkml:trace contextRef="#ctx0" brushRef="#br0" timeOffset="280.419">3 0,'5'15,"1"-1,0 0,1 0,1-1,0 0,0 0,2-1,-1 0,2-1,-1 0,2 0,3 2,200 155,-155-126,-2 3,-1 2,12 17,-66-62,1 0,-1 1,0 0,0-1,0 1,0 0,-1 1,1-1,-1 0,1 1,-1-1,-1 1,1 0,0 0,-1 0,0 0,0 0,0 0,0 0,0 0,-1 0,0 0,0 0,0 0,-1 0,1 0,-1 1,0-1,0 0,0-1,-1 1,1 0,-1 0,-1 2,-5 1,-1 1,0-1,-1 0,0-1,0 0,0 0,0-1,-1-1,0 0,-1 0,-54 19,-1-3,-56 8,51-15</inkml:trace>
  <inkml:trace contextRef="#ctx0" brushRef="#br0" timeOffset="530.102">966 709,'7'15,"2"11,-3 9,-7 6,-12 3,-15 0,-17-2,-14-4,3-9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6:24.6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259 153,'-55'102,"4"3,-17 54,-8 18,68-163,17-40,207-621,-204 615,-3 27,-6 23,-3-16,9 85,5-1,3 0,3-1,5-2,8 15,37 69,-61-135,-6-11</inkml:trace>
  <inkml:trace contextRef="#ctx0" brushRef="#br0" timeOffset="648.425">19 408,'249'-34,"168"-57,-325 75,-91 16,0 0,0 0,0 0,0 0,0 0,0 0,0 0,0 0,0 1,0-1,0 0,0 1,0-1,0 1,0-1,0 1,0-1,0 1,0 0,-1-1,1 1,0 0,-1 0,1 0,0-1,-1 1,1 0,-1 0,1 0,-1 0,1 0,-1 0,0 0,0 0,1 0,-1 0,0 0,0 0,0 0,0 0,0 1,-1-1,1 0,-14 51,9-41,-96 262,151-466,-4-9,-47 201,1 0,0 0,0 0,0 0,0-1,0 1,0 0,0 0,1 0,-1 0,0 0,0 0,1 0,-1-1,1 1,-1 0,1 0,0 0,-1 1,1-1,0 0,-1 0,1 0,0 0,0 1,0-1,0 0,0 1,0-1,0 1,0-1,0 1,0-1,0 1,0 0,0-1,0 1,1 0,-1 0,0 0,0 0,0 0,0 0,0 0,1 1,-1-1,0 0,0 1,0-1,0 0,0 1,0 0,6 6,-1 1,0 1,0-1,-1 1,0 0,-1 0,0 1,3 9,3 8,14 29,-3-3,2-1,2-2,3 0,13 16,-41-64,1-1,-1 1,1 0,0-1,-1 1,1-1,0 1,0-1,0 1,0-1,0 0,0 1,0-1,1 0,-1 0,0 0,1 0,-1 0,1 0,-1 0,1 0,-1-1,1 1,-1-1,1 1,0-1,-1 1,1-1,0 0,0 0,-1 0,1 0,0 0,-1 0,1-1,0 1,-1 0,1-1,0 0,-1 1,1-1,-1 0,1 0,-1 1,1-1,-1 0,0-1,1 1,-1-1,8-14,-1 0,-1-1,0 0,-2 0,0-1,0 0,-2 0,0 0,-1-5,0 11,7-59,-2 0,-3-1,-6-61,2 129,0-1,0-1,0 1,0 0,0 0,-1 0,0 0,0 0,-1 0,0 0,1 0,-1 0,-1 0,1 1,-1-1,0 1,0 0,-3-3,5 7,0 0,0 0,-1 0,1 1,0-1,0 0,-1 1,1-1,0 1,0-1,0 1,0 0,0-1,-1 1,2 0,-1 0,0 0,0 0,0 0,0 0,0 0,1 0,-1 0,0 0,1 0,-1 1,1-1,0 0,-1 0,1 0,0 1,0-1,-1 0,1 1,0-1,0 0,0 0,1 1,-1-1,0 0,1 1,3 27,5-1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6:39.1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386 447,'-6'-7,"-1"0,0 0,0 0,0 1,-1 0,0 0,0 1,0 0,-1 1,0 0,0 0,0 1,0 0,0 0,-1 1,1 0,-1 1,0 0,1 1,-1 0,0 0,0 1,1 0,-1 1,1 0,-1 0,1 1,0 0,0 1,0 0,0 1,1 0,0 0,0 0,0 1,1 0,0 1,0 0,0 0,1 0,2-2,0 0,0 0,1 0,-1 0,1 0,1 1,-1-1,1 1,0 0,0 0,0 0,1 0,0 0,0 0,1 0,0 0,0 0,0 0,1 1,-1-1,2 0,-1 0,1 0,0-1,0 1,0 0,1-1,0 1,0-1,0 0,1 0,-1 0,1 0,1-1,-1 1,5 2,-2-3,0-1,0-1,0 1,0-1,1 0,-1-1,1 0,0 0,-1 0,1-1,-1 0,1-1,0 0,-1 0,1 0,-1-1,0 0,1-1,-1 1,0-2,0 1,-1-1,1 0,-1 0,0 0,0-1,0 0,0 0,-1-1,0 0,0 0,-1 0,0 0,0-1,0 1,-1-1,1 0,-2 0,1-2,6-91,-9 123,2 0,0 0,1 0,2 0,0 0,1-1,2 0,0 0,9 16,-15-34,-1 1,1 0,0-1,0 0,0 1,1-1,0 0,0 0,0-1,0 1,0-1,1 1,-1-1,1 0,0 0,0-1,0 1,1-1,-1 0,0 0,1 0,0 0,-1-1,1 0,0 0,0 0,-1-1,1 0,0 1,0-2,0 1,0 0,-1-1,1 0,0 0,-1-1,1 1,3-3,7-8,1-2,-2 0,0 0,-1-2,0 0,-2 0,0-1,0 0,-2-1,0 0,-1 0,-1-1,0 0,1-12,1 1,0-1,-2 0,-2-1,-1 1,-1-1,-2 0,-1 0,-1 0,-2 1,-1-1,-1 1,-2 0,-2 0,-5-13,3 25,11 19,-1 0,1 0,-1 0,1 0,-1 1,1-1,-1 0,1 0,-1 1,1-1,0 0,-1 1,1-1,-1 0,1 1,0-1,-1 0,1 1,0-1,0 1,-1-1,1 1,0-1,0 1,0-1,-1 1,1-1,0 1,0-1,0 1,0-1,0 1,0-1,0 1,0 0,0-1,1 1,-1-1,0 1,0-1,0 1,0-1,1 0,-1 1,0-1,1 1,-1-1,0 1,1-1,-1 0,0 1,10 49,2-1,2 0,12 26,8 24,-17-46,-2 0,-2 0,-3 1,-2 1,-3 0,-2 0,-2 0,-3 0,-7 45,-31 63,-9-17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6:42.6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0 461,'14'-216,"-11"194,0 0,1 0,1 0,1 1,1 0,4-6,-9 22,0 0,1-1,0 1,0 0,0 0,0 1,1-1,0 1,0 0,0 0,0 0,1 0,0 1,-1-1,1 1,0 1,1-1,-1 1,0 0,1 0,-1 0,1 1,0 0,-1 0,1 0,2 1,6 2,-1 0,1 2,-1 0,0 0,0 1,-1 1,1 0,-1 0,0 1,-1 1,0 0,0 1,-1 0,0 1,0-1,2 5,-1-3,0 1,0 1,-2 0,1 0,-1 0,-1 1,-1 1,0 0,-1 0,0 0,-1 0,1 7,-5-19,-1 0,1 0,-1 0,1 1,-1-1,0 0,0 0,0 0,-1 0,1 0,-1 0,1 0,-1 0,0 0,0 0,-1 0,1-1,0 1,-1 0,0-1,0 1,0-1,0 0,0 1,0-1,0 0,-1 0,1 0,-1-1,1 1,-1-1,0 1,0-1,1 0,-1 0,0 0,0 0,0-1,0 1,0-1,-1 0,1 0,0 0,0 0,0 0,0-1,0 1,0-1,0 0,0 0,0 0,-2-1,3 1,0 0,-1 0,1 0,0 0,0 0,0-1,0 1,0-1,0 1,0-1,0 0,1 0,-1 0,1 0,-1 0,1 0,0 0,0 0,0 0,0-1,0 1,0 0,1-1,-1 1,1-1,-1 1,1-1,0 1,0-1,0 1,0-1,1 1,-1 0,1-1,0 1,-1-1,1 1,0 0,0 0,0-1,1 1,-1 0,0 0,1 0,0 0,-1 1,1-1,9-4,0 2,0-1,0 1,0 1,1 0,-1 0,1 1,0 1,0 0,-1 1,12 0,-13 0,9-1,12 3,-1-3,0 0,1-2,-1-1,0-1,-1-2,1-1,-1-1,-1-2,0-1,8-5,-30 13,1-1,-1 0,-1 0,1 0,-1-1,0 0,0 0,-1 0,0-1,1-1,-4 6,0 1,0-1,0 0,0 0,0 0,-1 0,1 0,-1 1,0-1,1 0,-1 0,0 0,0 0,0 0,0 0,0 0,-1 0,1 0,-1 0,1 0,-1 0,0 0,0 0,0 1,0-1,0 0,0 1,0-1,0 0,-1 1,1 0,0-1,-1 1,0 0,1 0,-1 0,0 0,1 0,-1 0,-1 0,-3-1,-1 1,0 0,1 0,-1 0,0 1,0 0,1 1,-1-1,0 1,1 1,-1-1,1 1,-1 0,1 0,0 1,0 0,0 0,0 1,0-1,1 1,0 1,0-1,0 1,-4 4,6-6,0-1,1 1,-1 0,1 1,0-1,0 0,0 1,0-1,0 1,1-1,0 1,0 0,0 0,0-1,0 1,1 0,-1 0,1 0,0 0,1 0,-1 0,1 0,-1-1,1 1,0 0,1 0,-1-1,1 1,-1 0,1-1,0 0,0 1,1-1,-1 0,1 0,-1 0,1-1,0 1,0 0,13 6,-1 0,1 0,1-2,-1 0,1-1,0 0,1-2,-1 0,1-1,0 0,0-2,3 0,91 7,-4-6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6:48.09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220 0,'-14'5,"0"0,0 1,1 0,0 1,0 0,0 1,1 0,1 1,-1 1,1 0,1 0,0 1,0 0,1 1,1 0,0 0,-4 9,10-18,1 1,-1 0,1 0,-1 0,1 0,0 0,0 0,1 0,-1 1,1-1,0 0,0 0,0 0,1 0,0 1,-1-1,1 0,1 0,-1 0,1 0,-1-1,1 1,0 0,0-1,1 1,-1-1,1 0,0 1,0-1,0-1,0 1,0 0,0-1,1 1,0-1,1 1,15 4,0 0,0-1,1-2,-1 1,1-2,0-1,1-1,-1-1,0 0,0-2,10-2,-9 3,-1-1,0-1,1-1,-2 0,1-2,0-1,-1 0,0-2,-1 0,0-1,0-1,-1-1,14-12,-28 21,0-1,0 0,-1 1,1-2,-1 1,0 0,0-1,0 0,-1 1,0-1,0 0,0 0,0 0,-1 0,0-1,0 0,0 6,-1-1,0 1,0-1,0 1,1 0,-1-1,0 1,0-1,0 1,0-1,0 1,0-1,0 1,0-1,0 1,0-1,0 1,0-1,0 1,-1-1,1 1,0 0,0-1,0 1,-1-1,1 1,0-1,-1 1,1 0,0-1,-1 1,1 0,0-1,-1 1,1 0,-1 0,1-1,0 1,-1 0,1 0,-1 0,1 0,-1-1,1 1,-1 0,1 0,-1 0,1 0,-1 0,1 0,0 0,-1 0,1 0,-1 1,1-1,-1 0,1 0,-1 0,1 1,-22 21,19-16,1 0,0 1,0-1,1 0,0 1,0-1,0 1,1-1,-1 1,2-1,-1 1,1-1,0 1,0-1,1 0,0 1,0-1,0 0,1 0,0 0,0-1,1 1,-1-1,1 1,0-1,1 0,-1-1,1 1,0-1,0 0,0 0,1-1,-1 1,1-1,0 0,0-1,1 1,3 1,0 0,0-1,1 0,-1-1,1 0,0-1,0 0,-1-1,1 0,0 0,0-1,-1-1,1 0,0 0,-1-1,0 0,0-1,0 0,0-1,0 0,-1 0,0-1,0 0,-1-1,1 0,-1 0,-1-1,0 0,0 0,0-1,-1 0,0 0,-1 0,0-1,0 0,-1-2,1 1,-2-1,0 0,0 0,-1-1,-1 1,0 0,0-1,-2 1,1 0,-1-1,-1 1,-1-2,3 12,0 1,0 0,0-1,0 1,-1-1,1 1,0 0,-1-1,1 1,-1 0,0-1,1 1,-1 0,0 0,0 0,0-1,1 1,-1 0,-1 0,1 0,0 0,0 1,0-1,0 0,0 0,-1 1,1-1,0 1,-1-1,1 1,0 0,-1-1,1 1,-1 0,1 0,-1 0,1 0,0 0,-1 0,1 0,-1 1,1-1,0 0,-1 1,1-1,0 1,-1-1,1 1,0 0,0 0,0 0,0-1,-1 1,1 0,0 0,0 1,-2 4,0 0,0 0,1 1,0-1,0 1,0-1,1 1,0 0,0 0,1-1,0 1,0 0,0 0,1 0,0 0,1-1,-1 1,1-1,0 1,1-1,0 1,0-1,0 0,1 0,-1-1,2 1,-1-1,0 0,1 0,3 3,8 4,0 0,1-1,0 0,0-1,1-2,0 1,1-2,0 0,0-2,12 3,41 8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6:40.6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78 161,'0'23,"0"21,-3 19,-2 14,-3 9,-3 2,-1-2,-1-9,2-15,2-20,4-18</inkml:trace>
  <inkml:trace contextRef="#ctx0" brushRef="#br0" timeOffset="342.964">11 282,'75'82,"72"61,27 27,-77-65,-97-106,0 0,0 1,0-1,0 0,0 1,0-1,0 0,0 0,0 1,1-1,-1 0,0 1,0-1,1 0,-1 1,0-1,1 0,-1 1,1-1,-1 1,1-1,-1 1,1-1,-1 1,1-1,0 1,-1-1,1 1,-1 0,1-1,0 1,0 0,-1 0,1-1,0 1,-1 0,1 0,0 0,0 0,-1 0,1 0,0 0,0 0,-1 0,1 1,0-1,-1 0,1 0,0 1,-1-1,1 0,0 1,-1-1,1 1,-1-1,1 0,0 1,-1-1,1 1,-1 0,0-1,1 1,-1-1,1 1,-1 0,0-1,0 1,1 0,-1-1,0 2,2-44,-1-1,-3 1,-2 0,-7-39,6 52,-43-313,49 312,-1 30,0-1,1 1,-1-1,0 1,0-1,1 1,-1-1,0 1,1-1,-1 1,1 0,-1-1,0 1,1 0,-1-1,1 1,-1 0,1 0,-1-1,1 1,-1 0,1 0,-1 0,1 0,-1-1,1 1,-1 0,1 0,0 0,-1 0,1 0,-1 0,1 1,-1-1,1 0,-1 0,1 0,-1 0,1 1,-1-1,1 0,-1 1,1-1,-1 0,0 1,1-1,-1 0,1 1,-1-1,0 1,1-1,-1 1,0-1,0 1,1-1,-1 1,0-1,0 1,0-1,20 24,1 3</inkml:trace>
  <inkml:trace contextRef="#ctx0" brushRef="#br0" timeOffset="681.468">746 428,'-4'17,"-5"12,3 0,0 1,2 0,1 0,1 0,2 5,0-30,0 0,1-1,0 1,0-1,0 1,0-1,1 1,-1-1,1 0,0 0,1 0,-1 0,1 0,0 0,0-1,0 1,0-1,0 0,1 0,0 0,0 0,-1 0,1-1,1 0,-1 0,0 0,0-1,1 1,-1-1,3 1,5-1,-1 0,1-1,0 0,0 0,0-1,-1-1,1 0,-1-1,1 0,-1-1,0 0,0 0,0-2,-1 1,0-1,0 0,0-1,-1-1,0 1,0-1,-1-1,0 0,0 0,-1 0,-1-1,1 0,-1 0,-1-1,0 1,-1-1,0 0,1-4,-3 2,0 1,0 0,-1-1,-1 1,0-1,-1 1,0-1,-1 1,0 0,-1 0,0 0,-1 0,-1 0,0 1,0-1,-1 2,0-1,-1 0,0 1,-1 0,0 1,-1 0,0 0,0 1,-4-2,8 6,0 1,0 1,-1-1,1 1,-1 0,1 0,-1 0,0 1,1 0,-1 0,0 0,0 1,0 0,0 0,0 1,0-1,0 1,0 0,1 1,-1 0,0 0,1 0,0 0,-1 1,1 0,0 0,0 0,0 1,1 0,-1 0,1 0,0 0,0 1,1-1,-1 1,1 0,-1 3,1-3,0 0,0 0,1 0,0 1,0-1,1 1,-1 0,1-1,1 1,-1 0,1 0,0 0,0-1,0 1,1 0,0 0,0-1,1 1,0 0,-1-1,2 1,-1-1,1 0,0 0,0 0,0 0,1-1,-1 1,1-1,0 0,0 0,1 0,3 2,35 23</inkml:trace>
  <inkml:trace contextRef="#ctx0" brushRef="#br0" timeOffset="927.823">1696 201,'-7'23,"-2"18,-2 15,1 8,2 5,2 0,5-3,5-8,3-12,4-13,2-12,0-15,-1-9</inkml:trace>
  <inkml:trace contextRef="#ctx0" brushRef="#br0" timeOffset="1202.168">1387 134,'-20'-4,"-16"-2,-5 0,4 1,9 2,19 3,25 2,29 1,31-6,32-8,28-9,22-6,13-3,-22 3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6:51.4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57 174,'-7'18,"-4"18,-1 14,2 9,3 4,2 1,2-4,2-5,1-10,0-11,1-12,1-16,2-8</inkml:trace>
  <inkml:trace contextRef="#ctx0" brushRef="#br0" timeOffset="253.883">30 0,'27'9,"45"36,-2 2,-3 4,42 42,-76-67,-1 3,-2 0,-1 2,-1 1,-2 1,-1 2,-1 0,-1 4,-19-33,-1 1,0-1,0 1,0-1,-1 1,0 0,0 0,-1 0,0 0,0 1,-1-1,1 0,-2 0,1 0,-1 1,0-1,0 0,-1 0,0 0,0 0,-1-1,0 1,0-1,-1 1,-5 3,-1 0,0-1,0-1,-1 1,0-2,0 0,-1 0,0-1,0 0,-1-1,0-1,1 0,-1 0,-1-1,-3 0,-182 19,104-20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6:49.76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155 46,'0'6,"0"13,0 13,0 15,-2 14,-4 9,-7 7,-5 2,-6-2,-2-4,1-10,2-12,5-14</inkml:trace>
  <inkml:trace contextRef="#ctx0" brushRef="#br0" timeOffset="330.994">35 193,'13'31,"2"0,1-1,2-1,0-1,2 0,2-1,0-2,1 0,2-1,3 1,2 4,2 0,1-2,1-1,2-2,0-1,1-2,1-2,13 4,-48-22,-1 1,1-1,-1 0,1 1,-1-1,1-1,0 1,0 0,-1-1,1 1,0-1,0 0,0 0,-1 0,1 0,0 0,0-1,0 1,-1-1,1 0,0 0,-1 0,1 0,-1 0,1-1,-1 1,1-1,-1 0,0 1,0-1,0 0,0 0,0 0,0-1,1-1,0-10,0 0,-1-1,-1 1,0-1,-1 1,0-1,-1 1,-1 0,0-1,-1 1,-1 0,0 0,-6-12,10 26,-120-374,109 290,12 82,0 1,0-1,0 0,0 1,0-1,1 0,-1 1,1-1,-1 1,1 0,-1-1,1 1,0 0,-1 0,1 0,0 0,0 1,0-1,0 0,0 1,0-1,0 1,0 0,0-1,0 1,0 0,0 0,0 1,0-1,0 0,0 1,0-1,0 1,0-1,-1 1,1 0,0 0,0 0,0 0,31 11</inkml:trace>
  <inkml:trace contextRef="#ctx0" brushRef="#br0" timeOffset="781.789">1104 219,'-27'38,"2"0,2 2,2 0,2 2,1 0,2 1,-1 11,-1 51,18-105,0 0,0 0,0 0,0 0,1 0,-1-1,0 1,0 0,0 0,1 0,-1 0,0 0,0 0,0 0,1 0,-1 0,0 0,0 0,1 0,-1 0,0 0,0 0,1 0,-1 0,0 0,0 0,0 0,1 0,-1 0,0 0,0 0,1 0,-1 0,0 1,0-1,0 0,0 0,1 0,-1 0,0 1,0-1,0 0,0 0,0 0,1 1,-1-1,0 0,0 0,0 0,0 1,0-1,0 0,0 0,0 1,0-1,0 0,12-20,15-55,-3 0,-3-1,-3-1,-2-16,23-96,-30 161,-9 28,0 0,0 1,0-1,0 1,0-1,0 0,0 1,0-1,1 0,-1 1,0-1,0 0,0 1,0-1,1 0,-1 1,0-1,0 0,1 1,-1-1,0 0,1 0,-1 0,0 1,1-1,-1 0,0 0,1 0,-1 0,0 1,1-1,-1 0,1 0,-1 0,0 0,1 0,-1 0,1 0,-1 0,0 0,1 0,-1 0,0-1,1 1,-1 0,1 0,-1 0,0 0,1-1,-1 1,0 0,1 0,-1-1,0 1,0 0,1 0,-1-1,0 1,0 0,1-1,-1 1,69 236,-34-100,-6 2,1 47,-29-173,0-8,0 1,0-1,0 0,-1 1,0-1,0 0,0 1,0-1,-1 0,0 1,1-1,-2 0,1 0,0 0,-1 1,0-2,-1 3,-10-1,-1-8</inkml:trace>
  <inkml:trace contextRef="#ctx0" brushRef="#br0" timeOffset="1420.457">983 461,'260'-61,"-223"53,37-8,1 4,60-3,-131 15,-1-1,1 0,0 1,0-1,0 1,0 0,0 1,0-1,0 1,0-1,-1 1,1 0,0 1,0-1,-1 1,1-1,-1 1,0 0,1 1,-1-1,0 0,0 1,0 0,-1-1,1 1,0 0,-1 1,0-1,0 0,0 1,0-1,-1 1,1-1,-1 1,0 0,0 0,0 0,-1 16,-1-1,0 0,-2 0,0 1,-1-1,-1-1,-1 1,-1-1,-3 6,-3 12,-11 25,24-61,0 0,0-1,0 1,0 0,0-1,0 1,0 0,0-1,0 1,1 0,-1-1,-1 1,1 0,0 0,0-1,0 1,0 0,0-1,0 1,0 0,0-1,0 1,-1 0,1 0,0-1,0 1,0 0,-1 0,1-1,0 1,0 0,-1 0,1 0,0-1,0 1,-1 0,1 0,0 0,-1 0,1 0,0 0,0-1,-1 1,1 0,0 0,-1 0,1 0,0 0,-1 0,1 0,0 1,-1-1,1 0,0 0,-1 0,1 0,0 0,0 0,-1 0,16-193,-5-66,-9 259,-1 0,0 0,0 0,0 0,0 0,0 0,1 0,-1 1,0-1,0 0,0 0,0 0,1 0,-1 0,0 0,0 0,0 0,0 0,1 0,-1 0,0 0,0 0,0 0,1 0,-1-1,0 1,0 0,0 0,0 0,0 0,1 0,-1 0,0 0,0 0,0-1,0 1,0 0,0 0,1 0,-1 0,0 0,0-1,0 1,0 0,0 0,0 0,0 0,0-1,0 1,0 0,0 0,11 22,-8-14,36 66,4-2,3-1,3-3,14 11,-37-45,32 37,-58-70,1-1,-1 0,0 1,1-1,-1 0,1 1,-1-1,0 0,1 0,-1 1,1-1,-1 0,1 0,-1 0,1 0,-1 1,1-1,-1 0,1 0,-1 0,1 0,-1 0,1 0,-1 0,1 0,-1-1,1 1,-1 0,1 0,-1 0,1 0,-1-1,0 1,1 0,-1-1,1 1,-1 0,0-1,1 1,-1 0,0-1,1 1,-1 0,0-1,0 1,1-1,-1 1,0-1,0 1,0-1,1 1,-1-1,0 1,0-1,0 1,0-1,7-34,-6 30,8-79,-5 0,-3-51,-2 67,1-172,2 215,-1 24,0 1,0-1,0 1,0 0,0-1,0 1,0 0,0-1,0 1,0 0,0 0,0 0,0 0,0 0,0 0,0 0,0 0,0 1,0-1,0 0,0 0,-1 1,1-1,0 1,0-1,0 1,0-1,0 1,0 0,-1-1,1 1,0 0,-1-1,1 1,0 0,-1 0,1 0,-1 0,1 0,-1 0,0 0,1 0,-1 0,3 2,19 19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6:44.7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4180 764,'-2'18,"-1"19,0 16,1 9,0 6,1 0,3-4,1-9,-1-13</inkml:trace>
  <inkml:trace contextRef="#ctx0" brushRef="#br0" timeOffset="1415.795">3980 576,'52'36,"1"-3,2-1,1-3,23 6,132 72,-201-101,0 0,0 0,0 1,-1 0,0 1,0 0,-1 0,0 1,-1 0,1 0,-2 1,0 0,0 0,0 1,-1-1,-1 1,0 0,-1 0,0 1,0-1,-1 1,0 2,-11 93,9-106,0 0,-1-1,1 1,-1 0,1-1,0 1,0 0,-1-1,1 1,0 0,0-1,0 1,0 0,0 0,0-1,0 1,0 0,0-1,0 1,0 0,0 0,0-1,1 1,-1 0,0-1,1 1,-1 0,0-1,1 1,-1-1,1 1,-1 0,1-1,-1 1,1-1,-1 0,1 1,-1-1,1 1,0-1,-1 0,1 1,0-1,-1 0,1 0,0 0,0 1,-1-1,1 0,0 0,-1 0,1 0,0 0,0 0,-1 0,1-1,0 1,-1 0,1 0,0 0,0-1,-1 1,1-1,11-8,-1 0,-1-1,1-1,-2 0,0 0,0-1,-1 0,0-1,-1 1,0-2,-1 1,0-5,20-61,-26 117,-1-12,-1-16,1 0,0 0,0 0,1 0,1 0,-1 0,2 0,-1 0,1 0,1-1,0 1,0-1,1 1,0-1,0 0,1-1,1 1,1 1,-4-7,-1-1,1 0,0 0,0 0,1 0,-1 0,0-1,1 0,-1 1,0-1,1 0,0-1,-1 1,1-1,-1 1,1-1,0 0,-1-1,1 1,-1 0,1-1,-1 0,1 0,-1 0,1 0,-1-1,0 1,1-1,-1 0,0 0,0 0,1-1,5-5,0 1,0-1,-1 0,0-1,-1 0,0 0,0-1,-1 0,3-6,35-120,-44 136,0 0,0 0,0 0,1 0,-1 0,0 1,0-1,0 0,0 0,1 0,-1 0,0 0,0 0,0 0,0 0,1 0,-1 0,0 0,0 0,0 0,0 0,1 0,-1-1,0 1,0 0,0 0,0 0,0 0,1 0,-1 0,0 0,0 0,0 0,0-1,0 1,0 0,1 0,0 21,-1-20,0 21,-2-14,1 1,0-1,1 0,0 1,1-1,-1 0,2 1,-1-1,1 0,0 0,1 0,0 0,0 0,1-1,0 1,0-1,0 0,1 0,0-1,1 1,0-1,4 4,2-5,-1-1,1-1,0 0,0 0,0-1,0-1,0 0,0-1,0 0,0-1,1 0,-1-1,0 0,-1-1,1 0,0-1,-1 0,0-1,0 0,0-1,-1-1,0 1,0-1,0-1,2-3,6-5,-1-1,0 0,-1-2,-1 0,-1-1,-1 0,-1-1,-1 0,0-1,-2 0,0-1,4-19,-9 18,-4 23,0 1,-1 0,1 0,0-1,0 1,-1 0,1-1,0 1,-1 0,1 0,0 0,-1-1,1 1,0 0,-1 0,1 0,-1 0,1 0,0 0,-1 0,1 0,0 0,-1 0,1 0,-1 0,1 0,0 0,-1 0,1 0,0 0,-1 0,1 0,-1 1,1-1,0 0,-1 0,1 0,0 1,0-1,-1 0,1 1,0-1,0 0,-1 0,1 1,0-1,0 0,0 1,-1-1,1 0,0 1,0-1,0 1,0-1,0 0,0 1,0-1,0 0,0 1,0-1,0 1,0-1,0 0,0 1,0-1,-15 28,1 1,2 0,0 0,2 1,2 1,0 0,3 0,0 0,2 1,1-1,1 8,3 57,4-1,4 0,17 72,-17-111,36 234,-44-273,-7-28,-32-122,6-1,6-1,5-2,2-75,16 176,2-1,1 1,2-1,2 1,1 0,1 0,4-4,-10 34,0 1,0 0,0 0,1 0,0 0,0 0,0 1,0-1,1 0,0 1,0 0,0-1,0 1,1 1,0-1,0 0,0 1,0 0,0 0,1 0,-1 0,1 1,0 0,0 0,0 0,0 0,0 1,0 0,0 0,0 0,0 1,1 0,-1 0,0 0,0 1,1-1,-1 1,2 1,7 6,-1 1,1 0,-1 1,-1 0,0 1,0 1,-1 0,-1 0,0 1,-1 0,0 1,-1 0,0 1,-1-1,-1 1,-1 0,3 13,-6-23,1 1,-1 0,1 0,-2 1,1-1,-1 1,1 0,-2-1,1 1,-1 0,0 0,0-1,-1 1,0 0,0-1,-1 2,1-7,1 1,-1-1,0 0,1 0,-1 0,0 0,0 0,0 0,0 0,0 0,0 0,0-1,0 1,0 0,0-1,0 1,0 0,-1-1,1 0,0 1,0-1,-1 0,1 1,0-1,-1 0,1 0,0 0,-1 0,1 0,0 0,-1-1,1 1,0 0,0-1,-1 1,1-1,0 1,0-1,0 0,-1 0,-41-36,41 34,0 1,1-1,-1 1,1-1,-1 0,1 0,0 0,0 1,0-1,0 0,1 0,-1-1,1 1,0 0,0 0,0 0,0 0,0 0,1 0,-1 0,1 0,0 0,0 0,0 0,0 1,1-1,-1 0,1 0,0 1,-1-1,1 1,0 0,2-2,172-126,-157 115,-1-1,-1 0,0-1,-1-1,0-1,-2 0,-1-1,0 0,-1-1,-1-1,-1 0,-1 0,-1-1,-2 0,0 0,-1-1,2-22,-5 26,0 0,-2 1,0-1,-2 1,0-1,-1 1,0-1,-2 1,0 0,-2 1,0-1,-1 1,0 1,-2-1,-6-9,14 25,1 0,0-1,-1 1,0 0,1 0,-1 1,0-1,0 0,0 0,0 1,0-1,0 1,0 0,-1 0,1 0,-1 0,1 0,0 0,-1 1,1-1,-1 1,0-1,1 1,-1 0,1 0,-1 0,1 1,-1-1,1 0,-1 1,1 0,-1 0,1 0,-1 0,1 0,0 0,-2 2,-5 6,2 0,-1 1,1 0,1 0,-1 1,2 0,0 0,0 1,1-1,0 1,1 0,1 0,-2 10,-6 20,2 1,2 1,2-1,1 1,3-1,1 1,2 0,3-1,1 0,2 0,1-1,14 32,-16-55,2 0,0-1,1 0,1 0,0-1,2-1,0 0,0-1,5 3,-10-10,1 0,-1-1,2 0,-1-1,0 0,1 0,0-1,1-1,-1 0,1 0,-1-1,1-1,0 0,0 0,0-1,8-1,-12 0,0-1,0-1,0 0,0 0,0 0,-1-1,1 0,-1 0,1-1,-1 0,0-1,0 1,-1-1,0 0,0-1,0 0,0 0,-1 0,0 0,0-1,-1 0,1 0,-2 0,1-1,2-6,4-13,-2 0,0 0,-2-1,-1 1,-1-1,0-26,-5-6,-6 58,3 9,1-1,0 1,0 0,0 0,1 0,0 1,0-1,1 0,0 1,0-1,1 4,-1-5,0 0,0 1,0-1,1 0,0 1,0-1,1 0,0 1,0-1,1 0,-1 0,1 0,0 0,1 0,0 0,0-1,0 1,0-1,1 0,0 0,0 0,0 0,1-1,0 0,0 0,0 0,0 0,0-1,1 0,0 0,3 1,82 5,-48-13</inkml:trace>
  <inkml:trace contextRef="#ctx0" brushRef="#br0" timeOffset="2213.718">6841 951,'-2'4,"1"0,0 0,0 1,1-1,-1 0,1 1,0-1,0 0,0 1,1-1,0 0,-1 1,2-1,-1 0,0 0,1 0,0 0,0 0,0 0,0 0,0-1,1 1,0-1,0 1,0-1,0 0,0 0,1-1,3 3,1 1,0-1,1-1,0 1,0-1,0-1,0 1,1-2,-1 1,1-1,-1-1,1 0,9 0,-8-1,-1-1,0-1,0 1,1-1,-1-1,0 0,-1-1,1 1,-1-2,1 0,-1 0,0 0,-1-1,0 0,0-1,0 0,-1 0,1-1,-2 0,1 0,-1 0,-1-1,1 0,-2 0,1-1,-1 1,0-1,-1 0,0 0,-1 0,0 0,-1-7,-17 43,12-15,1 0,0 0,1 0,0 0,1 1,0-1,0 1,2 9,-1-17,1 1,0-1,0 0,0 0,0 0,0 0,1-1,-1 1,1 0,0-1,1 1,-1-1,0 1,1-1,0 0,0 0,0 0,0-1,0 1,1-1,-1 1,1-1,-1 0,1-1,0 1,1 0,11 1,1-1,-1-1,1 0,-1-1,1-1,-1 0,0-2,1 0,-1 0,0-1,-1-1,1-1,-1-1,0 0,0 0,-1-2,10-7,-12 9,0-1,-1 0,0-1,-1 0,0 0,0-1,-1-1,7-9,-18 28,0-1,1 0,0 1,0-1,0 1,1-1,0 1,1-1,0 1,0-1,1 1,-1-1,2 0,-1 0,1 0,0 0,0 0,3 3,-1-4,0-1,0 0,1 0,-1 0,1-1,0 0,0 0,1 0,-1-1,1 0,0 0,-1-1,1 0,1 0,-1 0,0-1,0 0,0-1,1 1,6-2,0 0,-1 0,1-1,-1 0,1-1,-1-1,0 0,0 0,0-2,-1 1,10-7,-9 3,-1-1,0 0,0-1,-1 0,-1-1,1 0,-2 0,0-1,0 0,-2-1,1 0,-2 0,0-1,1-5,7-24,-2 0,-2-1,-2 0,0-16,3-57,-4-1,-6-1,-11-82,9 196,1-8,-2 0,1 0,-2 0,0 0,-1 1,0-1,-1 0,4 13,1 0,0 0,0 1,-1-1,1 1,-1-1,1 0,-1 1,1-1,-1 1,1-1,-1 1,1-1,-1 1,1-1,-1 1,0 0,1-1,-1 1,0 0,1 0,-1-1,0 1,1 0,-1 0,0 0,0 0,1 0,-1 0,0 0,0 0,1 0,-1 0,0 0,1 1,-1-1,0 0,1 0,-1 1,0-1,1 1,-1-1,1 0,-1 1,0-1,1 1,-1-1,1 1,-1-1,1 1,0 0,-1-1,1 1,0 0,-1-1,1 1,0 0,0-1,-1 1,1 0,0-1,0 1,0 0,0 0,0-1,0 1,0 0,0 0,1 0,-9 23,2 1,0-1,2 2,1-1,1 0,1 1,2 18,-1-37,2 55,3 1,3-1,2-1,3 1,3-2,2 0,3-1,2-1,3-1,2-1,3-1,2-2,3-1,1-2,33 32,-62-73,-6-6,1 1,0-1,0 0,0 0,0 0,0 0,1 0,0-1,-1 1,1-1,0 0,0 0,2 0,-2-13,-45-70,-54-58,42 68</inkml:trace>
  <inkml:trace contextRef="#ctx0" brushRef="#br0" timeOffset="2645.502">8017 576,'754'87,"-480"-67,-250-13,-59 1,8-2,-1-4,1 2,0 1,0 2,1 0,-1 2,2 1,-1 1,1 1,1 1,0 1,1 1,1 1,0 2,17-14,1 0,0 1,0 0,0 0,1 0,-1 1,1-1,1 1,-1-1,1 1,0 0,0 0,0 0,1 0,0 0,1 0,-1 1,1-1,0 0,0 0,1 1,0-1,0 0,1 0,-1 0,1 0,1 0,-1-1,1 1,0-1,0 1,1-1,-1 0,1 0,0 0,0-1,2 2,2 0,-1-1,1 0,0 0,0 0,1-1,-1 0,1-1,0 0,0 0,0-1,0 0,0-1,1 0,-1 0,0-1,1 0,-1-1,0 0,1 0,-1-1,0 0,0-1,7-2,-3 0,-1-1,1 0,-1 0,-1-1,1-1,-1 0,0 0,-1-1,0-1,0 0,-1 0,-1-1,1 0,-2 0,0-1,0 0,-2 2,0 1,-1-1,0 0,-1 0,-1 0,1 0,-1-1,-1 1,0-7,0 17,-1 0,0-1,0 1,0 0,0-1,1 1,-1 0,0 0,0-1,0 1,0 0,0-1,0 1,0 0,0-1,0 1,0 0,0-1,0 1,0 0,0-1,0 1,0 0,0-1,0 1,-1 0,1-1,0 1,0 0,0 0,0-1,-1 1,1 0,0 0,0-1,-1 1,1 0,0 0,0-1,-1 1,1 0,0 0,-1 0,1 0,0 0,-1 0,1 0,0-1,-1 1,1 0,0 0,-1 0,1 0,0 0,-1 0,1 1,0-1,-1 0,1 0,0 0,-1 0,1 0,0 0,-14 18,11-12,0 0,0 1,1-1,-1 1,1-1,1 1,-1 0,1 0,0 0,1 0,0 0,0-1,0 1,1 0,0 0,0 0,1 0,0 0,0-1,1 1,-1-1,1 0,1 0,-1 0,1 0,0 0,1-1,3 4,3 0,1-1,1 0,-1-1,1 0,0-1,1-1,-1 0,14 3,48 11</inkml:trace>
  <inkml:trace contextRef="#ctx0" brushRef="#br0" timeOffset="-1311.75">664 830,'-1'70,"3"0,3-1,3 0,3 0,16 53,14 103,-37-203,0 6,-1 0,0 0,-3 1,-1 26,1-53,0-1,1 1,-1-1,0 0,0 1,0-1,0 1,0-1,0 1,0-1,0 1,0-1,-1 0,1 1,-1-1,1 0,-1 1,1-1,-1 0,0 1,0-1,0 0,0 0,0 0,0 0,0 0,0 0,0 0,0 0,0 0,-1-1,1 1,0 0,-1-1,1 1,0-1,-1 1,1-1,-1 0,1 0,0 1,-1-1,1 0,-1 0,1 0,-1-1,1 1,-2 0,-3-6,-1-1,1 1,0-1,0 0,1-1,0 1,0-1,1 0,0 0,0-1,1 1,0-1,0 0,1 3,-24-74,3-1,4 0,3-2,4 0,2-29,10 111,-3-18,1-1,1 0,1 0,1 0,0 0,2 0,0 0,1 0,2 0,-5 16,1 0,-1 1,1-1,0 1,0-1,0 1,1 0,-1 0,1 0,0 0,0 1,0-1,0 1,0-1,0 1,1 0,-1 0,1 1,-1-1,1 1,0 0,0-1,0 2,-1-1,1 0,0 1,0 0,0 0,0 0,0 0,3 1,6 1,-1 1,1 0,0 1,-1 0,0 1,0 0,0 1,-1 0,1 2,1 0,0 1,0 1,-1 0,0 1,-1 0,-1 1,1 1,-8-9,1 0,-1 0,0 0,-1 0,1 1,-1 0,0-1,0 1,-1 0,1 0,-1 0,0 0,0 0,-1 0,0 0,1 1,-2-1,1 0,-1 0,1 0,-1 0,-1 0,0 1,0 0,-2-1,1 0,0 0,-1-1,0 1,0-1,0 0,-1 0,1 0,-1 0,0-1,0 0,0 0,-1 0,1-1,-1 1,1-1,-2 0,3-1,1 0,-1 0,1 0,-1 0,1-1,-1 1,1-1,-1 0,0 0,1 0,-1-1,1 1,-1-1,1 0,-1 0,1 0,-1 0,1 0,0-1,0 0,0 0,0 0,0 0,0 0,0 0,1-1,-1 1,1-1,-1 0,0-1,2 0,-1 1,0-1,1 0,0 0,0 0,0 0,0 0,1 0,-1 0,1 0,0 0,1 0,-1 0,1 0,-1 0,1 0,0 0,1 1,-1-1,1 0,-1 1,1-1,0 0,0 1,1 0,-1 0,3-2,2-4,0 1,0 0,1 1,1 0,-1 0,1 1,0 0,0 1,10-5,-11 6,1 1,-1-1,1 2,0-1,-1 1,1 0,0 1,0 0,0 1,0 0,0 0,0 1,0 0,0 0,0 1,0 0,-1 1,1 0,-1 0,1 1,-1 0,-1 0,1 1,0 0,0 1,56 75,14 13,-74-90,1 0,0 0,0-1,0 1,0-1,1-1,-1 1,1-1,-1 0,1 0,0-1,0 1,0-2,0 1,0 0,0-1,0 0,3-1,-5 1,0-1,-1 0,1 0,0 0,0 0,-1-1,1 1,0-1,-1 0,0 0,1 0,-1-1,0 1,0-1,0 1,-1-1,1 0,-1 0,1-1,-1 1,0 0,0-1,0 1,-1-1,1 0,-1 1,0-1,0 0,0 0,0-3,0 0,0 1,-1-1,1 0,-1 0,-1 0,1 1,-1-1,-1 0,1 1,-1-1,0 1,-1-1,1 1,-1 0,-3-4,1 4,0 0,-1 0,1 0,-1 1,-1 0,1 0,-1 1,0 0,0 0,0 0,0 1,-1 0,1 1,-1 0,0 0,0 0,0 1,0 0,0 1,0-1,0 2,0-1,0 1,1 0,-1 1,0 0,0 0,1 1,-1 0,1 0,0 1,0-1,0 2,0-1,-3 4,7-7,1 1,-1-1,1 0,-1 1,1 0,0-1,0 1,0 0,0 0,0 0,0 1,1-1,-1 0,1 1,-1-1,1 1,0-1,0 1,0-1,0 1,1 0,-1 0,1-1,-1 1,1 0,0 0,0 0,0-1,1 1,-1 0,1 0,-1-1,1 1,0 0,1 2,27 20,7-4</inkml:trace>
  <inkml:trace contextRef="#ctx0" brushRef="#br0" timeOffset="-517.74">1868 1030,'-7'-13,"0"0,-1 0,-1 1,0 0,0 1,-1 0,0 0,-4-1,10 8,0 1,0-1,0 1,-1 1,1-1,-1 0,0 1,0 0,0 0,0 1,0-1,0 1,0 0,0 1,-1-1,1 1,0 0,0 0,-1 1,1-1,0 1,0 0,0 1,-4 0,5 0,0 0,-1 0,1 0,0 1,0-1,0 1,0 0,1 0,-1 0,1 1,0-1,0 1,0 0,0 0,1 0,0 0,-1 0,1 0,1 1,-1-1,1 1,0 0,0-1,0 1,0 0,1-1,0 1,0 0,0 0,1-1,-1 1,1 0,0-1,0 1,1-1,0 1,-1-1,2 0,-1 1,0-1,1 0,0 0,0-1,0 1,0-1,0 1,1-1,-1 0,1 0,0-1,0 1,7 1,-1-1,1 0,-1 0,1-1,0 0,0-1,0-1,0 1,0-2,0 1,0-2,0 1,0-2,-1 1,1-2,-1 1,0-1,0-1,0 0,0 0,-1-1,0 0,0 0,0-1,-1-1,0 1,-1-1,1-1,-2 1,1-1,-1 0,0-1,1-3,-2-5,-5 13,-3 11,-2 12,3-10,0-1,1 1,0 0,0-1,1 1,0 0,1 0,-1 0,1-1,1 1,-1 0,1-1,1 1,0-1,0 0,0 0,1 0,-1 0,2-1,-1 1,1-1,0 0,0 0,1-1,0 0,0 0,0 0,0 0,1-1,0 0,0-1,0 0,0 0,0 0,1-1,-1 0,1 0,0-1,1 1,10-5,0 0,0-1,-1-1,1-1,-1 0,0-1,-1-1,0-1,0-1,-1 0,-1-1,1 0,-2-2,1 1,-2-2,6-6,-2-4,0 0,-2-1,0-1,-2 0,-1-1,-1 0,-1-1,-2 0,-1 0,-1-1,-1 0,-2 0,0-1,-2 1,-2 0,-2-19,3 26,-1 1,-1-1,-1 1,-1-1,0 1,-2 0,0 1,-2-1,-9-18,16 36,-1-1,0 0,0 1,0 0,0-1,-1 1,1 0,-1 0,0 0,1 1,-1-1,-1 1,1-1,0 1,-1 0,1 0,-1 1,1-1,-1 1,0 0,0 0,1 0,-1 0,0 0,0 1,0 0,0 0,0 0,0 0,0 1,0-1,0 1,0 0,1 0,-1 1,-1 0,-5 5,1 1,0-1,1 2,-1-1,2 1,-1 1,2-1,-1 1,1 0,0 1,1-1,1 1,-1 0,2 1,0-1,0 0,0 4,-4 17,1-1,1 1,1 0,3 0,0 1,2-1,1 0,2 0,1 0,4 9,-4-18,2-1,0 0,2-1,0 0,1 0,1-1,1 0,1-1,1 0,0-1,2-1,0 0,0-1,16 10,-25-20,0 0,1 0,-1-1,1 0,0-1,1 0,-1 0,1-1,0 0,0-1,0 1,0-2,0 1,0-1,0-1,1 0,-1 0,0-1,0 0,0 0,1-1,-2 0,1-1,0 0,0 0,-1-1,4-2,3-7,-1-1,-1 0,-1-1,0 0,0-1,-2-1,0 1,-1-2,-1 1,0-1,-1 0,-1-1,-1 0,-1 1,1-10,-2 4,-11 35,4 7,0-1,1 1,1 0,1 0,1 0,0 0,1 0,1 0,2 5,-2-15,-1 0,2 0,-1 0,1-1,0 1,1-1,0 0,0 0,1 0,-1 0,1-1,1 0,-1 0,1 0,0-1,1 0,-1 0,1-1,0 1,0-1,6 2,-5-3,1 0,-1 0,1 0,0-1,0-1,0 1,0-1,0-1,0 0,0 0,0-1,0 0,0-1,19-6</inkml:trace>
  <inkml:trace contextRef="#ctx0" brushRef="#br0" timeOffset="-262.457">2202 629,'32'-4,"33"-2,37-2,34 0,25 2,-15 2</inkml:trace>
  <inkml:trace contextRef="#ctx0" brushRef="#br0" timeOffset="9949.52">531 3009,'21'2,"19"1,25 0,20-3,18-1,13-3,5-1,-2 1,-9 1,-16 0,-18 4,-20 1,-21 1,-18 2,-13-1,-7 0</inkml:trace>
  <inkml:trace contextRef="#ctx0" brushRef="#br0" timeOffset="10296.627">1627 2528,'-1'1,"0"-1,0 1,0 0,0-1,0 1,0 0,0 0,1 0,-1 0,0 0,0 0,1 0,-1 0,0 0,1 0,-1 0,1 0,-1 0,1 1,0-1,0 0,-1 0,1 1,0-1,0 0,0 0,0 1,0-1,6 117,-1-86,18 233,-11 2,-15 101,3-358,0-18</inkml:trace>
  <inkml:trace contextRef="#ctx0" brushRef="#br0" timeOffset="10651.992">1707 3517,'14'3,"18"0,19-3,20-5,17-7,13-6,5-2,-5 1,-9 2,-20 5,-20 7,-25 6,-23 3,-13 1</inkml:trace>
  <inkml:trace contextRef="#ctx0" brushRef="#br0" timeOffset="11072.079">1627 2474,'21'5,"22"3,24 1,22-1,18-3,11-1,2-2,-6-1,-16 0,-21-2,-32 3,-27 3,-24 1,-16-1,-4-2</inkml:trace>
  <inkml:trace contextRef="#ctx0" brushRef="#br0" timeOffset="11766.168">2683 2060,'1'-3,"-1"29,15 1245,5-865,-19-399,-1-5,1 1,-1-1,1 1,-1-1,0 1,0-1,0 1,-1-1,1 1,-1-1,1 1,-1-1,0 1,0-1,0 0,0 1,0-1,0 0,-1 0,1 0,-1 0,-6-1</inkml:trace>
  <inkml:trace contextRef="#ctx0" brushRef="#br0" timeOffset="12392.069">2670 2140,'26'-13,"1"1,0 1,1 2,0 1,0 1,1 1,0 1,0 2,0 1,21 2,-8-2,-1 3,1 1,-1 3,0 1,0 2,-1 1,0 2,-1 3,0 0,-1 3,-1 1,0 2,-2 1,0 2,-1 1,-2 2,-1 1,0 1,-3 2,0 1,-2 1,-1 1,-2 2,11 21,-16-13,-3 1,-1 0,-2 1,-2 0,-2 1,-2 0,-2 0,-2 0,-2 0,-3 1,-1-1,-2 0,-2-1,-2 1,-2-2,-2 1,-2-2,-2 0,-2-1,-1-1,-3-1,-3 3,12-20,0-1,-1-1,-1 0,-1-1,-1-1,-1 0,0-2,-1 0,-1-2,-1 0,0-1,0-2,-2 0,1-2,-1 0,-1-2,0-1,-7 1,-39 1,1-4,-47-2,94-3,-47 6,57 3,23-5</inkml:trace>
  <inkml:trace contextRef="#ctx0" brushRef="#br0" timeOffset="12927.854">3993 2956,'-3'15,"0"1,1 0,0-1,1 1,1 0,1 0,0 0,1 0,1 0,0-1,2 1,3 9,-5-16,1 1,1-1,0 0,0 0,0-1,1 1,1-1,-1-1,1 1,1-1,-1 0,1-1,0 0,1 0,0 0,0-1,0-1,0 0,0 0,2 0,-2-2,-1-1,0 0,1 0,-1-1,1 0,-1 0,1-1,-1 0,1-1,-1 0,0 0,0-1,0 0,0 0,0-1,-1 0,0 0,1-1,-1 0,-1 0,1 0,-1-1,0 0,0 0,-1-1,0 0,0 0,-1 0,1 0,-1-1,-1 0,0 0,0 0,0 0,-1 0,-1 0,1-1,-1 1,0-1,-1 1,0-1,-1 1,1-1,-2 1,1 0,-2-4,-1-1,0 1,0 0,-1 0,-1 0,0 1,-1 0,0 0,-1 0,0 1,-1 0,1 1,-2 0,0 0,0 1,-7-5,10 9,0-1,0 1,-1 0,1 0,-1 1,0 0,0 1,0-1,-1 2,1-1,0 1,-1 0,1 1,-1 0,1 0,-1 1,1 0,-1 1,1-1,0 2,0-1,0 1,0 0,-3 2,7-3,-1 1,0-1,1 1,-1 0,1 0,0 0,0 0,0 1,0 0,1 0,0 0,-1 0,2 0,-1 1,0-1,1 1,0 0,0 0,0 0,0 0,1 0,0 0,0 0,1 0,-1 1,1-1,0 0,0 0,1 1,0-1,0 0,0 0,1 1,1 0,1-1,0 0,1 1,0-1,-1-1,1 1,1-1,-1 1,1-2,0 1,-1-1,2 1,4 0,40 17</inkml:trace>
  <inkml:trace contextRef="#ctx0" brushRef="#br0" timeOffset="13191.147">4542 3063,'27'-5,"30"-1,27-2,25-2,19 1,10-1,5 2,-5 2,-11 2,-18 2,-22 1,-22 1,-28 0,-23 1,-23-1,-19 0,-6 1</inkml:trace>
  <inkml:trace contextRef="#ctx0" brushRef="#br0" timeOffset="14901.669">1735 3597,'0'-2,"2"-1,5 0,11-1,14-1,12-1,12-2,7 0,-8 1</inkml:trace>
  <inkml:trace contextRef="#ctx0" brushRef="#br0" timeOffset="16082.099">1975 3490,'255'-20,"140"-11,-382 30,-28 4,-4 1,4 0,2 1</inkml:trace>
  <inkml:trace contextRef="#ctx0" brushRef="#br0" timeOffset="17039.835">10 2288,'-2'-5,"0"1,1 0,0 0,0 0,0-1,0 1,1-1,-1 1,1 0,0-1,1 1,-1-1,1 1,0 0,0-1,0 1,1 0,-1 0,1 0,0 0,0 0,1 0,-1 0,1 1,-1-1,1 1,0 0,1 0,-1 0,1 0,0 0,11-6,-1 2,2 0,-1 0,1 2,0 0,0 0,0 2,0 0,1 1,0 0,-1 2,1 0,14 2,-23-2,1 0,-1 1,1 1,-1-1,0 2,0-1,0 1,0 0,0 0,0 1,-1 0,0 1,0-1,0 2,0-1,-1 1,0-1,0 2,0-1,-1 1,0 0,0 0,-1 0,0 0,0 1,-1 0,0 0,0 0,-1 0,0 0,0 1,-1 0,-1 4,0 0,-1 0,-1 0,0 0,-1-1,0 1,-1 0,0-1,-1 0,-1 0,0 0,0-1,-1 0,0 0,-8 8,1-7,14-12,0 0,1 0,-1 0,0 0,0 0,1 0,-1-1,0 1,0 0,0 0,1 0,-1 0,0-1,0 1,0 0,1 0,-1-1,0 1,0 0,0 0,0-1,0 1,0 0,0 0,0-1,0 1,0 0,0 0,0-1,0 1,0 0,0 0,0-1,0 1,0 0,0 0,0-1,0 1,0 0,0 0,0-1,-1 1,1 0,0 0,0-1,0 1,0 0,-1 0,1 0,0 0,0-1,0 1,-1 0,1 0,0 0,0 0,-1 0,1 0,0 0,0-1,-1 1,1 0,113-147,-7-5,-132 252,21-78,0 0,2 0,1 0,1 0,0 0,2 0,1 6,-2-22,1 0,0 0,1 0,-1 0,1 0,0-1,0 1,1 0,0-1,0 0,0 1,0-1,1 0,0-1,0 1,0-1,1 0,0 0,-1 0,1 0,1-1,-1 0,0 0,1 0,-1-1,1 0,0 0,1 0,-2-1,1 0,-1 0,1 0,-1-1,1 0,-1 0,1-1,-1 1,0-1,1 0,-1-1,0 1,1-1,-1 0,0 0,0-1,0 0,17-12</inkml:trace>
  <inkml:trace contextRef="#ctx0" brushRef="#br0" timeOffset="17319.626">518 2354,'-21'-2,"-13"-3,-5-1,1 0,9 2,17 1,24 2,31-2,34-3,37-4,31-6,22-4,-18 1</inkml:trace>
  <inkml:trace contextRef="#ctx0" brushRef="#br0" timeOffset="20390.461">6453 2567,'-25'-51,"26"76,3-11,1-1,0 1,1-1,1 0,0-1,1 1,0-1,1-1,0 0,1 0,0-1,1 0,9 7,8 4,1-1,1-1,1-2,0-1,5 1,8-7,-33-13</inkml:trace>
  <inkml:trace contextRef="#ctx0" brushRef="#br0" timeOffset="20716.305">7042 2501,'-16'7,"1"2,0 0,1 0,0 2,0 0,1 0,1 1,0 1,1 0,0 0,0 1,2 1,0-1,1 2,0-1,-2 14,1-1,2 2,0-1,3 1,0-1,2 1,1 0,1 0,2 0,4 22,-3-7,1 0,3 0,2-1,2 0,9 21,-19-61,0 0,1 0,0 0,0 0,0 0,0-1,0 1,1-1,-1 0,1 0,0 0,0 0,0 0,1 0,2 1,9 2</inkml:trace>
  <inkml:trace contextRef="#ctx0" brushRef="#br0" timeOffset="20937.791">7242 2795,'23'4,"21"3,18-1,16-2,7 0,-1-2,-8-1,-15-1,-18 0</inkml:trace>
  <inkml:trace contextRef="#ctx0" brushRef="#br0" timeOffset="21122.316">7336 3035,'18'0,"18"0,15 0,16 0,13-2,7-1,6-2,-2-2,-16-1</inkml:trace>
  <inkml:trace contextRef="#ctx0" brushRef="#br0" timeOffset="21335.745">8325 2661,'9'23,"10"19,8 11,9 5,8 3,7-2,4-5,0-7,-3-9,-8-9,-9-9,-11-10,-8-8</inkml:trace>
  <inkml:trace contextRef="#ctx0" brushRef="#br0" timeOffset="21596.791">8659 2741,'-18'7,"-11"9,-7 11,-7 12,-4 11,-4 9,0 2,4 1,8-4,10-9,10-13</inkml:trace>
  <inkml:trace contextRef="#ctx0" brushRef="#br0" timeOffset="21855.163">8272 2341,'18'-2,"26"-2,34-1,30-2,24-3,10-2,-9 2,-29 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7:08.3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0,'21'372,"-4"-144,-13-148,14-171,-18 87,1 0,-1 0,1 0,0 0,1 0,-1 0,0 0,1 1,0-1,0 0,0 1,1-1,-1 1,1 0,-1 0,1 0,0 0,1 1,-1-1,0 1,1-1,-1 1,1 0,-1 1,1-1,0 1,0-1,0 1,0 0,0 1,0-1,0 1,0-1,0 1,1 1,-1-1,0 0,0 1,0 0,0 0,0 0,2 2,3 2,-1 1,0 0,0 0,0 1,-1-1,0 2,-1-1,1 1,-2 0,1 1,-1-1,0 1,-1 0,0 0,0 1,-1-1,0 1,-1 0,0-1,0 1,-1 0,-1 0,0 6,-1-10,0 0,-1 0,0 0,0 0,-1-1,1 1,-1-1,-1 1,1-1,-1 0,1 0,-2-1,1 1,0-1,-1 0,0 0,0 0,0-1,0 0,-1 0,1 0,-6 2,-8 3,1-2,-1 0,0-1,0 0,-1-2,-12 1,-20-4,45-6,9-1</inkml:trace>
  <inkml:trace contextRef="#ctx0" brushRef="#br0" timeOffset="260.454">442 28,'16'11,"14"15,11 17,10 17,8 15,1 9,-9 10,-13 11,-26 10,-35 13,-41 13,-10-19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7:09.9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0 219,'57'273,"-55"-266,18 46,-20-52,1 1,0-1,0 0,0 0,-1 0,1 0,0 0,1 0,-1 0,0 0,0 0,0-1,1 1,-1 0,0-1,0 1,1-1,-1 1,1-1,-1 0,0 0,1 1,-1-1,1 0,-1 0,1-1,-1 1,0 0,1 0,-1-1,1 1,-1 0,0-1,1 0,-1 1,0-1,13-7,0-1,-1 0,-1-1,0-1,0 0,-1 0,0-1,2-5,11-9,322-360,-297 331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7:15.09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71 202,'-6'18,"-3"15,0 11,2 10,2 4,2 1,2-1,0-5,1-9,0-12</inkml:trace>
  <inkml:trace contextRef="#ctx0" brushRef="#br0" timeOffset="214.534">5 0,'-2'10,"1"0,0-1,0 1,1 0,1 0,0-1,0 1,1 0,0-1,0 1,1-1,1 0,-1 0,6 9,4 5,0-1,2 0,0 0,18 17,150 131,-83-83,-49-27,-50-58,0 0,0 0,0 0,0 0,-1 0,1 1,-1-1,1 0,-1 0,0 1,0-1,0 0,0 1,0-1,-1 0,1 1,-1-1,1 0,-1 0,0 0,0 0,0 0,0 1,0-2,0 1,-1 0,1 0,-1 0,1-1,-1 1,-1 1,-12 9,-1-1,-1-1,1 0,-2-1,1 0,-1-2,-17 6,17-7,-138 46,87-32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7:14.1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254 0,'-1'9,"-38"184,-9-2,-19 33,56-198,11-26,0 0,0 0,0-1,0 1,0 0,0-1,0 1,0 0,0 0,0-1,0 1,0 0,0 0,-1-1,1 1,0 0,0 0,0-1,0 1,-1 0,1 0,0 0,0 0,-1-1,1 1,0 0,0 0,-1 0,1 0,0 0,0 0,-1 0,1-1,0 1,0 0,-1 0,1 0,0 0,-1 0,1 0,0 0,0 0,-1 1,1-1,0 0,0 0,-1 0,1 0,0 0,-1 0,2-26,1 0,1 0,2 1,6-25,-6 27,13-51,4 0,3 1,3 2,5-6,4 20,-36 57,0 0,-1-1,1 1,0 0,0-1,0 1,0 0,0 0,0 0,0 0,0 0,0 0,0 0,0 0,0 0,0 1,0-1,0 0,0 0,-1 1,1-1,0 1,0-1,0 1,0-1,-1 1,1 0,0-1,-1 1,1 0,0-1,-1 1,1 0,-1 0,1 0,-1-1,1 1,-1 0,0 0,1 1,54 139,-31-71,-3 1,-3 1,-3 0,-4 1,-2 1,-3 13,-6-51</inkml:trace>
  <inkml:trace contextRef="#ctx0" brushRef="#br0" timeOffset="697.714">1 455,'303'-79,"330"-78,-661 182,22-17,-1-1,1 1,1 1,-1-1,1 1,1-1,0 1,0 1,1-1,0 0,0 1,1 0,1 0,-1 3,0 143,3-132,6 118,-4-121,4-36,31-457,-25 422,-12 49,0 1,-1 0,1-1,-1 1,1-1,0 1,-1 0,1 0,0 0,0-1,-1 1,1 0,0 0,-1 0,1 0,0 0,0 0,-1 0,1 0,0 0,0 1,-1-1,1 0,0 0,-1 1,1-1,0 0,-1 1,1-1,-1 1,1-1,-1 0,1 1,0-1,-1 1,0 0,1-1,-1 1,1-1,-1 1,0 0,82 106,-69-89,16 22,1 0,2-2,1-2,2 0,2-3,13 8,14-7,-62-33,-1-1,1 1,0-1,-1 1,1-1,0 0,-1 1,1-1,0 0,0 0,-1 0,1-1,0 1,0 0,-1-1,1 1,0-1,-1 1,1-1,-1 0,1 0,-1 1,1-1,-1 0,1-1,-1 1,0 0,0 0,1 0,-1-1,0 1,0-1,0 1,-1-1,1 1,0-1,0 1,-1-2,4-14,-1-1,-1 0,0 1,-1-1,-1 0,-1 0,-1 0,0 0,1 6,-23-243,24 249,-1 0,1 0,0 0,1 0,0 0,0 0,0 0,0 0,1 0,0 0,0 1,1-1,0 1,0-1,0 1,0 0,1 0,0 1,0-1,0 1,1-1,-1 2,1-1,0 0,0 1,4-2,24-8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7:27.2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0 283,'16'-5,"19"-1,19-2,17 0,9 2,6 1,-2 3,-7 5,-13 7,-17 6,-16 5,-14-1</inkml:trace>
  <inkml:trace contextRef="#ctx0" brushRef="#br0" timeOffset="248.894">187 483,'18'2,"20"1,17 0,13-1,10 0,6-1,3-5,-14-2</inkml:trace>
  <inkml:trace contextRef="#ctx0" brushRef="#br0" timeOffset="501.162">869 28,'-90'-28,"104"44,231 103,-216-106,0 1,-1 2,0 0,-1 2,-1 1,-1 2,-1 0,-1 1,0 2,-2 0,-1 1,2 6,-18-24,0 1,-1 0,0 0,0 0,-1 0,0 0,0 0,-1 1,-1-1,1 1,-1-1,0 1,-1-1,0 1,-1-1,1 0,-1 0,-1 1,0-1,0-1,-1 1,1 0,-2-1,1 0,-1 0,0 0,0-1,-2 2,-21 19,-1-1,-1-1,-2-1,0-2,-1-2,-2 0,0-3,0-1,-23 7,2-2,13-7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7:17.72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0 508,'40'-7,"112"31,122-11,28-14,-163 0,80-5,-217 6,-1 0,-1 0,1-1,-1 1,1 0,0 0,-1-1,1 1,0 0,-1 0,1 0,0 0,-1 0,1 0,-1 0,1 0,0 0,-1 1,1-1,0 0,-1 0,1 0,-1 1,1-1,0 0,-1 1,1-1,-1 1,1-1,-1 0,1 1,-1-1,0 1,1-1,-1 1,0-1,1 1,-1 0,0-1,1 1,-1 0,-1 6</inkml:trace>
  <inkml:trace contextRef="#ctx0" brushRef="#br0" timeOffset="1117.269">0 1431,'9'2,"13"1,13 0,16-1,21-3,21-3,17-3,12-2,7 3,-4 3,-6 5,-13 4,-17 1,-19 2,-20-1,-17-1</inkml:trace>
  <inkml:trace contextRef="#ctx0" brushRef="#br0" timeOffset="1549.298">1217 53,'2'70,"2"-1,4 1,12 45,20 99,-11 1,0 139,-27 220,-2-549</inkml:trace>
  <inkml:trace contextRef="#ctx0" brushRef="#br0" timeOffset="2142.416">1191 14,'129'-10,"1"6,49 8,-107-2,1 4,-1 2,0 4,-1 3,0 3,-2 3,0 3,19 12,-66-26,-1 1,0 2,-1 0,0 1,-1 0,0 2,-2 0,0 2,0 0,-2 0,0 1,-1 1,-1 1,-1 0,-1 0,-1 1,-1 1,3 12,0 25,-2 0,-3 0,-2 1,-4 0,-2-1,-2 1,-3 0,-3-1,-3 0,-2-1,-5 9,4-16,-2 0,-2-1,-3-1,-2-1,-2-1,-2-1,-2-1,-13 12,23-33,-1 0,-1-2,-1-1,-2-1,0 0,-1-2,0-1,-2-2,0 0,-1-2,0-1,-1-1,-1-2,-22 5,12-8,1-1,-2-2,1-2,0-2,0-2,-6-2,47 4,1 0,-1 0,0 0,0-1,-1 1,1 0,0 0,0 0,0-1,0 1,0 0,0 0,0 0,0-1,0 1,0 0,0 0,0 0,-1 0,1-1,0 1,0 0,0 0,0 0,-1 0,1 0,0 0,0 0,0-1,0 1,-1 0,1 0,0 0,0 0,12-4</inkml:trace>
  <inkml:trace contextRef="#ctx0" brushRef="#br0" timeOffset="2679.653">2728 709,'-9'13,"1"0,0 0,1 1,0 0,2 0,-1 1,2-1,0 1,1 0,0 1,1-1,1 0,0 1,1-1,1 0,0 1,2-1,-1 0,2 0,0 0,0 0,2-1,5 11,-4-12,2 0,0-1,0 1,1-2,0 0,1 0,1-1,0 0,0-1,0 0,6 2,-12-7,1-1,-1 0,0 0,1 0,-1-1,1 0,0 0,0-1,0 0,0 0,0 0,0-1,0 0,0-1,0 1,0-1,0-1,0 1,0-1,-1 0,1-1,-1 0,1 0,-1 0,3-3,0-1,-1 0,-1 0,1-1,-1 0,-1 0,1 0,-2-1,1 0,-1 0,0-1,-1 0,0 1,-1-2,0 1,0 0,-1 0,0-1,-1 1,0-9,0-1,-2 0,0 0,-1 0,0 0,-2 1,0-1,-2 1,0 0,-1 0,-2-1,7 11,-2 1,1 0,-1 0,0 1,-1-1,0 1,0 0,0 0,-1 1,0-1,0 1,-1 0,0 1,0 0,0 0,-1 0,1 1,-1 0,0 1,0 0,-1 0,1 0,0 1,-1 1,0-1,1 1,-1 1,0 0,0 0,1 0,-1 1,0 1,-1 0,-2 4,-1 1,1 0,0 1,0 0,1 1,0 0,1 1,0 0,1 0,0 1,0 1,1 0,1 0,0 0,0 1,2 0,-1 0,2 0,-1 1,2 0,0 0,1 0,0 5,-1 40</inkml:trace>
  <inkml:trace contextRef="#ctx0" brushRef="#br0" timeOffset="3234.468">3169 963,'409'-25,"-263"12,817-54,-800 48,-154 15,-14 4,-16 2,-8 3</inkml:trace>
  <inkml:trace contextRef="#ctx0" brushRef="#br0" timeOffset="8085.752">5000 482,'0'-8,"0"0,-1 1,0-1,-1 1,1-1,-1 1,-1-1,0 1,0 0,0 0,-1 0,0 1,0-1,-6-40,62 298,18 22,-50-197,-11-44,-1 0,-1 1,-2 0,-1 0,-2 1,-1 26,-5-148,-7-45,-6 0,-7 2,-5-2,-20-109,48 238,2 4,-1 0,1 0,-1 0,0 0,1 0,-1 0,1 0,-1 0,1 0,-1 0,1 0,-1 0,0 0,1 0,-1 0,1 0,-1 0,1-1,-1 1,0 0,1 0,-1-1,1 1,-1 0,0 0,1-1,-1 1,0 0,0-1,1 1,-1 0,0-1,0 1,1-1,-1 1,0 0,0-1,0 1,0-1,0 1,0-1,0 1,1-1,-1 1,0 0,-1-1,1 1,0-1,0 1,0-1,0 1,0 0,0-1,0 1,-1-1,1 1,0 0,0-1,-1 1,1-1,0 1,-1 0,1-1,0 1,-1 0,138 100,17-26,-112-56,-1 1,-1 2,-1 1,0 3,-2 1,9 10,-16-9,-2 2,-1 0,-1 2,-2 2,-1 0,-1 1,-1 4,-20-36,-1-1,0 1,1 0,-1 0,0-1,0 1,0 0,0-1,0 1,-1 0,1 0,0-1,-1 1,1 0,-1-1,0 1,0-1,1 1,-1-1,0 1,0-1,0 0,-1 1,1-1,0 0,0 0,-1 0,1 0,0 0,-1 0,1 0,-1 0,0-1,1 1,-1-1,0 1,1-1,-1 1,0-1,1 0,-1 0,0 0,1 0,-1 0,-1 0,-6 3,-574 212,441-162,142-53,0-1,0 1,0 0,1 0,-1 0,0 0,0 0,1 0,-1 0,0 0,0 0,1 0,-1 0,0 0,0 0,0 0,1 0,-1 0,0 1,0-1,0 0,1 0,-1 0,0 0,0 0,0 0,1 0,-1 1,0-1,0 0,0 0,0 0,0 1,1-1,-1 0,0 0,0 0,0 1,0-1,0 0,0 0,0 0,0 1,0-1,0 0,0 0,0 1,0-1,0 0,0 0,0 0,0 1,0-1,0 0,54-11,-22 2</inkml:trace>
  <inkml:trace contextRef="#ctx0" brushRef="#br0" timeOffset="8520.987">5910 749,'-6'3,"0"0,1 1,0 0,-1 0,1 0,1 1,-1-1,1 1,0 0,0 1,0-1,1 1,-1 0,2-1,-1 1,0 1,1-1,0 0,1 0,0 1,0-1,0 1,0-1,1 1,0 0,1 4,0-1,0 0,1-1,0 1,0-1,1 0,0 0,1 0,0 0,0 0,1-1,0 0,1 0,-1 0,2-1,-1 0,1 0,0 0,0-1,0-1,-1-1,1 0,0 0,0 0,0-1,1 0,-1-1,1 0,0 0,0 0,-1-1,1 0,0-1,0 1,0-2,0 1,0-1,0 0,-1-1,1 0,0 0,-1-1,1 1,-1-2,0 1,0-1,2-2,3-1,1-2,-2 0,1 0,-1-1,-1-1,0 1,0-2,-1 1,-1-1,0-1,-1 0,0 0,0 0,0-6,-3 10,-1 0,0 0,-1 0,0 0,0-1,-1 1,0 0,0-1,-2 1,1 0,-1-1,0 1,-1 0,0-1,0 1,-1 0,0 1,-1-1,0 0,0 1,-1 0,0 0,0 0,-1 1,0 0,-1 0,1 0,-1 1,0 0,-1 0,0 1,0-1,0 2,0-1,-1 2,1-1,-10-2,8 4,0 1,0 1,0-1,0 2,0-1,0 1,0 1,0 0,0 0,0 1,1 1,-1-1,1 1,-3 2,6-3,1 0,-1 0,1 1,-1 0,1 0,0 0,1 1,-1-1,1 1,0 0,0 0,0 1,1-1,0 1,0 0,0 0,1 0,0 0,0 0,1 0,-1 1,1 4,1-6,0-1,1 1,0-1,0 1,0 0,1-1,-1 0,1 1,0-1,1 0,-1 0,1 0,-1 0,1 0,0-1,1 1,-1-1,0 0,1 0,0 0,0-1,0 1,0-1,0 0,0 0,4 1,36 15</inkml:trace>
  <inkml:trace contextRef="#ctx0" brushRef="#br0" timeOffset="8831.032">6430 815,'14'0,"18"0,22-2,21-3,20-3,13-3,7 1,0 0,-6 2,-15 1,-19 3,-18 2,-20-1,-21-1,-14 2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7:28.47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0 997,'16'0,"21"0,25-2,26-1,22 0,16 0,11 2,-1-1,-7 2,-15 0,-17 0,-20 0,-22 0,-19-2,-17-1</inkml:trace>
  <inkml:trace contextRef="#ctx0" brushRef="#br0" timeOffset="514.515">254 1839,'-12'-2,"2"-1,10 0,23 1,24 0,30 1,26 1,21-1,13 1,0 1,-9-1,-17 0,-21 2,-23 1,-23 2,-17 1,-11-4,-8-2</inkml:trace>
  <inkml:trace contextRef="#ctx0" brushRef="#br0" timeOffset="1017.449">1176 356,'50'131,"-18"-30,-4 1,-6 2,-3 0,-6 1,1 95,-13 126,-19 79,17-391,-3 57,-2-7,4-1,2 1,3-1,7 41,-2-74,-8-30,0 0,0 0,0-1,0 1,1 0,-1 0,0 0,0-1,0 1,0 0,0 0,1 0,-1 0,0-1,0 1,0 0,0 0,1 0,-1 0,0 0,0 0,0 0,1-1,-1 1,0 0,0 0,1 0,-1 0,0 0,-2-19</inkml:trace>
  <inkml:trace contextRef="#ctx0" brushRef="#br0" timeOffset="1579.066">1176 408,'-1'-4,"0"0,0 0,0 0,0-1,1 1,-1 0,1 0,0-1,0 1,1 0,0-1,-1 1,1 0,1 0,-1 0,0 0,1 0,0 0,0 0,0 0,1 1,-1-1,1 1,0 0,0 0,0 0,1-1,10-2,0 0,0 1,1 0,-1 1,1 1,1 0,-1 2,0-1,0 2,13 0,-18 0,66 1,-1 4,0 3,-1 3,0 4,-1 2,-1 4,0 3,-2 3,-1 3,-2 3,-1 3,45 34,-63-38,-1 2,-2 1,-2 3,-2 2,-1 2,20 28,-41-45,-1 0,-1 1,-2 1,0 1,-2 0,-2 1,0 0,-2 0,-1 1,-1 1,-1-1,-2 1,-2 1,-2 3,-1 0,-2 1,-1-1,-2 0,-2-1,-1 0,-2 0,-1 0,-1-2,-2 0,-9 14,-12 15,-3-1,-2-2,-3-2,-2-2,-14 10,-32 27,-4-4,-4-4,-4-5,-2-4,-55 25,145-90,-10 7,-1-1,0-2,-1 0,0-2,-19 5,46-16,0 1,0-1,0 0,0 1,0-1,0 0,0 0,0 0,0 1,0-1,0 0,0 0,0-1,0 1,0 0,0 0,0 0,0-1,0 1,0 0,0-1,1 1,-1-1,0 1,0-1,0 1,0-1,1 0,-1 0,0 1,1-1,-1 0,1 0,-1 1,1-1,-1 0,1 0,-1 0,1 0,0 0,-1 0,1 0,0 0,0 0,0 0,0 0,0 0,0 0,0 0,0 0,0 0,0 0,1 0,-1 0,0 0,1 0,-1 1,1-1,0-1,7-19,3 0</inkml:trace>
  <inkml:trace contextRef="#ctx0" brushRef="#br0" timeOffset="2256.976">3048 1238,'-5'-2,"0"0,0 1,0-1,0 1,-1 0,1 0,0 1,0 0,-1 0,1 0,0 0,0 1,-1 0,1 0,0 1,0-1,0 1,0 0,1 0,-1 1,0-1,1 1,0 0,-1 0,1 1,0-1,1 1,-1 0,0 1,0 3,1-1,0 1,0-1,1 1,0 0,1 0,-1 0,1 0,1 0,0 0,0 0,0 0,1 0,1 0,-1 0,1 0,0 0,1-1,0 1,0-1,1 1,0-1,-1-3,0-1,0 0,0 0,0 0,1-1,-1 1,1-1,-1 0,1 1,0-2,0 1,0 0,0-1,0 0,1 0,-1 0,0 0,0-1,1 0,-1 0,0 0,1 0,-1-1,2 0,4-1,0 0,0-1,-1 0,1 0,-1-1,0 0,0-1,0 0,-1-1,1 0,-1 1,0-1,0 0,-1 0,0-1,0 0,0-1,-1 1,0-1,-1 0,1-1,-2 1,1-1,-1 0,0 0,-1 0,0-1,-1 1,0-1,0 0,-1 0,0 1,-1-1,0 0,-1 0,0 0,0 1,-1-1,0 0,-1 1,0-1,0 1,-5-7,4 11,0 0,-1 0,0 0,0 1,0 0,0 0,-1 0,1 1,-1-1,0 1,0 1,0-1,0 1,-1 0,1 1,-1-1,1 1,-1 0,1 1,-1 0,0 0,1 0,-1 1,1 0,-1 0,1 1,-1 0,1 0,0 0,0 1,0 0,0 0,0 0,1 1,-1 0,1 0,0 0,0 1,1-1,-1 1,1 1,0-1,0 2,2-4,1 0,-1 0,1 0,0 1,1-1,-1 1,0-1,1 0,0 1,0-1,0 1,0-1,0 1,1-1,0 0,-1 1,1-1,1 0,-1 1,0-1,1 0,-1 0,1 0,0 0,0 0,0-1,1 1,-1-1,1 1,-1-1,1 0,0 0,-1 0,1 0,0 0,1-1,-1 0,0 1,0-1,1 0,0 0,39 15</inkml:trace>
  <inkml:trace contextRef="#ctx0" brushRef="#br0" timeOffset="2524.315">3436 1291,'25'-2,"24"-1,24 0,21-2,14-2,7 0,0 2,-9 0,-14 3,-20 0,-23 2,-23 0,-16 0</inkml:trace>
  <inkml:trace contextRef="#ctx0" brushRef="#br0" timeOffset="2962.601">4291 783,'-10'69,"10"-52,1 150,20 135,-17-253,2 0,2 0,2-1,2-1,2 0,2 0,3-2,1 0,10 14,-27-54,0 0,0 0,1 0,0 0,0 0,0-1,0 0,1 0,-1 0,1 0,0-1,0 0,1 0,-1 0,1-1,-1 0,1 0,0 0,2 0,19 0,1-1,-1-1,0-1,1-2,22-5,-12 3,571-72,-572 72,-24-3,-31-3,-8 0,-2-2</inkml:trace>
  <inkml:trace contextRef="#ctx0" brushRef="#br0" timeOffset="3330.89">4331 582,'-13'-7,"-1"-2,12 3,22 2,25 5,26 3,24 2,18 2,13-1,2-1,-3-1,-15 0,-21-1,-33 0,-34-2,-22-1</inkml:trace>
  <inkml:trace contextRef="#ctx0" brushRef="#br0" timeOffset="3897.498">3475 1238,'-13'0,"-10"2,-5 1,-2 2,1 0,4 2,4-1,5-1</inkml:trace>
  <inkml:trace contextRef="#ctx0" brushRef="#br0" timeOffset="4694.039">5173 34,'5'-2,"4"-3,-1 0,1 1,1 0,-1 1,1 0,-1 1,1-1,7 1,-15 3,0 0,0 0,0 0,0 1,0-1,0 1,0-1,0 1,-1 0,1 0,-1-1,1 1,-1 0,0 0,0 1,0-1,0 0,0 0,0 0,-1 1,1-1,-1 0,0 1,1-1,-1 0,0 1,0-1,-1 1,1-1,0 0,-1 1,1-1,-1 0,0 1,1 8,8 262,18 53,-12-170,41 917,-55-1070,2 45,-3 0,-1 0,-3-1,-1 1,-3-1,-5 11,10-43,11-31,4-12,0-3</inkml:trace>
  <inkml:trace contextRef="#ctx0" brushRef="#br0" timeOffset="5330.347">5320 101,'77'-6,"-1"4,1 3,-1 4,1 3,-2 3,0 3,0 4,-1 3,-2 3,0 3,-2 3,-1 4,-1 2,-3 3,47 37,-80-52,0 1,-2 1,0 2,-2 1,-2 1,0 2,-2 0,-2 1,-1 2,-1 0,-2 1,-2 1,-1 0,-2 1,-2 1,4 24,-10-22,-2 0,-2 0,-1 0,-2 0,-2 0,-2 0,-2 0,-1-1,-2-1,-2 0,-1 0,-3-1,0-1,-3-1,-1 0,-1-2,-2 0,-2-2,0-1,-16 13,-11 8,-3-2,-2-2,-2-3,-2-3,-2-2,-1-4,-2-2,-1-3,-2-3,-18 3,53-20,0-1,0-2,-1-2,0-1,-3-1,4-5,35 1,-1 0,1 0,-1 0,1 0,0 0,-1 0,1 0,-1 0,1 0,-1 0,1 0,-1 0,1 0,-1 0,1 0,0-1,-1 1,1 0,-1 0,1 0,0-1,-1 1,1 0,0-1,-1 1,1 0,0-1,-1 1,1 0,0-1,0 1,-1-1,1 1,0-1,0 1,0 0,0-1,-1 1,1-1,0 1,0-1,0 1,0-1,0 1,0-1,0 1,1 0,-1-1,0 1,0-1,0 1,0-1,0 1,1-1,-1 1,0 0,0-1,1 1,-1 0,0-1,1 1,-1 0,0-1,1 1,-1 0,14-14</inkml:trace>
  <inkml:trace contextRef="#ctx0" brushRef="#br0" timeOffset="6124.269">6978 983,'-6'9,"0"0,1-1,0 2,1-1,0 1,0-1,1 1,1 0,-1 0,2 1,-1-1,1 0,1 8,-1-9,0 1,1 0,0-1,1 1,0-1,0 1,1-1,0 0,1 1,0-1,0 0,1 0,0-1,1 1,-1-1,2 0,-1 0,1-1,1 0,-1 0,1 0,0-1,1 0,-1 0,8 4,-4-5,0 0,0-1,1 0,0-1,0 0,0-1,0 0,0-1,1 0,-1-1,0-1,0 0,1 0,-1-1,0-1,0 0,-1 0,1-2,-3 2,-1-1,1 0,-1 0,0-1,-1 0,1 0,-1-1,0 0,0 0,-1-1,0 0,0 0,0 0,-1-1,0 0,-1 0,0 0,0 0,0-1,-1 1,-1-1,1 0,-1 0,-1-3,0 0,0-1,-1 0,0 0,-1 1,-1-1,0 0,-1 1,0 0,-1-1,0 1,-1 1,0-1,-1 1,-1 0,0 0,0 0,-1 1,0 0,0 1,-1 0,-1 0,1 1,-2 0,1 1,-1 0,0 0,0 1,-1 1,1 0,-1 1,-1 0,1 0,0 2,-1-1,0 2,1-1,-9 2,14 0,0 1,1 0,-1 1,1 0,-1 0,1 0,0 1,-1 0,1 0,1 0,-1 1,0 0,1 0,0 0,0 1,0 0,1 0,-1 0,1 0,0 1,1 0,-1 0,1 0,1 0,-1 0,1 0,0 1,0-1,1 1,-1 0,2-1,-1 1,1 0,0 0,0 0,1-1,0 1,1 5,23 40,8-8</inkml:trace>
  <inkml:trace contextRef="#ctx0" brushRef="#br0" timeOffset="6583.489">7499 1037,'79'-10,"232"-6,25 14,-183 3,119-1,753-15,-858 2,-248 55,25-21,39-17</inkml:trace>
  <inkml:trace contextRef="#ctx0" brushRef="#br0" timeOffset="7535.281">1751 2575,'-13'0,"-10"0,-5 2,-3 1,-2 0,0 1,-4 3,-3 0,0 1,1-1,5-1,9 0,12-1,14-1,13-1,4-1</inkml:trace>
  <inkml:trace contextRef="#ctx0" brushRef="#br0" timeOffset="7761.674">1404 2200,'4'20,"2"21,0 19,1 13,1 8,2 1,0-1,-3-15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7:37.3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34,'2'15,"1"18,2 13,3 11,2 5,4-2,2-6,4-12,7-16,7-21,10-21,5-19,7-14,3-14,0-6,-3-3,-5 1,-10 13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7:45.08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150 216,'-24'56,"3"1,2 1,-9 49,24-89,0 1,2-1,0 1,1 0,1 17,0-32,0 1,1-1,0 1,-1-1,2 1,-1-1,0 0,1 1,0-1,0 0,0 0,0 0,1-1,0 1,0 0,0-1,0 0,0 1,0-2,1 1,0 0,-1 0,1-1,0 0,0 0,1 0,0 0,3 0,0 0,1-1,-1 1,0-2,1 1,-1-1,1-1,-1 1,1-1,-1-1,0 0,1 0,-1 0,0-1,0 0,-1-1,1 0,-1 0,3-3,3-1,-1-1,0 0,0-1,-1-1,-1 0,0 0,0-1,-1 0,-1-1,5-7,-6 6,-1-1,0 1,-1-1,-1 0,0 0,-1 0,-1-1,0 1,-1-1,-1 1,0-1,-1 1,-1-1,0 1,-4-15,3 19,-1 0,1 0,-2 1,1-1,-1 1,-1 0,0 0,0 1,-1 0,-1 0,1 1,-1-1,0 2,-1-1,0 1,0 1,-1-1,0 1,0 1,0 0,0 1,-2 0,5 1,-1 1,0 1,0 0,0 0,-1 0,1 1,0 1,0-1,0 1,0 0,0 1,0 0,0 0,1 1,-1 0,1 0,-1 1,1 0,0 0,1 1,-1 0,1 0,0 0,0 1,0 0,1 0,0 0,0 1,-2 3,2-1,-1-1,1 1,0-1,1 1,0 1,1-1,0 1,0-1,1 1,0 0,1 0,0 0,0 0,1 0,1 0,0 0,0 0,0-1,2 1,-1 0,1-1,0 1,1-1,1 1,34 40,5-11</inkml:trace>
  <inkml:trace contextRef="#ctx0" brushRef="#br0" timeOffset="525.564">818 56,'-14'23,"1"0,1 1,1 0,2 1,0 0,2 0,0 1,2 0,-1 14,-7 40,3 1,4 0,4 58,2-139,1 0,-1 0,0 0,0 0,1 0,-1 0,0 0,45-549,-43 528,-2 13,0 0,1-1,0 1,0-1,1 1,0 0,0 0,1 0,0 0,1 1,-1-1,1 1,3-3,-6 8,1 1,0 0,0-1,-1 1,1 0,0 0,0 0,0 1,0-1,0 0,0 1,1-1,-1 1,0 0,0 0,0 0,0 0,1 0,-1 0,0 0,0 1,0-1,0 1,0 0,0-1,0 1,0 0,1 1,56 35,-51-32,-3-1,22 14,-1 2,0 0,-2 2,0 0,-2 2,0 1,-2 1,-18-23,1 0,-1 0,0 0,-1 0,1 1,0-1,-1 1,0-1,0 1,0 0,0-1,-1 1,0 0,1 0,-1-1,-1 1,1 0,0 0,-1-1,0 1,0 0,0-1,0 1,0-1,-1 1,0-1,0 1,0-1,0 0,0 0,0 0,-1 0,0-1,1 1,-1-1,0 1,-3 0,-10 7,0-2,-1 0,0-1,-1 0,0-1,0-2,0 0,0 0,-1-2,1 0,-1-1,0-1,-32 4,46-3,4-2,0 1,0-1,0 1,-1 0,1 0,0-1,0 1,0 0,0 0,0 0,0 0,-1 1,1-1,0 0,0 0,0 1,0-1,0 0,0 1,0-1,0 1,0-1,0 1,0 0,0 0,0-1,1 1,-1 0,0 0,0 0,1 0,-1 0,0 0,1 0,-1 0,1 0,0 0,-1 0,1 0,0 0,-1 0,1 0,0 0,0 0,0 1,0-1,7 8,-1-1,1 0,1 0,-1-1,2 0,-1 0,1-1,-1 0,10 4,-6-2,29 17,1-1,1-2,0-3,2-1,0-2,1-2,9 0,6-2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7:44.16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268 445,'8'23,"-7"-35,-2 4,-1-1,-1 1,1 0,-2-1,1 1,-1 1,0-1,0 1,-1-1,0 1,-1 0,1 1,-1 0,-3-3,6 6,0 0,-1 1,1-1,0 1,-1-1,0 1,1 0,-1 0,0 1,0-1,0 1,0 0,0 0,0 0,0 1,-1-1,1 1,0 0,0 0,0 1,-1-1,1 1,0 0,0 0,0 0,0 1,0-1,0 1,1 0,-3 2,-3 4,0 1,1 0,1 0,0 0,0 1,1 1,0-1,0 1,1 0,1 0,0 0,1 1,0-1,0 1,1 0,1 0,0 0,1 0,0 0,0 0,2 4,-2-5,1-1,1 1,-1 0,2-1,-1 1,1-1,1 0,0 0,0 0,1-1,1 1,-1-1,1 0,1-1,0 1,0-1,0-1,1 1,0-1,1-1,0 1,0-1,0-1,0 0,7 2,-1-3,1-1,0 0,0-2,0 0,0 0,0-2,0 0,0-1,-1 0,1-1,0-1,-1-1,0 0,0-1,0 0,-1-1,0-1,0 0,-1-1,0-1,-1 0,4-4,27-23</inkml:trace>
  <inkml:trace contextRef="#ctx0" brushRef="#br0" timeOffset="262.014">655 3,'3'-2,"7"8,11 17,11 20,7 19,1 19,-3 17,-11 13,-19 14,-26 11,-30 9,-31 2,0-23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7:55.8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1,'21'0,"15"0,14 0,9 0,6 0,-1 0,-7 4,-13 3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7:56.0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0,'12'12,"17"3,17-1,17-4,16-10,-6-4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7:57.43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68,'28'-9,"26"-5,28-1,22 3,13 3,9 3,-19 3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7:58.4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1,'3'2,"2"3,3 3,5 3,5-1,-1-2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7:59.0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0,'3'11,"-1"-1,1 0,1 0,-1 0,2 0,0 0,0-1,0 0,1 0,1 0,-1-1,1 0,1 0,0-1,8 7,-11-10,0 0,1-1,0 1,-1-1,1 0,1-1,-1 1,0-1,0 0,1-1,-1 0,1 0,0 0,-1-1,1 0,-1 0,1 0,0-1,-1 0,1 0,-1-1,0 0,1 0,-1-1,6-2,-4 0,1-1,-1 0,0 0,0-1,-1 0,0 0,0 0,0-1,-1 0,-1-1,1 1,-1-1,-1 0,1 0,-2-1,1 1,-1-1,1-6,-9 6,-7 32,-1 23,2 0,2 1,2 0,2 0,1 12,3-40,-11 167,8-78,-5 0,-4 0,-6-1,-18 57,37-161,-3 10,0-1,0 1,-1-1,-1 0,0 0,0-1,-1 1,0-1,-1-1,0 1,-1-1,0 0,0-1,7-7,0 0,-1 0,1 0,0 0,0 0,0-1,-1 1,1-1,0 1,-1-1,1 1,-1-1,1 0,-1 1,1-1,0 0,-1 0,1 0,-1 0,1-1,-1 1,1 0,0-1,-1 1,1 0,-1-1,1 0,0 1,0-1,-1 0,1 0,0 1,0-1,0 0,0 0,0 0,0-1,0 1,0 0,0 0,1 0,-1-1,0 1,1 0,-21-66,15 34,2-2,2 1,1 0,1-1,2 1,1 0,2 0,2 0,1 1,1 0,3-4,-7 27,1 0,0 0,0 0,1 1,0 0,1 0,0 0,0 1,0 1,1-1,1 1,-1 1,1 0,0 0,1 1,-1 0,1 1,0 0,0 1,0 0,10-1,9-3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7:59.27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39,'25'-5,"24"-1,24 0,21 2,16-2,8 1,-2 1,-22 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8:00.22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8,'572'-4,"450"5,-855 4,550 0,-646-12,-63 3,-10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7:56.9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47,'25'-9,"0"0,1 2,0 1,0 1,0 1,1 1,-1 1,13 2,-30-1,0 1,0-1,0 1,0 1,-1 0,1 0,0 1,-1 0,1 1,-1 0,1 0,-1 0,0 1,-1 0,1 1,-1 0,1 0,-2 1,1 0,-1 0,1 0,-2 1,5 6,-5-1,-1 1,-1 0,-1 0,1 0,-2 0,0 0,-1 0,0 0,-1 1,0-1,-1 0,0 0,-2 0,1-1,-1 1,-1-1,0 0,-1 0,-5 8,-4 17,15-37,0 0,0 0,1 0,-1 0,0 0,0 0,1 0,-1 1,0-1,0 0,0 0,1 0,-1 0,0 0,0 0,0 1,0-1,1 0,-1 0,0 0,0 1,0-1,0 0,0 0,1 0,-1 1,0-1,0 0,0 0,0 0,0 1,0-1,0 0,0 0,0 1,0-1,0 0,0 0,0 1,0-1,0 0,0 0,0 1,-1-1,1 0,0 0,0 0,0 1,0-1,18-17,16-20,-2-2,-1-2,-2 0,-2-2,-1-1,10-28,-49 101,1 2,2 0,1 0,2 1,0 0,3 0,0 0,2 1,2-1,1 18,-1-45,1 0,-1 1,1-1,0 0,0 0,0 0,0 0,1 0,0-1,0 1,1 0,-1-1,1 1,0-1,0 0,0 0,1 0,-1-1,1 1,0-1,0 0,0 0,1 0,-1 0,1-1,-1 0,1 0,0 0,0 0,0-1,0 0,0 0,0 0,3 0,8-4</inkml:trace>
  <inkml:trace contextRef="#ctx0" brushRef="#br0" timeOffset="247.718">228 301,'2'-2,"12"-1,18 0,19-2,16 1,11-2,6 0,0 1,-5-1,-10 1,-16 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7:54.75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1 228,'23'2,"18"1,16 0,11-1,1 0,-1-1,-12-1</inkml:trace>
  <inkml:trace contextRef="#ctx0" brushRef="#br0" timeOffset="223.858">227 27,'-11'16,"-6"14,-1 14,4 10,3 10,7 6,5 1,8-1,7-6,5-10,-1-13</inkml:trace>
  <inkml:trace contextRef="#ctx0" brushRef="#br0" timeOffset="777.045">615 1,'-1'16,"1"1,0-1,1 1,1-1,1 0,0 1,1-1,1 0,0-1,1 1,1 0,-4-9,1 0,-1 0,1 0,1 0,-1-1,1 0,0 0,1 0,-1 0,1-1,1 0,-1 0,0-1,1 1,0-2,0 1,0-1,1 0,-1 0,1-1,-1 0,1 0,5 0,-6-2,0 0,-1 0,1-1,0 0,-1 0,1 0,-1-1,1 0,-1 0,0-1,0 0,0 0,0 0,0-1,-1 0,1 0,-1 0,0 0,0-1,-1 0,1 0,-1-1,0 1,-1-1,1 0,0-2,4-9,-1 1,0-1,-1 0,-1-1,-1 0,0 1,-1-1,-1 0,-1-4,-1-2,-4 17,-1 20,-5 24,3 1,1 0,2 0,1 0,3 4,-2-18,3 525,3-333,-4-210,1 24,-1 1,-1 0,-2 0,-1 0,-1-1,-3 6,8-33,0 0,-1 0,1 0,-1 0,0-1,0 1,0 0,0-1,0 1,0-1,-1 1,0-1,1 1,-1-1,0 0,0 0,0 0,0 0,0 0,0-1,-1 1,1 0,-1-1,1 0,-1 0,0 0,1 0,-1 0,0 0,0-1,1 1,-1-1,0 0,0 1,0-1,0-1,0 1,-6-5,0 0,0 0,1-1,-1-1,1 1,1-1,-1-1,1 1,0-1,1 0,0-1,0 0,-2-6,0 3,-31-47,4-2,2-2,3-1,-12-39,40 98,0 2,0-1,0 1,0-1,1 0,0 1,-1-1,1 0,0 0,1 1,-1-1,1 0,0 0,0 0,0 0,0 0,1 0,-1 0,1 0,0 1,0-1,1 0,-1 0,1 1,-1-1,1 1,0 0,1-1,2-2,5 0,0 0,0 1,1 0,0 0,0 1,1 1,-1 0,12-2,-20 5,70-15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7:54.42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2 241,'-1'-7,"1"0,0 1,0-1,1 0,0 1,0-1,0 0,1 1,0 0,0-1,1 1,0 0,0 0,0 0,1 0,0 1,0 0,0-1,1 2,0-1,1-1,7-6,1 1,1 1,-1 0,2 1,-1 0,1 2,9-4,-11 5,0 1,0 1,1 0,0 1,-1 1,1 0,0 1,0 1,0 0,7 1,-16 0,0 0,0 0,0 1,0-1,0 1,0 1,0-1,-1 1,1 0,-1 0,0 0,0 1,0 0,-1 0,1 0,-1 1,0 0,0-1,0 1,-1 1,0-1,0 0,0 1,-1 0,1-1,0 4,0 6,0-1,-1 1,0-1,-1 1,-1 0,0 0,-1-1,0 1,-1 0,-1-1,-4 13,-62 150,36-112,52-113,147-313,-156 343,-31 182,19-145,-1 11,0 0,2 1,1-1,2 1,1-1,1 0,1 0,6 13,-10-38,0-1,0 0,1 0,0 1,0-1,0 0,0 0,1-1,-1 1,1 0,0-1,0 0,0 1,1-1,-1-1,1 1,0 0,0-1,0 0,0 0,0 0,0 0,0-1,1 1,-1-1,0 0,1-1,-1 1,1-1,-1 0,1 0,0 0,-1 0,3-1,14-8</inkml:trace>
  <inkml:trace contextRef="#ctx0" brushRef="#br0" timeOffset="173">310 361,'-2'-2,"10"-1,17-2,21-3,19 1,11-2,7 1,-11 3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8:04.8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1110 920,'199'-10,"786"-21,-819 21,-164 10,-1 0,0 0,1 0,-1 0,0 0,1 0,-1-1,0 1,0 0,1-1,-1 1,0-1,0 1,0-1,1 0,-1 1,0-1,0 0,0 0,0 0,0 0,0 0,-1 0,1 0,0 0,0 0,-1-1,1 1,-1 0,1 0,-1 0,1-1,-1 1,0 0,0-1,1 0,-2-8</inkml:trace>
  <inkml:trace contextRef="#ctx0" brushRef="#br0" timeOffset="434.412">2446 532,'-3'-6,"4"16,-1-1,18 574,-18-552,-1-12,1 0,1 1,1-1,0 0,2 0,0 0,1-1,-2-14,0 0,0-1,1 1,-1-1,1 0,0 0,-1 0,1-1,1 1,-1-1,0 0,1 0,-1-1,1 1,-1-1,1 0,-1 0,1-1,0 1,0-1,-1 0,1 0,0-1,0 1,-1-1,1 0,-1 0,1-1,0 1,-1-1,0 0,89-18,5-2,0 5,39 0,-1 14,-127 1,-7 0</inkml:trace>
  <inkml:trace contextRef="#ctx0" brushRef="#br0" timeOffset="808.24">2500 573,'-5'-9,"4"-3,8 0,17 3,20 2,19 3,16 2,11 1,4-1,-2-1,-11 1,-15-2,-19 2,-22 1,-14 4,-9 2,-5 4,-2 0</inkml:trace>
  <inkml:trace contextRef="#ctx0" brushRef="#br0" timeOffset="1262.788">3236 51,'4'6,"0"0,0 0,0 0,-1 0,0 0,0 1,-1 0,1-1,-1 1,0 5,3 5,13 65,-3 2,-4 0,-4 0,-4 1,-3 1,-14 382,1-126,13-322,1-15,-1 0,0 1,0-1,0 0,0 1,-1-1,0 0,0 1,0-1,-1 0,1 0,-1 0,0 0,-1 0,0 1,-37 2,25-9</inkml:trace>
  <inkml:trace contextRef="#ctx0" brushRef="#br0" timeOffset="1757.656">3209 159,'0'-6,"-2"2,0-1,1 1,-1-1,1 0,0 1,1-1,-1 0,1 0,0 0,0 1,1-1,-1 0,1 0,0 1,0-1,1 0,-1 1,1-1,0 1,1 0,-1-1,1 1,-1 0,1 1,0-1,1 0,-1 1,0 0,1 0,0 0,0 0,0 0,2 0,16-1,1 1,0 0,1 2,-1 1,0 1,0 1,0 1,0 1,-1 1,1 0,13 7,-34-11,61 15,-1 2,-1 3,-2 3,0 2,-1 3,-2 2,-1 3,38 31,-75-50,0 1,-1 0,-1 1,-1 1,0 1,-1 0,-1 0,-1 2,-1-1,-1 2,0-1,-2 1,-1 1,0-1,-2 1,0 0,-2 1,-1-1,0 1,-2-1,-1 12,-4 3,-1 1,-2-1,-2 0,-1-1,-2 0,-1-1,-2 0,-2-1,-1-1,-2-1,-18 23,5-13,-1-1,-2-3,-2 0,-1-3,-2-1,-2-3,-1-1,-9 3,22-15,-2-1,0-1,-1-3,0 0,-1-3,-1 0,0-3,0-1,-19 0,49-6,-1 0,0-1,0 0,0 0,0-1,0 0,0 0,0-1,0 0,1 0,-7-4,4-1</inkml:trace>
  <inkml:trace contextRef="#ctx0" brushRef="#br0" timeOffset="2326.456">4371 667,'-7'19,"1"1,0 0,2 1,0-1,1 1,1-1,1 1,1 0,1 0,1 0,3 17,-2-27,0 0,0-1,1 1,0-1,1 0,0 0,0 0,1-1,1 0,-1 0,1-1,1 0,0 0,0 0,0-1,1 0,0-1,1 0,-1 0,1-1,0-1,0 1,1-2,-1 1,1-1,0-1,0 0,0-1,0 0,3 0,-6 0,1-1,-1 0,1 0,-1-1,0 0,1 0,-1-1,0 0,0 0,0-1,0 0,0-1,-1 0,1 0,-1 0,0-1,0 0,-1-1,0 1,0-1,0-1,0 1,-1-1,0 0,-1 0,1 0,-1 0,-1-1,1 0,-1 0,-1 0,0 0,0 0,0-1,0-4,-2-2,0 1,-1-1,-1 1,0 0,-1 0,-1 0,0 0,0 1,-2-1,1 1,-2 0,0 1,-3-5,5 8,-1 1,0 0,-1 0,1 0,-1 1,-1 0,1 0,-1 1,0 0,-1 0,0 1,0 0,0 1,0-1,0 2,-1 0,0 0,0 0,-2 1,6 2,-1-1,1 1,-1 1,1-1,-1 1,1 1,0-1,-1 1,1 0,0 0,0 1,0 0,1 0,-1 0,1 1,-1-1,1 1,0 1,1-1,-1 1,1 0,0 0,0 0,0 0,1 1,-1 0,2-1,-1 1,1 0,-1 0,2 1,-1-1,1 0,0 1,0-1,0 1,1-1,0 1,1-1,-1 1,1-1,0 0,1 1,0-1,1 4,29 38,6-7</inkml:trace>
  <inkml:trace contextRef="#ctx0" brushRef="#br0" timeOffset="2581.774">5013 841,'27'-7,"0"2,0 1,0 2,25 0,-23 0,415-4,101 24,-305 1,-205-12,-25 0,-26-1,-24-1,-9-2</inkml:trace>
  <inkml:trace contextRef="#ctx0" brushRef="#br0" timeOffset="3512.139">1 292,'12'-13,"2"0,-1 2,1-1,1 2,0 0,1 0,0 2,0 0,1 0,0 2,0 0,0 1,1 1,0 0,-1 2,17-1,-27 2,0 1,0 0,-1 0,1 1,0 0,0 0,-1 0,1 1,0 0,-1 0,0 1,0 0,1 0,-2 1,1-1,0 1,-1 0,1 1,-1-1,-1 1,1 0,-1 0,5 6,-3 1,-1 0,1 0,-2 1,0-1,0 1,-1 0,-1 0,0 1,-1-1,0 0,-1 0,0 1,-2-1,1 1,-5 22,0 0,-3 0,-1-1,-7 17,-2-4,54-111,-2-2,-4 0,-2-2,-3-1,12-57,-30 107,-6 51,0-19,-3 368,3-356,2 0,0 0,2 0,1 0,2 5,-6-26,1 1,-1-1,1 0,0 0,0 0,1 0,0 0,0 0,0-1,0 1,1-1,-1 0,1 0,0 0,0-1,1 1,-1-1,1 0,0-1,0 1,0-1,0 1,0-2,0 1,0 0,1-1,3 0,-4 0,0-1,0 0,-1-1,1 1,0-1,-1 0,1 0,0-1,-1 1,1-1,-1 0,0 0,0-1,1 1,-2-1,1 0,0 0,0 0,-1-1,0 1,2-3,14-21</inkml:trace>
  <inkml:trace contextRef="#ctx0" brushRef="#br0" timeOffset="3687.163">469 519,'-16'-2,"-19"-3,-12-1,-6 1,2 1,15 1,21 2,33-2,37-3,42-2,36 0,29-1,15 1,-23 2</inkml:trace>
  <inkml:trace contextRef="#ctx0" brushRef="#br0" timeOffset="5115.852">535 2659,'0'-1,"0"1,-1-1,1 1,0 0,0-1,-1 1,1-1,0 1,0-1,0 1,-1-1,1 1,0-1,0 1,0-1,0 1,0-1,0 1,0-1,0 1,0-1,0 1,0-1,1 1,-1 0,0-1,0 1,0-1,1 1,-1-1,0 1,0-1,1 1,-1 0,0-1,1 1,-1 0,1-1,-1 1,0 0,1-1,-1 1,1 0,-1 0,1 0,-1-1,1 1,-1 0,1 0,-1 0,1 0,-1 0,1 0,-1 0,1 0,-1 0,1 0,-1 0,1 0,-1 1,23 26,-4 3,-11-14,1 0,1 0,0-1,1 0,0-1,2 0,-1-1,2 0,0-1,0-1,1 0,0-1,1 0,1-1,-15-8,1 0,0 0,0-1,0 1,0 0,0-1,0 0,0 0,0 0,0 0,0 0,0-1,0 1,-1-1,1 0,0 1,0-1,0-1,-1 1,1 0,0-1,-1 1,1-1,-1 0,0 0,0 0,1 0,-1 0,0-1,-1 1,1 0,0-1,-1 1,1-1,-1 0,0-1,5-14,-1-1,-2 0,1-1,-2 1,-1 0,0-1,-2 1,-2-19,2 19,0 10,2 39,53 614,-53-619,8 144,-10 86,0-245,2-1,-1 1,-1-1,1 1,-1 0,-1-1,0 0,-1 1,1-1,-2 0,1 0,-1 0,-1-1,1 0,-6 7,8-13,0-1,1 1,-1-1,0 1,-1-1,1 0,0 0,0 0,0 0,-1 0,1-1,0 1,-1-1,1 1,0-1,-1 0,1 0,-1 0,1 0,0 0,-1-1,1 1,0-1,-1 1,1-1,0 0,0 0,-1 0,0-1,-56-46,37 19,2 0,1-2,1 0,2 0,1-2,2 0,1-1,1 0,2-1,1 1,0-18,6 45,0-1,0 0,0 0,1 0,1 0,-1 0,1 0,0 0,1 0,0 0,0 1,1-1,0 0,0 0,1 1,0-1,0 1,1 0,0 0,0 0,1 0,0 1,0 0,0 0,6 1,0 0,1 1,-1 0,1 1,-1 0,1 1,0 0,0 1,0 1,0 0,8 1,5-2,59 0,-2 0</inkml:trace>
  <inkml:trace contextRef="#ctx0" brushRef="#br0" timeOffset="5363.307">1858 3060,'16'4,"19"2,22-2,21-5,18-4,16-3,9-1,4-1,-1 1,-21 3</inkml:trace>
  <inkml:trace contextRef="#ctx0" brushRef="#br0" timeOffset="5921.352">2834 2631,'-8'26,"1"0,1 0,1 0,1 1,1-1,2 1,1 0,0 0,5 24,64 459,-43-365,-26-144,0 1,0 0,0 0,0-1,1 1,-1 0,1-1,-1 1,1 0,0-1,0 1,0-1,0 1,0-1,0 1,0-1,0 0,0 1,1-1,-1 0,0 0,1 0,-1 0,1 0,-1 0,1-1,0 1,-1 0,1-1,0 1,-1-1,1 0,0 0,0 1,-1-1,1 0,0 0,0-1,88-36,-9 15,2 3,0 3,1 5,0 3,1 4,19 4,-102 0,38-2,-12-1</inkml:trace>
  <inkml:trace contextRef="#ctx0" brushRef="#br0" timeOffset="6245.816">2834 2698,'7'0,"14"0,16 0,19 0,17 0,12 0,8-2,2-1,-7 0,-8 1,-14 0,-16 1,-16 1</inkml:trace>
  <inkml:trace contextRef="#ctx0" brushRef="#br0" timeOffset="6649.746">3543 2244,'10'-13,"1"34,-2 23,-2 1,-2 1,0 44,-4-65,7 377,8 135,6-191,-22-341,0-2,1 0,-1 0,0 1,0-1,0 0,-1 1,1-1,-1 0,0 0,0 1,0-1,0 0,0 0,-1 0,1 0,-1-1,0 1,0 0,-13-11,9-5</inkml:trace>
  <inkml:trace contextRef="#ctx0" brushRef="#br0" timeOffset="7178.326">3530 2284,'30'-13,"1"1,0 2,0 1,1 1,1 2,-1 2,1 0,0 2,0 2,-1 1,22 4,3-2,-1 4,1 1,-2 4,1 1,-2 3,0 2,28 15,-49-18,-1 2,0 0,-2 3,0 0,-1 2,-1 0,-2 3,0 0,-1 1,-2 2,-1 0,9 16,-18-21,-1 0,-1 1,-1 0,-1 1,-1 0,-1 1,-2-1,0 1,-2 0,-1 1,0-1,-3 0,0 0,-1 1,-2-1,0 0,-2-1,-1 1,-1-1,-1 0,-11 21,3-10,-2 0,-1-1,-2 0,-1-2,-2-1,-1-1,-1-1,-2-1,-1-2,-1 0,-1-3,-1 0,-1-3,-1 0,-1-2,-1-2,-1-2,0-1,0-1,-1-3,-1-1,0-2,0-2,-14 0,-178-21,221 14</inkml:trace>
  <inkml:trace contextRef="#ctx0" brushRef="#br0" timeOffset="7784.265">4840 2859,'-1'1,"-46"102,46-98,0 0,0 0,0 0,1 0,0 0,-1 0,2 0,-1 0,1-1,-1 1,1 0,1 0,-1 0,1 0,0-1,0 1,0-1,1 1,-1-1,1 0,1 1,4 3,1 0,1-1,0 0,-1-1,2 0,-1-1,1 0,0 0,0-1,0 0,1-1,-1-1,1 0,0 0,-1-1,1 0,0-1,0-1,0 0,-1 0,1-1,4-2,-9 2,1 0,-1 0,0-1,1 1,-1-2,-1 1,1-1,0 0,-1-1,0 1,0-1,0 0,-1-1,0 1,0-1,0 0,0-1,-1 1,0-1,-1 0,0 0,0 0,0 0,-1 0,0-1,0 1,0-1,-1 0,-1 1,1-1,-1 0,-1 1,1-1,-1 0,-1 1,1-1,-1 1,-1-3,-1 2,0-1,0 1,0 0,-1 1,0-1,-1 1,0 0,0 0,0 1,-1-1,0 2,0-1,-1 1,1 0,-1 0,0 1,-1 0,1 1,-1-1,1 2,-1-1,0 1,0 1,0-1,0 2,0-1,0 1,0 1,-1-1,1 1,0 1,1 0,-1 0,0 1,-2 1,7-2,1 0,-1 0,1 0,0 1,-1-1,1 1,0 0,1 0,-1 0,0 0,1 1,0-1,0 1,0-1,0 1,1 0,-1-1,1 1,0 0,0 0,0 0,0 0,1 0,0 0,0 1,0-1,0 0,1 0,-1 0,1 0,0 0,0 0,1 0,-1-1,1 2,17 25</inkml:trace>
  <inkml:trace contextRef="#ctx0" brushRef="#br0" timeOffset="8048.607">5240 2966,'5'-2,"10"-1,19 0,22 1,21 0,23 1,18 0,8 1,4 0,-5 0,-9 0,-16 0,-20 1,-24-1</inkml:trace>
  <inkml:trace contextRef="#ctx0" brushRef="#br0" timeOffset="12416.963">6390 2966,'0'-92,"-4"0,-14-72,9 99,3 0,3-1,3 1,2-1,3 1,7-22,9-88,-13 61,-1-19,-8 85,1-72,1 119,-1 0,1 0,0 0,-1 0,1 0,0 0,0 0,0 1,0-1,0 0,0 1,0-1,0 1,0-1,0 1,0-1,0 1,0 0,0-1,0 1,0 0,1 0,-1 0,0 0,0 0,0 0,0 0,1 0,-1 1,0-1,0 0,0 1,0-1,0 1,0-1,0 1,0-1,0 1,0 0,0-1,0 1,0 0,-1 0,2 1,4 0,44 15,1-2,1-3,0-2,0-2,1-3,-1-2,1-2,38-5,51-4,0-7,54-15,-150 27,-46 4,1-1,-1 1,0-1,0 1,1-1,-1 1,0-1,0 1,0 0,0-1,0 1,0-1,0 1,0-1,0 1,0 0,0-1,0 1,-1-1,1 1,0-1,0 1,-1-1,1 1,0-1,0 1,-1-1,1 1,-1-1,1 0,0 1,-1-1,1 1,-1-1,1 0,-1 1,1-1,-1 0,0 0,1 1,-15 11</inkml:trace>
  <inkml:trace contextRef="#ctx0" brushRef="#br0" timeOffset="13178.672">6418 787,'49'-11,"-36"11,505-19,-146 5,-317 2,-47 7</inkml:trace>
  <inkml:trace contextRef="#ctx0" brushRef="#br0" timeOffset="13567.849">7500 279,'-10'-16,"10"16,0 0,0 0,0 0,0 1,0-1,0 0,0 0,0 0,0 1,0-1,0 0,0 0,-1 0,1 0,0 0,0 1,0-1,0 0,0 0,-1 0,1 0,0 0,0 0,0 0,0 0,-1 1,1-1,0 0,0 0,0 0,-1 0,1 0,0 0,0 0,0 0,-1 0,1 0,0 0,0 0,0 0,0 0,-1-1,1 1,0 0,0 0,0 0,-1 0,1 0,0 0,0 0,0 0,0-1,0 1,0 0,-1 0,18 123,26 266,-14 100,8 94,-3-243,-34-332,1 1,0 0,0 0,-1 0,-1 0,1 0,-1 0,-1 0,0 0,0 0,-2 4,4-13,-1 1,1 0,-1 0,1 0,0 0,-1-1,1 1,-1 0,0-1,1 1,-1 0,1-1,-1 1,0 0,0-1,1 1,-1-1,0 0,0 1,0-1,0 0,1 1,-1-1,0 0,0 0,0 0,0 1,0-1,0 0,0 0,0-1,1 1,-1 0,0 0,0 0,0-1,0 1,0 0,0-1,1 1,-1 0,0-1,0 1,1-1,-1 0,0 1,1-1,-1 0,0 1,1-1,-1 0,1 0,-15-14</inkml:trace>
  <inkml:trace contextRef="#ctx0" brushRef="#br0" timeOffset="14057.953">7407 453,'21'-16,"0"1,2 1,-1 1,2 1,0 1,0 1,1 1,0 1,0 1,1 2,0 0,0 2,0 1,0 1,23 2,-10-3,0 2,0 2,0 2,0 1,-1 2,0 1,0 3,-1 0,0 3,-1 1,0 2,-2 1,0 1,-1 3,-1 0,-1 2,24 24,-29-18,0 0,-2 2,-2 1,-1 1,-2 0,-1 2,-1 0,-2 1,-2 1,-2 0,-1 0,-2 1,-1 0,-2 1,-2-1,-2 1,-2 21,-3 2,-2-1,-3 0,-3-1,-2 0,-3-1,-3 0,-2-2,-3-1,-2 0,-30 44,30-59,-1-1,-2-1,-2-2,-1-1,-2-2,-1-1,-2-2,-24 15,41-33,0-1,0 0,-1-2,-1 0,0-2,0-1,-1 0,0-2,0-1,-1 0,1-2,-1-1,0-1,0-1,0-1,1-2,-24-4,45 6,-4 0,0 0,-1 0,1-1,0 0,0-1,1 0,-1 0,0 0,1-1,0 1,0-2,0 1,-4-4,4-8,9 3</inkml:trace>
  <inkml:trace contextRef="#ctx0" brushRef="#br0" timeOffset="14619.125">8891 1148,'-11'17,"2"1,0-1,1 2,1-1,0 1,2 1,0-1,1 1,1-1,0 20,2-30,1 1,1 0,-1-1,2 1,-1-1,1 1,1-1,0 0,0 0,1 0,0 0,0-1,1 1,0-1,0 0,1-1,0 1,1-1,0 0,0-1,0 1,1-2,2 2,0 0,1-1,0-1,0 1,0-2,1 0,-1 0,1-1,0-1,0 0,0 0,0-1,1-1,-1 0,0-1,0 0,0 0,0-2,0 1,0-2,-1 1,1-2,-1 1,0-2,0 1,-1-2,1 1,-1-1,-1-1,0 0,0 0,0-1,-1 0,0 0,-1-1,0 0,0 0,1-7,-3 4,0 0,-2-1,1 0,-2 0,0 0,-1-1,0 1,-1 0,-1 0,0-1,-1 1,0 0,-1 0,-1 0,-1-2,2 6,-1 2,1-1,-1 0,-1 1,0 0,0 0,0 0,-1 0,0 1,-1 0,0 1,0-1,0 1,-1 1,0-1,0 1,0 0,0 1,-1 0,0 1,0-1,0 2,-2-1,-2 1,0 1,0 0,-1 1,1 0,0 1,0 0,0 1,0 1,0 0,0 1,1 0,-1 1,1 1,0-1,1 2,-1 0,1 0,1 1,-1 0,1 1,1 0,0 1,0 0,1 0,0 1,1 0,-5 10,10-17,0 0,1-1,0 1,0 0,0 0,0 0,0 1,1-1,0 0,0 0,0 0,0 0,1 0,0 0,-1 0,1 0,1 0,-1 0,1 0,-1 0,1 0,0-1,1 1,-1-1,0 0,1 1,0-1,0 0,0-1,0 1,2 1,31 19</inkml:trace>
  <inkml:trace contextRef="#ctx0" brushRef="#br0" timeOffset="15009.718">9586 1228,'260'-11,"885"8,-983-4,-150 4,-12 2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6:27.1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93 595,'-7'9,"-1"0,2 0,-1 1,1 0,1 0,0 0,0 1,1 0,0 0,1 0,0 0,1 1,0-1,1 1,0-1,1 1,0 0,1-1,1 1,-1-1,2 1,-1-1,2 0,0 0,0 0,1-1,0 1,0-1,1 0,1-1,0 1,0-1,1 0,0-1,4 3,-3-3,1 0,0-1,1 0,-1-1,1 0,0-1,1 0,-1 0,1-1,0-1,0 0,0-1,1 0,-1-1,0 0,1-1,-1 0,1-1,-1-1,0 0,0 0,1-1,-2-1,1 0,0-1,-1 0,0 0,0-1,-1-1,1 0,-1 0,-1-1,1-1,-2 1,1-1,-1-1,0 1,-1-2,0 1,-1-1,0 0,0-1,-2-2,-1 0,-1 0,-1 0,1 0,-2 0,0 0,-1 0,0-1,-1 1,-1 1,0-1,-1 0,0 1,-1 0,-1 0,0 0,-1 0,0 1,-1 0,0 1,-1 0,0 0,-1 1,0 0,0 0,-1 1,-1 1,1 0,-1 1,-1 0,1 0,-1 1,0 1,-1 0,1 1,-1 1,0 0,0 1,0 0,0 1,-6 0,10 1,-1 1,0 0,0 0,0 1,0 0,1 1,-1 0,1 1,0 0,0 1,0 0,1 0,-1 1,1 0,1 1,-1 0,1 0,0 1,1 0,0 0,0 1,1 0,0 0,0 0,1 1,0 2,-9 55,15-6</inkml:trace>
  <inkml:trace contextRef="#ctx0" brushRef="#br0" timeOffset="581.785">883 448,'-10'36,"2"0,2 0,1 1,1-1,3 1,1 0,4 31,-4-60,21 218,-16-201,-5-25,0 0,0-1,1 1,-1 0,0 0,0 0,0 0,0 0,1-1,-1 1,0 0,0 0,0 0,1 0,-1 0,0 0,0 0,0 0,1 0,-1 0,0 0,0 0,0 0,1 0,-1 0,0 0,0 0,0 0,1 0,-1 0,0 0,0 1,0-1,1 0,-1 0,0 0,0 0,0 0,0 0,1 1,-1-1,0 0,0 0,0 0,0 1,0-1,5-24,-1-247,-6 199,2-1,4 1,2 0,8-20,15 10,-27 79,-1 0,1 1,0-1,0 1,0-1,0 1,0 0,1 0,-1 0,1 0,-1 0,1 0,0 1,0-1,-1 1,1 0,0 0,0 0,0 0,0 1,1-1,-1 1,0-1,0 1,3 1,9 3,0 1,-1 0,0 2,0 0,0 0,-1 1,0 1,-1 0,0 0,0 2,-1-1,0 2,0 0,4 1,-1 1,-1 1,-1 0,0 0,0 1,-2 1,0 0,-1 1,0-1,4 18,-12-30,0-1,0 0,-1 1,0-1,0 0,0 1,0-1,-1 0,1 1,-1-1,0 0,-1 1,1-1,-1 0,1 0,-1 0,-1 0,1-1,0 1,-1-1,0 1,0-1,0 0,0 0,0 0,-1 0,0-1,1 1,-1-1,0 0,0 0,0 0,0-1,0 1,-1-1,-18 6,-1-1,0 0,-1-2,1-1,-1-1,-15-1,-23 3,60-5,1 1,0 0,-1-1,1 1,-1 0,1 0,-1 1,1-1,-1 0,1 1,0 0,-1-1,1 1,0 0,-1 0,1 0,0 1,0-1,0 0,0 1,0-1,0 1,1 0,-1 0,0 0,1 0,-1 0,1 0,0 0,0 0,0 0,0 0,0 1,0-1,0 1,1-1,0 0,-1 2,5 5,0 0,0-1,1 0,0 0,0 0,1 0,0-1,1 0,-1 0,1-1,1 0,-1 0,1-1,0 1,0-2,1 1,2 0,12 6,0-2,1 0,0-1,0-2,1 0,-1-2,1 0,1-2,11 0,18-2</inkml:trace>
  <inkml:trace contextRef="#ctx0" brushRef="#br0" timeOffset="1078.37">1457 34,'9'-5,"1"1,1 0,-1 1,1 0,-1 1,1 0,0 0,0 1,2 1,-5-1,94-4,0 4,-1 4,23 7,-25 5,-98-15,0 1,0-1,0 0,0 0,0 1,1-1,-1 0,0 1,0-1,0 1,0-1,-1 1,1 0,0-1,0 1,0 0,0 0,-1 0,1-1,0 1,-1 0,1 0,0 0,-1 0,1 0,-1 0,0 0,1 0,-1 0,0 1,0-1,0 0,0 0,0 0,0 0,0 0,0 0,0 1,0-1,0 0,-1 0,1 0,0 0,-1 0,1 0,-1 0,0 0,1 0,-1 0,0 0,1-1,-1 1,0 0,0 0,0-1,1 1,-2 0,-119 144,113-127,0 0,1 0,1 1,1 0,1 0,0 0,2 1,0-1,1 1,1 0,1-1,1 1,0-1,2 1,0-1,1 0,1 0,6 13,13 43,39 150,-60-205,-1 1,0 0,-2 0,-1-1,0 1,-2 0,0 0,-2 0,0-1,-1 1,1-9,-1 0,0 1,-1-1,0-1,-1 1,0-1,0-1,-2 1,1-1,-1-1,-1 1,0-1,0-1,0 0,-1-1,0 0,-1 0,0-1,0-1,0 0,0 0,-1-2,-1 1,12-4,1 1,-1-1,1 0,-1 0,1 0,-1 0,1 0,-1 0,1 0,-1-1,1 1,-1-1,1 1,-1-1,1 1,0-1,-1 0,1 1,0-1,0 0,-1 0,1 0,0 0,0 0,0-1,0 1,0 0,0 0,1-1,-1 1,0 0,1-1,-1 1,1-1,-1 1,1-1,-1 1,1-1,0 1,0-1,0 1,0-1,7-67,-3 55</inkml:trace>
  <inkml:trace contextRef="#ctx0" brushRef="#br0" timeOffset="1327.639">2392 1438,'-2'-3,"-5"-4,-2-2</inkml:trace>
  <inkml:trace contextRef="#ctx0" brushRef="#br0" timeOffset="115299.132">508 1545,'-10'28,"1"1,2 1,1 0,1-1,2 2,1-1,1 0,1 0,2 1,-1-27,-1-1,0 1,1-1,0 1,0-1,0 0,0 1,1-1,-1 0,1 0,0 0,0 0,0 0,0 0,0 0,1-1,-1 1,1-1,0 0,-1 0,1 0,0 0,0 0,1 0,-1-1,0 0,0 0,1 0,-1 0,1 0,-1 0,1-1,-1 0,1 0,-1 0,4 0,12-4,0-1,0 0,-1-2,0 0,0-1,-1 0,1-2,-2 0,0-1,0 0,10-11,1 3,-2-2,0-1,-1 0,-1-2,-1-1,-1 0,-2-2,-1 0,0-1,-2-1,-2 0,0-2,-2 1,8-32,-13 19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9:00.13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21,'21'-5,"-1"0,1 1,0 1,0 1,0 0,0 2,18 2,1-1,477 4,-501-5,43 8,-58-7,0 0,-1-1,1 1,-1 0,1 0,-1-1,1 1,-1 0,1 0,-1 0,0-1,0 1,1 0,-1 0,0 0,0 0,0 0,0 0,0-1,0 1,0 0,0 0,0 0,-1 0,1 0,0-1,0 1,-1 0,1 0,-1 0,1-1,-1 1,1 0,-1 0,1-1,-2 2,-5 9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9:09.28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71 201,'-7'20,"-4"19,-1 13,2 10,3 3,2 0,0-5,1-5,1-10,-1-10,2-16,1-18,2-9</inkml:trace>
  <inkml:trace contextRef="#ctx0" brushRef="#br0" timeOffset="261.548">71 1,'-2'2,"1"0,0 0,0 0,0 0,0 0,0 0,0 0,0 0,1 0,-1 1,1-1,0 0,-1 1,1-1,0 0,1 0,-1 1,0-1,0 0,1 1,0-1,-1 0,2 2,5 15,1 1,1-1,1 0,0-1,2 0,0-1,1 0,0-1,1 0,13 10,76 70,-70-68,-1 1,-2 2,-2 0,23 32,-48-59,0 0,1 0,-1 1,-1-1,1 1,-1 0,0 0,0 0,0 0,0 0,-1 0,0 0,0 1,-1-1,1 0,-1 1,0-1,-1 0,1 1,-1-1,0 0,0 0,-3 5,-2-2,0 0,-1-1,0 0,0 0,-1-1,0 0,0 0,-1-1,1 0,-1 0,0-1,-1 0,1-1,-1 0,1-1,-5 1,-42 12,0-3,0-3,-44 2,15-4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9:07.50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235 172,'-6'18,"-8"15,-5 16,-7 13,-2 10,-3 3,1 2,2-5,7-7,4-9,7-16,6-13</inkml:trace>
  <inkml:trace contextRef="#ctx0" brushRef="#br0" timeOffset="360.08">102 253,'-3'13,"1"1,0 0,1-1,0 1,1 0,1 0,0 0,1-1,1 1,0-1,0 1,1-1,1 0,1 0,5 10,4 4,1-1,1 0,1-1,1-1,1-1,14 13,7 0,1-2,1-1,44 25,-36-36,-50-22,0-1,0 1,0-1,0 1,0-1,0 1,-1-1,1 0,0 1,0-1,0 0,-1 0,1 0,0 0,-1 0,1 0,-1 0,1 0,-1 0,1 0,-1 0,0 0,0 0,1 0,-1 0,0 0,0 0,0 0,0-1,0 1,0 0,-1-220,4 135,3 1,4 0,4 0,20-64,-32 140,0 1,0 0,1 1,0-1,0 0,1 1,0 0,0-1,1 2,0-1,0 0,3-2,8-1</inkml:trace>
  <inkml:trace contextRef="#ctx0" brushRef="#br0" timeOffset="849.503">984 212,'-17'78,"-4"-1,-4 0,-2-2,-8 8,-25 68,23-42,57-147,18-80,-4-1,2-41,3-7,0 31,-39 135,0 0,0 1,0-1,0 0,0 0,0 0,0 0,1 1,-1-1,0 0,0 0,1 1,-1-1,1 0,-1 0,1 1,-1-1,1 1,-1-1,1 0,-1 1,1-1,0 1,-1-1,1 1,0-1,0 1,-1 0,1-1,0 1,0 0,0 0,-1 0,1-1,0 1,0 0,0 0,-1 0,1 0,0 0,0 1,0-1,0 0,-1 0,1 0,0 1,0-1,-1 0,1 1,0-1,0 1,-1-1,1 1,0-1,0 1,7 12,0 1,-1-1,0 1,-1 1,0-1,-1 1,2 13,0-5,13 52,-3 2,-3-1,-4 2,-3-1,-3 50,-4-109,0 1,-1-1,0 0,-2 0,0 0,-1 0,-1 0,0-1,-5-1,1-7</inkml:trace>
  <inkml:trace contextRef="#ctx0" brushRef="#br0" timeOffset="1513.101">890 560,'32'-13,"0"2,0 1,1 1,0 2,0 2,20-1,-16 1,60-9,1 5,91 2,-187 7,0-1,0 1,1 0,-1 0,0 0,0 0,1 0,-1 0,0 0,0 1,0-1,0 1,1 0,-1 0,0-1,0 1,0 0,-1 1,1-1,0 0,0 1,0-1,-1 1,1-1,-1 1,1 0,-1-1,0 1,0 0,0 0,0 0,0 0,0 0,0 2,-2 8,-1 1,-1-1,0 0,-1 0,0 0,-1 0,0-1,-1 1,0-1,-1 0,-4 10,-77 162,86-172,12-25,16-40,-2 0,-2-1,-3-1,-3-1,0-7,12-40,-19 77,-9 27,1 1,-1-1,0 0,0 0,0 0,1 0,-1 0,0 0,0 0,0 1,1-1,-1 0,0 0,0 0,1 0,-1 0,0 0,0 0,1 0,-1 0,0 0,0 0,0 0,1 0,-1-1,0 1,0 0,1 0,-1 0,0 0,0 0,0 0,1 0,-1-1,0 1,0 0,0 0,0 0,0-1,1 1,-1 0,0 0,0 0,0-1,0 1,0 0,0 0,0 0,0-1,0 1,0 0,29 172,-20-148,2 0,0-1,2-1,0 0,1 0,2-1,0-1,1-1,1 0,0-1,2-1,4 3,-22-18,0 0,-1-1,1 1,0 0,0 0,0-1,0 1,0-1,0 0,0 0,1 0,-1 0,0 0,1 0,-1 0,1-1,-1 1,1-1,-1 0,1 0,-1 0,1 0,-1 0,1 0,-1-1,0 1,1-1,-1 0,1 0,-1 0,0 0,0 0,1 0,-1 0,0-1,0 1,0-1,0 0,0 0,8-16,-1 0,0-1,-2 0,0 0,-1-1,-1 0,0 0,-1-9,1 7,13-78,-5 0,-4 0,-3-82,-5 171,3 24,0 3,10 19,3 2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9:05.1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269 847,'-7'25,"-4"25,-1 19,2 16,3 10,4 6,4 3,3-1,1-7,-3-10,-3-13,-5-17,0-17</inkml:trace>
  <inkml:trace contextRef="#ctx0" brushRef="#br0" timeOffset="575.7">1 1329,'-1'-36,"2"0,1 0,2 0,1 0,2 1,1-1,7-13,-12 41,1-1,0 1,0 0,0 0,1 0,1 1,-1-1,1 1,0 1,1-1,0 1,0 0,0 0,1 1,-1 0,1 1,1-1,-1 1,0 1,1 0,0 0,0 1,0 0,0 0,0 1,0 0,0 1,0 0,1 0,-1 1,0 0,0 1,0 0,3 1,-1 2,0-1,0 1,-1 1,0 0,0 1,0 0,-1 0,0 1,0 0,-1 1,0 0,0 0,-1 1,0 0,-1 0,0 0,-1 1,0 0,-1 0,0 0,1 4,-4-10,0 0,0-1,-1 1,1 0,-1-1,0 1,0 0,0 0,-1-1,0 1,0 0,0-1,0 1,-1-1,0 0,0 1,0-1,0 0,-1 0,0 0,1 0,-1-1,-1 1,1-1,0 1,-1-1,0-1,0 1,0 0,0-1,-3 2,-3 0,1 0,-1 0,0-1,0 0,0-1,0 0,-1-1,1 0,-1 0,1-1,0-1,-1 0,1 0,0-1,0 0,0-1,0 0,0 0,0-1,1-1,0 0,0 0,0 0,0-1,1-1,7 6,-1 0,1-1,0 1,0-1,0 1,0-1,0 0,0 1,0-1,1 0,-1 0,0 1,1-1,0 0,-1 0,1 0,0 0,0 0,0 1,0-1,0 0,1 0,-1 0,0 0,1 1,0-1,-1 0,1 0,0 1,0-1,0 0,0 1,0-1,0 1,1-1,56-38,-35 31,-1 2,1 0,0 2,1 1,-1 0,1 2,0 0,0 2,0 1,-1 1,2 1,-21-3,1 0,-1 1,1 0,-1 0,0 0,0 1,1-1,-1 1,0 0,0 0,0 0,-1 1,1-1,-1 1,1 0,-1 0,0 0,0 0,0 1,0-1,-1 1,1 0,-1 0,0 0,0 0,-1 0,1 0,-1 1,0-1,0 0,0 1,-1 20,-1-23,0-1,1 1,0 0,-1-1,1 1,0 0,0 0,0 0,0-1,0 1,0 0,0 0,1-1,-1 1,0 0,1 0,0-1,-1 1,1-1,0 1,0 0,0-1,0 1,0-1,0 0,1 1,-1-1,0 0,1 0,-1 0,1 0,-1 0,1 0,-1 0,1-1,0 1,-1 0,1-1,0 1,0-1,-1 0,1 0,9 1,0-1,0 0,0-1,-1 0,1-1,-1 0,1-1,-1 0,0-1,0 0,0 0,0-1,-1 0,4-3,-9 5,1 0,-1 0,0 0,0-1,0 0,0 1,0-1,-1-1,0 1,0 0,0-1,0 0,-1 1,1-1,-1 0,-1 0,1 0,-1-1,0 1,0 0,0-1,-1 1,0 0,0-1,0 1,0 0,-1-1,0 1,-1-2,0 1,0 0,-1 1,0-1,0 1,-1 0,1 0,-1 0,0 0,0 0,-1 1,1 0,-1 0,0 0,0 1,0-1,-1 1,1 1,-1-1,0 1,0 0,0 0,0 0,0 1,-2 0,4 0,-1 0,0 0,0 1,1 0,-1 0,0 0,0 1,1-1,-1 1,0 0,1 1,-1-1,1 1,-1 0,1 0,0 0,0 1,0-1,0 1,0 0,1 0,-1 0,1 1,0-1,0 1,0 0,0 0,1 0,-1 0,1 0,-1 3,1-1,1 0,0 0,0 0,0 0,0 0,1 0,0 0,1 0,-1 0,1 0,0 0,1 0,-1 0,1 0,0 0,1-1,0 1,-1-1,2 0,-1 0,4 4,23 31</inkml:trace>
  <inkml:trace contextRef="#ctx0" brushRef="#br0" timeOffset="1340.156">1017 1263,'6'-28,"0"0,-2 0,-1 0,-2-1,0 1,-2 0,-1-1,-2 1,0 0,-3-3,-1-26,7 56,1-1,-1 1,1-1,-1 1,1-1,0 1,0-1,-1 1,1-1,0 1,0-1,1 1,-1-1,0 1,0-1,1 1,-1-1,1 1,-1-1,1 1,0-1,0 1,-1 0,1 0,0-1,0 1,0 0,0 0,0 0,1 0,-1 0,0 0,0 0,1 1,-1-1,0 0,1 1,8-1,0 0,0 1,0 0,0 1,0 0,-1 0,1 1,6 2,7 1,9 1,9 1,1 1,-1 3,-1 1,0 2,4 3,-40-15,0 0,-1 0,1 0,0 0,-1 1,0-1,1 1,-1 0,0 0,0 0,-1 0,1 1,-1-1,1 1,-1-1,0 1,-1 0,1 0,0 0,-1 0,0 0,0 0,0 0,-1 0,0 1,1-1,-1 0,-1 4,-9 42,7-43,1 1,0 0,1-1,-1 1,2 0,-1 0,1 0,0 0,0-1,1 1,1 4,1-8,0-1,0 1,0-1,0 1,1-1,-1 0,1-1,0 1,0-1,0 1,0-1,0 0,0-1,1 1,-1-1,1 0,-1 0,1 0,-1 0,1-1,-1 0,1 0,0 0,-1-1,1 1,-1-1,1 0,-1 0,1-1,-1 1,0-1,2-1,7-2,0-1,-1-1,1 0,-1 0,-1-1,0-1,0 0,0 0,-1-1,-1-1,0 1,0-2,-1 1,0-1,0-2,9-18,-1 0,-1-1,-2 0,-2-1,3-16,11-61,-5 0,-5-2,-5 0,-4-68,-5 166,0-4,-1 1,0-1,-1 0,-1 0,-1 1,-1-1,0 1,-7-17,10 34,1-1,0 1,-1 0,0 0,1-1,-1 1,0 0,1 0,-1 0,0 0,0 0,0 0,0 0,0 0,0 0,-1 0,1 0,0 1,0-1,0 0,-1 1,1-1,0 1,-1 0,1-1,0 1,-1 0,1 0,-1 0,1 0,0 0,-1 0,1 0,-1 0,1 1,0-1,-1 0,1 1,0-1,-1 1,1 0,0-1,0 1,0 0,0 0,-1 0,1-1,0 1,0 0,1 1,-1-1,0 0,0 0,0 0,1 0,-1 1,1-1,-1 0,1 1,-1-1,1 0,0 1,0 0,-10 20,2 1,1 1,0 0,2-1,1 2,1-1,0 24,2-41,-2 63,2 1,4-1,3 1,3-1,2-1,4 0,3-1,3-1,23 49,-32-85,1 0,2-1,0-1,3 0,0-2,2 0,6 6,-24-30,0 0,0 0,0-1,1 1,-1-1,1 1,-1-1,1 0,0 0,0 0,0-1,0 1,0-1,0 1,0-1,1 0,-1 0,0-1,1 1,-1-1,1 1,-1-1,0 0,1 0,-1-1,1 1,-1-1,0 1,1-1,-1 0,0-1,0 1,1 0,0-2,10-10,-1 0,0-1,-1-1,0 0,-1-1,-1 0,-1 0,5-12,-3 8,73-148,-84 168,0 0,0 1,0-1,0 0,0 0,0 0,0 1,0-1,1 0,-1 0,0 0,0 1,0-1,0 0,0 0,1 0,-1 0,0 0,0 1,0-1,1 0,-1 0,0 0,0 0,0 0,1 0,-1 0,0 0,0 0,0 0,1 0,-1 0,0 0,0 0,1 0,-1 0,0 0,0 0,0 0,1 0,-1 0,0 0,0 0,1 0,-1 0,0 0,0-1,0 1,0 0,1 0,-1 0,0 0,0 0,0-1,0 1,0 0,1 0,-1 0,0-1,0 1,2 25,-2-21,-1 5,1 1,0-1,0 0,1 1,0-1,1 0,0 1,1-1,-1 0,2 0,-1-1,1 1,1-1,-1 0,2 0,-1 0,1-1,0 1,0-1,1-1,0 0,0 1,1-2,-1 1,7 2,29 4,-1-5</inkml:trace>
  <inkml:trace contextRef="#ctx0" brushRef="#br0" timeOffset="1608.93">2662 714,'-16'-7,"-7"-2,-3 0,1 2,1 2,-1 0,5 0</inkml:trace>
  <inkml:trace contextRef="#ctx0" brushRef="#br0" timeOffset="1865.646">1673 447,'13'-18,"19"-9,24-3,22 2,18 7,4 8,-13 8</inkml:trace>
  <inkml:trace contextRef="#ctx0" brushRef="#br0" timeOffset="1866.646">1860 1383,'-5'20,"-1"17,-2 10,0 6,2 2,1-3,3-5,0-6,2-10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9:03.9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312 526,'-14'-1,"0"-1,0 2,0 0,1 0,-1 1,0 1,0 1,1-1,-1 2,1 0,0 1,0 0,1 1,-1 0,1 1,0 1,1 0,0 0,0 1,1 0,-8 11,15-18,1 0,0 1,0 0,0-1,0 1,0 0,1 0,-1 0,1 0,0 0,0 0,0 1,0-1,0 0,1 1,0-1,-1 0,1 1,0-1,1 0,-1 1,1-1,-1 0,1 1,0-1,0 0,0 0,1 0,-1 0,1 0,0 0,0 0,0-1,0 1,0-1,0 1,1-1,-1 0,1 0,1 1,1-1,1 0,0 0,-1 0,1-1,0 0,0 0,0-1,0 0,0 0,0 0,0 0,0-1,0 0,0 0,0-1,-1 0,1 0,-1 0,6-3,1-2,0 1,0-2,0 0,-1 0,0-1,-1 0,0-1,1-2,1-3,-1 0,-1-1,0 0,-1-1,-1 0,-1 0,0 0,-2-1,0 0,0-1,-2 1,0-1,-1-2,1-26,-2 0,-2 0,-3 0,-5-30,-17-48,11 93,14 32,0-1,0 1,1 0,-1-1,0 1,0 0,0 0,0 0,1-1,-1 1,0 0,0 0,0 0,0 0,0 1,1-1,-1 0,0 0,0 0,0 1,0-1,1 0,-1 1,0-1,0 1,1-1,-1 1,0-1,1 1,-1 0,1-1,-1 1,0 0,1-1,-1 1,1 0,0-1,-1 1,1 0,0 0,-1 0,1 0,0-1,0 1,0 0,0 0,0 0,0 0,0 0,0-1,0 2,-9 27,2 0,1 1,1 0,2 0,0 28,2-54,-1 42,1 0,2 0,2 0,5 18,-5-47,0 0,2 0,0-1,0 1,1-1,1-1,1 1,0-1,1 0,1-1,0 0,1-1,5 5,-8-11,0 0,0-1,0 0,1 0,0-1,0 0,1-1,-1 0,1 0,0-1,0 0,0-1,0 0,0-1,1 0,-1 0,0-1,1 0,-1-1,0-1,0 1,1-2,-1 1,0-1,-1-1,1 0,-1 0,0-1,0 0,0 0,0-1,-1 0,0-1,1-2,-2 3,0 0,0-1,-1 0,-1-1,1 1,-1-1,0 0,-1 0,0-1,0 1,-1-1,0 0,0 0,-1-2,-4 3,-2 29,6-16,1 1,0-1,0 0,1 0,-1 0,1-1,0 1,0-1,1 0,-1 0,1 0,0 0,0-1,0 0,1 0,-1-1,1 1,0-1,-1 0,1-1,0 1,0-1,0-1,6 1,1 3,1-1,-1-1,1 0,0-1,-1 0,1-1,0-1,0 0,-1-1,1 0,-1-1,1-1,6-3,-18 6,1 0,0-1,-1 1,1-1,-1 0,1 0,-1 0,0 0,0 0,0-1,0 1,0-1,0 1,-1-1,1 1,-1-1,0 0,0 0,0 0,0 0,0 0,-1 0,1 0,-1 0,0 0,0 0,0 0,0 0,-1 0,1 0,-1 0,0 0,0 0,0 0,0 0,-2-4,0 0,-1-1,0 2,-1-1,1 0,-1 1,-1 0,1 0,-1 0,0 1,0 0,0 0,-1 0,-8-2,1-1,-1 2,0 0,0 1,0 0,-1 1,0 1,0 0,0 1,0 1,0 1,0 0,0 1,-8 1,20-1,-1 0,1 0,-1 1,1-1,-1 1,1 0,0 0,0 0,0 1,0-1,0 1,1 0,-1 1,2-3,1 0,0 1,0-1,0 0,0 1,1-1,-1 1,0 0,0-1,1 1,-1-1,1 1,0 0,-1 0,1-1,0 1,0 0,0 0,0-1,1 1,-1 0,0-1,1 1,-1 0,1-1,-1 1,1 0,0-1,0 1,-1-1,1 1,0-1,1 0,-1 1,1 0,6 5,0 1,1-2,-1 1,1-1,1 0,-1-1,1 0,0-1,3 1,49 20</inkml:trace>
  <inkml:trace contextRef="#ctx0" brushRef="#br0" timeOffset="724.01">1756 540,'-5'-10,"0"0,-1 0,0 0,0 1,-1 0,-1 0,1 1,-1-1,-1 2,1-1,-1 1,-1 1,1 0,-1 0,0 0,-1 2,1-1,-1 1,0 1,0 0,0 0,0 1,0 0,-6 1,12 1,1 0,-1 0,0 0,0 1,1 0,-1 0,0 0,1 1,-1-1,1 1,-1 0,1 0,0 1,0-1,0 1,0 0,1 0,-1 0,1 1,-1-1,1 1,0 0,1 0,-1 0,1 0,0 0,-1 0,2 1,-1-1,1 1,-1 0,1-1,0 1,1 0,-1-1,1 1,0 0,0 0,1 0,-1-1,1 1,0 0,1-1,-1 1,2 4,1-3,0 0,1 0,-1-1,1 1,0-1,0 0,1 0,0-1,0 0,0 0,0 0,0-1,1 1,-1-2,1 1,0-1,0 0,0 0,3 0,4 0,0 0,0 0,0-2,0 0,0 0,0-1,0-1,0 0,7-3,-14 3,-1 1,0-1,0-1,-1 1,1-1,0 0,-1 0,1 0,-1-1,0 0,0 0,-1 0,1 0,-1-1,0 0,0 0,-1 0,1 0,-1-1,0 1,-1-1,1 0,-1 0,0 0,0 0,-1 0,0 0,0-1,-1 1,1-4,1 49,1-31,0-1,0 0,0 0,1 0,0 0,1-1,-1 1,1-1,0 0,1 0,-1-1,1 0,0 0,1 0,-1-1,1 1,0-2,0 1,0-1,3 1,-5-2,-1-1,1 1,0-1,0 0,0 0,0 0,1-1,-1 0,0 0,0 0,0 0,0-1,0 0,0 0,0 0,0-1,0 0,0 0,-1 0,1 0,-1-1,1 0,-1 0,0 0,0 0,-1 0,1-1,0 0,-1 0,0 0,1-2,4-9,-2 0,0-1,0 0,-2 0,0 0,0-1,-2 0,0 1,-1-1,0 0,-2 0,0-1,1-12,0 28,0 0,0 1,0-1,0 0,0 1,0-1,0 0,1 1,-1-1,1 1,-1-1,1 0,-1 1,1-1,0 1,0 0,0-1,0 1,0 0,0-1,0 1,0 0,1 0,-1 0,0 0,1 0,-1 0,1 1,-1-1,1 0,-1 1,1-1,-1 1,1-1,0 1,-1 0,1 0,0 0,-1 0,1 0,1 0,43-2,0 3,1 1,-1 3,0 1,0 2,3 4,-45-12,-1 0,1 0,-1 1,0-1,1 1,-1 0,1 0,-1 0,0 0,0 1,0-1,1 1,-2 0,1 0,0 0,0 0,-1 1,1-1,-1 1,1-1,-1 1,0 0,0 0,-1 0,1 0,0 0,-1 0,0 1,0-1,0 0,0 1,0-1,-1 1,1-1,-1 1,0-1,0 1,-1-1,1 3,-35 50,31-51,-1 0,1 0,1 1,-1-1,1 1,0-1,0 1,1 0,-1 1,1-1,1 0,-1 0,1 2,2-4,1-1,0 1,0-1,0 0,0 1,0-1,1 0,-1-1,1 1,0 0,-1-1,2 1,-1-1,0 0,0 0,1 0,-1-1,0 1,1-1,0 0,-1 0,1 0,0 0,0 0,0-1,-1 0,1 0,0 0,1 0,25 3,-1-2,1 0,0-2,0-1,0-2,0 0,9-5,20-5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9:00.7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0 479,'10'5,"0"0,0-1,0 0,0 0,1-1,-1-1,1 1,0-2,-1 1,1-2,0 1,0-1,0-1,0 0,0-1,-1 0,1 0,9-5,-5 2,1-1,-1 0,-1-1,1-1,-1 0,-1-1,1-1,-1 0,-1-1,0 0,-1-1,0 0,-1 0,0-2,-1 1,0-1,-1 0,-1-1,0 0,-1 0,3-11,-13-14,4 39,-1 1,1-1,-1 0,1 1,-1-1,0 1,1-1,-1 1,1 0,-1-1,0 1,0-1,1 1,-1 0,0 0,1-1,-1 1,0 0,0 0,0 0,1 0,-1 0,0 0,0 0,1 0,-1 0,0 1,0-1,1 0,-1 0,0 1,0-1,1 0,-1 1,0-1,1 1,-1-1,1 0,-1 1,1 0,-1-1,1 1,-1-1,1 1,-1 0,1-1,-1 1,1 0,0-1,-9 12,0-1,2 1,-1 0,1 1,1 0,0 0,1 0,1 0,0 1,0 0,1 0,-13 79,3 0,5 1,4 1,4-1,4 0,4 0,9 34,2 58,-8 18,-11-128</inkml:trace>
  <inkml:trace contextRef="#ctx0" brushRef="#br0" timeOffset="1063.158">68 853,'0'-1,"1"-1,-1 1,1-1,-1 1,1-1,-1 1,1 0,0-1,0 1,0 0,-1-1,1 1,1 0,-1 0,0 0,0 0,0 0,0 0,1 0,-1 0,1 0,-1 1,0-1,1 1,-1-1,1 1,-1-1,1 1,-1 0,1 0,0-1,-1 1,1 0,-1 1,1-1,-1 0,1 0,0 1,-1-1,2 1,4-1,422-5,-283 2,-144 4,0 0,0 0,0 0,0 0,-1 0,1 0,0 0,0 0,-1 1,1-1,-1 1,1-1,-1 1,0 0,1 0,-1-1,0 1,0 0,0 0,-1 0,1 0,0 0,-1 0,1 0,-1 0,0 1,0-1,1 0,-2 0,1 0,0 0,0 0,-1 0,1 1,-1-1,1 0,-1 0,0 0,0-1,0 1,0 0,-2 19,2-19,1 1,0 0,0 0,0 0,0 0,0 0,1 0,-1 0,1-1,0 1,-1 0,1 0,1-1,-1 1,0 0,1-1,-1 1,1-1,0 0,0 0,0 1,0-1,0 0,0-1,1 1,-1 0,0-1,1 1,0-1,-1 0,1 0,0 0,-1 0,1 0,3 0,5-1,0-1,0 0,0 0,0-1,-1-1,1 0,0 0,-1-1,0-1,0 1,0-2,0 1,-1-1,0-1,0 0,-1 0,0-1,0 0,-1 0,0 0,0-1,-1 0,1-3,-3 7,-2 1,1 0,0-1,-1 0,0 0,0 1,0-1,-1 0,1-1,-1 1,0 0,-1 0,0 0,1-1,-2 1,1 0,0 0,-1-1,0 1,0 0,-1 0,0 0,1 0,-2 0,1 1,0-1,-1 0,0 1,0 0,0 0,-1 0,1 0,-1 0,0 1,0 0,-1-1,-10-3,0 0,0 1,-1 1,0 0,0 1,0 1,-1 1,1 0,-1 1,1 1,-1 0,1 1,-1 1,1 0,0 2,-11 3,3 2,24-8,-1-1,1 1,0-1,0 1,0 0,0-1,0 1,1-1,-1 1,0-1,0 1,0 0,0-1,1 1,-1-1,0 1,0-1,1 1,-1-1,0 1,1-1,-1 0,1 1,-1-1,1 1,-1-1,1 0,-1 1,1-1,-1 0,1 0,-1 1,1-1,-1 0,1 0,-1 0,1 0,0 0,-1 0,1 0,-1 0,1 0,-1 0,1 0,0 0,-1 0,1 0,-1 0,1-1,-1 1,1 0,-1 0,1-1,34 2,-1-2,1-2,-1-1,0-1,0-2,-1-2,14-5,16-3,-2-2,0-3,-1-2,-2-3,0-3,52-37,-95 57,-1 0,-1-2,0 0,0 0,-1-1,-1-1,0 0,-1 0,-1-1,0-1,-1 1,0-1,-2-1,0 1,0-1,-2 0,0 0,1-14,-5 25,1 1,-1-1,0 0,-1 0,1 1,-1-1,0 0,-1 1,1-1,-1 1,0-1,0 1,-1 0,0 0,0 0,0 0,0 0,-1 1,0 0,0-1,0 1,0 1,-1-1,1 1,-1-1,0 1,0 1,0-1,-1 1,1 0,0 0,-1 0,0 1,1 0,-1 0,-3 0,1 1,0 0,0 1,0-1,0 2,1-1,-1 1,1 0,-1 1,1 0,0 0,0 0,0 1,0 0,0 0,1 1,0 0,0 0,0 1,1-1,0 1,0 0,0 1,1-1,-2 4,-4 8,0 1,1 0,1 1,1 0,0 0,2 1,0-1,0 14,1 15,2-1,2 0,2 0,3 0,1 0,3 0,1-1,3 0,2-1,11 23,-15-42,1 0,2 0,0-1,16 19,-26-38,1 0,0-1,0 0,1 0,0 0,0-1,1 1,-1-2,1 1,0-1,0 0,1 0,-1-1,1 0,0 0,-1-1,1 0,0-1,6 1,-7-2,0 0,0-1,0 0,-1-1,1 0,-1 0,1 0,-1 0,0-1,1 0,-1-1,-1 1,1-1,-1 0,1-1,-1 1,0-1,-1 0,1 0,-1-1,3-3,5-9,-1-1,0 0,-1 0,-1-1,-1-1,0-2,-1 0,-10 19,-3 19,6-10,0-1,0 1,0-1,0 1,1-1,0 0,0 1,0-1,0 0,1 1,-1-1,1 0,0 0,0 0,1-1,-1 1,1 0,0-1,0 0,0 0,0 0,1 0,-1 0,1 0,0-1,0 0,0 0,0 0,0 0,0-1,0 1,1-1,-1 0,0 0,1-1,-1 1,1-1,-1 0,1 0,-1-1,0 1,1-1,0 0,1 1,1-1,-1 1,1-1,-1-1,1 1,-1-1,0 0,0-1,0 1,0-1,0 0,0-1,-1 0,0 1,0-2,0 1,0-1,0 1,-1-1,0 0,0-1,0 1,-1-1,0 0,0 1,0-1,-1-1,0 1,0 0,0-1,-1 1,0-1,-1 1,1-1,-1 1,0-1,-1-5,-1 8,1-1,-1 1,0 0,0 0,-1 0,1 0,-1 0,0 1,0-1,0 1,0 0,-1-1,1 2,-1-1,0 0,0 1,0-1,0 1,0 0,0 1,-1-1,1 1,-1 0,1 0,-1 0,-2 0,-5 0,0 0,0 0,-1 2,1-1,0 2,0-1,0 2,0-1,-6 4,9-3,1 0,0 1,0 0,0 1,0 0,1 0,-1 1,1 0,-1 1,6-5,0-1,1 1,-1 0,0 0,1-1,0 1,-1 0,1 0,0 1,0-1,0 0,0 0,0 0,0 1,1-1,-1 1,1-1,0 0,0 1,0-1,0 1,0-1,0 0,0 1,1-1,-1 0,1 1,0-1,0 0,0 0,0 1,0-1,0 0,1 0,0 1,19 18</inkml:trace>
  <inkml:trace contextRef="#ctx0" brushRef="#br0" timeOffset="1585.214">2595 492,'-16'-7,"1"2,-1 0,0 0,0 2,0 0,-1 0,1 2,-1 0,1 1,-1 1,1 0,-3 2,16-3,-1 1,0-1,1 1,-1 0,1 0,-1 1,1-1,0 1,0-1,-1 1,1 0,0 0,1 1,-1-1,0 1,1-1,-1 1,1 0,0 0,0 0,0 0,0 0,0 0,1 1,-1-1,1 1,0-1,0 1,1-1,-1 1,1-1,-1 1,1 0,0-1,1 1,-1 0,0-1,1 1,0-1,0 1,0-1,0 1,1-1,0 1,9 10,1 0,0-1,1 0,1-1,0 0,1-1,0-1,0 0,1-1,0-1,1 0,0-2,0 1,9 0,159 68,-184-75,0 0,0 0,0 1,0-1,0 1,1-1,-1 1,0-1,0 1,0 0,0 0,0-1,-1 1,1 0,0 0,0 0,0 0,-1 0,1 0,0 0,-1 0,1 0,-1 0,0 1,1-1,-1 0,0 0,0 0,1 1,-1-1,0 0,0 0,0 0,-1 1,1-1,0 0,0 0,-1 0,1 1,0-1,-1 0,1 0,-1 0,0 0,1 0,-1 0,0 1,-10 5,1-1,-1 0,1 0,-2-1,1-1,0 0,-1 0,0-1,0-1,0 0,-8 0,-39-2,57 0,1 0,0 0,-1 0,1 0,0-1,0 1,-1-1,1 1,0-1,0 1,0-1,0 0,0 0,0 1,0-1,0 0,0 0,0 0,0 0,0 0,0 0,1 0,-1-1,0 1,1 0,-1 0,1 0,0-1,-1 1,1 0,0-1,0 1,0 0,-1-1,2 1,-1 0,0-1,0 1,0 0,0 0,1-1,-1 1,5-9,0 1,0 0,1 0,0 0,0 0,1 1,0 1,1-1,-1 1,2 0,-1 1,9-6,-11 8,25-20,1 1,1 2,1 1,0 2,2 1,0 2,1 1,8 0,-43 13,-1 0,1 1,0-1,0 0,0 1,-1-1,1 1,0 0,0-1,0 1,0 0,0 0,-1 1,1-1,0 0,0 0,0 1,0-1,-1 1,1 0,0-1,0 1,-1 0,1 0,-1 0,1 0,-1 1,1-1,-1 0,1 1,-1-1,0 0,0 1,0 0,0-1,0 1,0-1,0 1,-1 0,1 0,-1 0,1-1,-1 1,0 0,1 1,1 90,-3-79,0-1,1 1,0-1,1 0,1 1,0-1,1 0,0 0,1 0,4 8,-7-19,-1 0,1 0,0-1,0 1,0 0,0-1,0 1,1-1,-1 1,0-1,1 0,-1 0,1 1,-1-1,1 0,-1 0,1 0,0-1,0 1,-1 0,1-1,0 1,0-1,0 1,0-1,0 0,-1 0,1 0,0 0,2 0,13-6</inkml:trace>
  <inkml:trace contextRef="#ctx0" brushRef="#br0" timeOffset="2215.042">2955 332,'57'14,"-24"-4,0 1,-1 2,-1 1,0 1,-1 2,1 2,-18-11,-1 1,0 1,-1 0,0 0,-1 1,0 0,0 1,-1 0,-1 0,0 1,-1 0,0 1,-1 0,-1 0,1 2,22 195,-27-209,0 1,0 0,0-1,0 1,0-1,0 1,1-1,-1 1,1-1,0 0,0 0,0 0,0 0,0 0,0 0,0-1,1 1,-1-1,0 0,1 1,0-1,-1 0,1 0,-1-1,1 1,0 0,0-1,-1 0,1 0,0 1,0-2,0 1,2 0,4-2,0 0,-1 0,1 0,0-1,-1 0,1-1,-1 0,0 0,6-5,1-3,0 0,-1 0,0-1,-1-1,-1-1,0 1,-1-2,-1 0,0 0,-1-1,-1 0,-1 0,0-1,2-11,-4 6,-24 46,15-13,0 0,0 0,1 1,1-1,0 1,0-1,1 1,0 10,1-18,1 1,-1 0,0-1,1 1,0 0,0-1,0 1,0-1,0 1,1-1,0 0,-1 1,1-1,1 0,-1 0,0 0,1-1,-1 1,1 0,0-1,0 0,0 0,0 0,0 0,0 0,1 0,1 0,2 0,1 0,-1 0,1-1,-1 0,1 0,0-1,-1 0,1 0,-1 0,1-1,0-1,-1 1,1-1,-1 0,0-1,0 0,0 0,0 0,0-1,-1 0,0-1,1 1,-1-2,6-4,0 0,-2-1,1 0,-1-1,-1 0,0 0,-1-1,0 0,-1-1,0 0,-1-1,0-19,-6 34,0-1,0 1,0-1,0 1,-1 0,1-1,0 1,0-1,-1 1,1-1,0 1,-1 0,1-1,0 1,-1 0,1-1,-1 1,1 0,0 0,-1-1,1 1,-1 0,1 0,-1 0,1 0,-1 0,1-1,-1 1,1 0,-1 0,1 0,-1 0,1 0,-1 0,1 1,-1-1,1 0,-1 0,1 0,0 0,-1 1,1-1,-1 0,1 0,-1 1,1-1,0 0,-1 1,1-1,0 0,-1 1,1-1,0 0,-1 1,1-1,0 1,0-1,0 1,-1-1,1 1,0-1,-5 3,1 1,0-1,-1 1,1 0,1 0,-1 0,0 0,1 1,0 0,0-1,1 1,-1 0,1 0,0 1,0-1,1 0,-1 1,1-1,0 1,1-1,-1 1,1 0,1-1,-1 1,1-1,-1 1,2-1,-1 1,0-1,1 0,0 0,1 1,-1-1,2 2,7 1,1 0,0 0,0-1,1-1,-1 0,1-1,1 0,-1-1,1 0,0-1,-1-1,1 0,6-1,81 11,-3-4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9:16.3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1057 603,'-2'-2,"3"1,9 1,19 3,22 1,28-1,25 0,22-3,13-2,1 0,-11 0,-14 5,-24 6,-24 7,-23 4,-23 4,-13-2</inkml:trace>
  <inkml:trace contextRef="#ctx0" brushRef="#br0" timeOffset="672.824">1178 1526,'-4'0,"2"0,11 2,16 1,21 0,26-1,25 0,22-3,15-4,10-3,1-3,-6-1,-26 1</inkml:trace>
  <inkml:trace contextRef="#ctx0" brushRef="#br0" timeOffset="1221.158">2421 15,'49'318,"-35"-36,-12 0,-13 5,2-12,12 240,-1-409,-4-73</inkml:trace>
  <inkml:trace contextRef="#ctx0" brushRef="#br0" timeOffset="1889.889">2301 82,'29'-14,"0"2,1 1,1 1,-1 2,1 1,1 1,0 2,-1 1,26 1,20-2,-1 3,0 4,1 3,-1 3,-1 3,0 4,-1 3,-1 3,19 11,-62-21,0 1,-1 2,-1 0,0 2,-1 1,-1 1,-1 2,-1 0,0 2,-2 0,-1 1,0 2,-2 0,-1 1,-2 1,1 2,2 19,-2 1,-2 0,-2 1,-3 1,-2-1,-2 1,-2 1,-3-1,-2 1,-4 22,2-27,-2 1,-1-1,-3 0,-2-1,-2 0,-2-1,-2 0,-2-2,-1 0,-3-1,-2-1,-1-1,-2-1,-2-2,-12 10,-35 24,-3-4,-3-2,-2-5,-46 22,106-66,-1-2,0-1,-1-2,0 0,-1-2,-2 0,8-6</inkml:trace>
  <inkml:trace contextRef="#ctx0" brushRef="#br0" timeOffset="2907.82">4039 977,'-6'10,"1"0,0 1,0 0,1 0,1 0,0 0,0 0,1 1,1-1,0 1,0-1,1 1,0-1,1 1,1 0,0-1,0 0,1 1,1-1,0 0,0-1,1 1,0-1,1 0,0 0,1 0,0-1,0 0,9 7,-7-9,1-1,-1-1,1 1,1-2,-1 1,1-1,-1-1,1 0,0-1,0 0,1 0,-1-1,0-1,1 0,-1 0,0-1,0-1,0 0,0 0,0-1,0 0,0-1,-1 0,0-1,0 0,0-1,0 0,-1-1,0 1,0-2,7-7,-4 3,-1-1,0-1,-1 0,0 0,-2-1,1 0,-2-1,0 0,-1 0,0 0,-1-1,1-10,-3 15,-1 0,-1 0,0 0,0 0,-1-1,-1 1,0 0,-1 0,0 0,-1 0,0 0,0 0,-2 1,1 0,-2-1,1 2,-1-1,-2 0,3 4,-1 0,1 1,-1 0,-1 0,1 1,-1-1,0 1,0 1,-1 0,0 0,1 0,-1 1,0 0,-1 0,1 1,0 0,-1 1,1 0,-1 0,1 0,-1 1,0 1,1 0,-1 0,1 0,-7 3,2-1,1 1,-1 1,1 0,0 0,0 1,1 1,-1 0,1 1,1 0,0 0,0 1,0 1,1-1,1 2,0-1,0 1,1 1,2-4,1 0,-1 0,2 1,-1 0,2 0,-1 0,1 0,0 0,1 1,0-1,1 0,-1 1,2-1,0 1,0-1,0 0,1 0,1 1,-1-1,2 2,21 40</inkml:trace>
  <inkml:trace contextRef="#ctx0" brushRef="#br0" timeOffset="3252.974">4707 1058,'7'2,"16"1,24 0,36-1,43-2,43-5,36 0,24 0,11 1,-2 1,-18 1,-29 1,-48 1</inkml:trace>
  <inkml:trace contextRef="#ctx0" brushRef="#br0" timeOffset="4418.254">1 363,'0'-3,"0"-1,0 1,0 0,0 0,1 0,-1 0,1 0,0 0,0 0,0 0,0 0,0 0,1 1,-1-1,1 0,0 1,0-1,0 1,0 0,0 0,0-1,1 1,-1 1,1-1,-1 0,1 1,0-1,0 1,0 0,2-1,94-23,-92 23,0 0,1 1,-1 0,0 0,1 1,-1 0,1 0,-1 1,1 0,-1 0,0 1,0 0,0 0,0 1,0-1,0 1,0 1,-1 0,0 0,0 0,0 0,0 1,-1 0,1 0,-1 1,0 0,-1 0,0 0,0 0,0 0,1 5,-1 5,-2 0,0 0,0 0,-2 1,0-1,-1 0,0 0,-2 0,0 0,0 0,-2 2,-3 17,9-7,-1-27,1-1,-1 0,1 1,0-1,-1 0,1 1,-1-1,1 0,0 0,-1 1,1-1,0 0,-1 0,1 0,-1 0,1 0,0 0,-1 0,1 0,0 0,-1 0,1-1,0 1,-1 0,1 0,-1 0,1-1,0 1,-1 0,1-1,-1 1,1-1,-1 1,1-1,-1 1,0-1,1 1,-1-1,1 1,-1-1,0 1,16-16,-1 0,-1-1,0 0,-1-1,-1-1,-1 0,0 0,4-14,-5 11,-1 0,-1 0,0-1,-2 1,-1-2,-1 1,2-24,-13 2,7 44,0 1,-1-1,1 0,0 0,0 1,0-1,0 0,-1 1,1-1,0 0,0 1,-1-1,1 1,-1-1,1 1,0-1,-1 0,1 1,-1 0,1-1,-1 1,0-1,1 1,-1 0,1-1,-1 1,0 0,1-1,-1 1,0 0,1 0,-1 0,0 0,1 0,-1 0,0 0,1 0,-1 0,0 0,0 0,1 0,-1 0,0 0,1 1,-1-1,0 0,1 0,-1 1,1-1,-1 1,1-1,-1 0,1 1,-1-1,1 1,-1 0,1-1,-1 1,-5 7,1 0,0 1,1-1,0 1,0 0,1 1,0-1,0 0,1 1,0 0,1 2,0-10,-3 19,0 1,2 0,0 0,1 0,1 0,1 0,2-1,0 1,1 0,1-1,0 0,2 0,1 0,1-1,0 0,1-1,2 0,-1-1,2 0,10 11,-16-23,0 0,0 0,1-1,-1 0,1 0,0-1,0 0,1 0,-1-1,1 0,0-1,0 0,0 0,0-1,4 0,26-2</inkml:trace>
  <inkml:trace contextRef="#ctx0" brushRef="#br0" timeOffset="4692.137">295 402,'-14'-2,"-8"-1,-1-2,10 0,21 0,28 0,29-5,32-3,29-1,18 0,-16 1</inkml:trace>
  <inkml:trace contextRef="#ctx0" brushRef="#br0" timeOffset="5300.02">175 1138,'4'7,"0"1,0-1,1 0,0 0,0 0,1-1,-1 1,2-1,-1-1,1 1,-1-1,1 0,1-1,-1 0,7 3,2 1,0-1,0 0,1-1,-1-1,2-1,-1 0,0-1,1-1,-1 0,1-2,0 0,-1-1,1 0,-1-2,16-3,-31 6,1-1,-1 1,1 0,-1-1,0 0,1 0,-1 0,0 0,0 0,1 0,-1 0,0-1,0 1,0-1,-1 1,1-1,0 0,-1 0,1 0,-1 0,1 0,-1 0,0 0,0 0,0-1,0 1,0 0,-1-1,1 1,0 0,-1-1,0 1,0-1,0 1,0-1,0 1,0-1,-1 1,1-1,-1 1,0 0,1-1,-1 1,0 0,0 0,-1 0,1-1,0 1,-1 0,1 0,-1 1,0-1,0 0,1 1,-1-1,-1 0,1 1,-1-1,1 1,0-1,-1 1,1 0,-1 0,0 0,1 0,-1 0,0 1,0-1,1 1,-1 0,0 0,0 0,1 0,-1 0,0 1,0-1,1 1,-1 0,0 0,1 0,-1 0,0 0,1 0,0 1,-1-1,1 1,0 0,0-1,0 1,0 0,0 0,0 1,0-1,-3 9,0 0,1 0,0 1,1-1,0 1,1 0,0 0,1 0,0 0,1 0,0 0,1 2,5 85,4-1,7 20,7 50,-24-164,7 35,-2 0,-1 0,-3 0,-1 0,-2 0,-1 0,-2 0,-2 0,-11 35,17-70,0-1,0 1,0-1,0 1,0-1,0 0,-1 1,0-1,0 0,0 0,0 0,0 0,0 0,-1-1,1 1,-1-1,0 0,0 1,0-1,0-1,0 1,0 0,0-1,-1 1,1-1,-1 0,1 0,-1 0,1-1,-1 1,0-1,1 0,-1 0,1 0,-1-1,0 1,1-1,-1 0,1 0,-1 0,-2-1,-4-8,0 1,1-1,0 0,0-1,1 0,1-1,0 1,0-1,2-1,-1 1,-2-11,-5-9,1 1,2-1,1-1,2 0,1 0,2 0,1-1,1-5,2 32,0 0,1-1,-1 1,2 0,-1 0,1 0,0 0,0 0,1 0,0 1,0-1,1 1,0 0,0 0,0 0,1 0,-1 1,1-1,1 1,-1 1,1-1,0 1,2-2,18-7,1 0,0 1,0 2,18-4,40-12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9:25.58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76,'26'-9,"23"-5,22-1,12 1,5 2,-5 4,-14 4,-19 9,-17 2</inkml:trace>
  <inkml:trace contextRef="#ctx0" brushRef="#br0" timeOffset="1">94 276,'21'9,"22"4,22-2,23-2,19-4,12-8,-14-4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9:25.03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201 214,'-14'67,"3"0,3 0,3 1,3 25,-1-2,-7 113,9-270,-3 0,-3 0,-14-61,-78-313,88 372,12 66,0 0,0 0,0 0,0 0,0 0,1 0,-1 0,1 0,-1 1,1-1,0 1,-1-1,1 1,0 0,0 0,0 0,0 0,0 0,0 0,0 0,1 0,-1 1,0 0,0-1,1 1,-1 0,0 0,0 0,1 0,-1 0,0 1,2-1,4 0,376-5,-252 11,-129-6,-1 0,1 0,0 1,-1-1,1 0,0 1,-1 0,1 0,-1 0,1 0,-1 0,0 0,1 1,-1-1,0 1,0-1,0 1,0 0,0 0,-1 0,1 0,0 0,-1 1,1 16</inkml:trace>
  <inkml:trace contextRef="#ctx0" brushRef="#br0" timeOffset="283.252">0 495,'21'2,"20"1,21 0,23-3,22-5,16-8,4-5,-18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9:27.87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108 122,'65'-16,"145"-12,192 1,-345 24,1078-18,-898 20,-76-3,-127-1,-29 0,-17 1</inkml:trace>
  <inkml:trace contextRef="#ctx0" brushRef="#br0" timeOffset="3136.959">1 161,'68'-10,"348"7,283-19,125-48,-345 28,-171 35,-47 1,-172 7,-105-1,-8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9:26.1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67,'18'-10,"0"0,0 2,1 0,0 1,1 1,-1 1,1 1,0 0,0 2,0 0,12 1,-25 1,0 1,0 0,0 0,0 0,0 0,-1 1,1 1,0-1,-1 1,0 0,1 0,-1 1,-1 0,1 0,0 0,-1 1,0-1,0 1,0 1,-1-1,0 1,0 0,0-1,-1 2,0-1,0 0,0 1,-1-1,0 1,0 0,-1 0,2 17,-2 0,-1 0,-1 0,-1 0,-1 0,-1 0,-1 0,-2-1,0 0,-1 0,-10 19,-28 101,45-141,0-1,0 1,1-1,-1 0,1 1,-1-1,1 1,-1-1,1 1,0 0,0-1,0 1,0-1,0 1,0-1,0 1,1-1,-1 1,0 0,1-1,-1 0,1 1,0-1,-1 1,1-1,0 0,0 1,0-1,0 0,0 0,0 0,0 0,1 0,-1 0,0 0,0 0,1 0,-1-1,1 1,0 0,4-3,0 1,0-1,0-1,-1 1,1-1,0 0,-1 0,0-1,0 1,0-1,0 0,-1-1,1 1,-1-1,3-4,10-13,0-2,-2 0,0-1,-2 0,-1-1,-1-1,-1 0,-1 0,-2-1,0 0,-2-1,-1 1,-2-1,-1 0,-1-21,-2 18,2 32,-1 0,1 1,0-1,0 0,-1 0,1 0,0 0,0 0,-1 0,1 0,0 0,0 0,-1 0,1 0,0 0,0 0,-1 0,1 0,0 0,0 0,-1-1,1 1,0 0,0 0,-1 0,1 0,0 0,0-1,0 1,-1 0,-1 25,1 0,1 0,2 0,0 0,1 0,2-1,0 0,2 1,6 14,-2-8,1 0,2 0,1-1,1-1,2-1,1-1,14 17,-10-19</inkml:trace>
  <inkml:trace contextRef="#ctx0" brushRef="#br0" timeOffset="266.853">215 334,'29'-5,"31"-3,27-3,22 1,11-1,-16 2</inkml:trace>
  <inkml:trace contextRef="#ctx0" brushRef="#br0" timeOffset="436.655">1150 294,'-4'7,"-2"4,2 3,7-1,5-3,4-3,-1-5,-2-5,-3-4,-1-4,-5-2,-7 0,-9 1,-6 3,-2 5,1 8,5 5,5 2</inkml:trace>
  <inkml:trace contextRef="#ctx0" brushRef="#br0" timeOffset="1029.168">1458 147,'-2'6,"1"0,1 0,-1 0,1 0,0 1,1-1,0 0,0 0,0 0,0 0,1 0,0 0,0 0,1-1,0 1,0-1,0 0,0 0,1 0,0 0,0 0,0-1,3 2,2 2,0 0,0-1,1 0,0 0,1-1,-1 0,1-1,0-1,0 0,1 0,7 1,-9-3,1 0,-1-1,1 0,-1-1,1 0,0 0,-1-1,1-1,-1 1,1-2,-1 0,0 0,0-1,0 0,-1 0,1-1,-1-1,0 1,-1-1,1-1,-1 0,0 0,-1-1,0 0,0 0,0 0,-1-1,-1 0,1 0,-2-1,1 1,-1-1,-1 0,1 0,0-7,-4 15,1 0,-1 1,1-1,-1 0,0 1,0-1,0 0,0 0,0 1,0-1,0 0,-1 0,1 1,0-1,-1 0,0 1,1-1,-1 0,0 1,0-1,0 1,0-1,0 1,0 0,0-1,0 1,-1 0,1 0,0 0,-1 0,1 0,-1 0,1 0,-1 0,0 1,1-1,-1 1,0-1,1 1,-1 0,0-1,0 1,1 0,-1 0,0 0,0 0,1 1,-1-1,0 0,0 1,1-1,-1 1,1 0,-1 0,-3 4,1 0,0 0,0 1,0 0,0-1,1 1,0 1,1-1,-1 0,1 1,0 0,1-1,0 1,0 0,0 0,1 1,-1-4,-1 48,1 1,3-1,3 1,1-1,3-1,2 1,2-1,3-1,7 13,8 40,-30-100,14 45,-2 1,-3 0,-1 1,-2 9,-6-53,0 0,0 1,0-1,-1 0,0 1,-1-1,1 0,-1 1,0-1,-1 0,1 0,-1 0,0 0,-1 0,0 0,0 0,0-1,0 0,-1 1,0-1,0 0,0-1,-1 1,1-1,-1 0,0 0,-1-1,1 1,-1-1,1 0,-1 0,0-1,0 0,0 0,0 0,0-1,-1 0,0-1,0-1,-1 0,1-1,0 1,0-2,0 1,1 0,-1-1,1-1,-1 1,1-1,0 0,0 0,0-1,1 1,0-1,0-1,0 1,0-1,1 0,0 0,0-1,-7-11,0-1,2 0,0-1,1 0,1-1,-4-18,8 25,0-1,0 1,2-1,-1 0,2 0,0 0,1-3,0 12,-1 1,1 0,1 0,-1 0,1 0,-1 1,1-1,1 0,-1 1,1-1,0 1,0 0,0 0,0 0,1 0,-1 0,1 1,0 0,0 0,1 0,-1 0,4-1,8-2,1 0,0 2,0 0,1 0,-1 2,1 0,-1 1,6 1,31-1</inkml:trace>
  <inkml:trace contextRef="#ctx0" brushRef="#br0" timeOffset="3594.703">1150 241,'0'2,"-1"0,1 0,-1 0,1 1,0-1,0 0,0 0,0 1,1-1,-1 0,0 0,1 1,0-1,-1 0,1 0,0 0,0 0,0 0,0 0,1 0,-1 0,0-1,1 1,0 0,-1-1,1 1,0-1,-1 0,1 1,0-1,0 0,0 0,0 0,1-1,-1 1,0 0,0-1,1 1,1-1,0 0,0 0,0-1,0 1,0-1,0 0,0 0,0-1,-1 1,1-1,0 1,-1-1,1 0,-1-1,0 1,1-1,-1 1,0-1,-1 0,1 0,0 0,-1 0,0-1,0 1,0-1,0 1,0-1,-1 0,1 0,-1 0,0 0,-1 0,1 0,0-3,-3 4,0 1,-1-1,1 1,0-1,-1 1,0 0,1 0,-1 0,0 0,0 0,0 1,-1-1,1 1,0 0,0 0,-1 0,1 1,0-1,-1 1,1-1,-1 1,1 0,-1 1,1-1,0 1,-1-1,1 1,0 0,-1 0,0 1,-20 5,3 2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9:42.0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1 492,'4'-3,"-1"0,1 0,-1 0,1 0,-1-1,0 1,0-1,-1 0,1 1,-1-2,0 1,0 0,0 0,0-1,-1 1,1-5,0 5,30-123,-27 98,2 0,0 0,2 1,9-17,-17 41,0 1,0 0,1 0,-1 0,1 0,0 0,0 1,0-1,0 0,0 1,1 0,-1-1,1 1,0 0,0 0,-1 0,1 1,0-1,0 1,1 0,-1 0,0 0,0 0,1 0,-1 1,0-1,1 1,-1 0,0 0,1 0,-1 0,1 1,-1 0,11 4,-1 2,0-1,0 2,-1 0,0 0,-1 1,0 1,0 0,-1 0,0 1,-1 0,0 1,0 0,-2 0,4 8,10 52,-21-70,0 0,0 0,-1 0,1 0,0 0,-1 0,0 0,1 0,-1 0,0 0,0 0,0-1,0 1,0 0,0 0,-1-1,1 1,0-1,-1 1,0-1,1 0,-1 0,0 1,1-1,-1 0,0 0,0-1,0 1,0 0,0-1,0 1,0-1,-2 1,1-1,1 0,-1 1,1-1,-1-1,1 1,-1 0,0 0,1-1,-1 0,1 1,-1-1,1 0,0 0,-1 0,1-1,0 1,0 0,0-1,0 0,0 1,0-1,0 0,0 0,1 0,-1 0,1 0,-1 0,1-1,0 1,0 0,0-1,0 1,1-1,-1 1,1-1,-1 1,1-1,0 0,0 1,0-1,0 1,0-1,1 1,-1-1,1 1,0-1,-1 1,1-1,0 1,7-13,-1 1,2 0,0 0,1 1,0 0,0 1,2 0,0 1,0 0,0 1,2 0,-1 1,1 1,0 0,1 1,5-2,-13 6,1-2,1 0,0 1,1 1,-1-1,1 1,-1 1,1 0,0 0,3 1,-10 2,0 0,-1 0,1 0,-1 1,1-1,-1 1,0-1,0 1,0 0,1 0,-2 0,1 0,0 1,0-1,-1 0,1 1,-1-1,0 1,0-1,0 1,0 0,0-1,0 1,-1 0,0 0,1 0,-1-1,0 1,0 0,-1 0,1 0,0 0,-1-1,0 1,0 2,1 8,-1-7,1 0,-1 0,1 1,1-1,-1 0,1 1,0-1,1 0,-1 0,1 0,1 0,-1 0,1-1,0 1,0-1,0 1,1-1,0 0,0-1,0 1,1-1,0 1,0-1,0 0,1-1,0 0,-1 0,2-1,-1 0,0 0,0 0,1-1,-1 0,1 0,-1-1,1 1,-1-2,1 1,-1-1,1 1,-1-2,0 1,1-1,-1 0,0 0,0-1,0 0,0 0,-1 0,1-1,-1 0,0 0,0 0,0 0,0-1,-1 0,0 0,0 0,0 0,-1-1,0 0,0 0,0 0,-1 0,1 0,-1-1,2-10,-1 0,-1 0,0 0,-1 0,0-1,-2-5,0 16,0 16,1 19,2-19,-1 1,1-1,1 0,0 0,0 0,1 0,0-1,0 1,1-1,0 0,1-1,-1 1,1-1,1 0,0 0,0-1,0 0,0 0,1-1,0 0,0 0,2-1,11 4</inkml:trace>
  <inkml:trace contextRef="#ctx0" brushRef="#br0" timeOffset="916.783">1245 11,'4'18,"1"0,0 0,2 0,0-1,1 0,0 0,2-1,0 0,0-1,2 0,0-1,6 6,59 36,-74-55,0 0,0 0,0 0,0 0,0 0,0 0,0-1,0 0,0 1,1-1,-1 0,0-1,0 1,0 0,0-1,0 0,0 0,0 0,0 0,0 0,0-1,0 1,0-1,-1 0,1 0,-1 0,1 0,-1 0,7-11,0 0,-1-1,-1 0,0 0,-1 0,-1-1,0 0,-1 0,-1-1,0 1,-1-1,0-5,-1 15,-3 16,1 0,1 1,0-1,0 0,1 0,0 1,1-1,0 0,0 0,1 0,1-1,0 1,0-1,0 0,1 0,1 0,0-1,0 1,-3-6,1 0,0-1,-1 1,1 0,0-1,1 0,-1 0,0-1,0 1,1-1,-1 0,1 0,-1 0,1 0,0-1,-1 0,1 0,-1 0,1-1,0 1,-1-1,1 0,-1-1,0 1,1-1,-1 0,0 0,1 0,8-5,-1 0,1-1,-1 0,-1-1,0-1,0 0,0 0,2-4,61-100,-74 114,1 0,-1 0,0 0,0 1,0-1,1 0,-1 0,0 0,0 0,0 0,1 1,-1-1,0 0,0 0,1 0,-1 0,0 0,0 0,1 0,-1 0,0 0,0 0,1 0,-1 0,0 0,0 0,1 0,-1 0,0 0,0 0,1-1,-1 1,0 0,0 0,0 0,1 0,-1 0,0-1,0 1,0 0,0 0,1 0,-1 0,0-1,0 1,0 0,0 0,0-1,0 1,1 0,-1 0,0-1,0 1,0 0,0 0,0-1,0 1,0 26,0-18,0 2,1-1,0 1,1-1,0 1,0-1,1 0,0 0,0 0,1 0,1-1,-1 1,1-1,1 0,0 0,0-1,0 0,1 0,0 0,0-1,0 0,1-1,0 1,0-1,1-1,0 0,-1 0,1-1,0 0,1 0,-1-1,0 0,9 0,-10-1,0 0,0-1,0-1,0 1,0-1,0 0,0-1,0 0,0 0,-1-1,1 0,-1 0,0-1,0 0,0 0,0 0,-1-1,1 0,-1-1,-1 1,1-1,-1 0,4-6,-3 4,0 0,1 0,-1 1,2 0,-1 0,1 1,0 0,0 0,0 1,1 0,0 0,8-2,26-11,-30 14,0-1,0 0,-1-1,0 0,0-1,-1-1,0 0,0 0,1-3,-10 10,-1 1,0-1,0 0,0 0,0-1,0 1,0 0,0 0,0 0,-1-1,1 1,0 0,-1-1,1 1,-1 0,0-1,1 1,-1-1,0 1,0-1,0 1,0-1,0 1,0-1,0 1,0-1,-1 1,1-1,0 1,-1 0,1-1,-1 1,0 0,1-1,-1 1,0 0,0 0,0 0,0-1,0 1,0 0,0 0,0 1,-1-1,1 0,-1 0,-5-2,-1 1,1 0,-1 0,1 1,-1 0,0 0,1 1,-1 0,0 0,0 0,1 1,-1 1,1-1,-1 1,1 1,-1-1,1 1,0 1,0-1,1 1,-1 0,1 1,0-1,0 1,0 0,-2 3,5-4,1-1,-1 1,1-1,-1 1,1 0,0 0,0 0,1 0,-1 0,1 1,0-1,0 0,0 1,1-1,0 0,-1 1,2-1,-1 1,0-1,1 0,0 1,0-1,0 0,0 1,1-1,0 0,0 0,0 0,0 0,1-1,-1 1,1-1,0 1,0-1,0 0,1 0,16 12,0-2,1 0,0-1,1-1,1-2,0 0,0-1,0-1,1-1,0-1,0-2,2 0,143 12,-104-15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9:38.1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162 956,'2'20,"3"16,1 12,0 3,-2 0,-4-3,-2-9,0-12,0-11</inkml:trace>
  <inkml:trace contextRef="#ctx0" brushRef="#br0" timeOffset="646.577">1 634,'48'3,"-1"1,1 2,-1 3,0 1,-1 3,40 16,-59-19,-2 1,1 1,-1 1,-1 1,-1 2,0 0,10 10,-24-18,0 0,0 1,-1 0,0 1,-1 0,0 0,0 1,-1 0,0 0,-1 0,-1 1,0 0,0 0,-1 0,0 0,-1 0,0 12,-14 104,13-127,0 1,0-1,0 1,0-1,0 1,0-1,0 0,1 1,-1-1,0 0,1 0,-1 0,1 0,-1 0,1 0,0-1,-1 1,1 0,0-1,0 1,-1-1,1 0,0 1,0-1,-1 0,1 0,0 0,0 0,0-1,-1 1,1 0,0-1,0 1,-1-1,1 0,-1 0,1 1,0-1,-1 0,1 0,-1 0,0-1,2 0,8-3,0-1,0 0,-1-1,1 0,-1-1,-1 0,0-1,0 0,0 0,-1-1,-1 0,0 0,0-1,-1 1,0-2,-1 1,0-1,-1 1,0-1,-1-1,0 0,-5 3,-3 22,3-2,0 1,1-1,0 1,1 0,0-1,0 1,1 0,1-1,1 6,-2-11,0-1,0 0,1 0,0 0,0 0,0 0,0 0,1-1,0 1,-1-1,1 1,0-1,1 0,-1 0,1-1,-1 1,1-1,0 1,0-1,0 0,0-1,0 1,0-1,2 1,3-1,0 0,0 0,0-1,0-1,0 1,0-1,0-1,0 0,0 0,-1-1,1 0,-1 0,0-1,0 0,0 0,0-1,-1 0,0 0,0-1,0 0,0 0,-1-1,0 0,-1 0,0 0,0-1,0 1,-1-1,0 0,0-1,-1 1,0-1,-1 1,0-1,0 0,-1 0,0 0,-1 0,1 0,-2-7,1 17,0-1,0 1,0 0,-1 0,1-1,0 1,0 0,0 0,-1-1,1 1,0 0,-1-1,1 1,0 0,-1-1,1 1,-1 0,1-1,-1 1,1-1,-1 1,0-1,1 0,-1 1,0-1,1 1,-1-1,0 0,1 0,-1 1,0-1,0 0,1 0,-1 0,0 0,0 0,0 0,1 0,-1 0,0 0,0 0,1 0,-1-1,0 1,1 0,-1 0,0-1,0 1,1 0,-1-1,1 1,-1-1,0 1,1-1,-1 1,1-1,-1 0,1 1,-1-1,1 1,0-1,-1 0,1 0,0 1,-1-1,1 0,0 0,-3 7,0 0,1 0,0 0,0 1,0-1,1 1,0-1,0 1,0-1,1 1,0-1,1 1,-1-1,1 1,0-1,1 1,0-1,0 0,0 1,1-1,-1 0,2-1,-1 1,0 0,1-1,0 0,1 0,-1 0,1-1,0 1,0-1,0 0,1 0,1 0,10 3,0 0,0-1,0-1,1-1,0-1,0 0,0-1,0-1,0-1,0-1,1 0,-1-1,0-1,-1-1,1 0,-1-1,2-2,18-7</inkml:trace>
  <inkml:trace contextRef="#ctx0" brushRef="#br0" timeOffset="1545.802">1739 849,'5'122,"6"1,8 15,-3-12,14 212,-36-265,5-73,1 0,-1 1,1-1,-1 0,1 0,-1 0,1 0,-1 0,0 0,1 0,-1 0,1 0,-1 0,0 0,1 0,-1 0,1 0,-1 0,1-1,-1 1,1 0,-1 0,1-1,-1 1,1 0,-1-1,1 1,-1-1,1 1,-1 0,1-1,0 1,-1-1,1 1,0-1,0 1,-1-1,1 1,0-1,0 0,0 1,-1-1,1 1,0-1,0 1,0-1,0 0,0 1,0-1,1 1,-1-1,0 0,-16-48,3-1,2 0,2-1,2 0,2-11,3 38,-6-47,2-1,4 0,8-69,15 57,-20 81,0 1,0-1,1 1,-1-1,1 1,0 0,0-1,0 1,0 0,0 0,0 0,1 1,-1-1,1 0,-1 1,1 0,-1 0,1-1,0 1,0 1,-1-1,1 0,0 1,0-1,0 1,0 0,0 0,7 3,1 0,-1 0,0 1,0 1,-1-1,1 2,-1-1,0 1,-1 1,1-1,-1 1,-1 1,1 0,-1 0,0 0,-1 1,0 0,-1 0,0 0,3 7,-5-12,-1 0,1 0,-1 1,0-1,0 1,0-1,0 1,-1 0,0 0,0-1,0 1,-1 0,1 0,-1 0,-1 0,1 0,-1 0,1 0,-1 0,-1 0,1-1,-1 1,0 0,0-1,0 1,0-1,-1 0,0 0,0 0,0 0,0 0,-1-1,1 1,-1-1,0 0,0 0,-1 0,-1 0,-1 0,1-1,-1 0,0 0,0-1,1 0,-1 0,0 0,0-1,0 0,0-1,0 1,0-1,0-1,4 2,-1-1,1 1,0-1,0 0,0 0,0-1,0 1,0 0,0-1,1 0,-1 0,0 0,1 0,0 0,-1 0,1-1,0 1,0-1,0 1,0-1,1 0,-1 0,1 0,0 0,0 0,0 0,0 0,0 0,1 0,-1-1,1 1,1-3,0-1,1 1,0 0,0 0,0 0,1 0,-1 0,2 0,-1 1,1-1,-1 1,1 0,1 0,-1 1,1-1,0 1,0 0,0 0,4-2,263-175,-243 159,-1 0,-1-2,-1-1,-1-1,-2-1,10-16,-22 27,0 0,-2 0,0-1,-1-1,0 1,-2-1,0-1,-1 1,-1-1,0 0,-2 0,1-19,-3 29,-1 0,0 0,0 0,0 0,-1 0,-1 1,0-1,0 1,0-1,-2-1,3 7,1 0,-1 1,1-1,-1 1,0-1,0 1,0 0,0 0,-1 0,1 0,0 0,-1 1,1-1,-1 0,0 1,0 0,1 0,-1 0,0 0,0 0,0 1,0-1,0 1,0 0,0 0,0 0,0 0,0 0,0 1,0-1,0 1,0 0,-7 4,0 1,0 0,1 0,0 1,0 0,1 1,0 0,0 0,1 1,0 0,1 0,0 0,0 1,1 0,0 0,1 1,0-1,0 1,0 6,-4 7,2 0,0 1,2-1,0 1,2 0,1 0,1 1,1-1,1 0,1 0,5 18,-4-26,1 0,1 0,0 0,1 0,1-1,1 0,0-1,1 0,1 0,0-1,0-1,2 0,0 0,0-1,1-1,13 8,-13-11,0 1,1-2,1 0,-1-1,1-1,0 0,0-1,0-1,1 0,-1-1,1-1,15-1,-23-1,-1 1,1-1,-1-1,0 1,0-1,0-1,0 0,0 0,0 0,0-1,-1 0,0-1,0 0,0 0,-1 0,1-1,-1 0,0 0,-1 0,0-1,0 0,0 0,-1 0,0-1,3-7,-2 4,-1 0,0 0,-1 0,0-1,-1 1,0-1,-1 0,0 1,-1-1,-1 0,1 0,-2 1,0-1,0 0,-1 1,-4-10,7 21,0-1,0 0,0 1,0-1,0 0,-1 1,1-1,0 0,-1 1,1-1,0 0,-1 1,1-1,-1 1,1-1,-1 1,1-1,-1 1,1-1,-1 1,0 0,1-1,-1 1,0 0,1-1,-1 1,0 0,1 0,-1 0,0 0,1 0,-1-1,0 1,0 1,1-1,-1 0,0 0,1 0,-1 0,0 0,0 0,1 1,-1-1,1 0,-1 1,0-1,1 0,-1 1,1-1,-1 1,1-1,-1 1,1-1,-1 1,-17 37,16-30,0 0,0 0,1 0,0 0,1 1,0-1,0 0,0 0,1 0,0 0,1 0,0 0,0 0,1 0,0-1,0 1,1-1,0 0,0 0,1 0,0 0,0-1,0 0,1 0,0 0,0-1,0 0,1 0,0 0,1 0,85 27,-50-25</inkml:trace>
  <inkml:trace contextRef="#ctx0" brushRef="#br0" timeOffset="2475.577">3009 769,'-2'5,"-1"1,1 0,1 0,-1 0,1 0,0 0,0 0,1 0,0 0,0 0,0 0,1 0,0 1,0-1,0 0,1-1,0 1,0 0,0 0,1-1,0 1,0-1,0 0,4 4,2 2,0 0,1-1,0 0,0 0,1-1,0-1,0 0,1 0,0-1,6 2,-14-7,-1 0,0 0,1 0,-1 0,1-1,0 0,-1 1,1-1,0-1,0 1,0-1,0 1,0-1,-1 0,1 0,0-1,0 1,0-1,0 0,-1 0,1 0,0 0,-1-1,1 0,-1 0,1 1,-1-2,0 1,0 0,0-1,0 1,0-1,1-2,1-8,-1 0,0-1,0 0,-1 0,-1 0,-1 0,0 0,0 0,-2-1,-1-7,2 1,-4-30,-6 77,9-8,0-1,0 0,2 1,0-1,1 1,2 5,-3-19,0 1,0-1,1 1,-1-1,1 0,0 0,0 0,1 0,-1 0,1 0,0-1,0 1,0-1,0 0,0 0,1 0,-1 0,1-1,0 1,0-1,0 0,0 0,1-1,-1 1,0-1,1 0,-1 0,4 0,-1 0,0-1,0 0,0-1,0 1,0-1,0-1,0 1,0-1,0-1,0 1,-1-1,1 0,-1-1,0 1,0-1,0 0,0-1,-1 0,0 0,0 0,1-1,5-6,0-1,-1-1,-1 0,0 0,0-1,-2 0,0-1,4-13,-7 8,-4 21,0 0,0 0,0-1,0 1,0 0,-1-1,1 1,0 0,0 0,0-1,0 1,0 0,0 0,-1 0,1-1,0 1,0 0,0 0,0 0,-1-1,1 1,0 0,0 0,-1 0,1 0,0 0,0-1,-1 1,1 0,0 0,0 0,-1 0,1 0,0 0,0 0,-1 0,1 0,0 0,-1 0,1 0,0 0,0 0,-1 0,1 0,0 1,0-1,-1 0,1 0,0 0,0 0,0 0,-1 1,1-1,0 0,0 0,0 0,-1 1,1-1,0 0,0 0,0 1,0-1,0 0,0 0,0 1,-1-1,1 0,-3 3,-1 1,0-1,1 1,0 0,0 0,0 0,0 0,1 1,0-1,0 1,0-1,0 1,1 0,-1 0,1 0,0 0,1 0,-1 0,1 0,0 0,1 0,-1-1,1 1,0 0,0 0,0 0,1 0,0 0,-1-1,2 1,-1-1,1 0,-1 1,4 2,4-3,0 0,0 0,0-1,1-1,0 0,-1 0,1-1,0 0,0-1,0 0,-1-1,1 0,0-1,0 0,-1-1,1 0,4-2,-1 0,-1 0,1 0,-1-2,0 1,-1-2,1 0,-2 0,1-1,-1 0,0-1,-1-1,0 1,-1-2,0 1,-1-1,0-1,2-6,3 10,-10 31,-3-18,0 3,0 1,0-1,1 0,0 0,0 0,1 0,-1 0,2 0,-1 0,1 0,0-1,0 1,1-1,0 0,0 0,0 0,1-1,0 1,0-1,0 0,1-1,-1 1,1-1,0 0,6 2,-2-2,1-1,-1 0,1-1,-1 0,1-1,0 0,-1 0,1-1,0-1,0 0,0 0,-1-1,1-1,-1 0,0 0,1-1,-1 0,-1 0,1-1,-1-1,0 0,0 0,0 0,-1-1,0-1,-1 1,1-1,-1-1,-1 1,0-1,2-3,6-22,-1 0,-1 0,-2-1,-2-1,-1 1,-1-1,-3-1,0 1,-3-1,-1-10,1 33,-2-341,-8 275,9 79,1 1,0-1,-1 1,1-1,-1 1,1-1,-1 1,1 0,-1-1,1 1,-1 0,1-1,-1 1,0 0,1 0,-1-1,0 1,1 0,-1 0,1 0,-1 0,0 0,1 0,-1 0,0 0,1 0,-1 0,1 1,-1-1,0 0,1 0,-1 1,1-1,-1 0,0 0,1 1,-1-1,1 1,-1-1,1 1,0-1,-1 0,1 1,-1-1,1 1,0 0,-1-1,1 1,0-1,0 1,-1 0,1-1,0 1,0-1,0 1,0 0,0 0,-9 16,1 0,0 1,1 1,1-1,1 1,1 0,-1 10,3-20,-8 40,1 0,2 1,3 0,2 0,2 0,2 0,2 0,3-1,1 1,3-1,2-1,2 0,2-1,16 28,-10-38,-3-11</inkml:trace>
  <inkml:trace contextRef="#ctx0" brushRef="#br0" timeOffset="2974.914">4078 447,'422'52,"-365"-45,158 22,88 28,-256-44,-47-13,-1 0,1 1,0-1,-1 0,1 0,0 1,-1-1,1 0,0 1,0-1,-1 0,1 1,0-1,0 0,-1 1,1-1,0 1,0-1,0 1,0-1,0 0,0 1,0-1,-1 1,1-1,0 1,1-1,-1 0,0 1,0-1,0 1,0-1,0 0,0 1,0-1,1 1,-1-1,0 0,0 1,1-1,-1 0,0 1,0-1,1 0,-1 1,0-1,1 0,-1 0,0 1,1-1,-1 0,-204 48,188-42,0 0,0 1,1 0,0 2,0 0,-11 9,21-14,0-1,1 1,0 1,-1-1,2 1,-1-1,0 1,1 0,0 0,0 1,0-1,1 1,0-1,0 1,0 0,1 0,0 0,0 0,0 0,1 0,0 1,0-4,1 1,0 0,-1 0,1-1,0 1,1-1,-1 1,1-1,-1 1,1-1,0 0,1 0,-1 0,0 0,1 0,-1-1,1 1,0-1,0 1,0-1,0 0,1 0,-1-1,0 1,1-1,-1 1,3 0,5 1,0 0,0-1,0 0,1-1,-1 0,0-1,0 0,10-2,-10 1,1-1,0-1,-1 0,1-1,-1 0,0 0,0-1,0-1,-1 0,0 0,2-3,-7 6,0-1,-1 0,1 0,-1-1,1 0,-2 1,1-1,0-1,-1 1,0 0,0-1,-1 0,1 1,-1-1,0 0,-1 0,0 0,0-1,0 1,-1 0,1 0,-1-1,-1 4,1 1,-1-1,1 1,-1 0,0-1,0 1,0 0,0 0,0 0,0 0,-1 0,1 0,-1 0,1 0,-1 0,0 1,1-1,-1 0,0 1,0 0,0-1,-1 1,1 0,0 0,0 0,-1 1,1-1,0 0,-1 1,1 0,0-1,-1 1,1 0,-1 0,1 0,-1 1,1-1,0 1,-1-1,1 1,0 0,-1 0,1 0,0 0,0 0,0 0,0 1,0-1,0 1,0-1,0 1,1 0,-1 0,-1 0,0 0,0 1,0-1,0 1,0 0,1 0,0 0,-1 0,1 0,0 1,0-1,1 1,-1-1,1 1,0 0,0-1,0 1,0 0,1 0,-1-1,1 1,0 0,0 0,1 0,-1 0,1 0,-1-1,1 1,1 0,-1-1,0 1,1 0,0-1,0 0,0 1,0-1,0 0,1 0,-1 0,1-1,0 1,0 0,0-1,0 0,17 9,0 0,1-2,0-1,1-1,-1 0,1-2,1 0,-1-1,22 0,-32-3,117 14,-3-4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9:36.79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2485 600,'0'19,"0"21,4 20,5 18,2 14,1 8,0 4,-3-2,-5-4,-6-8,-7-14,-1-20</inkml:trace>
  <inkml:trace contextRef="#ctx0" brushRef="#br0" timeOffset="546.853">2431 1055,'1'-188,"-2"183,1 0,0 0,0 0,0 0,0 0,1 0,0 0,0 0,1 0,-1 1,1-1,0 0,0 1,0-1,1 1,0 0,0 0,0 0,0 0,4-3,4 2,0 1,0 0,1 0,-1 1,1 1,0 0,0 0,0 1,0 1,0 0,0 1,0 0,0 1,0 0,7 3,-8-4,0 2,0-1,0 2,0-1,0 1,-1 1,1 0,-1 1,-1 0,1 0,-1 1,0 0,-1 0,1 1,-1 0,-1 1,5 6,-10-12,-1 0,0 0,0 1,1-1,-2 0,1 0,0 1,-1-1,1 0,-1 1,0-1,0 1,-1-1,1 0,-1 1,1-1,-1 0,0 0,0 1,-1-1,1 0,-1 0,1 0,-1 0,0-1,0 1,0 0,0-1,-1 1,1-1,-3 2,-4 3,0 0,-1 0,0-1,0-1,0 1,-1-1,1-1,-9 2,11-2,-1-1,1-1,-1 0,0 0,0 0,1-1,-1 0,0-1,0 0,0-1,0 1,0-2,0 1,1-1,-1-1,1 1,-1-1,1-1,-6-3,13 6,0 0,0 0,-1 0,1-1,0 1,0 0,0-1,1 1,-1-1,0 1,0-1,1 0,-1 1,1-1,-1 0,1 1,0-1,0 0,0 1,0-1,0 0,0 0,0 1,0-1,1 0,-1 1,1-1,-1 0,1 1,0-1,0 1,-1-1,1 1,0-1,0 1,0 0,1-1,-1 1,1 0,56-43,-45 37,0 2,0-1,0 2,1 0,0 0,0 2,0-1,1 2,-1 0,0 1,0 0,1 1,-1 0,0 1,0 1,0 1,0 0,-1 0,1 1,-1 1,0 0,-1 1,1 1,-2 0,1 0,-1 1,6 6,4 11,-18-22,-1 0,1-1,0 1,-1 0,2-1,-1 0,0 0,1 0,-1 0,1 0,0-1,0 1,0-1,0 0,0-1,0 1,1-1,-1 1,1-1,3 0,0-1,1-1,-1 1,1-2,0 1,-1-1,0 0,1-1,-1 0,0 0,0-1,-1 0,1 0,-1-1,0 0,0-1,-3 4,-1-1,0 0,0 0,0 0,-1 0,1 0,-1-1,0 1,1-1,-2 0,1 1,0-1,-1 0,0 0,0 0,0 0,0 0,0-1,-1 1,0 0,0 0,0 0,-1 0,1 0,-1-1,0 1,0 0,0 0,-1 1,1-1,-3-3,1 1,-1 0,0 0,0 0,0 1,-1-1,1 1,-2 0,1 1,0-1,-1 1,0 0,0 0,0 1,0 0,0 0,-1 0,0 1,1 0,-1 0,0 1,0 0,0 0,0 1,0 0,0 0,-6 1,11-1,0 1,0 0,0 0,0 0,0 0,1 0,-1 1,0-1,0 1,1-1,-1 1,1-1,0 1,-1 0,1 0,0 0,0 0,0 0,0 0,0 0,1 0,-1 0,0 0,1 0,0 0,-1 0,1 1,0-1,0 0,0 0,1 0,-1 1,1-1,-1 0,1 0,-1 0,1 0,0 0,0 0,0 0,0 0,2 1,10 23</inkml:trace>
  <inkml:trace contextRef="#ctx0" brushRef="#br0" timeOffset="929.247">3408 1029,'16'-26,"-1"0,-1-1,-1 0,-2-1,0-1,-2 0,-1 0,-2-1,1-12,5-57,-4 0,-5-17,-3 111,-4-339,-10 271,14 73,-1 0,0 0,0 0,1 0,-1 0,0 0,0 0,1 0,-1 1,0-1,1 0,-1 0,0 1,1-1,-1 0,0 1,1-1,-1 0,1 1,-1-1,0 1,1-1,-1 1,1-1,-1 1,1 0,0-1,-1 1,1-1,0 1,-1 0,1-1,0 1,0 0,0 0,-1-1,1 1,0 0,0-1,0 1,0 0,0 0,0-1,1 1,-1 0,0 0,-6 30,2 1,0-1,3 1,1 15,-1-25,4 185,23 146,-24-316,2-1,2 0,1 0,2 0,1-1,2 0,1-1,6 8,-15-35,1 0,-1 0,1-1,1 0,-1 0,1 0,0-1,1 0,-1 0,1-1,3 2,-7-4,0 0,0-1,0 0,0 0,0 0,1 0,-1 0,0 0,0-1,1 0,-1 0,1 0,-1 0,0 0,1 0,-1-1,0 0,0 0,1 0,-1 0,0 0,0 0,0-1,0 0,0 1,-1-1,1 0,0-1,20-25,-7-3</inkml:trace>
  <inkml:trace contextRef="#ctx0" brushRef="#br0" timeOffset="1185.197">3314 561,'-26'-5,"-14"-1,-3 0,15 2,26 0,33 2,40 1,36 1,37 0,35 0,25 2,-22 2</inkml:trace>
  <inkml:trace contextRef="#ctx0" brushRef="#br0" timeOffset="-1081.278">118 587,'-2'19,"-3"18,-6 18,-2 15,-2 9,-3 6,0-2,2-5,4-13,5-19</inkml:trace>
  <inkml:trace contextRef="#ctx0" brushRef="#br0" timeOffset="-722.851">65 667,'5'26,"2"-1,0 0,2 0,1-1,1 0,1-1,1 0,0-1,2 0,1-1,1-1,0-1,2 0,0-1,12 8,-14-11,1-1,0 0,2-1,-1-1,1-1,1-1,0-1,0 0,21 4,-40-12,1-1,0 1,0-1,-1 1,1-1,0 0,0 0,0 0,-1 0,1-1,0 1,0-1,-1 0,1 0,0 0,-1 0,1 0,-1 0,1-1,-1 1,1-1,-1 1,0-1,0 0,0 0,0 0,0 0,-1-1,1 1,0 0,-1-1,0 1,0-1,1 0,-2 1,1-1,0 0,0 1,-1-1,0 0,1 0,-1-1,5-179,-7 132,-3-397,7 413,2 26,1 22,2 17,1 5</inkml:trace>
  <inkml:trace contextRef="#ctx0" brushRef="#br0" timeOffset="-337.888">787 787,'-6'41,"2"1,2-1,1 0,4 27,-2-62,-1 0,1 0,1 0,-1-1,1 1,0 0,1-1,-1 1,1-1,0 0,0 0,1 0,-1 0,1 0,0-1,1 0,-1 1,1-2,-1 1,1 0,0-1,1 0,-1 0,1-1,-1 0,1 0,0 0,-1 0,1-1,0 0,0 0,0-1,0 1,0-1,6-1,-4-1,1 0,-1-1,1 1,-1-2,0 1,0-1,0 0,-1-1,1 0,-1 0,0-1,-1 0,1 0,-1 0,0-1,-1 0,1 0,-2 0,1-1,-1 0,0 0,0 0,-1 0,0 0,-1-1,0 0,0 1,-1-1,0 0,0 0,-1-2,1-112,-3 155,1-20,1-1,0 1,1 0,0-1,1 1,1-1,0 1,0-1,1 0,0 0,1-1,0 1,1-1,0 0,1-1,0 1,0-1,1 0,0-1,1 0,0-1,0 1,7 3,3-2,1-2,0 0,0 0,1-2,-1-1,1 0,0-2,0 0,0-2,3 0,61-1</inkml:trace>
  <inkml:trace contextRef="#ctx0" brushRef="#br0" timeOffset="8378.314">212 2165,'47'-24,"-2"-2,0-2,-2-2,-2-1,0-3,-2-1,24-29,-43 44,-1-1,0 0,-2-2,-1 0,-1 0,0-2,-2 0,-1 0,-1-1,-1 0,0-7,-9 29,1-1,-1 0,0 1,0-1,-1 0,1 0,-1 1,0-1,0 0,-1 0,1 1,-1-1,0 0,-1 1,1-1,-1 1,0-1,0 1,0 0,0 0,-1 0,0 0,0 0,0 0,0 1,0-1,-1 1,0 0,1 0,-1 1,0-1,-1 1,1 0,0 0,-1 0,-2-1,1 2,0 0,0 0,-1 0,1 0,-1 1,1 0,-1 1,1 0,0 0,-1 0,1 0,0 1,0 0,0 0,0 1,0 0,1 0,-1 0,1 1,0 0,0 0,0 0,0 0,0 1,-3 4,0 1,0 0,1 0,1 1,0 0,0 0,1 1,0-1,1 1,0 0,1 0,0 1,0 9,1 0,1 0,1 0,1 0,1 1,0-1,2-1,1 1,0 0,2-1,0 0,2-1,0 0,1 0,1-1,1 0,0-1,2 0,0-1,1 0,0-2,2 0,-1 0,2-2,0 0,1-1,17 9,-31-19,-1 1,0-1,1 0,-1-1,1 1,0-1,0 0,-1 0,1 0,0-1,0 1,0-1,0 0,0-1,0 1,0-1,-1 0,1-1,0 1,-1-1,1 1,-1-2,1 1,-1 0,0-1,0 0,0 1,0-2,0 1,-1 0,0-1,1 0,-1 0,0 0,-1 0,1 0,-1 0,1-3,10-37,-13 43,0 1,0 0,0-1,0 1,0 0,0-1,0 1,0 0,1 0,-1-1,0 1,0 0,0-1,0 1,0 0,0 0,1-1,-1 1,0 0,0 0,0-1,1 1,-1 0,0 0,0 0,0-1,1 1,-1 0,0 0,1 0,-1 0,0 0,0-1,1 1,-1 0,0 0,1 0,-1 0,0 0,1 0,-1 0,0 0,1 0,-1 0,0 0,0 0,1 1,-1-1,0 0,1 0,-1 0,0 0,0 0,1 1,-1-1,0 0,0 0,1 0,-1 1,0-1,0 0,0 1,15 20,-11-15,0 0,-1 0,1 0,0-1,1 1,-1-1,1 0,0-1,0 1,0-1,1 0,0 0,0-1,0 1,0-1,0-1,1 1,-1-1,1 0,-1-1,1 1,0-1,0-1,-1 1,1-1,0 0,0-1,1 0,-4-1,-1 0,1-1,0 1,-1-1,0 0,0 0,0 0,0 0,0-1,-1 1,1-1,-1 1,0-1,0 0,0 0,-1 0,1 0,-1 0,0-1,0 1,-1 0,1 0,-1-1,0 1,0 0,0-1,-1 1,0 0,0-1,0 1,0 0,0 0,-1 0,0 0,0 0,0 0,0 1,-1-2,-1-1,-1 1,1-1,-2 1,1 0,0 0,-1 0,0 1,0 0,0 0,-1 0,1 1,-1 0,0 0,0 1,0 0,0 0,0 1,-1 0,1 0,0 0,-1 1,1 0,0 1,-1-1,1 1,0 1,0 0,0 0,0 0,0 1,0 0,1 0,-1 0,1 1,0 0,0 0,0 1,0 0,1 0,0 0,0 1,0-1,1 2,3-5,0 1,0-1,0 1,0-1,0 1,1 0,-1-1,1 1,0 0,0-1,0 1,0 0,0 0,1-1,-1 1,1 0,0-1,0 1,0-1,0 1,0-1,0 1,1-1,-1 0,1 0,-1 0,1 0,0 0,0 0,0 0,0 0,1-1,-1 1,0-1,2 1,28 19</inkml:trace>
  <inkml:trace contextRef="#ctx0" brushRef="#br0" timeOffset="8971.353">1656 2004,'-14'-7,"0"1,-1 0,1 1,-2 0,1 1,0 1,-1 1,1 0,-1 1,1 0,-1 2,0 0,1 0,-1 1,1 1,-1 1,1 0,0 1,1 1,-7 3,-16 21,36-29,0-1,1 1,-1 0,0 0,1 0,-1 0,1 0,-1 0,1-1,0 1,-1 0,1 0,0 0,0 1,0-1,-1 0,1 0,0 0,0 0,1 0,-1 0,0 0,0 0,0 0,1 0,-1 0,1 0,-1 0,0 0,1 0,0-1,-1 1,1 0,-1 0,1 0,0-1,0 1,-1 0,1-1,0 1,0 0,0-1,8 4,0-1,0-1,0 0,0 0,1 0,-1-1,0-1,1 0,-1 0,0 0,1-2,-1 1,0-1,7-2,-9 3,186-33,-188 34,1 0,-1 1,1 0,-1 0,0 0,1 0,-1 1,0 0,0 0,0 0,0 0,0 1,-1 0,1 0,-1 1,0-1,0 1,0 0,0 0,-1 0,1 0,-1 1,1 1,54 120,-51-107,16 45,-2 0,-3 1,4 38,-19-87,-2-1,0 0,-1 1,0-1,-1 1,-1-1,0 0,-1 0,-4 8,6-17,-1-1,0 1,0-1,-1 0,1 0,-1 0,0-1,-1 1,1-1,-1 1,0-1,0 0,0-1,0 1,-1-1,0 1,1-2,-1 1,0 0,-1-1,1 0,0 0,-1 0,1-1,-1 0,1 0,-2 0,3-1,-1 0,1 0,-1 0,1-1,-1 1,0-1,1 0,0 0,-1-1,1 1,0-1,0 0,0 0,0-1,0 1,0-1,0 0,1 0,0 0,-1 0,1-1,0 1,1-1,-1 0,-1-2,-1-3,1 1,0-1,0-1,1 1,0 0,1-1,0 1,0-1,1 0,0 0,1-7,5-13,0 0,2 0,2 0,0 1,2 1,1-1,1 2,2 0,0 0,2 2,1 0,1 1,15-15,-4 5,0 1,3 1,0 2,2 1,1 2,14-7,-47 33,0-2,1 0,0 1,0 0,0 0,0 0,1 0,-1 1,0-1,1 1,-1 0,1 0,-1 1,5-1,-7 3,0-1,0 0,0 1,0 0,0-1,-1 1,1 0,-1 0,1 0,-1 0,0 0,0 0,0 0,0 0,0 1,0-1,0 0,-1 1,0-1,1 0,-1 1,0-1,0 1,0-1,0 0,0 1,-1-1,0 2,1 1,0 6,12 115,-11-121,1 1,0-1,0 0,0 0,1 0,0 0,0 0,0 0,0-1,1 1,-1-1,1 0,1 0,-1-1,0 1,1-1,-1 0,1 0,0 0,0-1,3 1,46 1,-33-11</inkml:trace>
  <inkml:trace contextRef="#ctx0" brushRef="#br0" timeOffset="9129.007">2164 1684,'13'18,"17"11,18 2,2-4</inkml:trace>
  <inkml:trace contextRef="#ctx0" brushRef="#br0" timeOffset="9560.947">2859 1924,'-8'-4,"0"0,0 0,-1 0,1 1,-1 0,0 1,1 0,-1 0,0 1,0 0,-1 1,1 0,0 0,0 1,0 0,0 0,0 1,1 1,-1-1,0 1,1 1,0 0,0 0,0 0,0 1,1 0,-1 1,1 0,1 0,-1 0,1 1,0 0,1 0,-1 0,2 1,-1 0,1 0,0 0,0 1,-1 4,4-7,0 0,0-1,1 1,0 0,0 0,0-1,0 1,1 0,0 0,0-1,1 1,0-1,0 1,0-1,0 0,1 0,0 0,0 0,0 0,1-1,-1 1,1-1,0 0,1 0,-1 0,0-1,1 0,0 0,0 0,0 0,0-1,1 1,-1-1,3 0,27 8,0-2,1-1,-1-2,2-1,-1-2,0-2,0-1,0-1,0-2,0-2,25-8,-25 8,0-2,0-1,-1-2,0-1,-1-2,0-1,-1-2,4-4,-31 17,0-1,-1 1,1-2,-1 1,0 0,0-1,-1 0,0 0,0 0,0-1,1-3,-4 8,0 0,0-1,0 1,-1-1,1 1,-1-1,1 1,-1-1,0 1,0-1,0 1,-1-1,1 1,-1-1,1 1,-1-1,0 1,0 0,0-1,0 1,0 0,0 0,-1-1,1 1,-1 0,1 1,-1-1,0 0,0 0,0 1,0-1,0 1,0-1,-2 1,-5-4,-1 1,0 0,0 1,0 0,0 0,-1 1,1 1,-1 0,1 0,-1 1,1 0,-1 1,1 0,-1 1,1 0,0 0,0 2,-4 0,11-3,-1 0,1 0,0 0,0 1,0-1,0 1,0-1,1 1,-1 0,0 0,1 0,-1 1,1-1,0 0,0 1,0 0,0-1,0 1,0 0,1 0,0 0,-1 0,1 0,0 1,0-1,1 0,-1 0,1 1,0-1,-1 0,2 1,-1-1,0 0,1 1,-1-1,1 0,0 0,0 0,0 0,0 1,1-1,-1-1,1 1,0 0,2 2,9 7,1 0,1-1,0 0,0-1,1-1,1 0,-1-2,1 0,1 0,-1-2,1 0,9 1,220 35,-175-35</inkml:trace>
  <inkml:trace contextRef="#ctx0" brushRef="#br0" timeOffset="9811.464">4183 2245,'4'-5,"-7"-1,-17 1,-5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9:55.94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411 1,'-25'-1,"0"2,1 1,-1 1,1 1,-1 1,2 1,-1 1,1 1,0 1,0 2,1 0,0 1,-18 14,33-21,1 1,0 0,1 0,-1 0,1 0,0 1,1 0,-1 0,1 0,0 3,3-8,0 0,0 1,0-1,1 0,-1 0,1 1,0-1,-1 0,1 1,0-1,0 0,1 1,-1-1,0 0,1 1,0-1,-1 0,1 0,0 1,0-1,0 0,0 0,0 0,1 0,-1 0,1-1,-1 1,1 0,0-1,0 1,-1-1,1 1,0-1,0 0,0 0,1 0,1 1,9 2,1-1,0 0,0-1,0-1,1 0,-1-1,0 0,0-1,0-1,0 0,0-1,0 0,0-1,-1-1,0 0,0-1,0 0,0-1,-1 0,0-1,8-8,-12 11,0-1,-1 0,1 0,-2 0,1-1,-1 0,0 0,0-1,-1 0,0 0,0 0,-1 0,0-1,-1 0,1 0,-2 0,1 0,-1 0,-1-1,0 0,0 9,-1 1,0-1,0 1,0-1,0 1,1-1,-1 1,0-1,0 0,0 1,0-1,0 1,0-1,0 1,-1-1,1 0,0 1,0-1,0 1,-1-1,1 1,0-1,0 1,-1-1,1 1,0-1,-1 1,1 0,-1-1,1 1,0 0,-1-1,1 1,-1 0,1-1,-1 1,1 0,-1 0,0 0,1-1,-1 1,1 0,-1 0,1 0,-1 0,1 0,-1 0,0 0,1 0,-1 0,1 0,-1 0,1 1,-1-1,-21 27,20-18,0 0,1 1,-1-1,2 0,-1 0,1 1,1-1,0 0,0 1,1-1,0 0,0 0,1 0,0-1,1 1,0-1,0 1,1-1,0-1,1 1,-1-1,1 0,1 0,-1 0,1-1,0 0,1 0,-1-1,1 0,0-1,3 2,40 21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9:56.20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11,'11'-4,"5"-2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9:56.6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104 33,'-18'-9,"-9"-3,1 2,5 9,10 10,18 10,20 10,19 8,1-2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9:56.46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40 1,'-5'22,"-1"20,-2 11,0 6,2-1,2-5,1-7,6-12,7-11,7-15,0-8</inkml:trace>
  <inkml:trace contextRef="#ctx0" brushRef="#br0" timeOffset="432.919">414 375,'2'0,"4"0,2-5,0-1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0:04.1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135 418,'0'14,"-2"18,-2 19,1 18,1 14,0 14,1 7,0 1,-1-4,-3-7,-6-11,-2-12,-4-17,-1-19,2-15</inkml:trace>
  <inkml:trace contextRef="#ctx0" brushRef="#br0" timeOffset="234.498">1 566,'18'-5,"13"4,8 5,4 10,0 7,-4 4,-6 5,-8 2,-9 0,-13-1,-17-1,-15-4,-9-3,-6-7,1-5,10-9,10-5</inkml:trace>
  <inkml:trace contextRef="#ctx0" brushRef="#br0" timeOffset="939.853">361 753,'9'-267,"-9"167,0 98,0 1,0 0,0 0,0 0,0 0,1-1,-1 1,0 0,0 0,1 0,-1 0,1 0,-1 0,1 0,-1 0,1 0,0 0,-1 0,1 0,0 0,0 0,0 0,0 1,0-1,-1 0,1 1,0-1,1 1,-1-1,0 1,0-1,0 1,0 0,0-1,0 1,1 0,-1 0,0 0,1 0,52 10,-36-6,20 4,-16-5,-1 1,0 1,0 1,0 1,-1 0,0 2,-1 0,3 3,-19-10,0 0,0 1,0-1,-1 1,0-1,1 1,-1 0,0 0,0 0,0 0,-1 0,1 0,-1 0,1 1,-1-1,0 0,0 1,-1-1,1 1,-1-1,0 1,0 0,0-1,0 1,-1-1,1 1,-1-1,0 1,0-1,0 0,0 1,-2 2,-18 41,16-38,0 0,0 1,1-1,1 1,-1 0,2 0,-1 0,2 1,-1-1,1 0,1 1,0 0,1-7,0 0,0 0,0-1,1 1,-1 0,1-1,0 1,0-1,0 1,1-1,-1 0,1 0,0 0,0 0,0-1,0 1,0-1,0 0,1 0,-1 0,1 0,0 0,-1-1,1 0,4 1,1 1,1-1,0 0,-1-1,1 0,0-1,0 0,0 0,0-1,-1-1,2 0,-3 1,0-1,0 0,0 0,0-1,0 0,-1 0,0-1,1 0,-2 0,1-1,0 0,-1 0,0-1,0 1,0-1,-1-1,0 1,0-1,-1 0,2-2,-7 9,1 1,-1-1,1 0,0 0,-1 0,1 0,-1 0,1 0,0 0,-1 0,1 0,-1 0,1-1,0 1,-1 0,1 0,0 0,-1 0,1-1,-1 1,1 0,0 0,0 0,-1-1,1 1,0 0,-1-1,1 1,0 0,0-1,0 1,-1 0,1-1,-1 4,0-1,1 1,-1 0,1 0,-1 0,1-1,0 1,0 0,0 0,0 0,1-1,-1 1,1 0,0 0,-1-1,1 1,1 0,-1-1,0 1,0-1,1 0,0 1,-1-1,1 0,0 0,0 0,0 0,0 0,1-1,-1 1,0 0,1-1,0 1,6 2,0 0,0 0,0 0,0-1,1-1,-1 0,1 0,0-1,1 0,-7 0,1 0,0-1,-1 1,1-1,0 0,0-1,-1 1,1-1,0 0,-1 0,1 0,-1-1,1 0,-1 1,0-2,0 1,0 0,0-1,0 0,0 0,-1 0,1 0,-1-1,0 1,0-1,0 0,-1 0,1 0,-1 0,0 0,1-4,-1 4,0 0,0-1,-1 1,0-1,0 1,0-1,-1 1,1-1,-1 0,0 1,-1-1,1 0,-1 1,0-1,0 1,0-1,0 1,-1-1,0 1,0 0,0 0,-1 0,1 0,-1 0,0 0,0 1,0 0,0-1,-1 1,1 0,-1 0,-4-1,2 1,-1 0,0 1,0 0,0 1,0-1,0 1,0 1,0-1,0 1,0 0,0 1,0 0,0 0,0 0,0 1,0 0,0 1,0-1,1 1,0 0,-1 1,1 0,0 0,1 0,-1 1,1-1,-5 6,10-9,-1 1,0 0,0-1,1 1,-1 0,1-1,-1 1,1 0,0 0,0-1,0 1,0 0,0 0,0-1,0 1,0 0,1 0,-1-1,1 1,-1 0,1-1,0 1,0-1,0 1,-1-1,1 1,1 0,15 19</inkml:trace>
  <inkml:trace contextRef="#ctx0" brushRef="#br0" timeOffset="1372.056">1498 740,'0'-9,"-1"0,0 0,0 1,-1-1,0 1,-1-1,1 1,-2 0,1 0,-1 0,-1 0,1 1,-4-5,5 9,1-1,-1 1,0 0,0 0,-1 0,1 0,-1 0,1 1,-1 0,0 0,0 0,0 0,0 0,0 1,0-1,-1 1,1 0,0 1,-1-1,1 1,0 0,-1 0,1 0,-1 1,1-1,0 1,-3 1,2 0,0 0,0 1,0 0,0 0,0 0,1 0,-1 1,1 0,0 0,0 0,0 0,1 1,0-1,0 1,0 0,0 0,1 0,-1 1,1-1,1 0,-1 1,1-1,0 1,0 0,1-1,-1 1,1 0,0-1,1 1,0 0,0-1,0 1,0-1,1 1,0-1,0 0,0 0,1 1,0-2,1 3,1 0,1 0,0-1,1 1,-1-1,1-1,0 1,0-1,1 0,0-1,-1 0,1 0,1-1,-1 0,1 0,-1-1,1 0,0-1,-1 0,1 0,0-1,0 0,0 0,0-1,-1 0,1-1,0 0,-1 0,1-1,-1 0,0 0,0-1,0 0,0-1,-1 1,1-1,-1-1,-1 0,1 0,-1 0,0-1,0 0,4-13,-1 0,-1-1,-1 0,0 0,-2-1,-1 0,0 0,-2 0,0 0,-2 0,-1-14,2 2,27-426,-27 451,0 2,-5 19,-11 52,2 0,3 1,2 0,4 1,2 0,6 36,-2-72,2 0,2 0,0-1,2 1,1-1,1-1,2 0,1 0,1-1,1-1,1 0,2-1,0-1,1-1,17 15,-4-12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0:03.4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162 282,'-3'15,"0"16,0 8,1 7,1 0,0-3,0-7,1-12,0-9</inkml:trace>
  <inkml:trace contextRef="#ctx0" brushRef="#br0" timeOffset="418.197">1 1,'74'23,"-36"-13,0 2,-1 1,0 2,-1 2,-1 1,12 9,-38-19,-1-1,0 2,0-1,-1 1,0 0,0 0,-1 1,0 0,-1 0,0 1,-1-1,0 1,-1 0,0 0,0 0,-1 1,-1-1,0 0,-1 1,0-1,0 1,-1-1,0-8,0 1,0-1,1 0,0 1,-1-1,1 1,1-1,-1 0,0 1,1-1,-1 0,1 1,0-1,0 0,1 0,-1 0,0 0,1 0,0 0,0 0,0 0,0-1,0 1,1-1,-1 0,1 1,-1-1,1 0,0 0,0-1,0 1,0-1,0 1,0-1,0 0,1 0,0 0,8-3,-1-1,1 0,-1-1,1 0,-1-1,-1 0,1 0,-1-2,0 1,0-1,0 0,-1-1,0 0,-1-1,0 0,0 0,66-93,-75 106,0 0,0 0,1 0,-1 1,1-1,0 0,0 0,0 0,1 1,-1-1,1 0,0 0,0 0,1 0,-1 0,1 0,5 7,0-1,0 0,1-1,0 1,0-2,1 1,1-1,-1-1,1 1,1-2,-1 1,1-2,0 1,0-1,7 1,81 34,2-5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19:47.80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11992 877,'22'0,"24"-2,25-4,22 1,19-3,8 1,-1 2,-6 3,-16 5,-20 4,-20 3,-18-1,-14-1,-10-6,-9-4</inkml:trace>
  <inkml:trace contextRef="#ctx0" brushRef="#br0" timeOffset="3363.819">20200 196,'2'15,"4"20,-1 19,0 15,-1 10,-5 5,-6-5,-6-7,-2-15,0-16</inkml:trace>
  <inkml:trace contextRef="#ctx0" brushRef="#br0" timeOffset="3702.57">20026 35,'3'4,"-1"1,1-1,0 0,0 0,1 0,-1 0,1-1,0 1,0-1,0 0,0 0,3 1,7 6,149 107,-80-59,-2 3,-3 3,23 28,-7 28,-90-113,0 0,0 0,-1 1,0-1,0 1,-1 0,0 0,0 0,-1 0,0 0,-1 0,1 0,-1 0,-1 0,0 1,0-1,-1 1,0-2,-1 1,-1-1,1 0,-1-1,0 1,-1-1,1 0,-1 0,-1 0,1 0,-1-1,0 0,0 0,0-1,-1 0,-6 4,-120 42,65-36,0-4,0-2,-1-4,0-2,-20-4,-1-9,90 11,1 0,-1 0,1 0,-1 0,0 0,1 0,-1 0,1 0,-1 0,1 0,-1-1,0 1,1 0,-1 0,1-1,-1 1,0 0,1 0,-1-1,0 1,1 0,-1-1,0 1,0-1,1 1,-1 0,0-1,0 1,0-1,0 1,1 0,-1-1,0 1,0-1,0 1,0-1,0 1,0-1,0 1,0-1,0 1,0 0,-1-1,1 1,0-1,0 1,0-1,0 1,-1 0,1-1,0 1,0 0,-1-1,1 1,0-1,-1 1,1 0,0 0,-1-1,1 1,0 0,-1 0,1-1,-1 1,1 0,-1 0,1 0,0 0,-1 0,0 0,23-11</inkml:trace>
  <inkml:trace contextRef="#ctx0" brushRef="#br0" timeOffset="4059.779">20722 757,'26'-3,"1"0,0-2,-1 0,0-2,0-1,15-8,-22 10,3-1,-2 0,1-1,-1-1,-1-1,1-1,-2 0,0-1,0-2,12-11,-28 24,0-1,0 0,0 1,0-1,-1 0,1 0,0 0,-1 0,0 0,1 0,-1-1,0 1,0 0,0-1,-1 1,1 0,-1-1,1 1,-1-1,0 1,0-1,0 1,0-1,0 1,0-1,-1 1,1-1,-1 1,0-1,0 1,0 0,0-1,0 1,-1-1,-4-1,0 0,-1 1,1 0,-1 0,0 0,0 1,1 0,-1 1,-1 0,1 0,0 0,0 1,0 0,0 0,0 1,-1-1,1 2,0-1,0 1,1 0,-1 1,-5 2,1-2,0 2,0-1,0 1,0 1,1 0,0 1,0-1,1 2,0 0,0 0,0 0,1 1,1 0,0 1,0 0,0 0,1 0,1 1,0 0,1 0,0 0,-1 5,4-11,1 0,-1 1,1-1,1 0,-1 0,1 1,0-1,0 0,0 0,1 0,0 0,0 0,0-1,0 1,1 0,0-1,0 0,0 0,0 0,1 0,0 0,0-1,0 1,0-1,0 0,0 0,3 1,8 4,0-1,0 0,1-1,0 0,0-1,0-1,17 2,-4-3,1-1,-1-1,0-2,1 0,1-3,50-8</inkml:trace>
  <inkml:trace contextRef="#ctx0" brushRef="#br0" timeOffset="4920.239">21684 209,'-12'30,"1"1,2 1,1 0,1 0,2 0,1 1,2 7,0-21,-2 14,-3 33,2 1,4-1,2 11,11-31,-11-45,0-1,-1 0,1 0,0 0,-1 1,1-1,0 0,-1 0,1 0,-1 0,1 0,0 0,-1 0,1 0,0-1,-1 1,1 0,0 0,-1 0,1-1,-1 1,1 0,0-1,-1 1,1 0,-1-1,1 1,-1-1,1 1,-1-1,0 1,1-1,-1 1,0-1,1 0,-1 1,0-1,1 1,-1-1,0 0,0 1,0-1,10-21,-1 0,-1-1,-1 0,-1 0,-1 0,-1-1,-1-4,4-27,-1 1,-3-1,-3 0,-2 0,-2 1,-3-1,-9-33,-18-1,33 87,1 1,-1 0,0-1,0 1,0 0,1 0,-2-1,1 1,0 0,0 0,0 0,0 0,-1 1,1-1,0 0,-1 0,1 1,0-1,-1 1,1-1,-1 1,1 0,-1-1,1 1,-1 0,0 0,1 0,-1 0,1 1,-1-1,1 0,-1 0,1 1,-1-1,1 1,0 0,-1-1,1 1,0 0,-1 0,1 0,0 0,0 0,0 0,0 0,0 0,0 0,-1 1,-4 5,1 1,-1-1,1 1,0 1,1-1,0 1,1-1,-1 1,1 0,1 1,0-1,0 0,1 1,0-1,1 1,0-1,0 0,1 1,1-1,-1 1,3 6,-2-11,1-1,-1 1,1-1,-1 0,1 0,0 0,1-1,-1 1,1-1,-1 1,1-1,0 0,1-1,-1 1,0-1,1 0,-1 0,1 0,-1 0,1-1,0 0,0 0,0 0,0-1,0 1,0-1,1-1,5 1,0-1,-1 0,1 0,0-2,-1 1,0-1,1-1,-1 0,-1 0,1-1,-1 0,3-2,1-4,-1 0,1-1,-2-1,0 0,0 0,-2-1,1 0,-2-1,0 0,0 0,-2-1,0 0,-1 0,0 0,-1-1,-1 0,1-14,-2-3,-2 35,0-1,-1 0,1 0,0 0,0 0,-1 0,1 1,0-1,-1 0,1 0,0 0,-1 0,1 0,0 0,0 0,-1 0,1 0,0 0,-1 0,1-1,0 1,-1 0,1 0,0 0,0 0,-1 0,1 0,0-1,-1 1,1 0,0 0,0-1,0 1,-1 0,1 0,0 0,0-1,-38 164,23-79,4-1,3 1,4 10,4-78,0 1,2 0,0-1,0 1,2-1,4 12,-7-23,1 0,0 0,0 0,1-1,0 1,-1-1,1 1,1-1,-1 0,1 0,-1-1,1 1,0-1,0 0,1 0,-1 0,1 0,-1-1,1 0,0 0,0 0,0-1,1 1,9-1,0-1,0-1,-1 0,1-1,-1-1,1 0,-1-1,0 0,0-1,0-1,-1 0,0-1,0 0,0-1,-1-1,6-5,-15 12,-2 1,-1 0,1 0,-1 1,1-1,-1 0,1 1,0-1,-1 0,1 1,0-1,0 1,-1-1,1 1,0 0,0-1,-1 1,1 0,0-1,0 1,0 0,0 0,0 0,0 0,-1 0,1 0,0 0,0 0,0 0,0 0,0 1,0-1,-1 0,1 0,0 1,0-1,0 1,-1-1,1 1,0-1,-1 1,1-1,0 1,-1 0,1-1,-1 1,1 0,0 0,3 56,-4-52,-1 0,1 0,0 0,0-1,1 1,-1 0,1 0,0 0,1 0,-1-1,1 1,0 0,0-1,0 1,0-1,1 0,0 0,0 0,1 1,2-1,0 0,0 0,1-1,-1 0,1 0,0 0,0-1,0 0,0 0,0-1,0 0,0 0,1-1,-1 0,0 0,0 0,1-1,-1 0,0-1,0 0,0 0,0 0,0-1,-1 0,1 0,-1-1,0 0,0 0,0 0,0-1,-1 1,0-2,0 1,0 0,-1-1,1 0,-1 0,-1 0,1-1,0-1,-2 2,1 1,-1 0,0-1,0 0,-1 1,0-1,0 0,0 0,-1 0,0 0,0 0,0 0,-1 1,0-1,0 0,-1 0,1 0,-1 1,0-1,-1 1,1 0,-1 0,0-1,-1 2,1-1,-1 0,0 1,0-1,0 1,0 1,-1-1,0 0,0 1,0 0,0 0,0 1,-1-1,1 1,-1 0,0 0,1 1,0-1,0 1,0 0,0 1,0-1,0 1,0 0,-1 0,1 0,0 1,0 0,0 0,0 0,0 1,0-1,0 1,1 0,-1 1,1-1,-1 1,1 0,0 0,0 0,0 1,0-1,1 1,0 0,-1 0,1 0,1 1,-1-1,0 1,1-1,0 1,0 0,1 0,-1 0,1 0,0 0,1 0,-1 4,4 23</inkml:trace>
  <inkml:trace contextRef="#ctx0" brushRef="#br0" timeOffset="6245.672">22686 784,'0'-76,"-8"-214,0 242,8 48,0-1,1 1,-1-1,1 1,-1-1,1 1,-1-1,1 1,-1 0,1-1,0 1,-1 0,1 0,-1-1,1 1,0 0,-1 0,1 0,0 0,-1 0,1 0,0 0,-1 0,1 0,0 0,-1 0,1 0,0 0,-1 0,1 1,-1-1,1 0,0 0,-1 1,1-1,-1 1,1-1,-1 0,1 1,-1-1,1 1,-1-1,1 1,-1-1,0 1,6 1,256 66,-258-67,1 1,-1-1,1 1,-1 0,0 0,0 0,0 1,0-1,0 1,0 0,-1 0,0 0,1 0,-1 1,0 0,0-1,-1 1,1 0,-1 0,0 1,0-1,0 0,-1 1,0-1,1 1,-2-1,1 1,0 0,-1-1,0 1,0 0,0-1,-1 1,0 3,-37 122,38-127,0-1,0 1,0-1,0 1,0-1,1 0,-1 1,1-1,0 1,0-1,-1 0,2 0,-1 0,0 1,0-1,1 0,-1 0,1-1,-1 1,1 0,0 0,0-1,0 1,0-1,0 0,0 0,0 1,0-1,1 0,-1-1,0 1,1 0,80 11,-42-11,0-2,0-2,0-2,0-1,-1-3,0-1,0-1,29-15,9-17,-76 41,1 0,0 0,-1 0,0-1,1 1,-1-1,0 0,0 1,-1-1,1 0,0 0,-1 0,0 0,0 0,0-1,0 1,0 0,-1 0,1-1,-1 1,0 0,0-1,0 1,0-1,-1 1,-1-4,0 0,0 1,-1-1,0 1,0-1,-1 1,0 0,0 0,0 1,-1-1,0 1,0 0,0 0,-1 1,1-1,-1 1,0 0,0 1,-1 0,1 0,-2-1,2 5,0 0,0 0,-1 1,1-1,0 1,0 0,1 1,-1 0,0 0,1 0,0 0,0 1,0 0,0 0,0 0,1 1,0-1,0 1,0 0,0 0,1 1,0-1,0 1,0 2,-25 59,28-65,-1 0,1 0,0 0,0 1,0-1,0 0,0 0,0 0,0 0,1 0,-1 0,1 0,-1 0,1 0,0 0,0-1,0 1,0 0,0 0,0-1,0 1,1 0,-1-1,0 1,1-1,0 0,-1 1,1-1,0 0,-1 0,1 0,0 0,1 0,5 0,-1 0,1 0,-1-1,1 0,-1 0,1-1,-1 1,1-2,-1 1,1-1,-1 0,0-1,0 0,0 0,0 0,-1-1,1 0,-1 0,0-1,0 0,0 0,-1 0,0-1,0 0,0 0,-1 0,0 0,0-1,0 1,-1-1,0 0,2-7,-4 12,0 0,0-1,0 1,-1 0,1 0,-1 0,1-1,-1 1,0 0,1-1,-1 1,-1 0,1-1,0 1,0 0,-1 0,1-1,-1 1,0 0,0 0,0-1,0 4,-1-1,0 1,1-1,-1 1,1-1,-1 1,1 0,0 0,-1 0,1 0,0 0,-1 0,1 0,0 0,0 0,0 1,0-1,0 0,0 1,0-1,1 1,-1-1,1 1,-1-1,1 1,-1-1,1 1,0 0,-4 12,0 0,2 0,-1 0,2 0,0 0,1 1,0-1,1 0,1 0,0 0,1 0,2 6,62 162,2-37,-31-71,-4 1,-3 2,3 21,-30-83,0 0,-1 1,-1-1,0 1,-1 0,-1-1,0 10,-1-19,0 0,0 0,0-1,-1 1,0 0,0-1,0 0,0 1,-1-1,0 0,0 0,-1 0,1-1,-1 1,0-1,0 0,-1 0,1 0,-1-1,0 1,-3 0,-2 2,-1-2,0 1,0-1,0-1,-1 0,1-1,-1 0,0-1,1 0,-1-1,0 0,0-1,1 0,-1-1,-5-1,-8-3,1-1,-1-1,2-1,-1-1,1-1,-14-10,21 13,1 0,0-2,1 0,0 0,0-2,1 1,1-2,0 0,1 0,0-1,1 0,0-1,2 0,-1-1,-2-8,10 18,0 0,0 0,0 0,0-1,1 1,0 0,1-1,0 1,-1 0,2 0,-1 0,1 0,0 0,0 0,1 0,-1 0,1 1,1-1,2-3,5-5,0 1,1 0,0 1,1 0,0 1,12-7,72-46,3 4,20-3,56-34,-97 52,-2-4,65-55,-139 102,1-1,-1 0,1 0,0 0,-1-1,1 1,-1-1,0 0,-1 0,1 0,-1 0,1 0,0-4,-3 7,-1-1,1 1,-1-1,1 1,-1-1,0 1,1-1,-1 1,0-1,0 1,0 0,0 0,0 0,-1-1,1 1,0 0,0 0,-1 0,1 1,0-1,-1 0,1 0,-1 1,1-1,-1 1,0 0,1-1,-1 1,1 0,-1 0,0 0,1 0,-1 0,0 0,1 0,-2 1,2-1,-17-2,0 1,0 1,0 1,0 1,0 0,0 1,0 1,-12 5,24-7,-1 0,1 1,-1 0,1 0,0 1,0-1,1 1,-1 1,1-1,0 1,0 0,0 0,0 0,1 1,0 0,0 0,1 0,0 0,0 0,0 1,1-1,0 1,-1 5,2-7,0 0,0 0,1 0,0 0,0 0,0 0,0 0,1 0,0 0,0 0,1 0,-1 0,1-1,0 1,0 0,1-1,-1 0,1 1,0-1,0 0,0 0,1-1,-1 1,1-1,0 0,0 0,0 0,0 0,1-1,-1 1,1-1,0-1,-1 1,1 0,6 1,0 1,1-1,-1-1,1 0,-1-1,1 0,-1-1,1 0,-1 0,1-2,-1 1,1-1,-1-1,0 0,0-1,0 0,0-1,-1 0,0 0,0-1,0 0,0-1,-1 0,-1-1,1 0,-1 0,0-1,-1 0,0 0,0-1,-1 0,-1 0,0 0,1-2,-3 1,-1 0,0 1,0-1,-1 0,0 0,-1 0,-1 0,0-3,1 14,0 1,0-1,-1 1,1-1,0 0,0 1,-1-1,1 1,0-1,-1 0,1 1,-1-1,1 0,0 0,-1 1,1-1,-1 0,1 0,-1 1,1-1,-1 0,1 0,-1 0,1 0,-1 0,1 0,-1 0,1 0,-1 0,1 0,-1 0,1 0,0 0,-1 0,1-1,-1 1,1 0,-1 0,1 0,-1-1,1 1,0 0,-1-1,1 1,-1 0,1-1,0 1,-1 0,1-1,0 1,-4 10,0-1,1 2,0-1,1 0,0 0,0 1,1 0,1-1,0 1,0-1,1 1,1-1,-1 1,2-1,-1 0,1 0,1 0,0 0,0 0,1-1,1 0,-1 0,1 0,1-1,-1 0,1 0,1 0,0-1,0 0,3 2,0-4,-1 1,1-1,0-1,0 0,1-1,-1 0,11 1,25 2</inkml:trace>
  <inkml:trace contextRef="#ctx0" brushRef="#br0" timeOffset="6610.725">24772 556,'-5'10,"1"0,0 1,0-1,1 1,1-1,0 1,0 0,1 0,1 0,0 0,0 0,1 0,0 0,1-1,1 6,-1-10,0 1,0-1,1 1,0-1,0 0,0 0,1 0,0-1,0 1,0-1,1 0,0 0,0-1,0 1,0-1,1 0,0 0,0-1,0 0,0 0,0 0,0-1,1 0,-1 0,1 0,1-1,-1 0,1-1,0 1,-1-1,1-1,0 1,-1-1,1-1,-1 1,1-1,-1-1,0 0,1 1,-2-2,1 1,0-1,-1 0,1-1,-1 0,0 0,-1 0,1 0,-1-1,4-5,1-3,1 0,-2-1,0 0,-1-1,0 1,-1-2,-1 1,-1-1,0 0,0-6,-2 3,-3 20,0 0,0 0,0 0,0 0,-1 0,1 0,0 0,0 0,0 0,0 0,0 0,-1 0,1 0,0 0,0 0,0 0,0 0,0-1,0 1,-1 0,1 0,0 0,0 0,0 0,0 0,0 0,0-1,0 1,0 0,0 0,0 0,-6 17,3-11,1 1,0-1,0 1,0 0,1-1,0 1,1 0,0 0,0 0,0 0,1 0,0 0,0 0,0-1,1 1,0 0,1-1,-1 0,1 1,1-1,-1 0,1 0,0-1,0 1,1-1,-1 0,1 0,0 0,1-1,-1 0,1 0,0 0,0-1,2 1,11 2,0-1,1 0,0-2,0 0,0-1,0-2,17 0,28-2</inkml:trace>
  <inkml:trace contextRef="#ctx0" brushRef="#br0" timeOffset="755.245">14050 703,'0'3,"-1"1,1-1,0 0,0 1,1-1,-1 0,1 0,-1 1,1-1,0 0,1 0,-1 0,0 0,1 0,0 0,-1 0,1 0,0-1,0 1,1-1,-1 1,1-1,-1 0,1 0,0 0,-1 0,1-1,0 1,0-1,0 0,0 1,1-1,-1-1,0 1,0 0,1-1,-1 0,2 0,17-2,0-1,0-1,0-1,-1-1,1 0,-1-2,-1-1,0 0,0-2,-1 0,0-1,-1-1,1-2,8-2,-1-1,-1-1,-1-2,-1 0,-1-2,0 0,-2-2,-1 0,-1-1,-1-1,-1 0,-2-2,7-16,-19 40,0 0,1 0,-2-1,1 1,-1-1,0 1,0-1,0 0,-1 1,0-1,0 0,0 1,-1-1,0 0,0 1,0-1,-1 1,0-1,0 1,0 0,0 0,-1 0,0 0,0 0,-1 0,1 1,-1 0,0 0,0 0,0 0,-1 0,0 1,0 2,-1 0,1 1,-1 0,1 0,-1 0,1 1,-1 0,1 0,-1 0,1 1,0 0,0 0,-1 0,2 0,-1 1,0 0,0 0,1 0,0 1,-1-1,1 1,1 0,-1 0,0 1,1-1,0 1,0 0,1-1,-1 1,1 0,0 1,0-1,-1 5,-8 30,2-1,1 2,3-1,1 1,1 0,3 0,1 0,2 0,4 12,24 236,-6-71,-9 12,-14-144,-3 0,-3 0,-5-1,-7 27,-3-43,1-19</inkml:trace>
  <inkml:trace contextRef="#ctx0" brushRef="#br0" timeOffset="1732.227">13983 1238,'104'-61,"-84"52,101-41,2 5,1 6,47-6,-151 40,9-3,0 1,1 1,0 1,0 2,0 1,16 2,-43 0,1 0,-1 0,0 0,1 1,-1-1,1 1,-1 0,0 0,0 0,0 0,1 1,-1-1,0 1,-1 0,1 0,0 0,0 0,-1 0,1 0,-1 1,0-1,0 1,0 0,0 0,0 0,-1 0,1 0,-1 0,0 0,0 0,1 2,-6 75,2-72,1-1,0 1,0 0,0 0,1 0,0 0,1 0,0-1,0 1,1 0,1 3,-2-8,0-1,0 0,1 1,-1-1,1 0,0 0,0 0,0 0,0 0,0 0,0-1,0 1,0-1,1 1,-1-1,1 0,-1 0,1 0,-1 0,1 0,0-1,-1 1,1-1,0 0,-1 0,1 0,0 0,-1 0,1 0,0-1,0 0,3 0,0 0,0 0,-1-1,1 0,-1 0,1-1,-1 0,0 1,0-2,0 1,-1 0,1-1,-1 0,1-1,-1 1,-1-1,1 0,-1 0,0 0,0 0,-1-1,1 1,-1-1,0 1,-1-1,1 0,-1 1,0-1,-1 0,0 0,0 0,0 0,0 0,-1 0,0 0,0 1,-1-1,1 0,-1 1,0-1,-3-2,1-1,-1 1,0-1,0 1,-1 1,-1-1,1 1,-1 0,0 1,0-1,-1 2,0-1,0 1,0 0,-1 0,0 1,-1 0,-4-1,0 0,-1 1,0 1,0 0,0 1,0 1,0 0,0 1,-1 0,1 2,0-1,0 2,0 0,1 1,-1 1,-9 3,25-7,0-1,-1 0,1 0,-1 0,1 1,-1-1,1 0,0 0,-1 1,0-1,1 1,-1-1,1 0,-1 1,1-1,-1 1,0-1,1 1,-1-1,0 1,1-1,-1 1,0-1,0 1,0 0,1-1,-1 1,0-1,0 1,0 0,0-1,0 1,0-1,0 1,0 0,0-1,-1 1,1-1,0 1,0-1,0 1,-1 0,1-1,0 1,-1-1,1 1,0-1,-1 1,1-1,-1 0,1 1,-1-1,1 1,-1-1,1 0,-1 1,21-1,0-1,1-1,-1 0,0-1,-1-2,1 0,8-4,-24 8,43-13,0-1,-1-3,-1-2,-1-1,-1-3,-1-2,-1-1,-1-2,-2-1,32-34,-56 49,0 1,-1-1,-1-1,-1-1,0 1,-1-2,-1 1,-1-1,0-1,-1 0,-1 0,-1 0,-1 0,0-1,-2 0,1-15,-3 31,0-1,0 1,0-1,0 1,-1-1,0 1,0-1,0 1,0 0,-1 0,0-1,1 1,-2 0,1 0,0 1,-1-1,0 0,1 1,-1 0,-1 0,1-1,0 2,-1-1,0 0,1 1,-1 0,0 0,0 0,-1 0,1 1,0-1,0 1,-1 0,-1 1,0 1,0 0,0 0,1 0,-1 1,1-1,-1 1,1 1,0-1,-1 1,1 0,0 0,1 0,-1 1,1 0,-1 0,1 0,-2 3,-60 91,47-59,3 1,1 0,2 2,1 0,3 0,1 0,3 1,1 0,2 1,3 30,1-45,0 0,2 0,2 0,0-1,2 0,10 23,-14-40,1 0,0 0,1 0,0-1,0 0,1-1,1 1,0-1,0-1,1 1,-1-2,2 1,-1-1,1 0,0-1,1 0,9 3,-10-6,-1-1,1 0,0-1,0 0,-1-1,1 0,0 0,0-1,0 0,-1-1,1 0,-1-1,1 0,-1 0,0-1,0 0,0 0,-1-1,1-1,-1 1,-1-1,1 0,-1-1,0 0,0 0,-1-1,0 0,0 0,-1 0,0 0,0-1,-1 0,0 0,0-5,4-3,2 40,-9-16,1 0,0 0,1-1,0 1,0 0,0-1,1 0,0 0,0 0,0 0,1 0,0-1,0 0,0 0,1-1,0 1,0-1,0 0,0-1,1 1,-1-1,1-1,0 1,0-1,0 0,0-1,0 1,0-1,0-1,1 0,-1 0,0 0,0-1,0 0,1 0,-1-1,0 0,0 0,2-1,-3 1,-1 0,0-1,0 1,0-1,0 0,-1 0,1-1,-1 1,0-1,0 0,0 0,0 0,-1-1,1 1,-1-1,0 0,-1 0,1 0,-1 0,0 0,0 0,-1-1,1 1,-1-1,-1 1,1-1,-1 0,0 1,0-1,0 1,-1-1,0 0,0 1,0-1,-1 1,0 0,0-1,0 1,-1 0,1 0,-1 1,-1-1,1 0,-1 1,-1-2,-4 1,-1 0,1 1,-1 0,0 1,0 0,0 0,0 1,-1 0,1 1,-1 0,1 1,-1 0,1 1,-1 0,1 0,0 1,0 1,-1 0,1 0,1 1,-1 0,1 0,-1 1,1 1,1-1,-1 2,1-1,3-2,0-1,1 1,-1 0,1 0,0 0,1 1,-1-1,1 1,-1 0,2 0,-1 0,-1 3,-2 17</inkml:trace>
  <inkml:trace contextRef="#ctx0" brushRef="#br0" timeOffset="2233.565">16524 664,'-10'-3,"0"1,0 1,0-1,-1 2,1 0,0 0,0 0,0 2,0-1,0 1,0 1,0-1,0 2,1-1,-1 1,1 1,0 0,1 0,-5 4,11-7,0 0,1 0,-1 1,0-1,1 1,0-1,-1 1,1 0,0 0,0-1,1 1,-1 0,1 0,-1 0,1 0,0 0,0 0,0 0,0 0,1-1,-1 1,1 0,0 0,-1 0,1 0,1-1,-1 1,0 0,1-1,-1 1,1-1,1 1,3 6,1-1,0 0,1 0,0-1,0 0,0-1,1 1,4 1,269 114,-222-75,-58-45,-1-1,0 1,0-1,0 1,-1 0,1-1,0 1,0 0,-1 0,1 0,-1-1,0 1,0 0,1 0,-1 0,0 0,-1 0,1-1,0 1,0 0,-1 0,1 0,-1 0,0-1,1 1,-1 0,0-1,0 1,0 0,0-1,-1 1,1-1,0 0,0 1,-1-1,1 0,-1 0,1 0,-5 4,1-1,0-1,-1 1,0-1,0 0,0 0,0 0,0-1,-1 0,1 0,-1-1,1 0,-1 0,0-1,1 1,-1-1,0-1,1 1,-1-1,0-1,1 1,-1-1,1 0,-4-2,8 3,0-1,1 1,-1-1,0 0,1 0,-1 0,1 0,-1 0,1 0,0 0,0 0,0-1,0 1,0 0,1-1,-1 1,1-1,-1 1,1-1,0 1,0-1,0 1,0-1,1 1,-1 0,1-1,-1 1,2-3,35-62,-20 49,1 0,1 2,0 0,1 1,1 1,0 1,1 1,0 0,1 2,1 1,-1 1,1 1,0 1,15-2,-35 7,-1 0,1 0,0 0,-1 1,1-1,0 1,-1 0,1 0,0 0,-1 1,1-1,0 1,-1 0,1 0,-1 0,1 0,-1 1,1-1,-1 1,0 0,0 0,0 0,0 1,0-1,0 1,-1-1,1 1,-1 0,0 0,0 0,0 0,0 0,0 1,-1-1,1 1,-1-1,0 2,1 11,-1-1,-1 1,0-1,-1 1,-1-1,-1 1,-3 13,-5 39,16-23,-4-44,-1-1,1 1,-1 0,1 0,-1 0,1 0,0-1,0 1,-1 0,1-1,0 1,0-1,0 1,0-1,-1 1,1-1,0 1,0-1,0 0,0 0,0 1,0-1,0 0,0 0,0 0,0 0,0 0,0 0,0-1,0 1,0 0,0 0,0-1,0 1,0 0,0-1,0 1,0-1,0 1,0-1,18-11</inkml:trace>
  <inkml:trace contextRef="#ctx0" brushRef="#br0" timeOffset="2718.045">16857 490,'12'13,"-1"0,2-1,0 0,0-1,1 0,0-2,1 1,0-2,1 0,5 2,-2 0,28 15,-14-11,0 2,-2 1,0 2,-1 1,-1 1,-1 1,-1 2,-1 1,-2 1,13 16,35 91,-71-131,0 1,1-1,-1 0,1-1,-1 1,1 0,0 0,0-1,0 1,0-1,0 1,0-1,0 0,0 0,0 0,1 0,-1 0,1 0,-1-1,0 1,1-1,-1 0,1 0,-1 0,1 0,-1 0,1 0,-1 0,0-1,1 0,-1 1,1-1,-1 0,0 0,0 0,0 0,1-1,-1 1,0 0,0-2,8-4,-1 0,0-1,0 0,-1 0,0-1,-1 0,7-10,-3 0,-1-1,-1 0,-1 0,0-1,-2 0,2-10,-15 140,7-103,1 0,0-1,0 1,0-1,1 1,0-1,0 0,0 0,1 0,0 0,0 0,0 0,0-1,1 1,-1-1,1 0,1 0,-1 0,0-1,2 1,11 2,1-1,0 0,0-1,0-1,1-1,-1-1,1 0,-1-2,1 0,-1 0,0-2,0 0,0-2,0 0,3-2,-14 6,62-18,-47 12</inkml:trace>
  <inkml:trace contextRef="#ctx0" brushRef="#br0" timeOffset="10361.546">14612 2869,'-54'42,"37"-36,21-27,88-191,2-17,-93 226,0 1,-1-1,1 0,1 1,-1-1,0 1,1-1,-1 1,1-1,-1 1,1 0,0 0,0 0,0 0,0 0,1 0,-1 1,0-1,1 1,-1-1,1 1,0 0,-1 0,1 0,0 1,0-1,-1 1,1-1,0 1,0 0,0 0,0 0,-1 0,1 1,0-1,0 1,-1-1,1 1,0 0,1 1,16 11,-1 0,0 2,-1 0,-1 1,0 1,-1 0,3 6,-8-11,-1 0,0 0,-1 1,-1 0,0 0,0 1,-1 0,-1 0,2 7,-8-19,1 0,-1 0,0-1,1 1,-1 0,0 0,0 0,0 0,0 0,0 0,-1 0,1 0,-1 0,1-1,-1 1,1 0,-1 0,0 0,0-1,0 1,0-1,0 1,-1 0,1-1,0 0,-1 1,1-1,-1 0,1 0,-1 0,1 0,-1 0,0 0,0 0,1-1,-1 1,0 0,0-1,0 0,0 1,0-1,-1 0,-1 0,0 1,1-1,-1 0,0 0,1-1,-1 1,0-1,1 0,-1 0,1 0,-1 0,1-1,-1 1,1-1,0 0,0 0,0 0,0 0,0-1,1 1,-1-1,-1-2,2 3,1-1,-1 0,1 0,0 0,0 1,1-1,-1 0,0 0,1-1,0 1,0 0,-1 0,2 0,-1 0,0 0,1 0,-1 0,1 0,0 0,0 0,0 0,1 1,-1-1,1 0,-1 1,1-1,0 1,0-1,0 1,0 0,3-2,79-58,-69 54,1 0,0 1,0 1,0 0,1 1,-1 1,1 1,1 0,-1 1,8 1,-19 1,-1 2,1-1,-1 0,1 1,-1 0,0 0,0 1,0 0,0-1,0 2,0-1,-1 0,1 1,-1 0,0 0,-1 0,1 1,-1-1,1 1,-1 0,-1 0,1 0,-1 0,1 0,-2 1,1-1,-1 1,1-1,-1 1,-1-1,1 7,3 13,18 57,-20-80,-1 1,0 0,1-1,0 1,-1-1,1 1,0-1,0 0,1 0,-1 0,0 0,1 0,-1 0,1-1,-1 1,1-1,0 0,0 0,-1 0,1 0,0 0,0-1,0 1,0-1,3 0,2-1,0-1,0 0,0 0,0-1,-1 0,1 0,-1-1,0 0,0 0,0 0,0-1,-1-1,0 1,0-1,0 0,-1 0,0 0,0-1,0 0,-1 0,0 0,-1-1,1 1,-1-1,-1 0,1 1,-1-1,0-5,-2 6,1 0,-1 0,-1-1,1 1,-1 0,-1 0,1 0,-1 0,0 0,-1 0,1 1,-1-1,-1 1,1 0,-1-1,0 2,-1-1,1 0,-1 1,0 0,-1 0,1 0,-1 1,0 0,0 0,0 0,-1 1,1 0,-1 0,0 1,0 0,0 0,0 0,0 1,0 0,0 0,0 1,-1 0,1 0,0 1,-4 1,2 0,0 1,0 0,0 0,1 1,0 0,-1 1,1 0,1 0,-1 1,1 0,0 0,0 0,1 1,0 0,0 1,0-1,1 1,0 0,1 0,0 1,0-1,1 1,0 0,0 0,1 0,1 0,-1 1,1 1,1-7,1 0,-1 0,1 0,0 0,0-1,0 1,0 0,1-1,-1 1,1-1,0 1,0-1,0 0,1 0,-1 0,1 0,-1 0,1 0,0-1,0 1,0-1,1 0,-1 0,1 0,-1-1,1 1,-1-1,1 0,0 0,0 0,-1 0,1-1,0 1,0-1,0 0,0 0,0 0,0-1,47-5,-3-7</inkml:trace>
  <inkml:trace contextRef="#ctx0" brushRef="#br0" timeOffset="10625.101">15588 2014,'-21'-7,"-15"-2,-11 0,-5 4,1 8,3 9,9 8,10 8,15 5,16 4,18 2,16 5,2-7</inkml:trace>
  <inkml:trace contextRef="#ctx0" brushRef="#br0" timeOffset="10890.709">15641 2482,'4'15,"5"15,-1 12,0 4,-2 3,2-2,5-3,11-7,13-10,18-12,21-13,20-13,14-15,-12-2</inkml:trace>
  <inkml:trace contextRef="#ctx0" brushRef="#br0" timeOffset="11172.99">17419 1799,'8'106,"-5"104,5 73,-8-273,1 0,0 0,0 1,1-1,0-1,0 1,1 0,1 0,0-1,0 0,1 0,0 0,0 0,1-1,0 0,1 0,0-1,0 1,0-1,1-1,0 0,1 1,3-3,-1 0,1-1,0 0,0-1,0 0,0-1,0 0,0-1,0 0,0-1,0-1,0 1,0-2,0 0,-1 0,1-1,-1-1,0 0,0 0,-1-1,6-4,22-16</inkml:trace>
  <inkml:trace contextRef="#ctx0" brushRef="#br0" timeOffset="11461.278">17058 2187,'32'0,"33"-2,31-3,21-6,12 0,-17 1</inkml:trace>
  <inkml:trace contextRef="#ctx0" brushRef="#br0" timeOffset="11710.097">17820 2602,'8'-16,"-1"0,-1 0,-1 0,0-1,-1 0,-1 0,-1 0,0 0,-1 0,-1 0,0-1,-2 1,0 0,0 0,-2 0,0 0,-18-67,56 95,119 36,-44-17,-104-29,-1 0,1 1,-1 0,1 0,-1 0,0 1,0-1,0 1,0 0,0 0,0 0,-1 1,1 0,-1-1,0 1,-1 0,1 0,0 0,-1 1,0-1,0 1,-1-1,1 1,-1 0,0-1,0 1,0 3,-8 83,4-84,1 1,0 0,0 0,1 0,0-1,1 1,-1 1,2-1,-1 0,1 0,0 0,0-1,1 1,0 0,1 0,0-1,0 0,0 1,1-1,0 0,1-1,-1 1,1-1,1 0,0 1,9 1,0-1,1-1,-1-1,1 0,0-1,0-1,1 0,-1-1,1-1,-1 0,1-1,-1-1,1-1,-1 0,9-3,64-12,-8-3</inkml:trace>
  <inkml:trace contextRef="#ctx0" brushRef="#br0" timeOffset="12455.662">18983 2388,'-12'-7,"-1"1,0 1,0 0,0 1,0 1,-1 0,0 0,0 2,1 0,-1 0,0 1,0 1,0 0,0 1,0 0,1 1,-1 1,1 0,0 1,0 1,1 0,-1 0,1 1,1 1,-1 0,1 0,1 1,-1 1,-6 8,14-15,0 0,1 1,-1-1,1 0,0 1,0-1,0 1,0 0,1 0,0 0,-1 0,2-1,-1 2,0-1,1 0,-1 0,1 0,0 0,1 0,-1 0,1 0,0 0,0 0,0 0,0 0,1 0,-1-1,1 1,0 0,0-1,1 1,-1-1,1 0,1 2,5 1,1-1,0 0,0 0,0-1,0 0,1-1,-1 0,1-1,0 0,0 0,0-1,0-1,0 0,0 0,0-1,0-1,0 0,0 0,7-4,-9 4,-1-1,0 0,0 0,0-1,-1 0,1 0,-1-1,0 0,0 0,-1-1,0 0,0 0,0 0,0-1,-1 0,0 0,-1 0,0-1,0 1,0-1,-1 0,0 0,-1-1,1-1,1-13,-1 0,-1 1,-1-1,-1 0,-2-13,1 27,-1 16,1 17,-1-7,1 0,0 0,2-1,0 1,1 0,0-1,2 1,0-1,0 0,2 0,0 0,0-1,2 0,5 8,-11-20,0-1,0 1,0-1,0 0,1 0,-1 0,1 0,-1 0,1-1,0 1,0-1,-1 1,1-1,0 0,0 0,1 0,-1-1,0 1,0-1,0 0,0 0,0 0,1 0,-1 0,0-1,0 1,0-1,0 0,0 0,0 0,0 0,0-1,0 1,-1-1,1 1,0-1,6-9,0 1,0-1,-1 0,0-1,-1 0,0 0,-1-1,-1 0,0 0,-1 0,0 0,-1-1,0 0,-1 1,0-4,7-90,-3 247,-5-135,-1 1,1 0,0-1,1 1,-1-1,1 0,0 1,0-1,1 0,0 0,0 0,0-1,0 1,1-1,-1 1,1-1,0 0,1-1,-1 1,1-1,-1 0,1 0,0 0,0-1,0 1,1-1,-1 0,0-1,1 0,-1 1,1-2,0 1,-1-1,1 0,0 0,-1 0,2-1,-1-1,0 0,0-1,0 0,0 0,0-1,-1 0,0 1,1-2,-1 1,-1-1,1 1,-1-1,0-1,0 1,0 0,-1-1,0 0,0 0,0 0,-1 0,1-2,3-12,0 0,-2-1,0 1,-1-1,-1 0,-1-2,0-28,-2 117,1-53,0 0,1-1,0 1,1 0,0 0,1-1,1 1,0-1,1 0,0 0,0 0,1-1,1 0,0 0,1 0,0-1,0 0,1-1,0 0,10 7,18 1,-2-7</inkml:trace>
  <inkml:trace contextRef="#ctx0" brushRef="#br0" timeOffset="13048.088">20132 2160,'-12'-4,"-1"1,0 1,0 0,0 0,0 1,-1 1,1 0,0 1,-12 3,19-4,-1 2,0-1,1 1,-1 0,1 0,0 1,0 0,0 0,0 0,0 1,1 0,-1 0,1 0,0 1,1 0,-1 0,1 0,0 0,-4 6,7-7,-1 0,1 0,0-1,0 1,0 0,1 0,-1 0,1 0,0 0,0 0,0 0,1 0,-1 0,1 0,0 0,0 0,0 0,1 0,-1-1,1 1,0-1,0 1,0-1,1 0,-1 1,1-1,0-1,0 2,91 73,-24-35,58 47,-127-89,0 1,0-1,0 1,0-1,0 1,0 0,-1-1,1 1,0 0,0 0,-1-1,1 1,0 0,-1 0,1 0,-1 0,1 0,-1 0,1 0,-1 0,0 0,1 0,-1 0,0 0,0 0,0 0,0 1,0-1,0 0,0 0,0 0,-1 0,1 0,0 0,-1 0,1 0,0 0,-1 0,1 0,-1 0,0 0,1 0,-1-1,0 1,1 0,-1 0,0-1,0 1,0 0,0-1,0 1,1-1,-1 1,0-1,0 1,0-1,-1 0,1 1,0-1,0 0,0 0,0 0,0 0,0 0,-2 0,0 0,0 0,0-1,-1 1,1-1,1 0,-1 0,0 0,0 0,0 0,0-1,1 1,-1-1,1 0,-1 1,1-1,-1 0,1-1,0 1,0 0,0-1,1 1,-1-1,0 0,1 1,0-1,0 0,-1 0,2 0,-1 0,0 0,1 0,-1 0,1 0,0 0,0 0,0 0,0 0,1 0,-1 0,1 0,0 0,0 0,0 0,1-3,9-20,1 0,1 0,1 1,2 1,0 0,1 2,2 0,0 0,20-15,6-11,-21 21,7-5,-1 0,-1-2,-2-1,-2-1,-1-1,-2-2,-2 0,9-24,-28 59,1 1,-1 0,1 0,-1 0,0 0,0 0,0-1,0 1,-1 0,0-1,1 1,-1 0,0-1,-1 1,1 0,0-1,-1 1,0 0,0-1,0 1,0 0,-1-1,1 4,0 0,0 0,0 0,-1 0,1 0,0 0,0 0,0 0,0 1,0-1,-1 0,1 1,0-1,0 1,0-1,0 1,0-1,0 1,1 0,-1 0,0-1,0 1,0 0,1 0,-1 0,0 0,1 0,-1 0,1 0,-1 0,1 0,-1 1,-10 22,0 0,2 0,1 2,1-1,1 1,1 0,1 0,1 0,2 13,0-35,-13 261,15 117,0-216,1-62,-8 230,-4-277,3-61,1-19,1-9</inkml:trace>
  <inkml:trace contextRef="#ctx0" brushRef="#br0" timeOffset="13308.23">20280 2628,'-9'-11,"4"-4,13 0,18 1,18 1,14-3,12-4,-6 0</inkml:trace>
  <inkml:trace contextRef="#ctx0" brushRef="#br0" timeOffset="13558.624">21042 2374,'0'5,"4"1,5-1,4 0,1-2</inkml:trace>
  <inkml:trace contextRef="#ctx0" brushRef="#br0" timeOffset="14243.71">22486 2735,'61'-185,"-9"-42,-51 222,-1 0,1 1,0-1,0 1,0-1,1 1,0-1,0 1,0 0,0 0,1 0,-1 0,1 1,0-1,0 1,1-1,-1 1,1 0,-1 0,1 1,0-1,0 1,0 0,0 0,1 0,-1 0,0 1,3-1,6 3,0 1,0 1,0 0,-1 1,0 0,1 1,-1 0,-1 1,1 0,-1 1,0 0,-1 1,1 0,-2 0,1 1,-1 1,5 6,-6-7,0 1,-1 0,-1 0,1 0,-2 1,1 0,-1 0,-1 0,0 0,1 8,-4-15,0 1,0-1,-1 1,1 0,-1-1,0 1,-1 0,1-1,-1 1,0-1,0 1,0-1,0 1,-1-1,0 0,0 0,0 0,0 0,-1 0,0 0,0 0,0-1,0 1,0-1,-1 0,1 0,-1 0,-2 1,0-1,0 0,-1 0,1 0,-1-1,0 1,0-2,1 1,-1-1,0 0,0 0,-4-1,8 0,0 0,0 0,0 0,0-1,0 1,0-1,1 1,-1-1,0 0,0 0,1 0,-1-1,1 1,-1 0,1-1,-1 0,1 0,0 0,0 0,0 0,0 0,0 0,0-1,1 1,-1 0,1-1,0 0,-2-2,3 1,-1 0,0-1,1 1,0-1,0 1,0 0,1-1,-1 1,1 0,0-1,1 1,-1 0,0 0,1 0,0 0,0 0,1 0,-1 1,1-1,1-2,65-65,-36 45,0 2,2 1,1 1,0 3,2 0,0 3,12-3,19 5,-68 14,0 1,0 0,1 0,-1 0,0 0,0 0,0 0,0 1,0-1,0 0,0 1,0-1,-1 0,1 1,0-1,-1 1,1-1,-1 1,0-1,1 1,-1-1,0 1,0-1,0 1,0 0,0-1,-1 1,1-1,0 1,-1-1,1 1,-1-1,1 1,-1-1,0 1,1-1,-1 0,0 0,-1 2,1 0,-12 32,8-27,1 1,0-1,1 1,-1-1,2 1,-1 0,1 0,1 0,-1 1,2-1,-1 0,1 0,1 1,-1-1,2 0,-1 0,1 0,1 0,0 0,0 0,1 1,1-6,0 0,1 1,-1-2,1 1,0-1,0 1,1-2,-1 1,0-1,1 0,0 0,-1-1,1 0,0 0,0 0,0-1,0 0,0 0,-1-1,1 0,0 0,0-1,-1 0,1 0,-1 0,1-1,-1 0,0 0,0-1,-1 0,1 0,4-4,-3 0,0-1,-1-1,0 1,-1-1,1 0,-2 0,0 0,0-1,-1 1,0-1,-1 0,0 0,-1 0,0 0,-1 0,0 0,0-1,-3-8,4-43,4 39,-5 24,0 1,0-1,0 0,0 0,0 1,0-1,0 0,0 1,0-1,0 0,0 1,0-1,0 0,1 1,-1-1,0 0,0 0,0 1,0-1,1 0,-1 0,0 1,0-1,1 0,-1 0,0 0,0 1,1-1,-1 0,0 0,1 0,-1 0,0 0,1 0,-1 0,0 0,0 0,1 0,-1 0,0 0,1 0,-1 0,0 0,1 0,-1 0,0 0,1 0,-1 0,0 0,1 0,-1-1,0 1,0 0,1 0,-1 0,0 0,0-1,1 1,-1 0,0 0,0-1,0 1,0 0,1-1,-1 1,0 0,0 0,0-1,0 1,0-1,9 20,-1 0,-2 0,0 1,0-1,0 14,4 13,-8-39,2 9,-1 0,2 0,0 0,2-1,-1 1,2-1,0-1,8 12,-2-12</inkml:trace>
  <inkml:trace contextRef="#ctx0" brushRef="#br0" timeOffset="15400.648">23782 2227,'12'42,"-7"-16,2 0,1-1,0 0,2 0,1-1,1 0,1-1,1 0,2 0,-15-21,0 0,1 0,-1 0,1 0,-1 0,1 0,-1-1,1 1,0 0,0-1,0 1,0-1,0 0,0 0,1 0,-1 0,0 0,0 0,1 0,-1-1,1 1,-1-1,0 0,1 0,-1 0,1 0,-1 0,1 0,-1-1,1 1,-1-1,0 1,1-1,-1 0,0 0,0 0,1-1,4-7,0 0,-1 0,0-1,0 0,-1 0,-1-1,0 1,0-1,-1 0,0 0,0-5,19-119,-16 164,-6-1,-1-20,0 1,1-1,0 0,1 0,0 0,0 0,0 0,1 0,1 0,-1-1,1 1,0-1,4 6,-6-11,2 0,-1 0,0 0,0 0,1 0,-1 0,1-1,-1 1,1-1,0 0,-1 0,1 0,0 0,0 0,0 0,0-1,0 0,0 1,0-1,0 0,0 0,0-1,0 1,0-1,0 1,-1-1,2 0,73-37,-64 26,-1 0,0 0,-1-1,0-1,-1 0,-1 0,0-1,-1 0,-1-1,0 1,-1-1,-1-1,0 1,-1-1,0-4,-1 86,-3-53,1 0,0 0,1 0,0-1,1 1,1 0,-1-1,2 0,0 0,0 0,1 0,0-1,1 0,0 0,0-1,1 0,1 0,-1-1,1 0,1 0,-1-1,11 5,-5-6,0-2,1 0,0 0,0-2,0 0,0-1,0 0,0-1,0-1,0-1,0 0,0-1,-1-1,1 0,-1-1,0-1,0-1,-1 0,0 0,0-1,0-1,-1-1,-1 0,1 0,-2-1,1-1,-2 0,0 0,2-4,-7 9,-1 0,0-1,0 0,-1 1,0-1,0-1,-1 1,0 0,0 0,-1-1,0 1,0-5,-1 10,0 0,0 0,0-1,-1 1,1 0,-1 0,0 0,0 0,0 1,0-1,0 0,-1 0,1 0,-1 1,1-1,-1 1,0 0,0-1,0 1,-1 0,1 0,0 0,-1 0,0 1,1-1,-1 1,0-1,0 1,1 0,-1 0,0 0,0 1,0-1,0 1,-2-1,2 1,-1 0,0 0,1 0,-1 0,0 1,1-1,-1 1,0 0,1 0,-1 0,1 1,0-1,-1 1,1 0,0 0,0 0,0 0,0 1,1-1,-1 1,1-1,-1 1,1 0,0 0,0 0,0 1,0-1,0 1,-1 3,0 0,1-1,-1 1,1 0,1 0,-1 1,1-1,1 0,-1 0,1 0,0 1,1-1,0 0,0 2,2 0,0 0,0 0,1-1,0 1,1-1,0 0,0 0,1 0,0-1,0 0,0 0,1 0,0-1,1 0,-1-1,1 1,0-1,0-1,1 0,-1 0,5 1,5 2,1-1,1-1,-1 0,1-2,-1 0,1-1,0-1,0-1,15-2,-20 1,-1-1,1 0,-1-1,0 0,0-1,0-1,0 0,-1-1,1 0,-2-1,1-1,-1 0,0-1,0 0,-1 0,-1-2,0 1,0-1,-1 0,0-1,-1 0,0-1,-1 0,-1 0,0 0,4-14,0-16,-3-1,-1-1,-2 1,-3-1,-3-41,2 56,-11-313,10 338,2 3,-1-1,0 0,0 0,-1 1,1-1,-1 0,1 1,-1-1,0 1,0-1,0 1,0-1,0 1,0 0,-1-1,1 1,-1 0,0 0,1 0,-1 0,-2-1,1 4,1-1,-1 1,1 1,0-1,-1 0,1 0,0 1,0-1,-1 1,1 0,1 0,-1 0,0 0,0 0,1 0,-1 0,1 1,0-1,-1 0,1 1,0-1,0 1,1-2,-16 33,2 0,1 0,2 2,1-1,2 1,2 1,1-1,2 1,1 23,0-43,2-1,0 1,1-1,0 1,2-1,0 0,0 0,2 0,0 0,1-1,0 0,1 0,1 0,0-1,1 0,1-1,0 0,0 0,2-1,-1-1,2 1,-1-2,2 0,-1-1,1 0,0-1,16 6,-24-11,0 0,0 0,1-1,-1 0,0 0,1-1,0 0,-1 0,1 0,0-1,-1 0,1-1,0 1,-1-1,1 0,0-1,-1 0,0 0,1 0,-1-1,0 0,0 0,0 0,-1-1,1 0,-1 0,0 0,0-1,0 1,2-5,0-3,-2 0,0 0,0 0,-2-1,1 1,-1-1,-1 0,0 0,-1 0,-1 0,0 0,0 0,-1 0,-1 0,0 0,-1 1,0-1,-2-3,-15-20,20 36,0-1,-1 1,1-1,-1 1,1-1,-1 1,1-1,-1 1,1-1,-1 1,1-1,-1 1,1 0,-1-1,0 1,1 0,-1 0,0-1,1 1,-1 0,0 0,1 0,-1 0,0 0,1 0,-1 0,0 0,1 0,-1 0,0 0,1 1,-1-1,0 0,1 0,-1 1,1-1,-1 0,0 1,1-1,-1 1,1-1,-1 0,1 1,-1-1,1 1,0 0,-1-1,1 1,0-1,-1 1,1-1,0 1,-1 0,1 0,-2 5,0 1,1 0,-1-1,1 1,1 0,-1 0,1 0,0 0,1 0,-1-1,2 1,-1 0,1 0,0-1,0 1,0-1,1 0,0 1,1-1,-1-1,1 1,0 0,0-1,1 0,0 0,0 0,0-1,0 1,1-1,0-1,0 1,0-1,27 17,1-2,0-2,1-1,1-2,0-1,1-2,29 4,53 11</inkml:trace>
  <inkml:trace contextRef="#ctx0" brushRef="#br0" timeOffset="23674.376">735 4527,'-1'-5,"0"-1,1 1,0-1,0 1,0-1,0 1,1 0,0-1,0 1,0 0,1 0,0-1,0 1,0 0,0 1,1-1,0 0,0 1,0-1,1 1,0 0,-1 0,1 1,4-3,1-2,2 1,-1 1,1 0,0 0,0 1,0 1,1 0,0 0,11-2,-17 5,0 0,0 0,-1 1,1 0,0 0,0 0,0 0,-1 1,1 0,0 0,-1 1,1 0,-1 0,1 0,-1 0,0 1,0 0,0 0,0 0,0 1,-1-1,0 1,5 9,-2 0,1 0,-2 0,0 1,0 0,-2 0,1 0,-2 1,0 0,-1-1,0 1,-1 0,-1 0,-1 10,-15 179,7-125,7-52,2-28,0 1,0 0,1-1,-1 1,0-1,0 1,0 0,0-1,0 1,0 0,1 0,-1-1,0 1,0 0,0-1,1 1,-1 0,0 0,0-1,1 1,-1 0,0 0,1 0,-1-1,0 1,1 0,-1 0,0 0,1 0,-1 0,0 0,1 0,-1 0,0 0,1 0,-1 0,0 0,1 0,-1 0,0 0,1 0,-1 0,0 0,1 0,-1 0,0 1,1-1,-1 0,0 0,1 0,-1 1,0-1,0 0,1 0,-1 1,0-1,0 0,32-54,-3-2,-3-2,18-54,33-156,-74 310,-4 29,-3 92,16 128,13-169,-23-117,-1-1,1 1,0 0,1-1,-1 1,1-1,0 0,0 0,1 0,-1 0,1 0,-1-1,1 1,0-1,1 0,-1-1,0 1,1-1,0 0,-1 0,1 0,4 1,25-1,-3-5</inkml:trace>
  <inkml:trace contextRef="#ctx0" brushRef="#br0" timeOffset="23921.702">896 4688,'11'4,"22"2,31 0,31-4,27-4,20-4,-14-1</inkml:trace>
  <inkml:trace contextRef="#ctx0" brushRef="#br0" timeOffset="24980.065">1871 4714,'7'0,"13"0,15 0,16 0,14 0,10-2,4-1,-3 0,-7 1,-16 0</inkml:trace>
  <inkml:trace contextRef="#ctx0" brushRef="#br0" timeOffset="25244.705">2126 4460,'-9'16,"-4"16,2 15,4 12,5 11,6 8,5 5,2 0,0-14</inkml:trace>
  <inkml:trace contextRef="#ctx0" brushRef="#br0" timeOffset="25823.282">2714 4540,'0'11,"1"0,0 0,0 0,2 0,-1 0,1-1,1 1,0-1,0 0,1 0,0 0,1-1,0 0,0 0,1 0,1-1,-1 0,1 0,0-1,1 0,0 0,0-1,1 0,-1-1,1 0,0 0,7 1,-9-2,1 0,-1 0,1-1,0 0,0-1,0 0,0 0,1-1,-1 0,0-1,1 0,-1-1,0 1,0-2,1 1,-1-1,0-1,0 0,-1 0,1 0,-1-1,1-1,-1 1,0-2,-1 1,1-1,-1 0,-1 0,1-1,-1 1,1-3,3-6,-1-1,-1-1,0 1,-1-1,-1-1,-1 1,0-1,-1 0,-1 0,-1 0,0-1,-1-9,-3 9,-8 35,-2 45,3 0,3 1,3 0,2 17,1-32,4 264,18 44,-20-329,0-1,0 0,-1 0,-2 0,0 0,-2 0,-3 11,6-33,0 0,0-1,-1 1,0-1,1 1,-1 0,0-1,0 1,0-1,0 0,-1 1,1-1,-1 0,1 0,-1 0,0 0,0 0,0 0,0 0,0-1,0 1,0-1,-1 1,1-1,0 0,-1 0,1 0,-1 0,0-1,1 1,-1-1,1 1,-1-1,0 0,-2 0,-3-3,1-1,-1 0,1 0,-1-1,1 0,0 0,1-1,0 0,-1 0,2 0,-1-1,1 0,0 0,0 0,1-1,1 4,-19-27,2-1,1-1,1 0,2-1,2-1,1 0,2-1,1-1,1-1,8 31,-1 0,1-1,0 1,1 0,-1 0,2-1,-1 1,1 0,0-1,0 1,1 0,0 0,0 0,1 0,0 0,0 1,1-1,-1 1,1 0,4-5,2 3,-1-1,2 1,-1 1,1 0,0 0,1 1,11-4,32-13</inkml:trace>
  <inkml:trace contextRef="#ctx0" brushRef="#br0" timeOffset="26083.054">3663 4794,'20'2,"16"1,14 0,9 0,3-1,1-1,-1-1,-7 0,-12 0</inkml:trace>
  <inkml:trace contextRef="#ctx0" brushRef="#br0" timeOffset="26350.648">3930 4540,'-6'20,"-4"19,4 16,4 14,8 10,6 6,7 1,4-3,-2-15</inkml:trace>
  <inkml:trace contextRef="#ctx0" brushRef="#br0" timeOffset="26639.981">4545 4580,'16'-3,"0"1,0 0,0 1,0 1,0 1,0 0,0 1,0 0,0 1,-1 1,1 1,-1 0,0 1,0 1,-1 0,0 1,0 0,-1 1,0 1,0 0,-1 1,-1 0,1 0,-2 2,0-1,0 1,-2 1,5 8,-6-6,-1 0,-1 1,0-1,-2 1,0 0,0 0,-2 1,0-1,-1 0,-1 1,0-1,-2 3,-8 37,-2-1,-2 0,-4 1,-29 119,46-170,0 0,1 0,-1 0,2 0,-1 1,0-1,1 0,0 0,1 0,-1 1,1-1,1 0,-1 0,1 0,0 0,0 0,0-1,1 1,0-1,0 1,1-1,-1 0,1 0,0-1,1 1,-1-1,1 0,0 0,0 0,0-1,15 5,1 0,0-2,0-1,0 0,1-2,0 0,-1-1,1-2,0 0,0-1,0-1,-1-1,9-3,-23 6,1-1,0 0,-1 0,1-1,-1 0,1 0,-1-1,0 1,0-2,0 1,0-1,0 0,-1 0,0-1,0 0,0 0,-1-1,1 1,-1-1,0 0,1-3,-6 4,0 0,0 0,-1-1,1 1,-1 0,0 0,-1 0,1 0,-1 0,0 1,0-1,-1 0,1 1,-1 0,0-1,0 1,0 0,-1 1,1-1,-5-2,-23-27</inkml:trace>
  <inkml:trace contextRef="#ctx0" brushRef="#br0" timeOffset="26900.001">4692 4914,'28'-2,"24"-4,22 1,21-3,19-1,15 1,14-1,-18 1</inkml:trace>
  <inkml:trace contextRef="#ctx0" brushRef="#br0" timeOffset="27054.628">6831 4781,'18'2,"22"1,20 0,18-1,12-1,7 0,-1 0,-6-1,-19 0</inkml:trace>
  <inkml:trace contextRef="#ctx0" brushRef="#br0" timeOffset="27240.331">6925 5102,'16'7,"21"4,22 1,22-2,18-6,12-4,-13-4</inkml:trace>
  <inkml:trace contextRef="#ctx0" brushRef="#br0" timeOffset="27797.641">8208 4781,'25'-12,"1"1,0 1,1 2,0 1,0 1,1 1,-1 1,17 1,-23 1,0 1,1 1,-1 1,0 0,0 2,0 1,14 4,-26-6,0 1,-1 0,0 1,0 0,0 0,0 1,0 0,-1 0,0 1,0-1,-1 2,1-1,-1 1,-1 0,1 0,-1 0,-1 1,1 0,0 4,0 0,-1 0,-1 0,0 1,-1-1,0 1,-1 0,0 0,-1 0,-1-1,0 1,0 0,-1 0,-2 3,-56 163,37-122,22-54,-17 64,17-65,1 0,0-1,0 1,0 0,0 0,0 0,0 0,0 0,1 0,-1 0,1-1,-1 1,1 0,0 0,0 0,-1-1,1 1,1-1,-1 1,0 0,0-1,0 0,1 1,-1-1,1 0,-1 0,1 0,-1 0,1 0,0 0,0 0,1 0,5 0,-1-1,1 1,0-2,-1 1,1-1,-1 0,1-1,-1 0,0 0,1 0,-1-1,0 0,0-1,-1 1,1-1,-1-1,0 1,0-1,0 0,2-3,0 0,1-2,-2 1,1-1,-1 0,0 0,-1-1,-1 0,0 0,0-1,-1 1,0-1,-1 0,0 0,-1 0,0-7,1-16,-2-1,-1 1,-2-1,-5-25,4 41,-1 33,8 78,3 0,14 57,-18-131,-2-3,1 0,0 0,1-1,0 1,2 0,-1-1,2 0,0 0,0 0,7 9,27 2,-22-22</inkml:trace>
  <inkml:trace contextRef="#ctx0" brushRef="#br0" timeOffset="28087.971">8569 5195,'18'-5,"22"-3,23-3,20-2,15 2,7 0,-2-1,-17 3</inkml:trace>
  <inkml:trace contextRef="#ctx0" brushRef="#br0" timeOffset="28341.293">8449 4486,'16'0,"23"0,28 0,30 0,28 0,24 0,17 0,-20 0</inkml:trace>
  <inkml:trace contextRef="#ctx0" brushRef="#br0" timeOffset="28664.453">9732 5182,'-2'2,"1"1,3 0,2-3,-1-4,0-3,-1 0</inkml:trace>
  <inkml:trace contextRef="#ctx0" brushRef="#br0" timeOffset="29211.304">10347 4781,'8'24,"1"1,2-1,0 0,1-1,1-1,1 0,1 0,2-2,-1 0,8 5,-12-13,1 0,1 0,0-1,1-1,0 0,0-1,1-1,0-1,0 0,1-1,0 0,0-2,1 0,-1-1,7 0,-15-2,0-1,0 0,0 0,0-1,0 0,0-1,0 0,-1 0,1-1,-1 0,1-1,-1 0,0 0,-1 0,1-1,-1 0,0-1,0 0,0 0,-1 0,0-1,0 0,-1 0,0-1,0 1,-1-1,0 0,3-7,-1-3,0 0,-1 1,-1-1,-1-1,-1 1,0-7,-4 149,6 1,7 21,8 36,-6-70,-5 0,-5 94,-3-188,-1 0,-1-1,0 1,-1-1,-1 1,-1-1,0 0,-1 0,-1-1,-6 11,11-24,1 0,-1-1,0 1,1-1,-1 1,0-1,-1 0,1 1,0-1,-1 0,1-1,-1 1,1 0,-1-1,0 1,0-1,0 0,0 0,0 0,0 0,0-1,0 1,0-1,0 0,0 0,0 0,0 0,-1 0,1-1,0 1,0-1,0 0,0 0,0 0,1-1,-4 0,-7-10,0 0,1-1,0 0,0-1,2 0,0 0,0-1,2-1,0 0,0 0,2 0,0-1,-1-9,-6-7,2-1,1-1,2 0,-3-23,11 53,-1 1,1-1,0 0,0 0,0 1,0-1,1 0,0 1,0-1,0 1,1-1,-1 1,1 0,0-1,1 1,-1 0,1 0,-1 0,1 1,0-1,0 1,1-1,-1 1,1 0,0 0,0 1,0-1,0 1,0 0,0 0,1 0,-1 1,1-1,41-12,0 4</inkml:trace>
  <inkml:trace contextRef="#ctx0" brushRef="#br0" timeOffset="29460.463">10253 4620,'32'-2,"33"-1,36 0,33 1,27 0,18 1,7-2,-27 0</inkml:trace>
  <inkml:trace contextRef="#ctx0" brushRef="#br0" timeOffset="29861.48">12005 5088,'0'4,"7"3,11-2,3 0</inkml:trace>
  <inkml:trace contextRef="#ctx0" brushRef="#br0" timeOffset="30275.381">12874 4767,'14'-5,"1"1,-1 0,1 0,0 2,0 0,0 0,1 2,-1 0,0 0,0 2,0 0,0 0,0 2,0-1,0 2,-1 0,0 1,0 1,-1 0,1 0,-2 1,1 1,-1 0,0 1,-1 0,0 1,-1 0,0 1,-1 0,0 1,-1 0,0 0,-1 0,-1 1,0 0,-1 1,0-1,0 7,-3 6,-2 0,-1 0,-1 0,-1-1,-2 1,0-1,-2 0,-1 0,-1 0,-1-1,-1-1,-1 0,-9 12,-59 158,78-187,0 0,0 0,0 0,1 0,1 0,-1 0,1 0,0 0,1 0,0 0,0 0,0 0,1 0,0 0,0 0,1 0,0-1,0 1,0-1,1 0,0 0,0 0,3 2,8 4,0-1,1 0,0-1,1 0,0-2,0 0,1-1,0 0,0-2,1 0,-1-1,1-1,0-1,0 0,0-1,17-3,82-16,-114 17,0-1,0 1,0-1,0 0,0 0,0 0,0-1,0 1,-1-1,0 0,1 0,-1 0,0 0,0-1,-1 1,1-1,-1 0,0 1,0-1,0 0,0 0,-1-1,1 1,-1 0,0-2,-1-27</inkml:trace>
  <inkml:trace contextRef="#ctx0" brushRef="#br0" timeOffset="30523.415">12981 5329,'18'0,"22"0,22 0,22 0,14 0,8-2,-1-1,-11-5,-20 0</inkml:trace>
  <inkml:trace contextRef="#ctx0" brushRef="#br0" timeOffset="30690.227">12753 4446,'30'2,"34"6,36 3,33 3,26-2,13-2,-23-3</inkml:trace>
  <inkml:trace contextRef="#ctx0" brushRef="#br0" timeOffset="32337.676">8341 3898,'414'23,"511"-18,-553-6,1249 1,-584 37,-662-34,129 25,-496-28,55-2,-1 4,1 2,9 4,54 7,-112-13,-4 1</inkml:trace>
  <inkml:trace contextRef="#ctx0" brushRef="#br0" timeOffset="36180.019">15052 3765,'0'22,"2"136,-8 0,-6 0,-12 28,-19 9,-49 126,36-134,-26 157,53-120,21-141,-3-1,-4-1,-3 0,-7 9,8-51,-1-1,-2 0,-1-2,-3 0,-2 2,-27 41,50-75,0 0,-1 0,0 0,0 0,0 0,0-1,0 0,-1 0,1 0,-1 0,0-1,0 1,0-1,0-1,0 1,-1-1,1 0,0 0,-1 0,1-1,-1 0,1 0,-1 0,-105 1,0-6,0-4,-29-9,-77-7,-578-18,508 31,-292-10,-568-32,936 39,-644-35,-294 3,-16 25,700 22,-50-13,-228 1,-485 38,-469-27,1378-4,-217 5,-113 19,144-20,260-12,227 13,-1-1,1-1,0-1,1 0,-1-1,0-1,1-1,0 0,0-1,1-1,0-1,0 0,-11-10,18 8,1-1,0-1,1 1,0-1,2 0,-1-1,1 1,1-1,1 0,0 0,0-1,2 1,-1-14,0 9,-2-10,-33-241,-56-201,88 452,-21-72,4 0,4-1,4-1,4 0,3-44,46-438,-34 169,-1 370,2-1,2 1,1 0,2 0,1 1,2 1,1 0,2 1,1 1,2 0,0 1,3 2,0 0,22-19,-38 42,0 1,1-1,-1 2,1-1,0 1,1 0,-1 1,1 0,-1 0,1 1,0 0,0 1,3-1,5-1,89-13,0 5,1 5,-1 5,1 4,91 15,904 27,1325 8,-979-27,443-18,-659-18,-240-2,3-29,-561 50,238 13,-471-3,0 10,-2 8,1 9,41 12,-39-10,130 50,352 140,-644-227,0-1,1-2,0-2,24 0,4 14,-62-17,0 0,0-1,0 1,0-1,1-1,-1 1,1-1,-1-1,1 1,2-1,15-19,-17 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0:33.9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1 128,'29'-16,"0"1,2 1,0 2,0 1,1 1,29-5,-26 6,0 1,1 1,0 2,0 2,0 1,0 1,15 4,-47-3,0 0,-1 0,1 0,0 1,-1-1,1 1,0 0,-1 0,1 0,-1 1,1-1,-1 1,0 0,0 0,0 0,0 1,0-1,0 0,-1 1,1 0,-1 0,1 0,-1 0,0 0,0 0,-1 1,1-1,-1 0,0 1,1-1,-1 1,-1 0,-1 6,-1 0,0 0,-1 0,0-1,0 1,-1-1,0 0,-1 0,0 0,-1 0,1-1,-2 0,1 0,-8 6,13-13,-209 209,211-210,0 0,0 0,-1 0,1 0,0 0,0 0,-1 0,1 0,0 0,0 0,-1 0,1 0,0 0,-1 0,1 1,0-1,-1 0,1 1,0-1,-1 0,1 1,0-1,-1 1,1-1,-1 1,1-1,-1 1,1 0,-1-1,0 1,1 0,-1-1,0 1,1 0,-1-1,0 1,0 0,1-1,-1 1,0 0,0 0,0-1,0 1,0 0,0 0,0-1,-1 1,1 0,0 0,0-1,0 1,-1 0,1-1,0 1,-1 0,1-1,-1 1,1-1,-1 1,1 0,-1-1,1 1,-1-1,1 1,-1-1,0 0,1 1,57 2,-40-4,1 0,-1 2,1 0,-1 1,0 0,1 2,-1 0,-1 1,1 0,-1 1,0 1,0 1,-1 1,0 0,0 0,-1 2,3 3,-8-3,0 1,-1 0,-1 1,0-1,-1 1,0 1,-1-1,0 1,-1 0,-1 0,0 0,-1 1,-1-1,0 0,-1 1,0-1,-1 1,-1-1,0 0,-1 1,-1-1,0 0,-1-1,0 1,-1-1,-1 0,0-1,0 1,-1-1,-1-1,0 1,-1-2,0 1,-1-1,0-1,0 0,-1 0,0-2,0 1,-1-1,-13 5,11-7,0 0,0-1,-1 0,1-1,-1-1,0 0,0-2,0 1,1-2,-1 0,0-1,0-1,1 0,-1-1,-11-5,26 9,0 0,-1 0,1-1,0 1,0 0,0 0,0-1,0 1,0-1,0 1,0-1,0 1,0-1,0 0,0 0,0 1,0-1,1 0,-1 0,0 0,0 0,1 0,-1 0,1 0,-1 0,1 0,-1 0,1 0,0 0,-1 0,1 0,0 0,0-1,0 1,0 0,0 0,0 0,0 0,0 0,1-1,50-20,-15 12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0:34.09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1,'0'0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0:33.29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1 401,'23'2,"18"1,19 0,15-2,13-3,7-2,3-1,2 1,-3 0,-10 2,-18 1</inkml:trace>
  <inkml:trace contextRef="#ctx0" brushRef="#br0" timeOffset="243.924">496 1,'0'18,"0"17,0 19,0 16,0 12,0 8,-2 7,-4 3,-2-2,0-7,1-18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0:32.7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14,'15'20,"18"21,14 17,12 14,11 11,3 6,5 0,-3-1,-5-1,-8-3,-9-6,-12-7,-13-9,-11-15</inkml:trace>
  <inkml:trace contextRef="#ctx0" brushRef="#br0" timeOffset="274.263">602 1,'-18'20,"-18"23,-11 23,-12 22,-7 17,-3 13,-2 7,5 0,8-4,13-15,13-20,13-25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0:31.6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68,'15'16,"13"14,11 14,4 10,6 8,2 2,2-1,1-6,-2-11,-2-13,-6-12,-10-10</inkml:trace>
  <inkml:trace contextRef="#ctx0" brushRef="#br0" timeOffset="283.232">789 1,'-56'156,"33"-103,-18 49,4 2,5 1,4 2,5 1,5 0,4 2,2 100,11-198,1 0,0-1,1 1,1 0,0-1,1 1,0-1,0 0,5 11,5-2</inkml:trace>
  <inkml:trace contextRef="#ctx0" brushRef="#br0" timeOffset="531.231">976 589,'25'0,"24"-2,24-3,19-1,8 1,2 1,-8 3,-15 7,-21 2</inkml:trace>
  <inkml:trace contextRef="#ctx0" brushRef="#br0" timeOffset="795.716">1164 977,'16'2,"21"1,24-2,26-6,-4-3</inkml:trace>
  <inkml:trace contextRef="#ctx0" brushRef="#br0" timeOffset="3161.603">1390 990,'14'2,"15"1,15 0,16-1,11-2,9-2,3 0,-2 0,-7 2,-13 7,-15 5,-26 9,-16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0:46.39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994 579,'6'-15,"0"0,-1-1,0 0,-1 0,-1 0,-1 0,0-1,-2 1,1-1,-2 1,0-1,-1 1,-1 0,0-1,-1 1,-4-9,-5 2,-1 0,-1 1,-1 1,0 0,-2 1,0 0,-2 2,0 0,-1 2,0 0,-1 1,-14-6,24 14,1 2,-1-1,0 1,0 1,-1 0,1 1,-1 0,0 1,0 1,0 0,0 0,0 1,0 1,1 0,-1 1,0 1,0-1,1 2,0 0,-1 1,-2 1,-5 4,1 1,0 1,1 1,0 1,0 0,2 1,0 1,0 0,2 1,0 1,1 0,1 1,1 1,0-1,2 2,0-1,1 1,1 1,1-1,1 1,1 3,-3 66,4 1,7 51,-3-101,46 420,-40-402,3 0,3 0,2-1,23 57,-26-84,0 0,-2 1,-2 0,-1 1,-1-1,-1 12,-3 83,-3-74,3-1,1 1,6 16,1-17,-2-1,-3 2,-2-1,-2 1,-3-1,-6 40,-46 137,8 77,-15-56,5 95,28-29,25-139,3-75,-5 0,-7 26,-11 132,23-247,0 95,-4 0,-7 17,-11 64,5 65,9-132,-20 86,7-63,12-44,6-1,5 40,0-17,-2 197,24-69,20 20,12 65,-6-97,-39-157,8 73,6 0,35 108,-56-250,1 1,0-1,1 0,0 0,1-1,0 0,2 0,-1-1,1 0,1 0,0-1,1 0,0-1,1 0,0-1,0 0,1-1,0-1,0 0,1 0,6 1,-16-7,-1 1,1-1,0 1,0-1,0 0,0-1,0 1,0-1,0 0,0 0,0 0,0 0,0-1,0 1,0-1,0 0,-1 0,1-1,0 1,0-1,-1 0,1 0,-1 0,0 0,1-1,-1 1,0-1,0 0,-1 0,1 0,0-1,91-165,-61 109,-9 19,-1-1,-2 0,-2-1,-2-2,-2 0,3-19,-7-17,-4 0,-3 0,-5-36,5-91,37-91,-22 187,20-185,15-142,-41 149,-6 38,-17-98,-35-166,23 66,18 340,1 12,-4 0,-6-11,-21-227,13 82,10 119,5-102,5 113,-23-284,27 344,3 1,3 0,4-9,5-32,12-156,11-93,-37 291,3 1,3 0,2 0,12-31,0-18,-5-2,1-56,-16 129,36-398,-38 418,2-5,-1 0,-2 0,0 0,-1-1,-2 1,-3-18,-18 1,7 24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0:49.5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894 150,'-18'-17,"0"2,-2 0,0 1,0 2,-1 0,-1 0,0 2,0 1,-1 1,0 1,-1 1,1 1,-1 1,-6 0,16 4,1 1,-1 0,0 1,1 0,0 1,-1 1,1 0,1 0,-1 2,0-1,1 2,0 0,1 0,0 1,0 0,0 1,1 0,1 1,-1 0,2 1,-1-1,1 2,1-1,0 1,0 3,-17 37,3 1,3 1,1 1,3 0,3 1,-4 46,-17 199,13 1,18 256,3-260,-2 682,-7-807,-8-1,-13 38,13-104,5 1,3 70,9 541,3-617,3 0,5 0,9 21,-6-8,-5 0,-5 1,-6 41,27 262,-27-366,-2 0,-3 0,-2 0,-4 4,-60 340,59-341,2 0,3 1,2 0,3 0,2 0,6 38,1-32,3-1,3-1,3 0,2-1,3 0,8 13,-9-25,-3 1,-1 0,-3 1,-2 1,5 50,-10-48,2 0,2-1,3-1,1 0,3 0,2-2,12 19,-27-60,1 7,2 0,-1-1,2 0,0 0,0 0,1-1,1-1,0 0,0 0,1-1,1 0,0-1,0 0,1-1,6 3,-10-10,0-1,0 0,0 0,-1-1,1-1,0 1,0-1,-1-1,0 0,1 0,-1 0,0-1,0 0,-1-1,1 0,-1 0,0-1,-1 1,1-2,0 0,8-5,-1 3,0-1,-1 0,0-1,-1 0,0-1,-1 0,-1-1,1-1,-2 1,0-2,-1 1,6-16,-4-7,-2-1,-1 0,-2-1,-2 1,-2-20,1 14,7-151,-8 1,-11-44,-14 0,-1-13,7-143,46-152,17-225,-36 521,-6 121,5-1,8-17,99-480,-45 264,-25 154,-24 124,-4 0,-4-2,1-50,-10-239,-2 214,-19-155,0-20,17 236,1 25,-3 0,-3 0,-5-11,-26-187,34-291,3 545,-1-1,-1 0,-1 0,-1 0,-1 0,0 1,-2 0,0 0,-2 0,0 1,-1 0,-1 0,0 1,-2 1,0 0,-1 0,0 1,-2 1,0 0,0 1,-15-10,23 21,1 0,0 1,-1 0,1 0,-1 1,0-1,0 1,1 1,-1-1,0 1,0 0,0 1,0 0,1 0,-1 0,0 1,1 0,-1 0,1 1,0 0,0 0,0 0,-4 4,-32 15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0:55.8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73 9,'-3'-1,"0"-1,-1 1,1 0,-1 0,0 0,1 1,-1-1,1 1,-1 0,0 0,1 0,-1 0,0 1,1-1,-1 1,1 0,-1 0,-1 1,5-2,0 1,-1-1,1 1,0-1,-1 1,1-1,0 1,0-1,0 1,-1-1,1 1,0-1,0 1,0-1,0 1,0-1,0 1,0-1,0 1,0-1,0 1,0-1,0 1,1-1,-1 1,0-1,0 1,0-1,1 1,-1-1,0 0,1 1,-1-1,0 1,1-1,-1 0,0 1,1-1,-1 0,1 1,-1-1,1 0,-1 0,1 1,-1-1,1 0,-1 0,1 0,-1 0,1 0,-1 0,1 0,-1 0,1 0,-1 0,1 0,0 0,104 16,308-13,-157-6,-111 13,-142-10,0 1,0-1,0 0,0 1,0-1,0 1,-1 0,1 0,0 0,0 0,0 1,-1-1,1 1,-1-1,1 1,-1 0,0 0,0 0,0 0,0 1,0-1,0 0,-1 1,1 0,-1-1,1 2,-3 10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0:56.8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314 1105,'-14'-1,"0"0,0 1,-1 1,1 0,1 0,-1 2,0-1,0 2,1 0,0 1,0 0,0 1,0 0,1 1,0 0,1 1,-1 1,1-1,1 2,0 0,0 0,1 1,-2 3,9-12,1 1,-1 0,0 0,1 1,0-1,0 0,0 0,0 1,0-1,1 0,-1 1,1-1,0 1,0-1,0 0,0 1,1-1,0 1,-1-1,1 0,0 0,1 1,-1-1,1 0,-1 0,1 0,0 0,0-1,0 1,0 0,1-1,-1 0,1 1,-1-1,1 0,0 0,0 0,3 1,2-1,1 1,-1-2,1 1,0-1,0 0,0-1,0 0,0-1,-1 0,1 0,0-1,0 0,-1 0,1-1,-1 0,0 0,0-1,0-1,0 1,-1-1,0 0,0-1,0 1,0-2,-1 1,0-1,-1 1,1-2,-1 1,-1 0,1-1,-1-1,9-22,-1-1,-1-1,-2 0,-1 0,-2-1,-1 0,-2 0,-1 0,-2 0,-1 0,-2 0,-1 0,-6-19,-19-104,22 135,0 36,25 167,-11-139,-1-2,12 79,28 96,-42-202,0 0,1 0,0 0,1-1,0 1,1-1,2 2,-7-12,-1 1,1-1,0 0,0 1,0-1,0 0,1-1,-1 1,0 0,1-1,-1 1,1-1,0 0,-1 1,1-2,0 1,0 0,0 0,0-1,0 1,0-1,-1 0,1 0,0 0,0-1,0 1,0-1,0 1,0-1,0 0,-1 0,1 0,0 0,-1-1,1 1,0-1,9-8,0-1,0 0,-1-1,0 0,-1-1,-1 0,0 0,-1-1,0 0,-1-1,-1 0,0 0,-1 0,2-13,23-84,-31 112,1 0,0 0,0 0,0 0,0 0,-1 0,1 0,0 0,0 0,0 0,-1-1,-5 25,2-3,1 0,1 1,1-1,1 1,2 17,-1-32,0 0,0 1,0-1,1 0,0 0,1 0,-1 0,1-1,1 1,-1-1,1 1,0-1,1 0,-1-1,1 1,0-1,1 0,4 4,12 4</inkml:trace>
  <inkml:trace contextRef="#ctx0" brushRef="#br0" timeOffset="452.929">715 717,'26'0,"-1"1,1 2,0 0,-1 2,0 0,0 2,0 1,-1 0,0 2,-1 1,0 1,-1 1,0 1,16 13,-27-15,0-1,0 2,-2 0,1 0,-2 0,0 1,0 0,-1 1,-1 0,0 0,-2 0,1 1,-2 0,0 0,-1-1,0 2,-2-1,0 16,0-27,4 42,-4-47,0 1,0 0,1 0,-1 0,0 0,0 0,1-1,-1 1,1 0,-1 0,0-1,1 1,-1 0,1 0,0-1,-1 1,1-1,0 1,-1 0,1-1,0 1,-1-1,1 0,0 1,0-1,0 0,0 1,-1-1,1 0,0 0,0 0,0 1,0-1,0 0,-1 0,1-1,0 1,0 0,0 0,0 0,0 0,-1-1,1 1,0 0,0-1,12-7,-1-1,0 0,-1-1,0 0,-1-1,0 0,0 0,-1-1,-1 0,1-2,-8 12,18-26,-1-1,-2-1,-1 0,-1-1,-2-1,-16 40,1 0,-1 0,1 0,1 1,0-1,0 1,0 0,1-1,1 1,-1 0,1 0,1 0,0 0,0-1,1 1,0 0,0-1,1 1,0-1,0 0,1 0,0 0,1-1,0 1,0-1,0 0,1 0,0-1,1 1,14 5,0-1,0-1,1-1,0-1,0-1,1-1,0-1,0-1,0-1,1-1,-1-1,1-1,2-2,65 1</inkml:trace>
  <inkml:trace contextRef="#ctx0" brushRef="#br0" timeOffset="858.018">2774 197,'18'307,"7"66,-22-347,2 1,0-2,2 1,1-1,7 16,-13-34,1-1,0 0,0 0,0 0,1 0,0-1,0 0,1 1,-1-1,1-1,0 1,1-1,-1 0,1 0,-1 0,1-1,0 0,1 0,-1-1,0 1,1-1,-1-1,1 1,2-1,-2-1,0 0,0 0,1-1,-1 0,0 0,0-1,0 0,0 0,0-1,-1 0,1 0,-1 0,0-1,0 0,0 0,0-1,0 0,22-22</inkml:trace>
  <inkml:trace contextRef="#ctx0" brushRef="#br0" timeOffset="1117.283">2292 678,'23'-2,"25"-1,28 0,28 1,24 0,14 1,-16 0</inkml:trace>
  <inkml:trace contextRef="#ctx0" brushRef="#br0" timeOffset="2368.682">3562 798,'-23'0,"-1"1,0 1,1 2,-1 0,1 1,0 1,1 1,-20 10,33-13,0 0,1 0,-1 1,2 1,-1-1,0 1,1 1,0-1,0 1,1 1,0-1,0 1,1 0,0 0,0 0,1 1,0 0,1 0,0 0,0 0,1 0,0 1,0 0,2-6,-1 0,1 0,0 0,0 0,0 0,1 0,-1 1,1-1,0 0,0 0,1 0,-1-1,1 1,0 0,0 0,0-1,0 1,1-1,-1 0,1 0,0 0,0 0,0 0,0 0,0-1,1 0,-1 0,1 0,0 0,0 0,-1-1,1 1,0-1,0 0,0 0,1-1,-1 1,0-1,0 0,0 0,0 0,2-1,9-2,0-1,0 0,0-2,-1 1,0-2,0 0,0 0,-1-2,0 1,-1-2,1 0,-2 0,0-1,0 0,-1-1,0 0,-1-1,-1 0,1-2,-4 9,-1 0,0-1,-1 0,1 1,-1-1,0-1,-1 1,0 0,0-1,0 1,-1-1,0 1,-1-1,0 0,0 1,-1-5,1 12,0-1,0 1,0-1,0 1,-1-1,1 1,0-1,-1 1,1-1,0 1,-1-1,1 1,0 0,-1-1,1 1,-1 0,1-1,-1 1,1 0,-1-1,1 1,-1 0,1 0,-1 0,1-1,-1 1,1 0,-1 0,1 0,-1 0,0 0,1 0,-1 0,1 0,-1 0,1 0,-1 0,1 1,-1-1,1 0,-1 0,1 1,-1-1,1 0,-1 0,1 1,-1-1,1 0,-1 1,1-1,0 1,-1-1,1 1,0-1,-1 1,1-1,0 1,0-1,0 1,-1-1,1 1,0-1,0 1,-20 35,17-29,1 1,0-1,0 1,0 0,1-1,0 1,1 0,0 0,0 0,1 0,0 0,0-1,0 1,1 0,1-1,-1 1,1-1,0 0,1 0,0 0,0 0,0 0,1-1,0 0,0 0,1 0,-1-1,1 0,1 0,-1 0,1-1,-1 0,1 0,0-1,1 0,-1 0,0 0,1-1,0 0,-1-1,1 0,0 0,2 0,3-3,-2 0,1-1,0 0,0-1,-1 0,0 0,0-2,0 1,-1-1,1-1,-1 0,-1 0,1-1,-2 0,7-8,3-3,-1-1,-1-1,-1-1,-1 0,-1-1,8-21,-3-2,-3-1,-2 0,-2-1,-2 0,-2-1,-2 0,-3 0,-2-30,0 52,0 0,-2 1,-1-1,-2 0,0 1,-6-15,-8 10,19 31,-1 0,0-1,1 1,-1 0,0 0,0-1,1 1,-1 0,0 0,0 0,1 0,-1 0,0 0,0 0,1 0,-1 1,0-1,1 0,-1 0,0 1,0-1,1 0,-1 1,0-1,1 0,-1 1,1-1,-1 1,1-1,-1 1,1 0,-1-1,1 1,-1-1,1 1,0 0,-1-1,1 1,0 0,0 0,-1-1,1 1,0 0,0 0,-6 15,1 0,1 0,0 0,1 0,1 1,1-1,0 1,1-1,1 6,4 40,2-1,3 0,2-1,3-1,14 34,-7-20,10 86,11-240,-35 72,-1 0,2 0,-1 0,1 1,0 1,1 0,0 0,0 0,0 2,3-2,-9 5,0 0,0 0,0 1,0-1,0 1,0 0,0 0,0 1,0-1,0 1,1 0,-1 0,0 0,0 1,0-1,1 1,-1 0,0 0,0 1,0-1,0 1,-1 0,1 0,0 0,-1 0,1 1,-1-1,0 1,0 0,1 1,1 4,0 0,-1 0,0 0,0 0,0 1,-2 0,1-1,-1 1,0 0,-1 0,0 0,0 1,-1-1,0 0,0 0,-1 0,-1 0,0 0,0 0,0 0,-1 0,-1-1,1 1,-1-1,-1 0,0 0,0 0,0-1,-6 6,8-10,-1 1,0-1,0-1,0 1,0 0,0-1,0 0,-1 0,1 0,-1-1,1 1,-1-1,0 0,0 0,1-1,-1 1,0-1,0 0,0-1,0 1,1-1,-1 0,0 0,1 0,-1-1,0 0,1 0,0 0,-1 0,1-1,0 1,0-1,1 0,-1 0,0-1,1 1,0-1,0 1,-1-3,1 3,0 1,1-1,0 0,0 0,-1 0,2 0,-1 0,0-1,1 1,-1 0,1-1,0 1,0-1,0 1,1-1,-1 0,1 1,0-1,0 0,0 1,0-1,1 0,0 1,0-1,0 1,0-1,0 1,0-1,1 1,0 0,0 0,0 0,0 0,0-1,10-1,0 0,1 0,-1 1,1 1,0 0,0 1,0 0,9 1,14-4,-6 1,0 0,0-3,0 0,-1-2,0-1,-1-1,13-8,3-20,-43 38,0 0,0 0,0 0,-1 0,1 0,0 0,-1-1,1 1,-1 0,1 0,-1 0,0 0,1-1,-1 1,0 0,0 0,0-1,0 1,0 0,0 0,0-1,-1 1,1 0,0 0,-1-1,1 1,-1 0,1 0,-1 0,1 0,-1 0,0 0,0 0,1 0,-1 0,0 0,0 0,0 0,0 1,0-1,0 0,0 1,-1-1,-3-1,0 1,0 1,0-1,0 0,0 1,0 0,0 1,0-1,0 1,0 0,0 0,1 0,-1 1,0-1,0 1,1 1,0-1,-1 0,1 1,0 0,0 0,0 0,1 1,-1-1,1 1,-1 0,1 0,1 0,-1 0,1 1,-1-1,-1 5,2-5,1 0,-1 0,0 0,1 0,0 1,0-1,0 0,1 1,-1-1,1 1,0-1,0 1,1-1,-1 0,1 1,0-1,0 1,1-1,-1 0,1 0,0 0,0 0,0 0,0 0,1-1,0 1,0-1,0 0,0 1,0-1,0-1,1 1,0 0,-1-1,1 0,0 0,0 0,0 0,1 0,16 5,0-1,0-1,0-1,1-1,-1 0,1-2,0-1,0 0,-1-2,1 0,-1-1,1-2,18-5,-24 5,0-1,0 0,-1-2,1 1,-2-2,1 0,-1 0,0-2,-1 1,-1-2,1 0,-2 0,0-1,0-1,-1 0,-1 0,0 0,0-4,17-46,-2 0,-4-2,-2 0,-3-1,3-49,-13 90,2-11,-2 0,-1 0,-1-1,-4-36,2 71,-1-1,0 1,0 0,0 0,-1 0,1 0,-1 0,1 0,-1-1,0 1,0 1,-1-1,1 0,-1 0,1 0,-1 1,0-1,0 1,0-1,0 1,0 0,-1 0,1 0,-1 0,1 0,-1 0,0 1,0-1,0 1,0 0,0 0,0 0,0 0,0 1,0-1,0 1,0 0,0 0,-2 0,-5 3,0 1,0 0,1 1,-1 0,1 1,0 0,1 0,-1 1,1 0,0 0,1 1,0 0,0 0,1 1,0 0,0 0,-2 6,-3 3,1 1,1 0,1 0,0 1,2 0,0 1,1 0,1 0,1 0,1 0,1 0,0 0,2 0,1 1,0-1,2 0,0 0,1-1,1 0,1 1,1-2,1 1,1-1,0-1,9 11,-2-7,1-1,1-1,1-1,1-1,1 0,0-2,1-1,1 0,0-2,1 0,0-2,1-1,0-1,0-1,1-2,0 0,8-1,-24-4,0 0,0-1,-1 0,1 0,0-1,0-1,0 0,2-1,20-9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1:19.36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33,'7'22,"1"0,1 0,1-1,1-1,1 0,0 0,2-1,0 0,1-2,1 0,17 15,-19-20,0 0,1-1,0-1,1 0,0-1,0-1,1 0,0-1,0-1,7 0,-15-3,1-1,-1-1,1 0,0 0,-1-1,1 0,0 0,-1-1,1-1,-1 0,1 0,-1-1,0 0,0 0,0-1,0 0,0-1,-1 0,0 0,3-3,0-3,-1 0,0 0,0-1,-1-1,-1 1,0-2,0 1,-2-1,1 0,-2 0,0-1,-1 1,0-1,-1 0,-1 0,0-1,-1 1,-1 0,0-1,-2-8,-11-16,13 40,-1-1,1 1,-1-1,0 1,1 0,-1-1,0 1,1 0,-1-1,0 1,0 0,0 0,1 0,-1 0,0-1,0 1,1 0,-1 1,0-1,0 0,0 0,1 0,-1 0,0 0,0 1,1-1,-1 0,0 1,1-1,-1 0,0 1,1-1,-1 1,1-1,-1 1,1 0,-1-1,1 1,-1-1,1 1,-1 0,1-1,0 1,-1 0,1 0,0-1,0 1,-1 0,1 0,-8 15,0 0,1 1,1 0,0 0,1 1,1-1,1 1,-1 16,-6 60,5 1,3 0,5 0,4 0,3 0,13 37,-15-90,-3-21,-1 0,-1 1,0-1,-2 1,0-1,-1 1,-2 0,-3 20,4-38,0 1,0 0,-1-1,0 0,0 1,0-1,0 0,0 0,-1 0,0 0,0 0,0-1,0 1,0-1,-1 0,0 0,1 0,-1-1,0 1,0-1,-1 0,1 0,0 0,-1-1,1 1,-1-1,1 0,-1-1,0 1,0-1,1 0,-1 0,0 0,1 0,-1-1,0 0,1 0,-1-1,1 1,-1-1,1 0,0 0,0 0,0 0,0-1,-1 0,-7-12,1 0,0-1,1 0,1 0,1-1,0 0,1-1,1 0,0 0,-2-16,5 24,-10-33,2-1,2 0,2-1,1-1,6 44,-1 0,1 0,0 0,0 0,0 0,0 0,0 0,0 0,1 0,-1 0,0 0,1 1,0-1,-1 0,1 0,0 0,0 1,0-1,0 0,0 1,1-1,-1 1,0-1,1 1,-1 0,1 0,-1 0,1-1,0 1,-1 1,1-1,0 0,0 0,-1 1,1-1,0 1,0-1,0 1,0 0,0 0,18-2,0 2,0 0,-1 1,1 1,16 4,5 1,135 14,-92-10</inkml:trace>
  <inkml:trace contextRef="#ctx0" brushRef="#br0" timeOffset="295.02">1177 808,'-7'4,"1"0,-1 1,1 0,0 0,0 0,1 1,0 0,0 0,0 0,-3 6,7-10,0 0,0 0,0 0,0 0,0 0,0 1,1-1,-1 0,1 0,0 1,0-1,0 0,0 1,0-1,0 0,0 0,1 1,-1-1,1 0,0 0,0 0,-1 0,2 0,-1 0,0 0,0 0,0 0,1 0,-1 0,1-1,0 1,-1-1,1 1,0-1,0 1,0-1,0 0,0 0,12 5,0 0,0-1,0 0,1-1,0-1,0 0,0-1,0-1,0 0,0-1,15-2,-15 1,0 0,-1-2,1 1,0-2,-1 0,0-1,11-5,-22 9,1 0,-1-1,0 1,0-1,0 0,0 0,0 0,0-1,0 1,-1-1,1 1,-1-1,1 0,-1 0,0 0,0 0,-1 0,1-1,-1 1,0 0,1-1,-1 1,-1-1,1 1,0-1,-1 0,0 1,0-1,0 0,0 1,-1-1,1 1,-1-1,0 0,-4-5,0 0,-1 1,0-1,0 1,-1 0,0 0,0 1,-1 0,0 1,0-1,-1 2,0-1,0 1,0 0,0 1,-1 0,0 0,0 1,0 1,0 0,0 0,0 1,-7 0,5-1,0 1,0 1,-1 0,1 1,0 0,0 1,0 0,-6 3,14-4,0 0,0 0,0 1,0 0,0-1,0 2,1-1,-1 0,1 1,-1-1,1 1,0 0,0 0,0 0,0 1,1-1,-1 1,1-1,0 1,0 0,0 0,1 0,-1 0,1 0,-1 2,3-1,-1 0,0 0,1 0,0 1,0-1,0 0,1-1,0 1,0 0,0 0,0-1,1 1,0-1,0 0,0 0,0 0,1 0,-1 0,1-1,0 1,0-1,0 0,1-1,-1 1,3 0,40 25</inkml:trace>
  <inkml:trace contextRef="#ctx0" brushRef="#br0" timeOffset="541.534">2006 996,'-5'0,"-14"-7,-5-2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1:12.7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1203,'137'8,"689"0,-559-9,505 5,-683 4,-89-8,1 0,0-1,-1 1,1 0,0 0,-1 0,1 0,-1 0,1 0,0 0,-1 0,1 0,0 0,-1 1,1-1,0 0,-1 0,1 1,-1-1,1 0,-1 1,1-1,-1 0,1 1,-1-1,1 1,-1-1,1 1,-1-1,0 1,1-1,-1 1,0-1,1 1,-1 0,0-1,0 1,0-1,1 1,-1 0,0-1,0 1,0 0,0-1,0 1,0 0,0-1,0 1,-1-1,1 2,-8 2</inkml:trace>
  <inkml:trace contextRef="#ctx0" brushRef="#br0" timeOffset="565.694">348 134,'-2'-5,"5"4,10 10,12 13,12 13,17 10,12 12,8 8,6 3,1 1,-7-6,-12-6,-14-7,-14-8,-17-10,-10-11</inkml:trace>
  <inkml:trace contextRef="#ctx0" brushRef="#br0" timeOffset="848.464">843 0,'-16'5,"-17"10,-11 14,-10 14,-7 15,-1 11,5 10,9 6,10 1,12-4,15-10,18-12,8-17</inkml:trace>
  <inkml:trace contextRef="#ctx0" brushRef="#br0" timeOffset="1131.917">1070 655,'-2'3,"0"0,0 0,0 0,1 0,-1 0,1 0,0 0,0 1,0-1,0 0,0 1,1-1,-1 1,1-1,0 1,0-1,0 1,1-1,-1 0,1 1,0-1,0 1,0-1,0 0,1 0,-1 0,1 0,0 0,0 0,0 0,0 0,0-1,1 1,-1-1,2 1,8 1,0 0,1-1,-1-1,0 0,1 0,0-1,-1-1,1 0,0-1,-1-1,1 0,-1 0,1-1,-1-1,0 0,0 0,-1-1,9-6,-13 9,0-1,0 0,-1-1,1 1,-1-1,0 0,0-1,0 0,-1 0,1 0,-1 0,-1-1,1 0,-1 0,0 0,0-1,-1 1,0-1,0 0,0 0,-1 0,0 0,0 0,-1-1,0 1,0 0,-1-1,0 1,0-1,-1 1,0 0,0-1,-1 1,0 0,0 0,-1 0,0-1,-1 3,0-1,0 1,-1 0,1 0,-1 0,-1 1,1 0,-1 0,1 0,-1 0,0 1,0 0,-1 0,1 1,-1 0,1 0,-1 0,0 1,1 0,-1 1,0-1,0 1,0 0,0 1,0 0,1 0,-1 0,0 1,-4 1,3 0,-1-1,1 1,0 1,0 0,0 0,1 0,-1 1,1 0,0 0,0 1,1 0,0 0,0 1,0-1,1 1,0 1,0-1,1 1,0-1,0 1,1 1,0-1,0 0,0 45,11-5</inkml:trace>
  <inkml:trace contextRef="#ctx0" brushRef="#br0" timeOffset="1717.903">2086 1243,'16'-2,"14"-3,16-1,16-1,13-1,10 1,6 0,4 1,-5 3,-9 1,-12 1,-12-2,-14 0,-15 1</inkml:trace>
  <inkml:trace contextRef="#ctx0" brushRef="#br0" timeOffset="2152.384">2928 615,'2'40,"2"-1,2 1,2-1,1-1,6 13,2 10,19 94,-6 1,6 123,-12-37,-25-239,1 0,0-1,0 1,0 0,0-1,1 1,-1-1,1 1,0 0,-1-1,1 1,0-1,1 1,-1-1,0 0,1 1,-1-1,1 0,0 0,-1 0,1 0,0 0,0-1,0 1,1-1,-1 1,0-1,1 0,-1 0,0 0,1 0,0 0,-1 0,1-1,-1 1,3-1,110-45,-37 19,0 3,2 4,1 4,64-4,13 9,-126 10</inkml:trace>
  <inkml:trace contextRef="#ctx0" brushRef="#br0" timeOffset="2462.083">2928 789,'23'-3,"25"0,28-2,25 0,22 1,11 0,6 2,-4 1,-15 0,-20 1,-26 3,-25 2,-24 1,-23 2,-11-1</inkml:trace>
  <inkml:trace contextRef="#ctx0" brushRef="#br0" timeOffset="2808.112">3971 374,'3'-159,"-4"157,1 1,0-1,0 0,0 1,0-1,0 0,0 1,0-1,1 0,-1 1,1-1,-1 1,1-1,0 1,-1-1,1 1,0-1,0 1,0-1,0 1,0 0,0 0,1-1,-1 1,0 0,0 0,1 0,-1 1,1-1,-1 0,1 0,-1 1,1-1,0 1,-1-1,1 1,0 0,-1 0,1 0,0 0,-1 0,1 0,0 0,-1 0,1 0,0 1,-1-1,1 1,1 0,5 7,-1 0,0 1,0 0,-1 0,0 1,-1-1,0 1,0 0,-1 1,0-1,-1 1,0 2,1-1,29 114,-5 1,-6 1,-6 1,-5 0,-6 12,-5-133,43 898,-38-731,-9-151,-2-13</inkml:trace>
  <inkml:trace contextRef="#ctx0" brushRef="#br0" timeOffset="3282.539">3891 348,'-17'-107,"17"103,0-1,0 1,1 0,0-1,0 1,0 0,0-1,0 1,1 0,0 0,0 0,0 0,1 0,-1 1,1-1,0 1,0-1,0 1,0 0,0 0,1 0,2-1,7-2,0 0,0 0,0 2,0 0,1 0,0 1,0 1,0 0,2 1,49-2,1 2,-1 3,0 3,0 3,0 2,-1 4,0 2,-2 3,47 21,-58-20,-2 2,0 3,-2 1,-1 2,-1 3,-2 1,-1 2,-1 2,-3 1,0 3,-3 1,-1 1,-3 2,-1 1,-2 1,-2 2,-3 1,-1 0,-3 2,-2 0,5 28,-14-37,-3 0,-1 0,-1 0,-3 1,-1-1,-3 1,-1-1,-2-1,-2 1,-2-1,-1-1,-2 0,-2 0,-2-2,-1 0,-2-1,-1-1,-16 18,5-13,-1-1,-2-1,-2-3,-1 0,-2-3,-1-1,-2-3,0-1,-2-2,-1-2,-2-2,1-3,-2-1,-31 5,57-17,1-2,-1 0,0-2,0 0,0-2,0-1,0 0,0-2,0-1,1-1,-1-1,-19-8,10-6,33 13</inkml:trace>
  <inkml:trace contextRef="#ctx0" brushRef="#br0" timeOffset="3850.411">5629 1190,'-9'16,"0"0,1 0,1 1,1 1,0-1,1 1,1 0,1 0,0 0,1 9,1-18,1-1,1 1,-1 0,1-1,1 1,-1 0,2-1,-1 0,1 1,0-1,1 0,0 0,0-1,1 1,-1-1,2 0,-1 0,1-1,0 0,0 0,1 0,4 3,-1-3,0 0,0-1,1 0,0 0,0-1,0-1,0 0,0 0,0-1,1-1,-1 0,1 0,0-1,-1-1,1 1,-1-2,1 0,-1 0,0-1,3-2,3-1,-1 0,-1-1,1-1,-1 0,-1-2,1 1,-2-2,1 0,-1 0,-1-1,0-1,-1 0,3-5,-2 1,-1-1,-1 0,-1-1,0 0,-1 0,-2-1,0 1,0-2,-2 1,-1-1,-1 11,-1-1,0 0,-1 1,0-1,-1 0,0 1,0-1,-1 0,-1 1,0 0,0 0,-1 0,0 0,-1 0,0 1,0-1,-1 2,0-1,-1 0,-1 1,2 2,-1 0,0 1,-1 0,1 0,-1 1,0 0,0 0,0 1,0 0,-1 0,1 1,-1 0,0 1,0 0,1 0,-1 1,0 0,0 1,0 0,1 0,-1 1,0 0,1 0,-1 1,1 0,0 0,0 1,0 0,-2 3,0-2,1 0,0 1,0 0,0 1,1 0,0 0,0 1,1 0,0 0,0 0,1 1,0 0,1 1,0-1,0 1,1 0,0 1,1-1,0 0,1 1,0 0,0-1,1 11,13 42,11-8</inkml:trace>
  <inkml:trace contextRef="#ctx0" brushRef="#br0" timeOffset="4205.415">6256 1284,'1754'-42,"-1617"42,174 7,-293-11,-27 0</inkml:trace>
  <inkml:trace contextRef="#ctx0" brushRef="#br0" timeOffset="5748.014">8436 1190,'235'21,"759"-1,-964-20,773-15,-789 16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2:05.784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82 238,'-18'208,"9"92,10-298,-1 0,0 0,1-1,-1 1,1 0,0-1,-1 1,1 0,0-1,0 1,0-1,0 0,0 1,0-1,1 0,-1 1,0-1,1 0,-1 0,1 0,-1 0,1 0,-1-1,1 1,0 0,-1-1,1 1,0-1,0 1,-1-1,1 0,0 0,0 0,-1 0,1 0,0 0,0-1,0 1,-1-1,1 1,0-1,-1 1,1-1,4 0,14 1,0 1,0 0,0 1,0 1,0 2,15 4,23 1,1-2,0-3,1-2,-1-3,49-7,27 2,119 6,171-8,0-28,-338 35,5 0,0-4,47-9,-128 11,1 0,-1 0,1 1,0 0,0 1,-1 1,1 0,0 0,-1 1,1 1,-1-1,1 2,106 19,-114-21,1 0,-1 0,0-1,1 1,0-1,-1 0,1 0,0-1,-1 0,1 1,0-1,-1-1,1 1,0-1,-1 0,1 0,0 0,-1-1,0 1,1-1,-1 0,0-1,0 1,0-1,0 1,0-1,-1 0,1-1,1-2,2-5,-1 0,0 0,-1-1,-1 0,1 0,-2 0,0 0,0-1,-1 0,-1 1,0-1,-1 0,0 1,-1-1,-1-4,2 15,-7-105,-20-101,24 194,4 12,-1 0,0 0,0-1,-1 1,1 0,0 0,-1-1,0 1,1 0,-1 0,0 0,0 0,0 0,0 0,0 0,-1 0,1 1,-1-1,1 0,-1 1,1-1,-1 1,0-1,0 1,0 0,0 0,0 0,0 0,0 0,0 0,-1 0,-156-4,78 1,0-4,1-3,-51-16,-27-6,0 7,-2 7,-136 1,188 19,-181-11,229 3,-1 3,0 2,0 3,-48 7,74-3,-252 19,248-24,-6-1,0 1,-1 3,2 2,-2 2,-9 5,55-12,0 0,1 0,-1-1,0 1,1 0,-1 0,0 0,1 0,-1-1,0 1,1 0,-1 0,0 0,1 0,-1 0,0 0,1 0,-1 0,1 0,-1 0,0 0,1 0,-1 0,0 0,1 1,-1-1,0 0,1 0,-1 0,0 0,1 1,-1-1,0 0,1 0,-1 1,0-1,0 0,1 0,-1 1,0-1,0 0,0 1,0-1,1 0,-1 1,0-1,0 0,0 1,0-1,0 1,0-1,0 0,0 1,0-1,0 0,0 1,0-1,0 0,0 1,0-1,0 0,-1 1,1-1,0 1,0-1,19 2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2:09.414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70 54,'-9'-6,"2"24,-10 57,3 1,3 0,4 1,3 0,4 41,0-114,-1 0,1 0,0 0,0 0,0-1,1 1,-1 0,1 0,0 0,0-1,0 1,1 0,-1-1,1 1,0-1,0 0,0 1,0-1,1 0,-1 0,1-1,0 1,0 0,0-1,0 0,0 0,0 0,15 3,0-2,0 0,0-1,0-1,0-1,13-1,4 1,566 26,145-36,-404 14,-201 0,115-12,-221 5,0 2,0 1,0 2,26 4,-51-3,-1-1,1-1,0 0,0 0,-1-1,1 0,0-1,0 0,5-2,-12 1,0-1,0 0,0 0,-1 0,0 0,1 0,-1-1,0 1,-1-1,1 1,-1-1,1 0,-1 0,0 0,-1 1,1-1,-1 0,1 0,-1 0,0 0,-1 0,1 0,-1 0,0 0,1-7,1-20,-2 0,-1 0,-2 0,-1 0,-1 0,-1 1,-2 0,-1 1,-2 0,-12-22,14 31,-1 0,-1 0,-1 1,-1 1,0 0,-2 1,-3-2,13 15,-1 1,0 0,0 0,0 0,0 1,0 0,0 1,0 0,-1 0,1 0,0 1,-1 0,1 0,0 1,-1 0,-16 0,18-1,-372-12,-94-40,-333 51,402 11,278-6,125-4,0 0,1 0,-1 0,0 0,0 1,0-1,0 0,0 0,1 0,-1 1,0-1,0 0,0 0,0 1,0-1,0 0,0 0,0 1,0-1,0 0,0 0,0 1,0-1,0 0,0 0,0 1,0-1,0 0,-1 0,1 0,0 1,0-1,0 0,0 0,0 0,0 1,-1-1,1 0,0 0,0 0,0 0,-1 1,1-1,0 0,0 0,0 0,-1 0,1 0,0 0,0 0,-1 0,1 0,0 0,0 0,-1 0,9 6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2:12.655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73 7,'0'0,"0"0,0-1,0 1,0 0,0-1,0 1,0 0,0-1,-1 1,1 0,0 0,0-1,0 1,0 0,-1-1,1 1,0 0,0 0,-1 0,1-1,0 1,-1 0,1 0,0 0,0 0,-1 0,1-1,0 1,-1 0,1 0,0 0,-1 0,1 0,0 0,-1 0,1 0,0 0,-1 0,1 0,0 0,-1 1,1-1,0 0,-1 0,1 0,0 0,-1 0,1 1,0-1,0 0,-1 0,1 1,0-1,0 0,0 0,-1 1,1-1,0 0,0 0,0 1,0-1,-1 1,-5 23,-4 219,-27 178,32-324,5-95,0-1,0 1,0-1,0 1,1-1,-1 1,0-1,1 1,-1-1,1 1,-1-1,1 0,-1 1,1-1,0 0,0 1,0-1,0 0,0 0,0 0,0 0,0 0,0 0,1 0,-1 0,0 0,1-1,-1 1,0 0,1-1,-1 1,1-1,-1 0,1 1,-1-1,1 0,-1 0,1 0,-1 0,1 0,-1 0,1-1,-1 1,1 0,0-1,187-47,-138 41,0 3,1 2,-1 2,1 3,-1 1,0 3,1 3,110 11,183-9,30 4,135 46,-475-59,3 2,0-2,1-2,-1-1,0-2,15-4,160-33,-197 36,-1-2,0 0,0 0,-1-2,1 1,-1-2,-1 0,0-1,0 0,0-1,-1 0,-1-1,-5 2,0 0,-1 0,0-1,-1 0,0 0,-1 0,0 0,0 0,-1-1,-1 1,0-1,0 1,-1-1,0 0,-1 1,0-1,-1-3,1-24,1-37,2 18,-3-1,-3 1,-2 1,-2-1,-3 0,11 54,-1 0,1 0,-1 0,0 1,0-1,0 0,0 0,0 1,-1-1,1 1,-1-1,0 1,1 0,-1-1,0 1,0 0,-1 0,1 0,0 1,-1-1,1 1,-1-1,1 1,-1 0,0 0,1 0,-1 0,0 0,0 1,0-1,0 1,0 0,-1 0,-17 1,0 2,0 0,1 2,-1 0,-18 8,-44 10,35-16,-1-1,0-3,0-3,0-1,1-2,-1-3,-22-6,-112-6,-1 7,0 8,-57 12,-57-2,-184-22,250-5,215 20,15 6,8-1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2:15.724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40 0,'8'88,"-3"0,-5 19,0-53,-11 266,13-313,1-24,0-47,-4 1,-2 0,-3-1,-13-56,6 38,10 61,-1-69,5 88,0 0,0 1,1-1,-1 1,0 0,1-1,-1 1,1 0,0 0,-1 0,1 0,0 0,0 0,-1 0,1 0,0 1,0-1,0 1,0 0,0-1,0 1,0 0,0 0,0 0,0 0,0 1,0-1,0 1,1 0,5-1,93 7,-1 4,18 7,113 14,124-14,77-17,-204-2,343-25,-551 27,0 1,-1 1,0 1,0 1,16 6,97 4,-26-8,-102-8,66-8,-68 9,0 0,0 0,0 1,0-1,0 0,0 1,0-1,-1 1,1 0,0 0,0 0,0 0,-1 0,1 0,-1 0,1 0,-1 0,1 1,-1-1,1 1,-1-1,0 1,0 0,0-1,0 1,0 0,0 0,-1-1,1 1,-1 0,1 0,0 2,0 18,0 1,-1-1,-1 0,-1 1,-2 8,-1 9,-9 207,14-245,0 0,-1 0,1 0,0 0,-1 0,1-1,-1 1,0 0,1 0,-1-1,0 1,0 0,0-1,0 1,-1-1,1 1,0-1,-1 0,1 1,-1-1,1 0,-1 0,1 0,-1 0,0 0,0-1,1 1,-1 0,0-1,0 1,0-1,0 0,1 0,-1 0,0 0,0 0,0 0,0 0,0 0,-1-1,-119-20,-6 15,1 5,-1 6,-29 9,-145 5,165-22,1-6,-107-23,225 30,-80-9,0 5,0 3,-75 10,-50 0,135-22,63 15,17 0,17 1,48-1,-23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1:31.21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2514 216,'-5'-11,"0"0,-1 0,-1 1,1 0,-2 0,1 1,-1 0,-1 0,0 1,0 0,0 0,-10-5,-8-3,18 10,0 0,-1 1,1 0,-1 1,0 0,0 0,0 1,-1 0,-4 0,7 1,-1 1,1-1,-1 1,0 1,1 0,-1 0,1 0,-1 1,0 1,1-1,-1 1,1 1,0-1,0 2,0-1,0 1,1 0,-1 0,1 1,0 0,0 1,-4 5,-13 20,3 2,0 0,3 2,0 0,2 1,-9 32,18-40,2-1,0 1,2 0,1 0,1 1,2-1,1 8,0 30,11 295,15-60,12 125,-41-342,1 9,3 1,6 15,7 212,-12-277,1-1,3 1,1-2,14 39,-16-45,-1 1,-2 0,-1 0,-2 0,-1 0,-3 1,2 35,1-45,-2 146,-14 84,-25 151,7-184,17-128,4 2,2 38,7-42,-4 0,-20 89,16-122,-3 8,3 2,3 0,2 19,22 276,-14-336,1 1,1-1,2 1,1-1,2-1,2 3,5 15,-2 0,-2 2,-3-1,-1 1,-1 36,6 177,-12 791,2-986,3-1,3 1,11 34,7 70,-22-121,3 0,2-1,3 0,1-1,3 0,1-1,5 3,-18-43,1 0,0 0,0 0,1 0,0-1,0 0,1 0,0-1,0 0,0 0,1-1,0 0,0 0,0 0,1-1,0-1,0 1,0-2,0 1,0-1,0 0,0-1,1 0,2-1,4 1,0 0,0-2,0 0,-1-1,1 0,0-1,-1-1,0-1,0 0,0-1,6-3,-4-1,0 0,0 0,-1-2,0 0,-1-1,-1 0,0-1,-1-1,0 0,-1-1,-1 0,0-1,-2 0,0-1,0 0,0-6,84-307,-79 277,-3 0,-3 0,-1-1,-3-13,9-73,27-91,15-21,-49 224,39-155,-14 64,-4-1,-7-1,3-82,-19 105,22-305,36-141,-61 491,-3 0,-2 0,-2 0,-3 0,-14-173,17 136,-5 1,-18-75,22 138,-41-164,7-2,-4-108,-3-525,34 661,-5-82,10-2,-3 39,13 90,-7-201,-75-76,67 251,5-91,6 190,-2 1,-1 0,-3 0,-2 0,-2 1,-2 1,-2 0,-1 2,-3 0,-4-4,22 40,0 0,-1 0,0 0,0 0,0 1,-1-1,0 1,0 0,0 1,0-1,-1 1,0 0,0 1,0-1,0 1,-1 0,1 1,-3-1,-129-12,116 15</inkml:trace>
  <inkml:trace contextRef="#ctx0" brushRef="#br0" timeOffset="676.006">228 1886,'44'-17,"-2"-1,0-3,-1-1,-1-2,-1-2,17-16,6-1,92-64,5 7,63-24,-90 73,-130 50,1 0,-1 0,0 0,0 0,0 1,0-1,1 1,-1 0,0 0,1 0,-1 0,0 0,0 0,1 0,-1 1,0-1,0 1,0 0,1 0,-1-1,0 1,0 1,0-1,-1 0,1 0,0 1,0-1,-1 1,1 0,0-1,-1 1,0 0,1 0,-1 0,0 0,0 0,0 0,0 0,-1 0,1 1,0 6,-1 1,-1 0,1 0,-1 0,-1 0,0-1,0 1,-1-1,-1 1,1-1,-1 0,-3 4,4-7,-20 45</inkml:trace>
  <inkml:trace contextRef="#ctx0" brushRef="#br0" timeOffset="1005.127">1 3584,'20'-16,"19"-16,13-15,17-14,14-14,16-7,14-6,10 1,6 6,-5 10,-9 15,-17 16,-21 21,-21 17,-20 16,-17 13,-11 1</inkml:trace>
  <inkml:trace contextRef="#ctx0" brushRef="#br0" timeOffset="1340.812">295 4828,'16'-14,"12"-11,10-13,13-13,10-12,15-13,13-10,15-7,10 0,9 2,1 7,-5 13,-8 17,-14 17,-17 15,-20 14,-20 12,-17 6</inkml:trace>
  <inkml:trace contextRef="#ctx0" brushRef="#br0" timeOffset="1664.291">776 5843,'18'-24,"18"-23,13-17,13-10,9-8,6 3,2 7,-7 13,-7 17,-14 18,-15 20,-13 11</inkml:trace>
  <inkml:trace contextRef="#ctx0" brushRef="#br0" timeOffset="1975.649">335 7087,'16'-4,"10"-7,4-5,5-5,8-6,5-7,8-7,9-6,4-1,1 3,2 4,-4 9,-4 11,-6 8,-8 6,-8 8,-12 2</inkml:trace>
  <inkml:trace contextRef="#ctx0" brushRef="#br0" timeOffset="2267.006">201 8049,'23'-13,"16"-10,16-7,11-5,9-5,5-1,5 0,2 1,-1 1,-6 5,-5 6,-8 6,-14 6,-15 6</inkml:trace>
  <inkml:trace contextRef="#ctx0" brushRef="#br0" timeOffset="2533.301">763 8290,'25'-20,"22"-19,16-16,-2 2</inkml:trace>
  <inkml:trace contextRef="#ctx0" brushRef="#br0" timeOffset="3186.683">3316 2087,'-93'17,"93"-17,-1 0,0 0,1 0,-1 0,1 0,-1 0,1-1,-1 1,1 0,-1 0,1 0,-1-1,1 1,-1 0,1-1,0 1,-1 0,1-1,-1 1,1 0,0-1,0 1,-1-1,1 1,0-1,-1 1,1-1,0 1,0-1,0 1,0-1,0 1,-1-1,1 1,0-1,0 1,0-1,0 1,1-1,-1 0,0 1,0-1,0 1,0-1,0 1,1-1,-1 1,0-1,0 1,1 0,-1-1,0 1,1-1,-1 1,1 0,-1-1,0 1,1 0,-1-1,1 1,10-12,0 0,0 1,1 0,1 1,0 0,0 1,9-4,1-2,91-57,3 5,3 5,17-1,-36 28,-100 35,1-1,0 1,0 0,0-1,-1 1,1 0,0 0,0 0,0 0,0 0,-1 1,1-1,0 1,0-1,0 1,-1 0,1-1,0 1,-1 0,1 0,-1 0,1 0,0 1,6 12</inkml:trace>
  <inkml:trace contextRef="#ctx0" brushRef="#br0" timeOffset="3627.954">3557 2983,'16'-14,"18"-11,21-10,17-11,21-9,14-7,10-3,5 0,0 6,-6 8,-13 12,-16 11,-24 14,-21 8</inkml:trace>
  <inkml:trace contextRef="#ctx0" brushRef="#br0" timeOffset="4211.592">3718 3811,'4'-4,"11"-11,14-12,16-11,14-9,10-9,5-1,-1 1,-6 9,-10 12,-14 12</inkml:trace>
  <inkml:trace contextRef="#ctx0" brushRef="#br0" timeOffset="4482.56">3664 4908,'0'-3,"7"-6,11-13,14-12,13-10,10-7,5 1,-1 4,-6 10,-12 12</inkml:trace>
  <inkml:trace contextRef="#ctx0" brushRef="#br0" timeOffset="4731.969">3343 5843,'16'-11,"12"-11,10-6,8-5,5-2,3 4,0 6,-10 8</inkml:trace>
  <inkml:trace contextRef="#ctx0" brushRef="#br0" timeOffset="4964.348">3089 6792,'20'-9,"19"-12,13-11,10-10,8-7,3-1,-2 3,-5 9,-11 11,-11 15,-14 17,-11 6</inkml:trace>
  <inkml:trace contextRef="#ctx0" brushRef="#br0" timeOffset="5258.598">3022 7395,'21'-5,"15"-6,13-7,13-9,6-3,3-1,-2 1,-5 7,-9 7,-14 6</inkml:trace>
  <inkml:trace contextRef="#ctx0" brushRef="#br0" timeOffset="5525.889">3182 7876,'16'-7,"12"-7,11-3,7-3,3 1,-2 3,-5 3,-10 4</inkml:trace>
  <inkml:trace contextRef="#ctx0" brushRef="#br1" timeOffset="35671.787">2608 1298,'-38'-4,"-1"1,0 2,0 2,1 2,-1 1,1 2,0 2,0 1,-13 6,41-12,0 0,0 1,1 0,0 1,0 0,0 0,0 1,1 0,0 0,0 1,1 0,0 0,0 1,0 0,1 0,0 1,1 0,0 0,1 0,-1 0,2 1,-2 2,1 8,-1 1,2-1,1 1,1 0,0 0,1 0,2-1,0 1,1 0,1-1,1 0,6 16,-6-23,0-1,0 1,1-1,0-1,1 1,1-1,0 0,0-1,1 0,0 0,1-1,0 0,1-1,0 0,0 0,0-1,1-1,0 0,0-1,5 1,9 1,1-2,0-2,0 0,0-1,1-2,-1-1,0-1,0-1,0-2,0-1,-1 0,0-2,0-1,-1-2,0 0,-1-1,0-2,-1 0,2-3,-16 11,0-1,0 1,-1-1,0-1,0 1,-1-1,0-1,0 1,-1-1,0 0,0-1,-1 0,-1 1,0-2,0 1,-1 0,0-1,0 1,-2-1,1 0,-1 0,-1 0,0 0,-1-7,-2 2,-1 1,0 0,-1 0,-1 0,0 1,-1-1,-1 1,0 1,-1 0,0 0,-1 0,0 2,-1-1,0 1,-1 1,-1 0,1 0,-2 1,1 1,-1 0,0 1,-1 1,1 0,-1 1,-1 1,1 0,0 1,-1 0,0 1,0 1,1 1,-1 0,0 1,0 1,0 0,1 1,0 1,-14 5,-42 29,9 4</inkml:trace>
  <inkml:trace contextRef="#ctx0" brushRef="#br1" timeOffset="39176.219">2527 3905,'-16'-8,"-1"1,0 1,0 0,-1 1,1 1,-1 1,0 1,0 0,-1 1,1 1,0 0,0 2,0 0,0 1,0 1,1 0,-1 2,1 0,0 1,1 0,0 1,0 1,0 1,1 0,1 1,-4 4,10-7,0 1,1 0,0 0,1 0,0 1,0 0,1 0,0 0,1 1,0 0,1 0,0 0,0 0,1 0,1 0,0 1,1-1,0 1,0-1,2 1,-1-1,1 0,1 0,0 0,0 0,1 0,1-1,0 1,0-1,1 0,0 0,10 9,1 1,0-2,1-1,1 0,1-1,0-1,1-1,1 0,0-2,0-1,1-1,1 0,0-2,0-1,0-1,1-1,0-1,12 0,-24-1,1-1,-1-1,1 0,-1-1,1 0,0-1,-1-1,1 0,-1-1,1 0,-1-1,0 0,-1-1,1-1,-1 0,0-1,0 0,-1-1,0 0,0 0,-1-1,0-1,-1 0,0 0,-1-1,2-1,-3-5,0 1,-1-1,-1 0,0-1,-2 1,1-1,-2 0,-1 0,0 0,-1 0,-1 0,-1 0,0 1,-1-1,-1 0,-1 1,-1 0,0 0,-7-12,10 22,-1 0,1 0,-1 0,-1 1,0 0,0-1,0 2,0-1,-1 1,0 0,0 0,0 0,-1 1,0 0,1 0,-1 1,-1 0,1 0,0 0,-1 1,0 1,1-1,-1 1,0 0,0 1,1 0,-1 0,0 1,0-1,1 2,-1-1,0 1,1 0,-1 1,-5 3,-1 2,1 0,0 1,1 1,0 0,1 1,0 0,0 0,1 1,1 1,0 0,1 0,0 0,-2 8,-22 47</inkml:trace>
  <inkml:trace contextRef="#ctx0" brushRef="#br1" timeOffset="39701.586">2514 4974,'-5'-11,"-1"0,0 1,-1 0,0 0,-1 0,0 1,0 0,-1 0,0 1,-1 0,0 1,0 0,0 0,-1 1,0 1,0 0,0 0,-1 1,0 1,0 0,0 0,0 1,0 1,0 0,-1 0,1 2,0-1,0 1,-1 1,1 0,0 1,1 1,-1 0,-3 5,1 1,1 0,0 1,0 1,1 0,1 1,0 0,0 0,1 1,1 1,1 0,0 0,1 0,0 1,2 0,-1 1,2-1,0 1,2 0,-1 0,2 0,0 4,0-12,-1-1,1 0,1 1,0-1,0 0,1 1,-1-1,2 0,-1 0,1 1,1-1,0 0,0-1,0 1,1 0,0-1,0 0,1 0,0 0,0-1,1 1,-1-1,1-1,1 1,10 2,0-2,0 0,1 0,0-2,0 0,0-1,0-1,0-1,1 0,-1-2,1 0,-1-1,0 0,0-2,15-4,0 1,-1-1,0-1,-1-2,0-1,-1-1,0-2,-1-1,-1-2,7-5,-28 17,0 1,0-1,-1-1,0 0,0 1,-1-2,0 1,0-1,-1 1,0-1,0-1,-1 1,0 0,0-1,-1 0,0 1,0-1,-1 0,-1 0,1 0,-1 0,-1 0,0 0,0 0,-1 0,0 1,0-1,-2-3,-2-3,0 1,-1 0,0 1,-1 0,-1 0,0 1,-1 0,0 0,-1 1,0 1,0-1,-1 2,-1 0,1 0,-2 1,1 1,-1 0,0 1,0 1,-1 0,0 0,0 2,0 0,0 0,0 2,-1 0,1 1,0 0,-1 1,1 1,-2 0,-6 5,1 0,0 2,1 0,0 1,-20 13,-23 18</inkml:trace>
  <inkml:trace contextRef="#ctx0" brushRef="#br1" timeOffset="45513.25">2527 7328,'-11'-4,"0"0,0 0,-1 2,1-1,-1 1,0 1,0 0,1 1,-1 0,0 1,0 0,1 1,-1 0,0 1,1 0,0 1,0 0,0 1,0 0,1 1,0 0,0 0,0 1,-5 6,1 3,2 0,0 1,1 0,1 1,1 0,0 0,1 1,1 0,1 1,0-1,2 1,0 0,2 1,0-1,1 0,1 1,1-1,0 1,0-8,-1 1,2-1,0 1,0-1,2 0,-1 0,1 0,1-1,1 1,0-1,0 0,1 0,0-1,1 0,1-1,0 1,0-2,1 1,0-1,0-1,1 0,0 0,1-1,7 3,-5-5,0-1,1 0,-1-1,1-1,0 0,0-1,0-1,0 0,0-1,-1-1,1 0,0-1,-1-1,1 0,-1-1,0 0,0-1,12-8,-7 4,-1-1,0-1,-1-1,0-1,-1 0,0-1,-1 0,-1-1,-1-1,0 0,-1-1,-1 0,-1-1,-1 0,-2 1,0-1,-1 0,-1 0,0-1,-2 1,0-1,-1 0,-2 0,0 0,0 0,-2 0,-2-8,2 15,-1 0,-1 0,0 0,-1 0,0 1,-1 0,0 0,-1 0,0 1,-1-1,0 2,-1-1,0 1,0 1,-1 0,-1 0,1 1,-1 0,-1 1,-1-1,0 2,-1 1,1 0,-1 1,0 0,0 1,0 0,0 2,-1-1,1 2,0 0,-1 1,1 0,0 1,0 0,0 2,0-1,0 2,-1 0,-16 8,1 0,1 2,0 1,1 1,1 2,0 0,-9 11,-5 9,1 1,3 2,1 1,2 2,2 2,-4 11,-20 41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1:40.7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66CC00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19 1698,'-18'-51,"90"179,-63-112,-1 0,2-1,0 0,1-1,0 0,1-1,1 0,0-1,1 0,0-1,1-1,0 0,0-1,1-1,0 0,9 2,-20-9,0 0,1-1,-1 1,0-1,0-1,0 1,0-1,0 0,0 0,0 0,0-1,0 0,-1 0,1 0,-1 0,1-1,-1 0,0 0,0 0,0 0,0-1,-1 1,1-1,-1 0,0 0,0 0,0-1,-1 1,1 0,-1-2,3-4,0-1,0 0,-1 0,-1-1,0 1,0-1,-1 1,-1-1,0 0,-1 0,0 1,-1-10,-17-20,18 40,-1 1,1-1,-1 1,1-1,-1 1,1-1,-1 1,1-1,-1 1,0-1,1 1,-1 0,0-1,1 1,-1 0,0 0,0 0,1 0,-1-1,0 1,0 0,1 0,-1 0,0 0,0 1,1-1,-1 0,0 0,1 0,-1 1,0-1,0 0,1 0,-1 1,1-1,-1 1,0-1,1 1,-1-1,1 1,-1-1,1 1,-1-1,1 1,-1 0,1-1,0 1,-1 0,1-1,0 1,0 0,-1-1,1 1,0 0,0 0,0-1,0 1,-5 15,1 0,0 0,1 0,1 1,0-1,2 0,-1 1,2-1,1 8,-2-21,29 329,-19-179,-7 0,-6 0,-22 133,23-268,0 0,-1 0,-1 0,0 0,-1-1,-1 0,-8 17,14-33,0 0,-1 0,1 0,-1 1,1-1,-1 0,1 0,-1 0,0 0,0 0,1 0,-1 0,0 0,0-1,0 1,0 0,0 0,0-1,0 1,0 0,0-1,0 1,-1-1,1 0,0 1,0-1,0 0,-1 0,1 0,0 0,0 0,-1 0,1 0,0 0,0 0,0-1,-1 1,1 0,0-1,0 1,0-1,0 1,0-1,0 0,0 1,0-1,0 0,0 0,0 0,0 1,0-1,0 0,1 0,-1-1,-13-18,1-1,1 0,1-1,1 0,1-1,1 0,0-1,-3-7,-105-317,115 342,-1 4,1 1,0-1,0 0,0 0,1 0,-1 0,0 0,1 0,-1 0,1 0,0 0,0 0,0 0,0-1,0 1,0 0,0 0,1 0,-1 0,1 0,-1 0,1 0,0 0,0 0,0 0,0 1,0-1,0 0,0 0,1 1,-1-1,1 1,-1-1,1 1,0 0,-1 0,1 0,0-1,0 1,104-13,60-6,-85 7</inkml:trace>
  <inkml:trace contextRef="#ctx0" brushRef="#br0" timeOffset="3373.253">687 2941,'6'-41,"2"0,1 0,2 1,2 0,16-33,-1 30,-27 43,0 0,-1 0,1 0,0 1,-1-1,1 0,0 0,-1 0,1 1,-1-1,1 0,0 1,-1-1,1 1,-1-1,1 1,-1-1,1 1,-1-1,1 1,-1-1,0 1,1-1,-1 1,0 0,0-1,1 1,-1 0,0-1,0 1,0 0,0-1,0 1,0 0,0-1,0 1,0 0,0-1,0 1,0 0,0 0,-6 186,0 154,6-302</inkml:trace>
  <inkml:trace contextRef="#ctx0" brushRef="#br0" timeOffset="3540.8">741 3276,'18'2,"16"1,12 0,11-1,4 0,-1-1,-11-1</inkml:trace>
  <inkml:trace contextRef="#ctx0" brushRef="#br0" timeOffset="4067.896">1102 2140,'18'4,"18"2,15-2,12-3,6 0,-2-2,-8 5,-12 4,-13 0</inkml:trace>
  <inkml:trace contextRef="#ctx0" brushRef="#br0" timeOffset="4338.072">1183 2460,'18'5,"17"1,17 0,13-1,9-2,3-3,-11-2</inkml:trace>
  <inkml:trace contextRef="#ctx0" brushRef="#br0" timeOffset="4942.112">2145 1177,'8'1207,"-11"-231,-13-403,15-542,-1-7,1 1,1 0,2 0,0-1,2 1,2 6,2-10,-5-18</inkml:trace>
  <inkml:trace contextRef="#ctx0" brushRef="#br0" timeOffset="9170.73">2078 629,'5'-11,"1"-2,0 6,-2 13,0 20,0 23,2 23,1 26,0 20,0 15,-2 10,-2 4,0-8,-2-27</inkml:trace>
  <inkml:trace contextRef="#ctx0" brushRef="#br0" timeOffset="53729.206">2052 4091,'1'1,"0"1,0-1,1 0,-1 1,0-1,0 1,-1-1,1 1,0-1,0 1,-1 0,1-1,-1 1,1 0,-1 0,0-1,0 1,0 0,0 0,0-1,0 1,-1 2,2-2,-1 376,-14 278,0-366,14-303,0-2</inkml:trace>
  <inkml:trace contextRef="#ctx0" brushRef="#br0" timeOffset="11220.983">5046 977,'13'11,"15"13,12 9,12 11,11 6,5 7,3 2,-4-2,-6-3,-12-5,-11-8,-13-9,-10-10</inkml:trace>
  <inkml:trace contextRef="#ctx0" brushRef="#br0" timeOffset="11422.454">5554 1003,'-16'0,"-9"5,-6 7,-4 12,-3 13,-4 14,-2 13,2 11,6 5,9 1,12-4,17-11,8-17</inkml:trace>
  <inkml:trace contextRef="#ctx0" brushRef="#br0" timeOffset="11733.996">5955 1565,'-1'5,"0"0,0 0,0 0,0 0,1 1,0-1,0 0,0 0,0 0,1 1,0-1,0 0,1 0,-1 0,1 0,0 0,1-1,-1 1,1-1,0 1,0-1,0 0,3 3,2-2,0 0,-1-1,1 0,1-1,-1 0,0 0,1 0,0-1,-1-1,1 0,0 0,0 0,0-1,0 0,0-1,-1 0,1-1,0 1,0-2,-1 1,0-1,1 0,-1-1,0 0,0 0,-1-1,0 0,1-1,-2 1,1-1,-1 0,1-1,-2 0,1 0,-1 0,0 0,-1-1,2-2,-5 7,0 0,0-1,0 1,0 0,-1-1,1 1,-1-1,0 1,0-1,0 1,0-1,-1 1,0-1,1 1,-1 0,0-1,-1 1,1 0,0 0,-1 0,0 0,0 0,0 0,0 0,0 0,-1 1,1-1,-1 1,1 0,-1 0,-3-2,-1 0,-1-1,0 2,-1-1,1 1,0 0,-1 1,1 0,-1 0,0 1,0 0,0 1,-2 0,-19 2,-1 2,1 1,0 2,0 1,-9 4,-17 6</inkml:trace>
  <inkml:trace contextRef="#ctx0" brushRef="#br0" timeOffset="12042.321">5099 629,'12'9,"19"3,23 0,22-3,19-2,7-3,-7-2,-19-1</inkml:trace>
  <inkml:trace contextRef="#ctx0" brushRef="#br0" timeOffset="9559.994">2707 962,'11'21,"11"13,10 10,10 7,6 1,2 2,-4-3,-4-4,-7-9,-10-8,-9-10</inkml:trace>
  <inkml:trace contextRef="#ctx0" brushRef="#br0" timeOffset="9851.265">3041 949,'-16'14,"-10"16,-7 16,-7 16,-4 12,-1 6,1 2,4-5,11-11,9-16</inkml:trace>
  <inkml:trace contextRef="#ctx0" brushRef="#br0" timeOffset="10100.58">3215 1271,'13'-6,"1"0,0 1,0 1,0 0,0 1,1 1,-1 0,11 0,-23 2,1 1,-1-1,1 0,-1 1,1-1,-1 1,0 0,1 0,-1 0,0 0,0 0,0 0,0 1,0-1,0 1,0 0,0-1,0 1,-1 0,1 0,-1 0,1 0,-1 0,0 0,0 0,0 1,0-1,0 0,0 1,-1-1,1 1,-1-1,0 1,0-1,0 0,0 1,0-1,0 1,0-1,-1 1,0-1,1 1,-45 121,9-38,35-84,0 0,0 0,0 0,0 1,0-1,0 0,1 1,-1-1,1 0,0 1,0-1,-1 0,2 1,-1-1,0 1,0-1,1 0,-1 1,1-1,0 0,0 0,0 1,0-1,0 0,0 0,0 0,1 0,-1 0,1-1,-1 1,1 0,0-1,0 1,1 0,8 1,0 0,1 0,-1-2,1 1,0-1,0-1,-1 0,1-1,0 0,-1-1,10-2,-15 3,148-34,-84 12</inkml:trace>
  <inkml:trace contextRef="#ctx0" brushRef="#br0" timeOffset="10364.246">3776 909,'13'18,"17"13,14 11,13 4,11 2,5-1,-1-2,-4-1,-8-1,-13-2,-14-5,-12-7,-11-7</inkml:trace>
  <inkml:trace contextRef="#ctx0" brushRef="#br0" timeOffset="10614.576">4297 923,'-16'9,"-12"12,-10 14,-6 13,1 11,2 9,6 5,10 1,8-2,9-8,7-14</inkml:trace>
  <inkml:trace contextRef="#ctx0" brushRef="#br0" timeOffset="10800.157">4565 1310,'-9'16,"-6"12,-1 8,-2 7,3 4,4-3,6-2,8-5,9-4,4-7,-1-6</inkml:trace>
  <inkml:trace contextRef="#ctx0" brushRef="#br0" timeOffset="12479.768">3803 722,'16'-4,"21"-2,22 0,20 1,12 2,2 1,-10 1,-20 1</inkml:trace>
  <inkml:trace contextRef="#ctx0" brushRef="#br0" timeOffset="41938.674">2613 736,'531'-12,"-514"12,-3-1,1 1,0 0,0 1,-1 1,1 1,0 0,6 2,-21-5,1 0,-1 0,1 0,-1 0,1 0,-1 0,1 0,-1 1,1-1,-1 0,1 0,-1 0,1 0,-1 1,0-1,1 0,-1 0,1 1,-1-1,0 0,1 1,-1-1,0 0,1 1,-1-1,0 1,1-1,-1 0,0 1,0-1,0 1,1-1,-1 1,0-1,0 1,0-1,0 1,0-1,0 1,0-1,0 1,0-1,0 1,0-1,0 1,0-1,-1 1,1-1,0 0,0 1,0-1,-1 1,1-1,0 1,-1-1,1 0,0 1,-1-1,1 0,0 1,-1-1,1 0,-1 0,1 1,0-1,-1 0,0 0,-32 11,18-13,3-2</inkml:trace>
  <inkml:trace contextRef="#ctx0" brushRef="#br0" timeOffset="51478.374">4698 2795,'37'-161,"-28"137,-9 24,1 0,-1 0,0 0,1 0,-1-1,0 1,1 0,-1 0,0 0,1 0,-1 0,0 0,1 0,-1 0,0 0,1 0,-1 0,1 0,-1 0,0 0,1 0,-1 1,0-1,1 0,-1 0,0 0,1 0,-1 1,0-1,0 0,1 0,-1 1,0-1,0 0,1 0,-1 1,0-1,0 0,0 1,1-1,-1 0,0 1,0-1,0 0,0 1,0-1,0 0,0 1,0-1,0 1,0-1,0 0,0 1,0-1,0 0,0 1,0-1,0 0,-1 1,1-1,0 0,0 1,0-1,3 22,-1-1,0 1,-2-1,0 1,-1 0,-2-1,0 0,-4 15,1-12,2 0,2 0,0 1,1-1,1 1,3 13,3-7</inkml:trace>
  <inkml:trace contextRef="#ctx0" brushRef="#br0" timeOffset="52016.325">5286 2393,'16'10,"15"9,10 8,8 11,5 9,1 6,-3 5,-6 0,-6 1,-8-4,-7-6,-6-7,-6-11</inkml:trace>
  <inkml:trace contextRef="#ctx0" brushRef="#br0" timeOffset="52299.24">5701 2366,'-14'7,"-9"9,-7 9,-3 11,-5 9,-3 8,-2 6,1 5,2 2,8-2,9-6,10-13</inkml:trace>
  <inkml:trace contextRef="#ctx0" brushRef="#br0" timeOffset="52625.118">5888 2941,'0'6,"1"0,0 0,1 0,-1 0,1 0,0-1,0 1,1-1,0 1,0-1,0 0,1 0,-1-1,1 1,0 0,1-1,-1 0,1 0,0-1,0 1,0-1,0 0,0 0,1-1,0 0,-1 0,1 0,0 0,2-1,3-3,0 0,0-1,0 0,0-1,-1 0,1-1,-1 0,0-1,-1 0,1 0,-1-1,0 0,-1-1,0 0,0 0,0-1,-1 0,-1 0,0-1,0 1,0-3,-3 8,-1 0,0 0,1 0,-2 0,1 0,0-1,-1 1,0-1,0 1,0-1,-1 1,0-1,0 0,0 1,0-1,-1 0,1 1,-1-1,0 1,-1-1,1 1,-1 0,0-1,0 1,0 0,0 0,-1 0,0 1,0-1,0 1,0-1,0 1,-1 0,1 0,-1 0,0 1,0-1,0 1,0 0,-4-1,-8 0,0 0,-1 1,1 1,-1 0,1 2,0 0,-1 0,1 2,0 0,0 1,0 0,0 2,1-1,-14 9,-38 14</inkml:trace>
  <inkml:trace contextRef="#ctx0" brushRef="#br0" timeOffset="50894.871">4016 2353,'-2'14,"6"11,11 8,13 8,10 3,8 2,5 1,1 0,-4-1,-8-4,-11-5,-9-3,-10-9</inkml:trace>
  <inkml:trace contextRef="#ctx0" brushRef="#br0" timeOffset="51146.255">4404 2380,'-16'0,"-9"5,-6 8,-4 10,-1 14,2 11,4 12,2 6,4 4,4 1,5-11</inkml:trace>
  <inkml:trace contextRef="#ctx0" brushRef="#br0" timeOffset="48767.524">2814 2327,'13'16,"10"14,7 11,3 8,1 7,-1 2,-4 2,-5-4,-3-3,-4-8,-3-5,0-11,-1-10,-3-8</inkml:trace>
  <inkml:trace contextRef="#ctx0" brushRef="#br0" timeOffset="49012.005">3095 2340,'-16'13,"-10"15,-7 10,-3 11,0 8,5 4,2 0,6-1,6-1,4-7,5-11</inkml:trace>
  <inkml:trace contextRef="#ctx0" brushRef="#br0" timeOffset="49379.041">3215 2781,'4'-6,"1"0,-1 0,1 1,0-1,1 1,0 0,0 1,0-1,0 1,0 0,1 1,0-1,0 1,0 1,0-1,0 1,0 1,1-1,-1 1,1 0,-1 1,1 0,-1 0,6 1,-11-1,0 0,0 1,1-1,-1 1,0-1,0 1,0 0,0 0,0 0,0 0,0 0,-1 0,1 0,0 1,0-1,-1 1,1-1,-1 1,0 0,1 0,-1-1,0 1,0 0,0 0,0 0,0 0,-1 0,1 0,0 1,-1-1,0 0,1 0,-1 0,0 1,0-1,0 0,-1 0,1 2,-33 79,-12-21,34-49,0 1,1 0,1 1,0 0,1 0,-5 12,13-25,-1 0,0 1,0-1,1 0,-1 0,1 0,0 0,0 1,-1-1,1 0,1 0,-1 0,0 1,1-1,-1 0,1 0,-1 0,1 0,0 0,0 0,0 0,0 0,0 0,1 0,-1 0,0-1,1 1,-1-1,1 1,0-1,0 1,-1-1,1 0,0 0,0 0,0 0,0 0,0 0,1-1,-1 1,0-1,0 1,0-1,0 0,2 0,100 7,-46-8</inkml:trace>
  <inkml:trace contextRef="#ctx0" brushRef="#br0" timeOffset="50319.053">2814 2126,'-5'-3,"1"0,6 1,11-1,18 2,18-3,21-1,13-1,13 1,6 1,-2 6,-19 2</inkml:trace>
  <inkml:trace contextRef="#ctx0" brushRef="#br0" timeOffset="45260.429">6744 548,'-2'7,"0"0,1 0,-1 0,2 0,-1 0,1 0,0 1,1-1,0 0,0 0,0 0,1 1,2 20,3 103,-6 1,-5 0,-10 31,2-24,7 0,9 113,31 169,-36 293,42-303,-40-94,25-170,1 29,-28 115,1-293</inkml:trace>
  <inkml:trace contextRef="#ctx0" brushRef="#br0" timeOffset="55080.219">6851 4078,'23'205,"-2"-57,-15 4,-11 108,3 100,5-317,2 0,2 0,2-1,2 0,-8-41,-3-7</inkml:trace>
  <inkml:trace contextRef="#ctx0" brushRef="#br0" timeOffset="59741.689">4177 3503,'-2'-2,"-1"1,2 1,11 1,14-1,20 1,21-1,14 1,6-1,-12 0</inkml:trace>
  <inkml:trace contextRef="#ctx0" brushRef="#br0" timeOffset="58612.206">5300 3771,'13'18,"15"15,10 11,14 7,8 2,3-1,1-3,-4-3,-9-2,-9-3,-13 0,-11-5,-8-8,-7-7</inkml:trace>
  <inkml:trace contextRef="#ctx0" brushRef="#br0" timeOffset="58872.102">5767 3810,'-20'0,"-14"9,-10 15,-6 16,-5 18,-1 12,4 9,10 1,14-3,17-11,20-13,20-17,5-14</inkml:trace>
  <inkml:trace contextRef="#ctx0" brushRef="#br0" timeOffset="59104.494">6048 4332,'-39'72,"38"-70,0 1,0-1,1 0,-1 1,1-1,0 0,-1 1,1-1,0 0,0 1,1-1,-1 1,0-1,1 0,-1 1,1-1,0 0,0 0,0 1,0-1,0 0,1 0,-1 0,0 0,1 0,0-1,-1 1,1 0,0-1,0 1,0-1,1 1,7 1,1 1,-1-2,1 0,0 0,0-1,0 0,0-1,0 0,0 0,0-2,0 1,-1-1,1-1,0 0,-1 0,0-1,0-1,3-1,-1 1,0-1,0 0,-1 0,0-1,-1 0,0-1,0-1,0 1,5-8,-12 13,-1 0,0 0,1 0,-1 0,0-1,0 1,-1 0,1-1,-1 0,0 1,0-1,0 0,0 0,0 1,-1-1,0 0,0 0,0 0,0 0,-1 0,1 1,-1-1,0 0,0 0,-1 1,1-1,-1 1,1-1,-1 1,0-1,0 1,-1 0,-1-2,-6-4,-1 1,1 1,-2 0,1 0,-1 1,0 0,0 1,0 0,-1 1,0 1,0 0,0 0,0 2,0-1,0 2,0 0,-1 0,1 1,0 1,0 0,-11 4,-71 17,59-10</inkml:trace>
  <inkml:trace contextRef="#ctx0" brushRef="#br0" timeOffset="59386.471">5246 3543,'18'-6,"20"-4,19 2,19 1,13 2,7 4,-5 7,-13 7,-20 5,-22 5,-17-2</inkml:trace>
  <inkml:trace contextRef="#ctx0" brushRef="#br0" timeOffset="57645.25">4123 3810,'9'14,"10"11,11 10,9 7,8 2,4 4,0-3,-1-2,-5-3,-7-7,-11-6,-10-8</inkml:trace>
  <inkml:trace contextRef="#ctx0" brushRef="#br0" timeOffset="57839.86">4511 3810,'-16'23,"-12"19,-5 13,-5 12,0 5,4 1,8-1,8-7,8-15</inkml:trace>
  <inkml:trace contextRef="#ctx0" brushRef="#br0" timeOffset="58094.464">4725 4305,'6'-16,"4"-12,1-8,-1-5,-3 1,-1 3,-3 12,-1 16,-2 17,0 18,0 14,-1 11,3 9,3 3,3-3,5-4,5-9,-2-13</inkml:trace>
  <inkml:trace contextRef="#ctx0" brushRef="#br0" timeOffset="56424.08">2934 3730,'4'19,"9"14,9 11,9 10,9 4,5 2,-2 1,-5 1,-7-3,-8-5,-9-9,-7-11</inkml:trace>
  <inkml:trace contextRef="#ctx0" brushRef="#br0" timeOffset="56702.332">3241 3797,'-13'2,"-12"8,-9 11,-4 14,-3 11,-2 10,2 9,6 8,7 1,5 1,7-2,7-13</inkml:trace>
  <inkml:trace contextRef="#ctx0" brushRef="#br0" timeOffset="57224.619">3415 4265,'3'-6,"1"1,0 0,0 0,0 0,0 0,1 1,0 0,0 0,0 0,0 0,1 1,0 0,-1 0,1 0,0 1,0 0,1 0,-1 1,3-1,2-2,0 0,0 0,1 1,-1 1,1 0,0 1,0 0,0 1,-1 0,12 2,-21-2,-1 1,0-1,1 1,-1 0,0 0,0-1,0 1,1 0,-1 0,0 0,0 0,-1 0,1 1,0-1,0 0,0 0,-1 0,1 1,-1-1,1 0,-1 1,1-1,-1 1,0-1,1 0,-1 1,0-1,0 1,0-1,0 1,-1-1,1 0,0 1,-1-1,1 1,-1-1,0 1,-23 52,3-24,-2-1,0 0,-27 22,-7 10,28-16,29-44,0 0,1 0,-1 0,0-1,1 1,-1 0,1 0,-1 0,1 0,-1 0,1-1,-1 1,1 0,0-1,0 1,-1 0,1-1,0 1,0-1,0 1,0-1,-1 1,1-1,0 0,0 1,0-1,0 0,0 0,0 0,0 0,0 0,0 0,0 0,0 0,22 1,-1 0,1-2,-1-1,1-1,-1 0,0-2,18-6,17-5</inkml:trace>
  <inkml:trace contextRef="#ctx0" brushRef="#br0" timeOffset="61640.015">3014 5080,'-9'0,"1"0,7 5,11 3,12 6,11 6,10 7,7 9,3 3,-1 6,-3 1,-9-2,-11-4,-12-7,-10-9</inkml:trace>
  <inkml:trace contextRef="#ctx0" brushRef="#br0" timeOffset="61893.936">3361 5001,'-20'9,"-16"14,-9 17,-6 13,2 14,4 6,7 3,11-3,10-7,11-11,15-11,6-14</inkml:trace>
  <inkml:trace contextRef="#ctx0" brushRef="#br0" timeOffset="66118.224">3495 5522,'3'-7,"0"0,1 0,0 0,1 1,-1 0,1-1,1 2,-1-1,1 1,0-1,0 2,0-1,1 1,-1 0,1 0,0 1,1-1,-1 2,0-1,1 1,0 0,-1 1,1 0,1 0,-4-1,-1 0,1 1,-1-1,1 1,0 0,0 1,-1-1,1 1,0 0,0 0,0 0,-1 1,1 0,0 0,0 0,-1 0,1 1,-1 0,1 0,-1 0,0 0,0 1,0 0,0 0,0 0,-1 0,1 0,-1 1,0-1,0 1,0 0,-1 0,1 0,-1 1,0-1,0 0,1 3,-4 7,0-1,-1 1,-1-1,0 1,-1-1,0 0,-1 0,0-1,-1 1,0-1,-1 0,-1-1,0 0,0 0,-1-1,-7 7,-56 73,72-89,-1-1,1 0,0 1,-1-1,1 1,0 0,-1-1,1 1,0-1,0 1,-1-1,1 1,0 0,0-1,0 1,0-1,0 1,0 0,0-1,0 1,0 0,0-1,0 1,1-1,-1 1,0-1,0 1,0 0,1-1,-1 1,0-1,1 1,-1-1,1 1,-1-1,0 1,1-1,-1 0,1 1,-1-1,1 0,-1 1,1-1,0 0,-1 0,1 1,-1-1,1 0,-1 0,1 0,0 0,0 0,36-1,167-51,-130 30</inkml:trace>
  <inkml:trace contextRef="#ctx0" brushRef="#br0" timeOffset="66438.162">4498 5080,'21'16,"22"12,17 11,15 7,6 5,-2 3,-7 2,-14 0,-17-3,-15-6,-12-10</inkml:trace>
  <inkml:trace contextRef="#ctx0" brushRef="#br0" timeOffset="66721.405">4885 4960,'-18'16,"-15"21,-11 21,-8 15,0 12,0 7,5 2,9-6,10-11,10-19</inkml:trace>
  <inkml:trace contextRef="#ctx0" brushRef="#br0" timeOffset="66990.691">5273 5361,'-9'16,"-8"14,-3 12,2 7,4 4,7 1,8-5,10-9,4-8,1-10</inkml:trace>
  <inkml:trace contextRef="#ctx0" brushRef="#br0" timeOffset="67241.631">5621 4986,'16'21,"12"15,10 11,8 7,5 3,3 1,0 0,-6-4,-8-3,-11-4,-11-10</inkml:trace>
  <inkml:trace contextRef="#ctx0" brushRef="#br0" timeOffset="67520.959">6076 4960,'-19'12,"-14"16,-11 21,-8 19,-3 14,0 8,4 1,9-6,13-12,10-19</inkml:trace>
  <inkml:trace contextRef="#ctx0" brushRef="#br0" timeOffset="67696.51">6249 5642,'2'4,"0"-1,0 1,0-1,1 0,-1 0,1 0,-1 0,1-1,0 1,0-1,0 1,1-1,-1 0,0 0,1-1,-1 1,1-1,0 1,0-1,-1 0,1-1,0 1,0-1,0 1,0-1,0 0,-1-1,1 1,0-1,0 1,8-3,-1 0,0 0,0-1,-1 0,1 0,-1-2,0 1,0-1,7-6,-10 8,0-1,0 0,0-1,-1 0,1 0,-2 0,1-1,-1 1,0-2,0 1,0 0,-1-1,-1 0,1 0,-1 0,0 0,-1 0,0-1,-1 1,1-1,-2 0,1 1,-1-1,0 0,-1 1,-1-6,1 10,-1 1,0 0,0 0,0-1,0 1,-1 0,1 1,-1-1,0 0,0 1,0 0,0-1,0 1,0 0,-1 1,1-1,0 0,-1 1,0 0,1 0,-1 0,0 0,1 1,-1-1,0 1,0 0,-3 1,-3-1,1 1,0 0,-1 1,1 0,0 1,0 0,0 0,0 1,1 0,-7 4,7-3,0 0,0 1,1 0,0 1,0 0,0 0,1 0,0 1,0 0,1 0,0 0,-3 7,-2 13</inkml:trace>
  <inkml:trace contextRef="#ctx0" brushRef="#br0" timeOffset="68175.741">6864 5254,'7'0,"4"-2,3-1,1 0,-1 3,-4 8,-4 10,-2 13,-2 12,-1 13,-2 11,1 7,1 5,2-2,-1-8,0-14</inkml:trace>
  <inkml:trace contextRef="#ctx0" brushRef="#br0" timeOffset="74469.795">7198 2861,'21'-2,"22"-3,22-6,19-2,12-2,4 2,-6 3,-12 5,-20 9,-20 3</inkml:trace>
  <inkml:trace contextRef="#ctx0" brushRef="#br0" timeOffset="74747.309">7385 3169,'21'4,"20"2,21 0,18-1,12-6,0-6,-17 0</inkml:trace>
  <inkml:trace contextRef="#ctx0" brushRef="#br1" timeOffset="93327.022">3896 41,'-364'-40,"314"40,-1 1,1 3,-1 2,2 2,-1 3,1 1,1 3,0 1,1 3,-12 8,14-1,2 2,1 2,1 1,1 3,0 3,-32 26,53-47,-26 20,3 1,0 3,3 1,2 2,-3 6,-26 89,25-43,27-70,1 1,1 0,1 0,2 1,1 0,0 1,3 0,0 0,1 3,7 213,-2-230,0 0,0 0,1 0,1 0,0-1,1 1,1-1,0 0,0 0,1-1,1 1,0-1,1-1,0 1,1-1,10 9,9 0,0-2,1-1,1-1,1-2,0-1,1-1,15 2,-38-11,138 20,-65-15,-24-2,1-2,-1-3,1-2,5-3,-54 3,0 0,0 1,0 0,0 1,0 0,0 0,0 1,0 0,-1 1,1 0,-1 1,1 0,-1 1,6 0,0 1,0-2,1 0,-1-1,1 0,-1-2,1 1,0-2,0 0,8-2,50 3,212 31,-106-35,-28-2,-26 18,-66-13,-30-1,0 1,0 2,0 0,-1 2,1 2,14 4,-10-1,0-2,1-1,0-1,0-2,0-2,6-1,5 1,122 26,-45-4,134-7,-14 7,-7-12,-63-4,-115-8,-30 1,1-1,-1-2,1 0,-1-2,15-5,172-53,-199 56,-1-1,0-1,0 0,-1-1,-1-1,1 0,-2-1,1 0,-2-1,5-6,33-32,-30 34,0-1,-1-1,-1-1,-1 0,-1-1,0 0,-2-1,-1-1,0 0,-2-1,-1 0,-1-1,0 1,2-25,-6 19,-1 0,-2-1,-1 0,-1 1,-2-1,-1 1,-1 0,-2 0,-1 0,-1 1,-5-8,1 8,0-6,-1 2,-2 0,-1 1,-1 1,-2 0,-1 1,-2 2,-1 0,-10-8,-28-20,-2 4,-2 2,-2 3,-3 4,-42-19,38 25,39 19,0 1,-1 1,0 2,-1 2,-25-4,-264-43,214 36,-1 5,-1 5,0 5,-17 5,-435 3,429 6,-132 24,245-27,-54 8</inkml:trace>
  <inkml:trace contextRef="#ctx0" brushRef="#br1" timeOffset="120768.783">6423 3423,'-33'-11,"-1"1,-1 2,1 1,-1 2,-1 1,1 2,-6 2,-62-7,-66-17,-162-44,209 40,-324-41,337 45,50 10,0 3,-52-3,-68 11,103 3,0-2,-58-11,-3-9,-1 5,-54 5,184 12,-104-3,-1 6,-97 15,-58 27,-60 26,48 15,218-63,25-11,0 2,1 1,1 2,0 2,2 1,0 1,-13 12,-2 11,1 2,3 3,1 1,-1 7,30-33,0 1,2 1,1 0,1 0,1 1,1 1,2-1,0 1,2 1,1-1,2 0,0 1,2-1,1 0,2 1,0-1,3 2,-4-17,0 1,2 0,0-1,0 0,1 0,1-1,0 0,1 0,0 0,0-1,1 0,1-1,0 0,1 0,-1-1,2-1,-1 0,1 0,1-1,-1 0,5 0,66 30,2-5,0-3,2-4,-70-19,43 10,0-3,1-2,0-3,16-1,257 20,-330-27,31-2,1 2,-1 2,0 1,0 2,0 1,-1 2,15 6,-11-2,0-2,1-1,0-2,35 1,67 15,66 5,-99-28,-17 0,-1 3,46 10,224 20,-148-6,58 3,130-21,45-2,-275-9,176-9,-306 9,-17 1,0 0,1-2,-1-1,0 0,18-7,-17 3,-1-1,-1-1,0-1,0-1,-1 0,-1-2,0 0,-1-2,16-15,-13 11,-1-1,0-1,-2-1,-1-1,0-1,-2 0,-1-1,-1-1,-1 0,-2-1,6-19,27-186,-42 214,-1 0,-1-1,-1 1,0 0,-1 0,-1 0,-1 0,-1 0,-1 1,0 0,-1 0,-1 0,-1 1,-9-14,9 19,0 0,0 1,-2 0,1 0,-1 1,-1 1,0-1,-32-27,18 13,-2 1,0 1,-1 2,-1 1,-1 1,-15-5,-6-3,-1 3,-1 2,-38-8,-145-11,97 25</inkml:trace>
  <inkml:trace contextRef="#ctx0" brushRef="#br2" timeOffset="142264.308">3054 1685,'-22'-2,"-1"0,1 2,0 0,-1 1,1 2,0 0,0 1,0 2,0 0,1 1,0 1,-9 6,-7 4,2 2,0 1,1 2,2 1,0 2,-12 13,8-5,2 2,2 1,1 1,2 2,2 1,2 1,1 1,3 1,1 1,2 0,2 2,-9 46,22-68,0 0,1 0,1 0,2 1,0-1,2 0,1 0,1 0,1 0,1-1,1 0,1-1,1 1,1-2,1 1,1-2,1 0,8 8,5 4,0-3,2 0,2-1,0-2,2-2,1 0,1-3,1 0,0-3,2-1,0-2,17 5,26 4,1-3,1-4,0-3,1-4,53-1,623 23,-177 4,103-27,-338-20,229-42,-517 47,-1-3,0-3,-1-2,-1-3,0-2,-1-3,-1-2,-1-2,32-22,-71 37,1-1,-2-1,1-1,-2 0,0-1,0 0,-2-1,1 0,-2-1,0 0,-1 0,-1-1,0-1,-1 1,-1-1,-1 0,-1-1,0 1,-1-1,-1 0,-1 0,0 0,-2 0,0 0,-1 1,-1-1,-2-6,-5-3,0-1,-2 2,-1-1,-1 2,-1 0,-1 0,-2 1,0 2,-2 0,0 0,-2 2,-20-16,-19-10,-1 2,-2 3,-2 2,-38-14,-92-36,-3 9,-177-45,185 70,-2 8,-2 9,-2 9,-134-2,89 24,-1 12,1 10,1 10,1 11,-22 16,112-16,2 8,2 5,-55 31,32-2</inkml:trace>
  <inkml:trace contextRef="#ctx0" brushRef="#br2" timeOffset="143650.472">3080 4786,'-30'4,"0"0,0 2,1 1,0 1,0 2,1 1,0 1,1 1,0 1,1 2,1 1,0 1,1 0,1 2,1 1,1 1,1 1,1 0,-2 6,-3 4,1 1,2 1,1 0,2 2,1 1,3 0,0 0,3 2,1-1,2 1,2 1,1-1,2 31,4-44,2-1,1 0,1 0,1 0,2-1,0 0,1 0,2-1,0 0,2-1,1-1,0 0,2 0,0-2,1 0,1-1,1 0,1-2,1 0,4 1,51 34,2-4,2-4,2-3,2-4,2-3,45 10,94 25,2-9,3-10,2-10,1-11,27-8,187-3,51-20,-310-4,-1-9,-1-7,-1-9,-2-8,54-23,-169 41,-1-2,-2-4,0-2,-2-4,-1-2,-2-2,25-23,-65 43,0-1,-1-1,-1 0,0-2,-2 0,-1-1,0 0,-2-1,0-1,-1-2,-6 12,-1 0,0 0,-1 0,-1 0,0-1,-1 1,-1-1,0 0,-1 1,0-1,-1 0,-1 1,-1-1,0 1,0-1,-1 1,-1 0,-6-12,0 7,0 1,-1 0,-1 1,-1 0,0 1,-1 0,-1 1,-1 1,-16-11,-172-99,44 34,-4 7,-4 8,-2 6,-70-12,11 33,-2 11,-2 9,0 11,-105 10,31 6,1 14,-267 46,362-24,22-1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4:17.34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1,'16'4,"17"2,16 0,15-2,9 0,-1-2,-9 3,-15 9,-17 5,-15 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4:17.59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1,'20'0,"21"2,21 1,24 0,21 0,15-1,8-1,-18-1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4:18.00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1,'18'1120,"-5"-687,31 596,4-255,-45-704,-1-19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4:19.1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1 226,'2'-23,"3"-16,1-9,-1 2,-1 6,-1 15,-2 20,0 25,-1 23,0 17,0 15,2 6,5 0,9-4,6-8,-1-17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4:20.2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27,'13'-2,"19"-1,17-1,18 2,17-2,11 0,8 1,3 0,-17 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4:21.7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51,'19'-11,"23"-4,28 1,27 4,22 10,11 8,-17 3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4:21.0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0,'18'12,"18"14,16 15,10 11,7 9,4 5,0 3,-4-2,-9-2,-11-9,-13-10,-12-14</inkml:trace>
  <inkml:trace contextRef="#ctx0" brushRef="#br0" timeOffset="264.532">561 13,'-13'-4,"-15"2,-8 10,-10 11,-6 17,-3 17,-2 19,0 15,8 11,9 2,12-4,18-12,10-20</inkml:trace>
  <inkml:trace contextRef="#ctx0" brushRef="#br0" timeOffset="537.834">816 548,'-3'5,"0"1,0 0,1 0,0-1,0 1,0 1,1-1,0 0,0 0,1 0,0 1,0-1,0 0,1 0,-1 1,2-1,-1 0,1 0,0 0,0 0,0-1,1 1,0 0,0-1,1 0,-1 0,1 0,0 0,0 0,5 3,-2-4,1 0,0 0,0-1,0 0,0 0,1-1,-1 0,1 0,-1-1,1 0,0-1,-1 0,1 0,0-1,-1 0,1 0,-1-1,1-1,-3 2,-1 0,0-1,0 0,0 0,0-1,-1 1,1-1,-1 0,1-1,-1 1,0-1,0 1,-1-1,1 0,-1-1,0 1,0 0,0-1,0 0,-1 0,0 0,0 0,0 0,-1 0,0 0,0 0,0-1,0 1,-1-3,0 1,0 1,-1 0,0 0,0-1,0 1,-1 0,0 0,0 0,-1 0,1 1,-1-1,0 1,-1-1,0 1,1 0,-2 0,1 1,0-1,-1 1,0 0,0 0,0 1,0-1,-6-1,0-1,-1 0,0 1,-1 1,1 0,-1 1,0 0,0 1,0 0,0 1,0 1,-8 0,0 3,-1 0,1 2,1 0,-1 2,1 0,0 1,1 1,0 1,0 0,1 2,0 0,1 1,-11 11,0 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4:18.7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1,'9'18,"10"15,11 12,10 4,6 3,5 2,1 1,-5-3,-5-2,-7-6,-10-8,-9-10</inkml:trace>
  <inkml:trace contextRef="#ctx0" brushRef="#br0" timeOffset="186.816">335 28,'-16'5,"-10"7,-7 10,-2 9,-1 12,5 11,4 8,5 8,4 2,5-1,5-13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3:54.140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5482 0,'-7'114,"6"0,4 0,5-1,6 0,6 10,21 211,-29-26,-20 178,1-270,6-41,8 0,7-1,22 84,99 487,-98-583,-14-75,-5 2,-3 0,2 87,-17-18,-1-57,4 0,10 55,-3 19,-6-154,10-26,-5-10</inkml:trace>
  <inkml:trace contextRef="#ctx0" brushRef="#br1" timeOffset="-50829.911">2059 321,'23'2,"25"4,23 2,20 2,11 5,-4 1,-18-2</inkml:trace>
  <inkml:trace contextRef="#ctx0" brushRef="#br1" timeOffset="-51625.869">1952 709,'9'13,"12"15,14 10,15 11,10 6,6 5,1 4,-6 2,-9-1,-12-2,-11-6,-12-5,-8-9,-6-10,-3-11</inkml:trace>
  <inkml:trace contextRef="#ctx0" brushRef="#br1" timeOffset="-51379.11">2473 762,'-13'5,"-10"8,-7 11,-5 12,-4 15,0 14,0 9,2 7,3 2,7-4,8-7,12-11,7-14</inkml:trace>
  <inkml:trace contextRef="#ctx0" brushRef="#br1" timeOffset="-51109.729">2754 1498,'0'4,"-1"1,1-1,0 1,1-1,-1 0,1 1,0-1,0 0,0 1,0-1,1 0,0 0,0 0,0 0,0-1,1 1,-1 0,1-1,0 0,0 1,0-1,0 0,1-1,-1 1,1-1,0 1,0-1,0 0,0-1,0 1,0-1,0 1,1-1,-1 0,0-1,11 1,1 0,-1-1,0-1,0 0,0-1,0-1,-1 0,1-1,-1-1,1 0,-1-1,-1-1,1 0,-1-1,1-1,-7 4,0 0,-1 0,1-1,-1 0,0 0,0-1,-1 0,0 0,0 0,1-4,-4 8,-1 0,0 0,1 0,-1-1,0 1,-1 0,1 0,0 0,-1-1,0 1,0 0,0-1,0 1,0 0,-1-1,0 1,1 0,-1 0,0 0,-1 0,1 0,0 0,-1 0,0 0,0 0,0 0,0 1,-1-2,-7-2,0-1,0 1,-1 1,0 0,0 0,0 1,0 1,-1 0,0 0,1 1,-1 1,0 0,0 0,0 1,0 1,0 0,0 1,-3 0,-202 41,159-29</inkml:trace>
  <inkml:trace contextRef="#ctx0" brushRef="#br0" timeOffset="-4376.687">3276 54,'4'7,"1"0,-1 0,-1 0,1 1,-1-1,0 1,-1 0,0 0,0 0,-1 0,0 1,0-1,-1 0,0 2,1-2,33 368,66 353,-70-286,-14-161,38 183,-35-377,-19-88,0 0,0 0,0 0,0-1,0 1,0 0,0 0,0 0,1 0,-1 0,0-1,0 1,0 0,0 0,0 0,0 0,1 0,-1 0,0 0,0 0,0-1,0 1,0 0,1 0,-1 0,0 0,0 0,0 0,0 0,1 0,-1 0,0 0,0 0,0 0,0 0,1 0,-1 0,0 0,1-14</inkml:trace>
  <inkml:trace contextRef="#ctx0" brushRef="#br0" timeOffset="-3659.751">3797 481,'0'5,"2"8,6 11,8 13,7 8,8 7,3 3,0 0,-2-4,0-5,-7-6,-5-11,-6-9</inkml:trace>
  <inkml:trace contextRef="#ctx0" brushRef="#br0" timeOffset="-3404.285">4118 495,'-20'13,"-14"15,-8 10,-1 11,-1 9,4 5,5 3,7 0,8-5,7-12</inkml:trace>
  <inkml:trace contextRef="#ctx0" brushRef="#br0" timeOffset="-3147.556">4278 896,'12'-6,"0"0,1 1,0 0,0 1,0 1,0 0,1 0,-1 2,1 0,0 0,-1 1,2 1,-13-1,0 1,0-1,0 1,0-1,0 1,1 0,-2 0,1 0,0 0,0 0,0 0,0 0,-1 1,1-1,0 1,-1-1,1 1,-1 0,0-1,0 1,0 0,0 0,0 0,0 0,0 0,0 0,-1 0,1 0,-1 0,0 1,1-1,-1 0,0 0,0 0,0 0,-1 1,1-1,0 0,-1 0,0 2,-39 82,-3-24,-39 68,81-128,0 1,-1-1,1 0,0 0,0 0,1 1,-1-1,0 0,1 1,-1-1,1 1,0-1,0 1,0-1,0 1,0-1,1 0,-1 1,1-1,-1 1,1-1,0 0,0 0,0 1,0-1,1 0,-1 0,0 0,1 0,0 0,-1 0,1-1,0 1,0-1,0 1,0-1,0 1,0-1,11 3,-1-1,1 0,0-1,0-1,0 0,0 0,0-2,0 1,0-2,0 1,0-2,0 0,7-3,25-6</inkml:trace>
  <inkml:trace contextRef="#ctx0" brushRef="#br0" timeOffset="-2882.009">3677 281,'20'-4,"23"0,20 1,16 2,9 2,6 1,-3 4,-14 1,-19 1</inkml:trace>
  <inkml:trace contextRef="#ctx0" brushRef="#br0" timeOffset="-2210.077">3917 1739,'18'20,"16"16,10 11,5 7,1 3,-3 1,-8-1,-8 0,-10-1,-7-6,-10-8,-4-12</inkml:trace>
  <inkml:trace contextRef="#ctx0" brushRef="#br0" timeOffset="-1963.278">4318 1765,'-20'18,"-16"18,-11 16,-5 10,1 9,1 3,7-1,9-7,10-7,10-15</inkml:trace>
  <inkml:trace contextRef="#ctx0" brushRef="#br0" timeOffset="-1685.813">4412 2126,'18'-12,"1"2,-1 1,1 0,1 1,0 1,20-4,-38 9,0 1,1 0,-1 0,0 0,0 1,1-1,-1 0,1 1,-1 0,1-1,-1 1,0 0,1 0,-1 0,1 1,-1-1,1 1,-1-1,0 1,1 0,-1 0,0 0,0 0,0 0,1 0,-1 1,0-1,-1 1,1 0,0-1,0 1,-1 0,1 0,-1 0,0 0,1 0,-1 0,0 0,0 1,0-1,0 3,-2 7,-1 0,0 1,-1-1,0 0,-1 0,0-1,-1 1,-1-1,0 0,0 0,-1-1,-5 7,3-3,-67 114,75-126,0-1,0 1,0-1,1 1,-1-1,0 1,1 0,-1 0,1-1,0 1,-1 0,1 0,0-1,0 1,0 0,0 0,0 0,1-1,-1 1,1 0,-1 0,1-1,-1 1,1 0,0-1,0 1,0-1,0 1,0-1,0 1,0-1,0 0,1 0,-1 1,1-1,-1 0,0 0,1 0,0-1,-1 1,1 0,0 0,-1-1,1 1,0-1,14 3,1-1,0-1,0-1,0 0,-1-1,1-1,0 0,-1-1,1-1,-1-1,0 0,2-2,42-17,-8 0</inkml:trace>
  <inkml:trace contextRef="#ctx0" brushRef="#br0" timeOffset="-1216.947">4934 161,'-14'23,"2"1,0 0,1 1,2 0,1 0,0 1,2 0,1 0,2 1,0 0,1-1,2 1,1 0,1 0,1-1,2 4,104 566,-88-457,-6 1,-7 1,-5-1,-14 117,-48 185,54-399</inkml:trace>
  <inkml:trace contextRef="#ctx0" brushRef="#br1" timeOffset="-53237.333">0 402,'8'265,"21"95,172 1573,-147-1381,-22 119,-32-277,0-361,3-28,2-15</inkml:trace>
  <inkml:trace contextRef="#ctx0" brushRef="#br1" timeOffset="-52615.546">616 923,'18'20,"15"17,13 8,8 5,4 2,2-2,-6-2,-9-3,-13-2,-11-4,-9-8</inkml:trace>
  <inkml:trace contextRef="#ctx0" brushRef="#br1" timeOffset="-52339.389">1003 869,'-16'7,"-10"11,-4 15,-3 12,3 12,1 8,7 4,6 0,6-3,5-13</inkml:trace>
  <inkml:trace contextRef="#ctx0" brushRef="#br1" timeOffset="-50346.656">481 562,'23'0,"26"0,24 0,23 0,18 0,6 0,-18 0</inkml:trace>
  <inkml:trace contextRef="#ctx0" brushRef="#br1" timeOffset="-22549.485">1297 1458,'32'-50,"96"-148,-109 175,-19 22,1 1,-1 0,0-1,1 1,-1 0,1 0,-1 0,1-1,-1 1,1 0,-1 0,1 0,-1 0,1 0,-1 0,1 0,-1 0,1 0,-1 0,0 0,1 0,-1 0,1 0,-1 0,1 1,-1-1,1 0,-1 0,1 1,-1-1,0 0,1 0,-1 1,0-1,1 0,-1 1,0-1,1 1,-1-1,0 0,0 1,1-1,-1 1,0-1,0 1,0-1,0 1,1-1,-1 1,0-1,0 1,0-1,0 1,0 0,5 125,-48 228,43-352,1-1,-1 1,0 0,1 0,-1-1,0 1,0 0,0 0,0-1,-1 1,1 0,0-1,-1 1,1 0,-1-1,0 1,1 0,-1-1,0 1,0-1,0 0,0 1,0-1,0 0,-1 1,1-1,0 0,-1 0,1 0,0 0,-1 0,1 0,-1-1,0 1,1 0,-1-1,0 1,1-1,-1 0,0 0,0 1,0-1,-77-7,136 6,154 12,-207-11,-7-1</inkml:trace>
  <inkml:trace contextRef="#ctx0" brushRef="#br0" timeOffset="825.155">294 4385,'5'0,"1"2,0 4,-1 4,-2 8,-1 10,-1 12,0 10,-1 8,0 7,2 5,3 4,5 0,1 0,-4-5,-3-13</inkml:trace>
  <inkml:trace contextRef="#ctx0" brushRef="#br1" timeOffset="16575.538">1043 3743,'0'16,"3"17,4 14,9 10,8 7,9 4,8-1,9 0,4-2,0-4,-4-4,-9-9,-11-6,-11-12</inkml:trace>
  <inkml:trace contextRef="#ctx0" brushRef="#br1" timeOffset="16839.028">1484 3810,'-14'5,"-13"10,-11 12,-11 15,-6 14,-3 13,0 9,2 7,7 2,9-1,12-10,10-17</inkml:trace>
  <inkml:trace contextRef="#ctx0" brushRef="#br1" timeOffset="17085.284">1631 4452,'93'-228,"-86"213,-2 15,-1 58,-4 41,-2-58,1 0,2 0,2 0,2 0,2 0,1-1,11 30,-1-28</inkml:trace>
  <inkml:trace contextRef="#ctx0" brushRef="#br1" timeOffset="17366.426">2086 3984,'2'14,"10"13,13 9,10 8,10 5,8 3,3 3,-3 0,-8-2,-10-3,-11-8,-9-12</inkml:trace>
  <inkml:trace contextRef="#ctx0" brushRef="#br1" timeOffset="17643.198">2473 3958,'-20'4,"-14"9,-8 11,-6 13,-1 13,5 13,8 8,10 7,9 0,13-3,6-14</inkml:trace>
  <inkml:trace contextRef="#ctx0" brushRef="#br1" timeOffset="17833.71">2661 4653,'12'6,"-1"0,1-1,0-1,0 0,1 0,-1-1,1-1,0 0,0 0,-1-2,1 1,0-2,0 0,0 0,0-1,-1-1,1 0,-1-1,0 0,0-1,0 0,0-1,-1 0,0-1,0 0,-1-1,0 0,5-6,-10 8,0 0,-1 0,0-1,0 0,0 0,-1 0,0 0,-1 0,1 0,-1-1,-1 0,1 1,-1-1,-1 0,1 1,-2-1,1 0,-1 0,0 1,0-1,-1 0,0 1,0 0,-1-1,0 1,0 0,-1 0,0 1,0-1,0 1,-1 0,0 0,0 0,-1 1,0-1,0 1,0 1,0-1,-1 1,0 0,1 1,-1-1,-1 2,1-1,0 1,-1 0,0 0,0 2,0 0,0 0,1 1,-1 0,0 1,0 0,1 0,-1 0,1 1,0 0,-1 1,1 0,1 0,-1 0,1 1,0-1,0 2,0-1,-4 5,-2 4,0 1,0 0,1 1,1 0,1 0,0 1,-3 12,-4 14</inkml:trace>
  <inkml:trace contextRef="#ctx0" brushRef="#br1" timeOffset="18465.854">3543 3168,'17'49,"-2"0,-2 1,-3 0,2 25,-11-66,73 703,-32-227,-22-343,6-2,7 0,22 50,-45-157</inkml:trace>
  <inkml:trace contextRef="#ctx0" brushRef="#br1" timeOffset="20031.766">3998 3570,'14'18,"8"15,8 12,4 8,-1 5,2 4,-3-1,-2-6,-2-4,-1-9,-6-11</inkml:trace>
  <inkml:trace contextRef="#ctx0" brushRef="#br1" timeOffset="20310.017">4305 3529,'-13'9,"-10"13,-3 13,-1 14,-1 11,0 9,0 5,0 3,3-6,3-7,5-16</inkml:trace>
  <inkml:trace contextRef="#ctx0" brushRef="#br1" timeOffset="20590.013">4559 3703,'31'0,"-15"-2,-1 1,0 1,1 1,-1 0,0 0,0 2,0 0,0 1,0 0,0 1,-1 1,0 0,0 1,-12-5,1 0,-1 0,0 0,1 0,-1 1,0-1,0 1,-1-1,1 1,0 0,-1 0,0 0,0 0,0 0,0 0,0 0,0 0,-1 0,1 0,-1 0,0 0,0 1,0-1,-1 0,1 0,-1 0,1 0,-1 0,0 0,0 0,-1 0,1 0,-1 1,-63 92,59-89,-10 12,-44 67,60-84,-1-1,0 0,1 1,-1-1,1 0,0 1,-1-1,1 1,0-1,0 0,0 1,0-1,0 1,0-1,0 1,1-1,-1 1,0-1,1 0,-1 1,1-1,-1 0,1 1,0-1,0 0,0 0,-1 1,1-1,0 0,0 0,1 0,-1 0,0 0,0-1,0 1,1 0,-1 0,57 12,-41-13,0 0,0-1,0 0,0-2,0 0,0 0,0-2,-1 0,0-1,14-7,6-7</inkml:trace>
  <inkml:trace contextRef="#ctx0" brushRef="#br1" timeOffset="20852.247">4131 3209,'16'-2,"21"-1,23 0,21 1,20 0,13 1,3 0,-7 1,-22 0</inkml:trace>
  <inkml:trace contextRef="#ctx0" brushRef="#br1" timeOffset="21356.44">4224 4479,'26'21,"18"15,14 11,9 7,1 2,-1 2,-8-3,-9-5,-11-8,-12-10</inkml:trace>
  <inkml:trace contextRef="#ctx0" brushRef="#br1" timeOffset="21644.828">4720 4492,'-19'7,"-14"9,-9 11,-6 9,-2 11,0 11,6 7,8 1,12-1,9-5,8-13</inkml:trace>
  <inkml:trace contextRef="#ctx0" brushRef="#br1" timeOffset="21910.262">4920 4920,'-2'3,"0"1,0 0,0 0,1 0,0 0,0 0,0 0,0 0,0 0,1 0,0 0,0 1,0-1,0 0,1 0,0 0,0 0,0 0,0 0,0 0,1 0,0 0,0 0,0-1,0 1,0-1,1 0,0 1,0-1,0 0,0 0,3 2,3-2,0 0,0 0,0-1,0 0,1-1,-1 0,1 0,-1-1,1-1,-1 1,0-1,1-1,-1 0,0 0,0-1,0 0,0 0,0-1,-1 0,0-1,1 0,-2 0,1-1,-1 0,5-5,-8 8,-1 0,0 0,-1 0,1 0,0-1,-1 1,0-1,0 0,0 0,0 0,0 0,-1 0,0 0,0 0,0-1,0 1,-1 0,1 0,-1-1,0 1,-1 0,1-1,-1 1,0 0,0 0,0-1,0 1,-1 0,0 0,0 0,0 1,0-1,-3-3,-1 0,0 0,-1 1,0 0,0 0,0 1,-1 0,0 0,0 1,0 0,0 0,-1 1,1 0,-1 0,0 1,0 0,0 1,-1 0,5 0,-1 0,0 1,1 0,-1 0,0 0,0 1,1-1,-1 2,1-1,-1 0,1 1,-1 0,1 1,0-1,0 1,0 0,0 0,1 0,-1 1,1 0,0-1,0 2,0-1,0 0,1 1,0 0,-1 1,-7 19</inkml:trace>
  <inkml:trace contextRef="#ctx0" brushRef="#br1" timeOffset="22306.578">5428 3075,'6'103,"4"-1,5-1,23 82,-11-55,194 1175,-197-1159,-17-97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4:23.4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84 0,'-14'21,"-6"17,-1 13,5 8,6 3,7 0,9-3,8-5,2-12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4:25.32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 0,'-11'70,"4"1,2-1,4 1,3 0,4 15,86 978,59 390,-135-1262,-8 1,-15 169,1-294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4:24.08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1,'14'16,"11"16,10 15,9 12,8 10,4 5,2 1,-2-3,-7-5,-6-9,-11-12,-11-14</inkml:trace>
  <inkml:trace contextRef="#ctx0" brushRef="#br0" timeOffset="271.429">481 14,'-20'-2,"-19"3,-13 11,-8 13,-4 13,2 14,6 14,11 9,13 6,11 0,15-4,8-16</inkml:trace>
  <inkml:trace contextRef="#ctx0" brushRef="#br0" timeOffset="547.476">709 656,'-2'3,"1"0,-1 0,1 0,0 1,0-1,0 0,1 1,-1-1,1 1,0-1,0 0,0 1,0-1,1 1,-1-1,1 1,0-1,0 0,0 0,0 1,1-1,-1 0,1 0,0 0,0 0,0-1,0 1,1 0,-1-1,1 0,-1 1,1-1,0 0,0 0,0-1,0 1,0-1,3 2,6 1,1 0,-1-1,1-1,0 1,0-2,0 0,0-1,0 0,0-1,0 0,0-1,0 0,0-1,-1-1,1 0,-1-1,0 0,0-1,-1 0,0-1,0 0,0 0,-1-2,1 0,-7 4,1 0,-1 0,0-1,0 1,-1-1,1 0,-1 0,-1 0,1 0,-1-1,0 1,-1-1,1 0,-1 1,-1-1,1 0,-1 0,0 1,-1-1,1 0,-2 1,1-1,-1 0,1 1,-2-1,1 1,-1 0,0 0,0 0,-1 0,1 1,-1-1,-1 1,1 0,-1 0,0 0,-4-3,0 2,1 0,-1 1,0 0,-1 0,1 1,-1 0,0 1,0 0,0 0,0 1,0 1,-1-1,1 2,0-1,-1 2,1-1,-1 1,1 1,0 0,0 0,0 1,-7 3,2 0,0 0,1 1,0 0,0 1,1 1,0 0,0 0,1 2,1 0,-1 0,2 1,0 0,0 0,-4 9,-12 29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4:22.9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0,'12'23,"12"19,14 16,11 9,10 5,3 1,-2-2,-6-5,-9-8,-6-10,-11-13</inkml:trace>
  <inkml:trace contextRef="#ctx0" brushRef="#br0" timeOffset="263.381">455 81,'-18'5,"-18"10,-11 12,-7 12,1 14,5 11,11 9,11 2,13-3,8-15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4:38.14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0 120,'13'4,"-1"-1,0 2,0-1,0 2,-1 0,0 0,0 1,0 0,-1 1,0 0,0 1,-1 0,0 0,-1 1,5 7,-2-6,245 281,-247-282,-6-5,1-1,-1 0,1 0,0 0,0 0,0-1,0 1,1-1,-1 0,1-1,0 1,0-1,2 1,6-6,-4-7</inkml:trace>
  <inkml:trace contextRef="#ctx0" brushRef="#br0" timeOffset="300.874">401 0,'-18'5,"-13"10,-5 14,-5 13,2 16,4 12,6 7,6 7,7 0,5-3,6-8,3-16</inkml:trace>
  <inkml:trace contextRef="#ctx0" brushRef="#br0" timeOffset="568.187">803 575,'0'-240,"1"427,14 53,18 121,-29-292</inkml:trace>
  <inkml:trace contextRef="#ctx0" brushRef="#br0" timeOffset="815.572">94 1323,'23'23,"18"16,17 14,11 6,11 2,5 1,-1-5,-3-6,-9-11,-12-9,-13-10,-16-8</inkml:trace>
  <inkml:trace contextRef="#ctx0" brushRef="#br0" timeOffset="1108.93">695 1350,'-18'5,"-15"10,-14 14,-7 14,-4 12,-1 12,2 7,7 3,10-1,11-3,10-9,17-9,7-15</inkml:trace>
  <inkml:trace contextRef="#ctx0" brushRef="#br0" timeOffset="1329.807">1003 1965,'6'7,"1"0,1 0,-1-1,1 0,1 0,-1 0,1-1,-1-1,2 0,-1 0,0 0,1-1,-1-1,1 0,0 0,0 0,0-2,0 1,0-1,0-1,0 1,0-2,-1 1,1-2,0 1,-1-1,1-1,-1 1,0-2,0 1,-1-1,1 0,-1-1,0 0,0-1,-1 1,0-1,0-1,-1 1,0-1,0-1,0 1,0-3,-4 5,1-1,-1 1,-1 0,1-1,-1 0,0 1,-1-1,1 1,-1-1,-1 0,1 1,-1-1,0 0,-1 1,0-1,0 1,0 0,0 0,-1 0,0 0,-1 0,1 0,-1 1,0 0,-1-1,1 2,-1-1,0 0,0 1,0 0,-1 0,1 1,-1-1,0 1,0 1,0-1,-4-1,-3 1,1-1,-1 2,0 0,0 0,0 1,0 1,0 0,0 1,0 0,0 1,0 0,1 1,-1 1,1 0,0 0,0 1,0 1,1 0,-1 1,2 0,-10 8,8-6,0 0,0 1,1 0,1 1,0 0,1 1,0 0,0 1,1 0,1 0,0 0,1 1,1 0,0 0,1 1,0-1,1 1,0 11,4 30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4:32.6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0 522,'98'9,"0"-5,84-7,-111 2,935-16,-822 4,-143 16,-51 11,-4-7</inkml:trace>
  <inkml:trace contextRef="#ctx0" brushRef="#br0" timeOffset="680.493">174 1471,'1184'18,"-1098"-15,31 2,-1-4,30-8,-123 4</inkml:trace>
  <inkml:trace contextRef="#ctx0" brushRef="#br0" timeOffset="1475.129">1537 134,'30'29,"175"71,-174-85,-1 1,-1 2,0 1,-1 1,-1 2,-2 0,0 2,-1 1,-1 1,-1 0,-2 2,-1 1,-1 0,-1 1,-2 1,8 23,-8 2,-2 0,-2 1,-4 0,-1 1,-3-1,-3 1,-2 0,-3 0,-2-1,-3 0,-2 0,-9 22,8-29,-1 0,-3-1,-2 0,-2-2,-2 0,-2-2,-2 0,-2-2,-2-1,-1-2,-38 36,60-66,0-1,-1-1,0 0,0 0,-1-1,0 0,0-1,-7 2,18-7,0-1,0 1,0-1,0 1,0-1,1 1,-1-1,0 0,0 0,0 0,0 1,0-1,0 0,0 0,0 0,0 0,0-1,0 1,0 0,0 0,0-1,0 1,0 0,0-1,0 1,0-1,0 1,0-1,1 0,-1 1,0-1,0 0,1 1,-1-1,0 0,1 0,-1 0,1 0,-1 1,1-1,0 0,-1 0,1 0,0 0,-1 0,1 0,0 0,0 0,0-1,0-17</inkml:trace>
  <inkml:trace contextRef="#ctx0" brushRef="#br0" timeOffset="2093.032">1953 1,'287'274,"-252"-239,-3 2,0 1,-3 2,-1 1,-3 1,-1 1,-1 1,-3 1,-2 1,-2 0,-2 2,-2 1,3 33,-4 2,-4-1,-3 1,-4 0,-4 0,-4 0,-3-1,-3 0,-13 33,11-57,-2 0,-3-2,-2 0,-3-1,-2-2,-2-1,-3-1,-2-2,-10 8,-25 11,70-68,-1-1,0 1,0 0,0-1,0 1,1-1,-1 1,0-1,0 1,0-1,0 0,0 1,0-1,0 0,0 0,0 0,0 0,0 0,0 0,-1 0,1 0,0 0,0 0,0-1,0 1,0 0,1-1,-1 1,0-1,0 1,0-1,0 1,0-1,0 0,1 1,-1-1,0 0,1 0,-1 0,0 0,-10-19</inkml:trace>
  <inkml:trace contextRef="#ctx0" brushRef="#br0" timeOffset="2871.201">2247 147,'55'3,"0"1,0 3,-1 2,1 3,-2 2,28 12,58 28,105 57,613 345,-842-448,11 7,0 0,-1 1,-1 2,0 0,-1 2,19 22,-25-24,-16-19,-7-4</inkml:trace>
  <inkml:trace contextRef="#ctx0" brushRef="#br0" timeOffset="4055.138">2406 2260,'39'-14,"175"-81,-4-9,-6-10,91-70,64-93,49-35,-362 279,-61 40,10 0,0 0,1 0,0 0,0 1,1-1,0 1,0 0,1 0,0 0,0 0,1 1,0-1,0 0,1 0,0 1,1-1,0 0,0 1,1-1,0 0,0 0,1 1,-1-4,0 1,1 0,0-1,0 0,0 1,0-1,1-1,0 1,0 0,0-1,0 0,1 0,0 0,0 0,0-1,0 0,0 0,1-1,0 1,-1-1,1 0,6 1,6 1,0-1,0 0,1-1,-1-2,1 1,-1-2,1-1,-1 1,-1-1,1-1,-1-1,0 0,0-1,-1-1,1-1,6-4,-16 7,1 0,-1-1,-1 1,1-2,-1 1,1-1,-2 0,1 0,-1-1,0 1,0-1,0-1,-1 1,-1 0,1-1,-1 0,0 0,1-5,-2-7,-1-1,-1 1,-1 0,0-1,-2 1,0 0,-1 0,-1 0,-1 1,-1 0,-1 0,0 0,-1 1,-1 0,-1 1,-1 0,0 1,-1 0,0 1,-2 1,-2-3,4 5,-1 0,0 0,-1 1,-1 1,1 1,-1 0,-1 1,-16-6,26 11,0 1,-1 0,1 0,0 1,-1-1,1 2,-1-1,1 1,-1 0,1 0,-1 1,1 0,0 1,-1 0,1 0,0 0,0 1,0 0,0 0,1 1,-1 0,-5 4,3 2,0-1,1 2,0-1,0 1,1 0,1 1,0 0,0 0,1 0,1 1,0-1,1 1,0 0,1 0,0 0,1 1,1-1,0 0,0 0,2 1,0-1,0 0,1 0,0-1,2 1,1 3,20 27,2-10</inkml:trace>
  <inkml:trace contextRef="#ctx0" brushRef="#br0" timeOffset="4475.756">4640 1057,'314'-15,"1296"-86,-804 39,-714 54,-161 19,28-6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4:40.97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0,'23'57,"3"-1,2-2,2-1,26 34,-44-67,1-2,1 0,1 0,0-1,1-1,1-1,0 0,1-1,1-1,0-1,0 0,1-2,1 0,17 5,-32-13,-1-1,0 0,0 0,1 0,-1-1,0 1,1-2,-1 1,0 0,1-1,-1 0,0 0,0-1,1 0,-1 1,0-2,-1 1,1 0,0-1,-1 0,1 0,-1-1,0 1,0-1,0 0,-1 0,1 0,-1 0,0-1,0 1,1-5,5-15,-1 0,-1-1,-2 0,0 0,-2 0,-1-1,0 0,-2 1,-1-1,-4-20,-3-3,1 49,-11 65,2 61,5 0,4 50,6-137,-2 209,17 106,-11-324,-1-20,-1 1,1 0,-2 0,1 0,-1 0,-1 1,0-1,-1-1,0 1,-1 0,0 0,0-1,-1 1,-4 5,7-13,-1-1,0 0,-1 1,1-1,0 0,-1 0,1 0,-1 0,1-1,-1 1,0-1,0 0,0 0,0 0,0 0,0 0,0 0,0-1,0 1,0-1,0 0,-1 0,1 0,0-1,0 1,0-1,0 0,0 1,-1-2,-5-1,1 0,0-1,0 0,0-1,0 1,1-2,-1 1,1-1,-4-4,-15-21,1-1,1 0,2-2,2-1,1 0,1-2,-4-16,16 39,-1 1,1 0,1 0,0 0,1-1,0 1,1-1,1 0,0 0,1-5,2 17,0 0,0 0,0 0,0 0,0 1,1-1,-1 0,1 0,-1 1,1-1,0 1,0 0,0-1,0 1,0 0,0 0,0 0,0 0,0 1,0-1,0 1,0-1,1 1,-1 0,0-1,0 1,1 0,-1 1,0-1,0 0,0 1,1-1,-1 1,0-1,0 1,2 1,4-1,409 47,-343-43</inkml:trace>
  <inkml:trace contextRef="#ctx0" brushRef="#br0" timeOffset="262.373">1083 936,'-9'9,"-4"15,2 16,2 15,7 17,8 12,11 7,8 2,5-1,-2-16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4:49.4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4:45.39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1 798,'-1'3,"1"0,0 0,0 0,1-1,-1 1,1 0,-1 0,1-1,0 1,0 0,0-1,0 1,0-1,1 0,-1 1,1-1,0 0,-1 0,1 0,0 0,0 0,1 0,-1 0,0-1,0 1,1-1,-1 0,1 1,0-1,-1 0,1-1,0 1,-1 0,1-1,0 0,0 1,-1-1,1 0,0 0,0-1,-1 1,1-1,1 1,16-8,-1-1,0-1,0-1,-1 0,-1-1,1-1,-2-1,0 0,-1-1,0-1,-1 0,2-6,20-17,-2-1,-2-3,-2 0,-2-2,-2-1,-1-1,-3-1,9-32,-26 64,-1 0,-1 0,-1-1,0 0,-1 1,-1-1,-1-11,1 22,0 0,-1 0,0 0,-1 0,1 1,-1-1,0 0,0 1,-1 0,0-1,0 1,0 0,0 0,-1 1,0-1,0 1,0-1,-1 1,1 1,-1-1,0 1,-5-3,6 4,-1 1,1 0,-1 1,0-1,1 1,-1 0,1 0,-1 0,0 1,1 0,-1 0,1 0,-1 0,1 1,0-1,-1 1,1 0,0 1,0-1,0 1,1 0,-1-1,0 2,1-1,0 0,0 1,0-1,0 1,1 0,-1 0,1 0,0 0,0 1,1-1,-1 0,1 1,0-1,0 3,-14 41,3 0,2 0,2 1,2 0,2 0,2 46,1-1,4 0,4-1,10 39,-14-115,0 0,2 0,0 0,0 0,2-1,2 5,-7-17,0 0,0 0,1-1,-1 1,1 0,0-1,0 0,0 0,0 0,1 0,-1 0,1 0,0-1,0 0,-1 0,2 0,-1 0,0-1,0 1,0-1,1 0,-1 0,0-1,1 1,-1-1,1 0,0-1,5 0,0-1,0 0,-1-1,1-1,0 1,-1-1,0-1,0 0,-1 0,1-1,-1 0,0 0,0-1,4-5,6-7,-1 0,-1-2,0 1,-2-2,2-3,-16 25,0 0,0 0,0 1,1-1,-1 0,0 0,0 0,0 0,1 1,-1-1,0 0,0 0,1 0,-1 0,0 0,1 0,-1 0,0 0,0 1,1-1,-1 0,0 0,1 0,-1-1,0 1,0 0,1 0,-1 0,0 0,1 0,-1 0,0 0,0 0,1 0,-1-1,0 1,0 0,1 0,-1 0,0-1,0 1,0 0,1 0,-1 0,0-1,0 1,0 0,0-1,0 1,0 0,1 0,-1-1,0 1,0 0,0 0,0-1,0 1,0 0,0-1,0 1,0 0,0-1,0 30,-1-18,1-3,1 0,0-1,0 1,1 0,-1-1,2 1,-1-1,1 0,0 0,1 0,-1 0,1 0,1-1,-1 0,1 0,0 0,1 0,-1-1,1 0,0 0,1 0,-1-1,1 0,-1 0,1-1,1 0,-1 0,0 0,1-1,-1 0,1-1,-1 0,1 0,0 0,0-1,-1-1,1 1,0-1,0 0,-1-1,1 0,-1 0,1 0,5-4,-8 3,0 0,0 0,-1 0,0-1,1 1,-1-1,-1 0,1-1,-1 1,1-1,-1 1,0-1,-1 0,1 0,-1 0,0-1,0 1,-1 0,0-1,0 1,0-1,0 1,-1-1,0 0,0 1,0-1,-1 1,0-1,0 1,-1-1,1 1,-1 0,0-1,0 1,-1 0,0 0,0 1,0-1,0 1,-1-1,1 1,-1 0,0 0,-1 1,1-1,-2 0,0 1,0 0,0 0,0 1,0 0,0 0,-1 1,1 0,0 0,-1 0,1 1,-1 0,1 0,-1 1,1-1,0 1,-1 1,1-1,0 1,0 0,0 1,0-1,0 1,1 1,-1-1,1 1,0 0,0 0,0 0,0 0,1 1,0 0,0 0,0 0,1 1,-1-1,1 1,1 0,-1 0,1 0,0 0,0 0,1 1,-1-1,2 1,0-3,0 0,1 0,0 1,0-1,0 0,0 0,1 0,0 0,-1 0,2-1,-1 1,0-1,1 1,-1-1,1 0,0 0,1 1,26 22</inkml:trace>
  <inkml:trace contextRef="#ctx0" brushRef="#br0" timeOffset="649.202">1445 878,'-3'-4,"0"0,0 0,-1 1,1-1,-1 0,1 1,-1 0,0 0,0 0,-1 1,1-1,0 1,-1 0,0 0,1 1,-1 0,0-1,0 1,0 1,0-1,0 1,0 0,1 0,-1 0,0 1,0-1,0 1,0 1,0-1,1 1,-1-1,0 1,1 1,0-1,-1 1,1-1,-2 3,-4 3,0 0,0 0,1 1,0 0,0 1,1-1,1 2,0-1,0 1,1 0,0 1,1 0,0-1,1 2,0-1,1 0,1 1,-1 6,2-17,1 1,-1 0,1-1,0 1,0 0,0 0,0-1,0 1,0 0,1-1,0 1,-1 0,1-1,0 1,0-1,0 1,1-1,-1 0,0 1,1-1,0 0,-1 0,1 0,0 0,0 0,0-1,0 1,1 0,-1-1,0 0,1 1,-1-1,1 0,-1 0,1-1,-1 1,1 0,0-1,-1 0,1 1,0-1,0 0,0-1,8-3,1-1,-1 0,-1-1,1-1,-1 0,0 0,0-1,-1 0,0 0,-1-1,0 0,0-1,-1 0,0 0,0-1,2-5,40-92,-48 106,-1 1,-1 0,1 0,0 1,0-1,0 0,0 1,0-1,0 0,0 0,0 1,0-1,1 0,-1 0,0 1,0-1,1 0,-1 1,0-1,1 0,-1 1,0-1,1 0,-1 1,1-1,-1 1,1-1,0 1,-1-1,1 1,-1 0,1-1,0 1,-1 0,1-1,0 1,0 0,-1 0,1 0,0-1,-1 1,1 0,0 0,0 0,-1 0,1 0,0 0,0 1,-1-1,1 0,0 0,0 0,-1 1,1-1,0 0,-1 1,1-1,-1 1,1-1,0 1,-1-1,1 1,-1 0,66 132,-35-59,-2 1,-4 1,-3 1,-4 1,-3 1,-4 0,-3 1,-3 0,-4 11,-1-71,-1 0,0-1,-2 1,0 0,-1-1,-1 0,-1 0,-1 0,-3 7,9-24,0 1,0-1,0 0,0 0,0 1,-1-1,1 0,-1 0,1 0,-1-1,0 1,1 0,-1 0,0-1,0 0,0 1,-1-1,1 0,0 0,0 0,-1 0,1 0,0 0,-1-1,1 1,-1-1,1 0,-1 0,1 0,-1 0,1 0,-1 0,1-1,-1 1,1-1,0 0,-1 1,1-1,0 0,-2-1,-5-7,1 1,1-1,-1 0,1 0,1-1,0 0,0 0,1-1,0 1,1-1,0 0,1-1,-2-9,-9-32,3 0,2 0,3-1,1 1,3-1,3 0,2 0,5-27,-3 47,1 1,1 0,2 0,1 0,2 1,1 0,1 1,2 1,1 1,1 0,2 1,20-23,43-15,-80 65,-1-1,1 1,-1 0,1 0,0 0,0 0,-1 0,1 1,0-1,0 1,0 0,0-1,0 1,0 1,0-1,0 0,-1 1,1-1,0 1,0 0,0 0,-1 0,1 1,0-1,-1 0,0 1,1 0,-1-1,0 1,1 0,-1 0,0 1,-1-1,1 0,7 13,-1 0,-1 0,-1 0,0 1,0 0,-2 0,0 1,0 8,2 4,1 2,-5-18,0 1,0-1,2 0,0-1,0 1,1-1,0 0,1 0,1 0,0-1,0 0,1 0,2 1,-8-10,0 0,1 0,-1 0,1-1,0 1,-1-1,1 1,0-1,0 0,0 0,0 0,0-1,0 1,0-1,0 0,0 1,1-1,-1-1,0 1,0 0,0-1,0 0,0 1,0-1,0 0,0-1,0 1,-1 0,1-1,0 0,-1 1,1-1,-1 0,2-2,16-17</inkml:trace>
  <inkml:trace contextRef="#ctx0" brushRef="#br0" timeOffset="923.212">1846 652,'-14'7,"-9"8,0 7,3 7,13 2,18-1,21-6,5-7</inkml:trace>
  <inkml:trace contextRef="#ctx0" brushRef="#br0" timeOffset="1409.543">2715 946,'-38'-10,"-123"-22,151 31,0 0,0 1,0 0,0 1,0 1,0-1,0 1,1 1,-1 0,1 0,0 1,-1 0,2 1,-9 5,11-6,1 1,-1-1,1 1,1 1,-1-1,1 1,-1-1,2 1,-1 0,1 1,0-1,0 1,1-1,-1 1,2 0,-1 0,1 0,0 0,0 0,1 0,0 0,0 0,1 0,-1 0,2 0,-1 0,1 0,0 0,0-1,1 1,0-1,0 1,1-1,0 0,0 0,0-1,1 1,-1-1,1 0,0 0,5 3,8 2,0-1,0-1,0 0,1-1,0-1,1-1,0-1,-1 0,1-1,0-2,0 0,0-1,1-1,-1-1,-1 0,1-2,0 0,8-4,-5 3,0-1,-1-1,1 0,-2-2,1-1,-1 0,-1-2,0 0,0-1,-1-1,-1-1,15-16,-13-4,-22 40,-1 1,1 0,0 0,1 0,0 1,0-1,0 0,1 1,-1-1,2 0,-1 1,1-1,0 0,0 0,0 0,1 1,2 4,-1-6,0 0,0 0,0 0,1-1,-1 1,1-1,0 0,0 0,1 0,-1-1,1 1,0-1,0 0,0 0,0-1,1 0,-1 0,1 0,-1 0,1-1,0 0,-1 0,1-1,2 1,1-1,0 0,0 0,0-1,0 0,1 0,-1-1,-1 0,1-1,0 0,-1 0,1-1,-1 0,0-1,7-4,-7 3,-1-1,0 1,-1-1,1 0,-2 0,1-1,-1 0,0 0,0 0,-1-1,0 1,-1-1,0 0,2-6,-4 10,0 0,-1 0,1 0,-1 0,0-1,0 1,0 0,-1 0,0 0,0 0,0 0,0 0,-1 0,0 0,0 1,0-1,-1 1,0-1,0 1,0 0,0 0,0 0,-1 0,0 1,0 0,0-1,-1 0,-1 1,0-1,1 1,-2 0,1 0,0 1,0 0,-1 0,0 0,1 1,-1 0,0 0,1 1,-1-1,0 2,0-1,1 1,-1 0,0 0,1 1,-1 0,1 0,0 0,-1 1,1 0,0 0,-2 2,-2 2,0-1,1 2,0-1,0 1,1 1,0-1,0 2,1-1,0 1,0 0,1 0,1 1,0-1,-3 9,6-13,-1-1,1 0,1 1,-1 0,1-1,0 1,0 0,1-1,-1 1,1 0,1 0,-1 0,1-1,0 1,0 0,1-1,0 1,0-1,0 1,0-1,1 0,0 0,0 0,0 0,1-1,0 1,0-1,0 0,4 4,27 12</inkml:trace>
  <inkml:trace contextRef="#ctx0" brushRef="#br0" timeOffset="1598.12">3517 331,'-20'-12,"-14"-3,-11 3,-3 8,-1 14,3 12,7 11,11 7,12 3,13 2,14 2,12-1,2-7</inkml:trace>
  <inkml:trace contextRef="#ctx0" brushRef="#br0" timeOffset="1846.539">3436 812,'12'20,"7"16,6 11,6 7,1 1,5-3,3-4,5-10,10-10,11-10,12-15,14-15,13-12,8-9,2-5,-18 3</inkml:trace>
  <inkml:trace contextRef="#ctx0" brushRef="#br0" timeOffset="3864.173">2541 2148,'6'38,"3"-51,-8 8,-1 1,1 0,-1-1,0 1,0-1,-1 1,1 0,-1-1,0 1,0 0,0 0,-1-1,1 1,-1 0,0 0,0 1,-1-1,1 0,-1 1,0-1,0 1,0 0,0 0,0 0,-1 0,1 1,-1 0,0-1,0 1,0 0,0 1,0-1,0 1,-1 0,1 0,0 0,-1 0,1 1,0 0,-1 0,1 0,-10 1,1 0,0 1,0 1,0 0,0 1,1 0,-1 1,1 1,0 0,1 0,0 1,0 1,0 0,1 0,0 1,0 0,1 1,0 0,1 0,0 1,1 0,0 0,1 1,0 0,1 0,0 1,0 0,4-8,-1 0,1 0,0 0,0 1,0-1,1 0,-1 0,1 0,1 1,-1-1,1 0,0 0,0 0,0 0,1 0,0 0,0 0,0 0,0-1,1 1,0-1,0 1,0-1,0 0,1 0,0-1,0 1,0-1,0 0,0 0,4 2,11 2,-1-2,1 0,0-1,0-1,0-1,1-1,-1 0,1-1,-1-2,0 0,0 0,0-2,0-1,0 0,-1-1,0-1,19-6,0-1,-1-2,-1-2,-1-1,0-1,-2-2,0-1,1-4,-25 20,-8 5,1 1,0 0,-1-1,1 1,0 0,0 0,0 0,0-1,0 1,1 0,-1 0,0 0,0 1,1-1,-1 0,0 0,1 1,-1-1,1 1,-1-1,1 1,-1 0,1 0,-1-1,1 1,-1 0,1 0,-1 0,1 1,-1-1,1 0,-1 1,1-1,-1 0,1 1,-1 0,1-1,-1 1,0 0,1 0,38 82,-35-74,0 0,0 0,1-1,0 1,0-1,1-1,0 0,1 0,-1 0,1-1,1 0,-1 0,1-1,0 0,0 0,0-1,1-1,0 0,0 0,0 0,0-2,0 1,0-1,0 0,10-2,-14 0,0-1,1 0,-1 0,0-1,0 0,0 0,-1 0,1-1,-1 0,0 0,1 0,-2-1,1 1,-1-1,1 0,-1-1,-1 1,1-1,-1 0,0 1,0-1,-1-1,0 1,0 0,0-1,-1 1,0-1,0 1,0-1,-1 1,0-1,-1 1,1-1,-1 0,0 1,-1-1,0 1,0 0,0 0,-1 0,0 0,0 0,0 0,-1 1,0-1,0 1,0 0,-4-3,0 2,0 0,0 1,0 0,0 0,-1 1,0 0,0 1,0-1,0 2,0 0,-1 0,1 0,-1 1,0 1,-6 0,-7 0,0 2,0 1,0 1,1 0,-1 2,1 1,-43 22,64-28,1-1,0 1,0-1,0 1,0 0,0-1,0 1,0-1,0 1,0-1,0 1,1 0,-1-1,0 1,0-1,0 1,1-1,-1 1,0-1,1 1,-1-1,0 1,1-1,-1 0,0 1,1-1,-1 1,1-1,-1 0,1 0,-1 1,1-1,-1 0,1 0,-1 1,1-1,0 0,-1 0,1 0,-1 0,1 0,-1 0,1 0,0 0,-1 0,1 0,-1 0,1 0,-1 0,1-1,0 1,-1 0,1 0,-1-1,1 1,-1 0,0-1,1 1,-1 0,1-1,156-27,-110 16,-23 7,41-11,0 2,1 4,1 2,27 2,-84 6,0-1,-1 2,1-1,0 1,-1 1,1 0,-1 0,0 1,0 0,0 0,0 1,0 1,-1-1,1 1,-1 1,0-1,-1 1,0 1,0 0,0 0,-1 0,0 0,5 9,-3-1,-2 1,0-1,0 1,-2 0,0 1,0 5,8 28,-12-47,0-1,1 0,-1 1,0-1,1 0,0 0,0 1,0-1,0 0,0 0,0 0,0 0,0 0,1-1,-1 1,1 0,0 0,-1-1,1 1,0-1,0 0,0 1,0-1,0 0,0 0,0 0,0-1,1 1,-1 0,0-1,0 0,1 1,-1-1,0 0,1 0,-1 0,0 0,0-1,1 1,1-1,7-5,1-1,-1-1,-1 0,1 0,-1-1,-1 0,0-1,0 0,0-1,-2 1,1-1,-1-1,-1 0,0 0,-1 0,0 0,-1-1,1-6,10-64,-20 97,3-6,0 0,1 0,0 1,1-1,0 0,0 1,1-1,0 0,0 0,1 1,0-1,0 0,1-1,0 1,1 0,0-1,0 0,0 0,1 0,0 0,0-1,1 0,0 0,0 0,0-1,1 0,-1 0,1 0,1-1,-1 0,0-1,9 3,-11-4,1-1,-1 0,1 0,0-1,-1 0,1 0,0 0,-1-1,1 1,0-2,-1 1,1 0,-1-1,0 0,0 0,1-1,-1 1,-1-1,1 0,0-1,-1 1,1-1,-1 0,0 0,0 0,-1-1,1 1,-1-1,1-1,4-9,1 0,-2-1,0 0,0-1,-2 1,0-1,-1 0,2-17,4-28,11 89,-7 1,-8-9,2-1,0 0,1 0,1-1,1-1,0 1,1-2,1 0,0 0,1-1,1-1,0 0,11 7,-20-16,1 0,-1 0,1 0,0-1,0 0,0 0,0-1,0 0,1 0,-1-1,1 0,-1 0,1-1,0 0,-1 0,1 0,-1-1,1-1,-1 1,1-1,-1 0,0-1,0 0,0 0,0 0,-1-1,1 0,1-2,5-9,0-1,-1 0,-1-1,0 0,-1-1,-1 0,-1-1,-1 0,0 0,-1-1,-1 1,-1-1,0-15,8-69,-4-1,-6-1,-4-14,1 59,-1-86,30 515,-25-326,-2-1,2-1,2 0,1 1,2-2,2 1,2-2,2 2,-14-37,1 0,0 0,0 0,0 0,1 0,-1 0,1 0,-1 0,1 0,0-1,0 1,0-1,0 1,1-1,-1 0,1 0,-1 0,1 0,0-1,0 1,-1-1,1 1,0-1,0 0,1 0,-1-1,0 1,0 0,0-1,1 0,-1 0,0 0,0 0,0 0,1-1,-1 0,0 1,0-1,0 0,0 0,0-1,0 1,2-2,46-50,-46 46,0 1,0-1,1 1,0 0,0 0,1 0,-1 1,1 0,0 0,0 1,1 0,-1 0,1 1,0 0,2 0,-7 3,1-1,-1 1,0 0,0 0,0 1,1-1,-1 1,0 0,0 0,0 0,0 0,0 0,0 1,0-1,0 1,-1 0,1-1,-1 2,1-1,-1 0,0 0,1 1,-1-1,-1 1,1-1,0 1,-1 0,1 0,-1 0,1 1,1 4,0 0,0 0,-1 0,0 0,-1 1,1-1,-2 1,1-1,-1 1,0-1,-1 2,-1 1,-1-1,0 1,-1-1,0 0,0 0,-1 0,0 0,-1-1,0 0,-1 0,1-1,-2 0,1 0,-1 0,0-1,-1 0,0-1,0 0,0 0,-1-1,1 0,-1-1,-1 0,1 0,0-1,-1-1,0 0,0 0,-2-1,-37-10,49 8,0 1,0-1,1 1,-1-1,0 0,0 1,0-1,1 0,-1 0,0 0,1 1,-1-1,1 0,-1 0,1 0,-1 0,1 0,0 0,-1 0,1 0,0 0,0 0,0 0,0 0,0-1,0 1,0 0,0 0,0 0,0 0,1 0,-1 0,0 0,1 0,-1 0,1 0,-1 0,1 0,-1 1,1-1,0 0,-1 0,1 0,0 1,0-1,0 0,18-17,3 2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4:54.8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3970 0,'-101'87,"4"4,4 4,5 5,-55 80,89-112,-1078 1377,-81-96,786-893,23-25,395-422,-5 6,0 0,-1-1,0-1,-1 0,-1-1,0-1,0 0,-1-1,-10 3,27-12,0-1,0 1,0-1,0 0,0 1,0-1,0 0,0 0,0 1,0-1,0 0,0 0,0 0,-1 0,1 0,0-1,0 1,0 0,0 0,0-1,0 1,0-1,0 1,0-1,0 1,0-1,1 1,-1-1,0 0,0 0,0 1,1-1,-1 0,0 0,1 0,-1 0,1 0,-1 0,1 0,0 0,-1 0,1 0,0 0,-1 0,1 0,0 0,0 0,0 0,0 0,0 0,0 0,1-1,-1 1,0 0,0 0,1 0,-1 0,1 0,-1 0,1 0,-1 0,1 1,-1-1,1 0,0 0,0 0,13-27,4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4:55.46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1,'19'1,"1"1,-1 1,0 0,1 2,-2 0,1 1,-1 1,0 0,0 2,-1 0,0 1,8 7,12 10,-2 1,0 2,-2 2,23 28,57 79,-7 6,35 68,-40-58,48 61,9-6,9-7,8-7,28 9,76 38,11-13,178 102,-297-217,-6 9,-6 6,92 100,-131-101,-119-128,-1 1,1-1,0 0,0 1,-1-1,1 0,0 0,0 0,0 0,0 0,0 0,0 0,1 0,-1 0,0-1,0 1,1 0,-1-1,0 1,1-1,-1 1,0-1,1 0,-1 0,1 1,-1-1,1 0,-1 0,1-1,-1 1,0 0,1 0,-1-1,1 1,-1 0,0-1,1 0,-1 1,0-1,0 0,1 0,4-10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6:56.35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36 186,'1'2,"0"0,1 1,-1-1,1 0,-1 0,1 0,0 0,0 0,0 0,0-1,0 1,0-1,0 1,0-1,1 0,-1 0,1 0,0 1,15 3,0 0,0 0,0-2,0 0,0-2,1 1,-1-2,1-1,14-2,-21 2,413-26,-177 15,-143-2,0 5,35 5,94-9,80-23,-19 18,58-9,-79 20,99 0,-231 8,-37-4,1-5,1-5,41 10,-1054 3,562 14,-22 12,-77 2,-35-14,403-7,-261 12,-89-19,405 2,0 1,0 1,0 1,1 1,-1 1,-2 2,-58 17,-19 3,36-10,75-11,28-6,-1-2,1-1,39-7,-36 4,232-26,240-17,-51 35,-434 11,359-14,60-22,-12 5,-245 23,104-4,-16-7,-264 21,-14 0,0 0,0-1,0 1,1-1,-1 0,0 0,0 0,0 0,1 0,-1 0,0 0,0-1,0 1,1-1,-1 1,0-1,0 0,0 0,0 0,0 0,-1 0,1-1,0 1,0-1,-1 1,1-1,-1 1,1-1,-1 0,0 0,1-1,1-11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7:02.14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68,'671'0,"-51"-42,60 31,314-4,-684 16,623 17,-214-8,-464-11,261 3,10 45,-134-24,11 30,-151-33,233-18,-466-4,-25-2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5:23.5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1589,'7'28,"2"0,0-1,2 0,1 0,1-2,1 0,2 0,0-1,16 16,-27-31,1 0,1 0,0-1,0 0,1 0,0-1,0 0,0 0,1-1,0 0,1-1,-1 0,1 0,0-1,0 0,0-1,1 0,4 0,-11-3,1-1,-1 0,1 0,-1 0,0-1,0 1,0-1,0 0,0 0,0 0,0-1,-1 1,1-1,-1 0,1 0,-1 0,0-1,-1 1,1-1,0 1,0-3,38-87,-14-32,-25 167,-2 168,14 61,-11-240,10 88,-5 1,-5 0,-5 0,-17 101,9-161,-2-1,-4-1,-1 0,-4-1,-1-1,-6 3,28-59,-2 7,-1-1,0-1,0 1,-1 0,1-1,-1 0,-1 0,1 0,-1 0,1-1,-1 1,-1-1,0 0,5-4,-1 1,0-1,0 0,0 0,1 0,-1 0,0 0,0 0,1-1,-1 1,0 0,0-1,1 0,-1 1,0-1,1 0,-1 0,1 0,-1 0,1 0,0 0,-1 0,1-1,0 1,0 0,0-1,-1 1,2-1,-1 1,0-1,0 1,0-3,-10-17,1-1,0 0,2-1,1 0,1 0,-3-19,6 28,-10-44,1-1,4-1,2 0,2 0,4 0,4-35,23-8,-25 99,0 0,0 0,0 1,0 0,0-1,1 1,0 0,-1 0,1 0,0 0,0 1,1-1,-1 1,1 0,-1 0,1 0,-1 0,1 0,0 1,0 0,0 0,0 0,4 0,25 3</inkml:trace>
  <inkml:trace contextRef="#ctx0" brushRef="#br0" timeOffset="354.047">790 3167,'87'-258,"-80"245,-7 41,-4 53,-4 44,6 0,6 2,20-17,-7-78</inkml:trace>
  <inkml:trace contextRef="#ctx0" brushRef="#br0" timeOffset="639.715">1071 2299,'14'-3,"17"0,21 0,16 1,13 0,6 1,0 0,-10 6,-17 5,-17 2</inkml:trace>
  <inkml:trace contextRef="#ctx0" brushRef="#br0" timeOffset="918.976">1312 2686,'18'2,"20"1,19 0,18-3,15-4,12-3,-12 0</inkml:trace>
  <inkml:trace contextRef="#ctx0" brushRef="#br0" timeOffset="1194.91">2595 1149,'11'13,"-1"2,0-1,-1 1,0 1,-1-1,-1 2,-1-1,0 1,-1-1,-1 2,-1-1,1 5,19 122,-7 1,-5 1,-8 88,-27 751,4 190,39-863,20 50,-25-258</inkml:trace>
  <inkml:trace contextRef="#ctx0" brushRef="#br0" timeOffset="2373.665">3985 2473,'3'-16,"2"-17,3-14,2-8,3-3,-3 2,-1 10,-3 19,-5 25,-5 27,-3 23,-2 18,2 13,1 4,5-1,6-8,5-13,1-18</inkml:trace>
  <inkml:trace contextRef="#ctx0" brushRef="#br0" timeOffset="3568.573">4947 2125,'0'2,"3"1,0 2,0-2,0-3,-2-5,-2-2,-6-1,-4 1,-3 1,2 4,2 5,3 6,6 6,6 5,10 2,3-3</inkml:trace>
  <inkml:trace contextRef="#ctx0" brushRef="#br0" timeOffset="3848.867">5603 1831,'-4'-14,"-3"-2,4 9,8 14,13 19,12 20,10 15,10 11,7 7,4 1,0-3,-3-7,-5-7,-9-11,-10-11,-11-13</inkml:trace>
  <inkml:trace contextRef="#ctx0" brushRef="#br0" timeOffset="4126.89">6138 1777,'-21'14,"-15"18,-13 19,-13 17,-6 15,-3 10,1 2,11-1,14-8,21-15,13-21</inkml:trace>
  <inkml:trace contextRef="#ctx0" brushRef="#br0" timeOffset="4390.353">6391 2512,'3'6,"-1"0,1-1,0 1,0-1,0 1,1-1,0 0,0 0,0-1,1 1,-1-1,1 0,0 0,0-1,1 1,-1-1,1 0,0-1,-1 1,1-1,0 0,1-1,-1 1,0-1,0-1,1 1,6 0,0 0,0-1,0-1,0 0,0-1,0 0,-1-1,1 0,-1-1,1 0,-1-1,3-3,-4 2,-1 0,0-1,0 0,-1-1,0 0,0 0,-1-1,0 0,0 0,-1-1,5-8,-10 14,0 0,0 0,0 0,0-1,-1 1,0 0,0-1,0 1,0-1,-1 1,1-1,-1 1,0-1,-1 1,1-1,-1 1,0-1,0 1,0-1,-1 1,1 0,-1 0,0 0,0 0,-1 0,1 0,-1 0,0 1,0-1,0 1,0 0,-1-1,-3-1,0 0,-1 0,1 0,-1 1,0 0,0 0,0 1,0 0,-1 0,1 1,-1 0,1 1,-1 0,0 0,0 1,0 0,1 0,-1 1,0 0,-1 1,-9 2,-1 1,1 1,0 0,0 2,1 0,0 1,1 1,-5 4,-13 9</inkml:trace>
  <inkml:trace contextRef="#ctx0" brushRef="#br0" timeOffset="4747.404">5443 1376,'9'2,"19"4,25 2,28 0,31-2,20-3,9-7,-20-3</inkml:trace>
  <inkml:trace contextRef="#ctx0" brushRef="#br0" timeOffset="7947.063">5536 3916,'-4'-8,"1"1,0-1,1 1,0-1,0 0,1 0,0 0,0 0,1 0,0 0,0 0,1 0,0 0,0 1,1-1,0 0,0 0,1 1,0-1,1 1,-1 0,1 0,1 0,-1 1,1-1,0 1,1 0,-1 1,1-1,1 1,1 0,0 2,0-1,0 1,0 1,0-1,1 1,-1 1,1-1,-1 2,1-1,0 1,-1 0,1 1,-1 0,1 0,-1 1,1 0,-1 1,0 0,0 0,0 0,0 1,-1 1,1-1,-1 1,0 0,0 1,-1-1,0 1,2 2,2 6,0-1,-1 1,-1 1,0 0,-1 0,0 0,-2 1,1 0,-2 0,0 1,-1-1,-1 1,0 11,0 21,-2 0,-2 0,-3 0,-2 3,-33 199,40-250,-1 0,1 1,-1-1,1 0,0 1,-1-1,1 0,0 1,0-1,0 1,0-1,0 0,1 1,-1-1,0 0,1 1,-1-1,1 0,-1 1,1-1,0 0,-1 0,1 0,0 0,0 0,0 0,0 0,0 0,0 0,0 0,0 0,0 0,0-1,0 1,1 0,-1-1,0 1,0-1,1 1,-1-1,0 0,1 0,-1 0,1 1,-1-1,0 0,1-1,0 1,7-4,-1-1,1-1,-1 1,-1-1,1-1,-1 0,0 0,0 0,-1 0,0-1,0 0,2-7,-6 13,16-27,-1 0,-2-2,-1 1,-1-2,-2 0,-1 0,-2-1,-1 0,-1 0,-2-1,-2 1,-1-1,-1 0,-2 0,-1 1,-4-15,5 35,0 0,-1 0,0 0,-1 0,0 1,-1-1,-1 1,0 1,0-1,-1 1,-1 0,-1-1,8 11,0-1,0 1,0 0,-1-1,1 1,0 0,-1 0,1 0,-1 0,1 0,-1 0,1 0,-1 1,0-1,0 1,1-1,-1 1,0-1,0 1,1 0,-1 0,0 0,0 0,1 0,-1 1,0-1,0 0,1 1,-1-1,0 1,0 0,1-1,-1 1,1 0,-1 0,1 0,-1 0,1 0,-1 1,-36 63,29-34,2 1,2 0,1 0,1 1,2-1,1 1,1-1,2 0,1 1,2-1,1-1,4 8,-5-16,1-1,0 0,2 0,1 0,1-1,1-1,0 0,2 0,0-1,1-1,1-1,1 0,0-1,1-1,1 0,5 2,3-6,-8-7</inkml:trace>
  <inkml:trace contextRef="#ctx0" brushRef="#br0" timeOffset="8366.895">5844 4117,'-1'2,"1"0,-1 0,1 0,0 0,0 0,0 0,0 0,0 0,0 0,0 0,1 0,-1 0,1 0,0 0,-1 0,1-1,0 1,0 0,0 0,0 0,1-1,-1 1,0-1,1 1,-1-1,1 0,-1 1,1-1,0 0,-1 0,1 0,0 0,0 0,0-1,0 1,0 0,0-1,0 0,0 1,0-1,0 0,0 0,0 0,0 0,1 0,38 7,1-2,1-1,-1-2,0-2,8-2,-10 1,13-1,97 6,-144-2,0-1,-1 1,1 0,0 1,-1-1,0 1,0 0,0 1,0-1,0 1,-1 0,1 0,-1 0,0 1,0-1,-1 1,1 0,-1 0,0 0,-1 1,1-1,-1 1,0 0,-1-1,1 1,0 3,6 21,29 78,-34-103,-1-1,1 0,0 0,0 0,1 0,-1-1,1 1,-1-1,1 0,0 0,1 0,-1-1,0 1,1-1,-1 0,1 0,0-1,-1 1,1-1,0 0,3 0,-3-1,0 0,0 0,0 0,0 0,0-1,0 0,0 0,0-1,-1 1,1-1,0 0,-1 0,1-1,-1 1,0-1,0 0,0 0,0 0,0-1,-1 1,0-1,1 0,-2 0,1 0,0-1,-1 1,2-4,1-1,-1 0,-1-1,1 1,-2-1,1 1,-1-1,-1 0,0 0,0 0,-1 0,0 0,-1 0,-1-7,0 8,0-1,-1 1,0-1,-1 1,0 0,0 0,-1 1,0-1,-1 1,0 0,0 0,0 1,-1 0,0 0,-1 0,0 1,0 0,0 1,0 0,-1 0,0 1,0 0,0 0,-1 1,1 0,-1 1,1 0,-1 1,0 0,0 0,0 1,0 0,0 1,1 0,-9 2,6 0,-1 2,2-1,-1 1,0 1,1 0,0 1,0 0,1 0,0 1,0 1,1 0,0 0,1 1,0 0,0 0,1 1,1 0,-6 10,-4 21</inkml:trace>
  <inkml:trace contextRef="#ctx0" brushRef="#br0" timeOffset="9062.58">7059 1215,'23'293,"-13"-203,87 1210,-30-172,-56-999,14 185,-13 139,-13-442,0-21,0-20,1 14</inkml:trace>
  <inkml:trace contextRef="#ctx0" brushRef="#br0" timeOffset="7216.667">4533 4464,'24'-351,"-21"327,-8 131,2 121,5-217,-1-1,1 1,0 0,1-1,1 1,0-1,0 0,2 3,13 15</inkml:trace>
  <inkml:trace contextRef="#ctx0" brushRef="#br0" timeOffset="7478.294">4908 4023,'-1'3,"0"1,0-1,1 1,0-1,-1 1,1 0,0-1,1 1,-1-1,1 1,-1 0,1-1,0 1,0-1,1 0,-1 1,1-1,-1 0,1 0,0 0,0 0,1 0,-1-1,1 1,-1 0,1-1,0 0,0 0,0 0,0 0,0 0,0 0,0-1,1 0,-1 0,1 1,-1-3,-1 0,0 0,0 0,0 0,0-1,0 1,-1-1,1 1,0-1,-1 1,1-1,-1 0,1 0,-1 0,0 0,0 0,0 0,0 0,0 0,0 0,0 0,-1-1,1 1,-1 0,0 0,0-1,0 1,0 0,0-1,0 1,0 0,-1-1,1 1,-1 0,0 0,0 0,1 0,-1-1,-1 1,1 0,0 1,0-1,-2-1,0 0,1 1,-1 0,0 0,0 0,-1 0,1 0,0 1,-1-1,1 1,-1 0,1 0,-1 0,0 0,1 1,-1 0,0 0,1 0,-1 0,0 0,1 1,-1-1,1 1,-1 0,1 0,-1 0,1 1,-1-1,1 1,0 0,0 0,0 0,0 0,0 1,0-1,1 1,-1 0,1 0,0-1,0 2,0-1,0 0,0 0,1 0,-1 1,1-1,0 1,0-1,0 4,-7 18</inkml:trace>
  <inkml:trace contextRef="#ctx0" brushRef="#br0" timeOffset="6683.772">3370 3836,'1'-10,"0"0,1 1,0-1,0 1,1-1,0 1,1 0,0 0,1 0,-1 1,2-1,-1 1,1 0,0 1,1 0,0 0,0 0,0 0,1 1,0 1,0-1,1 1,0 1,-1 0,1 0,1 0,-1 1,0 1,1 0,2-1,-8 3,1 1,-1-1,1 1,-1 0,0 0,1 0,-1 1,0-1,0 1,0 0,0 0,0 1,-1-1,1 1,-1 0,1 0,-1 0,0 0,0 0,0 1,-1-1,1 1,-1 0,0 0,0 0,0 0,1 4,3 9,0 2,-1-1,-1 0,0 1,0 17,-1 31,-2 0,-4 0,-6 32,-1 34,14-72,-3-60,0 0,0 0,0-1,1 1,-1 0,0-1,1 1,-1-1,0 1,1-1,-1 1,1-1,-1 0,1 0,-1 0,1 0,-1 0,1 0,-1 0,0 0,1-1,-1 1,1-1,-1 1,1-1,-1 1,0-1,0 0,1 1,-1-1,0 0,0 0,0 0,0 0,0 0,0 0,0-1,0 1,0 0,0 0,-1-1,1 0,25-26,-1-1,-1-1,-1-1,-2-1,-2-1,-1-1,-1-1,-2 0,-1-1,-2-1,-2 0,-1 0,0-12,-2-33,-6 82,-1-1,0 1,0 0,0-1,0 1,1 0,-1-1,0 1,0-1,0 1,0 0,0-1,0 1,0-1,0 1,0-1,0 1,0 0,0-1,0 1,-1-1,1 1,0 0,0-1,0 1,0 0,-1-1,1 1,0 0,0-1,-1 1,1 0,0-1,-1 1,1 0,0 0,-1-1,1 1,0 0,-1 0,1 0,-1 0,1-1,0 1,-1 0,1 0,-1 0,1 0,0 0,-1 0,1 0,-1 0,1 0,0 0,-1 0,1 1,-1-1,1 0,0 0,-1 0,-15 23,6 4,0 2,2-1,1 1,2 0,1 1,1-1,0 16,2-19,2 0,0 0,1-1,2 1,1-1,0 1,2-2,8 20,-11-33,1 0,0 0,1-1,0 1,0-1,1-1,1 1,-1-1,1 0,1-1,0 0,0 0,1-1,0 0,0-1,0 0,1 0,0-1,8 2,12 1</inkml:trace>
  <inkml:trace contextRef="#ctx0" brushRef="#br0" timeOffset="6944.2">3611 4076,'13'9,"24"4,27-2,26-2,23-2,12-3,-15-2</inkml:trace>
  <inkml:trace contextRef="#ctx0" brushRef="#br0" timeOffset="2641.987">3331 1336,'-3'-5,"2"2,6 4,13 6,17 1,23-1,27-1,22-5,15-2,-13 0</inkml:trace>
  <inkml:trace contextRef="#ctx0" brushRef="#br0" timeOffset="5595.13">3116 1389,'3'0,"4"0,9 0,10 0,10 0,10 0,12 0,6 0,4 0,0 0,-3 3,-8 0,-9 2,-8 0,-9-1,-11-3,-10-1</inkml:trace>
  <inkml:trace contextRef="#ctx0" brushRef="#br0" timeOffset="1891.64">3250 1844,'13'18,"12"18,11 13,8 11,8 5,1 4,0-1,-3-5,-8-7,-10-10,-12-13</inkml:trace>
  <inkml:trace contextRef="#ctx0" brushRef="#br0" timeOffset="2142.279">3557 1898,'-16'11,"-14"15,-13 17,-9 17,-3 12,7 10,9 2,11-4,14-7,10-15</inkml:trace>
  <inkml:trace contextRef="#ctx0" brushRef="#br1" timeOffset="29177.184">1900 6656,'25'0,"24"-2,22-3,17-1,10 1,-1 1,-8 1,-12 2,-19 0</inkml:trace>
  <inkml:trace contextRef="#ctx0" brushRef="#br1" timeOffset="29178.184">2288 6416,'-5'27,"-1"23,0 16,4 11,6 4,5-1,1-14</inkml:trace>
  <inkml:trace contextRef="#ctx0" brushRef="#br1" timeOffset="29852.427">2809 6349,'-8'36,"2"0,1 1,2 0,1-1,2 2,0-25,0 70,4 0,4 0,10 41,-12-107,-2-37,5-97,-6-106,-4 125,1 53,-1 4,2 1,1-1,7-28,-9 65,0-1,1 1,-1 0,1 0,0 1,0-1,1 0,-1 0,1 0,-1 1,1-1,0 1,1-1,-1 1,0 0,1 0,0 0,0 0,0 0,0 1,0-1,1 1,-1 0,1 0,-1 0,1 1,0-1,0 1,-1 0,1 0,0 0,0 0,0 1,0-1,0 1,0 0,1 1,-1-1,8 4,-1 0,0 1,0 0,-1 0,1 1,-1 1,-1 0,1 0,-1 1,0 0,-1 1,0-1,0 2,-1-1,0 1,-1 0,0 1,-1-1,0 1,0 0,-1 2,-2-4,-1-1,0 1,0 0,-1 0,0 0,-1 0,0-1,0 1,-1 0,0-1,0 1,-1-1,0 1,-1-1,0 0,0-1,-1 1,0-1,0 0,-1 0,1 0,-2-1,1 0,-1 0,0 0,4-3,2-3,0 0,0 0,0 1,0-1,0 0,0 1,0-1,0 1,1-1,-1 1,0 0,0-1,0 1,1 0,-1-1,0 1,1 0,-1 0,1 0,-1 0,1-1,-1 1,1 0,0 0,-1 0,1 0,0 0,0 0,-1 0,1 0,0 0,0 0,0 0,0 0,1 0,-1 0,0 0,0 0,1 0,-1 0,0 0,109 4,-84-5,1 1,-1 2,0 0,0 2,11 4,-27-7,0 1,0 0,0 1,-1 0,1 0,-1 1,0 0,-1 1,1 0,-1 0,0 0,-1 1,1 0,-1 0,-1 1,2 2,-4-4,0-1,-1 0,0 1,0 0,0 0,-1 0,0-1,0 1,0 0,-1 0,0 0,0 1,0-1,-1 0,0-1,0 1,-1 0,0 0,1 0,-2-1,1 1,-1-1,0 0,0 1,-2 0,-7 11,0-1,-2 0,0-1,0-1,-2 0,-13 10,18-15,1-1,-1 0,-1 0,1-1,-1 0,0-1,-1-1,0 0,1-1,-1 0,-1-1,1 0,-7 0,18-3,1 0,-1 0,1 0,-1 0,0-1,1 1,-1 0,0-1,1 1,-1-1,1 0,-1 1,1-1,-1 0,1 0,0 0,-1 0,1 0,0 0,0 0,0 0,0-1,0 1,0 0,0-1,0 1,0-1,1 1,-1-1,0 1,1-1,0 0,-1 1,1-1,0 1,0-1,0 0,0 1,0-1,0 0,0 1,1-1,-1 0,1 0,5-25</inkml:trace>
  <inkml:trace contextRef="#ctx0" brushRef="#br1" timeOffset="28637.953">1111 6242,'-36'290,"16"-186,-5-1,-3-1,-18 34,26-92,9-29,9-32,57-178,97-395,-149 578,-1 2,1-1,0 1,0 0,1 0,0 0,1 0,0 1,1 0,0 0,0 0,8-7,-13 15,1 1,0-1,-1 0,1 1,0-1,0 1,-1-1,1 1,0 0,0 0,0 0,0 0,-1 0,1 0,0 0,0 1,0-1,-1 1,1-1,0 1,0 0,-1 0,1-1,-1 1,1 0,-1 1,1-1,-1 0,0 0,1 1,-1-1,0 0,0 1,0-1,0 1,0 0,0-1,0 1,-1 0,1-1,-1 1,1 0,-1 1,18 37,-3-1,-1 2,-2 0,-1 0,1 27,-9-53,41 233,-3 85,-37-268,-6-50</inkml:trace>
  <inkml:trace contextRef="#ctx0" brushRef="#br1" timeOffset="28908.904">923 6750,'21'0,"27"-4,30-9,27-7,16-6,-12 1</inkml:trace>
  <inkml:trace contextRef="#ctx0" brushRef="#br0" timeOffset="10382.09">7996 2699,'16'0,"16"0,17 0,11 0,7 0,1 0,-4 0,-8 2,-15 4,-13 0</inkml:trace>
  <inkml:trace contextRef="#ctx0" brushRef="#br0" timeOffset="10627.054">8089 2967,'18'7,"20"2,17 0,15-2,7-2,2 0,-13-1</inkml:trace>
  <inkml:trace contextRef="#ctx0" brushRef="#br0" timeOffset="13088.58">9226 2272,'0'2,"5"3,10 1,16-1,19-3,22-5,20-5,16-3,5 2,-3 1,-13 6,-23 1</inkml:trace>
  <inkml:trace contextRef="#ctx0" brushRef="#br0" timeOffset="12154.242">9280 2539,'16'-9,"2"1,-1 0,1 1,1 1,-1 1,1 0,0 1,0 2,0 0,0 0,-11 2,0 0,0 0,1 1,-1 0,0 1,0-1,0 1,-1 1,1 0,0 0,-1 0,0 1,0 0,0 1,0-1,-1 1,0 1,1-1,-2 1,1 0,-1 0,0 1,0-1,1 4,0 3,0 1,0 0,-2 0,0 0,0 0,-1 1,-1-1,0 1,-1-1,-1 1,-1 0,1 0,-4 13,-6 25,-2 0,-2-1,-4 6,14-46,-27 89,27-73,5-28,-1 1,0-1,0 0,1 1,-1-1,0 1,0-1,1 1,-1-1,0 0,1 1,-1-1,1 0,-1 1,0-1,1 0,-1 0,1 0,-1 1,1-1,-1 0,1 0,-1 0,1 0,-1 0,1 0,-1 0,1 0,-1 0,1 0,-1 0,1 0,-1 0,1 0,-1 0,1 0,-1-1,0 1,1 0,-1 0,1-1,-1 1,1 0,-1 0,0-1,1 1,-1-1,0 1,1 0,-1-1,0 1,0-1,1 1,-1-1,0 1,0 0,0-1,1 1,-1-1,0 1,0-1,0 0,26-29,0-2,-2 0,-2-2,12-24,-33 56,27-45,-2-1,-2-1,-3-1,-2-1,-1 0,-2-7,-12 33,-17 36,-2 23,2 1,1 1,1 0,3 0,1 1,1 0,2 1,2-1,1 4,1-24,0 1,1-1,1 0,1 0,0 0,1 0,1 0,3 7,-5-17,0 0,0-1,1 1,0 0,0-1,1 0,0 0,0-1,0 1,0-1,1 0,0 0,0-1,1 0,-1 0,1 0,0-1,0 0,0 0,1 0,30 4,-5-7</inkml:trace>
  <inkml:trace contextRef="#ctx0" brushRef="#br0" timeOffset="12409.121">9426 2900,'21'2,"24"1,26 0,20-5,16-5,6-1,-17 1</inkml:trace>
  <inkml:trace contextRef="#ctx0" brushRef="#br0" timeOffset="12663.854">10201 3220,'6'-6,"1"0,-2 0,1-1,-1 0,0 0,-1 0,0-1,0 0,0 0,-1 0,0 0,1-8,19-104,-13 192,-4-11,2 0,4-1,15 50,-15-78</inkml:trace>
  <inkml:trace contextRef="#ctx0" brushRef="#br0" timeOffset="13979.411">10737 2806,'0'2,"0"4,0-3,0-3,-3-2,-2 0,4-1,8 1,4 1</inkml:trace>
  <inkml:trace contextRef="#ctx0" brushRef="#br0" timeOffset="15054.682">11017 2205,'0'-2,"4"1,12 3,15 2,20-1,20 0,20-1,14 0,7-2,-1 1,-20-1</inkml:trace>
  <inkml:trace contextRef="#ctx0" brushRef="#br0" timeOffset="16699.582">14225 2525,'16'-5,"0"1,0 1,0 0,1 1,-1 1,1 0,-1 1,7 2,-17-2,0 1,0 1,0-1,0 1,0 0,0 0,-1 1,1 0,0 0,-1 0,0 1,0-1,0 1,-1 0,1 1,-1-1,0 1,0 0,0 0,-1 0,1 0,-2 1,2 2,3 17,0 0,-2 0,-1 0,-1 1,-2 0,0-1,-2 1,0 0,-2-1,-1 1,-6 21,1 13,6-36,0 78,4-100,0-1,0 1,0 0,0-1,0 0,0 1,1-1,-1 0,1 1,-1-1,1 0,0 0,-1 0,1 0,0-1,-1 1,1 0,0-1,0 1,0-1,0 0,0 1,0-1,-1 0,1 0,0 0,0-1,0 1,0 0,0-1,0 1,-1-1,1 0,0 1,0-1,-1 0,1 0,0 0,-1 0,1 0,-1-1,0 1,1 0,-1-1,0 1,0-1,0 1,0-1,1 0,8-8,0-1,0 0,-1 0,0-1,-1 0,-1 0,1-1,-2 0,0 0,-1 0,0-1,-1 0,0 0,0-10,1-9,-1 0,-2 0,-1-1,-2 1,-4-29,4 47,0 5,0 0,0 0,-1 0,0-1,-1 2,0-1,-1 0,-2-3,6 12,0 1,0 0,-1-1,1 1,0 0,0-1,-1 1,1 0,0 0,-1-1,1 1,0 0,-1 0,1 0,0-1,-1 1,1 0,0 0,-1 0,1 0,-1 0,1 0,0 0,-1 0,1 0,-1 0,1 0,0 0,-1 0,1 0,-1 0,1 0,0 0,-1 1,1-1,0 0,-1 0,1 0,0 1,-1-1,1 0,0 0,0 1,-1-1,1 0,0 1,0-1,-1 0,1 1,0-1,0 0,0 1,0-1,-1 0,1 1,0-1,0 1,0-1,0 0,0 1,0-1,0 1,0-1,0 0,0 1,0-1,1 1,-1-1,0 1,-5 26,1 2,1-1,2 0,0 0,2 1,2 0,-3-28,1 30,1-1,1-1,2 1,1 0,1-1,2 0,1-1,1 0,1-1,2 0,5 8,-16-31,-1 0,1 0,0 0,0 0,0 0,0 0,1-1,0 0,-1 0,1 0,0 0,1-1,-1 1,5 1,2-3</inkml:trace>
  <inkml:trace contextRef="#ctx0" brushRef="#br0" timeOffset="16968.781">14413 2873,'-16'-2,"2"-1,12 0,22 0,28 2,27 0,19-2,8 0,2 0,-18 1</inkml:trace>
  <inkml:trace contextRef="#ctx0" brushRef="#br0" timeOffset="17249.104">15094 3181,'13'-35,"-2"-1,-2 0,-1-1,-2 0,-1 0,-1-33,-4 113,-3-9,2 0,2 0,1 0,1 0,2 0,1-1,2 0,2 0,0 0,3-1,2-6</inkml:trace>
  <inkml:trace contextRef="#ctx0" brushRef="#br0" timeOffset="17696">15388 2579,'10'-5,"0"2,0-1,0 1,0 1,1 0,-1 0,1 1,-1 0,1 1,-1 0,1 1,0 0,-1 0,0 1,1 1,-1 0,0 0,0 1,0 0,-1 1,0 0,0 0,0 1,0 1,-1-1,0 1,0 0,-1 1,0 0,0 0,-1 1,0 0,0 0,-1 0,-1 0,1 1,-1 0,-1 0,0 0,0 1,2 15,-1 1,-1-1,-2 1,0 0,-2 0,-1 0,-2 7,-1 38,4-70,0 0,1-1,-1 1,1 0,0 0,-1 0,1 0,0 0,0 0,1 0,-1-1,0 1,0 0,1 0,-1 0,1 0,0-1,-1 1,1 0,0 0,0-1,0 1,0-1,1 1,-1-1,0 1,1-1,-1 0,1 0,-1 1,1-1,-1 0,1 0,0-1,0 1,-1 0,1-1,0 1,0-1,0 1,0-1,-1 0,1 0,2 0,5-4,0 0,-1-1,1-1,-1 1,0-1,-1-1,1 1,-1-1,0-1,-1 1,0-1,0 0,-1-1,0 1,0-1,-1 0,0 0,0-1,-1 1,0-4,8-28,-2-1,-2-1,-2 1,-1-1,-3 0,-1 1,-2-1,-6-30,-4-6,7 74,2 21,1 312,2-316,1 33,1 0,2 0,6 20,-8-53,1-1,0 0,0 0,1 0,1 0,0 0,1-1,-1 0,2 0,0 0,0-1,0 0,1 0,1-1,6 5,-12-10,0 0,1-1,-1 0,1 0,-1 0,1 0,0-1,0 1,-1-1,1 0,0 0,0 0,0-1,1 1,-1-1,0 0,0 0,0 0,3-1,12-7</inkml:trace>
  <inkml:trace contextRef="#ctx0" brushRef="#br0" timeOffset="18138.951">15763 2806,'-27'-3,"18"2,33 1,411 5,-424-5,-5-1,0 0,0 0,1 1,-1 0,0 0,1 0,-1 1,0 0,1 0,-1 1,0 0,0 0,0 0,0 1,-1 0,1 0,-1 0,0 1,1 0,-2 0,1 0,0 1,-1-1,0 1,0 0,-1 7,0-1,-1 1,0-1,-1 1,-1 0,0 0,0-1,-1 1,-1 2,0-7,0 0,1 0,0 1,1-1,-1 0,1 1,1-1,-1 0,1 1,1-1,-1 0,1 0,1 0,-1 0,1 0,0 0,1-1,-1 0,1 1,1-1,-1-1,1 1,2 1,-2-3,0-1,1-1,-1 1,1-1,0 0,0 0,0-1,0 0,0 0,0 0,0-1,0 1,0-1,0-1,0 1,0-1,0-1,0 1,0-1,0 0,-1 0,1 0,-1-1,1 0,-1 0,0 0,0-1,0 0,-1 0,1 0,-1 0,0-1,0 0,0 1,-1-2,0 1,0 0,1-2,1-3,-1-1,1 1,-1-1,-1 0,0 0,-1 0,0 0,-1 0,0 0,0 0,-2-1,1 1,-2-7,1 12,0 0,0 0,0 1,-1-1,0 1,0-1,0 1,-1 0,0 0,0 0,0 0,0 0,-1 1,0-1,0 1,0 0,-1 0,1 0,-1 1,0 0,0 0,0 0,0 0,0 1,-1 0,1 0,-1 1,-8 0,0 1,0 0,0 2,0-1,0 2,1 0,-1 1,1 0,0 0,0 2,0 0,0 0,1 1,0 1,1 0,0 0,0 1,-2 3,-55 43,7 0</inkml:trace>
  <inkml:trace contextRef="#ctx0" brushRef="#br0" timeOffset="15654.699">12902 2767,'21'0,"17"0,19 0,15-3,12-2,7-3,0-1,-7 2,-13 2,-19 2</inkml:trace>
  <inkml:trace contextRef="#ctx0" brushRef="#br0" timeOffset="15924.322">13210 2458,'-7'23,"0"24,3 16,3 15,4 7,1 0,2 0,0-6,0-9,-3-17</inkml:trace>
  <inkml:trace contextRef="#ctx0" brushRef="#br0" timeOffset="14243.654">11083 2552,'12'-9,"10"4,8 14,7 17,5 17,5 14,1 7,2 7,-1 1,-3-3,-1-7,-2-8,-6-15,-5-13,-5-11,-7-8</inkml:trace>
  <inkml:trace contextRef="#ctx0" brushRef="#br0" timeOffset="14508.996">11551 2525,'-11'14,"-6"16,-3 16,-2 16,-2 12,-1 8,-2 5,0-2,3-5,4-11,6-16</inkml:trace>
  <inkml:trace contextRef="#ctx0" brushRef="#br0" timeOffset="14754.612">11913 3087,'0'4,"-1"0,1 0,0 0,0 0,0 0,1 0,0 0,-1 0,1 0,1-1,-1 1,0 0,1 0,0-1,0 1,0-1,0 0,1 1,-1-1,1 0,0-1,0 1,0 0,0-1,0 0,1 1,-1-1,1 0,-1-1,1 1,0-1,0 0,2 1,2 0,1-1,0 0,0-1,0 0,-1 0,1-1,0 0,0 0,-1-1,1 0,0-1,-1 0,0 0,7-4,-11 5,0 0,-1 0,1 0,0-1,-1 0,1 1,-1-1,0-1,0 1,0 0,0-1,-1 1,1-1,-1 0,0 0,0 0,0 0,-1 0,0 0,1-1,-1 1,-1 0,1-1,-1 1,0-1,0 1,0-1,0 1,-1 0,0-2,0 2,0 0,-1 0,1 0,-1 1,0-1,0 0,-1 1,1-1,-1 1,1 0,-1-1,0 1,-1 1,1-1,0 0,-1 1,1 0,-1 0,0 0,0 0,0 0,0 1,0 0,0 0,0 0,-3 0,-113-3,-45 43,140-32</inkml:trace>
  <inkml:trace contextRef="#ctx0" brushRef="#br1" timeOffset="24436.808">9520 1402,'-21'4,"1"0,-1 2,1 0,0 1,0 1,1 1,0 0,1 2,0 0,0 1,1 0,1 2,0 0,1 1,1 0,-1 3,-8 5,1 2,2 0,0 1,2 2,1 0,1 0,1 1,2 1,1 1,1 0,-6 28,-58 317,61-295,5-1,2 1,5 1,6 61,6-76,4 0,2 0,3-2,3 0,3-2,5 5,-15-33,1 12,3-2,2 1,2-2,1-1,3-1,1-2,24 26,18 0,2-4,3-3,82 49,-90-62,3-3,1-2,2-4,2-3,1-3,1-4,79 17,-8-17,0-7,1-7,0-6,69-9,-146-3,-1-4,0-3,0-2,-2-4,0-3,-1-3,-1-3,-1-2,-2-4,29-20,-49 24,-1-2,-1-2,-1-1,-2-2,-2-2,-2-2,-1-1,-2-1,-2-2,-2-1,-1-1,-3-2,0-4,-10 19,20-41,-3-1,-3-2,-4 0,-3-2,-1-15,-10-32,-5-1,-6 0,-5 1,-11-41,12 111,3 12,-3 1,-1-1,-2 1,-2 0,-2 1,-2 0,-1 1,-2 1,-2 0,-2 2,-1 0,-2 1,-2 1,-24-25,15 27,-2 1,-2 2,-1 1,-1 3,-1 1,-2 2,-10-3,-316-158,311 157,-1 2,-1 4,-1 1,-1 4,-57-8,-43-1,-1 8,-1 7,-40 7,143 8,0 2,0 2,1 4,0 2,1 3,1 2,1 3,0 2,-28 19,-1 10,88-53,-1 0,1 0,-1 0,1 0,-1 0,1 0,-1 0,1 0,-1 1,1-1,-1 0,1 0,-1 0,1 1,-1-1,1 0,-1 0,1 1,-1-1,0 0,1 1,-1-1,0 1,1-1,-1 0,0 1,1-1,-1 1,0-1,0 1,0-1,0 1,1-1,-1 1,0-1,0 1,0-1,0 1,0-1,0 1,0-1,0 1,0-1,0 1,-1-1,1 1,0-1,0 1,0-1,-1 1,1-1,0 1,0-1,-1 0,1 1,0-1,-1 1,1-1,-1 0,1 1,0-1,-1 0,1 0,-1 1,1-1,-1 0,13 1</inkml:trace>
  <inkml:trace contextRef="#ctx0" brushRef="#br1" timeOffset="25223.726">11257 119,'-46'83,"3"2,5 1,-5 23,7-19,-39 100,210-545,-9 4,-122 342,-3 6,0 0,0-1,0 1,1 0,0 0,-1 0,1 0,0 0,1 0,-1 0,0 1,1-1,0 1,-1 0,2-1,-2 3,-1 0,1 1,0-1,-1 1,1-1,-1 1,1 0,-1-1,1 1,-1 0,1 0,-1 0,0 0,0 0,0 1,1-1,-1 0,0 0,0 1,-1-1,1 1,0-1,0 1,-1-1,1 1,-1-1,1 1,-1 0,0-1,1 1,53 201,-31-112,5-1,3-1,4-2,18 26,50 74,-81-148</inkml:trace>
  <inkml:trace contextRef="#ctx0" brushRef="#br1" timeOffset="25474.924">11017 640,'29'-9,"38"-7,43-9,44-6,37-2,29 2,-23 6</inkml:trace>
  <inkml:trace contextRef="#ctx0" brushRef="#br1" timeOffset="26813.213">16565 1857,'-12'-14,"-1"1,0 0,0 0,-1 1,-1 1,0 1,0 0,-1 1,-1 0,1 1,-1 1,0 1,-1 1,-9-2,-32-6,-1 3,0 2,-46 2,-76 0,-1 8,1 8,0 8,1 7,-18 13,114-19,0 3,1 4,2 3,1 4,1 4,2 3,-43 31,100-56,0 1,1 2,1 0,0 0,2 2,0 0,1 1,1 1,2 1,0 0,1 0,1 1,1 0,1 1,2 1,0-1,-2 24,-1 6,2 0,3 0,3 1,2-1,2 0,3 1,2-1,2-1,3 0,2 0,3-1,2-1,2-1,2 0,3-2,1-1,3-1,18 20,-18-34,1-2,1-1,1-1,2-2,1-1,1-2,1-2,19 7,14 4,1-4,2-3,0-3,30 4,35-4,0-6,1-6,0-6,0-6,0-6,-1-6,122-29,433-82,-610 106,-2-3,-1-4,-1-4,64-32,-115 47,0-2,-1-1,-2 0,1-2,-2-2,-1 0,0-1,-2-2,-1 0,0-1,-2-1,-1-1,-1 0,2-9,-4-1,-2-1,-1-1,-2 0,-1 0,-3-1,-1 0,-2 0,-1-1,-3 1,-1 0,-2-1,-1 1,-3 1,-1-1,-1 2,-5-7,-3 4,-1 0,-2 1,-2 1,-2 2,-1 0,-1 2,-3 0,0 2,-2 2,-2 1,-1 1,0 2,-3 1,0 3,-1 0,-1 3,-1 1,-1 2,0 2,-1 2,-40-6,-49-4,0 6,-2 6,0 6,1 6,-1 6,-14 7,-169 19,2 15,-2 14,185-31</inkml:trace>
  <inkml:trace contextRef="#ctx0" brushRef="#br1" timeOffset="27616.213">14667 561,'10'134,"-6"128,-5-174,1 11,-7-223,-22-118,7 74,20 162,0 0,1 0,0 0,0-1,1 1,0 0,0-1,0 1,1 0,0-1,0 1,0 0,1 0,0 0,0 0,1 0,0 0,0 1,0-1,0 1,1 0,0 0,0 0,1-1,8 1,0 0,1 0,0 1,0 1,0 0,0 1,0 0,0 1,0 1,1 0,-1 1,9 2,-12-3,-1 0,1 0,-1 1,1 1,-1 0,1 0,-1 1,0 0,0 1,0 0,-1 0,1 1,-1 0,0 1,-1 0,1 1,-1 0,2 2,-8-6,0 1,-1-1,1 0,-1 1,0 0,0-1,0 1,0 0,0 0,-1-1,0 1,0 0,0 0,0 0,0-1,-1 1,0 0,0-1,0 1,0 0,0-1,-1 1,0-1,0 2,-60 73,28-50,-1-1,-1-1,-2-3,-8 4,2-2,38-13,31-13,-18 1,33-5,1 2,-1 2,1 2,0 2,-1 1,0 2,0 2,18 6,16 27,-71-40,-1 1,0 0,0 0,0 0,0 1,0-1,0 0,0 1,-1 0,1-1,-1 1,0 0,0-1,0 1,0 0,0 0,0 0,-1 0,0 0,1 0,-1 0,0 0,-1 0,1 0,0 0,-1 0,-3 4,0 0,0-1,0 1,-1-1,0 0,0 0,-1-1,1 0,-1 0,0 0,-1-1,1 0,-1 0,0 0,0-1,0 0,0 0,0-1,-1 0,-40 15,0-3,-1-2,-1-2,0-2,-24 0,0-2</inkml:trace>
  <inkml:trace contextRef="#ctx0" brushRef="#br0" timeOffset="41772.219">18290 2646,'0'-2,"4"-1,9 0,11 0,10-1,9 0,4 1,1 0,-4 2,-2 0,-6 3,-5 3,-5 3,-7 3,-7-1</inkml:trace>
  <inkml:trace contextRef="#ctx0" brushRef="#br0" timeOffset="42020.077">18343 2954,'16'11,"19"4,19-1,17-2,11-6,2-4,-11-2,-19-1</inkml:trace>
  <inkml:trace contextRef="#ctx0" brushRef="#br0" timeOffset="46035.319">20107 2272,'3'0,"7"0,11-3,15-2,16-3,15-3,14-1,7 1,2 1,-3 1,-9 3,-14 2,-15 2,-23 3,-20 4,-18 1,-7 0</inkml:trace>
  <inkml:trace contextRef="#ctx0" brushRef="#br0" timeOffset="48409.511">21672 2299,'-10'6,"33"-5,366-54,-377 51,78-9,1 4,47 3,-111 9,-26-5,-1 0,1 0,-1 1,0-1,1 0,-1 0,0 0,0 1,1-1,-1 0,0 1,1-1,-1 0,0 1,0-1,0 0,1 1,-1-1,0 0,0 1,0-1,0 1,0-1,0 0,0 1,0-1,0 0,0 1,0-1,0 1,0-1,0 0,0 1,0-1,0 1,0-1,-1 0,1 1,0-1,0 0,0 1,-1-1,1 0,0 1,0-1,-1 0,1 0,0 1,-1-1,1 0,0 0,-1 0,1 1,0-1,-1 0,1 0,-1 0,1 0,0 0,-1 0,-44 20,28-14</inkml:trace>
  <inkml:trace contextRef="#ctx0" brushRef="#br0" timeOffset="43398.475">20241 2473,'2'6,"4"8,4 10,6 10,4 8,6 6,6 6,3 6,5 2,3 1,3-3,-1-5,-3-10,-7-12</inkml:trace>
  <inkml:trace contextRef="#ctx0" brushRef="#br0" timeOffset="43768.005">20629 2486,'-3'-1,"1"0,-1 1,0-1,1 1,-1 0,0 0,0 0,1 0,-1 0,0 1,1-1,-1 1,0-1,1 1,-1 0,1 0,-1 0,1 1,-1-1,1 1,0-1,0 1,0 0,0 0,0 0,-8 7,0 1,1 0,1 0,0 1,0 0,1 1,0-1,1 2,-17 27,-342 489,328-467</inkml:trace>
  <inkml:trace contextRef="#ctx0" brushRef="#br0" timeOffset="45360.119">20910 3355,'8'-39,"2"0,2 2,2-1,1 1,17-30,-19 41,9-19,-22 45,0 0,0 0,0 0,0 1,0-1,0 0,0 0,0 0,0 1,0-1,0 0,0 0,0 0,0 1,0-1,0 0,0 0,0 0,1 0,-1 1,0-1,0 0,0 0,0 0,0 0,0 1,1-1,-1 0,0 0,0 0,0 0,0 0,1 0,-1 0,0 1,0-1,0 0,1 0,-1 0,0 0,0 0,0 0,1 0,-1 0,0 0,0 0,0 0,1 0,-1 0,-3 24,-6 28,3 0,2 0,2 0,3 1,2-1,4 17,-2-41</inkml:trace>
  <inkml:trace contextRef="#ctx0" brushRef="#br0" timeOffset="46970.018">21444 2887,'-1'0,"-1"1,0 0,0-1,0 1,1 0,-1 0,0 0,1 0,-1 0,1 0,-1 0,1 1,0-1,-1 0,1 1,0-1,0 1,0 0,0-1,0 1,0 0,1-1,-1 1,0 0,1 0,0 0,-1 0,1 0,0-1,0 1,0 0,0 0,0 0,1 0,-1 0,0 0,1 1,0-3,0 0,0 0,0-1,-1 1,1 0,0 0,0 0,0-1,-1 1,1 0,0-1,0 1,-1-1,1 1,0-1,-1 1,1-1,-1 1,1-1,0 0,-1 1,0-1,1 0,-1 0,1 1,-1-1,0 0,1 0,-1 1,0-1,0 0,0 0,0 0,1 0,-1 1,0-1,0 0,-1 0,1 0,0 0,0 1,0-1,-1-1,1 1,0 0,0 0,0 0,0-1,0 1,0 0,-1 0,1 0,-1 0,1 0,-1-1,1 1,-1 0,1 0,-1 0,0 0,0 0,1 1,-1-1,0 0,0 0,0 0,0 1,0-1,0 0,0 1,0-1,0 1,-1-1,1 1,0 0,0 0,0-1,0 1,-1 0,1 0,0 0,0 0,0 0,-1 0,1 1,0-1,0 0,0 1,-1-1,1 0,0 1,0-1,0 1,-5 5</inkml:trace>
  <inkml:trace contextRef="#ctx0" brushRef="#br0" timeOffset="47246.842">21725 2552,'16'-9,"12"2,8 10,5 15,2 15,3 13,0 13,0 10,-2 4,-1 2,-4-1,-5-6,-5-11,-5-9,-6-14</inkml:trace>
  <inkml:trace contextRef="#ctx0" brushRef="#br0" timeOffset="47509.244">22300 2566,'-18'13,"-15"17,-9 14,-4 11,-1 9,0 6,2 4,6 2,8-6,8-9,9-13</inkml:trace>
  <inkml:trace contextRef="#ctx0" brushRef="#br0" timeOffset="47771.698">22514 3235,'9'7,"2"0,-1 0,1-1,0 0,0 0,0-2,1 1,0-1,0-1,0 0,0-1,0 0,1-1,-1-1,1 0,-1 0,0-1,1-1,-1 0,0 0,0-1,6-3,-14 5,0-1,0 0,0 1,0-1,-1 0,1-1,-1 1,1-1,-1 1,0-1,0 0,0 0,0-1,-1 1,0 0,1-1,-1 0,0 1,0-1,-1 0,1 0,-1 0,0 0,0 0,-1 0,1 0,-1-1,1 1,-1 0,-1 0,1 0,-1-1,1 1,-1 0,0 0,-1 0,1 0,-1 0,-5-4,0 1,-1 1,1 0,-1 0,-1 0,1 1,-1 0,0 0,0 1,0 1,-1-1,1 2,-1-1,0 1,1 0,-1 1,0 1,0-1,0 1,0 1,0 0,0 1,-6 1,-14 2,1 1,-1 2,1 0,0 3,-2 1,-14 8</inkml:trace>
  <inkml:trace contextRef="#ctx0" brushRef="#br0" timeOffset="67810.667">23610 2726,'-2'4,"1"0,0 0,-1 0,2 0,-1 0,0 0,1 1,0-1,0 0,0 0,0 0,1 0,-1 1,1-1,0 0,0 0,1 0,-1-1,1 1,0 0,0 0,0-1,1 1,-2-3,0 0,-1-1,1 1,0-1,0 1,0-1,0 1,0-1,-1 0,1 1,0-1,0 0,0 0,0 1,0-1,0 0,0 0,0 0,0 0,0-1,0 1,0 0,0 0,0 0,0-1,0 1,0-1,0 1,0-1,0 1,-1-1,1 1,0-1,0 0,-1 1,1-1,0 0,-1 0,1 1,-1-1,1 0,-1 0,1 0,-1 0,19-43,-18 42,-1 0,0 0,0 0,0 0,0-1,0 1,-1 0,1 0,-1 0,1 0,-1 1,0-1,0 0,1 0,-1 0,0 0,-1 1,1-1,0 0,0 1,-1-1,1 1,-1 0,0-1,1 1,-1 0,0 0,1 0,-1 0,0 0,0 1,0-1,0 0,0 1,0-1,0 1,0 0,0 0,0 0,0 0,0 0,0 0,0 1,0-1,0 0,0 1,0 0,0-1,0 1,0 0,0 0,1 0,-1 0,0 1,1-1,-1 0,1 1,-1-1,1 1,-1 0,1 1,-1-1,1 0,0 1,0-1,0 1,0-1,1 1,-1 0,1-1,-1 1,1 0,0-1,0 1,0 0,1 0,-1-1,1 1,-1-1,1 1,0 0,0-1,0 1,0-1,0 0,1 1,-1-1,1 0,-1 0,1 0,0 0,0 0,0 0,0 0,0-1,0 1,1-1,-1 1,1-1,-1 0,0 0,1 0,2 0,-1 1,0-1,0 1,1-1,-1 0,0-1,1 1,-1-1,1 1,-1-1,1-1,-1 1,1-1,-1 0,1 0,-1 0,0 0,0-1,0 1,1-1,-1 0,-1-1,1 1,0-1,-1 1,1-1,-1 0,0-1,0 1,0 0,0-1,-1 0,1 1,-1-1,0 0,0 0,1-4,-3 6,0-1,0 1,0-1,-1 1,1-1,-1 1,1 0,-1-1,0 1,0 0,0 0,0 0,0-1,-1 1,1 0,-1 0,1 1,-1-1,0 0,1 0,-1 1,0-1,0 1,0 0,0 0,-1-1,1 1,0 0,0 1,-1-1,1 0,0 1,-1-1,-1 0,-1 0,1 1,0-1,-1 1,1-1,0 2,-1-1,1 0,0 1,-1-1,1 1,0 1,0-1,0 0,0 1,0 0,0 0,-1 1,-11 12,5 1</inkml:trace>
  <inkml:trace contextRef="#ctx0" brushRef="#br0" timeOffset="69873.587">24519 2405,'0'-2,"5"6,8 9,8 11,9 11,7 11,4 11,0 8,-2 3,-4 2,-5-4,-5-4,-5-9,-4-12,-4-14</inkml:trace>
  <inkml:trace contextRef="#ctx0" brushRef="#br0" timeOffset="70120.461">24947 2445,'-21'3,"-13"9,-7 12,-7 13,-1 14,2 12,4 7,5 5,8 1,9-3,7-14</inkml:trace>
  <inkml:trace contextRef="#ctx0" brushRef="#br0" timeOffset="70383.864">25134 3074,'16'-57,"3"1,2 1,2 1,14-19,-27 56,-10 17,1-1,-1 1,0 0,1 0,-1 0,0 0,1 0,-1 0,0-1,1 1,-1 0,0 0,1 0,-1 0,0 0,1 0,-1 0,0 0,1 1,-1-1,0 0,1 0,-1 0,0 0,1 0,-1 0,0 1,0-1,1 0,-1 0,0 0,0 1,1-1,-1 0,0 0,0 1,0-1,1 0,-1 1,0-1,0 0,0 1,0-1,0 0,0 1,0-1,1 0,-1 1,0-1,0 0,0 1,0-1,-1 0,1 1,0-1,0 0,0 1,0-1,0 0,0 0,0 1,-1-1,1 0,0 1,0-1,0 0,-1 0,1 0,-8 196,5-164,2 0,0 1,3-1,0 0,3 0,0 0,4 8,1-14</inkml:trace>
  <inkml:trace contextRef="#ctx0" brushRef="#br0" timeOffset="70652.19">25482 2512,'-10'16,"5"14,14 12,19 5,21 3,18 1,11 0,6-1,-4-3,-12-2,-14-3,-17-3,-15-3,-13-7,-11-7,-4-8</inkml:trace>
  <inkml:trace contextRef="#ctx0" brushRef="#br0" timeOffset="70930.519">26016 2525,'-13'-11,"-12"-4,-11 0,-8 13,-5 15,-4 19,0 18,5 14,8 12,11 4,11 1,12-5,14-9,16-11,2-15</inkml:trace>
  <inkml:trace contextRef="#ctx0" brushRef="#br0" timeOffset="71180.958">26217 2993,'-46'86,"44"-82,1-1,1 0,-1 1,0-1,1 1,0-1,0 1,0-1,0 1,0-1,1 1,-1-1,1 1,0-1,0 0,0 1,1-1,-1 0,1 0,0 0,0 0,0 0,0 0,0-1,1 1,0 0,6 3,-1-1,1-1,1 1,-1-1,0-1,1 0,0 0,0-1,0 0,0 0,0-1,0-1,0 0,1 0,-1-1,0 0,0-1,0 0,0-1,-1 0,1 0,3-3,-7 4,0 0,0-1,0 0,0-1,0 1,-1-1,1 0,-1 0,0-1,0 1,-1-1,1-1,-1 1,0 0,-1-1,1 0,-1 0,0 0,-1 0,1 0,-1-1,0 1,-1-1,0 1,0-1,0 0,-1 1,0-1,0 0,0 0,-1 1,0-1,-1 1,0-1,-1-5,-1 4,-1 0,1 1,-1-1,-1 1,1 0,-1 0,0 1,-1 0,0 0,0 0,0 1,-1 0,1 0,-1 1,0 0,0 0,-1 1,1 0,-1 0,0 1,0 1,1-1,-1 1,0 1,0-1,0 2,0-1,0 1,0 1,0-1,0 2,1-1,-3 2,-11 5,1 1,0 2,1 0,1 0,0 2,-3 3,-44 37</inkml:trace>
  <inkml:trace contextRef="#ctx0" brushRef="#br1" timeOffset="79783.331">24399 2085,'0'-1,"1"1,-1 0,0 0,0 0,1 0,-1 0,0 0,0-1,0 1,0 0,1 0,-1 0,0-1,0 1,0 0,0 0,0 0,1-1,-1 1,0 0,0 0,0-1,0 1,0 0,0 0,0-1,0 1,0 0,0 0,0-1,0 1,0 0,0 0,0-1,0 1,0 0,-1 0,1 0,0-1,0 1,0 0,0 0,0 0,-1-1,1 1,0 0,0 0,0 0,0 0,-1-1,1 1,0 0,0 0,28-2,-26 2,86-2,-1 4,0 4,40 10,158 15,40-10,61-14,-232-9,336 2,-448-5,-56-5,-194-18,-88-3,-140 10,204 15,88 0,-117 11,32 4,117 5,26 3,82-11,22-4,437-1,919-1,-1103 13,-909-26,404-2,-336-12,188 37,129 11,227-15,42-1,252-5,62-15,-191 7,-83 5,1008-26,-1191 11,111 11</inkml:trace>
  <inkml:trace contextRef="#ctx0" brushRef="#br1" timeOffset="30049.507">3972 6429,'23'0,"18"0,17 0,11 0,6 0,1 0,0 0,-7 2,-11 4,-15 0</inkml:trace>
  <inkml:trace contextRef="#ctx0" brushRef="#br1" timeOffset="30220.124">4213 6777,'16'0,"16"0,19-3,21-2,19-5,12-6,-11 0</inkml:trace>
  <inkml:trace contextRef="#ctx0" brushRef="#br1" timeOffset="32012.28">6338 6523,'-12'29,"11"-22,0-4,1-1,-1 1,0 0,1 0,0 0,0 0,0-1,0 1,0 0,0 0,1 0,-1 0,1-1,0 1,0 0,0 0,0-1,0 1,1-1,-1 1,1-1,-1 0,1 1,1 0,0-3,-1-1,0 1,0-1,0 0,1 1,-1-1,0 0,0 0,0-1,-1 1,1 0,0-1,0 1,-1-1,1 1,-1-1,1 0,-1 0,0 0,0 0,1 0,-1 0,-1 0,1 0,0 0,0 0,-1 0,1-1,-1 1,0 0,0 0,0-1,1-2,0 1,0-1,-1 1,0-1,1 1,-2-1,1 1,0-1,-1 1,0-1,0 1,-1-1,1 1,-1 0,0-1,0 1,0 0,0 1,-1-1,0 0,0 1,0-1,0 1,0 0,-1 0,1 0,-1 0,0 0,1 4,1-1,-1 1,1-1,-1 1,1 0,0 0,-1 0,1 0,0 0,0 0,0 1,0-1,0 1,0 0,0-1,0 1,0 0,1 0,-1 0,1 0,0 0,-1 1,1-1,0 0,0 1,1-1,-1 1,0-1,1 0,0 1,-1-1,1 1,0 0,0-1,0 1,1-1,-1 1,1-1,-1 1,1-1,0 1,0 1,0 0,0 0,1 0,0-1,-1 1,1-1,1 1,-1-1,0 1,1-1,0 0,-1 0,1-1,0 1,1 0,24 17</inkml:trace>
  <inkml:trace contextRef="#ctx0" brushRef="#br1" timeOffset="32651.371">7247 6309,'-4'11,"1"0,0 0,0 1,1 0,0-1,1 1,1 0,0 0,0 0,2 6,-1-1,14 372,-14-375,1-31,-1-1,33-339,-32 333,0-5,0 1,2-1,1 1,1 0,2 0,0 0,11-19,-18 43,1 1,0-1,0 1,0-1,0 1,0 0,1 0,0 0,-1 0,1 0,0 1,0-1,1 1,-1 0,0 0,1 0,0 0,-1 1,1-1,0 1,0 0,-1 0,1 0,0 1,0-1,0 1,0 0,0 0,0 1,0-1,0 1,0 0,0 0,7 4,0 1,0 0,-1 1,1 0,-1 1,-1 0,0 0,0 1,-1 0,0 1,0 0,-1 0,0 1,-1 0,0 0,-1 0,0 1,-1-1,0 1,-1 0,-1 1,2 11,-3-12,-2-1,1 0,-1 1,-1-1,0 0,0 0,-1 0,-1 0,1 0,-2-1,0 0,0 0,-1 0,0 0,0-1,-1 0,-1 0,1-1,-1 0,-7 5,-1 1,50-19,-18 0,1 0,-1 1,1 1,0 0,0 2,1 0,-1 1,0 0,0 2,0 0,0 0,0 2,-1 0,1 1,-1 1,0 0,0 1,-1 1,0 1,13 9,-24-15,0 1,0 0,0 0,-1 0,0 0,0 1,0-1,0 1,-1 0,0-1,0 1,0 0,0 1,-1-1,0 0,0 0,0 1,-1-1,1 0,-1 1,-1-1,1 0,-1 1,0-1,0 0,0 0,-1 0,0 0,0 0,0 0,-1 0,0-1,-1 3,-7 6,-2 1,0-2,0 0,-1 0,-1-1,0-1,0 0,-1-2,0 1,-1-2,0 0,0-1,0-1,-1-1,0 0,0-1,0-1,0 0,0-2,0 0,-16-3,-26-5</inkml:trace>
  <inkml:trace contextRef="#ctx0" brushRef="#br1" timeOffset="32908.68">6980 5907,'18'0,"22"0,22 0,24 0,17 0,12-2,5-1,-7-2,-17 0,-23 0</inkml:trace>
  <inkml:trace contextRef="#ctx0" brushRef="#br1" timeOffset="34050.53">4720 5587,'52'10,"755"17,604-65,-1215 27,720-17,-590 53,-309-25,-24-2</inkml:trace>
  <inkml:trace contextRef="#ctx0" brushRef="#br1" timeOffset="31107.148">5068 5988,'18'7,"24"2,24-1,22-1,20-2,12-4,-15-2</inkml:trace>
  <inkml:trace contextRef="#ctx0" brushRef="#br1" timeOffset="30642.391">5362 6229,'-6'74,"-3"0,-3-1,-4 0,-2-2,-4 1,-24 51,42-111,-15 54,19-66,0-1,0 1,0 0,0-1,0 1,0 0,0-1,0 1,0 0,0-1,0 1,0 0,0-1,0 1,0 0,0-1,0 1,0 0,1-1,-1 1,0 0,0 0,0-1,1 1,-1 0,0 0,0-1,1 1,-1 0,0 0,0 0,1-1,-1 1,0 0,1 0,-1 0,0 0,1 0,-1 0,0 0,1 0,-1 0,0 0,1 0,-1 0,0 0,1 0,-1 0,0 0,1 0,-1 0,0 0,1 0,-1 1,0-1,0 0,1 0,-1 0,0 0,1 1,-1-1,0 0,0 0,0 1,1-1,-1 0,0 1,0-1,0 0,20-32,-2-2,-2 0,-1-1,4-18,-14 40,128-414,-123 402,-9 25,-1 0,1 0,-1 0,1 0,-1 0,1 0,-1 0,1 0,-1 0,1 0,-1 0,1 0,-1 0,1 0,-1 1,1-1,-1 0,0 0,1 1,-1-1,1 0,-1 0,0 1,1-1,-1 0,0 1,1-1,-1 1,0-1,0 1,1-1,-1 0,0 1,0-1,0 1,1-1,-1 1,0-1,0 1,0-1,0 1,0-1,0 1,0-1,0 1,0-1,-1 1,1-1,0 1,0-1,0 0,0 1,-1 0,1-1,25 146,26 101,-38-206,2-1,2-1,2 0,1-2,23 33,-24-44</inkml:trace>
  <inkml:trace contextRef="#ctx0" brushRef="#br1" timeOffset="30896.69">5202 6643,'21'2,"22"1,24-4,19-5,9-6,0-5,-13-2,-19 2</inkml:trace>
  <inkml:trace contextRef="#ctx0" brushRef="#br1" timeOffset="61455.975">5175 5894,'-2'1,"-14"3,22 2,166-7,-106-3,225-2,-653 20,151 11,208-23,25-1,-20-1,147-6,-1-6,6-7,-7 2,-137 17,-17 3,-19 2,-392 27,221-14,171-11,25-7,1 0,-1 0,1 0,0 0,-1 0,1 0,0 0,-1 0,1 0,-1 0,1 1,0-1,-1 0,1 0,0 0,-1 1,1-1,0 0,0 0,-1 1,1-1,0 0,-1 0,1 1,0-1,0 0,0 1,0-1,-1 0,1 1,0-1,0 1,0-1,0 0,0 1,0-1,0 0,0 1,0-1,0 1,0-1,0 0,0 1,0-1,0 0,0 1,1-1,-1 1,0-1,0 0,0 1,0-1,1 0,-1 0,0 1,0-1,1 0,-1 1,0-1,1 0,-1 0,0 0,8 4,0 0,-1-1,1 0,0 0,1-1,-1 0,0 0,1-1,-1 0,2-1,6 2,110 8,0-5,53-8,-339 16,-61 17,160-22,-6 3,105-14,323-62,-311 58,-114 5,-284 4,292 5,56-7,1 0,-1 0,0 0,1 0,-1 0,0 0,0 0,1 0,-1 0,0 0,1 1,-1-1,0 0,0 0,1 0,-1 0,0 1,0-1,1 0,-1 0,0 0,0 1,0-1,1 0,-1 1,0-1,0 0,0 0,0 1,0-1,1 0,-1 1,0-1,0 0,0 0,0 1,0-1,0 0,0 1,0-1,0 0,0 1,0-1,-1 0,1 1,0-1,0 0,0 0,0 1,0-1,-1 0,1 0,0 1,0-1,0 0,-1 0,1 1,0-1,121 15,-94-14,72 0,-1-3,0-5,49-12,-85 6,-62 13,0 0,0 0,-1-1,1 1,0 0,0 0,0 0,0 0,-1 0,1 0,0 0,0 0,0-1,0 1,0 0,-1 0,1 0,0 0,0-1,0 1,0 0,0 0,0 0,0 0,0-1,0 1,-1 0,1 0,0 0,0-1,0 1,0 0,0 0,0 0,0-1,1 1,-1 0,0 0,0 0,0-1,0 1,0 0,0 0,0 0,0 0,0-1,1 1,-26-2,-412 2,224 16,188-7,25-9,0 0,0 1,-1-1,1 0,0 1,0-1,-1 0,1 0,0 1,0-1,0 0,0 1,0-1,0 0,-1 1,1-1,0 1,0-1,0 0,0 1,0-1,0 0,0 1,0-1,1 0,-1 1,0-1,0 0,0 1,0-1,0 0,1 1,-1-1,0 0,0 1,0-1,1 0,-1 0,0 1,0-1,1 0,-1 0,0 0,1 1,-1-1,0 0,1 0,-1 0,0 0,1 0,-1 0,0 1,1-1,-1 0,0 0,1 0,-1 0,1 0,-1-1,0 1,1 0,-1 0,0 0,1 0,-1 0,1 0,127 13,-105-13,161-6,108-19,-246 20,89-9,-126 12,-16 1,-19 1,-466 23,479-22,7-1,0 0,0 0,1 1,-1 0,0 0,0 0,1 1,-1 0,1 0,-1 0,1 1,-4 2,9-4,0 0,0 0,0 0,0 0,0 1,0-1,0 0,0 0,0 0,1 0,-1 0,1 0,-1 0,1 0,-1 0,1 0,-1 0,1 0,0 0,0 0,-1 0,1 0,0 0,0-1,0 1,0 0,0-1,0 1,0-1,0 1,0-1,0 0,0 1,0-1,1 0,-1 0,0 1,0-1,0 0,0 0,1 0,-1-1,0 1,38 8,0-2,0-2,0-1,0-3,0 0,1-3,16-4,-42 6,0 0,0-1,0-1,-1-1,1 0,-1 0,12-7,-25 12,1-1,-1 0,1 0,0 0,-1-1,1 1,-1 0,1 0,0 0,-1 0,1 0,-1-1,1 1,-1 0,1-1,-1 1,1 0,-1-1,1 1,-1 0,1-1,-1 1,1-1,-1 1,0-1,1 1,-1-1,0 1,0-1,1 0,-1 1,0-1,0 1,0-1,0 0,0 1,0-1,0 1,0-1,0 0,0 1,0-1,0 1,0-1,0 0,0 1,-1-1,1 1,0-1,0 1,-1-1,1 0,0 1,-1 0,1-1,-1 1,1-1,-1 1,1-1,0 1,-1 0,0-1,1 1,-1 0,-43-11,-18 10,1 3,0 2,0 4,-11 4,-120 22,185-30,19-3,198-25,-134 11,138-21,-203 26,-36 5,-321 4,313 0,-105 11,137-12,1 0,0 0,0 0,-1 0,1-1,0 1,-1 0,1 0,0 0,-1 0,1 0,0 0,0 0,-1 0,1 0,0 0,-1 0,1 0,0 0,0 1,-1-1,1 0,0 0,-1 0,1 0,0 0,0 1,0-1,-1 0,1 0,0 0,0 1,-1-1,1 0,0 0,0 1,0-1,0 0,0 0,-1 1,1-1,0 0,0 0,0 1,0-1,0 0,0 1,0-1,0 0,0 1,0-1,0 0,0 0,0 1,0-1,0 0,1 1,-1-1,0 0,0 0,0 1,0-1,0 0,1 0,-1 1,0-1,0 0,1 0,-1 0,22 8,40-2,0-2,0-3,28-5,-73 4,209-21,-203 13,-23 8,-1 0,1 0,0 0,0 0,-1 0,1 0,0 0,-1 0,1 0,0 0,0 0,-1 0,1 0,0-1,-1 1,1 0,0 0,0 0,-1 0,1 0,0-1,0 1,0 0,-1 0,1 0,0-1,0 1,0 0,0 0,-1-1,1 1,0 0,0 0,0-1,0 1,0 0,0-1,0 1,0 0,0 0,0-1,0 1,0 0,0-1,0 1,0 0,0 0,0-1,0 1,0 0,0 0,1-1,-1 1,0 0,0 0,0-1,0 1,1 0,-1 0,0-1,0 1,0 0,1 0,-1 0,0 0,0 0,1-1,-1 1,-117-12,92 12,-22 0,-1 2,1 2,0 2,0 3,1 1,-24 9,44-8,26-11,0 0,1 0,-1 0,0 0,0 1,1-1,-1 0,0 0,0 0,1 0,-1 1,0-1,0 0,1 0,-1 1,0-1,0 0,0 0,0 1,0-1,1 0,-1 0,0 1,0-1,0 0,0 1,0-1,0 0,0 0,0 1,0-1,0 0,0 1,0-1,0 0,0 1,0-1,0 0,-1 0,1 1,0-1,0 0,0 0,0 1,0-1,-1 0,1 1,29-6,5-4</inkml:trace>
  <inkml:trace contextRef="#ctx0" brushRef="#br1" timeOffset="84901.367">7100 5907,'-45'-10,"72"7,442-48,-445 50,87 4,-111-3,-1 1,1-1,0 0,0 1,-1-1,1 0,0 1,0-1,0 0,0 1,0-1,0 0,-1 1,1-1,0 1,0-1,0 0,0 1,0-1,0 0,0 1,1-1,-1 1,0-1,0 0,0 1,0-1,0 0,1 1,-1-1,0 0,0 1,0-1,1 0,-1 0,0 1,0-1,1 0,-1 0,0 1,1-1,-1 0,0 0,1 0,-1 0,0 1,1-1,-1 0,1 0,-1 0,0 0,1 0,-1 0,1 0,-1 0,0 0,1 0,-1 0,-32 7,-198-3,148-5,0 3,-1 4,-11 5,35 1,53-8,17-2,209-26,-82 2,23-2,96-1,-251 27,-27 2,-95 5,0-5,-14-6,26 1,59 1,-264 11,369-9,479-25,-241 6,-651 20,271-2,0 4,0 3,0 4,-66 19,125-22,23-10,0 1,1 0,-1 0,0 0,1-1,-1 1,0 0,1 0,-1 0,0 0,1 0,-1 0,0 0,1 0,-1 0,0 0,1 0,-1 0,0 0,1 0,-1 0,0 0,1 0,-1 0,0 0,1 1,-1-1,0 0,1 0,-1 0,0 0,0 1,1-1,-1 0,0 0,0 1,0-1,1 0,-1 1,0-1,0 0,0 1,0-1,1 0,-1 0,0 1,0-1,0 0,0 1,0-1,0 1,0-1,0 0,0 1,0-1,0 0,0 1,0-1,-1 0,1 1,0-1,0 0,0 1,38 0,0-1,0-2,0-1,27-7,-33 6,544-82,-561 85,-26 3,-144 18,-1-7,-21-7,42-4,113 8,24-5</inkml:trace>
  <inkml:trace contextRef="#ctx0" brushRef="#br1" timeOffset="58357.064">19693 1951,'0'0,"-1"0,1 1,-1-1,1 0,0 0,-1 0,1 0,0 1,-1-1,1 0,0 1,-1-1,1 0,0 0,-1 1,1-1,0 1,0-1,-1 0,1 1,0-1,0 1,0-1,0 0,-1 1,1-1,0 1,0-1,0 1,0-1,0 0,0 1,0-1,0 1,0-1,1 1,-1-1,0 0,0 1,0-1,0 1,1-1,-1 0,0 1,0-1,1 0,-1 1,0-1,0 0,1 1,-1-1,1 0,67 9,589-10,-399-25,19 11,113 16,-226-14,66 5,53 1,-175 9,247-2,-213 13,-136-13,-5 1,0-1,1 0,-1 1,0-1,1 0,-1 0,1 0,-1-1,0 1,1 0,-1 0,1-1,-1 1,0-1,1 1,-1-1,0 1,0-1,0 0,1 0,-1 0,0 0,0 1,0-2,0 1,0 0,-1 0,1 0,1-1,0-10</inkml:trace>
  <inkml:trace contextRef="#ctx0" brushRef="#br1" timeOffset="82852.959">19720 1964,'617'-13,"-523"9,958-15,-381 28,-961-34,38-1,-40 23,-165 24,-390-1,818-20,-63 13,92-13,0 0,0 0,0 0,1 1,-1-1,0 0,0 0,0 1,0-1,0 0,0 0,0 1,0-1,0 0,0 0,1 1,-1-1,0 0,-1 0,1 1,0-1,0 0,0 0,0 1,0-1,0 0,0 0,0 1,0-1,0 0,-1 0,1 0,0 1,0-1,0 0,0 0,-1 0,1 1,0-1,0 0,0 0,-1 0,1 0,0 0,0 0,-1 1,1-1,0 0,0 0,-1 0,1 0,0 0,0 0,-1 0,27 3,258-17,736-41,-3 32,-896 22,-1115 2,773 6,-118 23,326-27,20 0,26 0,258 6,40-14,-149 0,641-1,-788 7,-29 1,-22 1,-288 6,218-10,-474 1,1484-14,-703 14,-205 0,-30-2,-427-15,210 9,223 8,21 0,-11 0,349 12,-254-4,-98-5,-156 2,-227-11,118-1,-212 24,299 3,39-4,-104-1,-374-17,515 16,74-9,42 7,-3-6,-2 0</inkml:trace>
  <inkml:trace contextRef="#ctx0" brushRef="#br2" timeOffset="141986.348">19921 4959,'20'-12,"30"-7,31-6,27-1,11 4,-8 6,-23 6</inkml:trace>
  <inkml:trace contextRef="#ctx0" brushRef="#br3" timeOffset="179195.463">28516 8528,'7'0,"-5"0,-2 0</inkml:trace>
  <inkml:trace contextRef="#ctx0" brushRef="#br2" timeOffset="119911.649">11512 5907,'16'0,"16"0,17 0,16 0,15 3,12 0,6 2,0 1,-5-2,-9 2,-15-1,-18-1</inkml:trace>
  <inkml:trace contextRef="#ctx0" brushRef="#br2" timeOffset="120335.148">12381 5600,'-1'283,"2"2,-1-279,-1-1,1 1,0-1,1 1,-1-1,1 0,0 1,0-1,1 0,-1 0,1 1,1-1,-1 0,1-1,-1 1,1 0,1-1,-1 0,0 0,1 0,0 0,0 0,4 2,7-1,0 0,0-1,1 0,-1-2,1 0,0 0,0-2,-1 0,1 0,0-2,0 0,-1 0,14-5,79-16,-76 14,1 1,0 2,0 1,0 2,0 1,1 2,24 3,-41 0</inkml:trace>
  <inkml:trace contextRef="#ctx0" brushRef="#br2" timeOffset="120630.709">12354 5654,'9'-7,"12"-2,14 0,12 2,12 2,10 2,9 1,4 2,0 0,-7 0,-11 0,-16 1,-14-1</inkml:trace>
  <inkml:trace contextRef="#ctx0" brushRef="#br2" timeOffset="121197.405">13089 5306,'2'16,"0"0,0 0,2-1,0 1,1-1,0 0,4 6,1 6,15 36,-3 1,-3 1,-2 0,-4 2,-2-1,-3 2,-3 12,-9-15,-3-1,-3 0,-2-1,-17 45,-10 56,34-134,4-10</inkml:trace>
  <inkml:trace contextRef="#ctx0" brushRef="#br2" timeOffset="121652.526">13143 5360,'37'-6,"0"1,1 3,-1 0,1 3,-1 1,0 2,0 1,0 2,0 2,-1 1,0 2,-1 1,-1 2,0 1,-1 2,-1 1,29 23,-43-30,-1 1,0 1,-1 0,0 1,-2 1,1 0,-2 1,0 0,-2 1,0 1,0 0,-2 0,0 1,-2 0,0 0,-1 1,-1 0,-1 0,-1 1,-1-1,0 0,-2 5,-4 10,-2-1,-1 0,-2-1,-1 0,-2 0,-1-1,-2 0,-1-1,-1-1,-2-1,-1 0,-1-2,-2 0,-4 2,6-5,-1-2,-1-1,-1 0,-1-2,0-1,-2-1,0-1,-1-2,0 0,-2-2,1-1,-2-2,-19 5,45-13,0-1,0 0,-1 0,1 0,0 0,-1-1,1 1,0-2,-1 1,1 0,-1-1,1 0,0 0,0-1,0 0,0 1,0-2,0 1,0 0,0-1,1 0,0 0,-1-1,0 0,-4-14</inkml:trace>
  <inkml:trace contextRef="#ctx0" brushRef="#br2" timeOffset="122195.174">14118 5868,'-7'6,"1"0,0 1,0-1,0 1,1 1,0-1,0 1,1 0,0 0,0 0,1 0,0 1,1-1,0 1,0 0,0 0,1-1,1 1,0 0,0 0,0 0,1 0,1 0,0 0,0-1,0 1,1 0,0-1,3 4,3-1,1-1,0 0,1 0,0-2,1 1,-1-1,2-1,-1 0,1-1,0 0,0-1,0 0,1-1,0-1,0 0,0-1,0 0,0-1,0-1,1 0,-1-1,-8 1,0 0,0-1,-1 1,1-1,0 0,-1-1,1 1,-1-1,1 0,-1-1,0 1,0-1,0 0,0 0,0-1,-1 1,0-1,1 0,-1-1,-1 1,1 0,-1-1,1 0,-1 0,-1 0,1 0,-1 0,0-1,0 1,0-1,-1 1,1-4,-1-2,-1 1,0 0,0-1,0 1,-2 0,1 0,-1-1,-1 1,0 0,0 1,-1-1,0 1,-1-1,0 1,0 0,-5-6,6 10,0-1,-1 1,1 0,-1 0,0 1,-1-1,1 1,-1 0,1 0,-1 1,0 0,0 0,-1 0,1 1,-1 0,1 0,-1 1,0-1,1 1,-1 1,0-1,0 1,0 1,0-1,-4 2,6-1,0 0,-1 1,1-1,0 1,0 1,0-1,0 1,1-1,-1 1,1 1,0-1,-1 1,1-1,1 1,-1 0,1 1,-1-1,1 1,1-1,-1 1,0 0,1 0,0 0,0 0,1 0,0 1,-1-1,2 0,-1 1,1-1,0 1,0-1,0 1,1-1,-1 0,2 3,11 26</inkml:trace>
  <inkml:trace contextRef="#ctx0" brushRef="#br2" timeOffset="122569.241">14613 6015,'262'-39,"1"12,172 7,571 22,-789 2,-298-14,50 8</inkml:trace>
  <inkml:trace contextRef="#ctx0" brushRef="#br2" timeOffset="118875.091">10336 5707,'9'14,"10"11,6 10,5 7,8 2,3 1,2 0,0-4,-2-4,-4-4,-6-5,-8-7</inkml:trace>
  <inkml:trace contextRef="#ctx0" brushRef="#br2" timeOffset="119124.12">10630 5628,'-9'15,"-8"18,-8 16,-6 11,-2 9,-3 4,3 1,6-11</inkml:trace>
  <inkml:trace contextRef="#ctx0" brushRef="#br2" timeOffset="119402.208">10776 6269,'14'-18,"9"-13,2-8,0-2,-4 4,-4 5,-5 12,-4 15,-3 15,-4 15,0 13,1 11,2 6,5 3,6-1,5-4,-1-11</inkml:trace>
  <inkml:trace contextRef="#ctx0" brushRef="#br2" timeOffset="126051.703">11752 7886,'23'3,"23"0,20-3,19-3,18-3,12-4,4 1,-4 2,-10 1,-24 3</inkml:trace>
  <inkml:trace contextRef="#ctx0" brushRef="#br2" timeOffset="126755.856">12742 7553,'51'455,"-39"-236,-11-215,0-1,0 1,1-1,-1 1,1-1,0 1,-1-1,2 0,-1 0,0 0,1 0,-1 0,1-1,0 1,-1-1,2 0,-1 0,0 0,0 0,0 0,1-1,-1 1,1-1,0 0,-1 0,1 0,0-1,-1 1,1-1,0 0,0 0,1 0,48 0,0-1,0-3,0-3,28-7,22-2,120-7,-195 19</inkml:trace>
  <inkml:trace contextRef="#ctx0" brushRef="#br2" timeOffset="127086.211">12714 7619,'21'0,"18"0,15 0,16 0,11 0,10 0,8 0,0 0,-2 0,-9 0,-13 0,-14 0,-18 0</inkml:trace>
  <inkml:trace contextRef="#ctx0" brushRef="#br2" timeOffset="127468.873">13704 7285,'4'7,"0"1,0 0,0 0,-1 1,-1-1,1 1,-1-1,-1 1,0 0,0 0,0 7,0-1,8 135,-9 80,-2-105,5-1,15 90,-15-190,1-1,1 0,0 0,2-1,1 1,1-1,1-1,6 10,17-1,-20-28</inkml:trace>
  <inkml:trace contextRef="#ctx0" brushRef="#br2" timeOffset="127903.223">13731 7365,'-2'-5,"1"0,-1-1,1 1,1 0,-1 0,1 0,-1-1,2 1,-1 0,0-1,1 1,0 0,0 0,1 0,-1 0,1 0,0 0,1 0,-1 1,1-1,0 1,0-1,0 1,1 0,-1 0,1 1,0-1,0 1,0 0,4-2,7 2,1 0,0 1,0 1,0 1,0 0,0 1,0 1,0 0,0 1,0 1,-1 0,0 1,0 1,0 1,-1 0,10 6,26 12,-1 2,-1 2,-2 2,0 2,-3 2,-1 2,-2 2,-1 2,17 24,-43-50,0 1,-1 0,0 1,-1 0,-1 1,-1 0,-1 0,0 1,-2 0,0 1,-1 0,0 0,-2 0,-1 0,0 0,-1 0,-2 1,0-1,-1 0,-1 0,-3 12,-2-11,-1-1,-1 0,-1-1,-1 0,0-1,-2 0,0-1,-1 0,0-1,-1-1,-3 1,-19 14,0-1,-2-3,-1-1,-29 12,33-17,-1-2,-1-2,-1-1,0-2,-1-2,-1-1,1-3,-1-1,-8-2,50-3,-1-1,0 1,0-1,1 1,-1-1,0 0,0 1,0-1,0 0,1 0,-1 0,0 0,0 0,0 0,0 0,0 0,0 0,1 0,-1 0,0-1,0 1,0 0,0 0,1-1,-1 1,0-1,0 1,1-1,-1 1,0-1,1 1,-1-1,0 0,1 1,-1-1,1 0,-1 1,1-1,0 0,-1 0,1 0,0 1,-1-1,1 0,0 0,0 0,0 0,0 1,0-1,0 0,0 0,0 0,0 0,0 0,0 0,0 1,1-1,-1 0,12-12</inkml:trace>
  <inkml:trace contextRef="#ctx0" brushRef="#br2" timeOffset="128349.47">14680 7753,'-10'11,"1"0,0 0,1 1,0 1,0-1,2 1,0 1,0-1,1 1,1 0,0 0,1 0,0 0,2 1,-1-1,2 13,1-20,1 0,1 0,-1 0,1 0,0-1,0 1,1-1,0 0,0 0,1 0,-1-1,1 0,0 0,1 0,-1 0,1-1,0 0,0 0,1 0,-1-1,1 0,-1 0,1-1,0 0,4 1,1 0,0 0,0-1,1 0,-1-1,0-1,1 0,-1 0,0-1,1-1,-1 0,0-1,0 0,0 0,7-5,-13 5,0 0,0 0,0-1,-1 0,1 0,-1 0,0-1,0 0,-1 0,1 0,-1 0,0-1,-1 0,1 0,-1 0,0 0,-1 0,0 0,0-1,0 1,0-1,-1 0,0 1,-1-1,1 0,-2 0,1 1,0-1,-1 0,-1 0,1 1,-3-6,1 1,-2 0,1 0,-2 0,1 1,-1 0,-1 0,0 1,0 0,-1 0,0 0,-1 1,-1-1,4 4,1 1,0 0,-1 0,0 1,0-1,0 1,0 1,-1-1,1 1,-1 0,1 0,-1 1,0 0,0 0,1 1,-1 0,0 0,0 0,0 1,1 0,-4 1,5 0,0 0,1 0,-1 0,1 1,0-1,0 1,0 0,0 0,0 1,1-1,-1 1,1-1,0 1,0 0,1 1,-1-1,1 0,0 1,0-1,0 1,0 0,1-1,0 1,-6 30</inkml:trace>
  <inkml:trace contextRef="#ctx0" brushRef="#br2" timeOffset="125061.405">10362 7379,'11'16,"11"12,9 10,5 8,3 5,3 6,-2 1,-3-1,-3-5,-6-3,-4-9,-7-8,-6-10</inkml:trace>
  <inkml:trace contextRef="#ctx0" brushRef="#br2" timeOffset="125313.765">10776 7298,'-16'2,"-14"8,-9 11,-7 14,-2 14,2 14,7 11,7 9,8 1,7-2,9-7,6-15</inkml:trace>
  <inkml:trace contextRef="#ctx0" brushRef="#br2" timeOffset="125586.276">10950 7993,'-1'5,"0"1,0-1,1 0,-1 1,1-1,0 0,1 1,-1-1,1 0,0 0,1 0,-1 1,1-1,0 0,0-1,1 1,-1 0,1-1,0 1,0-1,1 0,-1 0,1 0,0-1,0 1,0-1,0 0,1 0,-1 0,1-1,0 1,3 0,3 0,-1 0,0-1,1 0,0-1,-1 0,1 0,0-1,0-1,-1 0,1-1,0 0,-1 0,10-4,-13 4,0 0,-1-1,1 0,-1 0,1 0,-1-1,0 0,-1 0,1-1,-1 1,1-1,-1-1,-1 1,1-1,-1 1,0-1,0 0,-1-1,0 1,0-1,1-2,-3 4,0-1,0 0,0 1,-1-1,0 0,0 0,0 1,-1-1,0 0,0 1,0-1,-1 1,1-1,-1 1,-1 0,1-1,-1 1,0 0,0 1,0-1,-1 1,0-1,0 1,0 0,0 0,0 1,-1-1,0 1,-4-3,1 0,-1 1,0 0,-1 1,1 0,-1 0,0 1,0 1,0-1,0 2,0-1,-1 1,1 1,0 0,-4 0,8 1,0-1,0 1,0 1,0-1,0 1,0 0,0 0,1 0,-1 1,1 0,-1 0,1 1,0-1,0 1,1 0,-1 0,1 1,0-1,0 1,0 0,1 0,0 0,0 1,0-1,0 1,1 0,-1 3,0 26</inkml:trace>
  <inkml:trace contextRef="#ctx0" brushRef="#br2" timeOffset="129534.424">14961 7967,'303'-34,"-177"21,0 6,0 6,83 11,-199-8,-8-2,0 1,-1 0,1 0,0-1,-1 1,1-1,0 0,0 1,-1-1,1 0,0 0,0 0,0 0,-1 0,1 0,0-1,0 1,-1-1,1 1,0-1,0 0,-1 1,1-1,-1 0,1 0,-1 0,1 0,-1-1,0 1,1 0,-1-1,0 1,0 0,0-1,0 1,0-1,0-1,-25-118,-100-352,103 402,3-1,3 0,3-2,-1-40,14 105,-1-1,1 1,1 0,-1 0,2 0,-1 0,1 0,1 0,-1 0,6-7,-7 9,0 0,0 0,-1 0,0-1,0 1,0-1,-1 1,0 0,-1-1,0 1,0 0,0-1,-1 1,0 0,-1-1,-9-73,14 79,-1 0,1-1,0 1,0 0,0 0,0 0,0 0,0 0,0 1,1-1,-1 1,1-1,-1 1,1 0,0 0,-1 0,1 0,0 1,-1-1,1 1,0 0,0-1,0 1,0 0,-1 1,1-1,0 0,0 1,-1 0,2 0,9-1,316-6,90-24,292-12,-469 52,-241-10,0 1,-1-1,1 0,0 1,0-1,0 0,0 0,-1 0,1 1,0-1,0 0,0 0,0 0,0 0,0 0,-1-1,1 1,0 0,0 0,0-1,0 1,-1 0,1-1,0 1,0-1,-1 1,1-1,0 1,0-1,-1 1,1-1,-1 0,1 1,-1-1,1 0,-1 0,1 1,-1-1,0 0,1 0,-1 0,0 1,0-1,1 0,-1 0,0-1,-4-5</inkml:trace>
  <inkml:trace contextRef="#ctx0" brushRef="#br2" timeOffset="130151.981">16618 5988,'18'0,"18"-2,18-1,16-2,15-1,8 2,4 0,-5 2,-9 1,-12 0,-15 3,-16 2,-12-1,-10 0</inkml:trace>
  <inkml:trace contextRef="#ctx0" brushRef="#br2" timeOffset="131184.149">17487 5467,'8'1,"1"1,-1 0,0 0,0 1,0 0,-1 0,1 0,-1 1,0 1,0-1,0 1,0 0,-1 1,0 0,0 0,0 0,-1 1,0-1,0 1,-1 0,0 1,0-1,-1 1,0 0,0-1,1 8,7 33,-3 0,-2 1,-2 0,-2 0,-3 26,1-42,-2 176,-1-15,11 38,32 51,-39-257,-1-10</inkml:trace>
  <inkml:trace contextRef="#ctx0" brushRef="#br2" timeOffset="131719.397">17568 5628,'1'-7,"0"1,1 0,0-1,0 1,1 0,-1 0,1 1,1-1,-1 0,1 1,0 0,0 0,0 0,1 1,0-1,-1 1,2 0,-1 0,0 1,2-1,10-6,1 2,0 0,0 1,1 1,-1 1,5-1,16-1,1 1,0 2,0 1,0 3,0 1,1 2,-1 1,-1 3,1 1,-1 2,-1 1,0 2,0 2,-2 1,0 3,0 0,-2 2,-1 2,-1 1,0 1,-2 2,-1 1,-2 1,0 1,-2 2,8 14,-20-24,0-1,-1 1,-1 1,-1 0,-2 1,0 0,-1 0,-1 1,-2 0,0 0,-2 0,0 0,-2 0,-1 0,-1 0,-1 0,-1 0,-1 0,-2-1,0 0,-9 19,0-9,-2-1,-1-1,-2 0,-1-2,-1 0,-1-2,-2 0,-1-2,-30 22,-2-2,-2-4,-2-2,-1-3,-41 15,45-25,-1-2,-2-4,0-2,-2-2,-23 0,84-16,-5 0,14-2,9-3</inkml:trace>
  <inkml:trace contextRef="#ctx0" brushRef="#br2" timeOffset="132417.204">18798 6122,'3'15,"0"-1,1 1,1-1,0 1,1-1,0-1,1 1,1-1,0 0,1-1,0 0,1-1,2 2,3 0,0-1,0-1,1 0,1-1,-1-1,2 0,-1-1,1-1,0-1,1-1,-1 0,1-1,0-1,0-1,0-1,0 0,0-2,1 0,-1-1,0-1,0-1,4-1,-17 3,-1 0,0 0,0-1,0 1,0-1,0 0,-1-1,1 1,-1-1,0 0,0 0,0 0,-1 0,1-1,-1 1,0-1,0 0,-1 0,0 0,0 0,0-1,0 1,-1-1,1 1,-2-1,1 1,0-1,-1 1,0-1,-1 0,1 1,-1-1,0 1,-1-2,-4-10,-1 0,0 0,-2 1,0 0,0 1,-2 0,0 1,0 0,-1 0,-1 1,0 1,-1 0,-1 1,1 1,-9-4,12 6,-2 2,1-1,-1 2,0-1,0 2,-1 0,1 0,-1 2,-2-1,12 2,-1 1,0-1,1 1,-1 0,0 1,1-1,-1 1,0 0,1 0,-1 0,1 1,0-1,-1 1,1 0,0 0,0 1,0-1,0 1,1 0,-1 0,1 0,0 0,0 1,0 0,0-1,0 1,1 0,-2 3,2 1,-1 0,2 0,-1 0,1 1,1-1,0 0,0 1,0-1,1 0,0 0,1 1,0-1,0 0,0 0,1-1,1 1,-1 0,1-1,0 0,1 0,0 0,0-1,0 1,1-1,0 0,0-1,1 0,-1 0,8 4,32 24</inkml:trace>
  <inkml:trace contextRef="#ctx0" brushRef="#br2" timeOffset="132735.033">19425 6216,'14'-3,"23"-2,25-3,27-1,26 2,21 2,14 2,7 1,-1 2,-11-3,-16 1,-22-3,-23 0,-25 1,-19-2,-20 1,-14 3,-9 3</inkml:trace>
  <inkml:trace contextRef="#ctx0" brushRef="#br2" timeOffset="141540.275">20174 5319,'5'35,"-3"0,0 0,-2 0,-2 0,-1 0,-2 0,-1 0,-2-1,-2 0,0-1,-4 4,-30 61,44-98,0 0,0 0,-1 0,1 0,0 0,0-1,0 1,0 0,0 0,0 0,-1 0,1 0,0 0,0 0,0 0,0 0,-1 0,1 0,0 0,0 0,0 0,0 0,-1 0,1 0,0 0,0 0,0 0,0 0,-1 0,1 0,0 0,0 0,0 0,0 0,5-21,-5 20,114-431,-102 400,-12 31,1 1,-1-1,1 1,-1 0,1-1,-1 1,1 0,-1-1,1 1,-1 0,1 0,-1-1,1 1,-1 0,1 0,0 0,-1 0,1 0,-1 0,1 0,0 0,-1 0,1 0,-1 0,1 0,-1 0,1 0,0 1,-1-1,1 0,-1 0,1 1,-1-1,1 0,-1 1,1-1,-1 1,0-1,1 0,-1 1,1-1,-1 1,0-1,0 1,1-1,-1 1,0 0,0-1,1 1,-1-1,0 1,19 30,-1 0,-1 2,-2 0,-2 1,2 9,-6-19,14 44,-4 1,9 60,-23-103</inkml:trace>
  <inkml:trace contextRef="#ctx0" brushRef="#br2" timeOffset="141789.164">19987 5560,'23'-2,"21"-1,14-2,7-1,-1 2,-9 1,-14 0</inkml:trace>
  <inkml:trace contextRef="#ctx0" brushRef="#br0" timeOffset="158631.194">11993 5935,'-1'1,"-2"4,0 1,0-1,1 1,0 0,0 0,0 0,1 0,-1 0,1 0,1 0,-1 5,2-10,1 0,-1 1,0-1,1 0,-1 0,0 0,1 0,-1 0,1 0,0-1,-1 1,1 0,0-1,-1 1,1-1,0 0,0 1,-1-1,1 0,0 0,0 0,-1 0,1-1,0 1,0 0,-1-1,1 1,0-1,-1 1,1-1,0 0,-1 0,1 0,-1 0,0 0,1 0,-1 0,1-2,2 0,0 0,-1-1,1 0,-1 1,0-1,0 0,0-1,-1 1,0 0,0-1,0 1,0-1,0 0,-1 0,0-3,0 6,0 0,-1 0,0 0,0 0,1 0,-1 0,0 0,-1 0,1 0,0 0,0 0,-1 0,0 0,1 0,-1 1,0-1,0 0,0 0,0 0,0 1,0-1,0 1,-1-1,1 1,0-1,-1 1,0 0,1-1,-1 1,0 0,1 0,-1 0,0 1,0-1,0 0,0 1,0-1,-1 0,-2 2,0 0,0 0,0 0,0 0,0 1,0 0,0 0,1 0,-1 1,1-1,0 1,-1 0,1 0,1 1,-1-1,0 1,1 0,0 0,0 0,0 0,0 1,1-1,0 1,0-1,0 1,0 0,1 0,-1 0,1 0,1 0,-1 0,1 0,0 0,0 1,0-1,1 0,-1 0,2 3,0-5,-1 0,1 0,0 0,0-1,0 1,0-1,0 1,1-1,-1 0,1 0,-1 0,1 0,0-1,0 1,0-1,0 1,0-1,0 0,0 0,0 0,0-1,1 1,-1-1,0 0,0 0,1 0,-1 0,0 0,1-1,-1 0,0 1,0-1,0 0,0-1,0 1,0 0,0-1,0 0,0 1,-1-1,1 0,-1-1,1 1,-1 0,0-1,0 1,0-1,0 0,-1 0,1 1,-1-1,1 0,-1-1,0-1,0 1,-1-1,0 1,0-1,0 1,0-1,-1 1,0 0,1-1,-2 1,1 0,0-1,-1 1,0 0,0 0,0 0,-1 0,1 1,-1-1,0 1,0-1,0 1,0 0,-1 0,1 0,-1 1,0-1,0 1,0 0,0 0,0 0,0 1,-1-1,4 2,1 0,-1 0,0 0,0-1,0 1,0 0,0 0,0 0,0 1,0-1,0 0,0 0,0 1,0-1,0 0,1 1,-1-1,0 1,0-1,0 1,1-1,-1 1,0-1,1 1,-1 0,0-1,1 1,-1 0,1 0,-1 0,1-1,-1 1,1 0,0 0,-1 0,1 0,0 0,0 0,0 0,-1 0,1 0,0 0,0 0,1-1,-1 1,0 0,0 0,0 0,1 0,-1 0,0 0,1 0,-1 0,1-1,-1 1,1 0,-1 0,1-1,-1 1,1 0,0 0,0-1,-1 1,1-1,0 1,95 53,-95-51,0-1,0 1,0-1,0 1,0 0,0-1,-1 1,1 0,-1 0,0 0,0-1,0 1,0 0,-1 0,1-1,-1 1,1 0,-1 0,0-1,0 1,0-1,-1 1,-2 13,-3 31,2 0,2 0,2 0,2 1,4 20,0 29,12 997,-11 76,-11-991,18 175,-7-304,-3 1,-1-1,-3 0,-2 1,-2-1,-9 37,0-31,4-23,1 0,2 0,2 1,1-1,1 1,2 1,3 21,34 126,-36-178,0 0,1-1,0 1,0-1,0 1,0-1,0 0,1 1,-1-1,1 0,0 0,0 0,0 0,0 0,1 0,-1-1,1 1,0-1,0 0,-1 1,1-1,1-1,-1 1,0 0,0-1,1 1,-1-1,1 0,-1 0,1-1,-1 1,1-1,0 0,-1 0,1 0,2 0,246-39,-5 13,69 8,-193 13,1253-36,-773 28,182-8,-760 21,81 11,-92 3,-36-7,1-10</inkml:trace>
  <inkml:trace contextRef="#ctx0" brushRef="#br0" timeOffset="161685.827">12407 7780,'-9'95,"9"-94,0 0,0-1,0 1,0-1,1 1,-1 0,0-1,0 1,0-1,1 1,-1-1,0 1,1 0,-1-1,0 1,1-1,-1 0,1 1,-1-1,0 1,1-1,-1 0,1 1,0-1,-1 0,1 1,-1-1,1 0,-1 0,1 0,0 1,-1-1,1 0,0 0,-1 0,1 0,-1 0,1 0,0 0,-1 0,1-1,-1 1,1 0,0 0,-1 0,1-1,-1 1,1 0,-1-1,1 1,-1 0,1-1,-1 1,1-1,-1 1,1-1,-1 1,0-1,1 1,-1-1,28-29,-25 25,-1 1,1-1,-1 0,0 0,0 0,0-1,-1 1,0 0,0-1,0 1,-1-1,1 1,-1 0,-1-1,1 1,-1-1,0 1,0 0,-1-2,2 6,-1 0,0 0,0-1,1 1,-1 0,0 0,0 0,0 0,-1 0,1 0,0 0,0 1,0-1,-1 0,1 1,0-1,-1 1,1-1,0 1,-1 0,1-1,-1 1,1 0,-1 0,1 0,0 0,-1 0,1 0,-1 1,1-1,-1 0,1 1,0-1,-1 1,1-1,0 1,0 0,-1 0,1-1,0 1,-43 41,42-38,-1 1,1-1,0 0,0 1,0-1,1 1,0-1,-1 1,2 0,-1 0,0-1,1 1,0 0,0 0,1 0,-1-1,1 1,0 0,0 0,1-1,-1 1,1-1,0 1,0-1,1 0,-1 0,1 0,0 0,0 0,0-1,1 1,-1-1,1 0,0 0,0 0,0 0,0-1,0 0,0 0,1 0,-1 0,1-1,3 2,-4-2,-1 0,0 0,1 0,-1-1,1 1,-1-1,1 1,-1-1,1 0,-1 0,1-1,-1 1,0-1,1 0,-1 0,0 0,1 0,-1-1,0 1,0-1,0 0,0 1,0-1,0-1,-1 1,1 0,-1-1,1 1,-1-1,0 0,0 0,0 0,-1 0,1 0,-1 0,1 0,-1-1,0 1,0-1,-1 1,1 0,-1-1,0 1,1-1,-1 1,-1-1,1 1,-1-1,0-2,0 3,-1 0,0-1,0 1,-1 0,1 0,-1 0,1 1,-1-1,0 1,0-1,0 1,0 0,-1 0,1 0,0 0,-1 1,1-1,-1 1,0 0,0 0,3 1,-1-1,0 1,0-1,1 1,-1 0,0 0,0 0,1 0,-1 0,0 0,0 0,0 0,1 1,-1-1,0 1,1 0,-1-1,0 1,1 0,-1 0,1 0,-1 0,1 0,0 0,-1 0,1 1,0-1,0 0,0 1,0-1,0 1,0-1,0 1,0-1,0 1,1 0,-1-1,1 1,0 0,-1 0,1-1,0 2,0 0,0 0,0 0,0 0,1 0,0 0,-1-1,1 1,0 0,0 0,0-1,1 1,-1-1,1 1,-1-1,1 0,0 1,0-1,0 0,0 0,1 0,22 37,-22-18,-1 0,0 0,-2 0,-1 0,0-1,-4 15,3-15,-7 125,9 137,28 220,-29-481,-1 1,0-1,-2 0,0 1,-2-2,-7 20,9-22,1-1,0 1,1 0,1 0,1 0,0 0,2 7,0 25,-3-48,1-1,0 1,0-1,-1 1,1 0,0-1,0 1,1-1,-1 1,0 0,0-1,1 1,-1-1,1 1,-1-1,1 1,0-1,0 1,0-1,0 0,0 0,0 1,0-1,0 0,0 0,0 0,1 0,-1 0,0 0,1 0,-1-1,1 1,-1 0,1-1,-1 1,1-1,-1 1,1-1,-1 0,1 0,0 0,-1 0,1 0,-1 0,1 0,0 0,-1-1,1 1,-1-1,1 1,0-1,128-30,337 30,-15-11,44-23,-149 10,12 14,253 0,-406 39,-90-39,-23-1,68-1,-100 5,-55 5</inkml:trace>
  <inkml:trace contextRef="#ctx0" brushRef="#br0" timeOffset="162616.392">15991 8809,'7'-3,"-4"21,0 313,-31 714,28-553,0-471,0-1,-2 0,0 0,-1 0,-2 0,-3 12,-4-20,8-18</inkml:trace>
  <inkml:trace contextRef="#ctx0" brushRef="#br0" timeOffset="163284.131">15937 8849,'23'-11,"1"1,1 0,-1 2,1 1,1 1,-1 1,1 2,0 0,0 2,0 0,13 3,-19 0,-1 0,1 1,-1 1,0 1,0 1,-1 1,1 0,-2 1,1 1,-1 1,0 0,-1 2,-1 0,1 0,-2 1,0 1,-1 0,1 3,33 43,-3 3,-3 1,-2 2,-3 2,11 34,-23-46,-2 1,-2 1,-3 1,9 56,-21-82,-1 1,-2-1,-1 0,-2 1,-1-1,-1 0,-2 0,-2 0,-8 26,-4-9,-2-1,-1-1,-3-1,-2-1,-2-1,-2-2,-2-1,-1-1,-2-2,-2-2,-2-1,-39 26,27-27,-3-3,-1-2,0-3,-3-2,0-3,-1-2,-1-3,-12 0,69-16,1-1,1 0,-1 1,1-1,-1 1,1-1,-1 1,1 0,0 0,-1 0,1 0,0 1,0-1,0 1,0-1,0 1,0 0,0-1,1 1,21 2,-2-7</inkml:trace>
  <inkml:trace contextRef="#ctx0" brushRef="#br0" timeOffset="163847.443">17047 9678,'-10'31,"3"1,0 0,2 0,1 1,2-1,1 1,2 0,4 27,-3-53,-1 0,2 1,-1-1,1-1,0 1,0 0,1-1,0 1,0-1,1 0,-1-1,1 1,1-1,-1 0,1 0,-1 0,1-1,1 0,-1 0,1-1,-1 0,1 0,0 0,0-1,0 0,1 0,-1-1,0 0,1 0,-1-1,6 0,3 0,0-1,-1-1,1 0,-1-1,1-1,-1 0,0-1,-1-1,1 0,-1-1,-1 0,1-1,4-4,-12 8,1-1,-1 0,0 0,0 0,-1-1,1 0,-1 0,-1 0,1-1,-1 0,0 0,-1 0,1 0,-1 0,-1-1,1 1,-1-1,-1 0,1 0,-1 1,-1-1,0 0,0 0,0 0,-1 0,0 0,0 0,-4-4,0 0,0 1,-1-1,-1 1,0 0,0 1,-1 0,0 0,-1 0,0 1,0 0,-1 1,0 0,-1 1,0 0,0 1,0 0,-1 0,0 2,0-1,0 1,-1 1,1 0,-1 1,0 0,1 1,-1 1,0 0,0 0,0 2,0-1,1 1,-1 1,1 1,0 0,0 0,0 1,0 0,1 1,0 1,0 0,0 0,1 1,0 1,6-6,1 1,-1 0,1 0,0 0,0 0,1 0,-1 1,1-1,0 1,1 0,-1-1,1 1,-1 0,1 0,1 0,-1 0,1 0,0 0,0 0,0 0,1 0,0 0,0 0,0 0,1 0,1 3,17 29</inkml:trace>
  <inkml:trace contextRef="#ctx0" brushRef="#br0" timeOffset="164238.082">17648 9865,'351'-24,"-343"23,719-49,36 31,-757 19,-20 1,-18 1,18 1</inkml:trace>
  <inkml:trace contextRef="#ctx0" brushRef="#br0" timeOffset="165104.669">18196 8796,'-56'398,"42"-333,19-112,40-301,-45 343,0 0,0 0,1 0,0 0,0-1,0 2,1-1,-1 0,1 0,0 0,1 1,-1-1,1 1,0 0,0 0,0 0,1 0,-1 0,1 1,0-1,0 1,0 0,1 0,-1 1,1-1,-1 1,1 0,0 0,0 1,5-2,-4 3,1 0,0 0,0 0,0 1,0 0,0 0,0 1,0 0,-1 0,1 0,-1 1,1 0,-1 0,0 1,0 0,-1 0,1 0,-1 1,0-1,0 1,0 1,-1-1,0 1,0-1,0 1,-1 0,1 1,-2-1,1 0,-1 1,0 0,0 0,-1-1,1 1,-2 0,1 0,-1 0,0 0,0 0,-1 4,-5 1,1 0,-2 0,1-1,-2 0,1 0,-2-1,1 0,-1-1,-1 1,1-2,-2 1,1-2,-8 5,3 1,15-12,1 0,0-1,-1 1,1 0,0 0,0 0,-1 0,1-1,0 1,0 0,0-1,0 1,0 0,0-1,0 1,0-1,0 0,1 1,-1-1,0 0,0 0,0 0,0 0,0 0,1 0,-1 0,0 0,0 0,0 0,0-1,0 1,0 0,1-1,2 1,14 2,0 0,-1 1,1 0,-1 2,1 0,-1 1,8 4,-20-8,-1 0,1 1,-1-1,1 1,-1 0,0 0,0 0,0 0,0 1,0 0,-1 0,0 0,0 0,0 0,0 1,-1-1,1 1,-1 0,0 0,-1 0,1 0,-1 0,0 0,0 0,-1 0,0 0,1 0,-2 1,0 1,0-1,-1 0,1 0,-2 0,1 0,-1 0,1 0,-2 0,1-1,-1 0,1 1,-2-1,1-1,0 1,-1-1,0 1,0-1,0-1,-4 3,-5 3,-1-1,0 0,0-1,-1-1,0 0,-16 3,-53-6,52-11</inkml:trace>
  <inkml:trace contextRef="#ctx0" brushRef="#br0" timeOffset="165322.962">17955 8688,'27'-11,"28"-9,24-2,15 1,6 3,-9 4,-18 5</inkml:trace>
  <inkml:trace contextRef="#ctx0" brushRef="#br0" timeOffset="167385.034">19425 9785,'32'-8,"-1"1,1 2,0 2,0 0,32 3,-37-1,879-15,-471-17,-434 33,0 1,1-1,0 1,0-1,0 0,0 0,0 0,0 0,0 0,0 0,0-1,0 1,0 0,-1-1,1 0,0 1,0-1,0 0,-1 0,1 0,0 0,-1 0,1-1,-1 1,0 0,1-1,-1 1,0-1,0 1,0-1,0 1,0-1,0 0,0 0,0 0,-1 1,1-1,-1 0,1 0,-1 0,0 0,0 0,0 0,0-1,-29-108,19-257,-7 214,-7 1,-6 1,-7 2,-44-111,57 187,3 0,4-2,3 0,3-7,5 13,-2 2,-4-1,-2 1,-22-59,32 116,-5-9,1 1,1-2,1 1,0-1,2 0,0 0,2 0,0-1,1 1,1 0,3-18,1 6,-1 0,-2 0,-1 0,-2 0,-1 0,-1 0,-2 0,-2-3,2 14,1-37,7 52,-3 4,2 1,-1-1,0 1,0 0,1-1,-1 1,1-1,-1 1,1 0,0 0,0-1,0 1,1 0,-1 0,0 0,1 0,-1 1,1-1,0 0,-1 0,1 1,0-1,0 1,0 0,0 0,1-1,-1 1,0 1,0-1,1 0,-1 0,2 1,199 5,178-5,351-47,-598 29,-128 14,-9 1</inkml:trace>
  <inkml:trace contextRef="#ctx0" brushRef="#br0" timeOffset="168376.732">20816 6202,'0'-2,"1"1,-1 0,1 0,0 0,-1 0,1 0,0 0,0 0,-1 0,1 1,0-1,0 0,0 0,0 1,0-1,0 1,0-1,1 1,-1-1,0 1,0-1,0 1,0 0,1 0,-1 0,0 0,1 0,1-1,220-26,492-60,-434 26,-188 54,-90 7,-5 0</inkml:trace>
  <inkml:trace contextRef="#ctx0" brushRef="#br3" timeOffset="174781.873">22086 5587,'1'-1,"3"-6,1 0,0 0,1 0,0 0,0 1,0 0,1 0,0 1,0-1,1 1,-7 5,0-1,0 1,0 0,0-1,0 1,0 0,0 0,1 0,-1 0,0-1,0 2,0-1,0 0,0 0,0 0,0 0,1 1,-1-1,0 0,0 1,0-1,0 1,0 0,0-1,-1 1,1 0,0-1,0 1,0 0,0 0,-1 0,1 0,-1 0,1-1,0 1,-1 0,1 1,-1-1,0 0,1 0,-1 0,0 1,12 52,-6 255,19 622,-19-858,9 157,-9 19,-16-183,9-65,1 0,-1 0,1-1,-1 1,0 0,1-1,-1 1,0-1,0 1,1-1,-1 1,0-1,0 0,0 1,0-1,0 0,0 0,1 1,-1-1,0 0,0 0,0 0,0 0,0 0,0 0,0 0,0-1,0 1,0 0,1 0,-1-1,0 1,0-1,0 1,0-1,1 1,-1-1,0 1,1-1,-1 0,0 1,1-1,-1 0,0 1,1-1,0 0,-1 0,1 0,-1 0,1 1,0-1,-1 0,1 0,0 0,0 0,0-1,-13-22</inkml:trace>
  <inkml:trace contextRef="#ctx0" brushRef="#br3" timeOffset="175266.729">22046 5667,'5'-6,"1"-1,-1 1,2 1,-1-1,1 1,-1 0,1 1,1 0,-1 0,0 0,1 1,0 0,0 0,0 1,0 0,0 1,1 0,5 0,41-6,0 4,1 1,-1 3,1 3,-1 2,0 2,-1 3,0 2,-1 2,14 8,-16-6,0 3,-2 2,0 3,-2 1,0 2,-2 3,5 6,-27-18,0 1,-1 2,-1 0,-1 1,-1 1,-1 1,-1 0,-1 2,-2 0,0 0,-2 1,-1 1,2 12,-5-6,-1 1,-3-1,0 1,-3 0,0 0,-3 0,-1 0,-1 0,-3-1,0 1,-2-2,-12 30,1-13,-3 0,-1-1,-2-1,-3-2,-1-1,-3-1,-2-2,-3 1,6-8,-2-2,-1-2,-1-1,-2-1,-1-3,-1-1,-1-2,-2-1,0-3,-1-1,-1-3,-1-1,0-2,0-3,-1-1,-1-3,-38 1,49-9,23-1,20-3,14 1</inkml:trace>
  <inkml:trace contextRef="#ctx0" brushRef="#br3" timeOffset="175869.465">23717 6336,'-10'11,"1"0,1 0,-1 1,2 0,-1 1,2 0,0 0,0 0,2 1,-1 0,2 0,0 0,0 0,2 0,-1 1,2 12,-2-14,1-1,1 1,0 0,0-1,2 1,-1-1,2 1,-1-1,2 0,0 0,0 0,1 0,0-1,1 0,1 0,-1 0,2-1,-1 0,2 0,-1-1,1 0,0-1,1 1,0-2,1 0,-1 0,1-1,1 0,-1-1,1 0,0-1,0 0,-2-2,1-1,0 0,-1 0,1-1,0-1,0 0,-1 0,1-1,-1-1,1 1,-1-2,0 1,0-2,0 1,-1-1,1-1,-1 1,-1-2,1 1,-1-1,0 0,0-1,-1 0,0 0,-1-1,0 0,0 0,0 0,-2-1,1 1,-1-1,0 0,-1-1,0 1,-1-1,0-2,0 0,-1 1,0 0,-1-1,-1 1,0 0,0-1,-2 1,1 0,-1 0,-1 0,0 1,-1-1,0 1,-1 0,0 0,-1 1,0-1,0 2,-1-1,0 1,-1 0,0 1,-1 0,0 0,0 1,0 0,-1 1,0 0,0 1,0 0,-1 1,-3-1,2 1,0 1,0 0,0 1,0 0,0 1,0 1,0 0,0 1,-1 0,1 1,0 0,1 1,-1 1,0 0,1 0,0 1,0 1,0 0,1 1,0 0,0 1,1 0,0 0,0 1,1 1,0 0,1 0,0 0,0 1,-2 6,8-12,0 0,0 1,1-1,-1 0,1 1,0-1,1 1,0 0,0-1,0 1,0-1,1 1,0 0,0-1,0 1,1-1,0 0,0 0,0 0,1 0,-1 0,1 0,1 0,-1-1,1 1,-1-1,3 1,42 30,4-10</inkml:trace>
  <inkml:trace contextRef="#ctx0" brushRef="#br3" timeOffset="176258.447">24252 6617,'1'-2,"0"0,0 1,0-1,0 0,0 1,1-1,-1 1,1 0,-1-1,1 1,-1 0,1 0,0 0,0 0,-1 0,1 0,0 1,0-1,0 0,0 1,0 0,0-1,0 1,1 0,2-1,66-14,1 4,-1 3,54 2,-67 3,1747-22,-1621 26,-161-2,-56-8,-12 6,21 2</inkml:trace>
  <inkml:trace contextRef="#ctx0" brushRef="#br3" timeOffset="178464.677">26351 6924,'-1'7,"1"0,0 1,1-1,0 0,0 0,0 0,1 0,0 0,1 0,-1-1,1 1,1-1,-1 1,1-1,0 0,0-1,1 1,0 0,7 7,1 0,0-1,1 0,0-1,0-1,12 7,-3-4,0-1,1-1,0-1,1-1,0-1,0-1,1-2,0 0,0-2,0 0,0-2,0-1,0-1,0-1,0-2,11-3,-26 5,-1-2,0 1,0-2,0 1,0-1,-1-1,0 1,0-2,0 1,-1-1,0-1,0 1,-1-1,0-1,0 1,-1-1,0 0,0-1,-1 1,-1-1,1 0,-2 0,1-1,-2 1,3-11,-4 12,1 1,-1-1,0 0,-1 0,0 0,0 0,-1 0,0 0,-1 0,2 8,0 1,0 0,0-1,0 1,0 0,0-1,0 1,0 0,0-1,0 1,-1 0,1-1,0 1,0 0,0-1,0 1,-1 0,1 0,0-1,0 1,0 0,-1 0,1-1,0 1,0 0,-1 0,1 0,0-1,-1 1,1 0,0 0,-1 0,1 0,0 0,-1 0,1 0,0 0,-1 0,1 0,0 0,-1 0,1 0,0 0,-1 0,1 0,0 0,-1 0,1 0,0 0,-1 1,1-1,0 0,0 0,-1 0,1 1,0-1,-1 0,1 0,0 1,0-1,0 0,-1 0,1 1,0-1,0 0,0 1,0-1,0 0,0 1,-1-1,-11 27,0 16,3 2,1-1,3 1,-1 37,4-50,-31 712,33-736,-1 14,-1 0,0 1,-2-1,0 0,-2-1,-4 13,10-32,-1 0,1 0,-1 0,0 0,1 0,-1-1,0 1,0 0,0 0,0 0,0-1,-1 1,1-1,-1 1,1-1,-1 1,1-1,-1 0,0 0,1 0,-1 0,0 0,0 0,0 0,0 0,0-1,0 1,0-1,0 0,0 1,0-1,0 0,0 0,0 0,0-1,0 1,0 0,-1-1,-4-4,1 0,-1-1,1 0,0 0,0 0,0-1,1 0,0 0,1 0,0-1,0 0,0 0,1 0,-1-3,3 10,-30-84,2-1,5-1,-13-88,34 161,2 11,-1 0,1 0,0-1,0 1,0-1,1 1,-1-1,1 1,0-1,0 1,0-1,0 0,1 1,0-1,-1 1,1-1,0 1,1 0,-1-1,0 1,1 0,0 0,0 0,0-1,4 2,-1 0,0 0,1 0,-1 0,1 1,0 0,-1 0,1 1,0 0,-1 0,1 0,0 0,-5 0,66 2,0 3,-1 3,0 3,47 14,-47-6</inkml:trace>
  <inkml:trace contextRef="#ctx0" brushRef="#br3" timeOffset="178938.172">27487 8021,'26'-43,"-2"0,-2-1,-2-1,-2-1,-2-1,9-43,-18 63,-7 27,0 0,0 0,1 0,-1 0,0 0,0 0,0 0,1 0,-1 0,0 0,0 0,0 0,1 0,-1 0,0 0,0 0,0 0,1 0,-1-1,0 1,0 0,0 0,0 0,1 0,-3 26,-26 385,28-327,1-20,-3-1,-3 0,-9 44,4-80,10-27,-1 0,1 0,-1 1,1-1,-1 0,1 0,-1 0,1 1,-1-1,1 0,-1 0,0 0,1 0,-1 0,1 0,-1 0,1 0,-1 0,1-1,-1 1,1 0,-1 0,1 0,-1 0,1-1,-1 1,1 0,-1-1,1 1,-1 0,1-1,0 1,-1 0,1-1,0 1,-1-1,1 1,0-1,-1 1,1-1,0 1,0-1,0 1,0-1,-1 1,1-1,0 0,-1 1,0-1,0 0,1 1,-1-1,0 0,1 0,-1 1,1-1,-1 0,1 0,0 0,-1 0,1 0,0 0,-1 0,1 1,0-1,0 0,0 0,0 0,0 0,0 0,0 0,0 0,1 0,-1 0,0 0,0 0,1 0,-1 0,1 0,-1 0,1 1,-1-1,1 0,-1 0,1 1,0-1,-1 0,1 1,0-1,0 0,-1 1,1-1,0 1,0 0,0-1,0 1,0-1,0 1,0 0,142-19,22 8,-85 7</inkml:trace>
  <inkml:trace contextRef="#ctx0" brushRef="#br3" timeOffset="186155.063">23865 1309,'5'27,"0"-40,4-38,2 1,2 1,3 0,2 1,1 0,3 2,2 1,2 0,17-20,-13 24,3 1,1 2,2 1,1 2,2 2,1 1,2 2,1 2,1 2,1 1,1 3,35-11,39-10,2 6,1 5,2 6,72-4,90-4,1 12,1 13,156 20,-198 11,0 10,-3 11,-1 11,-4 10,-2 10,-3 11,15 18,-106-38,-3 7,121 82,-196-110,-1 3,-3 3,-2 2,-2 3,-2 2,35 51,-64-71,-1 2,-1 0,-3 2,-1 0,-2 2,-2 0,-1 1,-3 0,-2 1,-1 0,-3 1,-2-1,-1 1,-3 0,-1 0,-3 0,-1 0,-3-1,-2 0,-1 0,-9 20,-3 0,-3-2,-3-2,-2 0,-2-2,-4-1,-1-2,-25 24,-22 19,-4-5,-4-3,-104 77,6-23,-7-9,-5-8,-6-10,-4-8,-6-10,-3-10,-4-9,-3-10,-141 20,-104 6,-321 74,486-90,-101 25,-189 15,568-116,-30 3,2 3,0 2,-41 16,83-23,1 1,1 0,-1 0,1 2,1 0,-1 1,1 0,1 1,0 0,1 2,0-1,1 1,0 1,1 0,-2 4,-42 88,36-68,-1-1,-2-1,-19 25,-7-6,-4-1,-1-2,-59 43,41-36,3 2,-12 19,64-61,1 0,1 0,0 1,2 1,0 0,2 1,0 0,-2 10,8-21,0-1,-1 0,0 0,-1 0,0-1,-1 1,1-1,-2 0,1-1,-1 0,-1 0,0 0,0-1,0 0,-1 0,0-1,-9 5,17-11,1 1,-1-1,1 0,-1 1,1-1,-1 0,1 0,-1 1,1-1,-1 0,0 0,1 0,-1 0,1 0,-1 0,1 0,-1 0,0 0,1 0,-1 0,1 0,-1 0,0 0,1 0,-1-1,1 1,-1 0,1 0,-1-1,1 1,-1 0,1-1,-1 1,1-1,-1 1,1-1,0 1,-1-1,1 1,0-1,-1 1,1-1,0 1,0-1,-1 1,1-1,0 1,0-1,0 0,0 1,0-1,0 1,0-1,4-34,68-214,-75 223,-13 37,9 7,1 0,0 0,2 1,0-1,0 1,2 0,1 0,0 10,-3 22,-3 6,-3-1,-2-1,-3 0,-16 39,15-59,8-53,16-144,1 88,-7 42,3-21,-2-1,-3 1,-3-18,4 69,-1 0,0 1,1-1,-1 0,0 0,0 1,0-1,0 0,-1 0,1 0,0 1,-1-1,1 0,-1 1,0-1,1 0,-1 1,0-1,0 1,0-1,0 1,0 0,0-1,-1 1,1 0,0 0,-1 0,1 0,-1 0,1 0,-1 0,1 0,-1 0,0 1,1-1,-1 1,0-1,0 1,1 0,-1 0,0 0,0 0,0 0,1 0,-1 0,0 0,0 1,1-1,0 1,0-1,0 1,0 0,0-1,0 1,0 0,1-1,-1 1,0 0,0 0,1 0,-1 0,0 0,1 0,-1 0,1 0,-1 0,1 0,-1 0,1 0,0 0,0 0,0 0,-1 1,1-1,0 0,0 0,0 0,1 0,-1 0,0 0,0 1,1-1,-1 0,0 0,1 0,-1 0,1 0,0 0,0 0,41 27,169 3,-207-30,17 1,1 1,-1 1,0 1,0 1,-1 1,0 1,0 0,8 6,-25-13,-1 1,0-1,1 1,-1-1,0 1,0 0,0 0,0 0,0 0,-1 0,1 0,-1 1,1-1,-1 0,0 1,0-1,0 1,0-1,0 1,-1 0,1-1,-1 1,1 0,-1-1,0 1,0 0,-1 0,1-1,0 1,-1 0,0-1,1 1,-1-1,0 1,0-1,-1 1,1-1,0 1,-1-1,0 1,-11 11,0 0,0-1,-2-1,1 0,-2 0,1-2,-3 1,-14 10,-15 13,1 1,1 2,-9 14,-28 32,46-50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8:49.71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5134 756,'-2'0,"1"0,-1 0,0 0,1-1,-1 1,1-1,-1 1,0-1,1 0,-1 1,1-1,0 0,-1 0,1 0,0 0,-1 0,1-1,0 1,0 0,0 0,0-1,0 1,0-1,1 1,-1-1,0 1,1-1,-1 1,1-1,0 1,-1-1,1 0,-4-57,4 51,0-1,2-35,-3 1,-1-1,-3 0,-4-14,-16-82,21 125,0 1,-1 0,-1 0,0 0,-1 0,0 1,-1 0,-1 1,0 0,-1 0,0 1,-1 0,0 1,0 0,-1 1,0 0,-4-1,1 2,-1 0,0 1,0 0,0 1,-1 1,0 1,0 1,0 0,0 1,-1 0,1 2,0 0,-1 1,-14 3,-22-3,49-1,-1 1,0-1,0 1,1 0,-1 1,1-1,-1 1,1 0,-1 0,1 1,0 0,0 0,0 0,1 0,-1 1,1 0,0 0,-3 2,-26 25,21-22,1 0,1 1,0 0,0 0,1 1,0 1,1-1,0 2,1-1,0 1,-4 13,-38 233,38-206,3 0,2 0,2 0,3 6,1 391,-13-153,6-14,3-230,3 0,3 0,5 37,5 32,-6 0,-5 1,-11 82,8-106,4 1,4-1,14 60,11 147,-25-21,-8-173,-1-9,-4 1,-19 86,-12 150,14-170,-25 264,36-298,-21 83,-11 102,44 22,0 269,-12-311,27 165,12-165,-18-216,5-1,2-1,14 31,-20-82,1 0,2-1,1 0,1-1,2-1,1-1,2 1,-2-10,0-1,2-1,0 0,1-2,0 0,2-1,20 10,-31-18,-5-1,2 1,-1-1,0-1,1 1,0-1,0-1,0 1,1-1,-1-1,1 0,0 0,-1 0,1-1,0-1,0 0,0 0,0 0,-1-1,1 0,0-1,8-2,100-67,-105 66,-1-2,-1 0,1 0,-1 0,-1-2,1 1,-1-1,-1 0,1-1,-2 0,1 0,-2-1,1 0,-1 0,2-7,1-2,-2 0,0-1,-1 0,-1 0,0 0,-2 0,-1-1,0-6,25-277,-20 156,16-75,17-214,-20 0,13 124,-28 227,-3 0,-4 0,-8-38,3 39,6 13,3 0,8-51,-3 49,5-374,-2 28,-3 264,-7 0,-7-2,-15-147,11 243,-15-171,27-179,12 19,-14-424,16 598,-8 145,-2-1,-6-66,-6 42,5 0,7-66,-1 124,-3-1,-1 0,-2 0,-3-8,-1-66,-8 38,6 32,3 38</inkml:trace>
  <inkml:trace contextRef="#ctx0" brushRef="#br0" timeOffset="841.661">5749 1544,'-190'127,"177"-120,47-28,1177-734,-929 601,-218 127,-64 35,-102 90,73-72</inkml:trace>
  <inkml:trace contextRef="#ctx0" brushRef="#br0" timeOffset="1265.54">5468 2708,'316'-170,"-262"139,854-504,-669 403,-208 128,-27 10</inkml:trace>
  <inkml:trace contextRef="#ctx0" brushRef="#br0" timeOffset="1924.405">5736 4205,'24'-2,"-1"-2,0-1,0-1,0 0,-1-2,0-1,0-1,-1 0,0-2,2-2,-20 12,265-157,73-67,-170 110,25-11,-190 124,37-10,-43 13,1 1,-1 0,1 0,-1-1,1 1,-1 0,0 0,1 0,-1 0,0 0,0 0,1 0,-1 0,0 0,0 0,0-1,0 1,0 0,0 0,-1 0,1 0,0 0,0 0,-1 0,1 0,-1 0,1 0,-1-1,1 1,-1 0,1 0,0-1,-10 20</inkml:trace>
  <inkml:trace contextRef="#ctx0" brushRef="#br0" timeOffset="2558.243">5696 5823,'27'0,"2"-13,0-2,-1 0,0-2,-2-1,12-11,4-1,219-150,8 12,103-40,-325 184,2 1,0 3,17-3,-42 17,-16 8</inkml:trace>
  <inkml:trace contextRef="#ctx0" brushRef="#br0" timeOffset="3166.905">5642 7347,'-4'10,"20"-16,239-170,-62 44,5 9,5 9,125-47,-288 143,2 1,0 3,1 1,1 2,4 1,-28 9,-16 4,-9 2</inkml:trace>
  <inkml:trace contextRef="#ctx0" brushRef="#br0" timeOffset="3618.419">6043 8029,'16'-11,"14"-11,14-9,13-7,10-7,12-5,6-1,2 4,-1 6,-10 9,-15 8,-15 8,-17 7</inkml:trace>
  <inkml:trace contextRef="#ctx0" brushRef="#br0" timeOffset="4555.014">3958 1197,'-14'23,"-13"18,-11 17,-11 14,-11 13,-10 14,-13 17,-9 12,-6 8,1-2,7-9,20-26</inkml:trace>
  <inkml:trace contextRef="#ctx0" brushRef="#br0" timeOffset="4961.393">3904 2735,'-9'16,"-12"18,-19 25,-20 29,-23 32,-22 29,-21 26,-18 19,15-23</inkml:trace>
  <inkml:trace contextRef="#ctx0" brushRef="#br0" timeOffset="5529.602">3891 4660,'-14'14,"-13"15,-11 19,-13 20,-14 18,-12 23,-10 16,-10 16,13-17</inkml:trace>
  <inkml:trace contextRef="#ctx0" brushRef="#br0" timeOffset="6120.932">3784 6291,'-16'20,"-14"23,-16 23,-16 22,-15 19,-14 14,10-13</inkml:trace>
  <inkml:trace contextRef="#ctx0" brushRef="#br0" timeOffset="6560.224">3650 7401,'-11'15,"-9"16,-7 14,-8 17,-13 16,-8 12,-12 12,7-12</inkml:trace>
  <inkml:trace contextRef="#ctx0" brushRef="#br1" timeOffset="30389.946">4867 2119,'-1'-4,"-1"0,0-1,0 1,0 0,0 0,-1 0,0 0,1 0,-2 1,1-1,0 1,-1 0,1 0,-1 0,0 0,0 1,0 0,0-1,0 2,-1-1,1 0,-1 1,1 0,-2-1,-3-1,-5-2,0 2,0 0,0 0,0 2,0-1,0 2,-1 0,-11 2,-10-1,24 1,0 1,1 0,-1 1,1 0,0 1,0 0,0 1,1 0,0 1,0 0,1 1,-1 0,2 0,-1 1,1 0,1 0,0 1,-4 7,0-1,0 1,2 1,0 0,1 1,1-1,1 1,1 1,0-1,1 1,1-1,1 1,1 0,1 0,1 0,0 0,2 3,-1-3,2-1,0 1,1-1,1 0,1-1,1 1,0-1,1-1,1 1,68 70,-35-45,-35-37,0 0,0-1,0-1,1 1,0-2,-1 1,1-1,1 0,-1-1,0 0,1 0,-1-1,1 0,0-1,-1 0,1-1,-1 0,1 0,-1-1,1 0,-1-1,5-2,1 0,0-1,0-1,-1 0,0-1,0-1,-1 0,0 0,-1-2,0 1,-1-2,0 1,0-2,-2 1,1-1,-2-1,1 0,-2 0,0 0,1-5,2-13,-1 0,-1 0,-2-1,-1 0,-2 0,-1 0,-1-1,-3-16,2 38,-1 5,-1 0,0-1,0 1,0 0,-1 0,1 1,-2-1,1 0,-1 1,0 0,0 0,-1 0,0 0,-1 0,-12-17,13 13,-1 1,0 1,-1-1,0 1,-1 0,1 1,-1 0,-1 0,1 1,-1-1,0 2,-1 0,-1-1,-3 3</inkml:trace>
  <inkml:trace contextRef="#ctx0" brushRef="#br1" timeOffset="33185.598">54 2119,'-17'-22,"16"21,1 1,-1 0,1 0,-1-1,1 1,-1 0,1 0,-1 0,1 0,-1 0,1 0,-1 0,1 0,-1 0,1 0,-1 0,1 0,-1 1,1-1,-1 0,1 0,-1 0,1 1,-1-1,1 0,-1 1,1-1,0 0,-1 1,1-1,0 0,-1 1,1-1,0 1,-1-1,1 1,0-1,0 0,0 1,-1-1,1 1,0-1,0 1,0-1,0 1,0-1,0 1,0 0,0-1,0 1,0-1,0 1,-7 151,-2 248,6-209,3-189,0 0,1 0,-1 0,0 0,1 0,-1 0,1 0,0 0,-1 0,1 0,0 0,0 0,0-1,0 1,1 0,-1-1,0 1,1-1,-1 0,1 1,-1-1,1 0,0 0,0 0,-1 0,1 0,0 0,0-1,0 1,0 0,0-1,0 0,0 1,0-1,0 0,0 0,0 0,0 0,0-1,0 1,0 0,103-2,158 8,-177-1,0-2,28-6,-104 2,331-12,215 14,-315 12,-109-5,8-11,-48-3,64-1,6 1,-153 4,1-1,-1 0,0 0,-1-1,1 0,-1-1,1 0,-1 0,-1-1,1 0,-1 0,0-1,0 0,-1 0,0 0,0-1,-1 0,3-5,1-6,0-1,-1 0,-2 0,0-1,-1 0,-1 0,0 0,-2 0,-1-1,0 1,-3-15,2 21,0-267,0 279,1 0,-1-1,0 1,0 0,0-1,-1 1,1-1,-1 1,0 0,0 0,0-1,0 1,0 0,-1 0,1 0,-1 0,0 0,0 1,0-1,0 0,-1 1,1 0,-1-1,1 1,-1 0,0 0,0 0,0 1,0-1,0 1,0 0,-1-1,-11 0,1 0,-1 1,1 1,-1 0,0 1,1 1,-9 2,-42 2,-443-19,430 9,0-3,-66-16,52 5,0 5,-1 3,-51 3,-688 9,684-16,135 14,11-1,-1 1,0-1,1 1,-1 0,1 0,-1 0,0 0,1 0,-1 0,0 1,1-1,-1 1,1 0,-1 0,1 0,0 0,-1 0,1 1,0-1,0 1,0-1,0 1,0 0,-2 2,-2 7</inkml:trace>
  <inkml:trace contextRef="#ctx0" brushRef="#br1" timeOffset="35149.547">54 3109,'5'-8,"0"31,-1 98,-5-1,-12 61,0 59,12-223,0-13,0-1,0 1,0-1,1 1,-1-1,1 1,0-1,0 1,0-1,1 1,-1-1,1 1,0-1,0 0,0 1,0-1,1 0,-1 0,1 0,0 0,0 0,0 0,0 0,1 0,-1-1,1 0,-1 1,1-1,3 2,6-3,1 0,0 0,-1-1,1-1,0 0,-1-1,1 0,-1-1,0-1,7-2,20-4,127-21,2 8,0 7,60 6,-154 11,0 3,0 3,5 5,-45-7,69 4,1-5,66-6,-131 1,93-5,-60 1,1 3,67 8,-120-3,1-1,0-1,-1-1,1-1,-1 0,1-2,-1 0,0-2,19-6,-14 4,-1 0,1 2,0 0,0 2,0 1,0 1,6 1,-23-1,-1 0,1 0,-1-1,0-1,0 1,0-1,0 0,0-1,-1 1,1-1,-1-1,0 1,0-1,0 0,-1 0,0-1,0 0,0 0,-1 0,0 0,0-1,-1 1,1-1,-1 0,-1 0,1-1,-1 1,-1 0,1-1,-1 1,-1-1,1 1,-1-7,2-40,-1 1,-3-1,-2 1,-3 0,-2 0,5 25,-2 0,-1 0,-1 1,-1 0,-1 1,-9-15,17 37,-1 0,0 0,0 0,-1 0,1 1,-1-1,0 1,1 0,-1 0,-1 0,1 1,0-1,-1 1,1 0,-1 0,0 1,0 0,1-1,-1 2,0-1,-3 0,-109 6,91-2,-129 10,-68-6,-764-8,845-3,-1-7,-68-17,97 15,0 5,-71 5,111 4,80 4,4-3</inkml:trace>
  <inkml:trace contextRef="#ctx0" brushRef="#br1" timeOffset="36173.887">4773 3136,'1'-6,"-1"1,0-1,0 0,-1 1,1-1,-1 0,-1 1,1-1,-1 1,0-1,0 1,0 0,-1 0,0 0,0 0,0 0,-1 1,1-1,-1 1,0 0,0 0,-1 1,1-1,-1 1,0 0,0 0,0 0,0 1,0-1,-2 1,-4-1,0 0,0 1,0 0,0 1,0 0,0 1,-1 0,1 0,0 2,0-1,0 1,0 1,1 0,-1 0,0 1,1 1,0 0,0 0,1 1,-1 0,1 1,1-1,-1 2,1-1,0 2,1-1,0 1,0 0,1 0,0 0,0 1,1 0,1 0,0 1,-1 1,3 6,-1 0,2-1,0 1,2 0,0 0,0-1,2 1,0-1,1 1,1-1,1 0,0-1,1 1,1-1,0 0,1-1,1 0,0-1,1 0,1 0,0-1,1-1,0 0,1-1,0 0,0-1,2-1,-1 0,1-1,0-1,1 0,-1-1,1-1,1 0,0-2,-8-2,-1-1,1 0,0 0,-1-1,1 0,-1-1,1 0,-1-1,0 0,0 0,0-1,0 0,-1-1,1 0,-1 0,0-1,-1 0,1 0,-1-1,0 1,-1-2,0 1,0-1,-1 0,1 0,-2 0,1-1,-1 0,-1 0,2-3,2-7,0-1,-1 0,0 0,-2 0,-1-1,0 1,-2-1,0 0,-1 0,-1 1,-1-1,-1 0,-1 1,-1 0,0 0,-2 0,-3-6,7 19,0 0,-1 0,0 1,0 0,-1-1,0 2,0-1,0 0,-1 1,0 0,0 0,0 1,0 0,-1 0,0 0,1 1,-2 0,1 0,0 1,0 0,-1 0,1 0,-1 1,1 0,-1 1,0 0,1 0,-1 1,0 0,1 0,-1 0,1 1,-1 0,-5 3,-2 4,0 0,0 1,1 1,0 0,0 1,2 0,-1 1,2 1,0 0,0 0,1 1,1 0,1 1,0 0,1 0,-2 7,-18 50</inkml:trace>
  <inkml:trace contextRef="#ctx0" brushRef="#br1" timeOffset="36635.06">4546 3965,'-10'-8,"0"1,0 0,-1 1,0 0,0 1,0 0,-1 1,1 0,-1 0,0 2,0-1,-1 1,1 1,0 1,-1-1,-1 2,9 1,1-1,-1 2,1-1,-1 0,1 1,0 0,0 0,0 0,0 0,1 1,-1 0,1-1,0 1,0 1,0-1,1 0,-1 1,1-1,0 1,1-1,-2 5,-16 106,19-90,1 0,0-1,2 1,1 0,1-1,1 0,1 0,5 8,-8-20,1 0,1-1,0 1,0-1,1-1,1 1,0-1,0-1,1 1,0-2,1 1,0-1,0 0,0-1,1 0,1-1,0 0,7 0,0-1,1 0,-1-2,0 0,1-2,0 0,-1-1,1-1,0 0,-1-2,1 0,-1-2,0 0,0-1,-1 0,0-2,0 0,0-1,-1-1,-1-1,1 0,-2-1,0-1,0 0,-1-1,-1-1,0 0,-1 0,-1-1,0-1,-2 0,1-1,-2 1,5-18,-9 25,0-1,-1 1,-1 0,0-1,0 0,-1 0,-1 1,1-1,-2 0,0 0,0 0,-1 1,0-1,0 1,-2-1,1 1,-1 0,-1 0,1 1,-2-1,1 1,-1 0,-1 0,0 1,0 0,0 0,-1 1,-1 0,1 0,-4-2,-1 2,0 1,0 0,0 1,-1 0,0 1,0 1,0 0,0 0,-1 2,1 0,-1 1,1 0,-1 1,1 0,0 1,-1 1,1 1,-5 1,-14 6,1 1,1 1,0 2,0 1,2 2,0 0,-4 6,-40 33</inkml:trace>
  <inkml:trace contextRef="#ctx0" brushRef="#br1" timeOffset="38834.586">135 4005,'-2'2,"0"-1,0 1,0-1,0 1,0 0,0 0,0 0,1 0,-1 0,1 0,0 0,0 0,-1 1,1-1,1 1,-1-1,0 1,1-1,-1 1,1-1,0 1,-1-1,1 1,1-1,-1 1,0 0,1-1,-1 1,0 5,-26 289,25-294,1-1,-1 1,0-1,1 1,0 0,-1-1,1 1,0-1,1 1,-1 0,0-1,1 1,-1 0,1-1,0 1,0-1,0 0,0 1,0-1,1 0,-1 1,1-1,-1 0,1 0,0 0,0 0,0-1,0 1,0 0,0-1,0 0,1 1,-1-1,0 0,1 0,-1 0,1 0,1 0,179 9,272 47,50-29,-101-24,-132 20,274-24,-536 0,-1 1,0 0,1 0,-1 1,0 0,0 1,0 0,0 0,0 1,-1 0,6 4,-10-7,-1 1,1-1,0 0,0 0,0 0,0 0,1-1,-1 0,0 1,0-2,0 1,0 0,0-1,0 0,0 0,0 0,0 0,0-1,0 1,0-1,-1 0,1 0,-1-1,1 1,75-70,-68 53,0 1,-1-2,0 1,-2-2,-1 1,0-1,-1 0,-2 0,0-1,-1 1,-1-1,-1 0,-1 1,-1-1,-2-10,4 19,-1 0,-1 1,0-1,0 0,-1 0,-1 0,0 1,-1 0,0-1,-1 1,0 1,-1-1,0 1,-1 0,0 0,-1 1,0 0,-1 0,0 1,-9-8,2 7,0 2,0 0,-1 0,0 2,0 0,-1 1,0 0,0 2,0 0,0 1,0 1,-3 0,-42-2,-318-3,-387 17,590-11,5 6,93-1,0-3,-37-6,-105-19,-73-3,259 33,29-1</inkml:trace>
  <inkml:trace contextRef="#ctx0" brushRef="#br1" timeOffset="41349.353">148 4740,'-16'29,"-24"105,5 2,6 6,27-133,-7 90,9-95,1 0,0 0,-1 0,1 0,1 0,-1-1,0 1,1 0,0-1,0 1,0-1,0 0,0 1,1-1,0 0,-1 0,1-1,0 1,1-1,-1 1,0-1,1 0,1 0,14 6,1-2,1-1,-1 0,1-2,0 0,0-2,0 0,0-1,13-2,1 2,365 7,44 0,-271-8,118 9,29-2,-199-7,14 9,26 2,-131-5,1-1,0-2,0-1,0-2,12-2,-32 0,0 0,-1-1,0 0,0-1,0 0,-1 0,1-1,-1-1,0 1,-1-1,0-1,6-6,-12 12,9-9,-1-1,0 0,-1-1,-1 0,0 0,-1 0,0-1,-1-1,-1 1,0-1,-1 1,0-1,-1-1,-1 1,0 0,-2-1,1 1,-3-15,2 9,1 14,0 0,-1 1,0-1,-1 0,1 0,-1 0,0 1,-1-1,0 0,0 1,0 0,-1-1,0 1,0 0,0 0,-1 0,-1-1,-10-9,-134-132,134 140,0-1,0 2,-1 0,0 1,0 0,-1 2,1-1,-1 2,0 1,0 0,0 1,-2 0,-17-2,-248-13,-421-3,137 20,211 40,312-38,-153-2,193-1,0-1,0 1,0-1,0 1,-1 1,1-1,0 1,0 0,0 0,0 0,0 1,0 0,1 0,-4 2,-8 6</inkml:trace>
  <inkml:trace contextRef="#ctx0" brushRef="#br1" timeOffset="42449.664">4867 4780,'-23'-10,"0"0,-1 2,-1 1,1 0,-1 2,0 1,0 1,0 1,0 1,-23 3,39-2,0 0,-1 1,1 0,0 0,0 1,-1 0,1 1,1 0,-1 0,0 1,1 0,0 0,0 1,0 1,0-1,1 1,0 0,0 1,1-1,-1 1,1 1,1-1,0 1,0 0,0 0,1 2,-5 12,1 1,1 0,1 0,2 1,0-1,1 1,2 0,0 0,1 0,2 0,0 0,4 10,-5-23,1 0,1 0,0 0,1 0,0 0,0-1,1 0,1 0,-1 0,2 0,-1-1,1 0,1-1,-1 1,2-1,-1-1,1 0,0 0,0 0,1-1,0-1,0 0,0 0,1-1,2 1,8-1,1 0,0-2,0 0,0-2,1 0,-1-1,0-2,0 0,-1-1,1-1,-1-1,0-1,0-1,-1-1,0 0,0-2,-1 0,-1-2,0 0,0 0,-2-2,13-13,-19 19,-2-1,1 1,-1-1,-1-1,0 1,0-1,-1-1,-1 1,0-1,0 0,-1 0,-1-1,0 1,0-1,-2 1,1-1,-2 0,0 0,0 1,-1-1,0 0,-2 1,1-1,-1 1,-1-1,0 1,-1 0,0 1,-2-2,0 1,-1 0,-1 0,0 1,0 0,-1 1,0 0,-1 0,0 1,-1 1,0 0,0 1,0 0,-1 0,0 2,-1-1,1 2,-1 0,0 0,0 1,0 1,0 1,0 0,-1 0,1 2,-11 1,-5 3,1 1,0 2,0 1,0 1,2 2,-4 2,-68 35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9:38.1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 0,'-1'15,"0"0,2 0,0 0,0 0,2 0,0 0,0-1,2 0,-1 1,2-1,0-1,1 1,0-1,1 0,0-1,1 0,0 0,1-1,1 0,-1-1,2 0,-1-1,2 0,-1-1,1 0,0-1,0 0,1-1,0-1,6 2,-14-6,-1-1,1 1,0-1,0 0,-1 0,1 0,0-1,-1 0,1 0,-1-1,1 1,-1-1,1 0,-1-1,0 1,0-1,0 0,0 0,-1-1,1 1,-1-1,0 0,0 0,-1-1,1 1,-1-1,0 0,0 0,0 0,0 0,3-7,-1 0,0 0,0-1,-1 0,-1 0,0 0,-1 0,0 0,-1 0,0-1,-1 1,-2-8,-9-15,11 36,0-1,0 0,0 1,-1-1,1 1,0-1,-1 1,1-1,0 1,-1-1,1 1,-1-1,1 1,-1-1,1 1,-1 0,1-1,-1 1,1 0,-1 0,1-1,-1 1,0 0,1 0,-1 0,0 0,1-1,-1 1,1 0,-1 0,0 0,1 0,-1 1,1-1,-1 0,0 0,1 0,-1 0,1 1,-1-1,0 0,1 1,-1-1,1 0,-1 1,1-1,-1 0,1 1,0-1,-1 1,1-1,-1 1,1-1,0 2,-5 5,1 1,0 0,0 1,1-1,0 1,0-1,1 1,0 0,1 0,0 0,0 5,0-4,-3 62,4 1,2 0,4-1,3 0,9 28,17 190,-32-257,-2 0,-1 0,-1 0,-2 0,-1 0,-2 0,-1-1,-2 0,-1 0,-12 24,21-52,0 0,-1 0,0-1,0 1,0-1,0 1,0-1,0 0,-1 0,0 0,1 0,-1 0,0 0,-1-1,1 0,0 1,-1-1,1 0,-1-1,0 1,1-1,-1 0,0 1,0-2,0 1,0 0,0-1,0 0,0 0,0 0,0 0,0-1,0 1,-2-2,-7-6,0-1,1-1,0 0,1 0,0-1,0 0,1-1,1-1,0 1,1-1,0-1,0-1,-6-9,1-2,0 0,2 0,2-1,0-1,1 1,-1-15,8 37,0 0,0 0,1 0,-1-1,1 1,0 0,0 0,1 0,-1-1,1 1,0 0,1 0,-1 0,1 0,0 1,0-1,1 0,-1 1,1 0,0-1,0 1,1 0,-1 0,1 1,0-1,0 1,0 0,0 0,1 0,-1 0,5-1,16-4,1 0,0 2,0 1,1 1,-1 1,1 2,-1 0,19 3,25 0,-8 2</inkml:trace>
  <inkml:trace contextRef="#ctx0" brushRef="#br0" timeOffset="464.655">629 1164,'-1'-3,"0"0,0 0,1 0,-1-1,1 1,-1 0,1 0,0 0,0 0,1 0,-1-1,1 1,-1 0,1 0,0 0,0 0,0 0,1 1,-1-1,1 0,-1 0,1 1,0-1,0 1,0 0,0-1,1 1,-1 0,1 0,-1 0,1 1,0-1,-1 1,1-1,0 1,1 0,0-1,0 0,1 0,-1 1,1-1,-1 1,1 0,-1 0,1 1,0-1,-1 1,1 0,0 1,-1-1,1 1,0 0,-1 0,1 0,-1 0,0 1,1 0,-1 0,0 0,0 1,0-1,0 1,-1 0,1 0,-1 0,1 0,-1 1,0-1,-1 1,1 0,-1 0,1 0,-1 0,0 1,0 2,-1 1,0 0,0 0,0 0,-1 0,0 0,-1 0,0-1,0 1,-1 0,0 0,0-1,0 1,-1-1,-1 0,-3 7,-76 107,74-110,-17 22,13-20,1 0,1 1,0 0,1 1,1 0,0 1,1 0,1 0,0 0,2 1,-1 0,0 12,6-26,0-1,0 0,0 1,0-1,1 0,-1 1,1-1,0 0,0 0,0 0,0 1,0-1,0 0,0 0,1-1,-1 1,1 0,-1 0,1-1,0 1,0-1,0 1,0-1,0 0,0 0,0 0,0 0,0 0,0 0,1 0,-1-1,0 1,1-1,-1 0,0 0,1 0,-1 0,0 0,1 0,-1 0,0-1,1 0,102 2,-66-3,1 3,-1 1,0 2,7 2,31 14,-48-12</inkml:trace>
  <inkml:trace contextRef="#ctx0" brushRef="#br0" timeOffset="884.375">1058 295,'20'6,"21"6,16-1,16 2,5-3,2 0,-7 0,-15-1</inkml:trace>
  <inkml:trace contextRef="#ctx0" brushRef="#br0" timeOffset="1151.659">1178 669,'20'3,"26"0,22-3,16-5,-7-2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0:56.423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23,'7'2,"13"1,18 0,17-3,16-4,12-1,4 0,3-1,-2 0,-15 2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0:54.876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181 148,'-5'-13,"0"-3,1 9,7 11,9 15,10 16,10 13,9 9,4 7,1 4,0 1,-3-1,-8-4,-6-5,-9-9,-7-10,-7-12</inkml:trace>
  <inkml:trace contextRef="#ctx0" brushRef="#br0" timeOffset="209.954">502 82,'-13'9,"-15"12,-11 16,-7 16,-6 12,-3 8,1 7,4 2,2-1,3-6,5-10,9-17</inkml:trace>
  <inkml:trace contextRef="#ctx0" brushRef="#br0" timeOffset="1015.299">729 696,'35'-12,"1"2,0 1,0 1,1 2,29 0,-64 5,1 0,-1 0,1 1,0-1,-1 1,1-1,0 1,0 0,-1 0,1 0,0 1,0-1,-1 0,1 1,0 0,-1 0,1 0,-1 0,1 0,-1 0,1 1,-1-1,0 1,0-1,0 1,0 0,0 0,0 0,0 0,0 0,-1 1,1-1,-1 0,0 1,0-1,0 1,0-1,0 1,0 0,0 2,-3 5,-1 0,0-1,-1 0,1 1,-2-1,1 0,-1-1,-1 1,0-1,0 0,0-1,-8 7,13-12,-198 203,198-204,0-1,0 1,1 0,-1-1,0 1,0 0,1-1,-1 1,1 0,-1 0,1 0,-1-1,1 1,-1 0,1 0,0 0,-1 0,1 0,0 0,0 0,0 0,0 0,0 0,0 0,0 0,0 0,0 0,0 0,0 0,1 0,-1 0,0-1,1 1,-1 0,1 0,-1 0,1 0,-1 0,1-1,-1 1,1 0,0-1,0 1,-1 0,1-1,0 1,0-1,0 1,0-1,-1 1,1-1,0 0,0 1,0-1,0 0,0 0,0 0,0 0,0 0,0 0,0 0,0 0,0 0,0 0,0 0,0-1,0 1,0 0,0-1,37 1,0-2,-1-1,1-2,0-2,18-6,-28 7,124-31,-96 21</inkml:trace>
  <inkml:trace contextRef="#ctx0" brushRef="#br0" timeOffset="2398.63">1464 1,'12'16,"10"14,8 12,6 9,6 10,3 6,0 5,0 0,-2-4,-3-3,-1-10,-6-8,-6-11,-5-11,-6-10</inkml:trace>
  <inkml:trace contextRef="#ctx0" brushRef="#br0" timeOffset="2659.279">1879 41,'-14'7,"-11"11,-8 15,-6 14,0 16,0 12,1 10,6 4,5 3,8-3,6-5,7-17</inkml:trace>
  <inkml:trace contextRef="#ctx0" brushRef="#br0" timeOffset="2937.471">2186 777,'0'-23,"0"-16,0-9,0-5,0 0,0 6,0 9,0 14,0 19,0 22,0 20,0 17,2 13,4 6,7 3,5-3,6-7,-3-15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1:03.969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55 1,'15'125,"-5"0,-5 1,-6 8,2 42,14 113,36 187,-25-306,-8 0,-7 2,-8-1,-17 156,-18-95,5-48,-2 180,34-84,1-164,-5 0,-5 0,-16 84,-16-18,13-76,5 2,4 12,10-23,5 1,4-1,10 45,2 95,-9 1,-11 2,1-35,2-148,-2 70,6-1,5 1,17 71,5 23,-30-219,-1 16,0 0,2-1,0 1,1-1,1 0,1 0,0 0,4 7,-9-24,0-1,0 0,0 1,0-1,1 0,-1 1,0-1,0 1,1-1,-1 0,0 1,1-1,-1 1,0-1,1 1,-1-1,1 1,-1-1,1 1,-1 0,1-1,-1 1,1 0,-1-1,1 1,0 0,-1 0,1-1,-1 1,1 0,0 0,-1 0,1 0,0 0,-1 0,1 0,0 0,-1 0,1 0,-1 0,1 1,0-1,-1 0,1 0,-1 0,1 1,0-1,-1 0,1 1,-1-1,1 1,-1-1,1 1,-1-1,0 1,1-1,-1 1,0-1,1 1,-1-1,0 1,1-1,-1 1,4-21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0:53.903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57 415,'-12'33,"2"0,0 1,3 0,0 1,3 0,0 0,3 0,1 0,1 0,4 19,61 429,61 726,-90-586,-38 467,-3-936,-29 539,27-642,-12 123,8 1,8 71,16-86,-15-161,1 1,0 0,-1 0,1 0,0 0,0 0,-1 0,1 0,0 0,-1 0,1 0,0 0,0 0,-1 0,1 1,0-1,-1 0,1 0,0 0,0 0,-1 0,1 1,0-1,0 0,0 0,-1 0,1 1,0-1,0 0,0 0,0 1,-1-1,1 0,0 0,0 1,0-1,0 0,0 0,0 1,0-1,0 0,0 1,0-1,0 0,0 0,0 1,0-1,0 0,0 1,0-1,0 0,-10-24,9 22,-6-18</inkml:trace>
  <inkml:trace contextRef="#ctx0" brushRef="#br0" timeOffset="11097.553">231 5709,'2'7,"1"9,3 9,-1 8,0 9,-2 6,0 6,-5 3,0-1,-1-4,0-8,1-12</inkml:trace>
  <inkml:trace contextRef="#ctx0" brushRef="#br0" timeOffset="12045.583">57 95,'-7'-16,"-2"-10,1-2,1 7,2 17,1 23,5 26,2 28,0 26,-3 25,-10 18,-4-16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0:58.819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28,'0'0,"0"0,1 1,-1-1,0 0,0 0,1 0,-1 0,0 0,0 1,1-1,-1 0,0 0,0 0,1 0,-1 0,0 0,1 0,-1 0,0 0,1 0,-1 0,0 0,0 0,1 0,-1 0,0 0,1-1,-1 1,0 0,0 0,1 0,-1 0,0-1,0 1,1 0,-1 0,0 0,6 254,42 760,-38-835,-7-1,-8 0,-14 62,-7-45,24-180,15-33,-3-29,-6 23</inkml:trace>
  <inkml:trace contextRef="#ctx0" brushRef="#br0" timeOffset="1092.243">402 283,'20'9,"17"10,8 10,5 10,2 10,-2 7,-2 6,-5 1,-5 0,-5-5,-5-7,-6-13,-6-12</inkml:trace>
  <inkml:trace contextRef="#ctx0" brushRef="#br0" timeOffset="1358.341">816 309,'-16'9,"-14"10,-11 13,-4 12,2 11,6 6,7 5,8 3,11-2,8-7,6-15</inkml:trace>
  <inkml:trace contextRef="#ctx0" brushRef="#br0" timeOffset="1607.71">1044 750,'0'9,"-1"-3,0 0,0-1,1 1,0 0,0 0,0 0,1 0,0 0,0-1,0 1,1 0,0-1,0 1,1-1,-1 0,1 0,0 0,0 0,1 0,0-1,0 1,0-1,0 0,0 0,1 0,4-1,0 0,0 0,0-1,0 0,1 0,-1-1,1 0,-1-1,1 0,-1-1,0 1,1-2,-1 0,0 0,1 0,-1-1,-1-1,1 1,0-1,-1-1,0 0,0 0,0 0,-1-1,1 0,-1-1,-1 0,0 0,3-4,-3 3,-1 0,0 0,0-1,-1 0,0 0,-1-1,0 1,0-1,-1 1,0-1,0-6,-2 11,0 1,0-1,0 1,0 0,-1-1,0 1,0 0,0-1,0 1,-1 0,1 0,-1 0,0 0,0 0,-1 0,1 1,-1-1,0 1,0 0,0 0,0 0,-1 0,1 0,-1 1,1-1,-5-1,0 1,-1-1,1 2,-1-1,1 1,-1 0,0 1,0 0,0 1,0 0,0 0,0 0,1 1,-1 1,0 0,0 0,1 0,-5 3,-7 3,0 0,1 2,0 0,0 2,1 0,-11 9,-9 11,10-5</inkml:trace>
  <inkml:trace contextRef="#ctx0" brushRef="#br0" timeOffset="1902.931">308 28,'-7'-5,"3"0,10-1,21 1,21 2,24 1,19 1,12 1,3 0,-10 0,-21 0</inkml:trace>
  <inkml:trace contextRef="#ctx0" brushRef="#br0" timeOffset="2574.745">549 1446,'16'20,"16"16,13 11,9 9,7 6,0 2,-4-1,-6-2,-8-5,-9-7,-10-12</inkml:trace>
  <inkml:trace contextRef="#ctx0" brushRef="#br0" timeOffset="2833.1">1097 1485,'-23'7,"-16"11,-16 17,-9 13,-3 12,2 8,9 3,14-1,13-6,14-7,17-11,8-13</inkml:trace>
  <inkml:trace contextRef="#ctx0" brushRef="#br0" timeOffset="3098.716">1257 2007,'-1'3,"1"1,0 0,0-1,0 1,0 0,1-1,-1 1,1 0,0-1,0 1,1-1,-1 1,0-1,1 0,0 1,0-1,0 0,0 0,1 0,-1-1,1 1,0 0,-1-1,1 0,0 0,0 0,1 0,-1 0,0 0,1-1,-1 0,1 0,-1 0,1 0,0 0,-1-1,1 1,0-1,3 0,6 0,0 0,0-1,1 0,-1-1,0 0,0-1,-1-1,1 0,-1-1,0 0,0-1,0 0,-1-1,0 0,0-1,-1 0,0 0,0-1,-1-1,0 0,6-8,-13 15,0-1,0 1,0 0,-1-1,1 1,-1-1,0 0,0 1,0-1,0 0,-1 0,1 0,-1 0,0 1,0-1,0 0,-1 0,0 0,1 0,-1 1,0-1,-1 0,1 1,-1-1,0 1,0-1,0 1,0 0,0 0,-1 0,1 0,-1 0,0 1,0-1,0 1,0-1,0 1,-6-3,1 1,-1 0,0 0,0 1,0 0,-1 0,1 1,-1 0,1 1,-1 0,0 1,1 0,-1 0,0 1,1 0,-1 1,1 0,-1 0,1 1,0 1,0-1,0 1,0 1,1 0,0 0,-6 5,12-8,0 0,0 0,0 0,1 0,-1 0,1 0,-1 0,1 1,0-1,0 0,0 1,0-1,1 1,-1-1,1 1,-1 0,1-1,0 1,0-1,0 2,5 18</inkml:trace>
  <inkml:trace contextRef="#ctx0" brushRef="#br0" timeOffset="3582.028">1739 28,'-9'116,"5"0,5-1,5 1,15 68,62 343,-47-340,-7 1,-8 2,-9 0,-9 67,-7-203,1-14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29:40.104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66CC00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380 722,'28'669,"-23"753,-63-560,56-845,-10 89,4 0,5 0,5 0,12 76,4-79,-10-72,0 1,-2-1,-2 1,-1 0,-1 0,-2 0,-1 0,-1 0,-2-1,-1 1,-2-1,-1 0,-4 9,7-32,1 0,0-1,1 1,0 1,0-1,1 0,-1 1,2 0,-1-1,2 1,-1 0,1 0,0-1,1 1,0 0,0-1,1 1,0 0,3 6,16 1,-16-19</inkml:trace>
  <inkml:trace contextRef="#ctx0" brushRef="#br0" timeOffset="33173.271">340 4974,'0'11,"3"13,0 16,2 15,0 14,-1 15,0 15,-2 12,-5 11,-7 7,-4 4,0-4,3-15,3-27</inkml:trace>
  <inkml:trace contextRef="#ctx0" brushRef="#br0" timeOffset="2636.223">3307 1230,'16'6,"13"11,9 9,6 9,4 7,3 5,0 4,-2 0,-2 0,-5-3,-5-4,-5-6,-6-8,-7-10,-6-7</inkml:trace>
  <inkml:trace contextRef="#ctx0" brushRef="#br0" timeOffset="2913.533">3803 1190,'-14'9,"-13"12,-12 12,-5 7,-3 5,3 5,6 0,5 2,6-3,8-2,6-2,6-4,9-7,4-10</inkml:trace>
  <inkml:trace contextRef="#ctx0" brushRef="#br0" timeOffset="3170.785">3910 1712,'9'8,"1"0,0 0,0-1,1 0,0 0,1-1,-1-1,1 0,0-1,0 0,0-1,1 0,-1-1,1 0,0-1,-1-1,1 0,0 0,0-1,-1-1,1 0,-1-1,1 0,-1-1,0-1,-1 1,1-2,-1 0,0 0,0-1,0 0,-1-1,-1 0,1-1,5-7,-12 13,0 0,0-1,-1 0,1 1,-1-1,0 0,0 0,-1 0,1 0,-1 0,0 0,0-1,0 1,0 0,-1-1,0 1,0 0,0-1,0 1,-1-1,0 1,0 0,0 0,0-1,-1 1,1 0,-1 0,0 0,0 1,-3-4,-1 0,-1 0,-1 1,0-1,0 2,0-1,0 1,-1 0,0 1,0 0,0 0,0 1,-1 0,1 1,-1 0,0 0,0 1,0 1,1-1,-1 2,0-1,0 1,0 1,1 0,-1 0,0 1,1 0,0 1,0 0,0 0,0 1,-1 1,-113 90,67-42</inkml:trace>
  <inkml:trace contextRef="#ctx0" brushRef="#br0" timeOffset="1099.917">1022 1109,'4'14,"7"11,5 6,8 5,7 0,7 1,5-1,0-2,-2-2,-5-3,-5-1,-8-5</inkml:trace>
  <inkml:trace contextRef="#ctx0" brushRef="#br0" timeOffset="1361.695">1356 1083,'-18'0,"-11"7,-5 9,0 13,2 13,0 11,3 7,3 6,2 0,6-4,6-13</inkml:trace>
  <inkml:trace contextRef="#ctx0" brushRef="#br0" timeOffset="1644.783">1570 1418,'3'-3,"0"1,-1 0,1 0,0 0,0 0,0 0,1 1,-1-1,0 1,1 0,-1 0,0 0,1 1,-1-1,1 1,0 0,-1 0,1 0,-1 0,3 1,-3-1,0 0,0 0,1 1,-1 0,0-1,0 1,0 0,0 0,0 1,0-1,-1 1,1-1,0 1,-1 0,1 0,-1 0,0 0,1 1,-1-1,0 1,0-1,-1 1,1 0,-1-1,1 1,-1 0,0 0,0 0,0 0,0 0,-1 1,1-1,-1 0,0 0,1 0,-2 0,1 1,0-1,-1 2,-2 9,-1 0,-1 0,0 0,-1-1,-1 1,0-1,0-1,-1 0,-1 0,0 0,-3 1,-48 77,60-89,-1 0,1-1,-1 1,1 0,-1 0,1 0,0 0,-1-1,1 1,0 0,0 0,0 0,0 0,-1 0,1 0,0 0,1 0,-1-1,0 1,0 0,0 0,0 0,1 0,-1 0,0 0,1-1,-1 1,1 0,-1 0,1-1,-1 1,1 0,0-1,-1 1,1 0,0-1,-1 1,1-1,0 1,0-1,0 1,-1-1,1 0,0 1,0-1,0 0,0 0,48 2,55-22,-50 4</inkml:trace>
  <inkml:trace contextRef="#ctx0" brushRef="#br0" timeOffset="1933.446">2145 1109,'12'19,"12"12,11 8,12 4,9 1,3-1,2-2,-4-3,-3-4,-10-5,-10-6,-8-3,-9-6</inkml:trace>
  <inkml:trace contextRef="#ctx0" brushRef="#br0" timeOffset="2194.52">2639 1109,'-16'16,"-11"15,-7 10,-4 11,-2 4,3 5,6-1,6-2,6-6,8-10,5-12</inkml:trace>
  <inkml:trace contextRef="#ctx0" brushRef="#br0" timeOffset="2382.023">2907 1524,'-11'18,"-7"13,1 8,2 4,4 2,7-3,8-5,7-8,3-8</inkml:trace>
  <inkml:trace contextRef="#ctx0" brushRef="#br0" timeOffset="12480.831">942 869,'30'-12,"-28"12,545-15,-504 10,-33 2</inkml:trace>
  <inkml:trace contextRef="#ctx0" brushRef="#br0" timeOffset="13418.088">2145 789,'472'-12,"-388"16,-83-4,-1 0,1 1,-1-1,0 0,1 1,-1-1,0 1,1-1,-1 0,0 1,1-1,-1 1,0-1,0 1,1-1,-1 1,0-1,0 1,0-1,0 1,0-1,0 1,0-1,0 1,0-1,0 1,0-1,0 1,0-1,0 1,-1-1,1 1,0-1,0 1,0-1,-1 1,1-1,0 0,-1 1,1-1,0 1,-1-1,1 0,-1 1,1-1,0 0,-1 0,1 1,-1-1,1 0,-1 0,1 0,-1 1,1-1,-1 0,1 0,-1 0,1 0,-1 0,1 0,-1 0,-15 9</inkml:trace>
  <inkml:trace contextRef="#ctx0" brushRef="#br0" timeOffset="15180.497">4925 588,'25'366,"-5"-141,-2 408,-11 143,10-526,-6-149,-5 1,-5 1,-11 99,7-178,-23 274,42 101,-13-287,6 1,4-2,5 0,22 67,-26-105,-3 1,-4 0,-1 66,-3-114,1 1,1-1,1 0,1-1,2 0,8 17,21 68,-3 117,-14-103,-21-123,0-1,0 1,0 0,0 0,0 0,0-1,0 1,0 0,0 0,0-1,0 1,0 0,1 0,-1-1,0 1,0 0,1 0,-1-1,1 1,-1 0,0-1,1 1,-1-1,1 1,0 0,-1-1,1 1,-1-1,1 0,0 1,-1-1,1 1,0-1,0 0,-1 0,1 1,0-1,0 0,-1 0,1 0,0 0,0 0,0 0,-1 0,1 0,0 0,0 0,-1 0,1-1,0 1,0 0,-1-1,1 1,0 0,-1-1,1 1,0-1,-1 1,1-1,-1 1,1-1,-1 1,1-1,-1 0,1 1,-1-1,1 0,7-20,-2-3</inkml:trace>
  <inkml:trace contextRef="#ctx0" brushRef="#br0" timeOffset="17505.836">3401 2687,'14'16,"11"16,8 15,6 10,2 7,4 2,3-4,3-5,-1-6,-2-9,-4-10,-8-9,-10-10</inkml:trace>
  <inkml:trace contextRef="#ctx0" brushRef="#br0" timeOffset="17724.001">3910 2647,'-16'7,"-12"11,-11 12,-7 14,-5 11,-1 11,2 4,4 0,11-6,11-8,9-10,15-10,13-11,6-10</inkml:trace>
  <inkml:trace contextRef="#ctx0" brushRef="#br0" timeOffset="18021.332">4003 3208,'2'6,"0"0,0 0,1 0,0 0,0-1,0 1,1-1,0 0,0 0,0 0,1-1,-1 1,1-1,0 0,1-1,-1 1,0-1,1 0,0 0,0-1,0 0,0 0,0 0,0-1,1 0,-1 0,0 0,6-1,-2 0,-1-2,0 1,1-1,-1 0,0-1,0 0,0 0,-1-1,1-1,-1 1,0-1,0 0,0-1,-1 0,0 0,0-1,-1 0,1 0,-2 0,1-1,-1 0,0 0,0 0,-1-1,0 1,-1-1,0-1,-2 6,-1 1,0 0,0-1,0 1,0 0,0-1,-1 1,0 0,0-1,1 1,-2 0,1 0,0 0,-1 0,1 0,-1 0,0 0,0 0,0 1,-1-1,1 1,0-1,-1 1,0 0,1 0,-1 0,0 0,0 1,0-1,0 1,0 0,-1 0,1 0,0 0,0 0,-1 1,1 0,-2-1,-13 2,0 1,1 1,0 0,-1 1,1 1,1 0,-1 1,1 1,0 1,0 0,1 1,-5 5,-83 49,61-38</inkml:trace>
  <inkml:trace contextRef="#ctx0" brushRef="#br0" timeOffset="16872.299">2345 2647,'-2'14,"1"13,8 12,12 7,12 4,11 1,9 0,6-4,1-4,-4-7,-5-7,-9-9,-12-7</inkml:trace>
  <inkml:trace contextRef="#ctx0" brushRef="#br0" timeOffset="17063.733">2706 2633,'-18'18,"-13"18,-10 14,-5 12,1 9,3 4,4-2,10-4,8-10,8-13</inkml:trace>
  <inkml:trace contextRef="#ctx0" brushRef="#br0" timeOffset="17242.492">3054 2927,'-12'19,"-10"14,-6 11,0 8,2 3,5-3,11-5,14-11,7-12</inkml:trace>
  <inkml:trace contextRef="#ctx0" brushRef="#br0" timeOffset="16045.124">1075 2633,'2'-2,"4"6,4 11,6 13,5 12,5 12,7 7,5 6,6 0,1-4,-2-5,-4-7,-6-11,-7-11,-7-11</inkml:trace>
  <inkml:trace contextRef="#ctx0" brushRef="#br0" timeOffset="16298.414">1436 2607,'-16'14,"-12"13,-8 13,-2 12,0 9,3 4,4 1,8-2,8-5,6-8,5-8,3-11</inkml:trace>
  <inkml:trace contextRef="#ctx0" brushRef="#br0" timeOffset="16563.322">1650 2981,'7'-6,"0"0,0 1,1 0,0 0,0 1,0 0,0 0,0 1,1 0,0 0,-1 1,1 0,0 1,0 0,0 0,0 1,1 0,-7 2,0 0,-1 1,1-1,-1 0,1 1,-1 0,0-1,0 1,0 0,-1 0,1 0,-1 0,1 0,-1 0,0 1,0-1,-1 0,1 1,-1-1,1 1,-1-1,0 0,0 1,-1-1,1 1,-1-1,1 0,-1 1,0-1,-1 0,1 0,-2 3,-7 22,0 0,-3-1,0-1,-1 0,-2-1,-8 10,-47 83,70-117,0 0,0 1,0-1,0 1,0-1,0 1,0-1,0 1,1-1,-1 1,0 0,1-1,0 1,-1 0,1 0,0-1,0 1,0 0,0 0,0-1,0 1,0 0,1 0,-1-1,1 1,-1 0,1-1,0 1,-1-1,1 1,0-1,0 1,0-1,0 1,1-1,-1 0,0 0,1 1,0-1,8 2,0-1,0 0,0-1,1 0,-1-1,0 0,0-1,1 0,-1-1,0 1,0-2,8-2,-7 2,71-18,-3-3</inkml:trace>
  <inkml:trace contextRef="#ctx0" brushRef="#br0" timeOffset="19979.523">1049 2380,'-5'2,"1"1,6 0,9-1,12 0,12-1,10-1,9 0,7 0,3 0,-2 0,-6 0,-12 0</inkml:trace>
  <inkml:trace contextRef="#ctx0" brushRef="#br0" timeOffset="20899.628">3429 2407,'18'-5,"19"-5,20-5,14 0,8-2,2 4,-5 3,-12 3,-17 6,-16 2</inkml:trace>
  <inkml:trace contextRef="#ctx0" brushRef="#br0" timeOffset="28240.43">1102 3811,'5'-3,"8"0,11 0,15 0,14 2,15 0,11 0,8 1,1 0,-3 0,-10 0,-12 0,-16 0,-19 0,-22 0,-11 0</inkml:trace>
  <inkml:trace contextRef="#ctx0" brushRef="#br0" timeOffset="27170.627">3455 4198,'9'18,"10"15,11 11,9 8,7 3,7 0,7-4,-1-2,-2-4,-5-6,-9-9,-13-8</inkml:trace>
  <inkml:trace contextRef="#ctx0" brushRef="#br0" timeOffset="27449.24">3910 4198,'-16'11,"-12"13,-11 14,-4 14,-1 9,3 7,7 2,8-2,9-5,8-9,4-13</inkml:trace>
  <inkml:trace contextRef="#ctx0" brushRef="#br0" timeOffset="27713.575">4097 4693,'4'8,"1"0,0 0,1-1,0 1,0-1,1-1,-1 1,2-1,-1 0,0-1,1 1,0-2,1 1,-1-1,1 0,-1-1,1 0,0 0,1-1,-1 0,0-1,0 0,1 0,-1-1,1-1,-1 1,0-1,1-1,-1 0,0 0,0-1,0 0,-1 0,1-1,1-1,-2 1,0-1,0-1,0 1,-1-1,0 0,0-1,0 0,-1 0,0 0,-1-1,1 0,-1 0,-1 0,0-1,0 1,-1-1,0 0,0 0,-1 0,0 0,0-1,-1 1,-1-1,0 1,0-3,-1 8,0 0,-1-1,1 1,-1 0,0 0,0 1,0-1,-1 0,1 1,-1-1,0 1,0 0,0 0,0 0,-1 0,1 1,-1-1,1 1,-1 0,0 0,0 0,0 1,0-1,0 1,-1 0,-3 0,-8-2,0 1,0 0,0 2,-1 0,1 0,-11 3,-141 30,86-14</inkml:trace>
  <inkml:trace contextRef="#ctx0" brushRef="#br0" timeOffset="26427.511">2479 4090,'9'21,"10"15,8 11,10 7,6 1,6-3,1-2,-4-4,-4-2,-8-4,-9-7,-9-9</inkml:trace>
  <inkml:trace contextRef="#ctx0" brushRef="#br0" timeOffset="26677.202">2813 4105,'-16'18,"-12"17,-8 17,-5 15,-2 10,0 5,2 1,8-8,10-16</inkml:trace>
  <inkml:trace contextRef="#ctx0" brushRef="#br0" timeOffset="26923.963">3107 4412,'-4'20,"-4"17,-1 10,1 4,7 0,6-1,4-7,0-11</inkml:trace>
  <inkml:trace contextRef="#ctx0" brushRef="#br0" timeOffset="25642.82">1303 4051,'-5'-2,"1"3,6 7,7 8,9 11,5 10,4 7,4 6,2 3,-3 2,-3-1,-4-6,-8-5,-5-8</inkml:trace>
  <inkml:trace contextRef="#ctx0" brushRef="#br0" timeOffset="25893.763">1610 4051,'-18'14,"-13"13,-8 13,-4 12,0 8,4 6,5-1,5-1,7-7,7-13</inkml:trace>
  <inkml:trace contextRef="#ctx0" brushRef="#br0" timeOffset="26169.967">1744 4412,'6'-6,"0"0,0 1,0 0,1 0,-1 0,1 1,0 0,1 0,-1 1,1 0,-1 0,1 1,0 0,0 0,8 0,-13 4,-1 0,1 0,0 0,-1 0,1 1,-1-1,1 1,-1 0,0-1,0 1,-1 0,1 0,0 0,-1 1,0-1,0 0,0 1,0-1,0 0,-1 1,1-1,-1 1,0-1,0 1,-1-1,1 1,-1-1,1 0,-1 1,0-1,0 0,-1 3,-52 122,3-7,51-119,-1-1,1 0,-1 1,1-1,0 1,0-1,-1 1,1-1,0 1,0-1,1 1,-1 0,0-1,0 0,1 1,-1-1,1 1,-1-1,1 1,0-1,-1 0,1 1,0-1,0 0,0 0,0 0,0 0,0 0,0 0,0 0,1 0,-1 0,0 0,1-1,-1 1,0 0,1-1,0 1,62 1,80-33,-68 9</inkml:trace>
  <inkml:trace contextRef="#ctx0" brushRef="#br0" timeOffset="35388.576">3776 5494,'0'18,"0"18,5 11,8 10,11 3,12 2,15-2,9-3,6-5,1-5,-4-3,-9-7,-13-5,-13-8</inkml:trace>
  <inkml:trace contextRef="#ctx0" brushRef="#br0" timeOffset="35647.871">4284 5575,'-21'16,"-17"16,-15 17,-8 16,-4 10,2 7,10-1,14-1,14-8,15-12,9-16</inkml:trace>
  <inkml:trace contextRef="#ctx0" brushRef="#br0" timeOffset="35906.257">4485 6243,'7'4,"1"0,0-1,0 0,1 0,-1-1,0 0,1 0,-1-1,1 0,0 0,-1-1,1-1,0 1,-1-1,1-1,0 1,-1-2,0 1,0-1,1 0,-2-1,1 0,0 0,-1-1,0 1,0-2,0 1,-1-1,1 0,-1 0,-1-1,1 0,-1 0,-1 0,1 0,-1-1,0 0,2-7,-4 11,0 1,-1-1,0 0,1 0,-1 0,0-1,-1 1,1 0,-1 0,0 0,0-1,0 1,0 0,-1 0,0 0,0-1,0 1,0 0,-1 0,1 1,-1-1,0 0,0 0,-1 1,1-1,-1 1,1 0,-1 0,0 0,0 0,-3-1,-1 0,0 1,0 0,-1 0,1 1,-1 0,1 1,-1-1,0 1,1 1,-1 0,0 0,0 0,0 1,1 0,-1 0,-4 3,-119 45,25 8,63-35</inkml:trace>
  <inkml:trace contextRef="#ctx0" brushRef="#br0" timeOffset="36676.482">3709 5187,'22'9,"25"3,23-3,24-4,17-7,7-2,-8-1,-23 5,-26 3</inkml:trace>
  <inkml:trace contextRef="#ctx0" brushRef="#br0" timeOffset="33686.954">1249 5455,'5'13,"7"14,10 12,10 8,8 7,7 4,1 0,3 1,-1-1,-5-5,-7-3,-10-8,-10-12</inkml:trace>
  <inkml:trace contextRef="#ctx0" brushRef="#br0" timeOffset="33966.524">1677 5427,'-13'21,"-15"22,-13 20,-8 15,-4 11,1 3,5-2,8-8,10-11,11-15,8-17</inkml:trace>
  <inkml:trace contextRef="#ctx0" brushRef="#br0" timeOffset="34269.008">1878 5895,'3'-4,"0"0,1 1,0-1,0 1,0-1,0 1,1 0,-1 1,1-1,0 1,-1 0,1 0,0 0,0 1,0 0,1 0,-1 0,0 1,0-1,1 1,-2-1,0 0,0 1,-1-1,1 1,0 0,0 0,0 0,-1 1,1-1,0 1,0 0,-1 0,1 0,0 0,-1 1,1-1,-1 1,0 0,0 0,1 1,-1-1,-1 0,1 1,0 0,0 0,-1 0,0 0,0 0,0 0,0 0,0 1,0 1,0 9,-2 0,0 0,0 0,-2 0,0 0,0 0,-1 0,-1-1,0 0,-1 1,0-1,-1-1,-1 1,0-1,0-1,-1 1,-7 7,-98 141,112-159,1 0,-1 0,0-1,1 1,-1 0,0 0,1 0,-1 0,1 0,0 1,-1-1,1 0,0 0,0 0,0 0,-1 0,1 0,0 1,0-1,1 0,-1 0,0 0,0 0,1 0,-1 0,0 1,1-1,-1 0,1 0,-1 0,1 0,0-1,-1 1,1 0,0 0,0 0,0 0,-1-1,1 1,0 0,0-1,0 1,0-1,0 1,0-1,0 1,1-1,-1 0,0 0,0 1,0-1,0 0,0 0,1 0,-1 0,0 0,1-1,21 2,0-1,1-1,-1-1,0-1,23-6,-13 3,62-12,-4-1</inkml:trace>
  <inkml:trace contextRef="#ctx0" brushRef="#br0" timeOffset="34707.433">2519 5575,'14'18,"11"11,12 9,12 8,7 4,4 4,0 3,-4 2,-9-3,-10-4,-12-7,-10-10</inkml:trace>
  <inkml:trace contextRef="#ctx0" brushRef="#br0" timeOffset="34898.998">2987 5548,'-20'23,"-17"18,-10 17,-4 11,-1 9,7 1,8-1,11-4,12-9,13-12,7-16</inkml:trace>
  <inkml:trace contextRef="#ctx0" brushRef="#br0" timeOffset="35086.83">3255 5949,'-3'18,"0"18,-2 11,0 7,0 4,4 0,6-2,7-6,4-10,-1-11</inkml:trace>
  <inkml:trace contextRef="#ctx0" brushRef="#br0" timeOffset="36377.619">2439 5388,'21'-7,"17"-4,17-1,16 2,18 1,13 1,10-3,-14 2</inkml:trace>
  <inkml:trace contextRef="#ctx0" brushRef="#br0" timeOffset="39012.36">5313 5695,'0'-2,"0"1,3 6,0 10,2 15,2 16,5 15,3 14,3 8,3 3,0-2,-3-14</inkml:trace>
  <inkml:trace contextRef="#ctx0" brushRef="#br0" timeOffset="39999.179">5393 2968,'16'2,"12"1,13 0,8-1,8-3,2 0,4-2,-4 3,-6 4,-12 1</inkml:trace>
  <inkml:trace contextRef="#ctx0" brushRef="#br0" timeOffset="40249.034">5513 3302,'16'5,"22"3,21 1,22-1,18-3,5-1,-15-2</inkml:trace>
  <inkml:trace contextRef="#ctx0" brushRef="#br1" timeOffset="63726.308">1210 2180,'-9'-11,"0"1,0 1,-1 0,0 0,0 1,-1 0,0 0,0 1,-1 1,0 0,0 1,-1 0,1 1,-1 0,0 1,0 1,0 0,-12 0,17 1,-1 1,1 0,-1 0,1 1,-1 1,1-1,0 1,-1 0,1 1,0 0,1 1,-1-1,0 1,1 1,0-1,0 1,0 1,1-1,0 1,0 0,0 1,-3 4,-8 12,2 2,0 0,2 0,0 1,2 1,1 0,-3 13,0 13,2-1,2 1,2 1,2 21,-5 42,2-54,-22 288,31 259,41-248,-43-326,2-1,1 1,2 0,1-1,2 0,2 0,1-1,2 1,0-1,-11-28,1 1,0-1,0 0,1 0,-1 0,1 0,1 0,-1-1,1 1,0-1,0 0,1 0,3 3,176 116,-179-119,1-1,-1 1,1-1,0-1,1 1,-1-1,1 0,-1 0,1-1,0 0,0 0,0-1,0 0,1 0,139 48,-98-28,-25-15,0 0,0-1,1-2,-1 0,1-2,-1 0,1-2,5-1,23 0,309 15,707-14,-688-12,97 21,-104 6,-105-8,-150 8,-88-9,0-1,1-1,-1-2,20-2,-44 0,-1-1,0 1,0-2,0 1,0 0,0-1,-1 0,1-1,-1 1,0-1,0 0,0 0,0 0,-1-1,1 0,-1 0,0 0,1-3,54-105,-44 56,-1-1,-3 0,-3 0,-2-1,-3 0,-3 0,-2 0,-5-25,5 39,-5-101,7-1,17-128,-2 126,-7-1,-7-2,-2 62,3 0,5 0,8-29,-14 111,8-34,-2-2,-1 1,-3-1,-2 0,-3-35,-21-118,23 187,-1 1,0-1,-1 1,0 0,0 0,-1 0,0 0,-1 0,0 1,0-1,-1 1,0 0,-1 1,1-1,-6-5,5 10,-1-1,1 1,0 1,-1-1,0 1,1 0,-1 0,0 1,0 0,0 0,0 1,0 0,0 0,0 1,0 0,-6 1,-19 0,-326 7,262-2,-404 18,470-25,-185 0,-61 14,-99 13,6-14,-231-14,404-13,-74 15,129-16,-3 8,120 3,-1 2,0 1,0 0,1 2,-3 1,-92 32,57-15</inkml:trace>
  <inkml:trace contextRef="#ctx0" brushRef="#br2" timeOffset="131367.748">3843 495,'-9'-12,"0"0,0 0,-1 1,-1 1,0-1,0 2,-1 0,-1 0,1 1,-1 0,-1 2,-3-3,-161-54,92 34,-2 5,-1 3,-1 4,-1 4,-80-1,147 12,-440-11,206-12,162 26,1 4,-30 9,-130 6,181-15,-1 3,1 4,1 3,1 3,-21 10,5-3,-13 4,-91 39,-258 125,437-188,0 0,1 2,0-1,0 1,1 1,0 0,0 1,1 0,0 0,0 1,1 0,1 1,-6 9,-10 26,3 1,1 1,3 1,2 0,-7 43,17-74,2 0,0 1,1-1,1 1,1-1,0 1,2-1,0 0,1 1,0-1,2 0,0 0,1-1,1 0,0 0,2 0,0-1,0 0,2-1,0 0,0-1,1 0,1-1,1 0,4 3,27 12,1-2,2-3,0-1,1-2,48 11,5 0,2-5,95 11,159-1,-107-15,-90-9,137 29,-165-18,120 6,128 5,-242-19,0-5,136-10,229-20,-425 18,133-6,140-26,134-54,-421 70,0-4,-2-2,-1-3,58-34,-43 22,-67 35,0 0,0 1,0-2,0 1,-1-1,0-1,0 1,0-2,0 1,-1-1,-1 0,1-1,-1 0,0 0,-1-1,0 1,0-1,-1-1,0 1,0-1,2-9,13-201,-18 174,1 20,-1 0,-2 0,0 0,-2 0,-1 1,-1-1,-1 1,-1-1,-1 1,-2 1,-1-1,-16-19,-2 2,-1 1,-3 1,-35-34,18 19,46 51,-27-33,-2 2,-1 1,-2 1,-1 2,-1 1,-21-11,-4 12,0 2,-1 3,-2 3,0 2,-1 4,-1 2,-4 3,-34-9,-476-97,489 101,0 3,-1 5,0 4,0 4,0 4,-24 7,-14 11,10 2</inkml:trace>
  <inkml:trace contextRef="#ctx0" brushRef="#br2" timeOffset="135170.868">5112 3837,'-20'-11,"0"1,-1 0,0 2,-1 0,0 2,0 0,-7 0,-325-26,20-4,218 33,-1-6,2-4,-11-7,-216-48,289 59,2-3,-1-1,-15-9,36 13,0 1,0 2,0 1,-1 2,1 0,-26 3,48 0,-54 1,0-3,0-2,-11-5,12-1,1 2,-59 1,-415 8,432 7,2 3,-16 8,-13 1,-10 4,-85 27,129-27,21-7,1 2,1 5,0 2,3 3,-25 16,54-24,1 2,1 2,2 1,0 2,2 2,1 1,1 1,2 2,-23 32,46-53,1-1,0 1,0 0,2 1,-1-1,2 1,0 0,0 0,1 1,1-1,1 1,0-1,1 1,0 0,1-1,1 1,0-1,1 0,1 1,0-1,1-1,0 1,1-1,0 0,2 0,4 7,10 4,0-1,2-1,1-1,0-1,2-2,0 0,1-2,28 13,-22-15,1-2,0-1,1-2,0-1,0-1,15-1,53 10,118 37,-136-30,0-4,2-3,67 2,263 6,-274-13,72-5,-124-5,297 9,31-32,-35 5,-166 7,137-27,83-24,-233 35,-166 22,0-2,0-1,0-2,-1-2,0-2,-1-2,-3 3,-2-1,0-3,0 0,-2-2,24-17,-46 28,0-1,0 0,0 0,-1 0,0-1,-1-1,0 1,0-1,-1 0,0-1,-1 1,0-1,-1 0,0 0,-1-1,0 1,-1-1,0 0,0-7,4-133,3 88,-5 42,-1 0,-1 0,-1-1,-1 1,0 0,-2-3,-1 15,0 0,0 0,-1 1,0-1,0 1,-1 0,0 0,-1 1,0-1,0 1,-1 0,0 1,0 0,-9-6,-4-3,-1 1,0 1,-1 0,-1 2,-10-3,3 2,-1 2,-1 1,0 1,0 2,-1 1,0 2,-12 0,-37 0,0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1:58.62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66,'3'-2,"4"-1,7 0,7-1,9-1,9-1,9 0,7-1,7 1,1 1,-4 1,-4 2,-10-1,-9-1,-10 1,-11 1,-7 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2:00.83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 1,'-6'72,"4"1,2 1,4-1,7 27,-5-39,36 753,-42-729,13 273,7-250,-13-96,-1-7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1:57.1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1,'11'18,"11"15,9 12,5 6,1 4,0 2,-6-2,-2-4,-6-3,-6-6,-2-7,-5-10</inkml:trace>
  <inkml:trace contextRef="#ctx0" brushRef="#br0" timeOffset="260.379">294 27,'-9'14,"-7"16,-9 16,-6 14,-5 11,-2 4,-3 1,4-4,8-13</inkml:trace>
  <inkml:trace contextRef="#ctx0" brushRef="#br0" timeOffset="569.783">468 482,'0'0,"81"-17,-79 16,0 1,0 0,0 0,0 0,0 1,0-1,0 1,0-1,0 1,0-1,0 1,0 0,0 0,0 0,-1 0,1 0,0 0,-1 1,1-1,-1 1,1-1,-1 1,0-1,0 1,0 0,0 0,0-1,0 1,0 0,0 0,-1 0,1 0,-1 0,1 0,-1 0,0 0,0 2,-1 6,-1 1,0-1,0 1,-1-1,-1 0,0 0,0 0,-1-1,0 0,0 1,-1-2,-1 1,0-1,0 0,-3 3,-11 16,-43 71,64-97,0 1,0-1,0 1,0 0,0-1,0 1,1-1,-1 1,0-1,1 1,0-1,-1 1,1-1,0 1,-1-1,1 0,0 0,0 1,0-1,0 0,1 0,-1 0,0 0,0 0,1 0,-1 0,0-1,1 1,-1 0,1-1,-1 1,1-1,-1 1,1-1,-1 0,1 0,-1 0,1 1,-1-2,1 1,0 0,-1 0,1 0,-1-1,1 1,31-1,-1-1,0-1,1-2,-1-1,-1-1,0-2,0-1,15-8,1-1</inkml:trace>
  <inkml:trace contextRef="#ctx0" brushRef="#br0" timeOffset="2411.582">962 41,'9'7,"10"7,9 7,6 10,6 8,4 7,0 7,1 3,-2 2,0-2,-4-5,-3-5,-4-9,-5-11,-7-9</inkml:trace>
  <inkml:trace contextRef="#ctx0" brushRef="#br0" timeOffset="2676.869">1470 14,'-15'9,"-15"12,-12 14,-9 15,-8 10,-3 8,1 5,5 0,12-2,14-7,17-10,10-14</inkml:trace>
  <inkml:trace contextRef="#ctx0" brushRef="#br0" timeOffset="3039.61">1657 669,'4'6,"0"0,0 0,1 0,0-1,-1 1,2-1,-1 0,1-1,-1 1,1-1,1 0,-1-1,0 0,1 0,0 0,0-1,0 1,0-2,0 1,0-1,0 0,0 0,1-1,-1 0,0-1,0 1,1-1,-1-1,0 1,0-1,5-3,-7 3,1-1,-1 0,1-1,-1 0,0 1,-1-1,1-1,-1 1,0-1,0 0,0 0,0 0,-1 0,0-1,0 1,-1-1,1 0,-1 0,-1 0,1 0,-1 0,0 0,0 0,-1-1,1 1,-2 0,1 0,0 0,-1-1,-1 1,1 0,-1 0,0 0,0 0,0 1,-1-1,0 0,0 1,-1 0,1 0,-1 0,0 0,-1 1,-2-4,0 4,1 1,-1 0,0-1,0 2,-1-1,1 1,0 0,-1 1,1 0,-1 0,0 1,1-1,-1 2,1-1,-1 1,0 0,1 1,0 0,-1 0,1 0,0 1,0 0,0 1,0-1,1 1,0 1,-1-1,2 1,-1 0,0 0,1 1,0 0,0 0,1 0,0 0,0 1,-3 5,-7 19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2:01.81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121 298,'4'5,"7"8,5 8,5 11,6 6,4 5,3 5,1 2,0-2,-2-4,-4-5,-2-7,-6-9</inkml:trace>
  <inkml:trace contextRef="#ctx0" brushRef="#br0" timeOffset="184.548">374 311,'-13'14,"-10"13,-5 14,-2 11,-3 11,-3 7,-2 7,-1-2,6-13</inkml:trace>
  <inkml:trace contextRef="#ctx0" brushRef="#br0" timeOffset="1333.222">548 820,'0'-32,"1"1,2-1,0 1,3 0,8-29,14-19,-28 80,0-1,0 0,0 0,0 0,0 1,0-1,0 0,0 0,1 0,-1 1,0-1,0 0,0 0,0 0,0 0,1 1,-1-1,0 0,0 0,0 0,1 0,-1 0,0 0,0 0,0 1,1-1,-1 0,0 0,0 0,1 0,-1 0,0 0,0 0,0 0,1 0,-1 0,0 0,0 0,0-1,1 1,-1 0,0 0,0 0,0 0,1 0,-1 0,0 0,0-1,0 1,1 0,-1 0,0 0,0 0,0-1,0 1,0 0,0 0,1 0,-1 0,0-1,0 1,0 0,3 22,-3-22,-1 305,1-255</inkml:trace>
  <inkml:trace contextRef="#ctx0" brushRef="#br0" timeOffset="2359.906">1 111,'2'0,"10"0,16-2,18-3,16-4,12 1,2 1,-7 4,-16 3</inkml:trace>
  <inkml:trace contextRef="#ctx0" brushRef="#br0" timeOffset="2876.109">174 1354,'9'14,"13"11,10 8,8 3,6 3,-1 0,-3 2,-4-3,-7 0,-8-2,-8-5,-7-8</inkml:trace>
  <inkml:trace contextRef="#ctx0" brushRef="#br0" timeOffset="3082.953">509 1367,'-18'14,"-13"16,-11 13,-4 15,-2 9,3 6,10-1,9-12</inkml:trace>
  <inkml:trace contextRef="#ctx0" brushRef="#br0" timeOffset="3344.258">749 1675,'3'-16,"2"-12,3-6,2-1,0 2,-2 12,-2 16,-3 21,-1 16,-1 14,1 11,3 5,3-2,2-6,1-8,0-12</inkml:trace>
  <inkml:trace contextRef="#ctx0" brushRef="#br0" timeOffset="3861.25">1083 17,'0'-1,"0"1,0-1,0 0,0 1,0-1,0 0,1 1,-1-1,0 0,0 1,1-1,-1 0,1 1,-1-1,0 1,1-1,-1 1,1-1,-1 1,1-1,-1 1,1-1,0 1,-1 0,1-1,-1 1,1 0,0 0,-1-1,1 1,0 0,0 0,-1 0,1 0,0 0,-1 0,1 0,0 0,-1 0,1 0,0 0,-1 0,1 1,0-1,-1 0,1 0,0 1,22 30,-13-4,-2 1,-1 0,-1 0,-1 1,-2 0,0 10,-2-27,12 246,-18 232,-3-124,7-304,2 0,4 0,2 0,3-1,4 9,-12-63,-1-1,1 1,-1-1,1 1,1-1,-1 0,1 0,0 0,0 0,1-1,0 1,0-1,0 0,1 1,2-5,-3-8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2:15.1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42 57,'-6'16,"1"-5,0 0,1 1,0 0,1 0,0 0,1 0,0 0,1 0,1 1,-1-1,2 7,2-15,-1 1,1-1,0 0,0 0,0 0,0 0,1 0,-1-1,1 0,0 1,0-1,0-1,1 1,-1 0,1-1,-1 0,1 0,0-1,0 1,0-1,0 0,0 0,0-1,0 0,0 1,0-2,0 1,0 0,4-2,3 2,0 0,0-1,-1 0,1-1,0-1,-1 0,0 0,0-1,0 0,0-1,0 0,-1-1,0 0,0-1,-1 0,0 0,0-1,-1 0,0-1,0 0,-1 0,0 0,0-1,-1 0,2-7,-6 13,-1 0,-1-1,1 1,0 0,-1-1,0 1,0 0,-1-1,1 1,-1 0,0-1,0 1,0 0,0 0,-1 0,0 0,0 0,0 0,0 0,-1 0,1 1,-1 0,0-1,0 1,0 0,-1 0,1 1,0-1,-1 1,0-1,0 1,0 0,0 1,0-1,-4 0,-6-1,0 1,0 1,-1 0,1 1,0 0,-1 2,1-1,0 2,0 0,0 0,0 2,1 0,0 0,0 1,0 0,0 2,1-1,0 1,-8 9,-21 15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2:14.5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26,'16'12,"15"14,10 17,8 15,7 11,3 5,1 2,-4-3,-6-8,-10-12,-11-13,-11-13</inkml:trace>
  <inkml:trace contextRef="#ctx0" brushRef="#br0" timeOffset="281.119">522 0,'-23'9,"-18"12,-14 16,-12 18,-5 13,0 9,8 4,15-1,18-7,21-10,13-16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2:13.5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80 223,'5'16,"5"16,11 15,11 10,11 7,7 2,7-2,1-2,-4-5,-8-7,-9-11,-12-11</inkml:trace>
  <inkml:trace contextRef="#ctx0" brushRef="#br0" timeOffset="183.166">454 356,'-16'16,"-11"17,-10 16,-6 13,-3 11,2 3,4 1,8-4,13-10,8-16</inkml:trace>
  <inkml:trace contextRef="#ctx0" brushRef="#br0" timeOffset="391.942">695 704,'-5'18,"-3"15,-3 12,1 6,2 2,4-1,5-6,3-5,0-10</inkml:trace>
  <inkml:trace contextRef="#ctx0" brushRef="#br0" timeOffset="653.064">1 36,'2'-9,"12"-3,18 2,20 6,21 4,18 1,12 1,8 0,-14-1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2:12.7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0,'11'16,"11"12,11 10,11 6,7 7,4 3,2 0,-3-1,-2-2,-9-3,-9-5,-10-7,-10-9,-6-7</inkml:trace>
  <inkml:trace contextRef="#ctx0" brushRef="#br0" timeOffset="256.959">443 13,'-16'7,"-12"14,-6 16,-4 16,-2 13,1 11,2 5,6 1,8-13</inkml:trace>
  <inkml:trace contextRef="#ctx0" brushRef="#br0" timeOffset="512.118">709 361,'5'0,"-1"0,1 1,-1-1,0 1,0 0,1 0,-1 0,0 1,0-1,0 1,0 0,0 0,-1 1,1-1,0 1,-1 0,0 0,0 0,0 0,0 0,0 1,-1-1,1 1,-1 0,0 0,0 0,0 0,-1 0,0 0,1 0,-1 0,-1 1,1-1,-1 0,0 1,1-1,-5 14,0 0,-1-1,-1 0,0 0,-1-1,-1 0,-1 0,0 0,-5 5,-17 32,27-46,-23 54,27-60,-1 1,0 0,1 0,-1 0,1 0,0 0,0 0,0 0,0 0,0 0,0 0,0 0,1 0,-1 0,1 0,-1-1,1 1,0 0,0 0,0 0,0-1,0 1,0 0,0-1,0 1,1-1,-1 0,1 1,0 0,4 0,0 0,0 1,0-2,0 1,1-1,-1 0,1 0,-1-1,0 0,1 0,-1-1,1 1,2-2,60-9,0-5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2:44.4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72,'13'-7,"15"-7,15-2,12 0,8 3,0 7,-6 8,-13 9,-14 2</inkml:trace>
  <inkml:trace contextRef="#ctx0" brushRef="#br0" timeOffset="254.355">95 353,'16'-2,"18"-1,25-3,22-1,16-3,5-2,-15 2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2:46.1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0,'16'0,"14"0,16 0,13 0,11 0,7 0,4 3,-3 2,-10 3,-16 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2:46.4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0,'13'7,"19"2,20 0,16-2,13-2,4-2,-12-1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2:48.64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135 1,'-8'33,"5"37,2 0,4 1,11 55,-7-53,19 215,-12 1,-19 175,-16 281,7-345,-36 160,24-301,10 35,15 118,2-55,-41 105,26-170,14 17,0-188,11 13,-11-133,0-1,-1 0,1 0,0 1,0-1,0 0,0 0,0 1,0-1,0 0,-1 1,1-1,0 0,0 1,0-1,0 0,0 0,0 1,0-1,0 0,1 1,-1-1,0 0,0 0,0 1,0-1,0 0,0 1,1-1,-1 0,0 0,0 1,0-1,1 0,-1 0,0 0,0 1,1-1,-1 0,0 0,0 0,1 0,-1 0,0 0,0 1,1-1,-1 0,0 0,1 0,-1 0,0 0,1 0,-1 0,0 0,0 0,1 0,-1 0,0 0,1-1,-1 1,0 0,0 0,1 0,-1 0,0 0,0-1,1 1,-1 0,0 0,9-21,-4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2:54.4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0 590,'5'0,"6"-3,10 0,15-2,15-3,10-2,9 1,1-1,-2 2,-4 2,-8 2,-12 1,-11 2,-9 1,-7 0,-4 1,-4-1</inkml:trace>
  <inkml:trace contextRef="#ctx0" brushRef="#br0" timeOffset="1089.312">1872 1271,'-3'5,"0"0,0 0,0 0,1 1,-1-1,2 1,-1 0,1-1,-1 1,1 0,1 0,-1 0,1 0,0 0,1 0,-1-1,1 1,0 0,1 0,0 0,-1-1,2 1,-1-1,1 0,-1 1,2-1,1 2,3-1,1-1,0 0,0 0,0-1,1 0,0-1,-1 0,1 0,1-1,-1 0,0-1,0 0,0-1,1 0,-1-1,0 0,0 0,0-1,0-1,0 1,0-2,8-3,-13 5,0-1,-1 0,1 0,-1-1,1 1,-1-1,0 0,0 0,-1 0,1-1,-1 1,0-1,0 0,-1 0,1 0,-1 0,0 0,0 0,-1-1,0 1,0-1,0 1,0-1,-1 0,0 1,0-1,-1 1,1-1,-1 1,0-1,-1 1,0-1,1 1,-2 0,1 0,0 0,-1 0,0 0,0 1,-1-1,1 1,-1 0,0 0,0 0,0 0,-3-1,-2 0,1 1,-1 0,1 1,-1 0,0 0,0 0,-1 1,1 1,0 0,-1 0,1 1,-1 0,1 0,0 1,-1 1,1-1,0 2,0-1,0 1,0 0,0 1,1 0,-1 1,1-1,0 1,1 1,-1 0,1 0,0 0,1 1,-5 6,-23 25</inkml:trace>
  <inkml:trace contextRef="#ctx0" brushRef="#br0" timeOffset="2754.404">402 2461,'0'-7,"2"-2,5 1,14 0,13 6,20 2,19 1,15 0,9 1,3-1,-15 0</inkml:trace>
  <inkml:trace contextRef="#ctx0" brushRef="#br0" timeOffset="3780.841">2086 2983,'0'-12,"2"-3,4 3,2 12,0 18,1 20,-1 18,-2 19,-4 12,-5 5,-4 1,-1-16</inkml:trace>
  <inkml:trace contextRef="#ctx0" brushRef="#br0" timeOffset="3315.915">1418 2674,'5'16,"10"17,12 11,10 8,10 7,7 1,1 1,-3-4,-7-5,-10-4,-10-8,-9-11</inkml:trace>
  <inkml:trace contextRef="#ctx0" brushRef="#br0" timeOffset="3594.653">1779 2728,'-9'20,"-8"21,-7 17,-10 12,-7 8,-4 4,-1 0,3-5,9-9,9-16</inkml:trace>
  <inkml:trace contextRef="#ctx0" brushRef="#br0" timeOffset="1947.697">135 2715,'4'9,"7"12,5 12,7 9,4 9,5 5,-1 4,0-1,-2-2,-1-6,-2-7,-2-11,-1-11,-2-9,-5-8</inkml:trace>
  <inkml:trace contextRef="#ctx0" brushRef="#br0" timeOffset="2238.959">482 2768,'-13'12,"-10"14,-5 13,0 10,2 9,1 6,1 3,2-1,2-2,2-7,5-14</inkml:trace>
  <inkml:trace contextRef="#ctx0" brushRef="#br0" timeOffset="2500.048">642 3049,'17'-5,"0"0,0 1,0 1,0 1,1 0,-1 1,1 1,0 1,-1 1,11 1,-24-2,-1 0,0 0,0 0,0 0,0 0,0 1,0-1,0 1,0 0,0 0,-1 0,1 0,-1 0,1 1,-1-1,0 1,0-1,0 1,0 0,-1 0,1 0,-1 0,1 0,-1 0,0 0,0 0,-1 1,1-1,-1 0,0 1,1-1,-1 0,-1 1,1-1,0 1,-4 11,-1-1,0 0,-1 0,0 0,-1-1,-1 0,0 0,-1-1,0 0,-1 0,0-1,-60 93,69-103,0 1,0-1,0 1,0-1,0 1,1-1,-1 1,1 0,-1-1,1 1,0 0,0-1,0 1,0 0,0 0,0-1,0 1,0 0,1-1,-1 1,0 0,1-1,0 1,-1-1,1 1,0-1,0 1,0-1,0 1,0-1,0 0,0 1,1-1,-1 0,0 0,1 0,-1 0,0 0,1 0,10 2,0 1,0-2,0 0,0 0,0-1,0 0,1-1,-1-1,0 0,1-1,1 0,25-5</inkml:trace>
  <inkml:trace contextRef="#ctx0" brushRef="#br0" timeOffset="547.521">1043 777,'18'18,"11"15,9 11,6 7,3 4,2 2,-2 0,-1-2,-5-7,-4-4,-6-8,-4-7,-4-9,-6-7</inkml:trace>
  <inkml:trace contextRef="#ctx0" brushRef="#br0" timeOffset="825.901">1511 843,'-16'-2,"-12"4,-10 5,-8 12,-1 11,2 9,2 10,8 8,6 6,9 3,8 2,6-4,8-8,4-14</inkml:trace>
  <inkml:trace contextRef="#ctx0" brushRef="#br0" timeOffset="-1400.704">0 870,'12'16,"14"9,13 8,8 3,6 2,0 1,-6-1,-10 2,-10 0,-10 2,-10-1,-7-7</inkml:trace>
  <inkml:trace contextRef="#ctx0" brushRef="#br0" timeOffset="-1133.419">375 830,'-16'5,"-7"7,-3 12,2 13,-1 11,-2 12,-1 8,-3 7,-3 2,5-12</inkml:trace>
  <inkml:trace contextRef="#ctx0" brushRef="#br0" timeOffset="-831.157">509 1231,'0'0,"67"-21,-65 21,0 0,1 0,-1 0,0 0,0 0,1 0,-1 1,0-1,0 1,0 0,0-1,0 1,0 0,0 0,0 0,0 1,0-1,-1 0,1 1,0-1,-1 1,1-1,-1 1,1 0,-1 0,0 0,0 0,0 0,1 1,0 5,1-1,-1 1,0 0,-1 0,0 0,0-1,-1 1,0 0,-1 0,1 0,-1 0,-1 0,1 0,-2-1,0 4,-51 112,49-113,-29 71,33-79,1-1,0 0,0 0,-1 1,1-1,0 0,0 1,1-1,-1 0,0 0,0 1,1-1,-1 0,0 0,1 0,0 1,-1-1,1 0,-1 0,1 0,0 0,0 0,0 0,0 0,0-1,0 1,0 0,0 0,0-1,0 1,0 0,0-1,0 1,0-1,1 0,-1 1,0-1,0 0,1 0,-1 1,0-1,1 0,57-1,27-19,-47 8</inkml:trace>
  <inkml:trace contextRef="#ctx0" brushRef="#br0" timeOffset="7319.548">2260 4747,'7'7,"9"9,6 10,9 11,5 8,4 7,2 7,-2 4,-3 1,-5-2,-7-4,-6-8,-8-12</inkml:trace>
  <inkml:trace contextRef="#ctx0" brushRef="#br0" timeOffset="7567.042">2608 4734,'-14'7,"-9"11,-2 11,0 13,2 10,1 11,1 5,3 4,1 0,4-3,5-14</inkml:trace>
  <inkml:trace contextRef="#ctx0" brushRef="#br0" timeOffset="7868.81">2822 5241,'-1'5,"-3"80,5-82,0-1,-1 1,1 0,0-1,0 1,0-1,1 1,-1-1,1 1,-1-1,1 0,0 0,0 0,0 0,0 0,0 0,0-1,0 1,1 0,-1-1,1 0,-1 0,1 0,-1 0,1 0,0 0,-1-1,1 1,0-1,7 1,-1-1,1-1,0 1,-1-2,1 1,-1-1,1-1,-1 0,0 0,0-1,0 0,-1 0,1-1,-1 0,0-1,-1 0,1 0,-1 0,0-1,-1 0,1-1,-2 1,1-1,-1 0,0-1,0 0,-2 3,0 0,0 0,0 0,-1 0,0-1,0 1,-1 0,0-1,0 1,0-1,-1 0,0 1,0-1,-1 1,0-1,0 1,0-1,-1 1,0-1,0 1,-1 0,0 0,0 0,0 1,-1-1,0 1,0-1,0 1,0 0,-1 1,0-1,0 1,0 0,-1 0,1 1,-1-1,0 1,0 1,0-1,-5-1,2 3,-1 0,0 1,0 0,0 1,0 0,1 0,-1 1,0 0,1 1,0 0,-1 0,1 1,0 0,1 1,-1 0,1 1,0-1,0 1,1 1,0-1,0 2,0-1,1 0,0 1,-1 3,-22 28</inkml:trace>
  <inkml:trace contextRef="#ctx0" brushRef="#br0" timeOffset="5536.73">829 4947,'19'-5,"-1"0,1 1,0 1,1 1,-1 1,13 1,-30 0,1 0,0 0,0 1,0-1,0 1,0 0,-1-1,1 2,0-1,-1 0,1 0,-1 1,1-1,-1 1,0 0,1 0,-1 0,0 0,0 0,-1 0,1 1,0-1,-1 1,1-1,-1 1,0-1,0 1,0 0,0 0,0-1,-1 1,1 0,-1 0,0 0,0 0,0 2,-3 12,0-1,-1 0,-1-1,0 1,-2-1,1 0,-2 0,0-1,-1 0,-9 12,15-22,-25 37,17-28,2 0,0 0,1 1,0 1,1-1,0 1,1 1,6-14,-1 0,1 0,0 0,-1 0,1 0,0 0,0 0,1 0,-1 0,0 0,0 0,1-1,-1 1,1 0,0 0,0 0,0 0,0-1,0 1,0 0,0-1,0 1,0-1,1 1,-1-1,1 0,-1 0,1 1,-1-1,1 0,0 0,0-1,-1 1,1 0,0 0,0-1,0 1,0-1,1 0,77 7,-35-11</inkml:trace>
  <inkml:trace contextRef="#ctx0" brushRef="#br0" timeOffset="5798.076">1244 4747,'16'14,"17"11,13 10,11 6,7 4,2 2,-4 0,-5-2,-6-6,-9-4,-10-6,-10-8</inkml:trace>
  <inkml:trace contextRef="#ctx0" brushRef="#br0" timeOffset="6036.994">1618 4747,'-13'11,"-8"14,1 12,1 13,1 8,2 9,1 6,-1 2,2-12</inkml:trace>
  <inkml:trace contextRef="#ctx0" brushRef="#br0" timeOffset="6287.636">1979 5067,'-11'16,"-4"13,0 7,4 4,5 6,6 1,7-1,6-1,0-2,-1-3,-1-6,-3-9</inkml:trace>
  <inkml:trace contextRef="#ctx0" brushRef="#br0" timeOffset="6536.969">1431 4586,'-18'-6,"-11"-4,-5 2,11 1,20 4,24 5,29 3,29-1,22 0,13-1,-12-1</inkml:trace>
  <inkml:trace contextRef="#ctx0" brushRef="#br0" timeOffset="5024.508">161 4653,'0'5,"7"8,9 8,11 11,9 10,9 8,5 4,1 4,-1 2,-5-1,-8-3,-7-7,-10-11</inkml:trace>
  <inkml:trace contextRef="#ctx0" brushRef="#br0" timeOffset="5280.897">589 4600,'-21'4,"-11"11,-4 13,-1 11,-1 14,1 11,5 9,6 2,7 1,6-4,6-14</inkml:trace>
  <inkml:trace contextRef="#ctx0" brushRef="#br0" timeOffset="10597.188">3276 1,'2'12,"40"239,-10 9,-16 74,-14 5,3-203,6 0,28 124,18 164,-16-17,-25-199,29 172,-18 1,-20 1,25-31,3-117,-21 6,-9-17,9-68,-15 134,1-286,0-3,-1 1,1-1,0 1,0-1,0 1,-1-1,1 1,0 0,0-1,0 1,0-1,0 1,0-1,0 1,0 0,0-1,0 1,0-1,1 1,-1-1,0 1,0 0,1-1,-1 1,0-1,0 1,1-1,-1 0,1 1,-1-1,0 1,1-1,-1 0,1 1,-1-1,1 0,-1 1,1-1,-1 0,1 0,-1 1,1-1,0 0,-1 0,1 0,-1 0,1 0,14-11,2-6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3:11.8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121 762,'-5'-2,"1"1,6 4,9 7,10 12,5 11,6 11,2 9,-1 6,-1 1,-4-3,-2-6,-1-8,-2-8,-6-8,-2-9,-5-8</inkml:trace>
  <inkml:trace contextRef="#ctx0" brushRef="#br0" timeOffset="275.979">321 736,'-14'20,"-6"19,0 13,1 12,1 7,2 2,-1 0,-2-3,2-14</inkml:trace>
  <inkml:trace contextRef="#ctx0" brushRef="#br0" timeOffset="542.828">561 1097,'9'-7,"1"1,-1 1,1 0,0 0,0 1,0 0,0 1,1 0,0 0,0 1,-1 1,9-1,-17 3,-1-1,1 0,0 1,-1-1,1 1,-1 0,1-1,0 1,-1 0,0 0,1 0,-1 0,1 0,-1 0,0 1,0-1,0 0,0 1,0-1,0 0,0 1,0-1,-1 1,1 0,0-1,-1 1,1 0,-1-1,0 1,0 0,1-1,-1 1,0 0,0-1,-1 2,-10 61,-81 125,91-187,0-1,0 0,0 1,0-1,0 1,1-1,-1 0,0 1,1-1,-1 1,1 0,-1-1,1 1,0-1,-1 1,1 0,0-1,0 1,0 0,1-1,-1 1,0 0,1-1,-1 1,1-1,-1 1,1-1,0 1,-1-1,1 1,0-1,0 0,0 1,0-1,0 0,1 1,7 0,0 0,0 0,0-1,0 0,0-1,0 0,0 0,0-1,0 0,0 0,0-1,0 0,0-1,5-2,30-10,-5 0</inkml:trace>
  <inkml:trace contextRef="#ctx0" brushRef="#br0" timeOffset="878.464">0 549,'0'-2,"5"-1,10 0,17 1,18 0,19 1,18-2,18-3,10 0,7-1,-18 0</inkml:trace>
  <inkml:trace contextRef="#ctx0" brushRef="#br0" timeOffset="1487.077">1445 27,'7'189,"12"40,0-15,-2 182,-19 55,0-310,15 119,-9-223</inkml:trace>
  <inkml:trace contextRef="#ctx0" brushRef="#br0" timeOffset="2324.179">1698 495,'0'3,"2"4,6 9,8 8,10 7,10 4,8 5,6-2,0 1,0-3,-5-4,-5-4,-10-6</inkml:trace>
  <inkml:trace contextRef="#ctx0" brushRef="#br0" timeOffset="2597.484">2005 429,'-6'15,"-8"16,-5 14,-4 13,-3 9,-4 4,-1 2,2-2,4-7,6-14</inkml:trace>
  <inkml:trace contextRef="#ctx0" brushRef="#br0" timeOffset="3029.662">2246 762,'-3'6,"1"0,0 0,0 0,0 1,1-1,0 0,0 1,1-1,0 1,0-1,0 1,1-1,0 1,0-1,1 0,-1 1,2-1,-1 0,0 0,1 0,0-1,1 1,-1-1,1 1,0-1,0-1,1 1,0 0,4 3,-4-6,-1 0,1 0,0 0,-1 0,1-1,0 0,0 0,0 0,0 0,0-1,0 0,0 0,0-1,0 1,0-1,0 0,0 0,0-1,0 1,0-1,-1 0,1 0,-1-1,1 0,-1 1,0-1,0-1,-1 1,1-1,0 1,-1-1,0 0,0 0,0 0,-1-1,1 1,-1-1,0 1,0-1,-1 0,1-1,1-3,1 1,-2-1,1 0,-2-1,1 1,-1 0,0-1,-1 1,0 0,-1-1,0 1,0 0,-1 0,0 0,-1 0,-2-8,3 15,1 0,0 0,-1 0,1 0,-1 0,1 0,-1 1,0-1,0 0,0 1,0 0,0-1,0 1,0 0,0 0,-1 0,1 0,0 0,-1 1,1-1,-1 1,1 0,0-1,-1 1,1 0,-1 0,1 1,-1-1,1 0,-1 1,1 0,0-1,-1 1,1 0,-1 1,-77 48,30-5,4 1</inkml:trace>
  <inkml:trace contextRef="#ctx0" brushRef="#br0" timeOffset="3324.353">1791 1337,'14'14,"11"11,11 6,5 4,3 2,2-2,-4-5,-2-4,-5-5,-6-6,-9-5</inkml:trace>
  <inkml:trace contextRef="#ctx0" brushRef="#br0" timeOffset="3577.925">2139 1230,'-16'12,"-12"10,-8 12,-5 11,1 8,1 5,4-2,7-2,9-4,7-11</inkml:trace>
  <inkml:trace contextRef="#ctx0" brushRef="#br0" timeOffset="3803.936">2380 1592,'7'-14,"4"-11,1-8,0-6,-2-2,-2 0,-3 6,-5 9,-2 14,-2 20,-2 17,1 16,1 9,6 6,7 0,7-4,7-8,-1-10</inkml:trace>
  <inkml:trace contextRef="#ctx0" brushRef="#br0" timeOffset="4290.78">2821 107,'1'0,"-1"0,1-1,0 1,-1 0,1-1,0 1,0 0,0 0,-1 0,1 0,0 0,0 0,-1 0,1 0,0 0,0 0,0 0,-1 1,1-1,0 0,0 0,-1 1,1-1,0 1,-1-1,1 1,0-1,-1 1,1-1,-1 1,1-1,-1 1,1-1,-1 1,1 0,-1-1,0 1,1 0,-1 0,0-1,0 1,1 0,-1 0,0-1,0 1,0 0,0 0,0 0,0-1,0 1,0 0,0 0,-1 0,10 47,-3 0,-2 0,-1 40,-2-23,28 952,-3-751,-18-214</inkml:trace>
  <inkml:trace contextRef="#ctx0" brushRef="#br0" timeOffset="5376.032">3355 0,'0'118,"-1"72,8 0,10 8,25 91,-8-64,0 133,-32 491,38-535,-40 15,14-262,-14-67,0 1,0-1,0 0,0 1,0-1,0 0,1 0,-1 1,0-1,0 0,0 0,1 1,-1-1,0 0,0 0,1 0,-1 0,0 1,0-1,1 0,-1 0,0 0,1 0,-1 0,0 0,0 0,1 0,-1 0,0 0,1 0,-1 0,0 0,1 0,-1 0,0 0,0 0,1 0,-1 0,0 0,1 0,-1 0,0-1,0 1,1 0,-1 0,0 0,0 0,1-1,-1 1,0 0,0 0,0-1,1 1,-1 0,0 0,0-1,0 1,0 0,0-1,0 1,0 0,0 0,1-1,-1 1,0 0,0-1,0 1,0 0,-1-1,9-22,-5 9</inkml:trace>
  <inkml:trace contextRef="#ctx0" brushRef="#br0" timeOffset="7013.334">108 2621,'-3'9,"5"12,5 12,9 9,9 6,7 5,4 2,1-1,1-4,-4-5,-5-6,-8-7,-7-9</inkml:trace>
  <inkml:trace contextRef="#ctx0" brushRef="#br0" timeOffset="7236.476">374 2701,'-15'-2,"-9"6,-4 9,-1 11,1 14,1 10,3 10,1 6,2-2,5-3,5-13</inkml:trace>
  <inkml:trace contextRef="#ctx0" brushRef="#br0" timeOffset="8177.317">508 3022,'0'0,"0"-1,0 1,1 0,-1 0,0 0,0 0,0 0,0-1,0 1,1 0,-1 0,0 0,0-1,0 1,0 0,0 0,0 0,0-1,0 1,0 0,0 0,1 0,-1-1,0 1,0 0,0 0,-1-1,1 1,0 0,0 0,0 0,0-1,0 1,0 0,0 0,0 0,0-1,0 1,-1 0,1 0,0 0,0-1,154-15,-151 15,0 0,1 1,-1-1,1 1,-1 0,1 0,-1 0,1 1,-1-1,1 1,-1 0,1 0,-1 0,0 0,0 1,0-1,1 1,-1 0,-1 0,1 0,0 0,0 0,-1 1,0-1,1 1,-1 0,0 0,0 0,0 0,-1 0,1 0,-1 0,1 0,-1 1,0-1,-1 0,1 1,0-1,-1 1,0-1,0 1,0-1,0 4,-4 4,-1 0,0 0,0 0,-1-1,0 1,-1-1,0-1,-1 1,0-2,0 1,-7 5,-8 10,22-23,0-1,0 0,0 1,0-1,0 0,0 1,1-1,-1 1,0 0,0-1,1 1,-1 0,0-1,1 1,-1 0,1 0,-1-1,1 1,-1 0,1 0,0 0,-1 0,1 0,0 0,0-1,0 1,-1 0,1 0,0 0,0 0,0 0,1 0,-1 0,0 0,0 0,0 0,1 0,-1 0,0-1,1 1,-1 0,1 0,-1 0,1 0,-1-1,1 1,0 0,-1-1,1 1,0 0,0-1,-1 1,1-1,0 1,0-1,0 0,0 1,0-1,-1 0,1 1,0-1,28 3,1-1,-1-2,0 0,25-5,-38 4,27-3</inkml:trace>
  <inkml:trace contextRef="#ctx0" brushRef="#br0" timeOffset="8737.38">1057 2875,'2'0,"3"2,3 1,0 0</inkml:trace>
  <inkml:trace contextRef="#ctx0" brushRef="#br0" timeOffset="9006.66">1337 2687,'0'3,"5"4,8 7,8 7,9 7,7 5,4 7,5 3,1 1,-1 0,-3-3,-3-4,-5-4,-7-5,-7-7</inkml:trace>
  <inkml:trace contextRef="#ctx0" brushRef="#br0" timeOffset="9269.128">1645 2674,'-7'7,"-7"13,-7 16,-8 11,-5 13,-6 9,-3 5,1 0,3-5,8-12,10-15</inkml:trace>
  <inkml:trace contextRef="#ctx0" brushRef="#br0" timeOffset="9660.133">1885 3075,'0'2,"0"6,0 8,2 8,1 4,3 5,-1 1,2-1,-1-1,0-4,-3-6</inkml:trace>
  <inkml:trace contextRef="#ctx0" brushRef="#br0" timeOffset="10015.195">1337 2474,'-2'-2,"3"-1,9 2,10 2,9 0,13 0,11 0,10 0,6 0,1-1,-11 0</inkml:trace>
  <inkml:trace contextRef="#ctx0" brushRef="#br0" timeOffset="10449.675">2246 2714,'11'12,"11"10,9 10,7 10,7 4,3 0,-1 1,0-3,-5-2,-7-8,-9-8</inkml:trace>
  <inkml:trace contextRef="#ctx0" brushRef="#br0" timeOffset="10747.09">2621 2687,'-14'7,"-9"11,-5 12,-4 10,0 9,2 8,3 4,4-3,6-3,6-12</inkml:trace>
  <inkml:trace contextRef="#ctx0" brushRef="#br0" timeOffset="10974.184">2861 3062,'2'6,"-1"0,1 0,0 0,0-1,0 1,1-1,0 1,0-1,1 0,-1 0,1-1,0 1,0-1,1 1,-1-1,1-1,0 1,0-1,0 1,1-2,-1 1,1 0,-1-1,1 0,0-1,0 1,0-1,0 0,0 0,0-1,0 0,0 0,0-1,0 1,0-1,0 0,0-1,0 0,0 0,2-2,-1 0,0-1,0 0,0 0,-1 0,0-1,0 0,0 0,-1-1,0 0,3-4,-6 9,-1-1,1 0,0 0,-1 1,0-1,0 0,1 0,-2 0,1-1,0 1,-1 0,1 0,-1 0,0 0,0-1,0 1,-1 0,1 0,-1 0,1 0,-1 0,0-1,0 2,-1-1,1 0,-1 0,1 0,-1 0,0 1,0-1,-1 0,-1 0,0 0,1 0,-1 1,0-1,0 1,-1 0,1 0,0 1,-1-1,1 1,-1 0,1 1,-1-1,1 1,-1-1,0 1,1 1,-1-1,-3 1,-87 23,92-23,-65 24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3:06.86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54 1,'0'0,"1"0,0 0,-1 0,1 0,0 0,-1 0,1 0,0 0,-1 1,1-1,0 0,-1 0,1 1,-1-1,1 0,0 1,-1-1,1 0,-1 1,1-1,-1 1,0-1,1 1,-1-1,1 1,-1-1,0 1,1 0,-1-1,0 1,0 0,1-1,-1 1,0-1,0 1,0 0,0-1,0 1,0 0,0-1,0 1,0 0,0-1,0 1,-1 0,1-1,0 1,0 0,12 201,-11-120,18 867,-23-608,-29 159,24-412,-9 81,8 1,7 31,15-129,-2-78,-6-6</inkml:trace>
  <inkml:trace contextRef="#ctx0" brushRef="#br0" timeOffset="11165.552">0 2742,'0'-2,"0"3,0 9,0 12,0 13,0 14,0 11,0 6,0 3,0-1,2-7,4-10,0-13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4:00.0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1 201,'23'5,"18"3,17 3,11-1,8-1,3-3,-4-2,-6-4,-12-7,-16-2</inkml:trace>
  <inkml:trace contextRef="#ctx0" brushRef="#br0" timeOffset="1">322 0,'-9'18,"-5"16,-1 12,3 11,7 6,8 2,7-1,4-5,1-12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4:00.74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1305,'64'-224,"-15"60,-49 163,0 0,0 0,1 0,-1 0,0 0,1 1,-1-1,1 0,-1 0,1 0,-1 0,1 1,-1-1,1 0,0 1,-1-1,1 0,0 1,0-1,-1 1,1-1,0 1,0 0,0-1,0 1,0 0,0-1,0 1,0 0,-1 0,1 0,0 0,0 0,0 0,0 0,0 0,0 0,0 1,0-1,0 0,0 1,0-1,-1 0,1 1,0-1,0 1,29 36,-27-33,3 3,0 0,-1 1,0 0,0 0,-1 1,0-1,0 1,-1 0,0 0,-1 0,0 0,0 0,-1 1,0-1,-1 1,0-1,0 0,-1 1,-1 3,1-11,0 0,0 0,0 0,0 0,0 0,0 0,-1 0,1 0,-1-1,1 1,-1-1,1 1,-1-1,0 1,0-1,0 0,0 0,0 0,0 0,0 0,0-1,0 1,0-1,-1 1,1-1,0 0,0 0,0 0,-1 0,1 0,0 0,0 0,-1-1,1 1,0-1,0 0,-1 0,2-2,1 0,-1 0,1 1,0-1,0 0,0 0,1 0,-1 1,0-1,1 0,0 0,0 1,0-1,0 1,0-1,1 1,-1-1,1 1,-1 0,1-1,0 1,0 0,1-1,11-12,0 1,1 0,1 1,0 1,1 1,0 0,1 1,0 0,0 2,1 0,0 1,3 1,-21 5,1 0,0 0,0 0,0 0,0 0,0 0,0 1,0-1,0 1,1-1,-1 1,0 0,0 0,0 0,0 0,0 0,1 1,-1-1,0 0,0 1,0 0,0-1,0 1,0 0,0 0,0 0,-1 1,1-1,0 0,-1 1,1-1,0 1,-1-1,0 1,1 0,-1 0,0-1,0 1,1 2,11 75,-13-70,0 0,1 0,0 0,1 0,0 0,0 0,1-1,0 1,0-1,1 0,1 0,-1 0,5 6,-5-10,0 0,1 0,-1 0,1 0,0 0,0-1,1 0,-1 0,0-1,1 1,0-1,0 0,-1-1,1 1,4-1,18 1</inkml:trace>
  <inkml:trace contextRef="#ctx0" brushRef="#br0" timeOffset="1058.257">268 583,'167'36,"-108"-26,-1 2,0 3,-1 3,-1 2,45 23,-92-39,1 1,-1 1,-1-1,1 2,-1-1,0 1,-1 0,1 1,-1-1,-1 1,1 1,-2-1,1 1,-1 0,0 1,-1-1,0 1,-1 0,3 9,-2 149,-4-165,1 0,-1 1,1-1,-1 0,1 1,0-1,1 0,-1 0,0 0,1 0,0 0,-1 0,1 0,0-1,1 1,-1-1,0 1,1-1,-1 0,1 0,0 0,0 0,0-1,0 1,0-1,0 1,0-1,0 0,0 0,1-1,-1 1,0-1,1 1,1-1,7 0,0 0,1-1,-1 0,0-1,0 0,0-1,0 0,0-1,-1-1,0 0,0 0,0-1,0 0,-1-1,0 0,0-1,-1 0,0 0,-1-1,1 0,-2-1,1 0,-1 0,-1 0,0-1,-1 0,1 0,2-11,-2-21,-6 42,0 0,0 0,0 0,0 0,0 1,0-1,0 0,0 0,0 0,0 0,-1 0,1 0,0 1,-1-1,1 0,0 0,-1 0,1 1,-1-1,1 0,-1 1,0-1,1 0,-1 1,0-1,1 1,-1-1,0 1,0-1,0 1,1 0,-1-1,0 1,0 0,0 0,0-1,1 1,-1 0,0 0,0 0,0 0,0 0,0 0,0 0,-3 3,-1 0,1 0,0 0,-1 1,2 0,-1-1,0 1,1 0,0 1,0-1,0 1,0-1,1 1,0 0,0 0,0 0,0 0,1 0,0 0,0 1,0-1,0 1,-1-1,1 0,0 1,0-1,1 1,0 0,0-1,0 1,0-1,1 1,0-1,0 1,1-1,-1 0,1 1,0-1,1 0,-1 0,1-1,0 1,0 0,0-1,1 0,0 0,0 0,0 0,0 0,0-1,1 0,0 0,0 0,4 2,0-2,-1-1,1 0,-1 0,1-1,-1 0,1 0,0-1,0 0,-1 0,1-1,0-1,-1 1,1-1,-1-1,0 0,1 0,-1 0,-1-1,1 0,0-1,-1 0,0 0,6-6,-2 2,0-1,-1-1,0 0,0-1,-1 0,-1 0,0-1,0 0,-2 0,0-1,0 0,-1 0,2-9,-5 4,-13 28,7-3,1 0,-1 0,1 1,0-1,1 1,0-1,0 1,0 0,1 0,0 0,0 0,1 0,0 0,0 0,0 0,1 0,0 0,1 0,0 0,0 0,0 0,1-1,-1 1,2-1,-1 0,1 0,0 0,0-1,0 1,4 3,9 0,0 0,0-1,1 0,0-2,0 0,0-1,1-1,0 0,0-2,0 0,0-1,0-1,0-1,0 0,0-2,6-1,-11 3,1-1,-1 0,1-1,-1-1,0 0,0 0,-1-2,1 0,-1 0,-1-1,1-1,-1 0,0-1,-1 0,0-1,-1 0,0 0,0-1,-1-1,0 0,-1 0,-1 0,0-1,0 0,-2-1,1 1,-2-1,3-11,-10-33,2 57,1 0,0 0,0 0,-1-1,1 1,0 0,-1 0,0 0,1 0,-1-1,1 1,-1 0,0 0,0 0,0 1,0-1,1 0,-1 0,0 0,-1 1,1-1,0 0,0 1,0-1,0 1,0-1,-1 1,1 0,0-1,0 1,0 0,-1 0,1 0,0 0,0 0,-1 0,1 0,0 1,0-1,-1 0,1 1,0-1,-4 3,-1 1,1 0,1 0,-1 0,1 0,-1 1,1 0,0 0,1 0,-1 0,1 0,0 1,0 0,1-1,0 1,0 0,-1 6,-5 24,1 1,2 1,2-1,2 1,1-1,1 1,2-1,2 1,2-1,1 0,11 29,87 287,-96-313,-19-88,-16-139,9-1,7-44,8 200,2-1,0 0,3 1,0-1,6-17,-10 48,0 0,0 0,0 0,1-1,-1 1,1 0,-1 0,1 0,-1 0,1 0,0 0,0 0,0 0,0 0,1 0,-1 1,0-1,1 0,-1 1,1-1,0 1,-1 0,1-1,0 1,0 0,0 0,0 0,0 0,0 1,0-1,0 0,0 1,0-1,0 1,1 0,-1 0,3 4,-1 0,0 1,1 0,-1-1,-1 2,1-1,-1 0,0 1,0-1,-1 1,1 0,-1 0,0 2,4 7,3 5,-1 0,-1 1,0-1,-2 1,-1 1,0-1,-1 4,-3-22,0-1,0 1,0-1,0 1,-1-1,1 1,-1-1,1 0,-1 1,0-1,0 0,0 1,0-1,0 0,-1 0,1 0,-1 0,1 0,-1 0,0-1,0 1,0 0,0-1,0 0,0 1,0-1,0 0,0 0,-1 0,1 0,0-1,-1 1,1 0,-1-1,1 0,0 0,-1 1,1-1,-1-1,1 1,-1 0,1-1,-1 1,1-1,0 0,-3 0,-15-8</inkml:trace>
  <inkml:trace contextRef="#ctx0" brushRef="#br0" timeOffset="1478.734">2260 1038,'177'-152,"21"-23,-180 156,-1-1,-1 0,-1-2,0 1,-2-2,-1 0,0-1,-2 0,0-2,-3 2,0 1,-2-1,0 0,-2 0,-1 0,-1 0,0-1,-2 1,-1 0,-4-16,-27-35,31 74,1-1,-1 0,1 1,-1-1,0 1,1 0,-1-1,0 1,0 0,0 0,0 0,0 0,-1 1,1-1,0 1,0-1,0 1,-1 0,1-1,0 1,0 0,0 1,-1-1,1 0,0 1,0-1,0 1,-1-1,1 1,0 0,0 0,0 0,0 0,0 1,-8 7,0 1,0 0,1 1,1 0,0 0,0 1,1 0,0 0,1 1,1 0,0 0,1 0,0 1,1-1,0 1,1 0,0 11,-1 14,2 1,1-1,2 0,1 0,3 0,1 0,2-1,1 0,2 0,2-2,1 1,2-2,6 9,-14-26,1-1,0 1,1-2,1 1,1-2,0 0,1 0,0-1,1-1,1 0,0-1,1-1,0 0,11 4,-23-14,1 1,-1-1,0 0,0 0,0 0,1-1,-1 0,0 0,1 0,-1-1,0 0,0 0,1 0,-1 0,0-1,0 0,0 0,-1-1,1 1,0-1,-1 0,0 0,1 0,-1-1,-1 1,1-1,0 0,-1 0,0-1,0 1,1-2,5-9,-1-1,0 1,-1-1,-1 0,0-1,-1 0,-1 1,-1-2,0 0,-1-37,-2 54,0 1,-1 0,1 0,0-1,0 1,-1 0,1 0,0 0,-1-1,1 1,0 0,-1 0,1 0,-1 0,1 0,0 0,-1 0,1 0,0 0,-1 0,1 0,-1 0,1 0,0 0,-1 0,1 0,0 0,-1 0,1 1,0-1,-1 0,1 0,0 0,-1 1,1-1,0 0,0 0,-1 1,1-1,0 0,0 1,-1-1,1 0,0 1,0-1,0 0,0 1,0-1,-1 0,1 1,0-1,0 0,0 1,0-1,0 1,0-1,0 0,0 1,0-1,-4 12,-1-1,1 1,1 0,0 0,1 1,0-1,1 0,1 1,-1-1,2 1,0-1,0 0,3 8,-3-16,0-1,0 1,1 0,0 0,0 0,0-1,0 1,0-1,0 0,1 1,0-1,0 0,0-1,0 1,18 12</inkml:trace>
  <inkml:trace contextRef="#ctx0" brushRef="#br0" timeOffset="1730.025">3076 449,'0'0</inkml:trace>
  <inkml:trace contextRef="#ctx0" brushRef="#br0" timeOffset="2061.847">3530 355,'3'-6,"0"1,0-1,0 0,0 1,1-1,0 1,0 0,0 0,1 1,0-1,0 1,0 0,0 0,1 1,-1-1,1 1,3-1,108-34,-107 35,25-5,-22 6,0-1,0 0,-1 0,1-2,-1 1,0-2,0 1,-1-2,9-5,-18 10,0 0,0 0,0 0,0 0,0 0,0 0,0 0,-1-1,1 1,-1-1,0 1,0-1,0 0,0 1,0-1,0 0,-1 0,1 0,-1 0,0 1,0-1,0 0,0 0,-1 0,1 0,-1 1,1-1,-1 0,0 0,0 1,0-1,-2-2,-1-1,0 0,0 1,0-1,-1 1,0 0,0 0,0 0,-1 1,0 0,1 0,-2 0,-5-2,8 3,0 1,0-1,0 1,-1 0,1 1,-1-1,1 1,-1 0,0 0,0 0,1 1,-1 0,0-1,0 2,0-1,1 1,-1-1,0 1,0 1,1-1,-1 1,1-1,-1 1,1 0,0 1,0-1,0 1,0 0,0 0,0 1,-2 6,-1 2,1-1,1 1,0 0,1 0,0 0,1 0,0 1,1-1,0 1,1 0,1 0,0 1,-2 94,5 0,5-1,15 69,-4-26,-9-86,-3 1,-3 0,-3 1,-3-1,-2 0,-3 0,-3 0,-11 29,-22 1,25-76</inkml:trace>
  <inkml:trace contextRef="#ctx0" brushRef="#br0" timeOffset="2354.352">3571 877,'289'-31,"-115"5,-129 25,-44 1,0 1,0-1,0 0,0 1,0-1,0 1,0-1,0 1,-1-1,1 1,0 0,0-1,-1 1,1 0,0 0,-1 0,1 0,-1-1,1 1,-1 0,1 0,-1 0,1 0,-1 0,0 0,0 0,0 0,1 0,-1 0,0 0,0 0,0 0,-1 0,1 0,0 0,0 0,0 0,-1 1,-8 33,7-31,0-1,0 1,1 0,-1 1,1-1,0 0,0 0,0 1,1-1,-1 0,1 1,0-1,0 1,1-1,-1 0,1 1,0-1,0 0,0 0,1 0,0 0,-1 0,1 0,1 0,-1 0,1-1,-1 1,1-1,0 0,0 0,0 0,1 0,0 0,60 14,-31-16</inkml:trace>
  <inkml:trace contextRef="#ctx0" brushRef="#br0" timeOffset="2616.025">4092 529,'0'16,"12"8,14 1,3-2</inkml:trace>
  <inkml:trace contextRef="#ctx0" brushRef="#br0" timeOffset="2868.223">4934 784,'-20'0,"-19"0,-13 0,-10 2,-1 6,4 5,9 6,13 3,18 6,23 2,24-2,29-3,26-4,23-5,13-5,7-5,3-3,-21-3</inkml:trace>
  <inkml:trace contextRef="#ctx0" brushRef="#br0" timeOffset="3536.579">5696 945,'-23'-13,"0"1,0 2,-1 0,-1 2,1 0,-1 2,-1 0,1 2,-1 1,0 1,-7 1,29 1,-56 2,59-1,-1-1,1 0,0 1,-1-1,1 1,0-1,0 1,0-1,0 1,-1 0,1-1,0 1,0 0,0 0,1 0,-1 0,0 0,0 0,0 0,1 0,-1 1,0-1,1 0,-1 0,1 0,0 1,-1-1,1 0,0 1,0-1,0 0,0 1,0-1,0 0,0 0,0 1,0-1,1 0,-1 1,1-1,-1 0,1 0,3 8,0-1,1 0,1-1,-1 1,1-1,0 0,1 0,0-1,0 0,0 0,1 0,0-1,0 0,0-1,1 0,-1 0,1-1,0 0,0-1,3 1,-2 1,-1-1,1 0,-1-1,1 0,0 0,0-1,0-1,0 1,0-2,0 1,0-1,0-1,0 0,0 0,-1-1,1 0,-1-1,0 0,0-1,0 1,0-2,-1 1,6-6,-13 10,-1 0,1 0,-1 1,0-1,1 0,0 0,-1 1,1-1,-1 1,1-1,0 0,-1 1,1-1,0 1,0-1,-1 1,1 0,0-1,0 1,0 0,-1 0,1-1,0 1,0 0,0 0,0 0,0 0,0 0,-1 0,1 0,0 1,0-1,0 0,0 0,-1 1,1-1,0 0,0 1,0-1,-1 1,1-1,0 1,-1-1,1 1,0 0,-1-1,1 1,-1 0,1-1,-1 1,1 0,-1 0,0-1,1 1,-1 0,0 0,61 59,-59-58,1-1,-1 0,0 0,0 0,1 0,-1 0,0 0,1 0,-1-1,1 1,-1-1,1 0,-1 0,1 0,-1 0,1 0,-1-1,1 1,-1-1,1 1,-1-1,0 0,1 0,-1 0,0 0,0 0,0-1,0 1,0-1,0 1,0-1,1-1,2-5,-1 0,0 0,0 0,-1-1,0 1,0-1,-1 0,0 0,-1 0,0 0,0 0,-1 0,0 0,-2-7,2 6,-1-44,-1 36,2 1,0 0,0-1,2 1,0 0,3-11,-2 24,0 1,0-1,0 1,0 0,0 0,0 0,1 1,-1-1,1 1,0 0,0 0,0 0,0 0,0 1,0-1,1 1,-1 0,0 1,1-1,-1 1,1 0,-1 0,0 0,1 0,-1 1,0 0,1 0,-1 0,0 0,3 2,6-1,0 2,0-1,0 2,0 0,0 0,-1 1,0 1,-1 0,5 4,-11-8,-1 0,1 1,-1 0,0 0,0 0,-1 0,1 1,-1-1,0 1,0 0,-1 0,1 0,-1 0,0 1,0-1,-1 0,0 1,0 0,0-1,0 1,-1-1,0 1,-1 4,-6 26,5-33,0 1,1 0,0 0,-1 0,1 0,1 1,-1-1,0 0,1 0,0 0,0 0,0 1,1-1,0 0,-1 0,1 0,1 0,-1 0,0 0,1 0,0 0,0 0,0-1,1 1,-1-1,1 0,0 1,9 1,0 0,1 0,0-2,-1 0,1 0,0-1,0 0,1-2,-1 1,0-1,0-1,0-1,0 0,0 0,10-4,-8 4,1 0,-1-2,1 0,-1 0,0-1,0-1,-1-1,0 0,0 0,-1-2,0 0,0 0,-1-1,10-10,-20 17,1 0,-1 0,0-1,0 1,0-1,-1 1,1-1,-1 0,0 0,0 1,0-1,-1 0,1 0,-1 0,0 0,0 0,0 0,-1 0,1 0,-1 0,0 1,0-1,0 0,-1 0,1 1,-1-1,0 1,0-1,0 1,-1 0,1 0,-1 0,1 0,-1 0,0 1,0-1,0 1,-1 0,1 0,-1 0,1 0,-3 0,0-1,0 1,0-1,0 1,-1 1,1 0,0-1,-1 2,0-1,1 1,-1 0,1 0,-1 1,1 0,-1 0,1 1,3-1,0-1,0 1,0 0,0 1,1-1,-1 0,0 1,1 0,-1-1,1 1,0 0,-1 0,1 0,0 1,0-1,1 0,-1 1,0-1,1 1,-1 0,1 0,0-1,0 1,0 0,0 0,1 0,-1 0,1 0,0 0,0 0,0 0,0 0,0 1,3 4,0 0,0-1,0 1,1-1,0 0,1 0,-1-1,1 1,1-1,-1 0,1 0,0-1,0 1,1-2,-1 1,1 0,0-1,1-1,-1 1,1-1,-1 0,1-1,8 2,129 27,-79-24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6:08.27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657 134,'-27'3,"0"1,0 1,0 2,1 0,-1 2,2 1,0 1,0 1,1 1,0 1,-1 3,-9 3,2 2,0 2,2 1,1 1,1 1,1 2,-2 5,16-19,2 2,0-1,0 1,2 1,0 0,1 0,1 1,0 0,2 0,0 0,1 1,1 0,1-1,1 20,0-33,1 1,0-1,1 1,-1-1,1 1,0-1,1 0,0 1,0-1,0 0,1 0,-1 0,2 0,-1-1,1 1,-1-1,1 0,1 0,-1 0,1-1,0 1,0-1,0 0,0 0,1-1,0 0,0 0,0 0,0-1,0 0,0 0,0 0,1-1,-1 0,1 0,3 0,1-3,0 1,0-1,0-1,-1 0,1 0,-1-1,0-1,0 1,0-2,-1 1,1-1,-2-1,1 0,3-3,106-116,-89 91,-2-2,-1 0,-1-2,-3-1,-1-1,-2 0,-2-2,-1 0,-3 0,4-26,-15 55,0-1,-1 1,-1-1,0 1,-1-1,0 1,-1 0,-4-12,5 20,-1 1,0-1,0 0,-1 1,0-1,0 1,0 0,0 0,-1 0,0 1,0-1,0 1,-1 0,1 0,-1 0,0 1,0-1,0 1,-1 1,1-1,-1 1,0-1,-4 1,1 0,0 0,0 1,-1 0,1 1,0 0,-1 1,1-1,0 2,0-1,-1 1,1 1,1 0,-1 0,0 1,1 0,-5 2,-2 3,1 0,0 0,1 1,0 1,0 0,1 1,1 0,0 1,-3 5,6-7,1-1,0 1,1 0,0 0,1 1,1 0,-1 0,2 0,0 0,0 1,1-1,1 1,0-1,1 1,0 0,1-1,0 1,1 0,0-1,1 0,1 1,0-1,0-1,1 1,6 9,13 15,1 0,3-2,0-1,2-1,22 17,80 91,-88-80,-3 1,-3 3,-3 1,-3 1,6 22,-30-64,-5-8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6:15.33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12,'22'-2,"20"-1,16 0,9 1,5 0,-1 4,-8 2,-12 6,-15 4,-14-1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6:15.50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0,'13'7,"17"2,16 0,16-2,16-2,11-2,1-1,-14-2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6:16.55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29,'4'-4,"16"-3,22 2,25 0,21 1,18 2,10 1,-15 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6:17.19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4,'0'-2,"0"1,2 1,6 3,0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6:17.82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419 116,'-22'-5,"1"1,-1 1,1 0,-1 2,0 1,0 0,0 2,0 0,-13 4,26-4,-1 1,0 0,1 0,0 1,0 0,0 0,0 1,1 1,0-1,0 1,0 1,1-1,0 1,0 1,1-1,0 1,0 0,1 1,0-1,0 1,-3 9,5-11,0 1,0 0,0-1,1 1,0 0,1 0,0 0,0 0,1 0,0 0,0 1,1-1,0 0,1 0,-1 0,1-1,1 1,0 0,0-1,0 1,1-1,0 0,0 0,1-1,0 1,0-1,1 0,-1 0,1-1,1 0,-1 0,1 0,0-1,3 2,3 0,0-1,0-1,1 0,-1-1,1 0,-1-1,1-1,0 0,0-1,0 0,-1-2,1 1,0-1,-1-1,1-1,-1 0,0 0,0-1,-1-1,1 0,-1-1,0 0,-1-1,0 0,0-1,-1 0,0-1,0 0,-1-1,-1 1,7-11,-5 2,0 0,-1 0,-1-1,0 0,-2-1,-1 1,0-1,-1 0,-2 0,0-1,-1 1,-1-7,1 24,-1 1,1-1,-1 0,0 0,0 0,0 0,-1 0,1 0,-1 1,0-1,0 0,0 0,0 1,-1-1,0 0,0 1,0 0,0-1,0 1,0 0,-1 0,0 0,1 1,-1-1,0 1,0-1,-1 1,1 0,0 0,-1 0,1 1,-1-1,0 1,-2-1,-4 4,0 0,0 1,1 0,-1 0,1 1,0 0,0 1,0 0,0 1,1 0,0 0,0 0,1 1,0 0,0 1,0 0,1 0,-1 2,-3 2,0 0,1 1,1 0,0 1,1-1,0 1,1 1,0-1,1 1,1 0,1 1,0-1,1 0,0 1,1 0,1-1,1 1,0-1,1 1,1-1,3 15,7-2,0-1,2-1,1 0,1-1,1-1,14 14,39 56,-41-36,-25-39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6:18.03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29,'18'-4,"25"-2,22 0,21 1,12 2,3 1,-9 0,-20 2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6:15.96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159 91,'-7'22,"-7"20,-5 13,-4 7,-1 2,2-2,2-5,5-11,5-11,6-12,4-9</inkml:trace>
  <inkml:trace contextRef="#ctx0" brushRef="#br0" timeOffset="345.914">38 91,'32'-16,"0"2,1 2,0 1,1 1,0 2,1 2,-1 1,34-1,-46 5,1 0,0 1,-1 2,1 0,-1 2,0 0,17 6,-36-10,0 0,0 1,-1 0,1-1,0 1,0 0,-1 0,1 0,-1 1,1-1,-1 1,1-1,-1 1,0 0,0 0,0 0,0 0,0 0,0 0,-1 1,1-1,-1 0,1 1,-1-1,0 1,0 0,0-1,0 1,-1 0,1 0,-1 0,1 0,-1-1,0 1,-1 1,-1 1,-1 0,-1 0,1 0,-1-1,0 0,0 1,0-1,0-1,-1 1,1 0,-1-1,0 0,0-1,-1 1,-36 19,-1-2,0-2,-2-2,0-2,0-2,-2-2,-7-1,15-3,10-3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6:13.71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147 364,'3'18,"0"15,0 12,-3 6,-6 7,-4 2,-5-3,-2-5,1-11,4-11</inkml:trace>
  <inkml:trace contextRef="#ctx0" brushRef="#br0" timeOffset="265.325">1 136,'6'-10,"0"1,1-1,1 1,-1 0,2 0,-1 1,1 1,0-1,1 1,-1 1,1-1,1 2,-1 0,1 0,0 0,0 2,0-1,1 1,-1 1,1 0,0 1,0 0,9 1,-7-1,0 1,-1 1,1 0,-1 1,1 0,-1 1,0 0,0 1,0 1,0 0,10 6,-18-8,0 0,0 0,0 0,0 1,-1 0,1 0,-1 0,0 0,0 1,-1 0,1 0,-1 0,0 0,-1 0,1 0,-1 1,0-1,0 1,-1 0,1-1,-1 1,-1 0,1 0,-1 0,0 0,0 0,-1 0,0 2,-4 7,-1 1,0-1,-1 0,-1-1,-1 1,0-2,0 1,-1-1,-1-1,0 0,-1 0,-1-1,1-1,-2 0,1 0,-1-2,-12 6,-15 8,8-8</inkml:trace>
  <inkml:trace contextRef="#ctx0" brushRef="#br0" timeOffset="540.853">602 497,'21'7,"13"2,12 0,8-2,6-2,3-2,-1-3,-11-3</inkml:trace>
  <inkml:trace contextRef="#ctx0" brushRef="#br0" timeOffset="712.909">923 203,'-4'16,"-2"15,-2 8,0 9,-1 6,2 5,1 3,3 1,1-1,3-5,6-7,2-13</inkml:trace>
  <inkml:trace contextRef="#ctx0" brushRef="#br0" timeOffset="1364.38">1645 404,'-19'4,"1"1,0 1,0 0,0 1,1 1,0 1,1 0,-1 1,2 1,0 0,0 1,1 1,0 0,1 1,1 1,0 0,1 0,1 1,0 0,1 1,-2 9,-18 78,28-101,1 1,0-1,0 1,0-1,0 1,0-1,1 1,0-1,0 1,0-1,0 0,0 1,0-1,1 0,0 0,0 0,0 0,0 0,0 0,0-1,1 1,-1-1,1 1,0-1,0 0,-1 0,1 0,4 1,4-1,0 0,1-1,-1 0,1-1,0 0,-1-1,1 0,-1-1,0 0,1-1,-1 0,0-1,0 0,-1 0,0-2,1 1,-1-1,-1 0,1-1,-1-1,4-3,6-4,-1-1,0-1,-1-1,-1 0,-1-1,0-1,-1 0,-2-1,0 0,-1-1,-1 0,-1-1,-1 0,-1 0,-1-1,-1 0,-2 0,0 0,-1 0,-1-1,-2 1,0 0,-2-1,0 1,-4-10,4 25,0 0,-1 1,0-1,0 1,0-1,-1 1,-1 1,1-1,-1 1,-1 0,5 4,0 1,-1-1,1 1,-1 0,0 0,1 1,-1-1,0 0,0 1,0 0,0-1,-1 1,1 0,0 1,0-1,-1 1,1-1,0 1,-1 0,1 0,0 0,0 1,-1-1,1 1,0 0,0 0,-1 0,1 0,-1 2,-4 2,2 2,-1-1,1 1,0 0,0 0,1 0,0 1,0 0,1 0,0 1,0-1,1 1,0-1,0 1,1 0,1 0,-1 0,1 1,1-1,0 6,-2 49,2 1,4-1,2 0,3 0,3 0,3-1,17 44,-28-92,-2-1,2 0,-1-1,2 1,0-1,0 0,1 0,1-1,0 0,1 0,0 0,0-1,9 8,2-6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6:19.50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12,'946'-12,"688"39,-1076-14,-530-15,-17-1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6:59.17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39 28,'0'-1,"0"1,0-1,0 1,0-1,0 0,0 1,1-1,-1 1,0-1,0 1,1-1,-1 1,0-1,1 1,-1-1,1 1,-1-1,0 1,1 0,-1-1,1 1,-1 0,1-1,-1 1,1 0,0 0,-1-1,1 1,-1 0,1 0,-1 0,1 0,0 0,-1 0,1 0,-1 0,1 0,0 0,-1 0,1 0,-1 0,1 0,0 1,-1-1,1 0,-1 0,1 1,-1-1,1 1,-1-1,293-3,-144 15,-139-5,-27-4,-252-35,125 28,127 6,31 4,256 1,-180-8,134 1,-516 12,38 0,241-9,34-2,483-2,-498 2,-14 0,-19 2,-48 3,-443 24,510-30,16 0,20-1,425-13,-441 14,-22 2,-356 24,433-34,-52 2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7:05.62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141 295,'1'-2,"0"0,0 0,1 1,-1-1,0 1,1-1,-1 1,1 0,-1-1,1 1,0 0,-1 0,1 0,0 0,0 0,0 0,0 1,-1-1,1 1,0-1,0 1,0 0,1 0,-1 0,0 0,1 0,205 3,-79 4,272-33,80 13,-124 5,-114-5,7-1,-65 1,469-19,-339 24,28-13,-273 11,206-18,12 15,-54 1,102-3,-19 7,-17 2,-184 7,311-1,-809 0,161-13,-18-1,-58 0,-255 23,-46-2,370-8,109 0,-20-1,-108 15,-26 14,-175-10,-73 8,265-10,-36 3,-136 4,174-13,6 14,11 12,112-23,111-11,35-2,2 1,205-26,-73 4,396-13,86 1,567-26,-416 49,-170-2,205 14,-609-15,81 15,-129 12,28-13,-180 5,-22-10,2-2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3:59.2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66CC00"/>
      <inkml:brushProperty name="ignorePressure" value="1"/>
    </inkml:brush>
    <inkml:brush xml:id="br3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17504 5575,'-10'-1,"-1"1,0 0,1 1,-1 1,0-1,1 1,0 1,-1 0,1 1,0 0,0 0,1 1,-1 0,1 1,0 0,1 0,0 1,0 0,0 0,1 1,0 0,0 1,1-1,-5 9,9-13,1-1,-1 1,1 0,0 0,0 0,0 0,0 0,1 0,-1 1,1-1,0 0,1 0,-1 0,1 0,-1 0,1 0,1 0,-1 0,0 0,1 0,0 0,0-1,0 1,0-1,1 1,-1-1,1 0,0 0,0 0,0 0,0-1,0 1,1-1,-1 0,1 0,1 1,13 4,1 0,0-2,0 0,0 0,1-2,-1-1,1 0,0-2,0 0,0-1,-1-1,1 0,9-4,3 1,-1-2,1-1,-2-2,1-1,-1-1,-1-2,23-13,-4-16,-48 43,0-1,0 0,0 1,0-1,0 0,0 0,0 1,0-1,0 0,0 1,0-1,-1 0,1 1,0-1,-1 0,1 1,0-1,-1 1,1-1,-1 0,1 1,-1-1,1 1,-1-1,1 1,-1 0,0-1,1 1,-1 0,1-1,-1 1,0 0,1-1,-1 1,0 0,0 0,1 0,-1 0,0 0,1 0,-1 0,0 0,0 0,1 0,-1 0,0 0,1 1,-1-1,0 0,1 0,-1 1,0-1,1 1,-1-1,1 0,-1 1,1-1,-1 1,1-1,-1 1,1 0,-1-1,1 1,0-1,-1 1,1 0,0-1,-1 1,1 0,-1 0,-1-1,1 1,0 0,0 1,0-1,0 0,0 0,0 0,0 1,0-1,0 0,0 1,1-1,-1 1,0-1,1 1,-1-1,1 1,0-1,0 1,0 0,-1-1,1 1,0-1,1 1,-1 0,0-1,0 1,1-1,-1 1,1-1,-1 1,1-1,0 1,0-1,0 0,-1 1,1-1,0 0,1 0,-1 0,1 2,62 31,-56-31,0-1,1 0,-1 0,1 0,-1-1,1-1,-1 0,1 0,0 0,-1-1,1 0,-1-1,0 0,1 0,-1-1,0 0,0 0,0-1,-1 0,1-1,-1 1,0-1,5-6,-10 9,0 0,-1 0,1 0,-1 0,0 0,0-1,0 1,0-1,0 1,0-1,0 1,-1-1,0 1,1-1,-1 0,0 1,0-1,0 1,-1-1,1 0,-1 1,1-1,-1 1,0-1,0 1,0-1,0 1,0 0,-1 0,1-1,-1 1,1 0,-1 0,0 0,-1 0,-3-4,0 0,-1 1,0 0,0 0,-1 0,1 1,-1 1,0-1,0 1,-4-1,-1 1,0 0,1 1,-2 0,1 1,0 0,0 1,0 1,0 0,0 1,0 0,0 1,0 0,0 1,1 0,0 1,0 1,0 0,1 1,0 0,0 0,0 1,-3 4,11-9,0-1,0 1,0 0,1 0,-1 0,1 0,0 0,0 0,0 1,0-1,0 1,1-1,0 1,-1 0,2-1,-1 1,0 0,1 0,-1 0,1 0,0 0,0 0,1-1,-1 1,1 0,0 0,0 0,0-1,0 1,1 0,0-1,-1 1,1-1,1 0,0 3,4-2,-1 0,0-1,1 1,0-1,0-1,0 1,0-1,0 0,0-1,0 1,1-2,-1 1,1-1,-1 0,0 0,1-1,0 0,44-5</inkml:trace>
  <inkml:trace contextRef="#ctx0" brushRef="#br0" timeOffset="276.06">18079 5174,'-22'4,"-18"7,-10 10,-1 8,5 9,11 4,16 0,20-3,19-3,15-4,11-5,5-1,-7-7</inkml:trace>
  <inkml:trace contextRef="#ctx0" brushRef="#br0" timeOffset="539.54">18133 5668,'0'16,"-2"12,-2 6,4 2,7-2,12-3,22-7,25-8,28-9,24-8,-8-3</inkml:trace>
  <inkml:trace contextRef="#ctx0" brushRef="#br0" timeOffset="-2370.314">13494 5695,'-14'-4,"-11"-3,-8 6,-6 7,-2 7,1 9,4 6,10 6,10 2,15-1,20-4,19-8,20-7,18-9,14-10,8-6,-13-3</inkml:trace>
  <inkml:trace contextRef="#ctx0" brushRef="#br0" timeOffset="-1981.912">14069 5802,'-2'-1,"0"-1,0 0,0 1,-1 0,1-1,0 1,0 0,-1 0,1 0,-1 1,1-1,-1 1,1-1,-1 1,1 0,-1 0,1 0,-1 0,1 0,-1 0,1 1,-1-1,0 1,-1-1,-11 2,-1 0,1 0,0 2,-1 0,2 1,-1 0,0 1,1 0,0 2,1-1,0 2,0 0,0 0,-10 11,21-18,0 0,0 0,0 0,0 0,0 1,0-1,1 0,-1 1,1-1,-1 1,1 0,0-1,0 1,0 0,1 0,-1 0,1 0,-1-1,1 1,0 0,0 0,0 0,1 0,-1 0,1 0,0 0,-1-1,1 1,0 0,1 0,-1-1,0 1,1-1,-1 1,1-1,0 0,0 1,0-1,0 0,0 0,1 0,6 3,1 0,0-1,0 0,0 0,0-1,1-1,-1 1,1-2,0 1,-1-1,1-1,0 0,0-1,-1 0,1 0,0-1,-1-1,1 0,-1 0,0-1,0 0,0-1,7-5,-9 4,-1 0,0-1,0 1,0-2,-1 1,0-1,0 0,-1 0,0 0,-1-1,0 0,0 1,-1-2,0 1,0 0,-1-1,-1 1,1-1,-2 1,1-1,-1 0,-1 1,1-1,-2 0,1 0,-11-20,12 30,0-1,-1 1,1-1,0 1,0 0,-1-1,1 1,0 0,-1 0,1-1,-1 1,1 0,0 0,-1 0,1-1,-1 1,1 0,0 0,-1 0,1 0,-1 0,1 0,-1 0,1 0,-1 0,1 0,0 0,-1 0,1 0,-1 0,1 0,-1 1,1-1,0 0,-1 0,1 0,-1 1,1-1,0 0,-1 0,1 1,0-1,0 0,-1 1,1-1,0 0,-1 1,1-1,0 1,0-1,0 0,0 1,-1-1,1 1,0-1,0 1,0-1,0 0,0 1,0-1,0 1,0-1,0 1,0-1,0 1,1-1,-1 1,-4 12,1 0,0 1,1 0,0 0,2 0,-1 0,2 0,0-1,0 1,1 0,1 0,0-1,4 9,-4-16,-1 1,2-1,-1 0,1 0,0 0,0-1,0 1,1-1,0 0,0 0,0-1,1 1,-1-1,1 0,0-1,0 1,0-1,1-1,-1 1,1-1,0 0,0 0,-1-1,1 0,0 0,0-1,0 0,0 0,0 0,2-2,29-6</inkml:trace>
  <inkml:trace contextRef="#ctx0" brushRef="#br0" timeOffset="-1598.788">14403 5736,'-4'9,"0"0,0 1,1 0,0 0,1 0,0 0,0 0,1 0,1 0,0 0,0 1,1-1,0 0,1 0,0 0,0 0,1 0,1 0,-1-1,2 1,-1-1,1 0,1-1,-1 1,2-1,-1 0,1 0,0-1,1 0,-1 0,1-1,1 0,-1 0,4 1,-8-6,0 0,-1 0,1 0,0-1,0 0,-1 1,1-1,0 0,0-1,0 1,-1-1,1 1,0-1,-1 0,1-1,0 1,-1-1,0 1,1-1,-1 0,0 0,0 0,0-1,0 1,0-1,2-3,2-2,0-1,0 0,-1 0,-1 0,1-1,-1 0,-1 0,3-10,-1 2,-1-1,-1 0,0 0,-2 0,0 0,-1 0,-1-1,-1 1,-1-8,2 26,0 0,1 0,-1 0,0 0,0 0,0 0,0 0,0 0,0 0,0 0,0 1,0-1,0 0,0 0,0 0,-1 0,1 0,0 0,-1 0,1 1,-1-1,1 0,-1 0,1 0,-1 1,1-1,-1 0,0 1,0-1,1 0,-1 1,0-1,0 1,0-1,1 1,-1 0,0-1,0 1,0 0,0 0,0-1,0 1,0 0,0 0,0 0,1 0,-1 0,0 0,0 1,0-1,0 0,0 0,0 1,0-1,0 0,1 1,-1-1,0 1,0-1,0 1,-2 8,0-1,0 1,0 0,2 0,-1 0,1 1,0-1,1 0,0 0,0 1,1-1,0 0,1 0,0 0,1 0,-1 0,2 0,2 6,-1-6,1-1,-1 0,1-1,0 1,1-1,0 0,0-1,1 1,-1-1,1-1,1 0,-1 0,1 0,0-1,-1-1,2 1,-1-1,0-1,1 0,-1 0,1-1,0 0,-1-1,1 0,0 0,0-1,43-3</inkml:trace>
  <inkml:trace contextRef="#ctx0" brushRef="#br0" timeOffset="-751.146">15111 5722,'-4'4,"0"1,0 0,0 1,1-1,-1 1,1 0,1-1,-1 1,1 1,0-1,0 0,1 0,0 1,0-1,0 1,1-1,0 1,0-1,1 1,0-1,0 0,0 1,1-1,0 0,0 0,1 0,-1 0,1 0,1 0,-1-1,1 0,0 1,0-1,3 2,1-1,0 0,0-1,1 0,-1-1,1 1,1-2,-1 1,0-1,1-1,-1 0,1 0,0-1,0 0,0 0,-1-1,1-1,0 0,0 0,0-1,-1 0,1-1,-1 0,0 0,1-1,-1 0,-1 0,1-2,-4 3,-2-1,1 0,0 1,-1-1,1-1,-1 1,-1 0,1-1,0 0,-1 0,0 1,0-1,-1 0,1-1,-1 1,0 0,0 0,-1-1,0 1,1 0,-2 0,1-1,-1 1,0 0,0 0,0-1,-1 1,1 0,-1 0,-1 1,1-1,-1 0,0 1,0-1,0 1,0 0,-1 0,0 0,1 1,-1-1,-1 1,1 0,-2-1,-7-4,0 1,-1 1,1 0,-1 0,-1 1,1 1,-1 1,1 0,-1 1,0 0,0 1,0 1,-5 0,-16 11,40-5,6-3,-1-1,1 0,0 0,0-1,0-1,0 0,0 0,0 0,1-2,-3 2,231-34,-167 20,1 3,49 0,-117 10,0 0,1 0,-1 1,0-1,0 1,0 0,1 1,-1-1,0 1,0 0,0 1,0-1,0 1,0 0,0 0,-1 0,1 1,-1 0,1-1,-1 2,0-1,0 0,0 1,-1 0,0 0,1 0,-1 0,7 150,-8-151,-1 0,0-1,1 1,-1 0,1 0,0-1,0 1,0-1,0 0,0 0,1 1,-1-1,1-1,-1 1,1 0,0-1,0 1,0-1,0 0,0 0,0 0,0 0,0 0,0-1,0 0,0 1,0-1,0 0,1 0,-1-1,2 0,97-26,-90 21,-1 0,1 0,-1-1,0 0,-1-1,1 0,-1 0,-1-1,0-1,0 0,-1 0,-1 0,1-1,-1 0,-1-1,0 0,-1-1,-4 13,-1 0,1 0,-1-1,0 1,1 0,-1 0,0 0,1-1,-1 1,0 0,1-1,-1 1,0 0,0 0,1-1,-1 1,0 0,0-1,0 1,1-1,-1 1,0 0,0-1,0 1,0-1,0 1,0 0,0-1,0 1,0-1,0 1,0 0,0-1,0 1,0-1,0 1,0 0,-1-1,1 1,0 0,0-1,0 1,-1 0,1-1,0 1,0 0,-1-1,1 1,0 0,-1 0,1-1,0 1,-1 0,1 0,0-1,-1 1,1 0,-1 0,1 0,0 0,-1 0,1 0,-1 0,1 0,0 0,-1 0,-3 7,1 1,0 0,0 0,0 0,1 0,0 0,1 0,0 1,0-1,1 0,0 1,0-4,0 0,1 0,-1-1,1 1,0 0,0 0,1 0,-1-1,1 1,0-1,0 1,1-1,-1 0,1 0,0 0,0 0,0 0,1-1,-1 1,1-1,0 0,0 0,0-1,0 1,1-1,-1 0,1 0,-1 0,1 0,0-1,2 0,4 3,1-2,-1 1,1-2,0 1,0-2,0 0,0 0,-1-1,1 0,0-1,0 0,-1-1,0-1,1 0,-1 0,-1-1,1 0,-1-1,2-1,-8 2,1 1,-2 0,1-1,0 0,-1 0,0 0,0 0,0-1,-1 1,0-1,0 0,0 1,-1-1,0 0,0 0,0 0,-1 0,0 0,0 0,0 0,-1-2,2-30,4 34,0 18,8 31,2-1,2 0,12 20,-5-36,-12-23</inkml:trace>
  <inkml:trace contextRef="#ctx0" brushRef="#br0" timeOffset="-496.121">16676 5401,'-14'2,"-6"6,-1 5,6 6,18 4,23 0,26-4,3-5</inkml:trace>
  <inkml:trace contextRef="#ctx0" brushRef="#br0" timeOffset="-2994.882">11021 5414,'24'9,"0"-2,1-1,0-1,0-1,1-1,-1-1,1-1,-1-2,0 0,1-2,-1 0,0-2,0-1,-1-1,1-1,10-6,-17 8,0-1,0-1,0 0,-1-1,-1-1,0-1,0 0,-1-1,0-1,-1 0,0-1,-2-1,1 0,-2 0,0-1,-1-1,0 0,-8 11,0 1,-1-1,0 1,0-1,0 1,0-1,-1 0,0 1,0-1,-1 0,0 1,0-1,0 1,0-1,-2-2,2 5,0 1,-1-1,1 1,0-1,-1 1,1 0,-1 0,0 0,0 0,1 0,-1 0,-1 1,1-1,0 0,0 1,-1 0,1-1,-1 1,1 0,-1 0,1 1,-1-1,1 0,-1 1,0 0,1-1,-1 1,0 0,0 1,1-1,-1 0,-2 1,-4 3,0 1,1 0,0 0,0 1,0 0,0 0,1 0,0 1,0 0,1 1,0 0,0 0,1 0,0 0,1 1,0 0,0 0,0 0,1 0,1 1,-2 9,-6 18,2 1,1 1,2-1,2 1,2 0,1 0,4 26,11 61,24 87,-8-49,-9-30,-6 1,-2 133,-25-157,11-111,0-1,-1 0,1 0,0 1,-1-1,1 0,-1 1,1-1,-1 0,1 1,-1-1,0 1,1-1,-1 1,0-1,0 1,1 0,-1-1,0 1,0 0,1-1,-1 1,0 0,0 0,0 0,1 0,-1 0,0 0,0 0,0 0,0 0,1 0,-1 0,0 0,0 1,0-1,1 0,-1 1,0-1,0 0,1 1,-1-1,0 1,1-1,-1 1,0 0,1-1,-1 1,1-1,-1 1,1 0,0 0,-1-1,1 1,-1 0,1 0,0-1,0 1,-1 1,-5-23,0-1,1 1,1-1,1 1,0-18,1 14,-7-120,6 73,-3 1,-11-51,14 107,-1 0,-1 0,0 0,-1 1,0 0,-2 0,1 0,-6-5,10 14,0 1,0 0,-1 0,1 0,-1 0,0 1,0 0,-1 0,1 0,-1 0,1 0,-1 1,0 0,0 0,0 0,0 1,0 0,0-1,0 2,-1-1,1 1,0 0,0 0,-1 0,1 1,-1 0,-22 12,27-13,1 0,-1 1,1-1,0 0,-1 0,1 1,-1-1,1 0,0 1,0-1,-1 1,1-1,0 0,0 1,-1-1,1 1,0-1,0 0,0 1,0-1,-1 1,1-1,0 1,0-1,0 1,0-1,0 1,0-1,0 1,0-1,1 1,-1-1,0 0,0 1,0-1,0 1,1-1,-1 1,0-1,0 0,1 1,-1-1,0 0,1 1,-1-1,0 0,1 1,-1-1,1 0,-1 0,0 1,1-1,-1 0,1 0,-1 0,1 0,-1 0,1 1,-1-1,1 0,-1 0,10 2,0 0,-1-1,1 0,0 0,0-1,0 0,0-1,0 0,0-1,0 0,3-1,-2 1,320-87,-262 69</inkml:trace>
  <inkml:trace contextRef="#ctx0" brushRef="#br0" timeOffset="-2748.808">12050 5909,'9'12,"5"5,5 0,2-4,-3-10,-5-6</inkml:trace>
  <inkml:trace contextRef="#ctx0" brushRef="#br0" timeOffset="-4134.537">8721 5629,'-11'-4,"-1"1,1 1,-1 0,0 1,0 0,1 1,-1 0,0 1,1 0,-1 1,0 0,1 1,0 0,-1 1,1 0,1 1,-1 0,1 1,0 0,0 0,0 1,1 0,0 1,4-3,0 1,1-1,-1 1,1 0,1 0,-1 1,1-1,0 1,1-1,-1 1,1 0,0 0,1 0,0 0,0 0,1 1,-1-1,2 0,-1 0,1 0,0 0,0 0,1 0,0 0,2 4,-3-9,1 1,0-1,0 0,0 0,1 0,-1-1,0 1,1 0,-1-1,1 0,0 1,-1-1,1 0,0 0,0-1,0 1,-1 0,1-1,0 0,0 0,0 0,0 0,0 0,0 0,0-1,0 1,-1-1,1 0,0 0,0 0,2-2,79-48,-65 33,-1 0,-1-2,-1 0,-1 0,-1-2,0 0,-2 0,-1-1,0-1,-2 0,0 0,-2-1,-1 0,-1 0,-1 0,-1-1,-2 0,0 1,-1-1,-2 0,-1 1,-1-1,-5-16,9 39,-1-1,1 1,-1-1,0 0,0 1,0-1,-1 1,1-1,-1 1,0-1,0 1,0 0,0 0,0 0,-3-2,4 5,0 0,0 0,-1 0,1 1,0-1,0 0,0 1,0-1,0 0,0 1,0 0,0-1,0 1,0 0,0-1,0 1,0 0,1 0,-1 0,0 0,0-1,1 1,-1 0,1 0,-1 1,1-1,-1 0,1 0,0 0,-1 0,1 0,0 0,0 0,0 1,0 0,-7 29,1 1,2 0,2 0,0 1,2-1,3 20,-2-19,2 0,1 0,1-1,2 0,1 0,2 0,1-1,1 0,2-1,15 26,-26-51,0 0,0 0,0 0,1 0,-1-1,1 1,0-1,0 0,1 0,-1-1,1 1,0-1,0 0,0 0,0-1,1 0,-1 0,0 0,1 0,0-1,-1 0,1 0,0 0,0-1,-1 0,1 0,0 0,0-1,0 0,-1 0,1 0,0-1,5-6,0-1,-1 1,0-1,-1-1,0 0,0 0,-1-1,-1 0,0-1,0 1,-1-1,-1-1,0 1,0-1,-1 1,-1-1,0-1,0-5,12-32,-9 84,-6-23,0 0,1 0,0-1,0 1,1 0,0 0,1-1,0 1,1-1,0 0,0 0,1 0,0-1,0 0,1 0,0 0,1 0,0-1,0 0,0-1,3 2,16 5</inkml:trace>
  <inkml:trace contextRef="#ctx0" brushRef="#br0" timeOffset="-3698.929">9149 5455,'36'-1,"0"3,0 0,0 3,0 1,32 10,-57-13,0 0,-1 1,1 1,-1 0,0 0,0 1,-1 0,1 1,-1 0,-1 0,0 1,0 0,0 1,-1 0,0 0,-1 0,0 1,0 0,-1 0,3 7,43 223,-50-237,-1 0,1 0,0 0,0-1,0 1,0 0,1 0,-1-1,1 1,0-1,-1 1,1-1,0 0,1 0,-1 1,0-2,0 1,1 0,-1 0,1-1,0 1,-1-1,1 0,0 0,0 0,0 0,0 0,0-1,0 1,0-1,0 0,0 0,0 0,0 0,0-1,0 1,0-1,0 0,-1 1,1-1,9-8,-1 0,0 0,-1-1,0 0,-1-1,0 0,0 0,-1-1,-1 0,0 0,-1-1,0 0,-1 0,0-1,-1 1,1-8,0 7,-1 1,-1-1,0-1,-1 1,0 0,-2-1,1-3,-11 4,-2 34,9-10,0-1,0 1,1 0,0 0,1 0,0 0,1 0,0 1,0-1,1 0,1 0,0 0,0 0,1 0,0-1,0 1,1-1,1 0,-1 0,1 0,1 0,2 2,5 1,1-1,0 0,1-1,0-1,0 0,1-1,0-1,1 0,-1-1,1-1,1-1,12 2,58 13</inkml:trace>
  <inkml:trace contextRef="#ctx0" brushRef="#br0" timeOffset="-10235.716">4203 7367,'0'0</inkml:trace>
  <inkml:trace contextRef="#ctx0" brushRef="#br0" timeOffset="-6326.259">192 882,'-6'0,"0"1,-1 0,1 0,0 0,0 1,1 0,-1 0,0 0,0 1,1 0,0 0,-1 0,1 1,0-1,1 1,-1 0,1 1,0-1,0 1,0 0,0 0,-2 6,-3 5,1 0,0 1,1 0,1 0,1 0,1 1,-1 6,-4 39,3 0,3 1,2-1,5 31,10 39,6 0,5-2,9 9,31 164,-33-66,-10 12,14 113,-2-175,9-2,59 158,-11-37,118 490,-148-599,86 188,-92-281,4-2,4-3,11 5,-39-53,31 38,3-3,5-3,3-3,3-4,4-3,16 6,-38-39,1-2,2-3,2-3,1-3,38 10,100 54,-139-60,2-3,0-2,71 16,390 41,-459-68,1-4,1-2,-1-4,2-2,35-4,22-14,-1-5,51-16,-61 10,7 2,-1-6,-1-5,-2-6,111-50,-97 23,-3-6,119-86,-129 60,-4-6,-5-4,-5-6,-4-5,-50 56,-1-2,-4-3,-3-2,-2-2,12-31,111-263,-131 283,-4-2,-3-1,-4-1,-4-1,-4-1,0-27,24-269,-35 341,-3-1,-2 1,-2-1,-1 0,-3 0,-1-2,-5-1,-2 0,-1 0,-3 2,-17-38,-60-184,89 255,-15-44,2-2,3 0,2-1,-3-59,8 36,-4 0,-3 1,-5-4,15 73,-16-74,4-1,3-1,0-70,4-133,5 234,2 0,3-1,3 1,4-16,35-119,-27 130,-2 0,-3-2,-3 1,-3-1,-2-13,-38-187,27 220,-1 0,-3 1,-1 0,-2 0,-9-13,-56-150,76 188,-2 1,1 0,-2 1,0-1,-1 1,-1 1,-1-1,0 1,0 0,-2 1,0 0,0 1,-2 0,1 1,-7-4,-9 2,0 1,-1 2,0 0,0 2,-1 2,0 0,-1 2,-22 0,-26-7,25 3,-1 2,0 3,0 2,0 3,-33 5,-468 72,251-38,-76 30,372-68,-187 42,-1-9,-2-9,-53-5,41-18,-323 16,380-9,0-6,-1-7,-6-8,116 7,-116-13,-1 7,-96 8,-235 11,484-9,-1 1,1 0,0 0,-1 1,1 0,0 1,0 0,0 0,0 1,1 0,-1 1,1 0,0 0,-5 5,-171 114,171-117,0 0,1 1,0 1,0 0,1 0,0 1,1 0,0 1,0 0,1 1,1 0,0 0,-5 13,-42 131,38-113</inkml:trace>
  <inkml:trace contextRef="#ctx0" brushRef="#br0" timeOffset="-5166.998">6690 5749,'-14'0,"-2"0,8 0,15 0,20-2,21-4,21 0,16-1,10 0,3 1,-2 4,-6 5,-9 4,-10 1,-13-1,-18-2</inkml:trace>
  <inkml:trace contextRef="#ctx0" brushRef="#br0" timeOffset="-4853.256">7251 5468,'-3'0,"1"1,-1-1,1 1,0 0,-1 0,1 0,0 0,0 0,0 0,0 0,0 1,0-1,0 1,0 0,0-1,1 1,-1 0,1 0,-1 0,1 0,0 0,0 1,0-1,0 0,0 0,1 1,-1-1,0 1,1-1,0 0,0 1,0-1,0 1,0-1,0 1,0-1,1 0,-1 1,1-1,0 0,0 1,0-1,0 1,9 7,0 0,0-1,1 0,1-1,-1 0,1-1,0-1,1 1,-1-2,1 0,0 0,1-2,-1 1,1-2,2 1,254 48,-267-51,1 0,-1 0,0 1,0-1,0 1,0-1,0 1,0 0,0 0,0 0,0 1,0-1,0 1,-1 0,1-1,0 1,-1 1,0-1,0 0,1 0,-1 1,0-1,-1 1,1 0,0-1,-1 1,0 0,1 0,-1 0,0 0,-1 0,1 3,-3 2,-1-1,0 1,0-1,-1 1,0-1,0-1,-1 1,1 0,-2-1,1 0,-6 5,-45 43,-2-2,-2-3,-8 2,-79 65,118-90,14-9</inkml:trace>
  <inkml:trace contextRef="#ctx0" brushRef="#br1" timeOffset="22483.628">3561 6270,'0'0</inkml:trace>
  <inkml:trace contextRef="#ctx0" brushRef="#br1" timeOffset="28376.493">4484 521,'-6'-1,"1"-1,-1 1,1 0,-1 1,1-1,-1 1,1 0,-1 0,1 1,-1 0,1 0,-1 0,1 0,0 1,-1 0,1 0,0 1,0-1,1 1,-1 0,0 0,1 1,0-1,0 1,0 0,0 0,1 1,-1-1,1 1,0-1,0 1,1 0,0 0,0 1,0-1,0 1,-26 64,3 2,3 1,1 9,0 7,5 1,3 0,4 1,3 78,9 244,10-114,-6-156,22 126,-6-77,-19-161,0 0,2 0,1-1,2 0,1 0,1-1,14 25,104 164,-123-207,1 0,1 0,0-1,1 0,0 0,0-1,1 0,0-1,1 0,0-1,0 0,0 0,1-1,0-1,0 0,1-1,1 1,292 43,-272-43,0-2,0-1,0-2,-1-1,1-2,0-1,-1-1,1-2,-2-2,7-3,14-6,-1-3,-1-2,-1-3,34-23,-57 29,-2-2,0 0,-1-2,-1-1,-2-1,0 0,-2-2,-1 0,-1-1,4-12,3-13,-2 0,-3-2,-2 0,6-40,-10 13,-2-1,-5 0,-3-1,-7-49,3 31,-2-76,-13-69,-31-60,44 270,2 5,-2 0,-1 0,-2 1,0-1,-3 1,0 1,-2 0,-7-12,-45-114,56 134,4 7,-2-1,0 1,-1 0,-1 0,-1 0,0 1,-1 0,-3-4,9 16,-22-28,-1 0,-2 1,-1 2,-9-6,7 14,-1 2,0 1,-2 1,0 2,0 2,-7-1,11 2,-3 0,-1 0,-1 3,0 0,0 3,0 0,-1 3,1 1,-1 1,1 2,-1 2,-9 2,-23 12,2 2,0 4,2 2,-32 19,2 0</inkml:trace>
  <inkml:trace contextRef="#ctx0" brushRef="#br1" timeOffset="29431.308">5941 936,'108'-72,"4"5,51-18,-124 64,974-459,-664 334,-332 142,-18 10,-20 12,-6 2</inkml:trace>
  <inkml:trace contextRef="#ctx0" brushRef="#br1" timeOffset="30498.554">6008 641,'0'1,"0"-1,0 0,0 0,0 0,0 0,0 0,0 0,1 0,-1 0,0 0,-8 17,-93 158,-59 70,136-200,35-42,99-51,-59 22,-16 6,1 2,1 2,0 1,1 2,14-2,-45 14,0 0,0 0,1 1,-1 0,0 1,1 0,-1 0,0 0,0 1,0 0,0 0,0 1,-1 0,1 0,-1 0,1 1,-1 0,0 0,-6-2,1-1,0-1,0 1,1 0,-1 0,0 0,0 0,0-1,0 1,1-1,-1 1,0-1,1 1,-1-1,0 0,1 1,-1-1,0 0,1 0,-1 0,1 0,-1 0,0-1,1 1,-1 0,0-1,1 1,-1-1,0 1,0-1,1 1,-1-1,0 0,0 0,0 0,0 0,0 1,0-1,0 0,0-1,0 1,0 0,0-1,2-5,1-1,-1 0,-1 0,0 0,0 0,0 0,-1 0,0 0,-1-1,0 1,0 0,-1-1,0 1,0 0,-1 0,0 0,0 0,-1 0,0 0,-1 0,1 1,-1 0,-4-5,-4-6,-1 0,-1 1,-1 0,0 1,-1 1,-1 1,0 0,-7-4,-27-18,52 29,18 4,9 3</inkml:trace>
  <inkml:trace contextRef="#ctx0" brushRef="#br1" timeOffset="31230.048">7839 347,'-1'5,"-21"93,5 0,2 20,18-254,0 73,0-4,3 0,13-56,-19 117,1 1,0-1,1 0,-1 1,1 0,0-1,0 1,1 0,0 0,-1 0,2 0,-1 1,1-1,-1 1,1 0,0 0,2-1,-3 5,0 0,0 0,1 0,-1 1,0 0,0-1,0 1,0 0,1 0,-2 1,1-1,0 1,0-1,0 1,-1 0,1 0,-1 0,1 0,-1 1,0-1,0 0,0 1,0 0,0 0,0 1,14 20,-1 2,-1 0,-2 0,-1 1,0 1,-2 0,4 23,64 252,-68-276</inkml:trace>
  <inkml:trace contextRef="#ctx0" brushRef="#br1" timeOffset="31496.5">7718 602,'-2'-7,"13"-7,22-7,29-8,26-5,19-2,7 4,-4 6,-21 9</inkml:trace>
  <inkml:trace contextRef="#ctx0" brushRef="#br1" timeOffset="32617.851">1582 8088,'19'-72,"-19"72,0 0,0 0,0 0,0 0,0 1,0-1,0 0,0 0,0 0,0 0,1 1,-1-1,0 0,0 0,0 0,0 0,0 0,1 0,-1 0,0 0,0 1,0-1,0 0,1 0,-1 0,0 0,0 0,0 0,1 0,-1 0,0 0,0 0,0 0,0 0,1 0,-1 0,0 0,0 0,0 0,0 0,1-1,-1 1,1 25,-7 33,-3 0,-3 0,-2-1,-12 30,26-87,-70 208,65-198,7-22,64-255,-7-96,-59 363,0-3,0 0,0 1,0-1,0 0,1 1,-1-1,1 1,0-1,0 1,0-1,0 1,0 0,0-1,1 1,-1 0,1 0,-1 0,1 0,0 0,0 0,0 0,0 1,0-1,0 1,0-1,1 1,-1 0,0 0,1 0,-1 0,1 1,-1-1,2 0,4 5,-1 0,0 0,0 1,0-1,-1 1,0 1,0 0,0-1,0 2,-1-1,0 1,-1-1,1 1,-1 1,0-1,-1 2,13 31,-2 0,-1 1,-3 1,-1 0,-2 0,-3 1,0 0,-3-1,-2 1,-2 5,3-23,0 200,4-195,1-9</inkml:trace>
  <inkml:trace contextRef="#ctx0" brushRef="#br1" timeOffset="32896.428">1395 8409,'10'-7,"15"-4,23-1,21 0,19 0,11 1,4 3,-15 3</inkml:trace>
  <inkml:trace contextRef="#ctx0" brushRef="#br1" timeOffset="33269.89">2344 8262,'16'-2,"15"-1,15 0,13 1,11 2,5 2,-2 3,-6 2,-15 0</inkml:trace>
  <inkml:trace contextRef="#ctx0" brushRef="#br1" timeOffset="33441.989">2451 8610,'16'7,"19"2,22-1,16-1,13-4,-9-3</inkml:trace>
  <inkml:trace contextRef="#ctx0" brushRef="#br1" timeOffset="33826.037">3534 7567,'-30'379,"18"349,13-550,3 542,-1-658,-1-16</inkml:trace>
  <inkml:trace contextRef="#ctx0" brushRef="#br1" timeOffset="34801.905">3868 7835,'12'18,"12"15,9 11,9 9,3 8,1 2,-3 1,-6 0,-7-5,-9-7,-8-14</inkml:trace>
  <inkml:trace contextRef="#ctx0" brushRef="#br1" timeOffset="35050.49">4175 7820,'-15'10,"-13"11,-8 14,-5 12,0 10,3 9,7 4,10-1,7-4,10-8,9-10,10-14,4-12</inkml:trace>
  <inkml:trace contextRef="#ctx0" brushRef="#br1" timeOffset="35287.356">4471 8235,'-3'14,"1"-3,0 0,1 1,0-1,0 1,1-1,1 1,0-1,2 11,-2-20,-1-1,1 1,0 0,0 0,-1 0,1-1,0 1,0-1,1 1,-1-1,0 1,0-1,1 1,-1-1,1 0,-1 0,1 0,0 0,-1 0,1 0,0 0,0-1,-1 1,1 0,0-1,0 0,0 1,0-1,0 0,0 0,0 0,-1 0,1 0,0-1,0 1,1-1,61-32,-58 26,0 1,-1-1,0 0,0 0,0 0,-1-1,0 0,-1 1,0-1,0-1,-1 1,1-4,-2 9,0-1,0 0,-1 1,1-1,-1 0,0 0,0 1,0-1,-1 0,1 0,-1 1,0-1,0 1,0-1,-1 1,1-1,-1 1,0-1,0 1,0 0,0 0,0 0,-1 0,1 1,-1-1,0 1,0-1,0 1,-1-1,-2 2,0 0,0 0,-1 1,1-1,0 1,0 0,-1 1,1 0,0 0,0 0,0 1,0 0,0 0,0 0,1 1,-1-1,1 2,-1-1,1 0,0 1,0 0,1 0,-3 4,-29 20</inkml:trace>
  <inkml:trace contextRef="#ctx0" brushRef="#br1" timeOffset="36021.935">3881 8863,'7'19,"9"14,9 11,9 10,7 4,5 2,0-3,-2-4,-7-7,-7-8,-9-11</inkml:trace>
  <inkml:trace contextRef="#ctx0" brushRef="#br1" timeOffset="36268.355">4256 8876,'-13'0,"-12"7,-9 14,-6 14,-5 13,0 12,2 7,6 5,8 1,8-7,8-13</inkml:trace>
  <inkml:trace contextRef="#ctx0" brushRef="#br1" timeOffset="36514.687">4443 9358,'22'-37,"-3"6,-2 0,-1 0,-2-2,0 0,2-14,-11 29,-1 0,0 0,-2 0,0-1,0 1,-2-1,-1-5,-6 13,-1 30,1 22,3 0,1 0,3 35,0-56,0 22,2 0,1 0,2 0,2 0,9 29,0-24</inkml:trace>
  <inkml:trace contextRef="#ctx0" brushRef="#br1" timeOffset="36999.424">5246 7367,'-19'345,"15"1,35 277,-2-282,28 555,-56-801</inkml:trace>
  <inkml:trace contextRef="#ctx0" brushRef="#br1" timeOffset="38057.772">5860 8316,'9'0,"15"0,16 0,15-3,15 0,9 1,1-1,-2 2,-11 2,-16 1</inkml:trace>
  <inkml:trace contextRef="#ctx0" brushRef="#br1" timeOffset="38321.608">5980 8530,'16'7,"21"1,23 1,21-4,16-6,8-4,-12-1</inkml:trace>
  <inkml:trace contextRef="#ctx0" brushRef="#br1" timeOffset="38663.833">7117 8048,'2'18,"8"13,13 10,15 8,14 4,9 2,6 4,4 0,-5-3,-8-4,-12-7,-14-10</inkml:trace>
  <inkml:trace contextRef="#ctx0" brushRef="#br1" timeOffset="38929.99">7531 8048,'-13'14,"-12"17,-8 18,-6 19,-2 13,0 9,6 3,6-5,8-11,8-19</inkml:trace>
  <inkml:trace contextRef="#ctx0" brushRef="#br1" timeOffset="39190.329">7812 8703,'6'5,"0"0,1-1,-1 0,1 0,0 0,0 0,0-1,0 0,0-1,1 0,0 0,-1-1,1 1,0-2,-1 1,1-1,0 0,0-1,0 0,-1 0,1 0,-1-1,1 0,-1-1,1 0,-1 0,0 0,-1-1,1 0,0-1,-1 1,1-3,-4 4,0 0,-1 0,0-1,1 0,-1 1,-1-1,1 0,-1 0,1 0,-1 0,0 0,-1 0,1 0,-1 0,1-1,-1 1,0 0,-1 0,1 0,-1 0,0 0,0 0,0 0,-1 0,1 0,-1 0,0 0,0 1,0-1,0 1,-1-1,0 1,1 0,-1 0,0 0,-1 0,1 1,0-1,-1 1,0 0,1 0,-1 0,0 1,0-1,-4 0,2 0,-1 0,0 1,0 0,0 1,1-1,-1 1,0 1,0-1,0 1,0 0,0 1,1-1,-1 1,1 1,-1-1,1 1,0 0,0 1,0 0,0 0,1 0,-1 0,1 1,0 0,1 0,-1 0,1 0,0 1,0 0,1 0,0 0,-1 2,-5 19</inkml:trace>
  <inkml:trace contextRef="#ctx0" brushRef="#br1" timeOffset="39467.619">8214 8342,'13'2,"17"1,13 1,12-2,7 0,5-1,0-1,-4 1,-9-1,-11 0,-13-1</inkml:trace>
  <inkml:trace contextRef="#ctx0" brushRef="#br1" timeOffset="39744.872">8508 8114,'-14'16,"-7"17,1 14,3 12,7 8,12 4,10-1,10-3,6-9,-2-14</inkml:trace>
  <inkml:trace contextRef="#ctx0" brushRef="#br1" timeOffset="40027.094">8948 8075,'-4'21,"-2"15,5 11,11 9,14 4,11 3,11 0,10-4,4-5,3-6,-3-3,-3-5,-9-7,-8-7,-13-8</inkml:trace>
  <inkml:trace contextRef="#ctx0" brushRef="#br1" timeOffset="40227.581">9349 8101,'-20'12,"-16"14,-9 17,-6 17,0 15,3 9,7 5,12 1,9-6,10-8,5-17</inkml:trace>
  <inkml:trace contextRef="#ctx0" brushRef="#br1" timeOffset="40434.043">9604 8756,'31'-73,"-3"-1,17-74,-41 141,-5 33,-12 107,6 0,7 55,5-102,0-11</inkml:trace>
  <inkml:trace contextRef="#ctx0" brushRef="#br1" timeOffset="43200.295">10540 8316,'4'-3,"14"0,16-2,17 0,13-2,9 0,4 2,-5 2,-9 0,-14 4,-15 2</inkml:trace>
  <inkml:trace contextRef="#ctx0" brushRef="#br1" timeOffset="43453.946">10566 8582,'21'3,"19"0,20 0,18-1,15-2,14-5,-13 0</inkml:trace>
  <inkml:trace contextRef="#ctx0" brushRef="#br1" timeOffset="43763.562">11876 8101,'4'16,"9"15,14 10,13 11,13 6,10 6,4 1,-1-4,-6-5,-10-11,-14-10,-13-10</inkml:trace>
  <inkml:trace contextRef="#ctx0" brushRef="#br1" timeOffset="44025.06">12237 8061,'-18'21,"-11"17,-9 19,-5 14,-3 9,3 6,6-3,7-6,9-10,15-12,8-14</inkml:trace>
  <inkml:trace contextRef="#ctx0" brushRef="#br1" timeOffset="44302.89">12598 8582,'-1'5,"-1"-1,1 1,0 0,0-1,0 1,1 0,0 0,0-1,0 1,0 0,1 0,0-1,0 1,0 0,1-1,-1 1,1-1,0 0,0 1,1-1,-1 0,1 0,0-1,0 1,0 0,0-1,1 0,0 0,-1 0,1 0,0-1,0 1,2 0,4 1,1 1,-1-2,1 1,0-2,0 1,0-1,0-1,0 0,1-1,-1 0,0 0,0-1,4-1,-9 1,0 0,-1 0,1-1,0 0,-1 0,0 0,1 0,-1-1,0 0,0 0,0-1,-1 1,1-1,-1 0,0 0,0 0,0-1,0 1,-1-1,0 0,0 0,0-1,-1 1,1 0,-1-1,0 0,-2 0,0 0,0 0,0 0,0 0,-1 0,0 0,0 0,-1 0,0 0,0 1,0-1,0 0,-1 1,0 0,0 0,-1 0,1 0,-1 0,0 1,-1-1,1 1,-1 0,1 1,-1-1,0 1,-1 0,1 0,0 0,-1 1,0 0,1 0,-1 0,0 1,0 0,0 0,0 0,0 1,0 0,0 0,0 1,-6 0,-2 2,0-1,0 2,1 0,-1 1,1 0,0 1,0 0,0 1,1 0,0 1,1 1,-9 7,-29 27</inkml:trace>
  <inkml:trace contextRef="#ctx0" brushRef="#br1" timeOffset="45611.397">11783 7861,'13'-2,"19"-1,19-2,20-1,18 2,14 1,10-2,6 1,-17 0</inkml:trace>
  <inkml:trace contextRef="#ctx0" brushRef="#br1" timeOffset="46327.668">13293 8302,'3'0,"2"-2,1-3,-1-4,-1-1,-4 0,-3 2,-5 3,0 4,2 6,0 6,5 2,2 0</inkml:trace>
  <inkml:trace contextRef="#ctx0" brushRef="#br1" timeOffset="47413.074">13801 7835,'4'-7,"12"-2,15 2,20 5,20 5,20 5,16 0,9-1,-5-1,-21-2</inkml:trace>
  <inkml:trace contextRef="#ctx0" brushRef="#br1" timeOffset="46592.155">13788 8022,'13'15,"15"15,13 14,13 10,9 8,5 4,2 3,-3-1,-7-6,-9-9,-9-9,-8-11,-11-12</inkml:trace>
  <inkml:trace contextRef="#ctx0" brushRef="#br1" timeOffset="46867.52">14296 8061,'-20'16,"-15"14,-9 14,-4 13,-1 8,3 6,7 3,11 0,9-5,13-11,8-15</inkml:trace>
  <inkml:trace contextRef="#ctx0" brushRef="#br1" timeOffset="47132.278">14644 8636,'11'-18,"6"-15,5-9,-1-2,-3 2,-3 11,-5 17,-6 20,-4 21,-2 16,-1 11,1 5,2-1,4-5,3-8,1-11</inkml:trace>
  <inkml:trace contextRef="#ctx0" brushRef="#br1" timeOffset="48993.178">11542 7487,'721'-9,"508"2,-779 9,445 14,-822-13,151 6,100-14,-257-3,-68 8,1-1,0 1,0 0,0 0,0-1,-1 1,1 0,0 0,0-1,0 1,0 0,0 0,0-1,0 1,0 0,0-1,0 1,0 0,0 0,0-1,0 1,0 0,0-1,0 1,0 0,0-1,0 1,0 0,0 0,0-1,1 1,-1 0,0 0,0-1,0 1,1 0,-1 0,0 0,0-1,0 1,1 0,-1 0,0 0,1 0,-1 0,0-1,0 1,1 0,-1 0,0 0,1 0,-1 0,0 0,0 0,1 0,-1 0,0 0,1 0,-1 0,0 0,-14-6</inkml:trace>
  <inkml:trace contextRef="#ctx0" brushRef="#br2" timeOffset="76181.334">11261 3516,'-1'-1,"0"0,0 0,-1-1,1 1,0-1,0 1,0-1,1 0,-1 1,0-1,1 0,-1 0,1 1,-1-1,1 0,0 0,0 0,0 0,0 1,0-1,0 0,1-1,-2 1,1-429,0 420,-1-30,2 0,2 0,1 0,10-35,43-178,9 32,-52 173,-3 0,-2 0,-1-1,-3-4,23-132,0 87,4 1,12-16,-30 75,3-3,1-3,-2-1,-1 0,5-39,-12 47,-3 1,-1-1,-2 0,-1 0,-2 0,-5-32,-56-92,58 151,-1-1,-1 1,0 0,-1 0,0 1,0 0,-1 0,-1 1,1-1,-2 2,1 0,-1 0,-6-4,-105-66,97 67,0 0,0 1,-2 1,1 2,-1 0,0 2,0 1,0 1,-1 1,1 1,-22 3,36-2,-31 0,0 1,0 3,-42 8,-185 27,191-32,1 4,1 3,-20 8,-15 12,-77 22,-181 30,305-76,-1-2,0-4,-14-2,-347-3,236-23,-65 21,103-45,121 42,0-2,1 0,0-2,1-2,-2-2,-12-9,-58-23,-100 9,181 38,1 1,0 1,0 0,0 2,0 1,0 0,1 1,0 1,1 1,0 0,0 2,1 0,-16 13,3-5,16-10,0 1,0 0,1 1,0 1,1 0,1 1,-1 0,2 0,0 1,1 1,0-1,1 1,-4 14,-7 16,3 0,1 1,3 0,1 1,3 0,2 1,0 40,5-38,-2 0,-2 0,-2-1,-4 6,2-4,1 1,3 0,2 1,2-1,6 47,1 18,-5 0,-6 27,-1 439,46-226,-41 119,-12-265,13-190,-1-12,1 0,0 1,0-1,1 0,0 0,1 0,0 1,0-2,1 1,0 0,1 0,2 3,65 97,77 37,-140-136,2 0,0 0,0-2,0 1,1-1,1-1,-1 0,1 0,0-1,2 0,255 135,-239-126,1 0,1-2,0-2,1 0,0-3,1 0,0-2,32 1,-8-4,1 2,-1 3,27 9,-33-6,0-2,1-2,52-1,188-7,-137 14,59-27,190 15,-380 1,-1 0,0 2,0 0,0 2,-1 1,4 2,-17-6,28 6,-1-1,2-2,-1-1,0-2,1-2,14-3,113 16,29-35,-11 14,-20-6,-67-2,-47 2,-40 12,1-2,0 1,-1-1,1-1,-1 0,0-1,0 1,-1-2,5-3,116-83,-120 85,0-1,0 0,-1-1,0 0,-1 0,0-1,-1 0,0-1,0 1,-1-1,0 0,-1-1,0 0,-1 1,-1-2,0 1,0 0,-1 0,-1-1,0 1,0-1,-2-9,-38-133,37-129,10-5,5 18,-11 236,0 2</inkml:trace>
  <inkml:trace contextRef="#ctx0" brushRef="#br3" timeOffset="97952.051">673 12018,'2'16,"0"0,1-1,1 1,0-1,1 0,1-1,0 1,1-1,1 0,1 2,1 4,2 0,0 0,1-1,1-1,1 0,0-1,1-1,1 0,1-1,7 4,-20-16,1 0,0 0,0-1,0 0,0 0,0 0,1-1,-1 0,0 0,1 0,-1-1,1 0,-1 0,1-1,-1 0,0 0,1-1,-1 1,0-1,0-1,0 1,0-1,-1 0,1 0,-1-1,1 1,-1-1,0 0,-1-1,3-1,5-5,0-1,0 0,-2-1,1 0,-1 0,-1-1,-1-1,0 1,0-1,-2-1,0 1,-1-1,0 0,-1-1,-1-1,-2-3,-5 20,-9 68,9 24,5 0,4-1,3 1,5-1,16 56,-3 0,2 82,-24-153,-4 1,-3-1,-3 1,-3-1,-4-1,-3 0,-15 39,29-107,-1 9,-1 0,-1 0,-1 0,0-1,0 0,-1 0,-1-1,-1 0,0 0,0-1,-1 0,-8 7,16-17,-1 0,0-1,0 1,0 0,0-1,0 0,0 1,0-1,0-1,0 1,0 0,-1-1,1 1,0-1,0 0,-1 0,1 0,0-1,-1 1,1-1,0 0,0 0,0 0,0 0,0 0,0-1,0 1,-2-2,-3-3,0 0,0 0,1-1,0 0,0-1,1 1,-1-1,-4-9,-9-19,2-1,1-1,2 0,2-2,1 1,3-1,0-1,3 0,-1-32,5 60,0 0,1 0,1 1,0-1,0 0,1 0,1 0,0 0,1 1,1-1,0 1,0 0,1 0,0 1,1-1,1 1,0 0,0 1,1-1,3-1,6 0,0 1,0 1,2 0,-1 2,1 0,0 1,1 1,-1 1,16-3,39-8</inkml:trace>
  <inkml:trace contextRef="#ctx0" brushRef="#br3" timeOffset="99657.908">3428 11284,'-13'992,"29"-394,-4 236,-42-386,10-224,9 0,10 1,18 103,9-126,-4-43,1 159,-25-114,2-220,0-2</inkml:trace>
  <inkml:trace contextRef="#ctx0" brushRef="#br1" timeOffset="61574.901">2478 12540,'0'0</inkml:trace>
  <inkml:trace contextRef="#ctx0" brushRef="#br3" timeOffset="98528.959">1836 12340,'12'-3,"10"3,12 0,13 0,7 1,6 0,1 1,-2 4,-10 4,-12 4,-13-1</inkml:trace>
  <inkml:trace contextRef="#ctx0" brushRef="#br3" timeOffset="98814.957">1904 12647,'13'2,"19"1,19 0,20-1,17-2,13-2,3-1,-17 1</inkml:trace>
  <inkml:trace contextRef="#ctx0" brushRef="#br3" timeOffset="101666.999">3975 11564,'5'3,"8"0,13 2,16 0,17-1,14 0,13-2,5-1,1 0,-15-1</inkml:trace>
  <inkml:trace contextRef="#ctx0" brushRef="#br3" timeOffset="102492.411">5540 12085,'-22'64,"22"-63,0 1,0-1,-1 1,1-1,0 1,0 0,0-1,1 1,-1-1,0 1,0-1,1 1,-1-1,1 0,-1 1,1-1,0 1,0-1,0 0,-1 0,1 1,0-1,0 0,1 0,-1 0,0 0,0 0,0 0,1-1,-1 1,0 0,1 0,-1-1,1 1,-1-1,1 0,-1 1,1-1,-1 0,1 0,0 0,0 1,0-1,1 0,-1 0,0 0,1 0,-1-1,0 1,1-1,-1 1,0-1,0 0,0 0,1 0,-1 0,0 0,0 0,-1-1,1 1,0-1,0 1,0-1,-1 0,1 1,-1-1,0 0,1 0,-1 0,0 0,0 0,0-1,0 1,-1 0,1 0,-1-1,1 1,-1 0,0-1,0 1,0 0,0-1,0 1,0 0,-1-1,1 1,-1 0,0 0,1-1,-1 1,0 0,0 0,-1 0,1 0,0 0,-1 0,1 1,-1-1,1 0,-1 1,0-1,0 1,0-1,0 1,0 0,0 0,0 0,0 0,0 0,-1 0,1 1,-1 0,0 0,1 0,-1 1,0-1,0 1,1-1,-1 1,1 0,-1 0,1 0,-1 1,1-1,-1 1,1-1,0 1,0 0,0 0,0 0,0 0,0 0,1 0,-1 0,1 1,-1-1,1 0,0 1,0-1,0 1,0 0,0-1,1 1,-1 0,1-1,0 1,0 0,0 0,0-1,0 1,0 0,1 0,-1-1,1 1,0 0,0-1,0 1,0-1,0 1,1-1,14 19</inkml:trace>
  <inkml:trace contextRef="#ctx0" brushRef="#br3" timeOffset="103661.072">6396 11657,'6'-9,"17"-5,17-1,21 1,17 2,17 4,10 0,3 2,-17 2</inkml:trace>
  <inkml:trace contextRef="#ctx0" brushRef="#br3" timeOffset="105192.334">7799 11564,'-2'-2,"3"-1,9 0,14 0,16 2,16 0,13 0,7 1,2 0,-13 0</inkml:trace>
  <inkml:trace contextRef="#ctx0" brushRef="#br3" timeOffset="106832.019">6074 11149,'0'0,"1"0,-1 0,0-1,1 1,-1 0,0 0,0 0,1 0,-1 0,0 0,1 0,-1 0,0 0,1 0,-1 0,0 0,1 0,-1 0,0 0,0 0,1 0,-1 0,0 0,1 0,-1 0,0 0,1 1,-1-1,0 0,0 0,1 0,-1 1,0-1,0 0,0 0,1 0,-1 1,0-1,0 0,0 1,0-1,1 0,-1 0,0 1,0-1,0 0,0 1,0-1,0 0,0 1,0-1,0 0,0 1,0-1,0 0,0 0,0 1,0-1,0 0,-1 1,1-1,0 0,0 0,0 1,0-1,-1 0,1 1,0-1,0 0,174 4,380 3,-428-3,100-10,610-8,-366 8,-328-7,-135 12,-24 2,-3-1</inkml:trace>
  <inkml:trace contextRef="#ctx0" brushRef="#br3" timeOffset="108201.318">9630 10816,'-8'1106,"4"-964,5 1,7-1,8 21,-14-152,28 182,-9 2,-5 65,-18 750,-12-564,25-30,-15-29,1-321,10 427,-4-185,0-265,-3-39</inkml:trace>
  <inkml:trace contextRef="#ctx0" brushRef="#br3" timeOffset="109573.58">4791 15080,'3'-5,"-1"0,2 0,-1 0,0 1,1-1,0 1,0 0,1 0,-1 0,1 0,-1 1,1 0,0 0,1 0,-1 1,0-1,1 1,-1 1,1-1,0 1,-1 0,6 0,-8 0,0 0,0 1,-1 0,1 0,0 0,0 0,0 0,0 0,-1 1,1-1,0 1,0 0,-1 0,1 0,0 0,-1 0,1 1,-1-1,0 1,1-1,-1 1,0 0,0 0,0 0,0 0,0 1,-1-1,1 0,-1 1,1-1,-1 1,0-1,0 1,0 0,0 0,-1-1,1 1,-1 0,1 2,-3 14,-1 0,0 0,-1 0,-1-1,-1 1,0-1,-2-1,0 1,-1-1,0 0,-8 9,-136 201,121-168,32-58,0 0,0 0,0 0,0 1,1-1,-1 0,0 0,1 0,-1 0,0 0,1 0,0 0,-1 0,1 0,-1-1,1 1,0 0,0 0,-1 0,1-1,0 1,0 0,0-1,0 1,0-1,0 1,0-1,0 0,0 1,0-1,0 0,0 0,0 1,0-1,1 0,-1 0,0 0,1-1,22 3,1-2,0-1,-1-1,1-2,-1 0,0-1,13-5,-2 1,37-7,-9 1</inkml:trace>
  <inkml:trace contextRef="#ctx0" brushRef="#br3" timeOffset="111126.757">5700 14572,'18'-5,"27"-3,26-5,23-3,19 2,6 0,-1 3,-22 3</inkml:trace>
  <inkml:trace contextRef="#ctx0" brushRef="#br3" timeOffset="111508.325">6877 15013,'0'5,"0"3,2 1,3-2,1-1</inkml:trace>
  <inkml:trace contextRef="#ctx0" brushRef="#br3" timeOffset="111763.208">7197 14692,'-5'16,"6"14,9 14,13 8,15 7,13 2,11 0,4-1,-1-2,-7-2,-7-3,-10-6,-13-7,-11-10</inkml:trace>
  <inkml:trace contextRef="#ctx0" brushRef="#br3" timeOffset="112032.119">7518 14866,'-18'7,"-11"9,-5 11,2 9,3 11,2 11,4 11,1 10,2 7,4 3,5-13</inkml:trace>
  <inkml:trace contextRef="#ctx0" brushRef="#br3" timeOffset="112273.786">7852 15347,'3'8,"0"5,1-1,0 0,1 1,0-2,1 1,0-1,1 0,0 0,1 0,0-1,1-1,0 1,0-1,1-1,0 0,4 2,-9-8,-1-1,1 1,0-1,0 0,0 0,0-1,0 0,1 1,-1-2,0 1,0-1,0 1,0-1,0-1,0 1,-1-1,1 0,0 0,-1 0,1 0,-1-1,0 0,1 0,-1 0,2-3,3-2,-1-1,0 0,0 0,-1 0,0-1,0-1,-1 1,-1-1,0 0,2-4,-4 6,0 0,-1 0,0 0,-1 0,1-1,-2 1,1 0,-1-1,-1 1,0 0,0 0,-1-1,2 6,-1 1,-1-1,1 0,-1 0,1 1,-1-1,0 1,0 0,-1-1,1 1,-1 0,1 0,-1 1,0-1,0 0,0 1,-1 0,1 0,0 0,-1 0,0 0,1 1,-1-1,0 1,0 0,0 0,1 1,-1-1,-1 1,-7 0,0 1,0 0,0 0,1 2,-1-1,1 2,-1-1,1 1,0 1,0 0,1 1,-7 4,-34 21</inkml:trace>
  <inkml:trace contextRef="#ctx0" brushRef="#br3" timeOffset="110281.191">5834 14786,'-5'2,"4"8,8 11,12 14,12 11,12 10,11 5,4 0,2 0,-2-5,-8-4,-10-11</inkml:trace>
  <inkml:trace contextRef="#ctx0" brushRef="#br3" timeOffset="110566.425">6128 14799,'-14'0,"-8"7,-6 16,-3 17,0 18,3 13,1 11,6 4,6-1,6-6,6-9,4-17</inkml:trace>
  <inkml:trace contextRef="#ctx0" brushRef="#br3" timeOffset="110847.322">6462 15173,'-2'18,"-4"18,-2 14,0 7,1 3,2-3,4-6,7-8,4-12,1-11</inkml:trace>
  <inkml:trace contextRef="#ctx0" brushRef="#br3" timeOffset="109009.984">4016 14639,'16'16,"14"14,11 14,8 12,4 9,1 4,-3 0,-5-3,-6-4,-7-7,-10-9,-8-13</inkml:trace>
  <inkml:trace contextRef="#ctx0" brushRef="#br3" timeOffset="109257.358">4417 14625,'-14'23,"-11"23,-8 22,-6 18,0 10,2 3,2-5,6-9,7-19</inkml:trace>
  <inkml:trace contextRef="#ctx0" brushRef="#br3" timeOffset="104229.506">7746 11818,'9'14,"10"13,10 9,10 8,7 5,3 1,0 4,-4 1,-8 1,-7-3,-7-3,-7-10</inkml:trace>
  <inkml:trace contextRef="#ctx0" brushRef="#br3" timeOffset="104517.25">8267 11844,'-16'10,"-14"9,-12 10,-5 13,-1 7,3 7,6 8,8 4,10 2,7-1,10-7,4-13</inkml:trace>
  <inkml:trace contextRef="#ctx0" brushRef="#br3" timeOffset="104775.745">8508 12326,'-25'170,"25"-168,0 1,0-1,0 0,0 1,1-1,-1 0,1 0,-1 0,1 1,0-1,0 0,0 0,0 0,0 0,1-1,-1 1,0 0,1 0,0-1,-1 1,1-1,0 1,0-1,0 0,-1 0,2 1,-1-2,0 1,0 0,0 0,0-1,0 1,1-1,-1 1,0-1,0 0,1 0,-1 0,1 0,88-20,-79 16,0-1,-1 0,0-1,0 0,-1-1,0 0,0-1,0 0,-1 0,0-1,-1 0,0-1,0 0,-1 0,0 0,-1-1,0 0,1-7,-5 14,-1 0,0 0,-1 0,1 0,-1 0,0 0,0 0,0 0,0 0,-1-1,0 1,0 0,0 0,0 1,0-1,-1 0,0 0,0 0,0 1,0-1,0 1,-1 0,0 0,1 0,-1 0,0 0,-1 0,1 1,0 0,-1-1,0 1,-8-4,0 0,0 1,0 0,-1 1,1 0,-1 1,0 1,0 0,-4 0,-13 1,0 1,0 1,0 1,-25 7,6 0</inkml:trace>
  <inkml:trace contextRef="#ctx0" brushRef="#br3" timeOffset="102849.215">6342 11898,'14'14,"11"11,10 8,11 3,9 2,6 2,0 1,-4 0,-7 0,-9-1,-13-1,-10-4,-11-5,-6-8</inkml:trace>
  <inkml:trace contextRef="#ctx0" brushRef="#br3" timeOffset="103126.654">6810 11831,'-16'14,"-12"15,-6 15,-4 11,0 10,4 5,8 4,8 1,8-5,5-15</inkml:trace>
  <inkml:trace contextRef="#ctx0" brushRef="#br3" timeOffset="103410.071">7104 12340,'4'-19,"5"-14,2-9,1-4,0 1,-3 6,-3 15,-2 19,-2 21,-2 18,0 15,2 9,2 3,2-4,1-8,-1-9,0-12</inkml:trace>
  <inkml:trace contextRef="#ctx0" brushRef="#br3" timeOffset="100580.795">3988 11859,'16'18,"15"12,10 12,6 4,3 4,1 4,-2 3,-7 3,-6 0,-7-4,-8-6,-8-11</inkml:trace>
  <inkml:trace contextRef="#ctx0" brushRef="#br3" timeOffset="100782.841">4390 11805,'-19'20,"-11"19,-7 16,-3 12,2 6,7 2,7 0,8-4,8-10,4-14</inkml:trace>
  <inkml:trace contextRef="#ctx0" brushRef="#br3" timeOffset="101143.08">4630 12286,'0'-3,"1"0,-1 0,1 1,0-1,0 0,0 1,0-1,0 0,1 1,-1-1,1 1,-1 0,1-1,0 1,0 0,0 0,0 0,1 0,-1 1,0-1,1 1,-1-1,1 1,0 0,-1 0,1 0,0 0,0 0,2 0,-2-1,0 1,0-1,0 1,0 0,0-1,1 2,-1-1,0 0,1 0,-1 1,0 0,1 0,-1 0,1 0,-1 0,0 1,1-1,-1 1,0 0,1 0,-1 0,0 1,0-1,0 1,0-1,0 1,-1 0,1 0,0 1,-1-1,1 0,-1 1,0 0,0-1,0 1,0 0,-1 0,1 0,-1 0,1 0,-1 0,0 1,0 0,-2 12,0 1,0-1,-2 0,0 0,0 0,-2 0,0-1,-1 1,0-1,-2-1,1 1,-2-1,0-1,-8 10,-3 10,13-21,4-10,1 0,-1 1,1 0,0-1,0 1,0 0,1 0,-1 0,1 0,-1 0,1 1,0-1,0 0,1 1,-1-1,1 0,-1 1,1-1,0 1,0-1,1 1,-1-1,1 0,-1 1,1-1,0 0,1 1,0 1,5-2,-1 1,1-1,0 0,1 0,-1-1,0 0,1-1,-1 1,1-2,0 1,-1-1,1 0,-1 0,5-1,-5 1,118-14,-68 2</inkml:trace>
  <inkml:trace contextRef="#ctx0" brushRef="#br3" timeOffset="113196.639">7050 14411,'-2'-4,"6"-4,11-3,15-2,13 1,13 3,11 3,8 2,-3 7,-10 7,-17 2</inkml:trace>
  <inkml:trace contextRef="#ctx0" brushRef="#br3" timeOffset="114594.048">7117 14331,'116'-6,"0"-5,65-16,18-2,-132 19,-67 10,0-1,0 1,0 0,-1 0,1 0,0-1,0 1,0 0,0 0,0-1,0 1,0 0,0 0,0-1,0 1,0 0,0 0,0-1,0 1,0 0,0 0,0 0,0-1,0 1,0 0,0 0,1-1,-1 1,0 0,0 0,0 0,0-1,0 1,1 0,-1 0,0 0,-29-3,-123 4,-67 12,-89 1,630-14,-289 4,-9 2</inkml:trace>
  <inkml:trace contextRef="#ctx0" brushRef="#br1" timeOffset="123315.985">4684 10494,'-31'0,"6"-1,0 1,0 2,0 0,1 1,-1 2,-1 1,-13 6,1 3,0 1,1 2,0 1,2 2,0 2,2 1,1 1,0 2,2 1,-17 23,18-19,2 1,1 1,1 2,2 0,2 2,-3 9,-9 24,-4-1,-2-3,-12 12,45-70,-3 3,0 0,1 1,0 0,1 0,1 1,0 0,1 0,0 0,0 8,-2 34,3 1,3 0,3 20,-1 1,-1-56,-1 25,2 0,1 0,3 0,2-1,2 0,8 25,84 172,-79-197,2-2,2 0,2-1,29 34,62 101,-113-169,0-1,0 0,1 0,0-1,0 1,1-2,0 1,0-1,1 0,-1-1,1 0,0 0,1-1,7 2,149 74,-146-68,0-2,1-1,1 0,-1-2,2 0,-1-2,0 0,1-1,5-1,272 44,-223-37,0-3,1-3,69-7,-33 1,820 2,-437-40,-401 32,0-4,62-17,-95 17,344-30,101-48,-453 80,0-3,0-2,12-7,289-73,-193 23,-126 48,-1-1,-2-2,29-29,153-185,-202 225,-1-2,0 1,-2-2,0 0,-1 0,0-1,-2 0,-1 0,0-1,1-9,5-37,-2-1,-1-43,-7 86,3-18,-2-1,-2-1,-1 1,-3 0,-2 0,-1 0,-2 1,-2-1,-9-19,-34-58,-6 2,-28-40,61 120,-2 1,-1 1,-2 2,-1 0,-2 2,-1 2,-1 1,-2 2,-1 1,-1 2,-7-1,-26-13,-1 3,-2 3,-1 4,-2 3,-78-16,-416-89,357 101,-2 11,0 8,-136 15,117-3,101 5,1 5,0 6,1 6,-13 9,-198 49,-14-29,75 4,276-55,4-2,1 1,-1 0,0 0,1 0,-1 0,0 1,1-1,-1 1,0-1,1 1,-1 0,1 0,-1 0,1 0,0 0,-1 1,1-1,0 1,0 0,0-1,0 1,0 0,0 0,1 0,-1 0,1 1,-1-1,1 0,0 1,0-1,-1 1,5 5</inkml:trace>
  <inkml:trace contextRef="#ctx0" brushRef="#br1" timeOffset="124158.825">8093 9760,'0'20,"0"19,0 11,0 8,-2 7,-1 3,-3-2,1-1,0-9,2-8,3-13,4-17,2-11</inkml:trace>
  <inkml:trace contextRef="#ctx0" brushRef="#br1" timeOffset="124572.725">7679 9706,'20'-15,"0"0,1 1,1 2,0 0,1 1,0 1,1 2,-1 0,2 1,-1 1,1 2,11-1,0-2,0 1,0 2,0 1,0 2,0 1,1 2,-1 2,0 1,-1 2,19 6,-45-10,0 0,-1 1,1 0,-1 0,0 1,0 0,0 0,0 1,-1 0,0 0,-1 1,1 0,-1 0,-1 0,1 1,-1 0,0 0,-1 0,0 1,0-1,-1 1,0 0,-1 0,0 0,0 1,-1-1,0 0,-1 1,0 5,-1-9,-1 0,1 0,-1 0,-1 0,1 0,-1-1,0 1,0-1,0 0,-1 0,0 0,0-1,0 1,-1-1,1 0,-1 0,0 0,0-1,-3 2,-109 48,-207 53,305-97,31-3,7-8</inkml:trace>
  <inkml:trace contextRef="#ctx0" brushRef="#br1" timeOffset="127525.086">8547 14104,'-7'-18,"-2"1,1 0,-2 0,0 1,-1 0,-1 1,-1 0,0 1,0 0,-1 1,-1 1,-1 0,1 1,-2 0,1 2,-5-2,-142-59,-62-12,203 74,-47-15,0 3,-2 3,0 3,0 4,-1 2,-11 3,-411-3,328 1,1 8,-115 16,-301 44,365-42,-133 32,-276 46,560-81,1 4,1 2,1 3,1 2,2 4,-47 31,87-51,0 0,1 2,1 0,0 1,1 0,0 1,1 1,1 1,1 0,0 1,1 0,1 1,1 0,-3 9,-4 25,2 0,3 1,2 1,2-1,3 2,2-1,3 0,2 1,2-1,3 0,3 0,15 50,-6-24,3-1,4-1,3-2,4-1,3-1,3-2,18 22,-21-41,2-1,2-1,3-2,1-3,3-1,1-2,3-3,1-2,2-2,1-2,2-3,1-2,1-3,49 14,32-6,1-5,106 5,-191-27,203 21,1-12,257-16,85-26,-498 17,0-5,-2-5,0-4,53-20,-72 16,248-87,-281 90,-2-1,-1-3,-1-2,-2-1,-1-3,-1-1,-2-2,21-26,-30 23,-1-1,-3-2,-1-1,-3-1,-1-1,-2 0,-2-2,-2-1,-3 0,-1-1,5-39,-4-1,-3 0,-3-64,-6 134,3-31,-2 0,-3-1,-1 1,-3 0,-2 0,-2 0,-10-29,0 20,-3 0,-2 2,-2 0,-3 2,-3 1,-13-16,32 56,0 0,-1 0,0 1,-1 1,-1 1,0 0,0 1,-1 0,0 2,-1 0,0 1,0 0,0 2,-1 0,-17-1,-227-48,199 40</inkml:trace>
  <inkml:trace contextRef="#ctx0" brushRef="#br1" timeOffset="131601.79">7999 9612,'0'-18,"0"22,-5 196,-9-1,-37 177,37-291,9-77,6-8,11-3,71-8,0 3,62 4,-122 8,-23-4,0 0,-1 0,1 0,0 0,0 0,-1 0,1 0,0 0,-1 0,1 0,0 0,0 0,-1 1,1-1,0 0,0 0,-1 0,1 0,0 0,0 1,0-1,-1 0,1 0,0 0,0 1,0-1,0 0,-1 0,1 1,0-1,0 0,0 0,0 1,0-1,0 0,0 0,0 1,0-1,0 0,0 1,0-1,0 0,0 0,0 1,0-1,0 0,0 0,0 1,0-1,0 0,1 0,-1 1,0-1,0 0,0 0,0 1,1-1,-1 0,0 0,0 0,0 0,1 1,-1-1,0 0,0 0,1 0,-1 0,-15 6,-1-1,0 0,0-2,0 0,0 0,-7-1,5 0,-158 8,222-10,-19-1</inkml:trace>
  <inkml:trace contextRef="#ctx0" brushRef="#br1" timeOffset="143413.976">10419 13235,'-3'0,"3"0,4 0,10-2,13-1,13-2,14-3,12-2,5 1,2 1,-4 3,-8 2,-9 1,-11 4,-13 1</inkml:trace>
  <inkml:trace contextRef="#ctx0" brushRef="#br1" timeOffset="143685.862">10405 13529,'21'5,"20"-4,21-6,19-6,11-5,1 2,-8 2,-18 10,-22 6</inkml:trace>
  <inkml:trace contextRef="#ctx0" brushRef="#br3" timeOffset="153312.787">10472 13209,'75'8,"40"-8,0-5,73-14,82-4,-241 23,-24 4,-22-1,-7-1,-2-1</inkml:trace>
  <inkml:trace contextRef="#ctx0" brushRef="#br3" timeOffset="153668.114">10379 13516,'788'0,"-672"5,-109-5,-14-1,-7 0</inkml:trace>
  <inkml:trace contextRef="#ctx0" brushRef="#br3" timeOffset="155016.286">12384 13022,'5'2,"5"8,9 8,7 9,9 11,7 7,4 9,2 3,1 2,0-1,0-3,-5-6,-5-10,-5-11,-5-10,-8-9</inkml:trace>
  <inkml:trace contextRef="#ctx0" brushRef="#br3" timeOffset="155247.676">12785 12954,'-11'16,"-11"17,-8 15,-6 15,-6 9,-3 7,0 3,2-1,8-5,6-9,8-15</inkml:trace>
  <inkml:trace contextRef="#ctx0" brushRef="#br3" timeOffset="155639.351">13053 13436,'11'-8,"0"0,0 1,1 0,0 0,0 2,0-1,1 2,0-1,0 2,0 0,0 0,1 1,-1 1,10 0,-20 1,0 0,-1 1,1-1,0 1,-1-1,1 1,0 0,-1 0,1 0,-1 0,1 0,-1 1,0-1,0 1,0-1,1 1,-1 0,-1 0,1 0,0 0,0 0,-1 1,1-1,-1 0,0 1,0-1,0 1,0-1,0 1,0-1,-1 1,1 0,-1-1,0 1,0 0,0 0,0-1,0 1,-1 0,1-1,-1 1,1 0,-1 0,-7 16,-1 1,-1-1,0 0,-1-1,-1 0,-1-1,0-1,-14 13,17-17,-79 99,88-110,0 0,1 0,-1-1,0 1,1 1,-1-1,1 0,0 0,-1 0,1 0,0 0,-1 0,1 0,0 1,0-1,0 0,0 0,0 0,0 0,1 0,-1 1,0-1,0 0,1 0,-1 0,1 0,-1 0,1 0,0 0,-1 0,1 0,0 0,-1 0,1 0,0-1,0 1,0 0,0 0,0-1,0 1,0-1,0 1,0-1,0 1,1-1,56 7,-24-9,0-2,0-1,-1-1,0-2,0-2,15-7,6-4</inkml:trace>
  <inkml:trace contextRef="#ctx0" brushRef="#br3" timeOffset="156252.773">12384 12754,'0'-1,"0"1,0-1,0 1,0-1,0 1,1-1,-1 1,0-1,0 1,1-1,-1 1,0-1,0 1,1 0,-1-1,0 1,1-1,-1 1,1 0,-1-1,0 1,1 0,-1-1,1 1,-1 0,1 0,-1 0,1-1,-1 1,1 0,-1 0,1 0,-1 0,1 0,-1 0,1 0,0 0,-1 0,1 0,-1 0,1 0,-1 1,1-1,-1 0,1 0,-1 0,1 1,0-1,245-6,359-6,-574 14,-43 7,-29 1,22-6</inkml:trace>
  <inkml:trace contextRef="#ctx0" brushRef="#br3" timeOffset="157166.957">13908 13195,'-2'3,"1"0,0 0,0 0,0 1,0-1,1 0,-1 1,1-1,0 1,0-1,0 1,1-1,-1 1,1-1,-1 0,1 1,0-1,1 0,-1 0,0 0,1 0,0 0,0 0,0 0,0 0,0-1,0 1,1-1,-1 1,1-1,0 0,0 0,-1 0,1 0,1-1,0 1,-3-2,0 0,1 0,-1 0,1 0,-1 0,0 0,0 0,1 0,-1-1,0 1,1 0,-1-1,0 0,0 1,0-1,1 0,-1 1,0-1,0 0,0 0,0 0,0 0,0 0,-1 0,1 0,0 0,0 0,-1 0,1-1,-1 1,1 0,-1 0,1-1,-1 1,0 0,0 0,0-1,1 1,-1-1,-11-51,11 51,-1 0,0 0,0 0,0 0,0 1,0-1,-1 0,1 1,0-1,-1 1,1-1,-1 1,1 0,-1-1,0 1,0 0,1 0,-1 0,0 0,0 1,0-1,0 0,0 1,0 0,0-1,0 1,0 0,0 0,0 0,0 0,0 0,0 1,-1-1,1 1,1-1,-1 1,0 0,0 0,0 0,0 0,0 0,1 0,-1 0,0 0,1 1,-1-1,1 1,0-1,-1 1,1-1,0 1,0 0,0 0,0 0,0 0,0 0,1-1,0 0,-1 0,1 0,0 0,0 0,0 0,0 0,0 0,0 0,0 0,0 0,1 0,-1 0,0 0,1 0,-1-1,0 1,1 0,-1 0,1 0,-1 0,1-1,0 1,-1 0,1 0,0-1,-1 1,1-1,0 1,1 0,6 3</inkml:trace>
  <inkml:trace contextRef="#ctx0" brushRef="#br3" timeOffset="157932.849">14897 13022,'0'-3,"2"3,8 6,9 11,10 8,10 9,9 8,8 6,3 4,2 0,-4-2,-4-7,-7-9,-7-8,-7-8,-10-8</inkml:trace>
  <inkml:trace contextRef="#ctx0" brushRef="#br3" timeOffset="158191.99">15339 12928,'-14'13,"-9"14,-7 12,-5 12,-5 12,-3 10,-4 7,-1 3,6 0,9-7,11-15</inkml:trace>
  <inkml:trace contextRef="#ctx0" brushRef="#br3" timeOffset="158505.071">15726 13503,'12'-31,"-2"-1,-1 0,-1 0,-2-1,-1 0,-2 0,0-14,-6 405,3-331</inkml:trace>
  <inkml:trace contextRef="#ctx0" brushRef="#br3" timeOffset="159028.07">14844 12754,'0'0,"0"0,0 0,1 0,-1 0,0 0,0 0,1 0,-1 0,0 0,1 0,-1 0,0 0,0 0,1 0,-1 0,0 0,0 0,1 0,-1 0,0 0,0-1,1 1,-1 0,0 0,0 0,0 0,1-1,-1 1,0 0,0 0,0 0,0-1,0 1,1 0,-1 0,0-1,0 1,0 0,0 0,0-1,0 1,0 0,0 0,0-1,0 1,0 0,0-1,0 1,0 0,0 0,0-1,0 1,0 0,0 0,0-1,-1 1,1 0,0 0,30-3,-29 3,374-10,-121 4,-253 6,0 0,1 0,-1 0,1 0,-1 0,1 0,-1 0,1 0,-1-1,1 1,-1 0,1-1,-1 1,0-1,1 1,-1-1,0 0,1 0,-1 0,0 0,0 0,0 0,0 0,0 0,0 0,1-1,-1-6</inkml:trace>
  <inkml:trace contextRef="#ctx0" brushRef="#br3" timeOffset="160086.503">16275 13142,'2'4,"3"2,3 0,3-1,-1-4,-5-5,-4 0,-6-1,-4-1,-2 0,0 3,2 5,3 4,4 1,8 2,11-1,3-2</inkml:trace>
  <inkml:trace contextRef="#ctx0" brushRef="#br3" timeOffset="160380.77">16796 12821,'16'9,"14"12,11 12,8 9,5 6,2 8,0-1,-2 1,-3-6,-6-6,-7-6,-6-9,-10-10</inkml:trace>
  <inkml:trace contextRef="#ctx0" brushRef="#br3" timeOffset="160659.061">17264 12794,'-18'5,"-13"10,-11 12,-4 10,1 11,3 8,9 5,10 3,10-1,10-5,11-5,4-12</inkml:trace>
  <inkml:trace contextRef="#ctx0" brushRef="#br3" timeOffset="160935.659">17545 13329,'-2'7,"1"0,1 0,-1 0,1 0,0 0,1 0,0 0,0 0,0 0,1-1,0 1,0 0,1-1,-1 1,2-1,-1 0,1 0,0 0,0 0,0-1,1 0,0 1,0-2,0 1,1-1,-1 0,1 0,3 2,-1-5,0 1,0-1,0 0,0-1,0 0,0 0,0-1,0 0,0 0,0-1,0 0,-1 0,1-1,-1 0,1-1,-1 1,0-1,0-1,-1 1,1-1,-1 0,0-1,-1 1,1-1,-1 0,0-1,0 1,-1-1,0 0,0 0,-1-1,0 1,0 0,0-1,-1 0,0 0,-1 0,0 0,0 0,-1-4,0 8,0 0,-1-1,1 1,-1 0,0 0,0 0,-1 0,1 0,-1 0,0 0,0 0,0 1,0-1,-1 1,1-1,-1 1,0 0,0 0,0 0,-1 1,1-1,-1 1,1-1,-1 1,0 0,0 1,0-1,0 1,0 0,0 0,-2-1,-9-1,0 1,0 0,0 1,0 1,-1 0,1 1,0 0,-5 2,-89 22,61-11</inkml:trace>
  <inkml:trace contextRef="#ctx0" brushRef="#br3" timeOffset="161330.616">16648 12567,'10'4,"9"2,13 0,12-1,15-2,11-1,7-3,5-2,-2 0,-4 1,-6 0,-11 1,-12 0,-15 3,-13 3,-12 1,-13 1,-7 1</inkml:trace>
  <inkml:trace contextRef="#ctx0" brushRef="#br3" timeOffset="162942.332">14817 12340,'32'-12,"-29"12,203-13,422-37,32 20,164 27,-715 3,-101-7,-11 1</inkml:trace>
  <inkml:trace contextRef="#ctx0" brushRef="#br3" timeOffset="164925.113">14616 12312,'292'-13,"170"-8,-50 15,-207-7,89-1,-251 14,57 1,0-4,53-11,96 2,-48 6,-166 3,1 1,-1 2,0 1,1 2,2 1,188 2,-225-7,-1 1,0 0,1 0,-1-1,0 1,1 0,-1 0,0 0,1-1,-1 1,1 0,-1 0,0 0,1 0,-1 0,1 0,-1 0,1 0,-1 0,0 0,1 0,-1 0,1 0,-1 0,0 0,1 0,-1 1,1-1,-1 0,0 0,1 0,-1 1,0-1,1 0,-1 0,0 1,1-1,-1 0,0 1,0-1,1 0,-1 1,0-1,0 1,0-1,1 0,-1 1,0-1,0 1,0-1,0 0,0 1,0-1,0 1,0-1,0 1,0-1,0 0,0 1,0-1,0 1,-1-1,1 0,0 1,0-1,-1 1,-9 3,-2-1,1 0,0-1,0 0,-1 0,1-2,-1 1,0-1,-10-2,-7 1,-598 1,527 8,121-4,212-3,-232-1,-1 0,1-1,-1 1,0 0,1 0,-1-1,1 1,-1 0,1 0,-1 0,1 0,-1 0,0-1,1 1,-1 0,1 0,-1 0,1 0,-1 0,1 1,-1-1,1 0,-1 0,1 0,-1 0,1 0,-1 1,0-1,1 0,-1 0,1 1,-1-1,0 0,1 1,-1-1,0 0,1 1,-1-1,0 1,1-1,-1 0,0 1,0-1,0 1,1-1,-1 1,0-1,0 1,0-1,0 1,0-1,0 0,0 1,0-1,0 1,0 0,-26 14,0-5</inkml:trace>
  <inkml:trace contextRef="#ctx0" brushRef="#br3" timeOffset="165907.234">14777 12326,'-188'1,"127"19,82-14,122-29,-142 23,-1 0,0 0,1 0,-1 0,0 0,1 0,-1 0,0 0,1 0,-1 0,0 0,1 0,-1 0,0 0,1 0,-1 0,0 1,1-1,-1 0,0 0,1 0,-1 0,0 1,0-1,1 0,-1 0,0 1,0-1,0 0,1 0,-1 1,0-1,0 0,0 1,0-1,1 0,-1 1,0-1,0 0,0 1,0-1,0 0,0 1,0-1,0 0,0 1,0-1,0 0,0 1,0-1,-1 0,1 1,0-1,0 0,0 0,0 1,0-1,-1 0,1 1,0-1,0 0,-1 0,1 1,0-1,-8 14</inkml:trace>
  <inkml:trace contextRef="#ctx0" brushRef="#br3" timeOffset="198343.792">18601 12928,'0'-1,"0"0,0 0,0 0,0 0,-1 0,1 1,0-1,0 0,-1 0,1 0,0 0,-1 1,1-1,-1 0,1 0,-1 1,1-1,-1 0,0 1,1-1,-1 0,0 1,0-1,1 1,-1 0,0-1,0 1,1-1,-1 1,0 0,0 0,0 0,0-1,0 1,0 0,1 0,-1 0,0 0,0 0,0 0,0 1,0-1,0 0,0 0,1 1,-1-1,0 0,0 1,0-1,1 1,-1-1,0 1,1-1,-1 1,0 0,0 0,0-1,0 1,0-1,0 1,1-1,-1 1,0 0,0-1,0 1,1 0,-1 0,0-1,1 1,-1 0,1 0,-1 0,1 0,-1 0,1 0,-1 0,1 0,0 0,0 0,-1 0,1 0,0 0,0 0,0 0,0 0,0 0,1 0,-1 0,0 0,0 0,1 0,-1 0,0 0,1 0,-1 0,1-1,-1 1,1 0,0 0,-1 0,1 0,0-1,-1 1,1 0,0-1,0 1,0-1,0 1,0-1,0 1,3 1,1 0,-1-1,1 1,-1-1,1 0,0 0,-1-1,1 0,0 1,-1-1,1-1,0 1,-1-1,1 0,0 0,2-1,-5 2,0-1,0 0,0 1,0-1,0 0,0 0,-1 0,1 0,0-1,0 1,-1 0,1-1,-1 0,1 1,-1-1,0 1,1-1,-1 0,0 0,0 0,-1 0,1 0,0 0,0 0,-1 0,0 0,1 0,-1 0,0 0,0-1,0 1,0 0,0 0,-1 0,1 0,0 0,-1-1,-1 0,1-1,-1 1,0 0,0 0,0 0,0 0,-1 0,1 0,-1 0,0 1,0 0,0-1,0 1,0 0,0 0,-1 1,1-1,-1 1,1-1,-1 1,1 0,-1 1,-3-1,5 0,-1 0,1 1,-1 0,1-1,-1 1,0 0,1 0,-1 1,1-1,-1 0,1 1,-1-1,1 1,-1 0,1 0,-1 0,1 0,0 1,0-1,0 0,-1 1,2 0,-1-1,0 1,0 0,0 0,1 0,-1 0,1 0,0 1,-1-1,1 0,0 1,0 0,0 0,1 0,0 0,0 0,0 0,0 0,0-1,0 1,1 0,0 0,-1 0,1 0,0-1,0 1,1 0,-1-1,0 1,1-1,0 1,0-1,-1 0,1 0,0 1,1-2,-1 1,0 0,1 0,70 35,-72-36,1-1,-1 1,1 0,-1-1,1 1,-1-1,1 1,-1-1,1 0,0 1,-1-1,1 0,0 0,-1 0,1-1,0 1,-1 0,1 0,-1-1,1 1,-1-1,1 0,-1 1,1-1,-1 0,1 0,-1 0,0 0,1 0,-1 0,0 0,0-1,0 1,0 0,0 0,0-1,0 1,-1-1,1 1,0-1,-1 1,1-1,-1 0,1 0,-1-2,1 0,0 0,-1 0,0-1,0 1,0 0,-1 0,1 0,-1 0,0 0,0 0,0 0,-1 1,1-1,-1 0,0 1,0-1,0 1,-1-1,1 1,-1 0,0 0,0 0,0 1,0-1,0 1,-1-1,1 1,-1 0,1 0,-1 1,0-1,0 1,1 0,-1 0,0 0,0 0,-1 1,1-1,0 1,0 0,0 0,0 1,-4 0,5 0,0 1,0-1,0 1,0-1,0 1,0 0,1 0,-1 1,1-1,-1 0,1 1,0-1,0 1,0 0,0 0,1 0,-1-1,1 2,0-1,-1 0,1 0,1 0,-1 1,0-1,1 0,0 1,0-1,0 0,0 1,0-1,1 0,-1 1,1-1,0 0,0 0,0 0,0 1,1-1,-1 0,1-1,0 1,0 0,0 0,0-1,0 1,1-1,-1 0,1 0,0 0,-1 0,1 0,0 0,3 0,27-1,-33-1,0 0,1-1,-1 1,0 0,0 0,0-1,0 1,0 0,0-1,1 1,-1 0,0-1,0 1,0 0,0-1,0 1,0 0,0-1,0 1,0 0,-1 0,1-1,0 1,0 0,0-1,0 1,0 0,0-1,-1 1,1 0,0 0,0-1,0 1,-1 0,1 0,0 0,0-1,-1 1,1 0,0 0,-1 0,1 0,0-1,-1 1,1 0,0 0,0 0,-1 0,1 0,0 0,-1 0,1 0,0 0,-1 0,1 0,0 0,-1 0,1 1,-18-8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7:23.3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41,'13'0,"14"0,16-2,14-3,14-3,8-1,4 2,0 2,-6 2,-16 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7:26.5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28,'14'0,"15"0,17 0,17-2,13-1,5 0,0-1,-4-1,-12 1,-13 1,-14 1,-16 1,-16 0,-8 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7:25.4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0,'7'12,"9"12,11 12,10 10,7 10,6 6,1 4,-1 2,-5-3,-5-7,-8-8,-6-10,-6-13,-6-14,-5-10</inkml:trace>
  <inkml:trace contextRef="#ctx0" brushRef="#br0" timeOffset="252.411">441 41,'-16'0,"-12"2,-8 8,-4 9,-3 12,1 13,6 10,5 9,5 8,4 3,5 1,4-4,5-7,3-12,3-15</inkml:trace>
  <inkml:trace contextRef="#ctx0" brushRef="#br0" timeOffset="546.16">762 603,'1'5,"1"1,-1 0,1 0,0-1,0 0,1 1,-1-1,1 0,1 0,-1 0,1 0,-1-1,1 0,0 1,1-1,-1-1,1 1,0-1,0 0,0 0,0 0,0 0,1-1,-1 0,1 0,0-1,-1 0,1 0,1 0,5 1,0 0,1-1,-1-1,1 0,-1-1,1 0,-1-1,0-1,1 0,-1 0,0-1,-1 0,5-4,-10 5,1-1,-1 0,0 0,0-1,-1 1,0-1,0-1,0 1,0-1,-1 0,0 0,1-2,-3 6,-1-1,0 0,1 0,-1 1,0-1,-1 0,1 0,0 0,-1 0,0 0,0 0,0 0,0 0,0-1,0 1,-1 0,1 0,-1 0,0 1,0-1,0 0,-1 0,1 0,-1 1,1-1,-1 1,0-1,0 1,0 0,0-1,-10-5,0 1,-1 0,0 1,0 0,0 1,-1 0,1 1,-1 1,0 0,0 1,0 1,-1 0,1 0,0 2,0 0,0 0,-5 2,-14 2,0 1,0 1,1 2,0 1,-9 6,12-5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7:22.5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1458 41,'11'9,"13"10,12 9,8 8,6 5,4 5,0 3,-6 1,-8-4,-9-3,-9-7,-9-6,-9-10,-5-7</inkml:trace>
  <inkml:trace contextRef="#ctx0" brushRef="#br0" timeOffset="233.47">1805 54,'-11'3,"-6"7,-3 9,-2 10,-2 11,-2 11,-2 8,-5 5,0 1,3 1,6-4,8-9,6-12</inkml:trace>
  <inkml:trace contextRef="#ctx0" brushRef="#br0" timeOffset="503.684">2180 456,'0'4,"0"9,0 11,0 10,0 7,0 3,0 1,0-3,0-9</inkml:trace>
  <inkml:trace contextRef="#ctx0" brushRef="#br0" timeOffset="-1089.161">415 1,'-5'2,"-5"8,-9 11,-7 11,-9 12,-5 9,-2 8,-2-1,3-2,6-6,9-8,9-15,7-11</inkml:trace>
  <inkml:trace contextRef="#ctx0" brushRef="#br0" timeOffset="-805.068">0 82,'5'-5,"6"-1,5 7,7 10,5 10,1 11,1 9,2 6,0 5,-1 0,1-2,0-3,-1-7,0-7,1-11,-2-8,-5-6</inkml:trace>
  <inkml:trace contextRef="#ctx0" brushRef="#br0" timeOffset="-529.86">655 416,'11'-6,"0"1,0 0,0 1,0 0,1 1,-1 0,1 0,0 2,0-1,0 2,0-1,2 2,-11-1,-1 1,1 0,-1-1,1 1,-1 1,0-1,1 0,-1 0,0 1,0-1,0 1,0 0,0 0,0-1,-1 1,1 0,0 1,-1-1,0 0,0 0,1 1,-1-1,0 0,-1 1,1-1,0 1,-1 0,0-1,1 1,-1-1,0 1,0 0,0-1,-1 1,1-1,-1 1,1-1,-1 1,0-1,0 1,0-1,0 0,0 1,-1-1,1 0,-1 0,0 0,1 0,-1 0,-14 22,-1-1,0 0,-2-1,-1-1,0-1,-7 4,-34 35,59-58,1 0,0-1,0 1,0-1,0 1,0 0,-1-1,1 1,0 0,1 0,-1 0,0 0,0 0,0 0,0 0,1 0,-1 0,1 0,-1 0,1 0,-1 0,1 1,-1-1,1 0,0 0,0 0,0 1,0-1,0 0,0 1,0-1,0 0,0 0,0 0,1 1,-1-1,0 0,1 0,-1 0,1 1,0-1,-1 0,1 0,0 0,0 0,0 0,10 2,-1-1,1 0,0-1,-1-1,1 1,0-2,-1 1,1-2,0 1,-1-2,3 2,121-22,-72 12</inkml:trace>
  <inkml:trace contextRef="#ctx0" brushRef="#br0" timeOffset="1562.436">2500 242,'3'5,"2"1,3-1,-2 0,-4-2,-6-1,-3-1,-1 0</inkml:trace>
  <inkml:trace contextRef="#ctx0" brushRef="#br0" timeOffset="2051.532">1097 335,'2'0,"1"3,2 0,0-1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7:35.36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0 233,'411'0,"-202"-15,116 8,22-16,115-8,55-3,-293 10,-118 10,2 5,6 4,49-2,185 2,-164-10,176-11,-240 13,-98 11,-25-1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7:38.67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169 9,'-42'-8,"65"13,413 3,-414-5,-57 2,-428 1,450-6,-46 15,59-14,0 0,1 0,-1 0,0 0,0 0,1 0,-1 0,0 0,1 0,-1 0,1 0,-1 0,1 0,0 0,-1 0,1-1,0 1,0 0,-1 0,1-1,0 1,0 0,0-1,0 1,0-1,0 1,0-1,0 0,0 1,0-1,0 0,0 0,0 0,0 0,0 1,1-2,-1 1,0 0,0 0,1 0,53 6,0-1,1-4,21-2,-11 0,252-1,-847 2,983 0,-832 3,310 5,69-7,-1-1,0 0,0 0,1 0,-1 0,0 1,0-1,0 0,0 0,1 1,-1-1,0 0,0 0,0 1,0-1,0 0,0 0,0 1,0-1,0 0,0 1,0-1,0 0,0 0,0 1,0-1,0 0,0 0,0 1,0-1,0 0,0 1,0-1,0 0,-1 0,1 0,0 1,0-1,0 0,191 6,-164-7,335-11,-353 12,-22 0,-506 33,290-24,224-7,20 0,127 6,0-7,23-7,-27-4,-122 4,-36 2,-107-1,-1 6,-75 11,123-2,80-10,0 0,0 1,1-1,-1 0,0 0,0 1,0-1,0 0,0 1,0-1,0 0,0 0,0 1,1-1,-1 0,0 1,-1-1,1 0,0 1,0-1,0 0,0 0,0 1,0-1,0 0,0 1,0-1,-1 0,1 0,0 1,0-1,0 0,0 0,-1 0,1 1,0-1,0 0,-1 0,1 0,0 0,0 1,-1-1,29 3,-1 0,1-2,-1-1,1-1,19-4,-22 3,278-35,-276 31,-27 6,-1 0,1 0,0 0,0-1,-1 1,1 0,0 0,0 0,0 0,-1-1,1 1,0 0,0 0,0 0,0-1,-1 1,1 0,0 0,0-1,0 1,0 0,0 0,0-1,0 1,0 0,0 0,0-1,0 1,0 0,0-1,0 1,0 0,0 0,0-1,0 1,0 0,0 0,0-1,0 1,0 0,1 0,-37-3,1 3,0 0,-1 3,1 1,-25 6,19-4,-124 23,142-22,23-3,67 0,408-6,-892 2,784 3,-315 2,-80 0,-95-2,1-6,-37-9,128 7,31 5,0 0,0-1,0 1,0 0,0 0,0-1,0 1,0 0,0 0,0-1,0 1,0 0,0 0,0-1,0 1,0 0,0-1,0 1,0 0,0 0,0 0,-1-1,1 1,0 0,0 0,0-1,223 8,41-3,-231-6,-33 2,0-1,-1 1,1 0,0 0,0 0,0-1,-1 1,1 0,0-1,0 1,0 0,0 0,0-1,-1 1,1 0,0-1,0 1,0 0,0-1,0 1,0 0,0-1,0 1,0 0,0-1,0 1,0 0,1-1,-1 1,0 0,0 0,0-1,0 1,0 0,1-1,-1 1,0 0,0 0,1-1,-1 1,0 0,0 0,1 0,-1-1,0 1,0 0,1 0,-1 0,0 0,1 0,-21-6,0 1,0 1,0 0,-1 2,1 0,-20 2,13-1,-230-1,546 3,-456-1,163-2,6-1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7:42.75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116 321,'-2'-3,"0"0,0 0,0 0,0 1,0-1,-1 1,1-1,-1 1,1 0,-1 0,0 0,0 0,0 1,0-1,0 1,-1-1,1 1,0 0,0 1,-1-1,1 1,-1-1,1 1,0 0,-1 0,1 0,-1 1,1-1,-1 1,-23-3,54-7,278 6,29-5,-216 2,344-29,24-18,-159 34,-200 13,1-6,41-13,66-7,206 2,68 28,-348-11,-11 0,-95 14,-464-15,-232 25,27-1,150-1,-20 50,227-39,-102 29,118-18,0 11,83-31,108 0,42-6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7:51.84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51,'393'0,"-70"13,-28-5,172 0,-126 29,221-28,-175 5,-104 13,-161-14,49 10,-171-23,0 1,0-1,0 0,0 0,0 1,0-1,0 0,0 0,0 1,0-1,0 0,0 0,0 1,0-1,0 0,0 0,0 1,0-1,0 0,1 0,-1 1,0-1,0 0,0 0,0 0,0 1,1-1,-1 0,0 0,0 0,0 0,1 0,-1 1,0-1,0 0,1 0,-1 0,0 0,-28 1,25-1,-99-3,-1-5,0-5,-48-3,-421-33,223 35,-167-22,165 13,-31-14,295 31,82 1,8 3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7:58.09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160 656,'-2'0,"-82"-14,81 13,-1 1,0 0,1 0,-1 1,1-1,-1 1,1-1,-1 1,1 0,-1 0,1 1,0-1,-1 1,1 0,0 0,0 0,0 0,1 0,-1 0,0 1,-1 2,4-5,0 1,0-1,0 1,0-1,0 1,0-1,0 1,0-1,0 1,1-1,-1 0,0 1,0-1,0 1,1-1,-1 0,0 1,1-1,-1 0,0 1,1-1,-1 0,0 1,1-1,-1 0,0 0,1 1,-1-1,1 0,-1 0,1 0,-1 0,1 0,-1 1,0-1,1 0,-1 0,1 0,-1 0,1 0,-1-1,1 1,-1 0,1 0,-1 0,0 0,1-1,160-14,14-1,51 7,62-8,190-41,-313 36,428-23,-114 14,-324 15,395-32,-329 38,391-29,164-38,471 25,-381 13,720-1,-630 33,622 0,-970 9,-106-2,-583 0,-413-13,109-3,231 11,-213 3,-376 12,482-12,-4218 2,3862 22,269-5,-696 26,525-31,-479 65,833-60,-457 28,561-39,-2-2,1 3,0 3,-21 8,-43 11,-6-22,37 16,54-11,-1-3,0-1,-43 2,51-5,48 2,173 15,66-16,148-19,-85 1,226-9,198-2,-34 14,587-56,-669 42,373-85,-128 29,3 25,144 18,-180 12,-258 7,-26-9,62 27,-357-14,-129 21,19 6,-50-1,5 0,-102-13,-1 0,1-1,0 1,-1 0,1 0,-1 0,1 0,-1-1,1 1,0 0,-1 0,1-1,0 1,-1 0,1 0,0-1,-1 1,1 0,0-1,0 1,-1-1,1 1,0 0,0-1,0 1,-1-1,1 1,0-1,0 1,0 0,0-1,0 1,0-1,0 1,0-1,0 1,0-1,0 1,0 0,1-1,-1 1,0-1,0 1,0-1,1 1,-1 0,0-1,0 1,1 0,-1-1,0 1,1 0,-1-1,0 1,1 0,-1 0,0-1,1 1,-1 0,1 0,-1 0,0 0,1-1,-1 1,1 0,-1 0,1 0,-17-16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8:32.67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0,'0'3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8:44.041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66CC00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40 581,'9'14,"10"13,9 14,8 9,8 7,2 5,1 2,-3-2,-5-6,-9-11,-7-13,-7-12</inkml:trace>
  <inkml:trace contextRef="#ctx0" brushRef="#br0" timeOffset="278.917">348 555,'-18'6,"-13"10,-8 13,-4 13,0 11,2 10,4 5,7 6,8 0,9-4,5-15</inkml:trace>
  <inkml:trace contextRef="#ctx0" brushRef="#br0" timeOffset="527.948">562 1102,'5'-9,"1"1,0-1,0 1,1 0,0 0,1 1,-1 0,2 0,-1 1,1 0,-1 0,2 1,-1 0,7-2,-14 7,0-1,0 0,0 0,0 1,0-1,0 1,0 0,0 0,0-1,0 1,0 1,0-1,1 0,-1 0,0 1,0-1,0 1,0 0,0-1,0 1,-1 0,1 0,0 1,0-1,-1 0,1 0,0 1,-1-1,0 1,1-1,-1 1,0 0,0 0,0-1,0 1,0 0,0 0,0 2,1 8,-2-1,1 1,-2 0,1 0,-2 0,0-1,0 1,-1-1,0 1,-1-1,0 0,-1 0,0-1,-1 1,-6 7,8-9,-78 154,81-162,-1 1,1 0,0 1,0-1,0 0,0 0,0 0,0 1,0-1,1 0,-1 1,1-1,0 1,0-1,0 1,0-1,0 0,0 1,1-1,-1 1,1-1,-1 0,1 1,0-1,0 0,0 0,1 0,-1 0,0 0,1 0,-1 0,1 0,0 0,-1-1,1 1,0 0,0-1,0 0,0 1,1-1,10 2,1-1,0-1,-1 0,1-1,0 0,-1-1,1-1,0 0,-1-1,0 0,11-5,-6 4,62-18</inkml:trace>
  <inkml:trace contextRef="#ctx0" brushRef="#br0" timeOffset="8634.917">81 5942,'-14'2,"-6"8,-1 11,4 14,10 13,16 12,21 5,22 4,17 2,11-3,3-3,-2-4,-6-6,-15-7,-18-12</inkml:trace>
  <inkml:trace contextRef="#ctx0" brushRef="#br0" timeOffset="8892.894">482 6022,'-16'16,"-12"16,-6 20,-1 13,-3 13,2 8,2 5,2 2,5-4,6-11,7-18</inkml:trace>
  <inkml:trace contextRef="#ctx0" brushRef="#br0" timeOffset="9188.104">763 6811,'4'6,"1"0,0 0,0-1,0 0,1 0,0 0,0-1,0 1,1-1,-1-1,1 1,0-1,0-1,0 1,0-1,0 0,1-1,-1 0,1 0,-1 0,1-1,-1 0,1-1,5 0,1-1,0-1,0 0,0-1,0 0,-1-1,1-1,-1 0,-1-1,1 0,-1-1,0 0,5-6,-12 11,0-1,-1 0,1 0,-1 0,0 0,0-1,0 0,-1 0,0 0,0 0,0 0,0-1,-1 1,0-1,0 1,0-1,-1 0,0 0,0 0,-1 0,1 0,-1 0,0 0,-1 0,0 0,0 0,0 0,0 1,-1-1,0 0,0 1,-1-1,0 1,0-1,-4-1,-1 0,-1 1,1-1,-1 2,0-1,0 1,-1 1,1-1,-1 2,0-1,0 2,0-1,-1 1,1 1,0-1,-1 2,1 0,-1 0,1 1,-1 0,1 1,-1 0,1 0,0 1,0 1,1 0,-1 0,-6 4,13-7,0 1,-1-1,1 0,0 1,0 0,1 0,-1 0,0 0,1 0,-1 1,1-1,0 1,-1-1,1 1,1 0,-1 0,0 0,1 0,-1 0,1 0,0 1,0-1,0 0,1 1,-1-1,1 0,-1 1,1-1,0 1,1-1,-1 0,1 1,-1-1,1 0,0 1,0-1,0 0,1 0,-1 0,1 0,0 0,0 1,24 18</inkml:trace>
  <inkml:trace contextRef="#ctx0" brushRef="#br0" timeOffset="4470.38">1 3469,'18'23,"15"21,11 14,9 9,8 2,2 1,-1-5,-3-7,-6-8,-9-9,-10-11,-9-10,-7-9</inkml:trace>
  <inkml:trace contextRef="#ctx0" brushRef="#br0" timeOffset="4718.716">508 3455,'-16'-2,"-12"6,-10 11,-6 19,-4 20,-1 19,1 15,5 11,4 2,9-2,10-19</inkml:trace>
  <inkml:trace contextRef="#ctx0" brushRef="#br0" timeOffset="5002.958">856 4164,'2'-20,"1"-19,3-11,-1-7,2 0,-1 8,-1 9,-1 14,-2 18,-1 20,-1 21,0 19,0 16,2 11,3 2,7-4,9-10,1-16</inkml:trace>
  <inkml:trace contextRef="#ctx0" brushRef="#br0" timeOffset="1117.855">1512 875,'777'16,"256"-17,-470-15,-554 16,-5 0,-1 0,1-1,-1 1,1 1,-1-1,0 0,1 1,-1 0,1 0,-1 0,0 0,0 0,1 1,-1-1,0 1,0 0,1 1,0 6</inkml:trace>
  <inkml:trace contextRef="#ctx0" brushRef="#br0" timeOffset="1533.841">3931 555,'-2'12,"1"1,1 0,0-1,1 1,0 0,0-1,2 1,2 7,1 13,9 63,-4 1,-4-1,-5 41,0-2,-2-133,1 0,-1 0,1 0,-1 0,1 0,0 0,0 0,0 0,0 0,0 0,0-1,1 1,-1 0,0-1,1 1,-1-1,1 1,0-1,-1 0,1 0,0 0,0 0,0 0,0 0,0 0,0-1,0 1,0-1,0 1,0-1,0 0,0 0,1 0,-1 0,0 0,0 0,0-1,0 1,0-1,1 0,227-53,-145 43,0 4,0 4,0 3,47 8,-43-3,-74-4,-11 0,1-1,-1 1,0-1,1 0,-1 0,1 0,-1-1,0 0,1 1,-1-1,0-1,0 1,4-2,-4-7,-6-1</inkml:trace>
  <inkml:trace contextRef="#ctx0" brushRef="#br0" timeOffset="1861.437">4091 621,'-13'-9,"-1"-3,12 1,15 1,17 4,16 2,15 1,10 3,7 2,-1 1,-4 3,-8-1,-13 3,-15 1,-16 1,-11 0</inkml:trace>
  <inkml:trace contextRef="#ctx0" brushRef="#br0" timeOffset="2334.545">4987 233,'16'105,"0"59,-7 0,-11 120,-29 318,30-564,2-37</inkml:trace>
  <inkml:trace contextRef="#ctx0" brushRef="#br0" timeOffset="2812.17">4894 261,'14'-12,"1"1,1 1,-1 0,2 1,-1 1,1 0,1 2,-1 0,1 1,0 0,0 1,0 2,1 0,-1 0,1 2,-1 0,1 2,-1 0,1 0,-1 2,0 0,0 1,-1 1,0 1,1 1,8 6,0 2,-2 0,0 2,-1 1,-1 0,0 2,-2 0,0 2,-2 0,7 11,8 18,-1 1,-3 2,-2 0,9 32,-17-42,-2 1,-2 0,-2 1,-2 1,-2 0,-2 0,-2 0,-3 1,-1 0,-6 40,1-69,-1 0,-1-1,0 1,-2-1,0-1,-1 1,-1-2,-1 1,0-1,-1-1,-1 0,0-1,-2 0,1-1,-2-1,0 0,0-1,-1-1,-1 0,0-1,0-1,-1-1,-14 4,-29 5,-1-3,0-2,-1-3,0-3,-1-3,1-3,-41-5,95 5,15 2,15 1,4-1</inkml:trace>
  <inkml:trace contextRef="#ctx0" brushRef="#br0" timeOffset="3289.465">5909 995,'-4'17,"0"1,1-1,1 1,0 0,1 0,1-1,1 1,1 0,-1-9,1-1,0 0,0 0,1 0,0 0,0-1,1 1,0-1,0 1,1-1,0-1,0 1,1-1,-1 0,1 0,1 0,6 4,-2-3,1 0,0 0,0-1,1 0,0-1,0-1,0 0,0-1,1 0,-1-1,1-1,0 0,-1 0,1-2,0 0,-1 0,1-1,-1-1,1 0,11-5,-19 5,-1 1,0-1,0 0,0 0,0-1,0 0,-1 0,1 0,-1 0,0 0,-1-1,1 0,-1 0,0 0,0 0,0 0,-1-1,0 1,0-1,0 1,-1-1,1 0,-2 0,1 0,0 0,-1 0,0 0,-1 1,1-1,-1 0,0 0,-1 0,1 0,-1 1,-1-1,1 1,0 0,-1-1,0 1,-1 0,1 1,-1-1,-3-3,0 1,0 0,-1 0,0 0,0 1,0 0,-1 1,0 0,0 1,0-1,-1 2,0-1,1 1,-1 1,0 0,0 0,-1 1,1 0,0 1,0 0,-1 1,1 0,0 0,0 1,0 1,0-1,1 2,-1-1,-2 3,8-4,1 0,-1 0,1 1,0-1,0 1,0 0,0 0,0 0,1 0,-1 1,1-1,0 1,0-1,0 1,1 0,-1 0,1-1,0 1,0 0,0 1,0-1,1 0,0 0,0 0,0 1,6 25</inkml:trace>
  <inkml:trace contextRef="#ctx0" brushRef="#br0" timeOffset="3599.499">6577 1156,'2280'-13,"-1874"25,-373-7,-29 2,-19-2,-18 2,-5-1</inkml:trace>
  <inkml:trace contextRef="#ctx0" brushRef="#br0" timeOffset="16055.088">7968 287,'9'16,"8"12,5 10,6 6,2 2,4 0,-2-1,-2-4,-4-3,-6-7,-7-7,-5-6</inkml:trace>
  <inkml:trace contextRef="#ctx0" brushRef="#br0" timeOffset="16332.381">8155 261,'-12'13,"-7"17,-8 16,-9 16,-7 14,-2 7,-2 1,8-13</inkml:trace>
  <inkml:trace contextRef="#ctx0" brushRef="#br0" timeOffset="16642.208">8356 608,'27'-11,"2"0,-1 2,1 1,0 1,1 2,-1 1,1 1,3 1,-31 1,1 1,-1-1,1 1,-1 0,1 0,0 0,-1 0,1 0,-1 0,1 1,-1-1,1 1,-1 0,1 0,-1 0,1 0,-1 0,0 0,0 1,1-1,-1 1,0-1,0 1,-1 0,1 0,0 0,-1 0,1 0,-1 0,1 1,-1-1,0 0,0 1,0-1,0 2,-2 2,-1 0,1-1,-1 1,0 0,-1 0,1-1,-1 1,0-1,-1 0,1 0,-1 0,-3 2,-64 72,51-61,2 2,1 0,0 0,2 2,-4 6,18-27,0 0,1 0,-1 1,0-1,0 0,1 0,-1 1,1-1,-1 0,1 1,-1-1,1 1,0-1,0 0,0 1,0-1,0 1,0-1,0 1,0-1,0 1,1-1,-1 0,1 1,-1-1,1 0,-1 1,1-1,0 0,0 0,-1 1,1-1,0 0,0 0,0 0,0 0,1 0,-1-1,0 1,0 0,0 0,1-1,-1 1,0-1,1 1,-1-1,1 1,-1-1,0 0,1 0,-1 0,2 0,18 1,0-1,-1-1,1-1,0-1,0-1,-1-1,0 0,0-2,14-6,-23 9,49-18</inkml:trace>
  <inkml:trace contextRef="#ctx0" brushRef="#br0" timeOffset="16895.043">7701 113,'14'-16,"24"-7,29-3,30 4,27 5,14 8,4 11,-22 3</inkml:trace>
  <inkml:trace contextRef="#ctx0" brushRef="#br0" timeOffset="18693.803">7928 2480,'25'-14,"31"-6,31-3,28 3,21 7,9 11,-21 5</inkml:trace>
  <inkml:trace contextRef="#ctx0" brushRef="#br0" timeOffset="20106.272">8356 5032,'34'10,"41"6,41 2,36-3,14-1,-21-4</inkml:trace>
  <inkml:trace contextRef="#ctx0" brushRef="#br0" timeOffset="9643.251">1899 6410,'171'15,"0"-6,147-14,474-44,-297 12,161 23,-424 33,-208-23,-31 1,-1 2</inkml:trace>
  <inkml:trace contextRef="#ctx0" brushRef="#br0" timeOffset="10072.093">4866 5901,'9'145,"-4"-104,11 144,-9 2,-9 43,2-228,10 128,-9-126,0 0,0-1,0 1,0 0,0-1,1 1,0-1,0 1,0-1,0 0,0 0,1 0,-1 0,1 0,0-1,0 1,0-1,0 0,0 1,1-1,-1-1,1 1,-1-1,1 1,0-1,-1 0,1 0,0 0,0-1,0 0,2 1,6-3,1 0,-1 0,0-1,0-1,-1 1,1-2,-1 0,0 0,4-4,15-5,2 0,1 1,0 2,1 1,1 2,-1 1,1 2,0 1,2 1,250 4,-247-9,-31-1</inkml:trace>
  <inkml:trace contextRef="#ctx0" brushRef="#br0" timeOffset="10350.828">4946 5888,'7'5,"11"1,15 2,18 0,21-2,17-1,16-3,12 0,5-2,1 0,-5 0,-22 0</inkml:trace>
  <inkml:trace contextRef="#ctx0" brushRef="#br0" timeOffset="10653.451">6096 5461,'-7'16,"-2"18,1 23,3 21,8 23,5 19,4 16,2 13,-2 5,-2 3,-6-4,-7-9,-6-14,-4-17,1-20,2-23,0-23,2-19</inkml:trace>
  <inkml:trace contextRef="#ctx0" brushRef="#br0" timeOffset="11054.464">5989 5594,'11'-3,"-1"0,1 0,-1 1,1 0,0 1,0 0,0 1,0 0,8 2,-16-2,91 9,0 4,-2 4,0 4,-1 4,55 24,-80-25,-2 2,-1 3,-1 2,5 8,-44-25,0 2,0 1,-2 0,0 2,-1 0,-1 1,0 2,-2-1,-1 2,-1 0,8 16,-16-21,0-1,-1 1,-1-1,-1 1,0 1,-2-1,0 1,-1-1,0 1,-2-1,0 1,-1-1,-1 1,-1-1,0 0,-2 0,0-1,-1 0,0 0,-2 0,0-1,-7 10,-6 6,-2-1,0-1,-2-1,-1-1,-2-1,0-2,-2-1,0-2,-2 0,0-3,-20 9,-14 2,-1-2,-2-3,-1-4,0-2,-44 4,-21 3,120-19,9-2</inkml:trace>
  <inkml:trace contextRef="#ctx0" brushRef="#br0" timeOffset="11495.853">7380 6330,'-5'13,"1"1,1-1,0 1,1 0,0 0,1 0,1 0,0 0,1 0,0-1,1 1,1 0,0 0,1-1,0 0,1 1,1-2,0 1,1-1,0 0,0 0,2-1,-1 0,1 0,10 7,-8-7,0-1,1-1,0 0,1 0,0-1,0-1,1 0,-1-1,2-1,-1 0,13 2,-19-5,0 0,0-1,1 0,-1 0,0-1,0 0,1 0,-1-1,0 0,0-1,0 1,0-2,0 1,0-1,0 0,-1-1,0 0,1 0,-1-1,-1 1,1-1,1-2,-3 1,1 0,-1-1,-1 0,1 0,-1 0,0 0,-1 0,1-1,-2 0,1 1,-1-1,0 0,0 0,-1-1,-1 1,1 0,-1 0,0 0,-1-1,0 1,0 0,-1 0,0 0,-1-1,-1-5,-1 0,-1 1,0-1,0 1,-2 0,1 1,-2 0,0 0,0 1,-1 0,0 0,-1 1,-2-1,5 4,-1 1,0 0,-1 0,1 0,-1 1,0 1,-1 0,1 0,-1 1,1 0,-1 1,0 0,0 0,0 2,0-1,0 1,0 1,0 0,0 0,0 1,0 1,1 0,-1 0,1 1,0 1,0-1,0 2,0-1,1 1,0 1,0-1,1 2,0-1,-3 4,8-6,0-1,0 1,0 0,0 0,1 0,0 0,0 0,0 0,1 1,0-1,0 1,0-1,1 1,-1-1,1 1,1 3,7 32</inkml:trace>
  <inkml:trace contextRef="#ctx0" brushRef="#br0" timeOffset="11768.069">8075 6423,'18'0,"22"0,23 0,25 0,25 0,23 0,22 0,14 0,5 0,-4 0,-15 0,-19 2,-25 2,-27-1,-27-1,-27-5,-33-9,-17-2</inkml:trace>
  <inkml:trace contextRef="#ctx0" brushRef="#br0" timeOffset="12550.384">6444 7038,'-16'7,"-12"7,-10 5,-13 6,-15 9,3-2</inkml:trace>
  <inkml:trace contextRef="#ctx0" brushRef="#br0" timeOffset="19315.745">8543 5461,'7'18,"9"15,10 12,11 6,8 4,5 2,3 2,0 0,-5 2,-11-9</inkml:trace>
  <inkml:trace contextRef="#ctx0" brushRef="#br0" timeOffset="19579.563">8864 5461,'-14'16,"-11"18,-8 21,-5 17,-4 14,2 5,2-1,9-16</inkml:trace>
  <inkml:trace contextRef="#ctx0" brushRef="#br0" timeOffset="19859.912">9064 5955,'4'10,"1"0,-1 0,1 0,1-1,0 0,1 0,-1-1,1 1,1-1,0-1,0 0,0 0,1 0,0-1,1 0,-1-1,1 0,0-1,0 0,0 0,1-1,-1 0,1-1,0-1,0 1,0-2,-1 1,1-1,0-1,6-1,-12 2,1 0,-1-1,0 0,1 0,-1 0,0 0,0-1,0 0,0 0,0 0,0-1,0 0,-1 0,1 0,-1 0,0-1,0 1,0-1,-1 0,1 0,-1-1,0 1,0-1,0 1,-1-1,0 0,0 0,0 0,0 0,-1-1,0 1,0 0,0-1,-1 1,0 0,0-1,0 1,-1-1,1 1,-1 0,-1 0,1-1,-2-3,-1 4,1 1,-1-1,1 1,-1 0,-1 0,1 0,0 1,-1 0,0-1,0 2,0-1,0 0,0 1,0 0,-1 1,1-1,-1 1,1 0,-1 0,1 0,-1 1,-7-1,0 1,0 0,0 1,0 1,1 0,-1 0,0 1,-8 4,-19 10,7-1</inkml:trace>
  <inkml:trace contextRef="#ctx0" brushRef="#br0" timeOffset="5795.034">1725 3643,'13'5,"0"0,1-1,-1 0,1-1,0-1,0 0,0-1,0 0,0-1,0-1,12-2,4 2,232-13,-56 2,34 9,566 56,-507-47,0-13,46-18,51-17,-386 41,-7 1,-1 1,1-1,0 0,-1 0,1 0,0 0,-1-1,1 1,-1-1,1 1,-1-1,1 0,-1 0,1 0,-1 0,0 0,1-1,-1 1,0-1,0 0,0 1,0-1,0 0,-1 0,1 0,-1 0,1 0,-1-1,1 1,-1 0,0-1,0 0,0-16</inkml:trace>
  <inkml:trace contextRef="#ctx0" brushRef="#br0" timeOffset="6138.739">4907 3375,'10'-69,"-8"73,2 189,-1-108,3 0,4 0,4 0,24 81,-38-165,0 1,0 1,0-1,1 0,-1 0,1 1,-1-1,1 0,0 0,0 0,0 0,0 0,0 0,1 0,-1 0,0 0,1 0,-1-1,1 1,0-1,0 1,-1-1,1 0,0 1,0-1,0 0,1 0,-1 0,0-1,0 1,0-1,1 1,-1-1,0 1,0-1,1 0,1 0,652-46,-615 41</inkml:trace>
  <inkml:trace contextRef="#ctx0" brushRef="#br0" timeOffset="6417.115">4894 3362,'11'-2,"16"1,16 3,17 2,14-1,12 3,9-1,3-1,-2-1,-2-4,-10 0,-13-4,-19 0</inkml:trace>
  <inkml:trace contextRef="#ctx0" brushRef="#br0" timeOffset="6775.157">5963 3001,'-3'22,"56"228,-31-127,-5 1,-5 1,-6 0,-5 1,-13 90,-7-80,17-124</inkml:trace>
  <inkml:trace contextRef="#ctx0" brushRef="#br0" timeOffset="7184.998">5950 2920,'1'-4,"0"0,0 0,1-1,-1 1,1 0,0 0,0 1,1-1,-1 0,1 1,0-1,0 1,0 0,0 0,0 0,1 0,-1 1,1-1,0 1,0 0,0 0,0 1,0-1,8-2,-1 0,1 1,0 0,1 1,-1 1,0-1,9 2,13 3,-1 2,0 1,0 1,0 2,-1 1,0 2,-1 1,0 1,-2 2,1 1,-2 1,0 2,-2 1,0 1,16 17,-5 0,-2 1,-1 2,-2 1,-3 2,-1 1,-2 1,-2 1,-3 2,-1 0,-3 0,-2 2,-2 0,-3 1,2 35,-8-70,-2-1,-1 1,0 0,-1 0,-1 0,0 0,-1 0,-2 0,1-1,-2 0,-1 1,0-2,-1 1,0-1,-1 0,-3 2,-15 10,-1 0,-1-3,-2 0,0-1,-2-2,0-2,-2-1,0-1,-1-2,0-1,-1-2,-9 1,-59 19,-1-5,-106 14,194-40,25-7,15-3</inkml:trace>
  <inkml:trace contextRef="#ctx0" brushRef="#br0" timeOffset="7591.053">7059 3589,'-11'10,"-1"1,2 0,-1 1,2 0,-1 0,2 1,0 0,0 0,1 1,1 0,0 0,1 1,1 0,0 0,1 0,0 0,1 0,1 1,1 4,-1-11,1-1,0 0,0 0,1 0,0 1,0-1,1 0,0 0,1-1,-1 1,1 0,1-1,0 0,0 0,0 0,1 0,0 0,0-1,1 0,-1 0,1-1,1 1,-1-1,1-1,0 1,0-1,0 0,1-1,-1 0,2 0,0-1,0 0,1-1,-1 0,1 0,-1-1,1 0,0-1,-1 0,1-1,-1 0,0-1,0 1,0-2,0 1,0-1,-1-1,1 1,-1-1,0-1,-1 0,1 0,-1 0,0-1,-1 0,0 0,0-1,0 0,-1 0,0 0,-1 0,0-1,0 0,-1 0,0 0,0 0,-1-1,0 1,-1-5,0 2,0 0,-1 0,-1 0,0 0,-1 0,0 0,-1 0,0 1,0-1,-2 1,1 0,-1 0,-1 0,3 5,-1 0,1 1,-1-1,0 1,0 0,0 0,-1 0,0 1,0 0,0 0,0 0,-1 0,1 1,-1 0,0 0,0 0,0 1,0 0,-1 0,1 1,-1 0,1 0,-1 0,-2 1,2 0,0 1,1 0,-1 1,0 0,1 0,0 0,-1 0,1 1,0 0,0 1,1-1,-1 1,1 0,0 0,0 1,0 0,0 0,1 0,0 0,0 1,0-1,1 1,0 0,0 0,0 0,-1 6,-4 26</inkml:trace>
  <inkml:trace contextRef="#ctx0" brushRef="#br0" timeOffset="7893.193">7567 3789,'1356'-25,"-532"36,-806-10,-17 0</inkml:trace>
  <inkml:trace contextRef="#ctx0" brushRef="#br0" timeOffset="17928.188">8142 2854,'13'11,"15"11,10 11,9 8,2 7,1 2,-4 1,-8 0,-8-3,-9-5,-8-10</inkml:trace>
  <inkml:trace contextRef="#ctx0" brushRef="#br0" timeOffset="18192.481">8502 2761,'-18'20,"-13"19,-5 15,-4 11,0 7,3 4,5-1,6-5,8-9,6-14</inkml:trace>
  <inkml:trace contextRef="#ctx0" brushRef="#br0" timeOffset="18442.418">8744 3308,'11'-16,"7"-12,-1-5,-3-1,-3 5,-4 4,-4 11,-1 15,-2 16,0 14,1 12,1 6,3 5,0-2,-1-6,-1-10</inkml:trace>
  <inkml:trace contextRef="#ctx0" brushRef="#br1" timeOffset="39161.24">9732 3843,'2'-4,"0"1,0-1,0 1,1-1,-1 1,1 0,0 0,-1 0,1 1,1-1,-1 1,0-1,1 1,-1 0,1 0,0 1,-1-1,1 1,0 0,0 0,0 0,0 0,0 1,0-1,0 1,0 0,3 1,329-1,179 1,-216 30,-212-19,255 37,-329-42,-17-3</inkml:trace>
  <inkml:trace contextRef="#ctx0" brushRef="#br1" timeOffset="40854.253">9599 6437,'20'-9,"0"1,1 1,0 1,1 1,-1 1,1 1,0 1,0 0,0 2,0 0,0 2,16 3,3-3,131 5,-1-8,43-10,-55-7,-156 15,1 0,-1 0,0 0,0 0,0 0,0-1,-1 1,1-1,-1 0,0 1,0-1,-1 0,1-1,-1 1,1 0,-1 0,-1 0,1-1,-1 1,1-1,-1 1,-1 0,1-2,0 3,4-330,-32-302,29-62,-1 696,0-1,-1 1,1 0,0-1,0 1,1-1,-1 1,0 0,0-1,1 1,-1 0,0-1,1 1,0 0,-1-1,1 1,0 0,0 0,-1 0,1 0,0 0,0 0,0 0,0 0,0 0,1 0,-1 0,0 0,0 1,1-1,-1 1,0-1,1 1,-1-1,0 1,1 0,-1 0,0 0,1-1,-1 1,2 1,212-1,474 1,-481 11,-240-11,8-1</inkml:trace>
  <inkml:trace contextRef="#ctx0" brushRef="#br1" timeOffset="41502.074">11096 3856,'19'5,"14"1,14 2,9 0,10-2,6-2,6-1,0-1,-4-2,-8 0,-10 0,-13 0,-13 1,-12 4,-12 3,-6 1</inkml:trace>
  <inkml:trace contextRef="#ctx0" brushRef="#br1" timeOffset="41904.326">11792 3281,'16'22,"0"0,-2 1,0 1,-2 0,-1 1,0 0,-2 0,-1 1,-1 1,-2-1,0 1,-2 0,1 26,5 122,-8 0,-8 0,-7 0,-11 21,-2 43,5 178,23-395,0-4,-3-29,-1-8</inkml:trace>
  <inkml:trace contextRef="#ctx0" brushRef="#br1" timeOffset="42595.242">11764 3509,'16'-8,"-1"1,1 1,0 0,1 1,-1 1,1 1,0 0,0 1,0 1,0 0,0 1,0 1,1 1,7 2,41 9,-1 2,-1 3,0 3,-2 3,0 2,-2 3,50 32,-88-49,0 0,-1 1,0 1,-2 1,1 1,-2 1,0 0,-1 2,0 0,-2 0,-1 2,0 0,-1 0,-1 1,-2 1,3 7,-2 19,-2 1,-2-1,-3 1,-1 0,-3 1,-2-1,-2 0,-2 0,-12 41,12-46,-2-1,-2-1,-2 0,-2 0,-2-1,-1-1,-2 0,-2-2,-2 0,-1-2,-2 0,-2-2,-10 9,3-10,-2-1,-2-2,-1-2,-1-2,-1-1,-2-2,0-2,-1-3,-1-1,-1-2,0-2,-1-2,-10-1,29-6,-105 7,133-12,0 0,1 0,-1 0,0 0,0 0,0 0,1 0,-1 0,0-1,0 1,1 0,-1-1,0 1,1-1,-1 1,0 0,1-1,-1 0,0 1,1-1,-1 1,1-1,-1 0,1 1,0-1,-1 0,1 1,-1-1,1 0,0 0,0 1,0-1,-1 0,1 0,0 0,0 0,1-10</inkml:trace>
  <inkml:trace contextRef="#ctx0" brushRef="#br1" timeOffset="43368.437">13022 4418,'-7'21,"2"0,0 1,2 0,0 0,2 0,0 0,1 0,2 0,0-1,1 1,3 7,-5-23,1-1,0 1,0 0,0-1,1 0,-1 0,1 1,1-2,-1 1,1 0,0-1,0 1,0-1,0 0,1-1,0 1,0-1,0 0,0 0,0 0,0-1,1 0,-1 0,1 0,0-1,-1 1,1-1,0-1,0 1,0-1,0 0,1-1,6-2,-1-1,1 0,-1-1,0-1,0 0,-1 0,0-1,0-1,0 0,-1 0,0-1,-1-1,0 1,0-1,-1-1,-1 0,1 0,-2 0,1-1,-2 0,0 0,0 0,-1-1,-1 0,0 1,0-1,0-10,-2 14,-1 0,1 0,-2 0,1 0,-1 0,0 0,-1 0,0 1,0-1,-1 0,-1 1,1 0,-1 0,0 0,-1 0,0 0,0 1,-1 0,0 0,0 1,0-1,-1 1,0 1,0-1,-1 1,1 0,-1 1,0 0,0 0,-9-2,9 4,0-1,0 2,-1-1,1 1,0 0,-1 1,1 0,-1 0,1 1,-1 0,1 1,0 0,-1 0,1 0,0 1,0 1,1-1,-1 1,1 0,0 1,0 0,0 0,1 1,-1-1,1 1,1 1,-1-1,1 1,0 0,1 0,-1 0,1 1,1 0,0-1,0 1,-2 8,5-11,0 0,0 0,0 0,1 0,0 1,0-1,0 0,1-1,-1 1,1 0,0 0,0-1,1 1,0-1,0 0,2 4,25 26</inkml:trace>
  <inkml:trace contextRef="#ctx0" brushRef="#br1" timeOffset="43902.54">13489 4525,'38'8,"323"-3,-296-7,1042-23,-1046 23,-56-1,-10 0</inkml:trace>
  <inkml:trace contextRef="#ctx0" brushRef="#br2" timeOffset="76054.959">9198 1089,'64'20,"140"-2,-108 6,60 7,102-25,296 8,-180 0,-158 19,-49-31,-95-3,0 4,40 6,-19 1,0-5,70-6,37 2,22 12,-124-14,-29 0,1 3,-1 3,2 3,20 2,-1-4,1-4,19-5,16 2,220 9,-106 21,-133-12,169-26,-193 3,1 4,27 4,-109-2,0 1,0-1,0 1,-1-1,1 1,0-1,0 1,0 0,-1 0,1 0,0 0,-1 0,1 0,-1 1,0-1,1 0,-1 1,0-1,0 1,0-1,0 1,0 0,0 0,0-1,0 1,-1 0,1 0,-1 0,1 0,-1-1,0 1,0 0,0 0,0 0,0 0,0 0,0 0,-1 0,1 0,-1 0,1-1,-1 1,0 0,0 1,-39 217,43 221,-49 78,17-200,20-220,4 1,7 65,-1-37,-1 141,-27-107,27-160,0-1,0 1,-1-1,1 1,1 0,-1-1,0 1,0-1,1 1,-1-1,0 1,1-1,0 0,-1 1,1-1,0 1,0-1,-1 0,1 0,0 1,0-1,1 0,-1 0,0 0,0 0,0 0,1-1,-1 1,0 0,1-1,-1 1,1 0,-1-1,1 0,-1 1,1-1,-1 0,1 0,-1 0,1 0,-1 0,1 0,1 0,237-14,309 13,-403 16,-128-11</inkml:trace>
  <inkml:trace contextRef="#ctx0" brushRef="#br2" timeOffset="76775.389">14987 4512,'1'-1,"0"0,0 0,1 0,-1 0,0 1,0-1,1 0,-1 1,1-1,-1 1,0-1,1 1,-1 0,1 0,-1-1,1 1,-1 0,1 0,-1 1,1-1,-1 0,0 0,1 1,-1-1,1 1,-1-1,0 1,1-1,-1 1,0 0,3 0,55 10,0-2,1-3,0-2,33-4,-64 4,-31-3,-2-2</inkml:trace>
  <inkml:trace contextRef="#ctx0" brushRef="#br2" timeOffset="77349.588">15441 3295,'20'269,"-13"212,3 80,25-154,-26-360,-9-48,0 1,0 0,0 0,0 0,1 0,-1-1,0 1,0 0,0 0,0 0,0 0,1 0,-1-1,0 1,0 0,0 0,1 0,-1 0,0 0,0 0,1 0,-1 0,0 0,0 0,0 0,1 0,-1 0,0 0,0 0,1 0,-1 0,0 0,0 0,0 0,1 0,-1 0,0 0,0 1,0-1,1 0,-1 0,0 0,0 0,0 0,0 1,1-1,-1 0,0 0,0 0,0 1,0-1,3-22,-12-47,3 55</inkml:trace>
  <inkml:trace contextRef="#ctx0" brushRef="#br2" timeOffset="78281.306">15535 3442,'59'-11,"1"3,0 2,0 3,52 4,-88-1,0 2,-1 0,1 2,0 0,-1 2,0 0,0 2,-1 0,0 2,-1 0,0 2,0 0,13 11,12 15,-1 2,-2 1,-2 3,6 11,-20-24,-2 0,-2 2,0 1,-3 0,-1 2,-1 0,-2 1,-2 1,-1 0,-2 1,-2 0,-1 1,1 27,-6-24,-1-1,-2 0,-2 1,-1-1,-3 0,-1 0,-2-1,-2 0,-2 0,-2-2,-1 1,-2-2,4-12,-1-2,-1 0,-1-1,-1-1,-1 0,-1-2,-1 0,0-1,-2-1,0-2,-1 0,0-1,-1-1,-7 1,-52 19,-2-4,-28 4,41-12,-155 45,225-70,15-7,-11 10,15-13</inkml:trace>
  <inkml:trace contextRef="#ctx0" brushRef="#br2" timeOffset="78962.029">16724 4164,'-7'8,"1"0,-1 0,1 0,1 1,0 0,0 0,1 0,0 0,0 1,1 0,0 0,1-1,0 2,1-1,0 0,1 0,-1 0,2 1,0-1,0 0,1 0,0 0,1 0,0 0,0-1,1 1,0-1,3 4,2-1,0 0,1 0,1-1,0 0,0-1,1 0,0-1,0-1,1 0,1 0,-1-1,1-1,0 0,0-1,1-1,4 1,-11-3,0 0,1 0,0-1,-1-1,1 1,0-1,-1-1,1 0,-1 0,1 0,-1-1,1 0,-1-1,0 0,0 0,0-1,0 0,-1-1,0 1,1-1,-2-1,1 1,-1-1,0 0,0-1,0 1,-1-1,4-7,-3 3,-1 0,0 0,-1-1,0 0,-1 1,0-1,-1-1,0 1,-1 0,0 0,-1-1,-1 1,0 0,0 0,-1 0,-1 0,0 0,0 0,-2 0,1 1,-4-6,4 9,0 0,-1 0,0 0,0 0,-1 1,1-1,-2 2,1-1,-1 1,0 0,0 0,-1 0,0 1,0 1,0-1,-1 1,1 1,-1-1,0 2,0-1,0 1,0 0,0 1,0 0,-1 1,1 0,0 0,-4 1,3 0,0 1,1 0,-1 1,1 0,0 0,0 1,0 0,0 0,1 1,0 0,0 1,0 0,0 0,1 1,0-1,1 2,0-1,0 1,0 0,1 0,0 0,0 1,1 0,0 0,-1 5,5-11,-1 1,1 0,0 0,-1 0,2-1,-1 1,0 0,1 0,0 0,0-1,0 1,0-1,0 1,1-1,-1 1,1-1,0 0,1 2,19 20</inkml:trace>
  <inkml:trace contextRef="#ctx0" brushRef="#br2" timeOffset="81107.968">17138 4338,'489'14,"339"13,-530-16,-264-5,-30-8,-8-2</inkml:trace>
  <inkml:trace contextRef="#ctx0" brushRef="#br3" timeOffset="115138.434">12781 6891,'10'60,"-3"0,-3 0,-2 40,-1-45,4 1073,7-963,32 149,-30-223,-9-53,-1-10</inkml:trace>
  <inkml:trace contextRef="#ctx0" brushRef="#br3" timeOffset="116313.929">12888 6785,'39'-5,"-1"1,1 2,0 2,0 2,-1 2,1 1,-1 1,0 3,0 1,24 10,39 20,-1 5,-2 3,13 14,-59-33,-2 2,-1 2,-2 3,-1 1,-2 2,-1 2,-3 2,14 21,-20-18,-2 1,-2 2,-3 1,-1 2,-3 0,-2 2,-3 0,-2 1,-2 0,-3 2,-2-1,-3 1,-2 0,-3 10,-4-23,-1 0,-3 0,-2 0,-1-1,-3 0,-1-1,-2 0,-2-2,-1 0,-2-1,-2-1,-7 6,-21 26,-3-2,-3-3,-2-3,-3-2,-57 41,58-52,-1-3,-2-3,-2-3,-2-2,-1-4,-2-2,-1-4,-2-3,0-3,-1-4,-1-2,-18-2,-80 0,172-14,0 1,1-1,-1 0,1 0,-1 0,1 0,-1 0,1 0,-1 0,0 0,1 0,-1-1,1 1,-1-1,1 1,-1-1,1 0,0 1,-1-1,1 0,0 0,0 0,-1 0,1 0,0 0,0 0,0-1,0 1,0 0,1-1,-1 1,0 0,0-1,1 1,-1-1,1 1,0-1,-1 1,1-1,0 1,0-1,0 0,0 1,0-1,0 1,0-1,31-521,-30 421,-3 10</inkml:trace>
  <inkml:trace contextRef="#ctx0" brushRef="#br3" timeOffset="117185.153">14532 7813,'-10'6,"0"1,0-1,0 2,1-1,0 1,1 0,0 1,0 0,1 1,0-1,0 1,1 1,1-1,-1 1,2 0,0 0,0 0,1 1,0 0,0 6,0 2,2 0,0 0,1 1,1-1,1 0,0 0,2-1,0 1,2-1,0 0,1 0,0 0,2-1,5 8,-7-14,0 0,1-1,0-1,0 1,1-1,1-1,0 1,0-2,0 1,1-1,1-1,-1 0,1-1,0 0,0-1,1 0,0-1,0 0,0-1,0-1,0 0,1-1,-3-1,0-1,0-1,0 0,0 0,0-1,-1 0,1-1,-1 0,0-1,0 0,-1-1,1 0,-1 0,-1-1,1 0,-1 0,0-1,-1 0,0-1,0 0,-1 0,0 0,0-1,-1 1,0-1,-1-1,0 1,-1-1,0 1,-1-1,0 0,0 0,-1 0,-1 0,0-7,1 0,-1-1,-1 1,-1-1,0 1,-1 0,-1 0,-1 0,0 0,-2 1,0 0,0 0,-2 1,0-1,-1 2,0 0,-2 0,1 1,-5-4,10 13,0 0,-1 1,1-1,-1 1,0 0,0 1,0 0,0 0,0 0,-1 1,1 0,-1 1,0-1,0 2,1-1,-1 1,0 0,0 0,0 1,1 0,-1 1,0 0,1 0,-1 0,1 1,0 0,0 1,0-1,0 1,-1 2,-3 2,1 0,0 1,0 0,1 1,0 0,0 1,1 0,1 0,0 0,1 1,0 0,0 0,1 1,1-1,0 1,1 0,0 1,0 6,0 33</inkml:trace>
  <inkml:trace contextRef="#ctx0" brushRef="#br3" timeOffset="117462.16">15093 8135,'27'0,"30"0,35 0,35 0,35 0,34-3,25-2,22-3,8-1,-3 3,-11 1,-21 1,-30 3,-32 0,-42 1</inkml:trace>
  <inkml:trace contextRef="#ctx0" brushRef="#br3" timeOffset="122378.705">11189 3749,'-3'6,"-1"0,1 0,1 0,-1 0,1 1,0-1,0 1,1-1,-1 1,2 0,-1-1,1 1,0 5,0-4,3 49,-3-56,1 0,-1 1,0-1,1 1,-1-1,1 0,-1 1,1-1,0 0,0 0,0 0,-1 1,1-1,0 0,0 0,1 0,-1 0,0 0,0-1,0 1,1 0,-1-1,0 1,0 0,1-1,-1 1,1-1,-1 0,1 0,-1 1,0-1,1 0,-1 0,1 0,-1-1,2 1,3-2,0-1,0 0,0 0,0 0,-1 0,1-1,-1 0,0 0,0-1,-1 0,1 1,-1-1,0-1,0 1,0-1,-1 1,0-1,0 0,-1 0,1-1,-1 1,-1 0,1-3,0 5,-1 1,0 0,0 0,0-1,0 1,-1 0,1-1,-1 1,0-1,0 1,0-1,0 1,-1-1,1 1,-1 0,0-1,0 1,0 0,-1 0,1-1,-1 1,1 0,-1 1,0-1,0 0,-1 0,1 1,0-1,-1 1,0 0,1 0,-1 0,0 0,0 0,0 1,0-1,-1 1,1 0,0-1,-3 2,0 0,0 1,1-1,-1 1,0 0,1 1,-1-1,1 1,-1 0,1 0,0 1,0 0,0 0,0 0,0 0,1 1,-1 0,1 0,0 0,0 0,1 0,-1 1,1 0,0 1,0-3,1 0,-1 1,1 0,0-1,0 1,0 0,1 0,-1 0,1 0,0 1,0-1,1 0,-1 0,1 1,0-1,0 0,0 1,1-1,-1 0,1 0,0 0,0 1,1-1,-1 0,1 0,0-1,0 1,0 0,1-1,-1 1,1-1,1 1,1 1,1 0,0-1,0 0,1 0,-1-1,1 0,0 0,0 0,0-1,0 0,0-1,1 1,-1-2,0 1,1-1,-1 0,1 0,-1-1,0 0,7-1,-9 1,1-1,-1 1,0-1,0 0,0 0,-1-1,1 1,0-1,-1 0,0 0,0-1,0 1,0-1,0 0,-1 0,1 0,-1-1,0 1,-1-1,1 1,-1-1,0 0,0 0,0 0,-1 0,0-1,0 1,0 0,0-1,-1 0,-1-1,1 1,-1 0,0 0,-1 0,1 1,-1-1,0 0,-1 0,1 1,-1-1,0 1,-1 0,1 0,-1 0,0 1,0-1,-1 1,1 0,-1 0,0 0,0 1,0 0,0 0,-1 0,1 0,-1 1,0 0,0 0,0 1,0 0,0 0,0 0,0 0,0 1,0 0,0 1,0-1,0 1,0 0,0 1,0-1,0 1,0 0,1 1,-1-1,1 1,0 0,-5 4,3-1,1 1,0 0,0 1,1-1,0 1,0 0,0 0,1 1,0-1,1 1,0 0,1 0,-1 0,2 0,-1 0,1 1,1-1,0 4,0-8,0 1,0 0,1-1,0 1,0-1,0 1,1-1,0 1,0-1,0 0,1 0,0 0,0 0,0 0,0-1,1 1,0-1,0 0,0 0,0 0,1-1,-1 1,1-1,0 0,0-1,0 1,0-1,0 0,1 0,2 0,-2 0,1-1,-1 0,1-1,0 1,0-1,-1 0,1-1,0 0,-1 0,1 0,-1-1,1 0,-1 0,0-1,1 1,-1-1,-1-1,1 1,0-1,-1 0,0 0,0-1,0 0,0 1,-1-2,0 1,0 0,0-1,-1 0,0 0,0 0,0 0,-1 0,0-1,0 1,0-1,-1 1,0-1,0 0,-1 1,0-1,0 0,-2-6,2 8,0-1,-1 1,0-1,0 1,-1 0,1 0,-1 0,-1-1,1 2,0-1,-1 0,0 0,0 1,-1 0,1-1,-1 1,0 1,0-1,0 0,-1 1,1 0,-1 0,0 0,1 1,-1 0,-1-1,1 2,0-1,0 1,-1 0,1 0,0 0,-1 1,1-1,-1 1,1 1,-1-1,1 1,-1 0,1 0,0 1,0-1,-1 1,1 1,-3 2,1 1,0 0,0 1,0-1,1 1,0 1,1-1,0 1,0 0,0 0,1 1,1-1,-1 1,1 0,1 0,-1 0,1 0,1 0,0 2,1-7,0 0,1-1,-1 1,1 0,0 0,0 0,0 0,0-1,1 1,0 0,0-1,0 1,0-1,0 0,0 0,1 0,0 0,0 0,-1-1,2 1,-1-1,0 1,0-1,1 0,-1-1,1 1,0 0,-1-1,1 0,0 0,0 0,0-1,0 1,0-1,-1 0,1 0,0 0,0 0,0-1,0 1,0-1,0 0,3-2,-2 3,1-1,-1 0,0-1,1 1,-1-1,0 0,0 0,0-1,0 1,-1-1,1 0,-1 0,1-1,-1 1,0-1,-1 0,1 0,-1-1,1 1,-1-1,0 1,-1-1,1 0,-1 0,0 0,0 0,-1-1,0 1,0 0,0-1,0 1,-1-1,0 1,0-1,0 1,-1-1,0 1,0 0,0-1,-1 1,-1-4,-1 3,0-1,-1 1,1 0,-2 0,1 1,-1-1,1 1,-1 0,-1 1,1-1,-1 1,0 1,0-1,0 1,0 0,0 1,-1 0,1 0,-5 0,8 0,-1 2,0-1,0 0,1 1,-1 0,0 0,0 0,0 1,1 0,-1 0,0 0,0 0,1 1,-1 0,1 0,0 0,-1 0,1 1,0-1,0 1,1 0,-1 0,1 1,-1-1,1 1,0 0,0 0,1 0,-1 0,1 0,-1 2,2-1,0 0,0-1,0 1,1 0,-1-1,1 1,1 0,-1 0,1-1,-1 1,1-1,1 1,-1 0,1-1,-1 0,1 1,1-1,-1 0,1 0,-1 0,1 0,0-1,0 1,1-1,-1 0,1 0,-1 0,1 0,0 0,0-1,1 0,-1 0,0 0,1 0,-1-1,1 0,-1 0,1 0,0 0,-1-1,1 0,4 3,-1-1,1 0,0 0,0-1,0 0,-1-1,1 0,0 0,0-1,0 0,0-1,-1 0,1 0,-1-1,1 0,-1 0,0-1,0 0,0-1,-1 1,0-2,0 1,0-1,1-1,-6 4,-1 0,1 0,-1 0,0 0,0-1,0 1,0 0,-1-1,0 1,1-1,-1 1,0 0,-1-1,1 1,0 0,-1-1,0 1,0 0,0-1,0 1,0 0,-1 0,0 0,1 0,-1 0,0 1,0-1,-1 0,1 1,0 0,-1-1,0 1,1 0,-1 0,0 0,0 1,0-1,0 1,0 0,-1 0,1 0,0 0,-1 0,1 1,0-1,-3 1,1-1,-1 0,0 0,0 0,0 1,0 0,0 0,0 1,0 0,0 0,0 0,0 1,1-1,-1 1,0 1,1-1,0 1,-1 0,1 0,0 1,1-1,-1 1,1 0,-1 1,1-1,1 1,-1-1,0 1,1 0,-2 4,5-7,-1 0,1 0,-1-1,1 1,0 0,-1 0,1 0,0 0,0 0,1 0,-1 0,0 0,1 0,-1 0,1 0,-1 0,1 0,0 0,0-1,0 1,0 0,0-1,0 1,1 0,-1-1,0 0,1 1,-1-1,1 0,0 0,-1 0,1 0,0 0,0 0,-1 0,1 0,0-1,1 1,76 12,-75-13,0 0,0 0,0 0,0 0,0-1,-1 1,1-1,0 0,0 0,-1 0,1-1,0 1,-1-1,1 0,-1 0,0 0,0-1,0 1,0-1,0 1,0-1,-1 0,1 0,-1 0,0-1,0 1,0 0,0-1,-1 0,1 1,-1-1,0 0,0 1,0-3,-1 1,-1-1,1 1,-1-1,0 1,0-1,-1 1,1 0,-1 0,0 0,-1 0,1 0,-1 0,0 0,0 1,-1-1,1 1,-1 0,0 0,0 1,-2-2,5 5,0 0,1 0,-1 0,0 0,0 0,0 0,0 0,0 0,0 0,0 1,1-1,-1 0,0 0,0 1,0-1,0 1,1-1,-1 1,0-1,0 1,1-1,-1 1,1 0,-1 0,0-1,1 1,-1 0,1 0,0-1,-1 1,1 0,0 0,-1 0,1 0,0-1,0 1,0 0,-1 0,1 0,0 0,0 0,1 0,-1 0,0 0,0 0,0-1,1 1,-1 0,0 0,1 0,-1 0,0 0,10 182,42 296,-50-383,-4 0,-14 86,-1 32,13 36,3-84,-18 118,15-259,-11 102,1 93,16 336,12-413,-23-2,2 71,8-140,14 167,-3-180,-11-59,0 0,-1 1,1-1,0 0,0 0,0 1,-1-1,1 0,0 0,0 0,-1 0,1 0,0 0,0 0,0-1,-1 1,1 0,0 0,0 0,-1-1,1 1,0-1,-1 1,1 0,0-1,-1 1,1-1,0 1,-1-1,1 0,-1 1,1-1,-1 1,0-1,1 0,-1 1,1-2,3-1,4-5,2 1,-1 0,1 1,0 0,0 0,0 1,1 0,0 1,0 1,0-1,1 2,-1 0,1 0,10 0,474-41,-400 32,67-9,1 7,24 8,-75 14,-103 0,-20-5</inkml:trace>
  <inkml:trace contextRef="#ctx0" brushRef="#br3" timeOffset="125417.2">9933 6196,'-10'6,"1"0,-1 1,1 1,1-1,-1 2,2-1,-1 1,1 0,0 0,1 1,0 0,0 0,1 1,1 0,-1 0,2 0,0 0,0 0,1 1,0-1,1 1,0-1,1 1,1 0,0-1,1 10,0-15,0-1,0 0,0 0,1 0,-1 0,1 0,1 0,-1-1,0 0,1 1,0-1,0-1,0 1,1-1,-1 1,1-1,0 0,0-1,0 1,0-1,0 0,0 0,1-1,-1 0,1 1,-1-2,1 1,-1-1,2 0,3 0,0 0,0 0,-1-2,1 1,0-1,0 0,-1-1,0 0,1-1,-1 0,0 0,-1-1,1 0,-1-1,0 0,1-1,-4 2,0 0,-1 0,1 0,-1-1,0 1,0-1,0 0,-1 0,0-1,-1 1,1-1,-1 0,0 1,-1-1,1 0,-2 0,1 0,-1 0,0 0,0 0,-1 0,1 0,-2 0,1 0,-1 1,0-1,0 0,-1 1,0-1,0 1,-1 0,0 0,0 1,0-1,0 1,-1-1,-1 1,0-1,0 0,0 0,-1 0,0 1,0 0,0 1,0-1,-1 1,0 1,0 0,0 0,0 0,0 1,-1 0,1 1,-1 0,1 0,-1 1,0 0,1 0,-1 1,1 0,-1 0,1 1,0 1,-1-1,1 1,0 1,1-1,-1 1,1 1,-1-1,1 1,-5 5,6-3,0-1,1 1,0 0,0 1,1-1,0 1,0 0,1 0,0 0,0 0,1 1,0-1,1 1,-1-1,2 1,-1-1,1 1,1 0,-1-1,1 1,1-1,0 1,0-1,1 1,-1-1,2 0,-1 0,1-1,1 1,-1-1,1 0,1 0,-1 0,1-1,0 0,0 0,1 0,7 4,-7-5,0-1,0 1,1-1,0-1,0 0,0 0,0 0,1-1,-1 0,1-1,-1 0,1 0,-1-1,1 0,0 0,-1-1,1 0,-1 0,1-1,-1-1,0 1,0-1,0-1,0 1,0-1,-1-1,1 1,-1-1,-1-1,1 1,-1-1,0 0,0-1,0 1,-1-1,2-3,-4 5,0-1,0 0,0 0,-1 0,0 0,0 0,0 0,-1 0,0-1,0 1,0 0,-1-1,0 1,-1-1,1 1,-1-1,0 1,-1 0,0 0,1 0,-2 0,1 0,-1 0,0 0,0 1,-1-1,0 1,0 0,0 0,0 0,-1 1,1 0,-1-1,-1 2,1-1,0 1,-1-1,-1 1,0 1,0 0,0 1,-1-1,1 2,0-1,0 1,-1 0,1 1,0-1,0 2,-1-1,1 1,0 0,0 0,1 1,-1 0,0 0,1 0,0 1,-3 2,-4 3,2 0,-1 0,1 1,1 1,0 0,0 0,1 1,0 0,-4 10,7-11,0 1,0 0,1 0,1 0,0 1,1-1,-1 8,3-16,1 0,-1 1,1-1,0 0,0 0,1 1,-1-1,1 0,0 1,0-1,0 0,1 0,-1 0,1 0,0 0,0-1,1 1,-1 0,1-1,-1 0,1 1,0-1,1 0,0 0,7 3,-1-1,1-1,0 0,0-1,0 0,0 0,0-1,1-1,-1 0,1-1,0 0,-1 0,1-1,-1-1,0 0,1-1,-1 0,0 0,0-1,-1-1,1 0,-1 0,0-1,-1 0,4-3,-9 7,-1 0,1 0,0 0,-1-1,0 0,1 0,-1 0,0 0,-1 0,1 0,0-1,-1 1,0-1,0 0,0 0,0 1,-1-1,1-1,-1 1,0 0,0 0,0 0,-1-1,0 1,0 0,0 0,0-1,-1 1,1 0,-1 0,0-1,0 1,-1 0,1 0,-1 0,0 1,0-1,0 0,-1 1,1-1,-2-1,-5 0,0 0,-1 1,1 0,-1 0,0 1,0 0,0 1,0 0,-1 1,1 0,-1 0,1 1,0 1,-1-1,1 2,0 0,-1 0,1 0,0 1,1 1,-1 0,0 0,1 1,-7 5,12-9,1 1,-1 0,1 0,0 1,-1-1,1 1,0-1,0 1,1 0,-1 0,1 0,-1 0,1 1,0-1,0 1,0-1,1 1,0 0,-1 0,1-1,0 1,1 0,-1 0,1 0,-1 0,1 0,1 0,-1 0,0 0,1 0,0 0,0 0,0 0,0-1,1 1,-1 0,1-1,0 1,0-1,1 0,-1 1,1-1,7 5,0-1,1-1,0 1,0-2,1 1,0-2,0 0,0 0,0-1,1 0,-1-1,1-1,-1 0,1 0,0-1,-1-1,1 0,11-3,-22 4,1-1,0 1,0-1,-1 0,1 0,-1 0,1 0,-1 0,1 0,-1-1,0 1,1-1,-1 1,0-1,0 0,0 0,-1 0,1 0,0 0,-1-1,1 1,-1 0,0-1,0 1,0-1,0 1,0-1,0 0,-1 1,1-1,-1 0,0 0,0 1,0-1,0 0,0 0,-1 1,1-1,-1 0,0 1,1-1,-1 1,-1-2,-2-5,0 0,-1 1,0 0,-1 0,0 0,0 1,0-1,-1 1,0 1,0 0,-1 0,0 0,0 1,0 0,-2 0,9 4,0 0,0 1,0-1,0 0,0 1,0-1,-1 1,1 0,0-1,0 1,-1 0,1 0,0 0,0 0,-1 0,1 0,0 0,0 0,-1 0,1 1,0-1,0 0,-1 1,1-1,0 1,0-1,0 1,0 0,0 0,0-1,0 1,0 0,0 0,0 0,0 0,1 0,-1 0,0 1,-9 49,10-13,3 1,1 0,2-1,6 15,7 53,-1 100,-9 0,-11 86,0-89,2 303,1-506,-1-1,1 1,-1 0,1 0,-1-1,0 1,1 0,-1 0,1 0,-1-1,1 1,-1 0,1 0,-1 0,1 0,-1 0,1 0,-1 0,1 0,-1 0,1 0,-1 1,1-1,-1 0,1 0,-1 0,1 1,-1-1,1 0,-1 0,0 1,1-1,-1 0,1 1,-1-1,0 0,1 1,-1-1,0 1,0-1,1 1,-1-1,0 0,0 1,0-1,1 1,-1-1,0 1,0-1,0 1,0-1,0 1,0-1,0 1,0 0,0-1,0 1,-1-1,1 0,0 1,0-1,11-6,1 1,-1 0,1 0,1 1,-1 1,0 0,1 0,-1 2,1-1,0 2,0-1,-1 2,1 0,6 1,37-1,524-39,-341 37,270-11,19-2,-319 0,110-13,-235 36,-68-5,36 10,-51-14,0 1,0-1,0 1,1 0,-1-1,0 1,0 0,0-1,0 1,0 0,-1 0,1 0,0 0,0 0,-1 0,1 0,0 0,-1 0,1 1,-1-1,1 0,-1 0,0 0,1 1,-1-1,0 0,0 0,0 1,0-1,0 0,0 1,0-1,-1 0,1 0,-1 1,-3 6,-2-2</inkml:trace>
  <inkml:trace contextRef="#ctx0" brushRef="#br3" timeOffset="130651.709">2660 808,'1'183,"-2"-181,1 0,-1 0,1 1,0-1,0 0,0 0,0 1,0-1,1 0,-1 0,0 0,1 1,0-1,0 0,-1 0,1 0,0 0,1 0,-1 0,0 0,1-1,-1 1,1 0,-1-1,1 1,0-1,-1 1,1-1,0 0,0 0,0 0,0 0,0 0,0 0,1 0,-1-1,0 1,0-1,0 0,1 0,-1 0,0 0,0 0,1 0,0 0,2-3,0 1,-1-1,1 0,-1 0,0-1,0 1,0-1,0 0,-1 0,1 0,-1 0,0-1,0 1,-1-1,1 0,-1 0,0 0,0 0,-1 0,0 0,0-1,0 1,0 0,-1-1,0 1,0 0,0-1,-1 1,0 0,0-1,0 1,0 0,-1 0,0 0,0 0,-1 0,0-1,-1 1,0 1,0 0,-1 1,1-1,-1 1,0 0,0 0,0 0,0 0,0 1,-1 0,1 0,-1 1,1-1,-1 1,0 1,0-1,1 1,-1 0,0 0,0 0,1 1,-1 0,0 0,1 1,-1-1,1 1,-1 0,1 1,0-1,0 1,0 0,0 0,1 1,-1 0,1-1,0 2,0-1,0 0,1 1,-2 1,1 4,0 1,1 0,0-1,0 1,1 0,1 0,0 1,1-1,0 0,0 0,1 1,1-1,0 0,0 0,1-1,0 1,1 0,0-1,1 0,0 0,1 0,0-1,1 1,-1-2,2 1,-1-1,1 0,0 0,1-1,0 0,0-1,1 0,-1 0,1-1,1 0,-1-1,0 0,1-1,0 0,9 1,-15-3,1-1,-1 0,0 0,0-1,0 1,1-1,-1 0,0-1,0 1,0-1,0 0,-1 0,1 0,-1-1,1 0,-1 0,0 0,0 0,0-1,0 1,0-1,-1 0,0 0,0 0,0-1,0 1,-1-1,0 0,0 0,0 1,0-1,0-5,1 1,0-1,0-1,-1 1,-1 0,1 0,-2-1,1 1,-2-1,1 1,-2-1,1 1,-1 0,-1 0,0 0,0 0,-1 0,0 1,0-1,-2 1,1 0,-1 0,0 1,-4-4,7 9,0 1,0-1,0 1,0 0,0 0,-1 0,1 1,-1-1,1 1,-1 0,0 0,1 0,-1 0,0 1,0 0,0-1,0 1,1 0,-1 1,0-1,0 1,0 0,1 0,-1 0,0 0,1 1,-1-1,1 1,0 0,-1 0,1 0,-1 1,-5 5,1-1,-1 1,1 0,1 1,0-1,0 2,0-1,1 1,1 0,-3 5,2-1,0 1,1-1,1 1,0 0,1 0,0 0,1 1,1-1,1 11,0-21,0 0,1 0,-1 0,1 0,0 0,1 0,-1 0,1-1,0 1,0-1,0 1,1-1,0 0,0 0,0 0,0 0,0 0,1-1,0 1,-1-1,1 0,1 0,-1 0,0-1,1 0,-1 0,1 0,0 0,-1-1,1 1,2-1,2 0,1 0,-1-1,1 0,-1-1,0 0,1 0,-1-1,0 0,0-1,0 0,0 0,0-1,-1 0,1 0,-1-1,0 0,-1-1,1 0,-1 0,0 0,-1-1,1 0,-1-1,-1 1,1-1,-2 0,1 0,-1-1,0 1,0-1,-1 0,-1 0,1 0,-1-1,-1 1,0 0,0-1,-1 1,0-1,0 1,-2-8,0 10,1-1,-1 1,0-1,-1 1,0 0,0-1,-1 2,1-1,-1 0,-1 1,1-1,-1 1,0 1,-1-1,0 1,1 0,-2 0,1 0,0 1,-1 0,0 0,0 1,0 0,-5-1,8 3,0 1,0 0,0 1,0-1,0 1,0 0,0 0,0 0,0 0,0 1,1-1,-1 1,0 0,1 0,0 1,-1-1,1 1,0-1,0 1,0 0,1 0,-1 0,1 1,-2 2,-43 89,44-86,-1 0,1 0,0 0,1 0,0 0,1 1,0-1,0 0,1 1,0-1,1 1,0-1,0 0,1 1,0-1,2 2,-3-9,0 0,0-1,0 1,0 0,1-1,-1 1,0-1,1 0,0 1,-1-1,1 0,0 0,-1 0,1 0,0 0,0 0,0-1,0 1,0 0,0-1,0 0,0 1,0-1,0 0,0 0,0 0,0-1,0 1,0 0,0-1,0 1,0-1,0 0,0 1,1-2,59-43,-52 33,0 0,-2-1,1 0,-2-1,0 0,0 0,-1 0,-1-1,-1 1,0-1,0 0,-2-1,0 1,-1-1,0 1,-1-1,-1 1,0 0,-1-1,-3-7,-31-42,35 64,0-1,-1 0,1 1,-1 0,0-1,1 1,-1 0,0 0,0 0,0 0,1 0,-1 0,0 1,0-1,-1 0,1 1,0 0,0-1,0 1,0 0,0 0,0 0,0 1,0-1,0 0,0 1,-1 0,1-1,1 1,-1 0,0 0,0 0,-1 1,-2 3,1 1,0 0,0 1,1-1,0 1,0-1,0 1,1 0,0 0,0 0,1 1,0-1,0 0,1 0,-1 1,2-1,-1 0,1 0,0 1,1-1,-1 0,3 5,7 30,1 0,3-1,12 24,26 78,-33-52,-4 2,-4 0,-4 0,-3 67,6 81,-6-186,49 789,-40-136,25 85,-30-68,9 56,43-107,-59-659,15 239,-14 202,-5-257,19 384,9-174,9-208,-34-35,-24-24,23-143,1 1,-1 0,0 0,0-1,1 1,-1 0,1 0,-1-1,0 1,1 0,-1 0,0 0,1 0,-1-1,1 1,-1 0,1 0,-1 0,0 0,1 0,-1 0,1 0,-1 0,0 0,1 0,-1 1,1-1,-1 0,0 0,1 0,-1 0,1 1,-1-1,0 0,1 0,-1 1,0-1,1 0,-1 0,0 1,0-1,1 0,-1 1,0-1,0 1,0-1,1 0,-1 1,0-1,0 1,0-1,0 0,0 1,0-1,0 1,0-1,0 1,0-1,0 0,0 1,0-1,0 1,0-1,9-5,9 0,-1 0,2 1,-1 1,0 1,1 0,-1 2,1 0,9 2,6-2,319 14,456-24,-386 8,217-9,-244-2,12 17,252-13,-9-1,-314 8,323-25,-33 27,-154-35,-64 1,-77 23,306-43,234 55,-722 31,68 3,-62-35,-83 29,-71-28</inkml:trace>
  <inkml:trace contextRef="#ctx0" brushRef="#br0" timeOffset="138570.416">17432 8148,'212'10,"44"-5,305 13,-437-8,45 3,128-8,-89-30,-169 12,-39 13,1 0,-1-1,1 1,0 0,-1-1,1 1,-1-1,1 1,-1-1,1 1,-1-1,0 1,1-1,-1 0,0 1,1-1,-1 1,0-1,0 0,1 1,-1-1,0 0,0 1,0-1,0 0,0 1,0-1,0 0,0 1,0-1,0 0,0 1,-1-1,1 0,0 1,0-1,-1 0,1 1,0-1,-1 1,1-1,-1 1,1-1,-1 1,1-1,-1 1,1-1,-1 1,1-1,-1 1,0 0,-5-6,0 0,0 0,0-1,1 0,0 0,1 0,-1 0,1-1,1 1,-1-1,1 0,-1-7,-3-26,2 1,2-1,1 0,3-25,0 21,-1-80,3-87,-10-1,-26-153,31 352,-22-131,7 0,4-65,16-203,1 365,2 0,2 0,7-19,-4 25,-3-1,-1 0,-2-1,-2-18,11-64,-10 111,-1 0,-1 0,0 0,-1 0,-1-1,0 1,-1 0,-1 0,0 0,-2-3,-1-124,5 141,0 0,0-1,0 1,0-1,0 1,0-1,0 1,1 0,-1-1,0 1,1-1,-1 1,1 0,0 0,-1-1,1 1,0 0,0 0,0 0,0 0,0 0,0 0,0 0,0 0,0 0,0 0,1 1,-1-1,0 0,1 1,-1-1,0 1,1-1,-1 1,1 0,-1 0,0 0,1 0,-1 0,1 0,249-20,619-54,-589 46,177-18,-394 31,-64 15,1 0,-1 0,1 0,-1 0,1 0,-1-1,1 1,-1 0,0 0,1-1,-1 1,1 0,-1-1,0 1,1 0,-1-1,0 1,1 0,-1-1,0 1,0-1,1 1,-1 0,0-1,0 1,0-1,0 1,0-1,1 1,-1-1,0 1,0-1,0 1,0-1,0 1,-1-1,1 1,0 0,0-1,0 1,0-1,0 1,-1-1,1 1,0-1,0 1,-1 0,1-1,0 1,0 0,-1-1,1 1,-1 0,1-1,-1 1,-12-10</inkml:trace>
  <inkml:trace contextRef="#ctx0" brushRef="#br0" timeOffset="139612.103">18556 4298,'9'4,"-1"-1,1 1,0-1,0-1,0 0,0 0,0-1,0 0,0 0,1-1,-1 0,8 0,637 3,444 11,-904-8,-35 1,0-8,18-8,-108 3,-77 1,0-1</inkml:trace>
  <inkml:trace contextRef="#ctx0" brushRef="#br0" timeOffset="139996.531">21256 3656,'31'254,"-23"63,-24 212,1-181,13-277,2 0,4-1,3 1,3-1,3-1,15 45,-10-56,-26-65,-2-10</inkml:trace>
  <inkml:trace contextRef="#ctx0" brushRef="#br0" timeOffset="140553.448">21096 3950,'2'-19,"1"0,1 0,1 0,0 0,2 1,1-4,-5 16,0 0,0 1,1-1,0 1,0 0,0-1,0 2,1-1,0 0,0 1,0 0,0 0,1 1,-1 0,1-1,0 2,0-1,0 1,0 0,2 0,20-1,1 1,-1 2,1 0,0 2,-1 2,0 0,0 2,0 1,-1 1,0 1,0 2,2 2,41 16,-1 2,-2 4,-1 2,-2 3,-2 3,-2 3,-2 2,-2 3,20 25,-53-51,-1 0,-1 1,-2 2,0 0,-2 1,-1 0,-2 2,0 0,-2 0,-2 1,-1 0,-1 1,-2 0,-1 0,-2 1,-1 0,-1-1,-5 33,-6-14,-2 0,-3-1,-2-1,-2 0,-2-1,-3-1,-1-2,-3 0,-1-2,-2-1,-3-1,-1-2,-23 20,21-21,-2-2,-2-2,-1-1,-1-2,-2-2,-1-3,-1-1,-1-2,-2-3,0-1,-1-3,0-2,-2-2,-5-2,-17-11,75 0,-1-1,1 0,-1 1,1-1,0 0,-1 1,1-1,0 0,0 1,-1-1,1 0,0 0,0 1,0-1,0 0,0 0,0 1,0-1,0 0,0 0,0 1,1-1,-1 0,0 0,0 1,1-1,-1 0,0 1,1-1,-1 0,1 1,-1-1,1 1,-1-1,1 1,-1-1,1 1,0-1,-1 1,1-1,0 1,-1 0,1-1,0 1,1-1,12-13</inkml:trace>
  <inkml:trace contextRef="#ctx0" brushRef="#br0" timeOffset="141143.3">22553 4632,'-6'28,"1"0,2 0,0 0,2 1,1-1,2 0,4 25,-4-40,1 1,0-1,2 0,-1 0,1 0,1 0,0-1,1 0,0 0,1-1,1 0,-1 0,2-1,-1 0,1-1,11 8,-8-8,0-1,1 0,-1-1,1-1,1 0,-1-1,1-1,0 0,1-1,-1 0,0-1,1-1,-1-1,1 0,6-1,-10-1,-1 1,0-1,0-1,0 0,0 0,-1-1,1-1,-1 0,0 0,0-1,-1 0,1-1,-1 0,-1 0,1-1,-2 0,1-1,-1 1,0-1,0-1,1-3,-2 0,0-1,0 1,-2-1,1 0,-2-1,0 1,-1 0,0-1,-1 0,0 1,-2-1,0 0,0 1,-1-1,-1 1,0-1,-5-11,4 15,0 1,0 0,-1 0,0 0,-1 0,0 1,-1 0,1 0,-2 0,1 1,-1 0,-1 1,1 0,-1 0,0 1,-1 0,0 0,0 1,0 1,0-1,-1 2,1-1,-8 0,5 2,-1 0,1 1,-1 1,1 0,-1 1,1 0,0 1,-1 1,1 0,0 1,1 0,-1 1,1 0,-1 1,2 0,-1 1,1 0,0 1,0 1,1 0,0 0,1 0,0 1,0 1,1 0,1 0,0 0,0 1,1 0,1 0,-1 2,5-8,0 0,0-1,0 1,1 0,0 0,0 0,1-1,0 1,0 0,0 0,0-1,1 1,0-1,0 1,1-1,-1 0,1 0,0 0,1 0,-1 0,1-1,0 1,0-1,0 0,1 0,-1-1,1 1,40 25</inkml:trace>
  <inkml:trace contextRef="#ctx0" brushRef="#br0" timeOffset="141550.36">23208 4806,'134'-10,"99"6,-137 4,85-1,847 16,-791 7,-206-13,-32-9,1 0,0 0,-1 0,1-1,-1 1,1 0,0 0,-1 0,1 0,0 0,-1 0,1 0,-1 0,1 0,0 0,-1 0,1 0,0 0,-1 1,1-1,-1 0,1 0,0 0,-1 0,1 1,0-1,0 0,-1 0,1 1,0-1,-1 0,1 0,0 1,0-1,0 0,-1 1,1-1,0 0,0 1,0-1,0 0,0 1,-1-1,1 1,0-1,0 0,0 1,0-1,0 1,0-1,0 0,1 1,-1-1,0 0,0 1,0-1,0 0,0 1,1-1,-1 0,0 1,0-1,0 0,1 1,-1-1,0 0,0 0,1 1,-1-1,-24 5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39:48.786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3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1376 337,'0'0,"0"0,0 1,0-1,0 0,0 1,0-1,0 0,0 1,0-1,0 0,0 1,0-1,0 0,0 1,0-1,0 0,0 1,0-1,0 0,0 0,0 1,1-1,-1 0,0 1,0-1,0 0,0 0,1 1,-1-1,0 0,0 0,1 1,-1-1,0 0,1 0,-1 0,0 0,0 0,1 1,-1-1,0 0,1 0,-1 0,0 0,1 0,-1 0,0 0,1 0,-1 0,0 0,1 0,-1 0,0 0,1 0,-1-1,0 1,1 0,-1 0,0 0,0 0,1-1,1 36,1 69,-6 1,-3-1,-14 58,6-85,-2 9,4 1,-1 73,55 143,-40-296,-1 0,1 0,1 0,-1 0,1 0,0 0,0-1,1 1,0-1,0 0,1 0,0-1,0 1,0-1,0 0,1 0,0-1,5 3,3 6,68 67,-76-77,1 0,-1 0,1 0,0-1,0 0,0-1,0 1,0-1,0-1,1 1,-1-1,0 0,2-1,32 3,331 31,286-5,-538-16,97 23,-118-19,1-5,8-4,68 19,-108-14,17 10,-82-22,-1 1,1-1,-1 0,1 0,0-1,-1 1,1 0,0-1,-1 0,1 1,-1-1,1 0,-1 0,0 0,1-1,-1 1,0-1,0 1,0-1,0 0,0 0,0 0,0 0,-1 0,1 0,0-2,34-64,-29 41,-2-1,-1 0,-1 0,-1 0,-1 0,-2 0,-3-20,3 29,-6-104,-1 20,5-1,4 1,5-1,9 9,3 1,6-6,-4 26,-5-1,-2 0,2-62,-13 41,10 82,-4 12</inkml:trace>
  <inkml:trace contextRef="#ctx0" brushRef="#br1" timeOffset="6461.998">227 296,'11'50,"4"85,0-9,-2 113,-41 307,29-178,27-162,-28-202,-1-1,1 0,0 1,0-1,0 0,0 0,0 0,1 0,-1 0,1 1,0-1,0 0,0 0,0-1,1 1,-1 0,1 0,0-1,0 1,0-1,0 1,0-1,0 0,2 2,8 3,-1-1,1 0,0-1,0 0,1-1,-1-1,1 0,0 0,0-1,0-1,0 0,5-1,285 21,-220-7,28 6,0-5,42-3,92-17,-149 0,1 5,88 10,99 18,0-21,-59 4,317-2,-350-11,-63 13,-91-1,0-3,1-1,0-2,0-1,12-3,107-1,-153 0,1-1,-1 0,0 0,0-1,0 0,-1 1,1-2,-1 1,1 0,-1-1,0 0,0 0,-1 0,1-1,-1 1,0-1,0 1,-1-1,1 0,-1 0,0-1,0 1,-1 0,0-1,0 1,0-1,0 1,-1-1,0-4,5-11,11-81,-3 0,-5-1,-5 0,-6-48,2 40,-3-39,4 149,0-1,0 1,0 0,0-1,0 1,-1 0,1 0,-1-1,1 1,-1 0,1 0,-1 0,0 0,1-1,-1 1,0 0,0 0,0 0,0 1,0-1,0 0,0 0,0 0,0 1,0-1,-1 1,0-1,-12 0</inkml:trace>
  <inkml:trace contextRef="#ctx0" brushRef="#br2" timeOffset="36055.904">4144 96,'-17'86,"9"2,5 1,3 25,-25-403,34 191,-8 95,0 0,0-1,1 1,0 0,-1 0,1 0,0 0,0 0,1 1,-1-1,1 1,-1-1,1 1,0 0,0 0,0 0,0 0,0 1,0-1,0 1,1-1,-1 1,1 1,-1-1,1 0,0 1,156 0,322-10,79 2,123-2,-444 11,318 40,-231-20,29-7,29 8,-121 1,-262-23,1 0,-1 0,1 0,-1 0,1 0,-1 1,1-1,-1 1,0 0,1-1,-1 1,0 0,0 1,1-1,-1 0,0 0,0 1,0 0,-1-1,1 1,0 0,-1 0,1 0,-1 0,1 0,-1 0,0 0,0 0,0 0,0 1,0-1,0 0,-1 1,1 2,-2 208,3 42,22 115,13-49,-9-108,-9 0,-9 193,-11-388,-15 86,8-90</inkml:trace>
  <inkml:trace contextRef="#ctx0" brushRef="#br2" timeOffset="37749.895">4078 457,'24'107,"-19"-75,14 129,-4 120,-9-138,1-55,4 0,4-1,13 40,-16-77,33 97,39 40,-80-181,0 0,0 0,0 0,1-1,0 0,0 0,0 0,1-1,0 0,0 0,0 0,0-1,0 0,1 0,-1 0,1-1,0 0,0 0,3-1,9 6,16 1,0-2,0-1,1-1,-1-2,1-2,32-3,-63 3,443-37,-205 35,135 21,-170-7,1232 70,-718-50,-598-27,-90-8,-30-1</inkml:trace>
  <inkml:trace contextRef="#ctx0" brushRef="#br3" timeOffset="80540.579">0 1888,'32'274,"-21"-130,-5 1,-8 0,-5 0,-20 100,23-220,0 49,5-73,1 0,-1 1,0-1,1 0,-1 0,1 0,0 0,-1 0,1 0,0 0,-1 0,1-1,0 1,0-1,0 1,-1-1,1 0,0 1,0-1,0 0,0 0,0-1,0 1,-1 0,1-1,0 1,0-1,0 1,-1-1,1 0,0 0,-1 0,2 0,6-2,58-8,-1 3,1 3,0 2,0 4,65 9,4-3,1074-23,-617-5,1373-9,822 13,-2653 17,533-24,-584 21,-1 4,0 4,45 9,109 6,-221-19,138 16,-153-16,1-1,-1 1,1-1,-1 0,1 1,0-1,-1 0,1 0,-1 0,1 0,0 0,-1 0,1-1,-1 1,1-1,-1 1,1-1,-1 1,1-1,-1 0,0 1,1-1,-1 0,0 0,1 0,-1 0,0-1,0 1,0 0,0 0,0-1,0 1,-1 0,1-1,0 1,-1-1,1 1,-1-1,1 1,-1-1,0 1,0-1,1 1,-1-2,9-38,-1 0,-2 0,-2-1,-1 0,-3-19,0-22,-4 0,-3 0,-4 0,-3 1,-7-11,18 82,0 0,0 1,-1-1,-1 1,0 0,0 0,0 0,-2 1,1 0,-1 0,0 1,-1 0,-1-1,-27-19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1:26.878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1204 1695,'9'-114,"-5"-1,-4 1,-6-1,-6-9,-4-100,9-278,7 490,0-1,0 1,-1-1,-1 1,0 0,0 0,-1 0,-1 0,0 0,-1 1,0-1,-1 1,0 1,0-1,-1 1,-8-8,-110-103,116 114,0 0,-1 0,0 1,0 1,-1 0,1 0,-1 1,0 1,0-1,-1 2,1 0,-1 0,-10 0,14 3,0 0,0 0,-1 0,1 1,1 1,-1-1,0 1,0 1,1-1,0 1,0 1,0-1,0 1,1 0,0 1,0-1,-3 4,-6 9,0 0,1 1,0 0,2 1,-5 12,-27 63,5 2,4 2,-12 61,23-76,-15 58,7 1,6 1,-5 132,27-182,5 1,12 91,0 78,-10-144,16 101,37 282,-5-28,-33-310,-6 0,-8 1,-7 0,-8-1,-6 0,-12 19,-14 20,-15 105,39-97,2-20,-17 51,-86 497,101-612,5 0,4 115,-15 239,22-448,-16 324,-7 141,22 14,4-480,1 0,2 0,2-1,1 1,1-1,2-1,3 8,-7-30,0 0,0-1,1 0,0 0,1-1,-1 1,1-1,1-1,-1 1,1-1,1-1,-1 0,1 0,-1 0,1-1,1 0,-1-1,0 0,1 0,0-1,0-1,-1 1,1-2,0 1,0-1,0-1,0 0,0 0,-1-1,1 0,5-2,5-2,1-1,-1 0,0-1,0-2,-1 0,0 0,-1-2,-1-1,1 0,-2-1,0-1,-1 0,0-1,-1 0,-1-2,6-10,15-28,-2-1,-3-1,-3-1,18-58,-12 25,-4-2,-4-1,-4-1,6-92,1-465,3 407,13-16,-31 195,42-408,-49 417,12-419,-13 255,1-655,36 147,-33 583,24-124,-11 116,0-39,-7 42,7 2,21-62,71-222,-94 378,-3 0,-3-1,-2-1,-2 0,-3-1,-3-14,-5-194,0 246,0 1,-1 0,0 0,-2 0,-1 0,0 1,-1 0,-1 0,-1 1,-1 0,0 0,-2 0,-15-18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1:28.707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39,'9'26,"1"-1,1 0,1 0,1-1,10 12,-17-27,0-1,0 0,1 0,0-1,1 0,-1 0,1 0,1-1,-1-1,1 1,0-1,1-1,-1 0,1 0,-1-1,2 1,-4-3,-1 0,1-1,0 1,-1-1,1-1,-1 1,1-1,-1 0,1-1,-1 1,0-1,1-1,-1 1,0-1,-1 0,1 0,0-1,-1 1,0-1,0-1,0 1,0-1,-1 0,1 0,-1 0,0 0,-1-1,2-3,3-4,-1 0,0-1,-1 0,-1-1,0 1,-1-1,-1 0,0 0,-1 0,0-1,-1-12,-8-2,7 30,0-1,0 1,-1 0,1-1,0 1,-1-1,1 1,0 0,-1-1,1 1,-1 0,1 0,-1-1,1 1,-1 0,1 0,0 0,-1 0,1 0,-1-1,1 1,-1 0,1 0,-1 0,1 0,-1 0,1 0,-1 1,1-1,-1 0,1 0,-1 0,1 0,-1 1,1-1,-1 0,1 0,-1 1,1-1,0 0,-1 1,1-1,0 0,-1 1,1-1,0 1,-1-1,1 0,0 1,0-1,0 1,-1-1,1 1,0-1,0 1,0-1,-7 12,1 0,1 0,0 0,0 0,1 1,1 0,0 0,1 0,0 0,0 4,2-12,-5 74,3 1,4 0,3 0,4-1,4 0,5 12,25 207,-39-281,-2 1,0-1,-2 1,1 0,-2 0,-1-1,0 1,-1-1,-1 1,0-1,-1 0,-1 0,-1-1,-1 0,0 0,-8 12,14-26,0 1,1-1,-1 0,0 0,0 0,0-1,0 1,-1 0,1-1,0 1,-1-1,1 0,-1 0,1 0,-1 0,0 0,1 0,-1-1,0 0,0 1,1-1,-1 0,0 0,0 0,1-1,-1 1,0-1,1 1,-1-1,0 0,1 0,-1 0,1 0,-1-1,1 1,-9-10,2-1,-1 1,1-1,1-1,1 0,-1 0,2 0,0-1,0 0,2 0,0 0,0-1,1-3,-4 0,2 1,0-1,1 0,1 0,0 0,2-1,0 1,1-1,1 1,0 0,2 0,0-1,1 1,1 1,0-1,2-1,1 10,0 0,0 1,1 0,0 0,1 0,0 1,0 1,0 0,1 0,0 1,0 0,0 1,0 1,1-1,0 2,0-1,0 2,11-1,37-4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1:29.401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12,'23'0,"23"0,23-3,14 0,8 0,-3 1,-10 2,-17 2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1:32.353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1 297,'25'-46,"-2"-2,-2-1,-2-1,-2 0,-2-4,-59 213,40-147,1 1,0-1,1 1,1-1,0 1,0-1,2 1,-1 0,2-1,-1 1,2-1,0 0,0 1,1-1,1-1,0 1,0-1,1 0,1 0,6 9,24 12,-1-10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1:31.564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275 1,'-12'16,"-12"21,-9 25,-9 24,-3 23,4 18,5 12,11 5,10-1,13-7,16-12,17-20,14-19,14-20,10-21,4-19,-9-12</inkml:trace>
  <inkml:trace contextRef="#ctx0" brushRef="#br0" timeOffset="278.77">622 509,'12'16,"12"19,14 14,11 14,10 6,3 1,0-2,-3-6,-8-7,-7-10,-10-11,-7-11,-9-9</inkml:trace>
  <inkml:trace contextRef="#ctx0" brushRef="#br0" timeOffset="542.62">1063 549,'-20'14,"-17"18,-12 17,-10 16,-4 13,5 7,9 2,13-3,16-11,10-17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1:30.275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10,'11'-3,"1"1,-1 0,1 1,0 0,0 1,-1 0,1 1,0 0,0 1,-1 0,1 1,-1 1,0-1,0 2,0-1,0 2,-1-1,0 1,0 1,-1 0,3 2,-3 6,0 0,-1 1,0 0,-1 0,-1 0,-1 1,0 0,-1 0,-1 0,-1 1,0-1,-2 1,1-1,-2 1,-1 1,-30 264,32-229,14-58,-4-6,0 0,-1-1,0 0,-1-1,0 0,-1 0,0-1,0-1,1 0,20-41,-2-1,-2-1,-3-1,-3-1,-2-1,-2 0,-2-11,-10 45,-6 23,-21 68,8-8,3 1,2 0,3 1,3 0,0 48,5-97,1 1,-1-1,1 0,1 0,0 0,0 1,1-1,1 0,-1-1,2 1,-1 0,1-1,1 0,0 0,0 0,0 0,1-1,1 0,-1 0,1-1,1 0,-1 0,1 0,0-1,1-1,0 1,1 0,-2-3,-1-1,0 1,1-2,-1 1,1-1,0 0,-1 0,1-1,0 0,0 0,-1-1,1 0,0-1,-1 1,1-1,2-2,21-11</inkml:trace>
  <inkml:trace contextRef="#ctx0" brushRef="#br0" timeOffset="284.96">81 410,'16'0,"21"0,25-4,27-7,25-3,16-4,2 2,-21 2</inkml:trace>
  <inkml:trace contextRef="#ctx0" brushRef="#br0" timeOffset="547.706">964 504,'7'-11,"2"0,0 0,0 0,1 1,0 1,0 0,1 0,1 1,-1 0,1 1,1 0,-1 1,10-2,-20 7,0 0,0 0,0 1,0-1,0 1,0-1,0 1,0 0,0 0,0 0,0 0,0 0,1 0,-1 1,0-1,0 1,0 0,0-1,0 1,0 0,0 0,-1 0,1 0,0 1,0-1,-1 0,1 1,-1-1,1 1,-1-1,0 1,0 0,1 0,-1-1,0 1,-1 0,1 0,0 0,0 0,-1 0,0 0,1 1,-1-1,0 0,0 0,-1 16,0 0,-2 0,0 0,-1 0,-1 0,-1-1,0 0,-2 0,1-1,-2 0,0 0,-7 8,7-9,-98 166,105-176,1-4,-1 0,1 0,0 0,0 0,1 1,-1-1,0 0,0 1,1-1,-1 1,1-1,-1 1,1-1,-1 1,1-1,0 1,0-1,0 1,0-1,0 1,0 0,0-1,0 1,1-1,-1 1,1-1,-1 1,1-1,-1 1,1-1,0 0,0 1,0-1,0 0,0 1,7 0,-1 0,0 0,1-1,0 0,-1 0,1-1,0 0,-1 0,1-1,0 0,-1 0,7 0,184-30,-128 17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1:29.153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7 319,'-1'0,"1"-1,0 1,-1 0,1 0,0-1,-1 1,1 0,0-1,-1 1,1 0,0-1,0 1,-1 0,1-1,0 1,0-1,0 1,-1-1,1 1,0 0,0-1,0 1,0-1,0 1,0-1,0 1,0-1,0 1,0 0,0-1,0 1,0-1,1 1,-1-1,0 1,0 0,0-1,1 1,-1-1,0 1,0 0,1-1,-1 1,0 0,1-1,-1 1,0 0,1 0,-1-1,1 1,-1 0,0 0,1 0,-1 0,1-1,-1 1,1 0,-1 0,0 0,30-12,-18 8,1 0,0 1,-1 0,1 1,0 1,0-1,0 2,0 0,1 1,-1 0,-1 1,1 0,3 2,-14-3,1 0,-1 1,0-1,0 1,0 0,0-1,0 1,0 0,0 0,-1 0,1 0,-1 0,1 1,-1-1,0 0,0 1,0-1,0 1,0-1,-1 1,1-1,-1 1,1 0,-1-1,0 1,0-1,0 1,-1 0,1-1,-1 3,-26 76,26-80,-1 0,1 0,0 0,0 0,0 0,0 1,0-1,0 0,1 1,-1-1,0 1,1-1,-1 1,1-1,-1 1,1-1,0 1,0-1,-1 1,1 0,0-1,1 1,-1-1,0 1,0-1,1 1,-1 0,1-1,-1 1,1-1,-1 0,1 1,0-1,0 1,0-1,0 0,0 0,0 0,0 1,0-1,1 0,-1 0,0 0,1-1,-1 1,0 0,1-1,-1 1,2 0,169-7,-159 5,0 1,0 0,1 1,-1 1,0 0,0 0,9 4,-18-4,-1-1,0 0,0 1,0-1,0 1,0 0,0 0,0 0,0 0,-1 1,0-1,1 1,-1 0,0-1,0 1,0 0,0 0,-1 0,1 0,-1 1,0-1,0 0,0 1,0-1,-1 1,1-1,-1 0,0 1,0-1,0 1,-1 1,-3 11,0 0,-1-1,-1 0,-1 0,0-1,-1 0,0 0,-1 0,0-1,-1-1,-1 0,0 0,-1-1,0 0,-1-1,0-1,-4 3,12-8,0 0,-1 0,1 0,-1-1,0 0,0 0,0-1,0 0,0 0,-1 0,1-1,-1 1,1-2,-1 1,-2-1,-14-4</inkml:trace>
  <inkml:trace contextRef="#ctx0" brushRef="#br0" timeOffset="417.462">729 12,'16'6,"19"4,19-4,21-5,18-4,17-7,11-1,-14 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1:36.305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34 0,'9'21,"12"20,14 14,12 14,12 9,8 8,-2 6,-9 8,-14 9,-25 7,-35 7,-40 10,-43 8,-39 4,6-22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1:32.630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149 442,'0'4,"0"5,0 2,5-1,3-1,1-3</inkml:trace>
  <inkml:trace contextRef="#ctx0" brushRef="#br0" timeOffset="405.135">805 68,'14'18,"13"17,13 17,12 13,11 9,10 3,4 0,0-2,-3-4,-8-8,-13-7,-16-12,-13-10,-12-11</inkml:trace>
  <inkml:trace contextRef="#ctx0" brushRef="#br0" timeOffset="653.738">1473 0,'-20'12,"-19"14,-13 22,-12 23,-9 19,-5 16,-1 8,4-1,12-4,17-13,16-22</inkml:trace>
  <inkml:trace contextRef="#ctx0" brushRef="#br0" timeOffset="960.025">1821 816,'6'6,"1"1,0-1,0 0,0-1,1 0,0 0,0 0,0-1,1 0,0-1,-1 0,1 0,0-1,0 0,0-1,1 0,-1 0,0-1,6 0,-1-1,0 0,0 0,-1-2,1 0,0 0,-1-1,0-1,0 0,0-1,-1 0,0-1,9-6,-17 11,0-1,0 0,-1 0,1 0,0 0,-1 0,0-1,0 0,0 0,0 0,0 0,-1 0,0 0,0 0,0-1,0 1,-1-1,0 0,0 1,0-1,0 0,-1 0,0 0,0 1,0-1,-1 0,1 0,-1 0,0 1,-1-1,0-1,-1 0,-1 1,0-1,-1 1,1 0,-1 0,0 0,0 1,-1 0,1 0,-1 0,0 1,0-1,0 1,0 1,-1-1,1 1,-1 0,1 1,-3-1,-7 0,0-1,-1 2,1 0,-1 1,1 1,0 1,-10 1,-16 7,1 2,0 1,1 3,-15 8,-5 3</inkml:trace>
  <inkml:trace contextRef="#ctx0" brushRef="#br0" timeOffset="2504.111">16 562,'-13'0,"28"0,372-37,-271 32,-235 7,38-3,-1 4,0 4,-52 12,111-14,24-5,-1 0,0 0,0 0,0 0,1 0,-1 0,0 0,0 0,0 0,1 0,-1 0,0 0,0 1,0-1,1 0,-1 0,0 0,0 0,0 0,1 0,-1 0,0 1,0-1,0 0,0 0,0 0,0 0,1 1,-1-1,0 0,0 0,0 0,0 1,0-1,0 0,0 0,0 0,0 1,0-1,0 0,0 0,0 1,0-1,0 0,26 1,356-34,-231 25,-130 7</inkml:trace>
  <inkml:trace contextRef="#ctx0" brushRef="#br0" timeOffset="2991.933">230 227,'-8'33,"13"253,4 41,-6-312,0-30,-2-112,-14-117,1 36,4 112,5 98,0 25,1 0,1 1,2-1,0 0,4 15,0-5,2 0,1 0,2-1,7 15,3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1:54.3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31 0,'7'14,"9"13,11 14,9 11,7 8,4 5,1 1,-3-2,-4-5,-8-8,-6-8,-8-9,-8-10</inkml:trace>
  <inkml:trace contextRef="#ctx0" brushRef="#br0" timeOffset="218.53">366 13,'-21'25,"-15"27,-11 22,-7 17,-1 9,3 1,7-5,11-11,12-18</inkml:trace>
  <inkml:trace contextRef="#ctx0" brushRef="#br0" timeOffset="556.49">566 616,'51'-33,"-33"26,0 0,0 2,1 0,0 1,0 1,0 0,0 2,0 0,7 1,-22 0,0 0,-1 0,1 1,0-1,-1 1,1 0,0 0,-1 0,1 0,-1 0,0 1,1 0,-1 0,0 0,0 0,0 0,0 0,-1 1,1 0,-1-1,1 1,-1 0,0 0,0 0,0 0,-1 1,1-1,-1 1,1-1,-1 3,-1 4,-1 0,0-1,-1 1,0 0,0-1,-1 0,-1 0,1 1,-1-2,-1 1,0 0,0-1,-1 0,0 0,0-1,-7 7,-198 213,205-221,2-2,-1 1,1 0,0 0,0 0,0 0,1 1,0 0,0-1,0 1,1 0,-1 2,3-7,1 1,-1-1,0 1,1-1,0 1,-1-1,1 1,0-1,-1 1,1-1,0 0,0 0,0 1,0-1,0 0,1 0,-1 0,0 0,0 0,1 0,-1 0,0-1,1 1,-1 0,1-1,-1 1,1-1,0 0,-1 1,1-1,-1 0,1 0,0 0,-1 0,1 0,0 0,25 1,-1 0,1-2,0-1,-1-1,1-1,-1-1,2-2,-15 4,72-16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1:53.0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1,'19'38,"-3"-4,1 0,2-2,1 0,8 8,-23-34,-1-1,1 1,0-1,0 0,0-1,1 1,-1-1,1 0,0 0,1-1,-1 1,1-2,-1 1,1-1,0 0,0 0,0 0,0-1,0-1,0 1,0-1,0 0,0 0,1-1,-1 0,0-1,0 1,-1-1,1 0,0-1,-1 0,1 0,-1 0,0-1,0 0,0 0,-1-1,1 1,-1-1,0 0,3-5,-6 8,0 0,0-1,0 0,-1 0,1 1,-1-1,1 0,-1 0,0 0,0-1,-1 1,1 0,0 0,-1 0,0-1,0 1,0 0,0 0,-1 0,1-1,-1 1,1 0,-1 0,0 0,-1 0,1 0,0 0,-1 0,0 0,2 3,-1-1,0 1,1-1,-1 1,0 0,0-1,1 1,-1 0,0-1,0 1,0 0,1 0,-1 0,0 0,0 0,0 0,0 0,1 0,-1 0,0 0,0 0,0 1,1-1,-1 0,0 0,0 1,1-1,-1 1,0-1,0 1,1-1,-1 1,1-1,-1 1,0-1,1 1,-1 0,1-1,-1 1,1 0,0 0,-1-1,1 1,0 0,-1 0,-12 40,6 16,2 0,3 1,3 22,-1-49,34 532,-32-548,-1 1,0-1,-1 0,-1 1,-1-1,0 0,0 0,-2 0,0 0,-1-1,0 1,-1-1,-1 0,0-1,-1 0,0 0,-3 2,9-12,-1-1,1 0,-1 0,0 0,0 0,0-1,0 1,0-1,0 1,0-1,0 0,-1 0,1-1,0 1,-1-1,1 0,0 1,-1-1,1-1,0 1,-1 0,1-1,0 0,-1 0,1 0,0 0,0 0,0-1,0 1,0-1,-2-1,-3-4,-1 1,2-1,-1 0,1-1,0 0,0 0,1 0,0-1,-4-8,0-1,1-1,0 0,1 0,1-1,1 0,1 0,1-1,0 0,2 1,-1-15,4 30,0 0,-1 0,2 0,-1 0,0 0,1 0,0 0,0 0,1 1,-1-1,1 1,0-1,0 1,1 0,-1 0,1 1,0-1,0 1,0 0,0 0,1 0,-1 0,1 1,-1-1,1 1,2 0,16-6,0 1,0 0,1 2,0 1,2 1,44-5,-6 3</inkml:trace>
  <inkml:trace contextRef="#ctx0" brushRef="#br0" timeOffset="451.061">708 964,'9'-8,"1"4,1 1,0 0,0 1,0 0,0 0,1 2,-1-1,0 1,1 1,-1 0,0 0,0 1,0 1,0 0,0 1,0 0,-9-3,1 1,-1-1,1 1,-1 0,0 0,0 0,0 1,0-1,0 0,0 1,-1-1,1 1,-1 0,0-1,0 1,0 0,0 0,0 0,0 0,-1 0,0 0,1-1,-1 1,0 0,0 0,-1 0,1 0,-1 0,1 0,-1 0,0 0,0 0,0 0,0-1,-1 2,-4 7,1 0,-1 0,-1-1,0 0,-1 0,1-1,-2 1,0-1,-16 17,26-25,0 0,-1 0,1 0,0 0,0-1,-1 1,1 0,0 0,0 0,0 0,0-1,0 1,0-1,0 1,0-1,1 1,-1-1,0 1,0-1,0 0,1 0,-1 0,0 1,0-1,0 0,1-1,-1 1,0 0,1 0,3 0,22 4,1 1,-1 2,1 0,-2 2,21 9,-41-15,0-1,-1 1,1 1,0-1,-1 1,0 0,0 0,0 1,-1-1,1 1,-1 0,0 0,0 0,-1 1,1 0,-1-1,-1 1,1 0,-1 1,0-1,0 0,-1 0,0 1,0-1,0 1,-1-1,0 6,-3 1,-1-1,1 0,-2 0,0 0,0 0,-1-1,-1 0,0 0,0 0,-1-1,0 0,-1-1,0 0,-1 0,0-1,0 0,0-1,-1 0,0-1,-1 0,-10 4,19-8,0 0,-1 0,1 0,-1 0,1-1,-1 1,0-1,0 0,1 0,-1-1,0 1,0-1,0 0,0 0,0 0,0 0,0-1,0 0,1 0,-1 0,0 0,-1-1,-11-11</inkml:trace>
  <inkml:trace contextRef="#ctx0" brushRef="#br0" timeOffset="710.995">1243 509,'11'-2,"16"1,14 1,12 3,7 1,6 1,-4 3,-8 3,-13-2</inkml:trace>
  <inkml:trace contextRef="#ctx0" brushRef="#br0" timeOffset="900.454">1350 883,'25'2,"24"-1,27-3,27-4,26-5,-9-1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1:56.4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349 0,'-20'21,"-17"19,-10 25,-6 23,-2 27,5 27,8 26,11 19,18 7,25-5,28-15,30-25,29-26,-3-33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1:58.8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0,'16'0,"21"2,20 1,21 2,18 1,10-2,6-1,0-1,-9 0,-21-2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1:58.0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40,'16'19,"12"14,8 11,8 7,4 4,2 0,0-3,-2-4,-4-7,-6-9,-8-9,-9-9</inkml:trace>
  <inkml:trace contextRef="#ctx0" brushRef="#br0" timeOffset="282.127">335 0,'-14'9,"-8"12,-6 17,-3 12,0 14,1 10,0 6,4 0,3-3,6-16</inkml:trace>
  <inkml:trace contextRef="#ctx0" brushRef="#br0" timeOffset="546.42">709 535,'0'-21,"0"-13,0-8,0-3,2 1,1 6,0 11,2 18,0 19,1 19,0 16,-2 12,0 5,-2 2,-1-7,-1-5,0-12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1:59.86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 9,'-30'57,"29"-56,0 1,1-1,-1 0,1 1,0-1,-1 1,1-1,0 1,0-1,0 1,0-1,0 1,0-1,0 1,1-1,-1 0,0 1,1-1,-1 1,1-1,0 0,-1 1,1-1,0 0,0 0,0 1,0-1,0 0,0 0,0 0,0 0,0 0,1-1,-1 1,0 0,1-1,-1 1,0 0,1-1,0 1,1-1,-1 0,1-1,-1 1,0 0,1-1,-1 0,1 1,-1-1,0 0,0 0,0-1,1 1,-1 0,0-1,0 1,-1-1,1 1,0-1,-1 0,1 0,0 0,-1 0,0 0,0 0,0 0,0-1,0 1,0 0,0-1,0 1,-1 0,0-1,1 1,-1-1,0 1,0-1,0 1,0 0,-1-1,1 1,-1-1,0 1,1 0,-1-1,0 1,0 0,0 0,-1-1,1 1,1 1,-1-1,0 1,0-1,0 0,0 1,0 0,-1-1,1 1,0 0,-1-1,1 1,-1 0,1 0,-1 0,1 0,-1 1,0-1,0 0,1 1,-1-1,0 1,0-1,0 1,1 0,-1 0,0 0,0 0,0 0,0 0,1 1,-1-1,0 0,0 1,0 0,1-1,-1 1,0 0,1 0,-1 0,1 0,-2 1,3-1,-1 0,1 1,-1-1,1 0,0 1,0-1,-1 1,1-1,0 0,0 1,0-1,0 1,1-1,-1 0,0 1,1-1,-1 1,1-1,-1 0,1 0,0 1,-1-1,1 0,0 0,0 0,0 0,0 0,0 0,0 0,0 0,0 0,0 0,0 0,1-1,-1 1,1 0,20 13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2:00.9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31,'14'-3,"20"0,23 1,24-1,21-1,14 0,5-1,-18-1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2:02.4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16,'-1'0,"0"1,0 0,0 0,0 0,0-1,0 1,1 0,-1 0,0 0,1 0,-1 0,0 1,1-1,0 0,-1 0,1 0,0 0,-1 0,1 1,0-1,0 0,0 0,0 1,0-1,0 0,0 0,1 0,-1 1,0-1,1 0,-1 0,1 0,-1 0,1 0,-1 0,1 0,0 0,0 0,-1 0,1 0,0 0,0 0,0-1,0 1,0 0,0-1,0 1,0-1,0 1,1-1,-1 1,0-1,0 0,0 0,0 1,1-1,-1 0,1 0,26 6,0-2,0 0,0-2,1-1,-1-2,17-2,-9 2,1417-25,-1103 9,824-18,-882 46,-287-10,-3-1,0-1,0 1,0 0,0 1,0-1,0 0,0 0,0 1,0 0,0-1,-1 1,1 0,0 0,0 0,0 0,-1 0,1 0,0 0,-1 1,1-1,-1 0,0 1,2 1,-3 6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2:03.0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114 0,'18'12,"15"12,14 18,9 23,8 23,-2 23,-5 23,-14 18,-18 15,-24 11,-29 5,-25 3,-22-3,-17-8,-5-13,1-20,18-34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2:00.1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68,'20'20,"17"17,10 12,7 12,0 5,1 2,-2-1,-2-5,-2-7,-5-10,-5-12,-10-13</inkml:trace>
  <inkml:trace contextRef="#ctx0" brushRef="#br0" timeOffset="264.38">427 0,'-20'18,"-14"20,-8 17,-5 15,-3 12,4 5,5 2,6-6,10-7,9-17</inkml:trace>
  <inkml:trace contextRef="#ctx0" brushRef="#br0" timeOffset="516.75">816 695,'5'7,"2"0,-1-1,1 0,0 0,0-1,1 0,0 0,0-1,0 0,0-1,0 1,1-1,0-1,-1 0,1 0,0-1,0 0,0 0,0-1,0 0,0-1,0 0,0 0,0-1,0 0,-1-1,1 0,-1 0,1-1,-1 0,0 0,-1-1,1 0,-1 0,0-1,0 0,-1 0,1 0,-1-1,-1 0,0-1,0 1,0-1,2-4,-5 8,0 1,0 0,-1-1,1 1,-1 0,0-1,0 0,0 1,0-1,-1 0,1 0,-1 1,0-1,0 0,-1 0,1 1,-1-1,0 0,1 1,-2-1,1 1,0-1,-1 1,0-1,1 1,-1 0,0 0,-1 0,1 0,-1 0,1 0,-1 1,0-1,0 1,-12-3,1 0,0 1,-1 1,0 0,0 1,0 1,0 0,0 1,0 1,0 0,0 1,0 1,0 0,0 1,1 0,-3 2,-11 1,-42 9,7-2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2:11.7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30 117,'-14'-6,"1"-4,11 2,19-4,24-1,19-3,17-2,8 3,1 4,-4 4,-15 7,-19 9,-16 2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2:11.9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1,'14'2,"18"3,19 1,18-1,12 1,6 0,-2-2,-16-1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2:32.05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52 342,'-6'30,"9"122,-5 160,-5-278,-1-234,-19-39,27 238,-1 1,1-1,-1 0,1 0,0 1,-1-1,1 0,0 0,-1 0,1 0,0 0,0 0,0 0,0 1,0-1,0 0,0 0,0 0,0 0,0 0,1 0,-1 0,0 1,1-1,-1 0,0 0,1 0,-1 0,1 1,-1-1,1 0,0 1,-1-1,1 0,0 1,-1-1,1 1,0-1,0 1,-1-1,1 1,0 0,0-1,0 1,0 0,0 0,0-1,-1 1,1 0,0 0,0 0,0 0,0 0,0 0,6 7,0 0,-1 0,0 1,0-1,-1 1,0 1,0-1,-1 1,1 3,6 9,18 36,-8-13,2-2,2-1,23 30,10-21,-56-49,0 0,0 0,0 0,0 0,1 0,-1-1,0 1,0-1,1 1,-1-1,0 0,0 0,1 0,-1 0,0 0,1-1,-1 1,0-1,0 1,1-1,-1 0,0 0,0 0,0 0,0 0,0-1,0 1,-1 0,1-1,0 0,0 0,7-12,-1-1,0 0,-1 0,-1-1,-1 0,0 0,-1-1,0 1,-1-1,-1 1,-1-1,-1 0,0-7,0 20,2-321,-1 310,1 9</inkml:trace>
  <inkml:trace contextRef="#ctx0" brushRef="#br0" timeOffset="456.113">827 395,'-33'41,"1"0,2 2,2 1,2 2,2 0,-2 11,20-40,10-21,16-27,17-40,-2-2,-4 0,-3-3,15-64,-38 119,8 77,102 372,-96-322,-16-85</inkml:trace>
  <inkml:trace contextRef="#ctx0" brushRef="#br0" timeOffset="1139.097">613 582,'115'-18,"-2"-6,0-4,100-40,-212 67,52-11,-52 12,0 0,1 0,-1 1,0-1,1 0,-1 0,0 1,1-1,-1 1,0-1,0 1,0-1,1 1,-1 0,0 0,0-1,0 1,0 0,0 0,0 0,-1 0,1 0,0 0,0 0,-1 1,1-1,-1 0,1 0,-1 1,1-1,-1 0,0 0,1 1,-1-1,0 0,0 1,-6 139,6-129,-1-1,0 1,-1-1,0 1,-1-1,0 0,-1 0,0 0,-1-1,0 1,-1-1,0 0,-4 6,9-16,1 1,-1 0,1-1,-1 1,1-1,-1 1,1 0,-1-1,1 1,-1-1,0 1,1-1,-1 0,0 1,1-1,-1 0,0 1,0-1,1 0,-1 0,0 0,0 0,0 0,1 0,-1 0,0 0,0 0,1 0,-1 0,0 0,0 0,0-1,1 1,-1 0,0-1,1 1,-1 0,0-1,1 1,-1-1,0 1,1-1,-1 1,1-1,-1 1,1-1,-11-37,13 12,0-1,2 1,1 0,1 0,2 0,8-21,8-29,4-20,-28 96,1-1,-1 1,1 0,0-1,-1 1,1 0,0 0,-1 0,1-1,0 1,0 0,-1 0,1 0,0 0,-1 0,1 0,0 1,-1-1,1 0,0 0,-1 0,1 1,0-1,-1 0,1 1,0-1,-1 0,1 1,-1-1,1 1,-1-1,1 1,-1-1,1 1,-1-1,0 1,1 0,-1-1,0 1,1 0,-1-1,0 1,0 0,0-1,1 1,-1 0,0-1,0 1,0 0,0 0,0-1,0 1,-1 0,1-1,0 1,0 0,1 3,10 23,0-1,2-1,0 0,2-1,1 0,1-1,0-1,2-1,1-1,0 0,2-1,0-2,1 0,8 4,-30-20,1 0,-1 0,1 0,-1 0,1 0,-1 0,1 0,0 0,0 0,-1-1,1 1,0-1,0 0,0 1,0-1,-1 0,1 0,0 0,0 0,0 0,0-1,0 1,-1-1,1 1,0-1,0 1,-1-1,1 0,0 0,-1 0,1 0,-1 0,1 0,-1-1,1 1,-1 0,0-1,0 1,0-1,0 1,0-1,0 1,0-1,0-2,2-13,-1 0,-1 0,0 0,-1-1,-1 1,-1 0,0 0,-2 0,0 0,-4-11,4 12,-37-166,40 181,1-1,-1 1,1-1,0 0,0 1,0-1,0 1,0-1,0 1,0-1,0 1,1-1,-1 1,1-1,-1 1,1-1,-1 1,1-1,0 1,0 0,0-1,0 1,0 0,0 0,0 0,0 0,0-1,0 2,1-1,-1 0,0 0,1 0,-1 1,1-1,-1 0,1 1,-1 0,2-1,24 0,2 4</inkml:trace>
  <inkml:trace contextRef="#ctx0" brushRef="#br0" timeOffset="1421.37">1924 248,'-5'18,"-1"15,0 12,1 6,2 4,1 0,1-5,0-9,1-10,0-6,1-9</inkml:trace>
  <inkml:trace contextRef="#ctx0" brushRef="#br0" timeOffset="1703.585">1870 61,'-30'-53,"30"53,0-1,0 1,0 0,0-1,0 1,0 0,0-1,0 1,-1 0,1-1,0 1,0 0,0 0,-1-1,1 1,0 0,0 0,-1-1,1 1,0 0,0 0,-1 0,1-1,0 1,-1 0,1 0,0 0,-1 0,1 0,0 0,-1 0,1 0,0 0,-1 0,1 0,0 0,-1 0,1 0,0 0,-1 0,1 0,0 0,-1 0,1 0,0 1,0-1,-1 0,1 0,0 0,0 1,-1-1,1 0,0 0,0 1,-1-1,1 0,0 0,0 1,0-1,-2 24,10-1,1 0,1-1,1 0,1 0,0-1,2-1,0 0,2-1,0 0,1-1,0-1,11 6,84 78,-63-59,-3 1,-1 3,20 26,-62-69,0-1,0 1,-1 0,1 0,-1 0,0 0,1 0,-1 0,-1 1,1-1,0 1,-1-1,0 1,0 0,0-1,0 1,0 0,-1 0,0 0,0-1,0 1,0 0,0 0,-1 0,0 0,0-1,0 1,0 0,0-1,-1 1,0-1,-1 4,-5-1,0 0,-1 0,1-1,-1 0,0 0,-1-1,1 0,-1-1,1 0,-1-1,-2 0,-80 17,-3-6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2:12.778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329 1955,'-2'7,"6"11,11 12,15 10,13 7,11 5,6 2,-2 2,-3 1,-8 2,-13-1,-12-6,-10-11</inkml:trace>
  <inkml:trace contextRef="#ctx0" brushRef="#br0" timeOffset="266.622">664 1929,'-16'22,"-8"22,-8 19,-9 17,-10 15,-10 10,-9 3,8-17</inkml:trace>
  <inkml:trace contextRef="#ctx0" brushRef="#br0" timeOffset="967.76">997 2517,'192'-34,"-190"33,1 0,0 0,0 1,0-1,0 1,0 0,0 0,-1 0,1 0,0 0,0 1,0-1,0 1,0 0,0 0,-1 0,1 0,0 0,-1 0,1 1,-1 0,0-1,1 1,-1 0,0 0,0 0,0 0,0 1,0-1,-1 0,1 1,-1-1,1 1,-1 0,0-1,0 1,0 0,-1 0,1 0,0-1,-1 1,0 0,0 0,0 0,0 1,-5 10,-1 0,0 0,0-1,-2 0,1 0,-2-1,0 0,0-1,-1 0,-6 6,12-13,-166 180,169-183,0-1,0 0,0 1,-1 0,2-1,-1 1,0 0,0-1,0 1,0 0,0 0,1 0,-1-1,0 1,1 0,-1 0,0 0,1 0,-1 1,1-1,0 0,-1 0,1 0,0 0,0 0,0 0,0 1,0-1,0 0,0 0,0 0,0 0,0 0,1 1,-1-1,0 0,1 0,-1 0,1 0,-1 0,1 0,0 0,-1 0,1 0,0 0,0-1,-1 1,1 0,0 0,0-1,0 1,0-1,0 1,0 0,0-1,0 0,0 1,1-1,-1 0,0 1,0-1,26 1,-1 0,1-2,-1-1,1-1,-1-1,0-1,0-1,3-3,-19 7,59-17</inkml:trace>
  <inkml:trace contextRef="#ctx0" brushRef="#br0" timeOffset="1728.168">1533 2182,'-6'34,"5"-31,0-1,0 0,0 1,0-1,0 1,0-1,1 1,-1-1,1 1,0-1,-1 1,1 0,1-1,-1 1,0-1,0 1,1-1,0 1,-1-1,1 1,0-1,0 1,1-1,-1 0,0 1,1-1,-1 0,1 0,0 0,-1 0,1-1,0 1,0 0,0-1,1 1,0 0,-1-2,1 0,-1 1,0-1,0 0,1 0,-1 0,0 0,1-1,-1 1,0-1,0 1,1-1,-1 0,0 0,0 0,0 0,0 0,0 0,0 0,-1-1,1 1,0-1,0 0,-1 1,1-1,-1 0,0 0,0 0,1 0,-1 0,0 0,-1 0,1 0,0-2,2-2,-2 0,1 0,-1 0,1 0,-2 0,1 0,-1 0,0 0,0 0,0 0,-1 0,-1-6,2 9,-1 1,0-1,0 0,1 1,-1-1,-1 1,1-1,0 1,-1-1,1 1,-1 0,0 0,0 0,1 0,-1 0,-1 0,1 0,0 1,0-1,-1 1,1 0,-1-1,1 1,-1 0,1 0,-1 1,0-1,1 1,-1-1,0 1,0 0,1 0,-1 0,0 0,0 0,1 1,-1-1,0 1,1 0,-1 0,0 0,1 0,-1 0,1 1,0-1,-1 1,1-1,0 1,0 0,-1 1,-11 56,16-27</inkml:trace>
  <inkml:trace contextRef="#ctx0" brushRef="#br0" timeOffset="3918.338">2589 1701,'-5'0,"1"-2,10-3,18-3,21-5,23-2,20 1,16 3,8 4,2 7,-6 8,-21 3</inkml:trace>
  <inkml:trace contextRef="#ctx0" brushRef="#br0" timeOffset="4507.814">4019 2210,'-2'1,"1"0,0 1,0-1,0 1,0-1,0 1,1 0,-1-1,0 1,1 0,-1-1,1 1,-1 0,1 0,0-1,0 1,0 0,0 0,0-1,0 1,1 0,-1 0,0 0,1-1,0 1,-1 0,1-1,0 1,0-1,0 1,0-1,0 1,0-1,0 0,0 1,1-1,-1 0,0 0,1 0,-1 0,1 0,1 1,-1-3,0 0,0 0,0 0,0 0,0 0,0 0,0-1,0 1,-1 0,1-1,0 0,-1 1,1-1,-1 0,0 0,0 0,1 0,-1 0,-1 0,1 0,0 0,0 0,-1 0,1 0,-1-1,0 1,1 0,-1 0,0-1,0 1,-1 0,1 0,0-1,-1 1,0 0,1 0,-1 0,0 0,0 0,0 0,0 0,-1-2,0 3,1 1,0-1,-1 0,1 1,0-1,-1 1,1-1,-1 1,1-1,0 1,-1 0,1 0,-1 0,1 0,-1 0,1 0,-1 0,1 1,-1-1,1 0,0 1,-1-1,1 1,0 0,-1-1,1 1,0 0,0 0,-1 0,1 0,0 0,0 0,0 0,0 0,0 0,1 0,-1 1,0-1,0 0,1 1,-1-1,1 0,-1 1,1-1,0 1,-1-1,1 1,0-1,0 0,0 1,0-1,0 1,1-1,-1 1,0-1,1 1,-1-1,1 1,7 11</inkml:trace>
  <inkml:trace contextRef="#ctx0" brushRef="#br0" timeOffset="5623.799">4567 1715,'7'-3,"16"3,17 0,23 3,18 0,15 1,8-2,-2 3,-9-1,-21 0</inkml:trace>
  <inkml:trace contextRef="#ctx0" brushRef="#br0" timeOffset="7786.946">2254 1300,'126'12,"92"-10,-1-9,93-21,1042-87,-815 71,108 23,-446 22,-171-11,-27 1</inkml:trace>
  <inkml:trace contextRef="#ctx0" brushRef="#br0" timeOffset="4793.567">4580 1902,'7'16,"11"14,15 14,12 10,12 8,10 2,8-1,2-2,-3-4,-7-7,-11-8,-12-9,-14-8,-12-7</inkml:trace>
  <inkml:trace contextRef="#ctx0" brushRef="#br0" timeOffset="5045.347">5115 1982,'-18'5,"-13"8,-8 11,-4 10,0 11,2 10,2 6,6 6,6 4,8-2,7-3,5-13</inkml:trace>
  <inkml:trace contextRef="#ctx0" brushRef="#br0" timeOffset="5322.932">5422 2530,'7'6,"0"0,1-1,0 0,0 0,0-1,0 0,1 0,-1-1,1 0,0-1,0 0,0 0,0-1,0 0,1 0,7-2,-11 2,1-2,-1 1,0-1,1 0,-1 0,0-1,0 1,0-2,0 1,0 0,0-1,0 0,-1-1,0 1,1-1,-1 0,-1 0,1-1,-1 0,1 1,-1-1,-1-1,1 1,0-2,-2 4,-1 0,0 0,0 1,0-1,0 0,0 0,-1 0,1 0,-1 0,0 0,0 0,0-1,0 1,0 0,-1 0,1 0,-1 0,0 0,0 1,0-1,0 0,-1 0,1 1,-1-1,0 0,1 1,-1 0,0-1,-1 1,1 0,0 0,-1 0,1 0,-1 1,1-1,-1 1,0-1,1 1,-1 0,0 0,0 0,-2 0,-10-1,0 0,-1 1,1 1,-1 0,1 1,0 1,-1 0,1 1,0 1,1 0,-1 1,1 1,-4 2,-36 10,29-11</inkml:trace>
  <inkml:trace contextRef="#ctx0" brushRef="#br0" timeOffset="3099.135">2628 1942,'0'16,"7"12,9 10,13 6,13 2,11 2,5 0,3-1,-6-2,-9-2,-10-2,-12-4,-9-8,-8-8</inkml:trace>
  <inkml:trace contextRef="#ctx0" brushRef="#br0" timeOffset="3295.618">3096 1955,'-14'11,"-11"14,-10 10,-6 14,-4 10,3 6,5 3,9 2,10-5,9-5,7-15</inkml:trace>
  <inkml:trace contextRef="#ctx0" brushRef="#br0" timeOffset="3544.963">3417 2410,'5'-16,"1"-10,-1 2,-2 12,-3 15,-3 15,-1 15,0 10,0 5,2-2,1-3,0-7,0-10</inkml:trace>
  <inkml:trace contextRef="#ctx0" brushRef="#br1" timeOffset="18418.341">2040 538,'-11'24,"2"1,1 0,1 0,1 0,1 1,-1 12,5 31,3-1,3 0,2 0,4 0,3 0,13 101,81 671,-44-395,-51-352,3-1,16 44,-22-102,1-1,2 0,2-1,0 0,2-1,2-1,1-1,5 6,-2-6,2-2,1 0,1-2,1 0,1-2,1-2,0 0,2-2,1-2,0-1,1-1,3-1,94 23,2-7,0-5,116 6,76-3,0-14,220-23,-303-2,-1-11,0-10,-3-11,-1-10,-3-10,145-64,-271 87,-2-6,-1-3,-3-6,-3-3,80-63,-143 90,-2-1,-1-1,-2-2,-1-1,-1-2,-3 0,-1-2,-2-1,-1-1,-3-1,-1 0,-2-1,-2-1,-3-1,1-11,0-22,-3 0,-4 0,-3-1,-4 1,-3-1,-4 1,-3 1,-3 0,-4 1,-4 0,-2 1,4 23,-2 1,-2 1,-2 1,-2 2,-3 0,-1 2,-3 2,-1 1,-2 2,-2 2,-2 1,-23-14,-64-33,-3 5,-3 7,-4 5,-2 7,-77-19,36 17,-3 8,-2 8,-2 8,-2 9,0 8,-57 6,-21 11,-1 13,2 11,0 12,-197 51,348-58,1 5,1 5,2 6,-92 46,188-78,1 0,0 2,0 0,1 0,0 2,1 0,0 1,1 0,1 1,0 1,-8 12,19-24,0 0,0 0,1 0,-1 0,1 0,-1 0,1 1,0-1,0 0,1 1,-1-1,1 1,0-1,0 1,0-1,0 1,0-1,1 1,0-1,-1 1,1-1,0 1,1-1,-1 0,1 0,-1 0,1 0,0 0,0 0,1 0,-1-1,0 1,1-1,0 1,-1-1,1 0,0 0,0 0,0-1,0 1,1-1,1 1,32 9,1-4</inkml:trace>
  <inkml:trace contextRef="#ctx0" brushRef="#br1" timeOffset="24317.259">9 2517,'-6'96,"4"0,4 1,5-1,4 0,19 77,11 99,-31-161,-3 1,-6-1,-5 1,-10 51,-23 87,37-198,0-52,0-1,1 1,-1 0,0-1,0 1,0 0,0 0,0-1,1 1,-1 0,0 0,0-1,1 1,-1 0,0 0,0 0,1-1,-1 1,0 0,0 0,1 0,-1 0,0 0,1 0,-1 0,0 0,1-1,-1 1,0 0,1 0,-1 0,0 0,0 1,1-1,-1 0,0 0,1 0,-1 0,0 0,1 0,-1 0,0 1,0-1,1 0,-1 0,0 0,0 1,1-1,-1 0,0 0,0 0,0 1,1-1,-1 0,0 1,0-1,0 0,0 0,0 1,0-1,0 0,0 1,1-1,-1 0,0 1,0-1,0 0,-1 1,12-24,7-72,-15 93,0 0,0 0,0 0,1 1,-1-1,0 1,1-1,-1 1,1 0,0 0,-1 1,1-1,-1 1,1 0,0 0,-1 0,4 1,8-2,433-7,-304 9,-32-1,1052-26,169-41,-130 64,-745-24,219-50,-400 46,269 6,913 28,-1458-3,0 1,1-1,-1 0,1 1,-1-1,1 0,-1 0,1 0,0 0,-1 0,1 0,-1-1,1 1,-1 0,1-1,-1 1,1-1,-1 1,0-1,1 0,-1 0,0 0,1 0,-1 0,0 0,0 0,0 0,0 0,0 0,0-1,0 1,0 0,-1-1,1 1,0 0,-1-1,1 1,-1-1,1 0,-4-149,9-71,0 97,-5 0,-6 0,-5 0,-7-10,12 107,-1 0,0 1,-2 0,-2 0,0 1,-2 0,0 1,-5-5,14 25,1 1,-1 0,-1 0,1 0,0 0,-1 0,0 0,0 1,0 0,0 0,0 0,-1 0,1 1,-1 0,-16-2</inkml:trace>
  <inkml:trace contextRef="#ctx0" brushRef="#br1" timeOffset="25778.597">3458 4468,'-2'79,"-3"0,-4 0,-3-1,-4-1,-8 18,-9 31,42-140,7-34,-3 0,-2-1,5-44,-7 37,56-299,-44 285,-21 69,0 0,0 1,0-1,1 1,-1-1,0 0,0 1,1-1,-1 1,0-1,1 1,-1-1,0 1,1-1,-1 1,1-1,-1 1,1-1,-1 1,1 0,-1-1,1 1,-1 0,1-1,0 1,-1 0,1 0,-1 0,1 0,0-1,-1 1,1 0,0 0,-1 0,1 0,0 1,-1-1,1 0,-1 0,1 0,0 0,-1 1,1-1,-1 0,1 0,-1 1,1-1,0 0,-1 1,0-1,1 1,-1-1,1 1,-1-1,1 1,-1-1,0 1,1-1,-1 1,0 0,19 39,-18-39,94 290,21 50,-103-279,-13-42</inkml:trace>
  <inkml:trace contextRef="#ctx0" brushRef="#br1" timeOffset="26483.629">3351 4790,'81'-5,"0"-3,0-4,56-16,203-63,-335 89,-5 2,1-1,0 0,0 1,-1-1,1 0,0 1,0-1,0 1,-1 0,1-1,0 1,0-1,0 1,0 0,0 0,0 0,0-1,0 1,0 0,0 0,0 0,0 1,0-1,0 0,0 0,0 0,0 1,0-1,-1 0,1 1,0-1,0 1,0-1,0 1,-1 0,1-1,0 1,-1 0,1-1,0 1,-1 0,1 0,-1-1,1 1,-1 0,1 0,-1 0,0 0,1 1,-31 95,3 10,-12 99,39-201,4-17,4-24,5-54,-5 0,-2-78,-4 96,0 90,2 1,0-1,1 0,0-1,2 1,0-1,1 0,0-1,2 0,0 0,0-1,2 0,0-1,0 0,2-1,5 4,-5-2,1 0,1 0,0-1,1-1,0-1,1-1,0 0,1-1,0-1,5 1,-22-9,0-1,0 1,0 0,1-1,-1 1,0-1,0 0,0 0,0 0,0 0,0 0,1 0,-1-1,0 1,0-1,0 1,0-1,0 0,0 0,0 0,0 0,-1 0,1 0,0 0,0-1,-1 1,1-1,-1 1,1-1,-1 0,0 1,0-1,0 0,0 0,0 0,0 0,0 0,-1 0,1 0,0 0,-1 0,0-1,4-24,-2-1,-1 0,-2 0,0 1,-2-1,-1 0,-1 1,-5-15,2 4,-12-87,21 123,-1 0,1 0,0 0,0 0,0 0,0 1,0-1,0 0,0 0,0 1,1-1,-1 1,1-1,-1 1,1 0,0 0,-1 0,1 0,0 0,0 0,0 0,0 0,0 1,0-1,0 1,0-1,0 1,0 0,0 0,0 0,0 0,0 0,0 0,0 1,0-1,0 1,0-1,0 1,0 0,0 0,0-1,1 2,27 6</inkml:trace>
  <inkml:trace contextRef="#ctx0" brushRef="#br1" timeOffset="26745.08">4754 4603,'-2'16,"-3"14,-1 9,0 4,2 5,1 0,4 0,2-5,-1-7,1-7,-1-14,-1-8</inkml:trace>
  <inkml:trace contextRef="#ctx0" brushRef="#br1" timeOffset="26992.523">4741 4642,'-55'-145,"29"105,23 48,6 1,1 0,-1 0,2 0,-1-1,1 0,1 0,-1 0,2-1,-1 1,1-1,2 1,-6-5,36 35,2-2,2-2,1-2,22 10,58 44,-112-77,-6-6,-1 1,1 0,-1 0,0 0,0 0,0 1,-1 0,0 0,0 0,0 1,0-1,-1 1,0 0,0 0,0 1,-4-4,0 1,0-1,0 0,0 0,-1 0,1 0,-1 0,0 0,0 0,0-1,0 1,0-1,-1 1,1-1,-1 0,0 0,1 0,-1 0,0-1,0 1,0-1,0 1,-1-1,1 0,0 0,-1-1,1 1,-2-1,1 2,-85 23,-1-4,-1-3,-5-5,70-9,-98 15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2:57.3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0 228,'3'0,"4"0,11 2,12 1,11 0,11-1,7 0,3-1,3-1,-1 0,-3 0,-6 0,-9 0,-11 0</inkml:trace>
  <inkml:trace contextRef="#ctx0" brushRef="#br0" timeOffset="248.352">81 494,'23'-2,"21"-3,16-1,13 1,4-1,1 0,-4 2,-15 1</inkml:trace>
  <inkml:trace contextRef="#ctx0" brushRef="#br0" timeOffset="515.986">616 0,'6'6,"195"68,-139-51,-1 2,-1 3,-1 2,8 9,-55-31,-1 0,0 1,0 0,-1 0,0 1,-1 0,0 1,-1 0,1 2,-6-8,-1 0,1 0,-1 0,0 0,0 0,-1 1,1-1,-1 1,0-1,-1 1,1-1,-1 1,0-1,-1 1,1 0,-1-1,0 1,0-1,-1 0,0 1,0-1,0 0,-3 5,-9 9,-2-1,1 0,-2-2,-1 1,0-2,0 0,-2-2,0 0,0-1,-1-1,-19 7,-37 20,8-9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2:54.59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1 495,'11'0,"16"-3,14 1,16-1,14 0,14 2,10 0,5 0,-1 3,-4 3,-4 1,-9 2,-8-1,-14 1,-15-1</inkml:trace>
  <inkml:trace contextRef="#ctx0" brushRef="#br0" timeOffset="276.847">95 1016,'22'7,"24"2,23 0,16-2,14-2,6-4,1-3,-6 0,-7-1,-11 1,-12 1,-18 0</inkml:trace>
  <inkml:trace contextRef="#ctx0" brushRef="#br0" timeOffset="763.098">1204 121,'5'59,"15"73,-7 0,-5 0,-6 1,-13 108,-1-118,3-52,3 0,4 1,2-1,8 54,-4-101</inkml:trace>
  <inkml:trace contextRef="#ctx0" brushRef="#br0" timeOffset="1365.251">1151 67,'29'-12,"1"0,0 2,0 2,1 0,1 2,-1 2,1 0,0 3,25 1,-15-2,-1 2,0 2,1 2,-1 2,0 1,-1 2,0 2,0 2,-2 1,1 2,-2 2,0 1,-1 2,27 22,-45-27,-1 1,-1 0,-1 1,-1 1,0 0,-1 1,-1 1,-1 0,-1 0,-1 1,-1 0,-1 1,-1 0,-1 0,3 22,-3 2,-2 0,-2 1,-2-1,-3 1,-1-1,-2 0,-8 22,7-31,-2 0,-1-1,-2 0,-2-2,-1 1,-1-2,-3 0,0-1,-2-1,-2-1,0-1,-2-2,-1 0,-2-1,0-2,-2-1,-22 12,25-19,0-2,-1-1,-1-2,0 0,-1-2,0-2,0 0,-1-3,0 0,-29 0,-1-13,53-1,10-1</inkml:trace>
  <inkml:trace contextRef="#ctx0" brushRef="#br0" timeOffset="2009.537">2247 722,'475'-18,"149"-5,-552 25,-72-2,0 1,0-1,-1 0,1 0,0 0,0 1,0-1,0 0,0 0,-1 0,1 1,0-1,0 0,0 0,0 1,0-1,0 0,0 0,0 1,0-1,0 0,0 0,0 1,0-1,0 0,0 0,0 1,0-1,0 0,1 0,-1 1,0-1,0 0,0 0,0 0,0 1,1-1,-1 0,0 0,0 0,0 0,1 1,-1-1,0 0,0 0,0 0,1 0,-1 0,0 0,0 0,1 0,-1 0,0 0,0 0,1 0,-1 0,0 0,0 0,1 0,-1 0,0 0,0 0,1 0,-1 0,0 0,0 0,1 0,-19 7,-5-3,0-1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2:59.26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0 522,'7'-3,"16"-2,20-3,20-1,19 0,12 1,7 2,-2 2,-7 2,-13 3,-12 1,-13 4,-12 2,-12 2,-12 0</inkml:trace>
  <inkml:trace contextRef="#ctx0" brushRef="#br0" timeOffset="271.27">0 1270,'16'0,"17"-2,18-1,17-2,12-1,9 2,3 0,-5 2,-9 3,-8 2,-9 0,-8-1,-9 0,-12 0</inkml:trace>
  <inkml:trace contextRef="#ctx0" brushRef="#br0" timeOffset="706.044">882 80,'25'163,"5"82,-11 1,-10 159,-9-339,-3 0,-2 0,-3 0,-17 59,24-117,0-1,-1 0,0 0,-1 0,0-1,0 1,0 0,-1-1,0 0,0 0,0 0,-1 0,0-1,0 0,0 0,-5 3,-4-3</inkml:trace>
  <inkml:trace contextRef="#ctx0" brushRef="#br0" timeOffset="1231.585">936 13,'36'-2,"0"2,-1 1,1 2,0 2,-1 0,0 3,0 1,12 6,1-1,-1 3,-1 2,0 1,-2 3,0 2,-2 1,0 3,-2 1,28 28,-53-42,0 0,-2 0,0 1,-1 1,0 0,-2 1,0 0,-1 1,-1 0,-1 0,-1 1,0 0,-2 0,0 0,-2 0,0 1,-1-1,-2 1,0-1,-4 21,-8 14,-2 0,-3-1,-3-1,-2-1,-2-1,-2-1,-2-1,-3-2,-9 9,24-29,-2-2,0 0,-2-1,-1-2,-1 0,0-1,-2-1,-1-1,0-2,-1 0,-1-2,-1-1,-26 10,31-17,0-2,-1-1,1 0,-1-2,0-1,0-1,0-1,1-1,-1-1,0-1,0-2,1 0,0-2,0 0,-20-10,43 16,0 1,0 0,-1-1,1 1,0-1,0 1,0-1,-1 1,1-1,0 0,0 1,0-1,0 0,0 0,0 0,1 0,-1 0,0 0,0 0,1 0,-1 0,1 0,-1-1,1 1,-1 0,1 0,0-1,-1 0,7-8</inkml:trace>
  <inkml:trace contextRef="#ctx0" brushRef="#br0" timeOffset="1681.18">1992 629,'-7'19,"1"1,0 0,2 1,0-1,2 1,0-1,1 1,1 0,1 0,1 0,1-1,1 1,0-1,7 17,-8-31,1 0,-1 0,1 0,0-1,0 1,1-1,-1 0,1 0,1-1,-1 0,0 1,1-2,0 1,0-1,0 0,0 0,1-1,-1 1,1-1,-1-1,1 1,0-1,0-1,-1 1,1-1,0 0,0-1,0 1,-1-1,1-1,0 1,-1-1,1 0,-1-1,1 0,-1 0,0 0,0 0,-1-1,1 0,-1 0,0-1,0 0,0 0,-1 0,1 0,-1-1,3-4,-4 1,1 0,-1 0,-1 0,0 0,0 0,-1 0,0-1,0 1,-1 0,0-1,-1 1,0-1,-1 1,0 0,0 0,-1 0,0 0,0 0,-1 1,-1-1,1 1,-1 0,0 0,-1 1,0 0,0 0,-1 0,0 0,0 1,0 1,-1-1,0 1,0 0,0 1,-1 0,1 0,-1 1,0 0,0 0,0 1,0 0,-1 1,1 0,0 1,-1-1,1 2,-1-1,1 2,0-1,0 1,-1 0,6-1,0 1,0-1,-1 1,1-1,0 1,0 0,1 1,-1-1,0 1,1-1,-1 1,1 0,0 0,0 1,0-1,1 1,-1-1,1 1,0 0,0 0,0 0,0 0,1 0,-1 1,1-1,0 0,1 1,-1-1,1 1,0-1,0 0,0 1,1 3,11 22</inkml:trace>
  <inkml:trace contextRef="#ctx0" brushRef="#br0" timeOffset="2048.302">2380 816,'16'4,"16"2,17 0,18-2,16-1,12-3,8-2,2-2,-3-4,-9 1,-21 0</inkml:trace>
  <inkml:trace contextRef="#ctx0" brushRef="#br0" timeOffset="2529.307">3342 468,'-14'67,"3"0,3 0,3 1,3 0,3 0,3-1,3 1,7 21,-11-70,2 0,0 0,1-1,1 0,0 0,4 5,-8-18,0 0,0 0,1 0,-1-1,1 1,0-1,0 0,0 0,1-1,0 1,-1-1,1 0,0 0,1 0,-1-1,0 0,1 0,-1 0,1-1,0 0,-1 0,7 0,134-17,-92 6,66-7,0 6,65 3,-155 8</inkml:trace>
  <inkml:trace contextRef="#ctx0" brushRef="#br0" timeOffset="2813.47">3382 588,'26'-7,"18"-2,19 1,16 0,13 3,8 2,1 2,-4 0,-10 1,-20 0</inkml:trace>
  <inkml:trace contextRef="#ctx0" brushRef="#br0" timeOffset="3121.113">4251 41,'5'20,"6"23,5 22,5 23,3 17,3 11,-4 6,-4 1,-4-3,-6-7,-5-11,-7-7,-5-13,-1-9,-1-14,1-12,2-16,2-13</inkml:trace>
  <inkml:trace contextRef="#ctx0" brushRef="#br0" timeOffset="3570.848">4224 281,'-2'-23,"-2"1,1 0,2 0,0 0,1 0,1 0,2 0,0 0,2-6,-4 25,0 1,0-1,0 0,1 0,-1 0,1 1,-1-1,1 0,0 1,0 0,0-1,0 1,1 0,-1 0,1 0,-1 1,1-1,-1 0,1 1,0 0,0 0,0 0,0 0,0 0,0 0,0 1,0-1,0 1,0 0,0 0,0 0,0 0,0 1,0-1,0 1,0 0,0 0,2 1,18 6,-1 1,0 1,-1 1,0 1,-1 1,15 13,-21-17,164 117,-6 7,103 106,-240-207,-1 1,-1 2,-2 1,-2 1,-1 1,-2 2,-1 1,-3 1,15 36,-33-63,0 1,-1-1,-1 1,0-1,-1 1,-1-1,0 1,-2 0,1-1,-2 1,0-1,-1 1,0-1,-1 0,-1-1,0 1,-1-1,-1-1,0 1,-1-1,0-1,-1 1,-10 9,-14 8,-2-2,0-1,-2-2,-1-1,0-2,-2-2,-1-2,0-1,-1-2,0-2,-1-3,-1-1,-8-1,-39 8,0-5,-1-4,-60-3,62-13,92 9,-1 0,0 0,1 0,-1 0,0-1,1 1,-1 0,0 0,1 0,-1 0,0-1,1 1,-1 0,0 0,1-1,-1 1,0 0,0-1,1 1,-1 0,0-1,0 1,0 0,0-1,1 1,-1 0,0-1,0 1,0-1,0 1,0 0,0-1,0 1,0-1,0 1,0 0,0-1,0 1,0 0,-1-1,1 1,0-1,0 1,0 0,0-1,-1 1,1 0,0-1,0 1,-1 0,1 0,0-1,0 1,-1 0,1 0,0-1,-1 1,1 0,-1 0,32-13,7 0</inkml:trace>
  <inkml:trace contextRef="#ctx0" brushRef="#br0" timeOffset="4017.315">5455 895,'-4'20,"2"0,0 1,1-1,0 0,2 0,1 0,0 1,1-2,2 1,0 0,1-1,0 0,2 0,0 0,2-1,-1-1,11 13,-17-26,2 1,-1-1,0 0,1 0,0 0,-1 0,2-1,-1 0,0 0,1-1,-1 1,1-1,0 0,-1-1,1 1,0-1,0 0,0-1,0 0,0 0,0 0,0 0,0-1,0 0,0 0,0-1,0 1,-1-2,1 1,0 0,-1-1,0 0,0 0,0-1,0 1,0-1,1-2,2-4,0-1,0-1,-1 1,-1-1,0 0,0-1,-1 0,-1 0,0 0,-1 0,-1 0,0-1,0 1,-1-1,-1 1,-1-4,2 12,0-1,-1 1,0 0,0-1,0 1,-1 0,0 0,0 0,0-1,-1 1,0 0,0 1,0-1,0 0,-1 0,1 1,-1 0,-1-1,1 1,0 0,-1 1,0-1,0 0,0 1,0 0,-1 0,1 1,-1-1,0 1,0 0,0 0,0 0,0 1,0 0,0 0,-4-1,1 3,0 0,1 0,-1 1,0 0,1 0,-1 0,1 1,0 0,0 1,0 0,0 0,1 0,-2 2,5-4,0 0,1 0,-1 0,0 0,1 1,0-1,0 1,0-1,0 1,0 0,0 0,1 0,-1 0,1 0,0 0,0 0,0 1,0-1,1 0,-1 1,1-1,0 0,0 1,0-1,0 0,1 1,-1-1,1 0,0 1,0-1,1 1,12 20</inkml:trace>
  <inkml:trace contextRef="#ctx0" brushRef="#br0" timeOffset="4314.518">6029 1097,'18'-3,"18"-2,18-1,16 1,17 0,11 3,6 0,0 1,-8 1,-13 0,-17 0,-24 1,-24-1,-14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3:14.3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 1,'-3'2,"5"1,5 0,3-1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3:15.9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3,'7'-2,"13"1,17 1,21 1,21 0,19-1,14 1,-13-1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3:16.4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 0,'-2'0,"-1"2,2 1,2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3:17.1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77 90,'0'1,"11"112,-10-110,0 1,1-1,-1 0,0 1,1-1,0 0,0 0,0 0,0 0,0 0,0-1,1 1,-1-1,1 0,0 1,0-1,0 0,0-1,0 1,0 0,0-1,1 0,-1 0,1 0,-1 0,1 0,-1-1,1 1,-1-1,1 0,4-1,0 0,-1 0,1 0,-1-1,1-1,-1 1,0-1,0 0,0-1,0 0,0 0,-1 0,0-1,0 0,0 0,-1 0,1-1,-1 0,0 0,-1 0,0-1,0 0,0 1,-1-1,0 0,0-1,-1 1,0-1,0 1,-1-1,1 1,-2-1,1-5,-2 9,1 0,-1 0,0 0,-1 0,1 0,0 0,-1 0,0 1,0-1,0 1,-1-1,1 1,-1 0,1 0,-1 0,0 0,0 1,-1-1,1 1,0 0,-1-1,0 2,1-1,-1 0,0 1,0 0,-1-1,-6 0,1 0,-1 0,1 1,-1 0,0 1,0 0,1 1,-1 0,1 1,-2 0,-90 28,57-15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3:17.51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0,'22'0,"22"0,17 3,14 0,9 2,6 0,-3-1,-15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3:19.2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14,'79'12,"-61"-11,676 0,-36-17,73 5,-578 11,-153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3:16.6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0,'16'16,"15"15,10 12,10 9,6 7,2 2,0-2,-3-2,-7-6,-7-8,-6-8,-7-10,-8-10</inkml:trace>
  <inkml:trace contextRef="#ctx0" brushRef="#br0" timeOffset="172.516">522 14,'-16'7,"-12"9,-8 11,-7 12,-3 13,2 9,3 6,10 2,9 0,9-4,6-13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3:15.2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1,'23'13,"16"14,14 14,8 11,3 9,-2 4,-5 1,-8-2,-10-5,-11-6,-8-9,-9-13</inkml:trace>
  <inkml:trace contextRef="#ctx0" brushRef="#br0" timeOffset="263.105">321 41,'-14'14,"-8"15,-4 17,1 14,5 9,5 5,6 0,4-1,3-14</inkml:trace>
  <inkml:trace contextRef="#ctx0" brushRef="#br0" timeOffset="447.974">749 563,'9'-16,"5"-15,3-8,1-2,-4 1,-3 12,-6 17,-6 20,-3 18,-1 13,1 9,1 2,3-2,3-5,3-8,-2-10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3:13.0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0,'7'14,"9"15,11 13,10 8,10 6,8 4,5 2,0 0,-3-1,-4-3,-9-4,-12-6,-12-7,-10-9,-9-9</inkml:trace>
  <inkml:trace contextRef="#ctx0" brushRef="#br0" timeOffset="247.948">389 67,'-11'20,"-11"19,-11 18,-10 18,-11 12,-6 6,-2 3,4-5,12-18</inkml:trace>
  <inkml:trace contextRef="#ctx0" brushRef="#br0" timeOffset="702.813">576 549,'31'-9,"0"1,1 2,0 1,0 2,0 1,2 1,-29 1,0-1,0 0,0 1,1 0,-1 1,0-1,0 1,1 0,-1 0,0 0,0 1,0 0,-1 0,1 0,0 0,-1 1,1 0,-1 0,0 0,0 0,0 1,0 0,-1 0,1 0,-1 0,0 0,0 1,-1-1,1 1,-1 0,0 0,-3 4,0-1,-1 1,0 0,0 0,-1-1,0 1,0-1,-1 0,0 0,0 0,-1 0,0-1,-1 0,0 0,0 0,-4 3,-23 24,-1-1,-1-2,-17 10,-23 21,74-61,-1-1,1 0,0 1,0-1,0 0,0 1,0-1,0 1,0 0,0-1,0 1,0 0,0 0,0 0,1 0,-1-1,0 1,0 0,1 0,-1 0,1 0,-1 1,1-1,-1 0,1 0,0 0,-1 0,1 0,0 1,0-1,0 0,0 0,0 0,0 1,0-1,1 0,-1 0,0 0,0 0,1 1,-1-1,1 0,-1 0,1 0,0 0,-1 0,1 0,0 0,0-1,0 1,-1 0,1 0,1 0,10 2,1 0,0-1,0-1,0 0,0 0,0-1,0-1,0 0,7-2,-2 1,60-8,-2-1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3:10.6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1,'41'100,"-23"-51,2-1,2-1,2-1,2-1,2-1,10 10,-37-50,2 0,-1-1,0 1,1-1,-1 0,1 0,0 1,0-2,1 1,-1 0,0-1,1 1,0-1,-1 0,1 0,0-1,0 1,0-1,0 0,0 0,0 0,1 0,-1-1,0 0,0 0,1 0,-1 0,0-1,0 1,2-2,2-5,0 0,-1 0,0-1,0 0,-1-1,0 0,-1 1,0-2,0 1,-1-1,0 1,-1-1,0 0,0-2,3-9,-1-1,0 0,-2 0,-1 0,0 0,-2 0,-5 2,-5 33,5 18,1 0,1 0,2 1,1-1,1 0,4 17,11 75,6 0,7 7,25 139,-45-223,-2 0,-2 1,-2 0,-2 0,-3-1,-1 1,-2 0,-3-1,-7 23,14-63,0 0,-1 0,1 0,-2 0,1-1,0 1,-1-1,0 1,-1-1,1 0,-1 0,0-1,0 1,0-1,-1 0,1 0,-1 0,0-1,0 1,0-1,-1-1,1 1,-1-1,0 0,1 0,-1 0,0-1,0 0,-1 0,-2-3,0-1,0 0,1-1,-1 0,1 0,0-1,0 0,0 0,1-1,0 0,0-1,0 1,1-1,0 0,-1-3,-22-26,2-1,2-2,2 0,1-2,2 0,2-1,-1-8,19 50,-4-8,0 0,0 0,0 0,1 0,1-1,-1 1,1-1,1 1,-1-1,2 0,-1 0,1 0,0 1,1-1,0 0,1 0,0 1,0-1,0 1,1-1,1 1,1-4,6 2,0 1,1 0,0 1,0 0,1 0,0 2,0 0,0 0,1 1,0 1,11-3,-24 7,66-19</inkml:trace>
  <inkml:trace contextRef="#ctx0" brushRef="#br0" timeOffset="1637.15">762 1325,'25'-10,"-1"1,2 1,-1 2,1 0,0 2,0 1,2 1,-19 1,0 1,-1 0,1 1,0 0,-1 0,1 1,0 0,-1 0,0 1,0 0,0 1,-5-3,0 1,0 0,0 0,0 0,-1 0,1 0,-1 0,0 1,1-1,-1 1,0 0,-1-1,1 1,0 0,-1 0,1 0,-1 0,0 1,0-1,0 0,-1 0,1 1,-1-1,0 0,0 1,0-1,0 0,-1 1,0 2,-1 3,-1-1,0 1,0-1,-1 0,0 0,0-1,-1 1,0-1,-1 0,1 0,-1-1,-1 1,-17 22,24-29,0 1,-1-1,1 0,0 1,-1-1,1 0,0 1,0-1,0 1,-1-1,1 0,0 1,0-1,0 1,0-1,0 1,0-1,0 1,0-1,0 1,0-1,0 0,0 1,0-1,0 1,0-1,0 1,0-1,0 0,1 1,-1-1,0 1,0-1,1 0,-1 1,0-1,1 0,-1 1,0-1,1 0,-1 1,0-1,1 0,-1 0,0 1,1-1,-1 0,1 0,-1 0,1 0,-1 0,0 0,1 1,0-1,32 4,-23-3,-2-2,0 2,0-1,0 1,0 0,0 1,0 0,-1 0,1 1,-1 0,1 0,-1 1,0 0,0 0,0 0,-1 1,0 0,0 1,0-1,0 1,-1 0,0 0,0 1,-1 0,0 0,0 0,0 0,-1 0,0 1,-1 0,2 5,-3-7,-1-1,0 1,1-1,-2 1,1-1,-1 1,0-1,0 0,0 0,-1 1,0-1,0 0,0 0,0 0,-1-1,0 1,0 0,0-1,-1 0,1 0,-1 0,0 0,0-1,-1 1,1-1,-1 0,1 0,-1-1,0 1,0-1,0 0,0-1,-1 1,1-1,0 0,-1 0,1-1,-1 0,-1 0,-17-7</inkml:trace>
  <inkml:trace contextRef="#ctx0" brushRef="#br0" timeOffset="1907.889">1324 656,'16'-3,"14"0,9 0,7 1,3 1,1 2,0 4,-5 3,-5 2,-9 0</inkml:trace>
  <inkml:trace contextRef="#ctx0" brushRef="#br0" timeOffset="2184.151">1511 923,'9'5,"17"1,19-3,19-6,14-5,-7-1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4:11.4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9 268,'-3'-20,"0"-1,1 0,1 1,1-1,1 0,1 0,0 0,2 1,2-6,-6 24,1-1,0 0,-1 1,1-1,0 1,0-1,1 1,-1 0,0-1,1 1,0 0,-1 0,1 0,0 0,0 0,0 0,0 1,1-1,-1 1,0-1,1 1,-1 0,1 0,-1 0,1 0,-1 1,1-1,0 0,-1 1,1 0,0 0,-1 0,1 0,0 0,-1 0,1 1,0 0,-1-1,1 1,0 0,-1 0,0 0,1 0,-1 1,0-1,3 2,4 5,0-1,0 2,0-1,-1 1,0 1,-1 0,0 0,-1 0,0 0,0 1,-1 0,0 1,-1-1,-1 1,0-1,1 8,-3-18,-1 0,1 1,-1-1,0 0,1 1,-1-1,0 0,0 1,0-1,0 0,0 1,0-1,0 0,-1 1,1-1,0 0,-1 1,1-1,-1 0,1 0,-1 1,0-1,0 0,1 0,-1 0,0 0,0 0,0 0,0 0,0 0,0-1,0 1,-1 0,1 0,0-1,0 1,0-1,-1 1,1-1,0 0,-1 1,1-1,0 0,-1 0,1 0,0 0,-1 0,1 0,-1 0,1-1,0 1,-1-1,-3 0,0-1,0 0,0 0,1-1,-1 0,1 0,-1 0,1 0,0 0,0-1,1 0,-1 0,1 0,0 0,0 0,0-1,0 0,1 1,0-1,0 0,0 0,0-1,2 5,0-1,1 1,-1 0,0 0,0-1,1 1,-1 0,1 0,-1-1,1 1,0 0,-1 0,1 0,0 0,0 0,0 0,0 0,0 0,0 0,0 0,0 1,0-1,0 0,0 1,0-1,1 1,-1-1,0 1,0-1,1 1,-1 0,0 0,1 0,-1-1,51-2,-48 3,123 11,-98-7,-1 0,0-2,1-1,-1-2,0 0,1-2,18-5,-41 6,0 0,0 0,0-1,0 0,-1 0,1 0,-1-1,0 1,0-1,0-1,0 1,-4 3,0 0,0-1,0 1,0 0,0-1,0 1,0 0,-1-1,1 1,-1-1,1 1,-1-1,1 1,-1-1,0 0,1 1,-1-1,0 1,0-1,0 0,-1 1,1-1,0 1,-1-1,1 0,-1 1,1-1,-1 1,0 0,1-1,-1 1,0-1,0 1,0 0,0 0,0 0,0-1,-1 1,1 0,0 0,-1 1,1-1,0 0,-2 0,-4-4,-1 1,1 1,-1-1,0 2,1-1,-1 1,-1 0,1 0,0 1,0 0,0 1,-1 0,1 0,0 0,-1 1,1 1,0-1,-4 3,9-3,1 0,-1 0,1 1,-1-1,1 1,0-1,0 1,-1 0,1 0,0 0,1 0,-1 1,0-1,1 0,-1 1,1-1,0 1,0 0,0-1,0 1,0 0,0-1,1 1,-1 0,1 0,0 0,0 0,0-1,0 1,1 0,-1 0,1 0,0-1,-1 1,1 0,0-1,1 1,-1 0,0-1,1 0,-1 1,1-1,11 11,1-1,0-1,0 0,1-1,0 0,1-1,0-1,0-1,1 0,0-1,0-1,1 0,-1-2,17 2,192 26,-117-23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4:12.22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72 377,'-2'45,"2"1,2 0,2-1,2 0,1 0,4 2,-4-10,-2-7,13 55,-5 1,-3 0,-4 0,-4 6,-2-84,1 1,-1 0,-1 0,1 0,-1 0,-1 0,1-1,-2 1,1-1,-1 1,0-1,-1 0,0 0,-4 6,7-13,-1-1,0 1,1-1,-1 0,1 1,-1-1,0 0,1 0,-1 0,0 0,1 0,-1 0,1-1,-1 1,0-1,1 1,-1-1,1 1,-1-1,1 0,-1 0,1 1,0-1,-1 0,1-1,0 1,0 0,0 0,0 0,0-1,0 1,0 0,0-1,0 1,1-1,-1 1,1-1,-1 1,1-1,-1 0,1 1,0-1,0 1,0-1,0 0,-16-46,3 0,2 0,2-1,2 0,0-45,-4-202,11 296,-1-5,0 1,0-1,1 1,0-1,0 1,0-1,0 1,1-1,0 1,0 0,0-1,0 1,1 0,-1 0,1 0,0 0,0 0,1 0,-1 0,1 1,0-1,0 1,0 0,0 0,1 0,-1 0,1 0,0 1,2-1,3 2,1 1,0 0,-1 1,1 0,-1 1,1 0,-1 0,1 1,-1 0,0 1,0 0,-1 0,1 1,7 5,-7-4,0-1,0 1,-1 1,0 0,0 0,-1 0,0 1,0 0,1 4,-6-10,-1 0,1 0,-1 0,0 1,0-1,0 0,0 1,0-1,-1 1,1-1,-1 1,1-1,-1 1,0 0,0-1,0 1,-1-1,1 1,0-1,-1 1,0-1,1 1,-1-1,0 1,-1-1,1 0,0 0,0 1,-1-1,0 0,1 0,-1 0,0-1,0 1,0 0,0-1,0 1,0-1,-2 1,0 1,0 0,-1 0,1 0,-1-1,1 0,-1 0,0 0,0-1,1 1,-1-1,0 0,0-1,-1 1,1-1,0 0,0 0,0-1,0 1,0-1,0 0,0-1,0 1,1-1,-1 0,0 0,1 0,-1-1,1 0,0 0,0 0,-2-2,5 4,0-1,0 1,0 0,0-1,0 1,1-1,-1 1,0-1,1 1,-1-1,1 0,0 1,-1-1,1 0,0 1,0-1,0 0,0 1,1-1,-1 0,0 1,1-1,-1 1,1-1,-1 0,1 1,0-1,0 1,0 0,0-1,0 1,0 0,0-1,0 1,0 0,0 0,1 0,-1 0,1 0,-1 0,0 0,1 1,0-1,71-23,-61 24,0 1,0 0,0 1,-1 1,1-1,-1 2,1 0,-1 0,-1 1,1 0,0 1,-1 0,0 0,-1 1,0 1,0 0,0 0,-1 0,0 1,3 5,7 4,-15-15,0 1,-1-1,1 0,1 0,-1 0,0 0,1-1,0 1,-1-1,1 0,0 0,0-1,0 1,0-1,0 0,1 0,-1 0,0 0,1-1,-1 0,0 1,1-2,-1 1,0 0,1-1,-1 0,0 0,0 0,0-1,0 1,0-1,4-2,-3 1,0-1,0 0,0 0,-1 0,1-1,-1 1,0-1,0 0,-1 0,1 0,-1-1,0 1,-1-1,1 0,-1 0,0 0,-1 0,1 0,-1 0,0 0,-1-1,1 1,-1 0,-1-1,1 1,-1 0,0 0,-1 0,-1-6,1 8,-1 0,0 0,0 0,0 1,0-1,0 1,-1 0,1 0,-1 0,0 0,0 0,0 1,-1 0,1 0,0 0,-1 0,1 1,-1 0,0 0,1 0,-1 0,0 1,0 0,1 0,-1 0,0 0,0 1,1 0,-1 0,0 0,1 1,-1-1,1 1,0 0,-1 0,1 1,0-1,0 1,1 0,-1 0,1 0,-1 1,1-1,0 1,0 0,-1 2,-7 19,5-2</inkml:trace>
  <inkml:trace contextRef="#ctx0" brushRef="#br0" timeOffset="803.684">968 671,'-10'-7,"-1"0,1 1,-1 1,0-1,0 2,-1-1,1 2,-1 0,0 0,0 1,0 0,0 1,0 0,0 1,-1 1,1 0,0 0,0 1,0 1,-10 3,19-5,-1 0,1 0,0 1,0-1,0 1,0-1,0 1,0 0,1 0,-1 0,0 1,1-1,0 1,0-1,-1 1,2 0,-1 0,0-1,0 2,1-1,0 0,-1 0,1 0,1 0,-1 1,0-1,1 1,-1-1,1 0,0 1,0-1,1 1,-1-1,1 0,-1 1,1-1,0 0,0 0,1 0,-1 1,1-1,-1 0,3 2,5 1,0-1,1 0,-1 0,1-1,0-1,1 1,-1-1,0-1,1 0,0-1,-1 0,1 0,0-1,0-1,4 0,7-1,-1-2,0 0,-1-1,1-1,-1-1,18-8,-39 16,1-1,-1 1,1-1,-1 1,1 0,-1-1,1 1,-1 0,1 0,0-1,0 1,-1 0,1 0,0-1,0 1,0 0,0 0,0 0,0-1,0 1,0 0,0 0,0-1,0 1,1 0,-1 0,0-1,0 1,1 0,-1 0,1-1,-1 1,1 0,-1-1,1 1,-1-1,1 1,-1-1,1 1,0-1,-1 1,1-1,0 1,-1-1,1 0,0 1,0-1,-1 0,1 0,0 0,0 1,-1-1,1 0,0 0,0 0,0 0,-1 0,1-1,0 1,0 0,-1 0,1 0,0-1,0 1,-1 0,1-1,0 1,-1-1,1 1,0-1,-2 4,-1 0,1-1,1 1,-1 0,0-1,1 1,-1 0,1 0,0 0,0-1,0 1,0 0,0 0,1 0,-1 0,1-1,0 1,0 0,0-1,0 1,0-1,1 1,-1-1,1 1,0-1,-1 0,1 0,0 0,0 0,0 0,1 0,-1 0,0-1,1 1,1 0,4-2,0 0,0-1,0 0,0 0,0-1,-1 0,1 0,0-1,-1 0,0 0,0-1,0 0,0 0,0-1,-1 0,0 0,6-5,6-6,-1-1,0-1,-1 0,-1-1,0 0,-2-1,0-1,-2 0,0-1,-1 0,-2-1,0 0,4-20,1-18,-3 0,-2 0,-3-1,-3-51,-10-1,-6 81,13 33,1-1,-1 1,0 0,0-1,1 1,-1 0,0 0,0 0,0 0,1 0,-1 0,0 0,0 0,0 0,1 0,-1 0,0 0,0 1,1-1,-1 0,0 0,0 1,1-1,-1 1,0-1,1 1,-1-1,0 1,1-1,-1 1,1-1,-1 1,1 0,-1-1,1 1,0 0,-1-1,1 1,0 0,-1 0,1 0,-10 16,1 0,1 1,0 0,1 1,1 0,-3 17,4-18,-7 19,2 0,2 1,1-1,2 1,1 1,2-1,2 1,2-1,1 0,2 0,2 6,-4-33,0-1,0 0,0 1,1-1,1-1,0 1,0-1,1 0,0 0,1 0,0-1,0 0,0 0,1-1,1 0,-1-1,1 1,0-1,0-1,1 0,0 0,-1-1,2-1,-1 1,1-1,-7-3,1 0,0-1,-1 1,1-1,-1 0,1 0,-1 0,0-1,1 1,-1-1,0 0,0 0,0-1,0 1,0-1,-1 0,1 0,-1 0,0 0,0-1,0 1,0-1,-1 0,1 0,-1 0,0 0,0-2,4-6,-1 0,-1 0,0 0,-1-1,0 0,-1 1,-1-1,0 0,0-2,-3-2,-5 30,6-4,-1-1,1 1,1 0,0-1,0 1,0 0,1 0,1-1,-1 1,1-1,1 1,0-1,0 0,0 0,1 0,0-1,1 1,0-1,0 0,0 0,1-1,0 1,1-1,-1-1,1 1,0-1,0 0,1-1,-1 1,1-2,0 1,0-1,1 0,-6-2,1 0,0 0,0 0,0-1,0 1,-1-1,1 0,0 0,0 0,0-1,0 0,-1 1,1-1,0 0,0-1,-1 1,1-1,-1 0,1 1,-1-1,0-1,1 1,12-16</inkml:trace>
  <inkml:trace contextRef="#ctx0" brushRef="#br0" timeOffset="1067.61">995 364,'-14'-2,"-6"-1,6 0,18 1,26 0,30 1,33 0,27 1,19 0,-14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3:20.073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2293,'21'5,"19"1,18-1,12 0,8-2,1-1,-4-1,-17 2,-17 5,-15 1</inkml:trace>
  <inkml:trace contextRef="#ctx0" brushRef="#br0" timeOffset="257.724">134 2614,'18'0,"17"0,19 0,16 0,15-3,10 0,-10 1</inkml:trace>
  <inkml:trace contextRef="#ctx0" brushRef="#br0" timeOffset="16343.426">1216 742,'39'10,"0"-3,1 0,-1-3,1-1,0-2,29-4,-14 2,263 13,-35 3,88-15,26 1,685 25,-524 3,-384-17,236 0,45-19,9-1,272-28,-732 35,533-45,-317 36,-131 8,1-4,36-8,-107 9,-5 0</inkml:trace>
  <inkml:trace contextRef="#ctx0" brushRef="#br0" timeOffset="504.828">1591 2199,'4'23,"9"19,13 13,14 12,11 7,11 3,6 0,0-5,-3-5,-12-7,-12-9,-13-12,-12-11</inkml:trace>
  <inkml:trace contextRef="#ctx0" brushRef="#br0" timeOffset="724.03">1992 2306,'-16'12,"-12"14,-11 17,-4 15,-6 11,0 8,4 6,4 0,10-4,9-16</inkml:trace>
  <inkml:trace contextRef="#ctx0" brushRef="#br0" timeOffset="1030.309">2340 2802,'76'-11,"-70"10,0 0,0 0,-1 1,1 0,0 0,0 0,0 1,0 0,-1 0,1 0,0 1,-1 0,1 0,-1 0,0 1,1 0,-1 0,-1 0,1 1,0-1,-1 1,0 0,0 0,0 1,0-1,-1 1,1 0,-1 0,0 0,-1 0,1 1,-3 10,-1-1,-1 0,0-1,0 1,-2 0,0-1,-1 1,0-1,-1 0,0-1,-1 0,-1 0,0 0,-1-1,0 0,-5 4,5-4,-67 107,75-118,0 0,0 0,1 1,-1-1,0 1,1-1,-1 1,1-1,-1 1,1-1,-1 1,1 0,0-1,0 1,0-1,0 1,0 0,1-1,-1 1,0-1,1 1,-1-1,1 1,-1-1,1 1,0-1,-1 1,1-1,0 0,0 0,0 1,0-1,1 0,-1 0,0 0,0 0,1 0,-1 0,0 0,1-1,-1 1,1 0,-1-1,1 1,-1-1,1 0,0 1,14 2,0 0,1-1,0-1,-1 0,1-1,0-1,-1-1,1 0,6-3,-8 3,80-13,-3-3</inkml:trace>
  <inkml:trace contextRef="#ctx0" brushRef="#br0" timeOffset="1692.375">3262 2600,'2'14,"1"2,0-4,-1-6,0-7,-1-5,-3 1,0 3,-1 5,0 3,4 1,5 0,2-2</inkml:trace>
  <inkml:trace contextRef="#ctx0" brushRef="#br0" timeOffset="1979.98">3997 2386,'16'18,"14"14,16 9,14 7,7 3,7 1,0-1,-7-5,-7-3,-12-4,-14-8,-15-5,-13-6,-12-6,-5-5</inkml:trace>
  <inkml:trace contextRef="#ctx0" brushRef="#br0" timeOffset="2247.214">4492 2414,'-16'4,"-12"11,-8 10,-5 11,0 12,3 8,5 7,6 1,8-1,7-11</inkml:trace>
  <inkml:trace contextRef="#ctx0" brushRef="#br0" timeOffset="2492.352">4840 2975,'13'-16,"10"-12,2-8,0-2,-4 0,-7 2,-7 12,-7 17,-4 19,-1 14,0 11,4 7,3 3,7-3,6-6,3-7,-2-10</inkml:trace>
  <inkml:trace contextRef="#ctx0" brushRef="#br0" timeOffset="2886.699">3984 2106,'13'3,"17"0,18 2,20 0,16-1,17 0,13-2,11-1,-16 0</inkml:trace>
  <inkml:trace contextRef="#ctx0" brushRef="#br0" timeOffset="3442.671">5467 2614,'-7'6,"3"6,4 0,4-3,4-1,3-6,-1-4,-2-5,-4-3,-8-1,-5 3,-4 2,1 4,2 5,5 3,4-1</inkml:trace>
  <inkml:trace contextRef="#ctx0" brushRef="#br0" timeOffset="3734.98">6096 2306,'0'19,"7"14,11 13,14 9,13 5,12 2,9-2,3-6,-2-4,-7-6,-10-9,-15-8,-12-8</inkml:trace>
  <inkml:trace contextRef="#ctx0" brushRef="#br0" timeOffset="4014.4">6550 2386,'-20'12,"-14"10,-10 13,-7 11,-1 11,1 5,5 5,10 2,11-2,12-6,9-12</inkml:trace>
  <inkml:trace contextRef="#ctx0" brushRef="#br0" timeOffset="4263.64">6831 3015,'0'5,"1"0,-1 0,1 0,0 0,0 0,1 0,-1 0,1 0,0-1,0 1,1 0,0-1,-1 0,1 0,1 0,-1 0,1 0,-1-1,1 1,0-1,0 0,0 0,1 0,-1-1,1 0,0 0,-1 0,1 0,0-1,0 1,0-1,0 0,0-1,3 1,-1-1,0-1,0 1,0-1,0 0,-1 0,1-1,0 0,-1 0,1-1,-1 0,0 0,1 0,-1-1,-1 0,1 0,-1-1,0 1,0-1,0 0,0 0,-1-1,0 0,0 1,0-1,-1 0,0-1,0 1,-1-1,0 1,0-1,0 0,-1 0,0 1,0-1,-1 0,0 0,0 0,0 0,-1 0,-2-6,2 7,-1 0,0 0,0 0,-1 1,1-1,-1 1,-1 0,1 0,-1 0,0 0,0 0,0 1,0-1,-1 1,0 1,0-1,0 1,0-1,-1 1,1 1,-1-1,0 1,-5-1,-3-1,1 2,0-1,-1 2,0 0,1 1,-1 0,1 1,-1 0,1 1,-6 2,-74 22,56-15</inkml:trace>
  <inkml:trace contextRef="#ctx0" brushRef="#br0" timeOffset="4649.969">6002 2025,'2'0,"8"3,14 0,18 0,22-1,22 2,13 0,9 0,-1-2,-9 2,-17 0,-22 2,-21-1</inkml:trace>
  <inkml:trace contextRef="#ctx0" brushRef="#br0" timeOffset="5769.084">3917 1812,'593'-26,"445"-5,-262 28,-707 7,195-1,-158-18,-103 15,-2 1,1-1,-1 0,0 1,0-1,0 0,0 0,1 0,-1 0,0 0,0 0,0 0,1 0,-1 0,0 0,0-1,0 1,0 0,0-1,1 1,-1-1,0 1,0-1,0 0,0 1,-1-1,1 0,0 0,0 0,0 0,0 0,-1 0,1 0,0-1,-8-5</inkml:trace>
  <inkml:trace contextRef="#ctx0" brushRef="#br0" timeOffset="14300.923">1337 1504,'37'-17,"-6"10,1 1,0 1,0 2,27 1,300-7,-1-15,39-22,-193 23,154 3,425-6,-345 19,251 2,-194 5,43-14,541 15,-1073-1,-4 0,-1 1,1-1,-1 0,1 0,-1 0,1 0,-1 0,1 0,-1 0,1 0,0-1,-1 1,1 0,-1-1,0 0,1 1,-1-1,1 0,-1 1,0-1,0 0,1 0,-1 0,0 0,0-1,0 1,0 0,0 0,0-1,-1-9</inkml:trace>
  <inkml:trace contextRef="#ctx0" brushRef="#br1" timeOffset="32140.578">3583 1731,'18'314,"-18"332,-6-160,37-243,-9-64,-22-177,0 0,1 0,-1 0,0 1,1-1,-1 0,1 0,0 0,0 0,0 0,0 0,0-1,0 1,0 0,1 0,-1-1,1 1,-1-1,1 1,-1-1,1 0,0 1,0-1,0 0,0 0,0 0,0-1,0 1,0 0,0-1,0 1,0-1,0 0,0 0,1 0,-1 0,2 0,256 33,-11-32,-1-10,129-27,221-10,371 40,-788 1,111 14,136 20,-82-30,-343 1,-1 0,1 0,0-1,0 1,0-1,0 0,0 0,0 0,-1 0,1 0,0-1,-1 1,1-1,-1 1,0-1,1 0,-1 0,0 0,0-1,0 1,0 0,-1-1,1 1,-1-1,1 1,-1-1,0 0,0 0,0 0,11-34,-2 0,-2-1,-1 0,-1 0,-3 0,-1-1,-3-22,-4-101,-7 2,-8 0,-13-38,32 196,-22-170,7 0,7-1,9-18,-28-46,37 132,-10 102,-1 1,1-1,-1 1,1-1,-1 1,0 0,0 0,0-1,0 1,0 0,-1 1,1-1,0 0,-1 1,0-1,1 1,-1 0,0 0,1 0,-1 0,0 1,0-1,0 1,0-1,0 1,0 0,0 0,0 0,1 1,-1-1,0 1,0-1,0 1,0 0,-1 1,-34-1,-24-8,1 2,-1 4,0 2,-31 6,-171 15,181-20,1 3,-1 5,-56 14,67-10,0-3,0-3,-29-2,-3-5,-207 10,92 3,-138-13,175-2,-101-9,173 6,50 4,1-3,0-3,-34-8,49 6,0 3,-1 1,1 3,-1 1,0 2,1 2,-24 7,-87 12,-18-16,50 21,116-17,12-6</inkml:trace>
  <inkml:trace contextRef="#ctx0" brushRef="#br1" timeOffset="33160.064">5842 3911,'0'48,"2"42,-4 0,-3 0,-5-1,-16 62,23-139,4-23,40-310,-39 185,-7 118,4 35,6 15,2-1,1 0,1 0,1-1,2 0,2 0,11 18,-19-34,1-1,1 1,0-1,1 0,0-1,1 0,1-1,0 0,0 0,1-1,0-1,10 6,-19-14,0 0,0-1,0 1,1-1,-1 0,0 0,0 0,1-1,-1 1,0-1,0 0,0 0,0 0,0 0,0 0,0 0,0-1,0 0,-1 1,1-1,-1 0,1 0,-1-1,0 1,1 0,-1-1,0 0,-1 1,1-1,0 0,-1 0,0 0,1 0,-1 0,-1 0,1 0,0 0,-1 0,1 0,-1-1,0 1,0-2,5-33,-2 1,-2-1,-1 0,-2 1,-1-1,-3 1,0 0,-10-27,7 18,7 39,1 5,0 1,0-1,0 1,0-1,0 0,1 1,-1-1,1 0,-1 0,1 0,-1 0,1 1,0-1,0 0,0 0,0 0,0 0,0 0,1 0,-1 1,1-1,-1 0,1 0,0 0,-1 1,1-1,0 0,0 1,0-1,0 1,1-1,-1 1,0 0,1-1,-1 1,1 0,-1 0,1 0,-1 0,1 0,0 0,0 1,-1-1,3 0,15 4</inkml:trace>
  <inkml:trace contextRef="#ctx0" brushRef="#br1" timeOffset="33536.772">6443 4085,'-3'37,"-1"0,-2 0,-2-1,-1 1,-2-2,-3 5,8-22,-17 46,23-64,0-1,0 1,0 0,0-1,0 1,0 0,0 0,0-1,0 1,0 0,0-1,-1 1,1 0,0 0,0-1,0 1,0 0,0 0,-1-1,1 1,0 0,0 0,0 0,-1-1,1 1,0 0,0 0,-1 0,1 0,0 0,0-1,-1 1,1 0,0 0,-1 0,1 0,0 0,0 0,-1 0,1 0,0 0,-1 0,1 0,0 0,0 0,-1 0,1 0,0 1,-1-1,1 0,1-29,1 0,2 0,1 1,1 0,1 0,2 0,11-24,-8 18,1 1,2 0,1 1,2 1,2-1,-20 31,0 0,0 0,0 0,1 0,-1 0,0 0,0 0,1 1,-1-1,0 0,1 0,-1 0,1 1,-1-1,1 0,-1 0,1 1,0-1,-1 1,1-1,0 0,0 1,-1-1,1 1,0 0,0-1,0 1,-1 0,1-1,0 1,0 0,0 0,0 0,0-1,0 1,0 0,0 1,-1-1,1 0,0 0,0 0,0 0,0 1,0-1,0 0,-1 1,1-1,0 1,0-1,-1 1,1-1,0 1,0-1,-1 1,1 0,-1-1,1 1,0 0,5 119,-11 313,5-408</inkml:trace>
  <inkml:trace contextRef="#ctx0" brushRef="#br1" timeOffset="34147.043">6364 4205,'149'-31,"94"-13,-238 42,0 1,0 0,0 0,0 1,0-1,0 1,0 0,0 0,0 1,0 0,0 0,0 0,0 0,0 1,0-1,0 1,-1 1,1-1,-1 1,1 0,-1 0,0 0,0 0,-1 1,1-1,-1 1,1 0,0 2,-1 9,0-1,-2 1,0-1,0 1,-1 0,-1-1,-1 1,0 0,-1-1,0 0,-1 0,-1 0,-1 4,2-4,-25 71,29-85,0-1,0 1,0 0,0 0,0 0,-1-1,1 1,0 0,0 0,0 0,0-1,0 1,0 0,0 0,0 0,0 0,0-1,0 1,-1 0,1 0,0 0,0 0,0 0,0 0,-1-1,1 1,0 0,0 0,0 0,0 0,-1 0,1 0,0 0,0 0,0 0,-1 0,1 0,0 0,0 0,0 0,0 0,-1 0,1 0,0 0,0 0,0 0,-1 0,1 0,0 0,0 0,0-23,6-70,5 0,3 1,5 0,2 36,-21 56,1-1,0 1,0 0,0-1,0 1,0 0,0-1,0 1,0 0,0 0,0 0,0 0,0 0,0 0,0 0,0 0,0 0,0 0,0 1,0-1,0 0,0 1,0-1,0 1,0-1,-1 1,1-1,0 1,0 0,0-1,-1 1,1 0,0 0,-1-1,1 1,-1 0,1 0,-1 0,1 0,-1 0,0 0,1 0,-1 0,0 0,0 0,1 0,-1 0,0 0,0 0,64 192,-22-54,-14-85,-27-53,-1-1,1 1,-1-1,1 1,0-1,-1 1,1-1,0 1,-1-1,1 1,0-1,0 0,-1 0,1 1,0-1,0 0,0 0,-1 0,1 0,0 0,0 0,0 0,0 0,-1 0,1 0,0 0,0 0,0-1,-1 1,1 0,0-1,0 1,-1-1,1 1,0-1,-1 1,1-1,0 1,-1-1,1 1,-1-1,1 0,-1 1,1-1,-1 0,0 0,1 1,-1-1,0 0,1 0,-1 1,0-2,17-45,32-252,-48 293,1 0,0 0,0 0,0 0,1 0,0 1,0 0,0-1,1 1,0 0,0 0,0 1,2-2,10-5</inkml:trace>
  <inkml:trace contextRef="#ctx0" brushRef="#br1" timeOffset="34359.409">7420 4098,'0'18,"0"16,0 12,0 9,2 3,1 1,2-5,0-9,-1-13</inkml:trace>
  <inkml:trace contextRef="#ctx0" brushRef="#br1" timeOffset="34526.967">7499 3991,'-2'16,"4"14,5 11,10 6,10 4,12-1,11-1,8-4,3-6,-4-5,-11-4,-19-1,-27-3,-37 3,-43 1,-9-3</inkml:trace>
  <inkml:trace contextRef="#ctx0" brushRef="#br1" timeOffset="39326.832">949 1156,'0'1373,"36"-462,-1-276,-29-521,-3-45,2 0,3-1,6 16,14 49,-28-125,-1-2,1 0,0 0,0 0,0 0,1 0,0 0,0 0,1 0,-1-1,1 1,1 0,-1-1,1 1,0-1,0 0,2 3,51 80,-52-79,0 0,0 0,1 0,0-1,0 0,1 0,0 0,0-1,1 0,0 0,0 0,1-1,0 0,0-1,0 1,1-2,0 1,-1-1,2 0,2 0,9-1,1-1,0-1,-1-1,1-1,-1 0,3-2,51-3,289 27,462-3,-486-3,48 22,219 12,-77-43,173 9,83 33,-464-44,-5-1,107 23,-186-3,94-8,550-17,-873 3,1-1,-1 0,1-1,-1 1,1-2,-1 1,0-2,1 1,-1-1,0 0,0-1,-1 0,1-1,-1 1,0-2,0 1,-1-1,1 0,-1-1,-1 1,1-1,-1-1,0 1,3-8,2-13,-2-1,-1 0,-1-1,-2 0,0 1,-1-24,0 8,-1 19,94-1003,-78 638,-31-378,0 215,-14 193,20 102,4 248,-1 1,0 0,-1-1,0 1,0 0,-1 1,0-1,-1 1,0 0,-1 0,0 1,-1-1,-37-57,28 25,16 36,0 0,-1 0,0 0,0 1,0-1,0 1,-1-1,1 1,-1 0,0 0,0 0,-1 0,1 1,-1-1,0 1,0 0,0 0,-4-2,-6 0,0 1,-1 1,1 0,-1 1,1 1,-1 0,0 1,1 0,-12 3,-14-2,-202 14,-2-16,71-25,-124-12,-7 35,165-10,-151 21,-57 6,156-17,-102-4,179 9,-192-10,-22 1,201 8,-157-14,129 5,-47-6,-39-8,202 16,1 2,0 2,-1 1,-16 3,-13 0,-544-2,389-15,-182 30,199-7,-211 10,-136-18,524 1,1 2,0 1,1 1,-1 1,-5 4,-100 40,105-44,10-2,1 0,-1 1,1 0,0 2,1 0,-1 1,1 0,-3 4,-106 84,79-62</inkml:trace>
  <inkml:trace contextRef="#ctx0" brushRef="#br1" timeOffset="42632.15">9251 4592,'-29'158,"-31"54,50-186,10-26,0 0,0-1,0 1,0 0,0-1,0 1,0 0,0 0,0-1,0 1,0 0,0 0,-1-1,1 1,0 0,0 0,0-1,0 1,-1 0,1 0,0 0,0 0,-1-1,1 1,0 0,0 0,-1 0,1 0,0 0,0 0,-1 0,1-1,0 1,0 0,-1 0,1 0,0 0,-1 0,1 0,0 0,0 0,-1 1,1-1,0 0,-1 0,1 0,0 0,20-240,-11 84,-5 155,1 20,-3-13,2 16,1-1,1 1,1-1,1 0,1-1,1 0,1 0,0-1,2 0,10 12,-21-29,0 1,1 0,0-1,-1 1,1-1,0 0,0 0,0 0,0 0,1 0,-1-1,0 1,1-1,-1 0,1 0,-1-1,1 1,0 0,-1-1,1 0,0 0,-1 0,1-1,0 1,-1-1,1 0,-1 0,1 0,-1 0,0-1,1 1,1-2,3-6,0 0,-1 0,0-1,0 0,-1 0,0-1,-1 0,0 0,-1 0,0 0,-1-1,0 1,-1-1,0 0,-1 0,-1 0,1-6,4-165,-5 180,0 0,0 1,0-1,0 0,1 1,-1-1,1 0,0 1,0-1,-1 1,2-1,-1 1,0 0,0-1,1 1,-1 0,1 0,0 0,0 0,0 0,1-1,10-2</inkml:trace>
  <inkml:trace contextRef="#ctx0" brushRef="#br1" timeOffset="43051.849">9732 4566,'-10'44,"1"4,-1-1,-3 0,-2-1,-2 0,-22 42,25-68,13-20,1 0,-1 1,1-1,0 0,-1 0,1 0,-1 0,1 0,0 0,-1 0,1-1,-1 1,1 0,0 0,-1 0,1 0,-1 0,1-1,0 1,-1 0,1 0,0-1,-1 1,1 0,0 0,0-1,-1 1,1 0,0-1,0 1,-1 0,1-1,0 1,0-1,0 1,0 0,0-1,0 1,-1 0,1-1,0 1,0-1,0 1,0-1,0 1,1 0,-1-1,0 1,0-1,0 1,0 0,0-1,0 1,1 0,-1-1,0 1,0 0,1-1,-1 1,0 0,0-1,1 1,-1 0,0 0,1-1,-1 1,1 0,10-41,2 0,2 1,2 1,5-8,5-11,48-111,-58 139,-17 30,0-1,0 1,0 0,0-1,0 1,0-1,0 1,0 0,1-1,-1 1,0 0,0-1,0 1,0 0,1-1,-1 1,0 0,0-1,1 1,-1 0,0 0,1 0,-1-1,0 1,0 0,1 0,-1 0,1-1,-1 1,0 0,1 0,-1 0,0 0,1 0,-1 0,0 0,1 0,-1 0,1 0,-1 0,0 0,1 0,-1 0,0 0,1 0,-1 1,0-1,1 0,-1 0,0 0,1 1,-1-1,0 0,1 0,-1 1,0-1,0 0,1 0,-1 1,0-1,0 0,0 1,1-1,-1 0,0 1,0-1,0 0,0 1,0-1,0 1,4 28,-4-28,20 387,-18-359,-1-14,0-1,-1 1,0 0,-1 0,-1 0,0 0,-1 0,-3-1</inkml:trace>
  <inkml:trace contextRef="#ctx0" brushRef="#br1" timeOffset="43592.056">9679 4820,'142'-44,"-103"35,224-50,-261 58,0 0,0 1,1-1,-1 1,0 0,0-1,1 1,-1 0,0 0,1 1,-1-1,0 0,0 1,1 0,-1-1,0 1,0 0,0 0,0 0,0 0,0 1,0-1,0 0,-1 1,1-1,0 1,-1 0,1-1,-1 1,0 0,1 0,-1 1,0 7,0 0,-1 0,0 1,0-1,-1 0,-1 1,0-1,0 0,-1 0,0 0,0-1,-6 10,6-9,-56 125,59-135,0 0,0 0,0-1,0 1,0 0,0 0,0-1,0 1,0 0,0 0,0-1,0 1,0 0,0 0,-1-1,1 1,0 0,0 0,0 0,0-1,0 1,-1 0,1 0,0 0,0-1,0 1,-1 0,1 0,0 0,0 0,-1 0,1 0,0-1,0 1,-1 0,1 0,0 0,0 0,-1 0,1 0,0 0,0 0,-1 0,1 0,0 0,0 0,-1 1,1-1,5-38,1 0,2 1,12-33,-11 36,34-86,-43 119,0 1,0-1,1 0,-1 0,0 1,0-1,1 0,-1 1,1-1,-1 0,0 1,1-1,-1 0,1 1,0-1,-1 1,1-1,-1 1,1-1,0 1,-1-1,1 1,0 0,0 0,-1-1,1 1,0 0,0 0,-1 0,1-1,0 1,0 0,-1 0,1 0,0 0,0 1,0-1,-1 0,1 0,0 0,0 1,-1-1,1 0,0 1,-1-1,1 0,0 1,-1-1,1 1,-1-1,1 1,17 40,-2 31,-12-48,0-1,2 0,1 0,0-1,2 1,1-2,4 7,-14-25,1-1,0 0,0 0,0 0,0 0,0 0,0 0,0 0,1-1,-1 1,1 0,0-1,-1 1,1-1,0 1,0-1,0 0,0 0,0 0,0 0,0 0,0 0,0 0,0-1,0 1,1-1,-1 0,0 1,0-1,1 0,-1-1,0 1,1 0,-1 0,0-1,0 0,0 1,0-1,1 0,-1 0,0 0,0 0,-1 0,1-1,0 1,0-1,-1 1,1-1,5-12,0 0,-1-1,-1 0,0 0,-1-1,-1 1,-1-1,0 1,0-1,-2 0,-1-12,2 18,2-182,-4 189,1 0,1 1,-1-1,0 0,1 0,-1 1,1-1,0 0,0 1,0-1,0 1,0-1,0 1,1 0,-1-1,1 1,0 0,0 0,0 0,0 0,0 0,1 0,10-3</inkml:trace>
  <inkml:trace contextRef="#ctx0" brushRef="#br1" timeOffset="43847.936">10695 4673,'0'16,"0"14,0 11,0 6,-3 4,-2-1,-3-3,-1-10</inkml:trace>
  <inkml:trace contextRef="#ctx0" brushRef="#br1" timeOffset="44032.224">10721 4512,'16'10,"14"6,12 6,7 6,5 5,1 4,0 4,-6 2,-9 1,-12 0,-18 1,-28 0,-36-1,-8-8</inkml:trace>
  <inkml:trace contextRef="#ctx0" brushRef="#br1" timeOffset="46167.507">8302 7,'-371'104,"341"-94,2 0,0 1,0 2,1 1,0 1,2 2,0 0,0 2,2 0,0 2,2 0,0 2,2 0,0 1,1 1,2 1,-12 23,8 12,20-56</inkml:trace>
  <inkml:trace contextRef="#ctx0" brushRef="#br1" timeOffset="46727.318">7420 315,'-13'51,"2"1,3 0,2 0,3 1,2 3,2-40,3-18,6-148,-10 110,0-53,0 92,0 1,0-1,-1 0,1 0,0 0,0 0,0 0,1 0,-1 1,0-1,0 0,0 0,1 0,-1 0,0 1,1-1,-1 0,1 0,-1 0,1 1,-1-1,1 0,-1 1,1-1,0 1,-1-1,1 1,0-1,0 1,-1-1,1 1,0-1,0 1,0 0,-1 0,1-1,0 1,0 0,0 0,0 0,0 0,0 0,-1 0,1 0,0 0,0 0,0 1,0-1,0 0,-1 0,1 1,0-1,0 1,0-1,-1 1,1-1,0 1,-1-1,1 1,0 0,-1-1,1 1,-1 0,1 0,145 84,-140-82,-4-3,0 0,0 1,0-1,0 1,0 0,-1-1,1 1,0 0,0 0,-1 0,1 1,0-1,-1 0,0 0,1 1,-1-1,0 1,1-1,-1 1,0 0,0-1,0 1,-1 0,1 0,0 0,-1 0,1 0,-1 0,1-1,-1 1,0 1,-60 51,-66 42,108-75</inkml:trace>
  <inkml:trace contextRef="#ctx0" brushRef="#br1" timeOffset="47723.486">8796 21,'2'0,"1"2,1 3,-2 5,0 8,-4 10,-2 9,-4 8,-3 5,-1 0,1-2,0-6,2-8,4-14,4-14,2-10</inkml:trace>
  <inkml:trace contextRef="#ctx0" brushRef="#br1" timeOffset="48110.683">8810 114,'2'4,"14"38,2-2,1-1,2 0,2-1,19 22,-4-22,-37-37,0 0,0 0,0-1,0 1,0 0,0-1,0 1,1 0,-1-1,0 1,0-1,1 0,-1 1,0-1,0 0,1 0,-1 0,0 0,1 0,-1 0,0 0,1 0,-1-1,0 1,0 0,1-1,-1 1,0-1,0 0,0 1,0-1,0 0,0 1,0-1,0 0,0 0,1-1,4-10,-1 1,-1-1,0 0,0-1,-1 1,-1-1,0 1,-1-1,0 0,-1 0,-1-12,1 24,-20-214,18 183,6 29</inkml:trace>
  <inkml:trace contextRef="#ctx0" brushRef="#br1" timeOffset="48474.748">9184 207,'-4'15,"0"-1,1 0,0 1,2 0,-1-1,2 1,0 0,1 0,1 3,-2-12,1 1,0-1,1 0,-1 0,1 0,1 0,-1-1,1 1,0-1,0 1,0-1,1 0,0 0,0 0,0-1,1 1,-1-1,1 0,0 0,0-1,1 0,4 3,-5-4,0 0,0-1,0 0,0 0,1 0,-1 0,0-1,0 0,1 0,-1 0,0-1,0 0,0 0,1 0,-1-1,0 1,-1-1,1 0,0-1,0 1,-1-1,0 0,1 0,-1 0,0-1,-1 0,1 1,1-3,3-3,0-1,-1 1,0-1,-1-1,0 1,0-1,-1 0,-1 0,0-1,0 1,1-13,-3 19,-1 0,0 0,0-1,0 1,-1 0,1-1,-1 1,-1 0,1-1,-1 1,0 0,0 0,0 0,-1 0,0 0,0 0,0 0,-1 0,1 0,-1 1,0 0,0-1,-1 1,1 0,-1 1,0-1,0 1,0-1,-1 1,1 1,-1-1,0 0,1 1,-1 0,0 0,-3 0,2 2,0 1,0 0,0 0,0 0,0 0,1 1,-1 0,0 0,1 1,-1 0,1 0,0 0,0 0,0 1,0 0,1 0,-1 0,1 0,0 1,0 0,1 0,-1 0,1 0,0 0,1 1,-1-1,1 1,0 0,1 0,-1 0,1 0,0 0,1 0,-1 0,1 0,0 0,1 0,0 0,0 0,0 0,0 0,1 0,0 0,2 2,14 15</inkml:trace>
  <inkml:trace contextRef="#ctx0" brushRef="#br1" timeOffset="48738.522">9705 141,'-4'7,"-2"11,0 12,2 12,0 10,2 6,-1 3,-1 2,1-4,1-7,-2-8,0-9,1-16,1-10</inkml:trace>
  <inkml:trace contextRef="#ctx0" brushRef="#br1" timeOffset="48982.943">9505 61,'-7'2,"5"3,11 3,19 1,15-1,14 0,9 1,2 0,-2 2,-4-2,-11 1,-12 0,-13 1,-10 1,-8 1,-6-3</inkml:trace>
  <inkml:trace contextRef="#ctx0" brushRef="#br1" timeOffset="50090.055">10347 689,'39'66,"3"0,3-3,3-2,30 29,-76-88,64 74,3-4,3-2,17 8,-52-49,2-1,0-1,2-3,0-1,2-2,0-2,39 11,16-4,-90-24</inkml:trace>
  <inkml:trace contextRef="#ctx0" brushRef="#br1" timeOffset="50441.176">11189 1143,'36'42,"9"7,-3 2,-2 1,-3 2,-1 2,4 15,-20-30,-2 1,-1 1,-2 0,-3 2,-1-1,-2 1,-2 1,0 35,-6-79,-1 1,0-1,-1 0,1 1,0-1,-1 0,1 1,-1-1,1 0,-1 0,0 1,0-1,0 0,-1 0,1 0,0 0,-1 0,1-1,-1 1,0 0,1-1,-1 1,0-1,0 1,0-1,0 0,0 0,0 0,-1 0,1 0,0-1,0 1,-1-1,1 1,0-1,-1 0,1 0,0 0,-1 0,1 0,-1-1,-131-8,88 5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4:16.28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136 0,'-7'0,"1"0,-1 1,1 0,0 0,-1 0,1 1,0 0,0 0,0 0,0 1,0 0,1 0,-1 0,1 1,0 0,0 0,0 0,0 1,1 0,0 0,0 0,0 0,1 0,-1 2,3-3,1-1,0 1,0-1,0 0,0 1,0-1,1 1,0-1,0 0,0 1,0-1,0 0,1 0,-1 0,1 0,0 0,0 0,0 0,0-1,0 1,1-1,-1 1,1-1,-1 0,1 0,0 0,0 0,0-1,0 1,0-1,1 0,-1 0,0 0,1 0,-1 0,1-1,21 8,0 0,1-2,0-1,0-1,1-2,-1 0,1-2,-1-1,1-1,4-1,-25 3,1 0,0-1,-1 1,1-1,-1-1,1 1,-1-1,1 0,-1-1,0 0,0 0,0 0,0 0,-1-1,1 0,-1 0,0-1,0 1,-1-1,1 0,-1 0,0-1,-1 1,1-1,-1 0,0 0,0 0,-1 0,0-1,1-2,0 19,0 1,0-1,1 0,1 0,0 0,0 0,1-1,0 0,1 0,0-1,0 0,4 3,-7-6,0 0,1 0,-1 0,1-1,0 0,0 0,1 0,-1-1,1 0,0 0,0 0,0-1,0 1,0-1,1-1,-1 1,1-1,-1-1,1 1,-1-1,1 0,-1 0,1-1,-1 0,1 0,-1 0,0-1,0 0,1 0,-1-1,-1 0,1 0,0 0,-1-1,2-1,3-5,-2 0,1 0,-2-1,1 0,-2 0,1-1,-1 0,-1 0,0-1,-1 1,-1-1,1-2,-4 15,0 0,0 0,-1 0,1 0,0 0,0 0,0 0,0 0,0 0,0 0,-1 0,1 0,0 0,0 0,0 0,0 0,0 0,0 0,0 0,-1-1,1 1,-6 18,4-12,0 0,0 1,1-1,0 1,0-1,1 1,0-1,0 1,1 0,-1-1,1 1,1-1,-1 0,1 1,1-1,-1 0,1 0,0 0,0 0,0-1,1 1,0-1,0 0,1 0,-1 0,2 1,12 7,0 0,1-1,0-1,0-1,1 0,1-2,14 4,24 8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4:16.6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180 28,'-9'18,"-5"18,-5 13,-2 9,-1 4,-2 2,1-3,2-9,5-7,5-12</inkml:trace>
  <inkml:trace contextRef="#ctx0" brushRef="#br0" timeOffset="293.219">87 148,'2'17,"1"0,1 0,0-1,1 0,1 0,0 0,1 0,1-1,0 0,1-1,1 0,0-1,1 1,1-2,-1 0,2 0,0-1,0-1,1 0,0-1,10 5,-21-12,0 0,0-1,0 1,1 0,-1-1,1 0,-1 0,1 0,-1 0,1-1,0 1,-1-1,1 0,0 0,-1 0,1 0,0-1,-1 0,1 0,-1 0,1 0,-1 0,1-1,-1 1,0-1,0 0,0 0,0 0,0 0,2-3,1-7,0 0,0 0,-2-1,0 0,0 0,-1 0,-1-1,0 1,0-1,-2 1,0-1,0 1,-1-2,1-1,1-148,5 145,2 7</inkml:trace>
  <inkml:trace contextRef="#ctx0" brushRef="#br0" timeOffset="711.086">783 215,'-8'34,"0"-1,-2 0,-2-1,-1 0,-1-1,-2 0,-6 8,15-28,5-5,-1 0,0-1,0 0,-1 0,0 0,0 0,0 0,0-1,-1 1,1-1,-3 1,7-5,-1 0,1-1,0 1,-1 0,1 0,0 0,-1 0,1-1,0 1,-1 0,1 0,0-1,0 1,-1 0,1-1,0 1,0 0,0-1,0 1,-1 0,1-1,0 1,0 0,0-1,0 1,0 0,0-1,0 1,0-1,0 1,0 0,0-1,0 1,0 0,0-1,0 1,0-1,1 1,-1 0,0-1,0 1,0 0,0 0,1-1,-1 1,0 0,0-1,1 1,-1 0,0 0,1-1,-1 1,0 0,1 0,126-214,1-5,-97 179,-24 47,-6 82,-4-62,1 4,-3 9,1 0,3 1,1-1,2 0,2 0,2 0,10 39,-7-56</inkml:trace>
  <inkml:trace contextRef="#ctx0" brushRef="#br0" timeOffset="1288.941">689 269,'89'-4,"0"-3,0-4,57-16,-139 25,50-4,-55 6,-1 0,0 0,1 1,-1-1,1 0,-1 1,1-1,-1 0,0 1,1 0,-1-1,0 1,0 0,0 0,1 0,-1 0,0 0,0 0,0 0,0 0,0 0,-1 0,1 0,0 1,-1-1,1 0,0 1,-1-1,1 0,-1 1,0-1,0 1,1-1,-1 0,0 2,-1 10,-1 0,0 0,-1 0,0 0,-1 0,-1-1,0 0,0 0,-3 3,0 3,-45 92,53-110,0 0,0 0,0 0,0 0,0-1,0 1,-1 0,1 0,0 0,0-1,0 1,0 0,0 0,0 0,0 0,0 0,0-1,0 1,0 0,-1 0,1 0,0 0,0 0,0 0,0-1,0 1,-1 0,1 0,0 0,0 0,0 0,0 0,-1 0,1 0,0 0,0 0,0 0,0 0,-1 0,1 0,0 0,0 0,0 0,5-22,99-235,-80 221,-14 65,-8 5,-2-17,0 1,2 0,0 0,1-1,1 1,0-1,1 0,1 0,1 0,0-1,6 8,-12-22,0 0,0 0,0 0,1 0,-1 0,0 0,1 0,0-1,-1 1,1 0,0-1,0 0,0 1,0-1,0 0,0 0,0 0,0 0,0 0,0-1,1 1,-1-1,0 1,1-1,-1 0,0 0,0 0,1 0,-1 0,0-1,1 1,-1-1,0 1,0-1,1 0,-1 0,0 0,0 0,0 0,0-1,0 1,-1 0,1-1,0 0,7-11,-1-1,-1 0,-1 0,0-1,0 0,-2 0,0 0,-1 0,0-1,-1 1,0-14,-2 25,20-195,-13 173,1 8</inkml:trace>
  <inkml:trace contextRef="#ctx0" brushRef="#br0" timeOffset="1539.799">1691 162,'-9'13,"-3"12,-2 8,2 6,2 0,4-2,2-2,2-5,4-8,1-12,3-12,2-11,2-9,0-2</inkml:trace>
  <inkml:trace contextRef="#ctx0" brushRef="#br0" timeOffset="1771.139">1704 1,'-7'11,"1"-1,0 2,1-1,0 1,1 0,0 0,1 0,0 0,1 1,1-1,0 1,0-1,1 1,1 0,0-1,1 1,0-1,1 1,0-1,1 0,0 0,4 7,3-3,1 0,0-1,1 0,0-1,1 0,6 3,25 27,-43-44,-1 1,0 0,1 1,-1-1,1 0,-1 0,0 1,0-1,0 0,0 1,0-1,0 1,0-1,0 1,-1 0,1-1,0 1,-1 0,0 0,1-1,-1 1,0 0,0 0,0-1,0 1,0 0,0 0,-1 0,1-1,-1 1,1 0,-1-1,1 1,-1 0,0-1,0 1,0-1,0 1,0-1,0 0,0 1,-1-1,1 0,0 0,-1 0,1 1,-1-1,-16 8,-1 0,0-1,0 0,0-2,-1 0,-18 2,-4 2,11-2</inkml:trace>
  <inkml:trace contextRef="#ctx0" brushRef="#br0" timeOffset="2066.043">2118 683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4:13.88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2 733,'69'-263,"-59"145,-10 117,0 0,0-1,0 1,0 0,0-1,0 1,-1 0,1 0,0-1,-1 1,1 0,-1 0,1-1,-1 1,0 0,0 0,1 0,-1 0,0 0,0 0,0 0,0 0,0 1,0-1,0 0,-1 0,1 1,0-1,0 1,0-1,-1 1,1 0,0-1,-1 1,1 0,0 0,-1 0,1 0,0 0,-1 0,1 0,0 0,-1 1,1-1,0 1,0-1,-1 0,1 1,0 0,0-1,0 1,-1 1,0-2,1 0,-1 0,1 1,-1-1,1 1,-1-1,1 1,0 0,-1-1,1 1,0 0,-1 0,1 0,0 0,0 0,0 0,0 0,0 1,0-1,0 0,1 0,-1 1,0-1,1 1,-1-1,1 1,-1-1,1 1,0-1,-1 1,1-1,0 1,0-1,0 1,0-1,0 1,1-1,-1 1,0-1,1 1,-1-1,1 1,0-1,-1 0,1 1,0-1,0 0,0 1,0-1,0 0,0 0,0 0,0 0,0 0,0 0,1 0,-1-1,0 1,1 0,16 4,1 0,0-1,0-1,0 0,0-2,0 0,4-1,21 1,-20 1,-2-2,-1 1,1 1,-1 0,0 2,0 1,0 0,-1 2,9 3,-24-6,1 1,-1-1,0 1,0 0,0 0,-1 0,0 1,0-1,0 1,0 0,-1 0,0 1,-1-1,1 1,-1-1,0 1,-1 0,0-1,0 1,0 0,-1 0,0 0,0 0,-1 0,0 0,0-1,-2 7,1-1,2 0,-1 0,2-1,-1 1,1 0,1 0,1-1,-1 1,4 6,-5-14,1-1,0 0,0 0,0 1,0-1,0-1,1 1,-1 0,1 0,0-1,0 0,0 1,0-1,0 0,0-1,0 1,1 0,-1-1,1 0,-1 0,1 0,0 0,-1-1,1 1,0-1,-1 0,1 0,0 0,0 0,-1-1,1 0,1 0,4-1,0-1,1 0,-1-1,0 0,0 0,-1-1,0 0,1 0,-2-1,1 0,6-6,-5 2,-1 0,1-1,-2 0,1 0,-2 0,0-1,0 0,-1 0,0-1,2-10,-5 16,0 0,-1 0,0 0,0 0,0 0,-1 0,0 0,-1 0,0-1,0 1,0 0,-1 1,0-1,0 0,0 0,-1 1,0-1,-1 1,1 0,-5-5,6 8,0 1,0 0,0 0,0 0,0 0,-1 0,1 0,0 0,-1 1,1-1,-1 1,0 0,0 0,1 0,-1 0,0 0,0 1,0-1,0 1,0 0,0 0,0 0,0 0,0 0,0 1,1-1,-1 1,0 0,0 0,0 0,0 0,1 0,-1 1,1-1,-2 2,-3 2,1 0,-1 0,1 1,1-1,-1 2,1-1,0 1,0-1,1 1,0 1,0-1,-1 4,2-3,0 0,0 0,1 0,0 0,1 0,0 0,0 1,1-1,0 0,0 1,1-1,0 0,1 1,0-1,0 0,0 0,1-1,0 1,1 0,0-1,0 0,0 0,1 0,0 0,1-1,-1 0,1 0,0 0,1-1,-1 0,8 4,7 2,0-2,0 0,1-2,0 0,0-2,1 0,-1-1,1-2,0 0,0-1,0-2,2 0,43-4</inkml:trace>
  <inkml:trace contextRef="#ctx0" brushRef="#br0" timeOffset="752.064">1299 599,'-18'-5,"0"1,0 1,0 1,0 0,-1 1,1 1,0 1,-3 0,13 0,0 0,-1 1,1 0,0 0,0 0,1 1,-1 1,1-1,-1 1,1 0,0 1,0 0,1 0,-1 0,1 1,1 0,-1 0,-3 6,8-11,-1 0,1 1,1-1,-1 1,0-1,0 1,0-1,1 1,-1-1,1 1,-1 0,1-1,0 1,0 0,0-1,0 1,0 0,0-1,0 1,0 0,0-1,1 1,-1 0,1-1,0 1,-1-1,1 1,0-1,0 1,0-1,0 1,0-1,0 0,0 0,0 1,0-1,1 0,-1 0,1 0,-1 0,1-1,-1 1,1 0,-1-1,1 1,77 19,-70-18,1-1,-1 0,1 0,0-1,-1-1,1 0,-1 0,1-1,-1 0,0 0,1-1,-1 0,0-1,-1 0,3-2,6-23,-33 48,15-16,1 0,-1 0,0-1,1 1,-1 0,1 0,0 0,0 0,0 0,0 0,0-1,1 1,-1 0,1 0,0 0,0-1,0 1,0 0,0-1,1 1,-1-1,1 1,0-1,0 0,-1 0,2 1,-1-1,0-1,0 1,0 0,1 0,-1-1,1 0,0 1,-1-1,1 0,2 0,10 2,1-1,0-1,-1-1,1 0,0-1,0-1,-1 0,1-1,-1-1,0 0,0-1,0-1,-1 0,0-1,0 0,0-1,-1-1,6-6,2 1,0-1,-2 0,0-2,0 0,-2-2,0 1,-2-2,0 0,-1-1,-1-1,0 0,-2-1,-1 0,-1 0,-1-1,2-12,-3 8,0 0,-3 0,0 0,-2-1,-1 0,-1 1,-1-1,-2 1,-4-19,6 43,1 1,-1-1,1 1,-1 0,0-1,0 1,0 0,-1 0,1 0,-1 0,0 0,0 0,0 0,0 1,0-1,-1 1,1-1,-1 1,0 0,1 0,-1 0,0 0,0 1,0-1,0 1,-1 0,1-1,0 1,-1 1,1-1,0 1,-1-1,1 1,-1 0,1 0,-2 0,-3 4,-1 0,1 1,1 0,-1 0,1 0,-1 1,2 0,-1 0,1 1,0 0,0 0,0 0,1 1,1 0,-1 0,1 0,1 1,-1 0,-7 15,2 1,0-1,2 2,1-1,0 1,2 0,1 0,2 0,0 0,1 0,2 1,1 2,-1-12,1-1,1 0,0 0,1 0,1 0,0-1,1 0,0 0,2-1,0 0,0 0,1-1,1 0,0-1,1 0,0-1,0 0,1-1,11 6,-20-13,1 1,0-1,0 0,0 0,1-1,-1 1,1-1,0 0,-1-1,1 1,0-1,0 0,0-1,0 0,0 0,0 0,-1 0,1-1,0 0,0 0,0-1,0 1,-1-1,1-1,-1 1,0-1,1 0,-1 0,2-2,2-4,-1-1,1-1,-2 1,0-1,0 0,-1-1,0 0,3-11,12-21,-17 69,-7-5,1 92,3-109,-1 1,1-1,0 1,0-1,0 0,1 1,-1-1,1 0,0 0,-1 0,2 0,-1 0,0 0,0-1,1 1,0-1,-1 0,1 1,0-1,0 0,0-1,0 1,1 0,-1-1,0 0,1 0,-1 0,4 0,18 3</inkml:trace>
  <inkml:trace contextRef="#ctx0" brushRef="#br0" timeOffset="973.531">2101 278,'4'16,"9"7,2 1</inkml:trace>
  <inkml:trace contextRef="#ctx0" brushRef="#br0" timeOffset="1801.898">2261 612,'13'-10,"1"0,0 1,1 1,0 0,1 1,-1 1,1 0,7-1,-20 7,-1-1,1 1,-1-1,1 1,-1 0,1 0,-1 0,1 1,-1-1,1 1,-1-1,1 1,-1 0,0 0,1 0,-1 0,0 0,0 0,0 1,1-1,-2 1,1 0,0-1,0 1,0 0,-1 0,1 0,-1 0,0 0,1 1,-1-1,0 0,0 1,-1-1,2 2,13 93,-15-94,-9 445,8-426,2 0,1 1,0-1,2 0,1 0,6 20,-8-33,0-1,1 0,0 0,0-1,1 1,0-1,0 0,0 0,1-1,0 1,1-1,-1 0,1-1,0 0,0 0,1 0,0-1,8 3,-11-4,0-1,1 1,-1-1,1-1,0 1,-1-1,1 0,0 0,0 0,0-1,0 0,0 0,0-1,0 0,0 0,-1 0,1 0,0-1,-1 0,1-1,-1 1,1-1,-1 0,0 0,0 0,-1-1,1 0,-1 0,1 0,-1 0,-1-1,1 0,1-2,-1-2,-1 0,1-1,-2 1,1-1,-1 0,-1 0,0 1,0-1,-1 0,0 0,-1 0,0 0,-1 0,0 0,-2-5,-2-7,-1-1,-2 1,0 1,-1-1,-1 2,-2-2,-6-6,-2 0,-1 2,-1 0,-1 2,-1 1,-1 0,-1 2,-1 1,-1 2,-1 0,0 2,-1 1,0 2,-33-9,54 17,27 5,219 15,0-10,61-14,-180-7,-116 16,0 0,0 0,0 1,0-1,0 0,0 0,0 0,0-1,-1 1,1 0,0 0,0 0,0-1,0 1,0 0,-1-1,1 1,0-1,0 1,0-1,-1 1,1-1,0 0,-1 1,1-1,-1 0,1 1,-1-1,1 0,-1 0,1 0,-1 0,0 1,1-1,-1 0,0 0,0 0,1 0,-1 0,0 0,0 0,0 1,0-1,-1 0,1 0,0 0,0 0,0 0,-1 0,1 0,0 1,-1-1,1 0,-1 0,1 0,-1 1,1-1,-1 0,0 1,1-1,-1 0,0 1,1-1,-1 1,0-1,0 1,0-1,0 1,-14-8,0 1,0 0,-1 2,1 0,-1 0,0 2,-1 0,1 0,-1 2,-4 0,18 0,-1 0,1 1,-1-1,0 1,1 0,-1 0,0 0,0 1,1-1,-1 1,1 0,-1 0,1 0,-1 0,1 1,0 0,-1-1,1 1,0 0,0 0,0 1,1-1,-1 1,0-1,1 1,0 0,-1 0,1 0,0 0,1 1,-1-1,1 0,-1 1,1-1,0 1,0-1,1 1,-1-1,1 1,-1-1,1 0,0-1,0 1,1 0,-1-1,1 1,-1 0,1-1,0 1,0-1,0 1,0-1,0 1,1-1,-1 0,1 0,-1 0,1 0,0 0,0 0,0 0,0 0,0-1,0 1,1-1,-1 1,0-1,1 0,-1 0,1 0,-1 0,2 0,3 0,-1 0,1 0,-1 0,1-1,0 0,-1 0,1-1,-1 0,1 0,-1 0,1-1,5-2,0 0,1-2,-1 0,-1 0,1-1,-1-1,0 0,0 0,-1-1,0 0,5-8,-14 17,-1 0,1 0,-1-1,1 1,-1 0,1 0,-1-1,1 1,-1 0,1 0,-1-1,0 1,1 0,-1-1,0 1,1-1,-1 1,0-1,1 1,-1 0,0-1,0 1,0-1,1 1,-1-1,0 1,0-1,0 1,0-1,0 0,0 1,0-1,0 1,0-1,0 1,0-1,0 1,0-1,-1 1,1-1,0 1,0-1,0 1,-1-1,1 1,0 0,-1-1,1 1,0-1,-1 1,1 0,-1-1,1 1,-1 0,-2 3,-1 1,0-1,1 1,0 0,0 0,0 1,1-1,-1 1,1-1,0 1,0 0,1 0,-1 0,1 0,0 0,1 0,-1 0,1 0,0 0,0 0,1 0,-1 0,1 0,0 0,1 1,1 0,0-1,0 0,0 0,1 0,0 0,0-1,0 0,1 1,-1-2,1 1,0 0,0-1,0 0,0 0,1-1,0 1,-1-1,1 0,109 26,-111-27,79 12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4:44.99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 3,'-2'-2,"-1"1,2 2,2-1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5:09.7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1 294,'25'41,"62"127,-43-108,52 83,-75-93,-1 1,-3 1,-3 1,7 43,-3 83,-16-136,1 1,3-1,9 36,83 217,-92-280,0 0,2 0,0-1,0 0,2-1,0 0,0 0,12 11,-8-11,0 0,1-1,1 0,0-2,0 1,1-2,18 8,28 4,1-3,1-2,0-4,40 3,-74-11,132 15,1-6,109-8,307-7,-538-1,0-2,0-1,-1-3,0-1,0-2,11-6,-33 10,1 0,-1-1,-1-2,1 0,-2 0,1-2,-2 0,0-1,0-1,-1 0,-1-1,0-1,8-12,2-10,-3-1,-1-1,-1-1,-3 0,-1-1,-2-1,-2-1,-2 1,-2-1,-2-1,-2 1,-1-1,-4-19,6-418,-2 440,-2-1,-2 0,-2 1,-1-1,-2 1,-2 0,-13-33,13 45,-2-4,0 1,-2 1,-1 0,-5-5,11 27,0 0,0 1,-1 0,0 1,0 0,-1 0,0 1,0 0,-3 0,-18-14,16 12,-1 1,0 1,-1 0,1 1,-1 1,0 0,-11 0,22 3,-20-4,0 2,0 0,0 2,-1 0,1 2,0 1,-1 1,1 1,0 2,0 0,-3 3,-184 28,86-20,-89 3,73-7,-233 15,-493-27,856 1,1 0,-1 1,0 1,0 0,1 0,0 2,0-1,0 2,0-1,1 2,0-1,0 2,-4 3,-63 40,-4 4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4:53.40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7407 939,'30'-11,"32"-4,28 0,25 4,14 2,2 4,-12 7,-27 3</inkml:trace>
  <inkml:trace contextRef="#ctx0" brushRef="#br0" timeOffset="-5808.137">108 1595,'9'2,"10"5,11 11,9 14,8 12,6 13,4 10,1 5,-2 1,-5-1,-5-8,-12-7,-8-11,-9-11,-8-14,-4-10</inkml:trace>
  <inkml:trace contextRef="#ctx0" brushRef="#br0" timeOffset="-5634.503">616 1608,'-18'-9,"-13"4,-8 16,-6 22,-7 24,-7 25,-3 19,-4 10,10-13</inkml:trace>
  <inkml:trace contextRef="#ctx0" brushRef="#br0" timeOffset="-4590.984">831 2531,'12'-48,"-2"-1,-2 0,-2 0,-1-29,-5 143,-3-21,3-1,1 0,3 1,1-1,2 0,2-1,2 0,1 0,4 3,5-4</inkml:trace>
  <inkml:trace contextRef="#ctx0" brushRef="#br0" timeOffset="1082.187">1 3881,'14'20,"13"19,12 15,10 16,6 10,2 11,2 8,-6 1,-7-4,-6-8,-11-19</inkml:trace>
  <inkml:trace contextRef="#ctx0" brushRef="#br0" timeOffset="1308.62">442 4001,'-13'16,"-8"18,-3 21,-6 17,-4 19,-8 15,-7 13,-6 5,3-4,10-21</inkml:trace>
  <inkml:trace contextRef="#ctx0" brushRef="#br0" timeOffset="1623.195">750 4843,'-2'5,"1"0,0 0,0 0,1 0,-1 0,1 0,0 0,1 0,-1 1,1-1,0 0,0 0,1 0,-1-1,1 1,0 0,1 0,-1-1,1 1,0-1,0 0,0 0,0 0,1 0,0-1,0 0,0 1,0-1,0 0,0-1,1 1,0-1,-1 0,1 0,0 0,0-1,0 0,0 0,0 0,1 0,2-2,1 0,-1 0,0 0,-1-1,1 0,0 0,0-1,-1 0,0-1,1 1,-1-2,-1 1,1-1,0 0,-1 0,0 0,-1-1,1 0,-1 0,0-1,0 1,-1-1,0 0,0 0,-1-1,0 1,0-1,-1 0,1 0,-2 1,1-1,-1 0,-1-1,1 1,-1 0,-1 0,1 0,-1 0,-1 0,0 0,0 0,0 1,-1-1,0 0,-1 1,1 0,-1 0,-1 0,-3-4,3 5,-2 1,1-1,-1 1,0 0,0 0,0 1,-1 0,1 1,-1-1,0 1,0 1,0 0,-1 0,1 0,0 1,-1 0,1 1,-1 0,1 0,-1 1,1 0,0 0,-1 1,1 0,-1 1,-1 0,1 0,-1 1,1 0,0 1,0-1,0 2,0-1,1 2,0-1,0 1,1 0,0 0,0 1,1 0,0 0,0 1,1-1,0 1,0 1,-1 4,-4 26</inkml:trace>
  <inkml:trace contextRef="#ctx0" brushRef="#br0" timeOffset="-3816.338">1685 2089,'28'21,"-5"-16,0 0,0-1,0-2,0 0,1-1,0-2,6 2,980-21,-499 2,-284 21,-206 0,-22-1</inkml:trace>
  <inkml:trace contextRef="#ctx0" brushRef="#br0" timeOffset="-3269.697">3625 1741,'0'1,"0"-1,0 0,0 0,0 0,0 0,0 1,0-1,0 0,0 0,0 0,0 1,0-1,0 0,0 0,0 0,-1 1,1-1,0 0,0 0,0 0,0 0,0 0,0 1,0-1,-1 0,1 0,0 0,0 0,0 0,0 0,-1 1,1-1,0 0,0 0,0 0,0 0,-1 0,1 0,0 0,0 0,0 0,-1 0,1 0,0 0,0 0,0 0,-1 0,11 28,-7-21,10 34,-1 0,-3 2,-1-1,-2 1,-2 0,-2 35,-23 259,13-253,6-66,1-12,-1 0,1 0,1 1,-1-1,1 0,1 1,-1-1,1 0,0 1,0-1,1 0,-1 0,1 0,1 0,1 3,-1-7,1 0,-1-1,1 1,0-1,0 1,0-1,-1 0,1 0,0-1,0 1,0-1,0 0,0 0,1 0,-1-1,0 1,-1-1,1 0,0 0,0-1,0 1,0-1,-1 0,1 0,-1 0,3-2,8-2,32-7,1 1,0 3,0 2,1 1,-1 3,1 2,34 4,-22-2,176-3,-208-3,-12 0</inkml:trace>
  <inkml:trace contextRef="#ctx0" brushRef="#br0" timeOffset="-2909.13">3651 1688,'-2'-12,"1"-3,10 3,15 6,17 6,17 3,20 1,14 0,10-1,2 0,-5-2,-8 0,-14-1,-18 0,-18 2,-17 1</inkml:trace>
  <inkml:trace contextRef="#ctx0" brushRef="#br0" timeOffset="-2512.925">4574 1381,'-28'-65,"65"232,-8 2,-6 0,-7 23,1 694,-18-721,0-143,-1-18,-1-13,0-8</inkml:trace>
  <inkml:trace contextRef="#ctx0" brushRef="#br0" timeOffset="-2021.223">4560 1353,'0'-3,"0"0,-1 0,1 0,0 0,1 0,-1 0,0 0,1 0,0 0,0 0,0 1,0-1,0 0,0 0,1 1,-1-1,1 0,0 1,0 0,0-1,0 1,0 0,0 0,0 0,1 0,-1 1,1-1,0 1,-1-1,1 1,0 0,0 0,0 0,0 1,0-1,0 0,0 1,2 0,25-2,0 1,0 1,0 2,0 1,-1 1,1 2,15 5,-16-5,45 9,-1 3,-1 3,-1 4,-1 2,-1 3,-2 4,63 41,-110-61,0 1,-1 0,-1 1,0 2,-1 0,-1 0,-1 2,-1-1,-1 2,0 0,-2 1,0 0,-1 1,-2-1,2 9,-1 17,-2 0,-2 1,-3-1,-1 1,-3-1,-2 1,-2-1,-2 0,-2 0,-2-1,-2-1,-3 0,-10 21,14-34,-2 0,-1-1,-2-1,0 0,-2-1,-2-1,0-1,-2-1,-1-2,-1 0,-1-1,-2-2,0-1,-1-1,-28 14,16-16,-1-2,-1-2,0-2,-1-2,0-1,0-3,-1-1,0-3,0-2,-9-2,27 1,22-1,17 0,10 1</inkml:trace>
  <inkml:trace contextRef="#ctx0" brushRef="#br0" timeOffset="-1537.967">5883 2022,'-10'16,"0"0,1 1,0 0,2 0,0 1,1 0,0 0,2 1,-1 3,4-14,0 1,1 1,0-1,0 0,1 0,0 0,0 0,1-1,0 1,1 0,0-1,0 1,1-1,0 0,1 0,-1 0,2-1,-1 0,1 0,0 1,6 3,1-1,0 1,0-2,1 0,0-1,1 0,0-1,0-1,0 0,1-1,0-1,0 0,0-1,0-1,14 0,-26-1,0-1,0 1,0-1,0 0,0 0,0-1,-1 1,1-1,0 0,0 0,0 0,0-1,-1 1,1-1,-1 0,1 0,-1 0,0-1,1 1,-1-1,0 1,-1-1,1 0,0 0,-1-1,0 1,0 0,0-1,0 1,0-1,0-3,0-2,-1 1,0-1,-1 0,0 1,0-1,-1 1,0-1,-1 1,0-1,0 1,-1 0,0 0,0 0,-1 0,0 0,0 1,0 0,-1 0,-1 0,1 0,-1 1,0 0,-1 0,1 0,-1 1,0 0,0 1,-1-1,1 2,-1-1,0 1,0 0,-1 0,1 1,0 0,-1 1,1 0,-1 0,-8 1,14-1,0 1,-1 0,1 1,0-1,0 1,-1 0,1-1,0 1,0 0,0 1,0-1,0 1,0-1,0 1,0 0,1 0,-1 0,1 0,-1 1,1-1,0 1,0-1,0 1,0 0,1 0,-1 0,1 0,-1 0,1 0,0 0,0 0,1 1,-1-1,1 0,-1 0,1 1,0 1,9 21</inkml:trace>
  <inkml:trace contextRef="#ctx0" brushRef="#br0" timeOffset="-1161.709">6405 2289,'982'-13,"-902"13,1005 10,-1000-1,-76-6</inkml:trace>
  <inkml:trace contextRef="#ctx0" brushRef="#br0" timeOffset="-733.655">7488 1194,'16'22,"9"18,8 12,5 7,3 2,-1-2,-3-4,-6-8,-5-8,-7-10,-7-9</inkml:trace>
  <inkml:trace contextRef="#ctx0" brushRef="#br0" timeOffset="-541.161">7782 1166,'-20'23,"-15"19,-6 13,-5 9,2 5,6 2,9-1,10-14</inkml:trace>
  <inkml:trace contextRef="#ctx0" brushRef="#br0" timeOffset="-263.312">8089 1728,'22'-50,"-3"-1,-2-2,-3 1,2-20,-15 69,5-11,-4 33,-2 299,13-241,-5-54</inkml:trace>
  <inkml:trace contextRef="#ctx0" brushRef="#br0" timeOffset="5520.125">7701 3265,'30'-4,"32"-4,35-1,29-1,20 1,7 3,-1 1,-15 5,-26 4,-33 4,-29 0</inkml:trace>
  <inkml:trace contextRef="#ctx0" brushRef="#br0" timeOffset="2025.149">1672 4656,'279'10,"1128"-7,-1298-6,-103 5,-6 2</inkml:trace>
  <inkml:trace contextRef="#ctx0" brushRef="#br0" timeOffset="2460.752">3625 4175,'-7'20,"1"1,1 1,1-1,1 1,1-1,1 1,0 0,2 0,1-1,0 1,2 0,0-1,5 12,-5-11,77 466,-78-452,-2-20,1 0,0 1,1-1,1 0,0 0,1-1,1 1,2 2,-6-15,0 0,0 1,1-1,0 0,-1 0,1-1,0 1,0-1,1 1,-1-1,0 0,1 0,-1 0,1-1,0 1,0-1,-1 0,1 0,0 0,0 0,0-1,0 0,0 1,2-2,99-16,-84 11,79-14,0 5,1 5,0 3,88 7,-156 1</inkml:trace>
  <inkml:trace contextRef="#ctx0" brushRef="#br0" timeOffset="2805.48">3677 4201,'18'-4,"20"-2,22 0,18 1,17 4,12 2,7 1,-1 0,-7 0,-14-1,-14 0,-17-1,-17 2,-15 1</inkml:trace>
  <inkml:trace contextRef="#ctx0" brushRef="#br0" timeOffset="3109.985">4840 3787,'12'35,"-2"1,-1 1,-2-1,-1 2,-2 8,-3-38,22 299,-13 180,-6-133,-3-274,4 1,4-1,9 34,1-60,-13-52</inkml:trace>
  <inkml:trace contextRef="#ctx0" brushRef="#br0" timeOffset="3590.82">4921 3881,'43'-10,"0"2,1 2,0 2,0 2,0 2,0 2,0 2,-1 1,1 3,-1 1,0 3,1-2,0 1,-1 3,-1 1,0 3,-1 1,-1 2,0 1,-2 3,-1 1,-1 1,-1 3,-2 0,-1 2,-1 2,-2 0,12 22,-17-15,-2 0,-2 2,-2 1,-1 0,-3 1,-2 1,-1 0,-3 1,-1 0,-3 0,-2 0,-2 0,-2 1,-2-1,-7 32,5-48,-2 0,-1 0,-1-1,-1 0,-2-1,-1-1,-1 0,-2 0,0-2,-2 0,-1-1,-1-1,-1-1,-1-1,-1-1,-14 9,-5-4,-1-3,0-1,-2-2,-1-2,0-2,0-3,-2-1,0-3,0-1,0-3,-1-2,0-2,-30-4,-161 2,221 5,20-3,0-1,0 1,0-1,0 1,1-1,-1 1,0-1,0 1,0-1,0 1,0-1,1 1,-1-1,0 1,0-1,1 1,-1-1,0 0,1 1,-1-1,0 1,1-1,-1 0,1 0,-1 1,1-1,-1 0,1 0,-1 1,1-1,-1 0,1 0,-1 0,1 0,-1 0,1 0,-1 0,1 0,-1 0,1 0,-1 0,1 0,22 6</inkml:trace>
  <inkml:trace contextRef="#ctx0" brushRef="#br0" timeOffset="4028.994">6485 4669,'-6'1,"-1"0,1 0,-1 1,1 0,0 0,0 0,-1 1,1 0,1 0,-1 1,1-1,-1 1,1 1,0-1,0 1,1 0,-1 0,1 0,0 0,1 1,-1-1,1 1,0 0,1 0,-1 1,-1 5,1 1,0-1,1 1,1 0,0 0,0 0,1-1,1 1,0 0,1 0,0 0,1-1,0 1,1-1,1 0,0 0,0 0,1-1,1 0,0 0,0 0,1-1,0 0,1-1,0 0,1 0,0-1,0 0,1-1,0 0,0-1,2 1,0 0,1-1,0 0,0-1,0-1,1 0,0-1,0-1,-1 0,1-1,1-1,-1 0,7-1,-15 0,0 0,1 0,-1-1,0 0,0 0,-1-1,1 0,0 0,-1 0,0-1,0 0,0 0,0-1,-1 1,1-1,-1-1,0 1,-1-1,0 0,1 0,-2 0,1 0,-1-1,0 1,0-1,1-4,-2 3,0-1,-1 1,1-1,-2 0,1 1,-1-1,0 0,-1 1,0-1,-1 0,1 1,-2-1,1 1,-1 0,0 0,-1 0,0 0,0 0,-1 1,0 0,0 0,-1 0,1 1,-2-1,1 2,-1-1,0 0,-5-4,-1 1,0 1,0 0,0 0,-1 2,0-1,0 2,-1 0,0 1,1 0,-2 1,1 1,0 0,0 1,-2 1,9 0,0 1,1 1,-1-1,1 1,-1 0,1 1,0 0,0 0,0 0,0 1,1 0,-1 0,-1 3,6-6,0 1,0 0,0 0,0 0,0 0,0 0,1 1,-1-1,1 1,-1-1,1 1,0-1,0 1,0 0,0-1,1 1,-1 0,1 0,-1 0,1-1,0 1,0 0,1 0,-1 0,0 0,1-1,0 1,0 0,0 0,0-1,0 1,0-1,0 1,1-1,0 0,1 3,32 29,8-5</inkml:trace>
  <inkml:trace contextRef="#ctx0" brushRef="#br0" timeOffset="4354.563">7020 4909,'517'-31,"-396"24,960-32,-977 42,1 4,31 10,-108-12,-18-1,-15-2,-9-1</inkml:trace>
  <inkml:trace contextRef="#ctx0" brushRef="#br0" timeOffset="4691.659">7995 3613,'5'23,"5"20,11 18,11 11,9 6,8 0,6-4,0-8,-7-10,-10-13,-10-11,-14-11,-8-9</inkml:trace>
  <inkml:trace contextRef="#ctx0" brushRef="#br0" timeOffset="4949.724">8343 3653,'-14'7,"-13"14,-11 14,-11 15,-8 13,-4 11,2 5,6-1,13-5,13-16</inkml:trace>
  <inkml:trace contextRef="#ctx0" brushRef="#br0" timeOffset="5227.388">8531 4214,'3'7,"0"0,1-1,0 0,0 1,0-1,1-1,0 1,0-1,1 0,-1 0,1 0,0-1,1 0,-1 0,1 0,-1-1,1 0,0-1,0 1,0-1,1-1,-1 1,0-1,1 0,-1-1,1 0,-1 0,1-1,-1 0,0 0,1 0,-1-1,0 0,0-1,0 1,0-2,-3 2,0-1,0 0,-1 0,1 0,-1-1,1 1,-1-1,0 0,-1 0,1 0,-1 0,1 0,-1-1,0 1,-1-1,1 1,-1-1,0 0,0 0,-1 1,1-1,-1 0,0 0,0 0,-1 1,1-1,-1 0,0 0,0 1,-1-1,0 0,1 1,-2 0,1-1,0 1,-1 0,0 0,0 0,0 1,0-1,0 1,-1-1,0 1,1 0,-1 1,-3-3,-4 3,-1 1,1 0,0 1,0 0,0 1,0 0,-1 0,1 1,1 1,-1 0,0 0,1 1,-1 1,1 0,0 0,1 1,-1 0,1 0,-6 7,-92 72,88-65</inkml:trace>
  <inkml:trace contextRef="#ctx0" brushRef="#br0" timeOffset="9444.631">9145 4924,'95'16,"1"-3,0-4,0-5,54-5,-85 1,162 6,-224-7,-1 0,1 0,0 0,-1 0,1-1,-1 0,1 1,-1-1,0 0,0 0,0 0,0 0,0-1,0 1,-1 0,1-1,-1 1,1-1,-1 0,0 1,0-1,0 0,0 0,-1 0,1 0,-1 0,0 1,0-1,0 0,0 0,0 0,-1 0,1 0,-1 0,-1-2,3-9,-1-548,0 19,-20 378,19 130,7 33</inkml:trace>
  <inkml:trace contextRef="#ctx0" brushRef="#br0" timeOffset="10316.654">10001 3881,'-7'-55,"1"-1,4 1,2-39,-1-48,-4 63,1 41,1-1,1 1,3-1,1 0,2 1,1 0,3 0,4-14,-12 50,1 1,-1-1,0 1,1-1,-1 1,1 0,-1-1,1 1,0 0,0-1,0 1,-1 0,1 0,0 0,0 0,0 0,1 0,-1 0,0 0,0 0,1 0,-1 0,0 1,1-1,-1 1,0-1,1 1,-1 0,1-1,-1 1,1 0,-1 0,1 0,-1 0,1 0,-1 0,1 1,134 20,381-13,-348-9,-98 0,10-1,0 4,-1 3,68 14,-56 14,-73-18</inkml:trace>
  <inkml:trace contextRef="#ctx0" brushRef="#br0" timeOffset="11155.54">8584 2250,'0'-1,"0"1,-1 0,1 0,-1 0,1-1,0 1,-1 0,1 0,0-1,-1 1,1 0,0-1,-1 1,1 0,0-1,0 1,0-1,-1 1,1 0,0-1,0 1,0-1,0 1,0 0,0-1,0 1,0-1,0 1,0-1,0 1,0-1,0 1,0 0,0-1,0 1,0-1,1 1,-1 0,0-1,0 1,0-1,1 1,-1 0,0-1,1 1,-1 0,0-1,0 1,1 0,-1 0,1-1,-1 1,0 0,1 0,-1 0,1-1,-1 1,1 0,31-5,-30 5,361-7,1117-28,-402 46,-989-6,-89-5,0 0,-1 1,1-1,0 0,0 1,0-1,-1 0,1 1,0-1,0 0,0 1,0-1,0 1,0-1,0 0,0 1,0-1,0 1,0-1,0 0,0 1,0-1,0 1,0-1,0 0,0 1,1-1,-1 0,0 1,0-1,0 0,1 1,-1-1,0 0,0 1,1-1,-1 0,0 0,1 1,-1-1,0 0,1 0,-1 0,0 0,1 1,-1-1,1 0,-1 0,0 0,1 0,-1 0,1 0,-1 0,0 0,1 0,-1 0,0 0,1 0,-1 0,1 0,-1-1,0 1,1 0,-1 0,0 0,1-1,-1 1,0 0,-9 4</inkml:trace>
  <inkml:trace contextRef="#ctx0" brushRef="#br0" timeOffset="11576.012">11538 1661,'11'41,"19"87,-6 1,-6 1,-5 0,-4 119,-11 419,-2-450,4-213,-2 71,3-1,4 1,9 44,-12-113,-1-8</inkml:trace>
  <inkml:trace contextRef="#ctx0" brushRef="#br0" timeOffset="12113.446">11525 1608,'1'-7,"0"1,0-1,0 1,1-1,0 1,0 0,1-1,0 1,0 0,0 1,1-1,0 1,0-1,0 1,1 0,-1 1,1-1,1 1,-1 0,0 0,1 1,0-1,0 1,3-1,15-2,0 1,0 0,0 2,0 1,0 1,1 1,-1 2,0 0,0 1,0 1,0 2,20 7,40 9,-1 5,-2 3,-1 3,-2 4,-1 3,-2 4,-2 2,-3 4,7 10,-38-27,0 2,-3 2,-1 1,-2 1,-1 2,10 21,-27-39,-2 2,0-1,-2 2,-1-1,-1 2,-1-1,-1 1,-1 0,-2 0,-1 1,0 0,-3 22,-7-5,-1 1,-3-2,-2 0,-1 0,-3-1,-1-1,-2-1,-2 0,-1-2,-3 0,-1-2,-1-1,-11 8,-26 31,-3-3,-3-2,-3-4,-3-3,-2-4,-3-3,-3-4,-1-3,-3-5,-90 32,151-66</inkml:trace>
  <inkml:trace contextRef="#ctx0" brushRef="#br0" timeOffset="12769.903">13317 2263,'-16'10,"0"2,1 0,0 1,1 0,1 1,0 0,1 2,0-1,1 1,1 1,1 0,0 0,1 1,1 0,1 0,1 1,-2 10,6-22,1 0,0 0,0 0,1 0,-1 0,2 0,-1-1,1 1,0 0,0 0,1-1,0 0,0 1,0-1,1 0,0 0,0-1,1 1,0-1,-1 0,2 0,-1-1,1 0,-1 1,5 0,5 5,2-2,-1 0,1-1,0-1,0 0,1-2,0 0,0 0,7-1,-6-1,0 0,0-1,0-1,0-1,0 0,0-2,0 0,0-1,-1-1,0 0,0-2,0 0,0-1,-1-1,5-4,-16 9,-1 0,0-1,-1 1,1-1,-1 0,0 0,0 0,-1-1,1 1,-1-1,0 0,-1 0,0 0,0-1,0 1,0 0,-1-1,0 1,-1-1,1 1,-1-1,0 1,-1-1,0 1,0-1,0 1,-1-1,0 1,0 0,0 0,-1 0,0 0,0 1,-4-6,-1-1,-1 1,0 0,0 0,-1 1,0 0,-1 1,0 0,-1 1,0 0,0 1,-1 0,0 1,0 0,0 1,-1 1,1 0,-1 1,0 0,0 1,0 1,-1 0,1 1,0 0,-7 2,13 0,1 0,-1 0,1 0,0 1,0 0,0 1,0 0,1 0,0 0,-1 1,1 0,1 0,-2 1,5-4,0 1,0-1,0 0,0 1,0-1,1 1,-1 0,1 0,0-1,-1 1,1 0,1 0,-1 0,0 0,1 0,-1 0,1 1,0-1,0 0,0 0,1 0,-1 0,1 0,0 0,-1 0,1 0,1 0,-1 0,0 0,1-1,-1 1,1-1,1 2,30 28,7-6</inkml:trace>
  <inkml:trace contextRef="#ctx0" brushRef="#br0" timeOffset="13123.383">13838 2516,'16'-2,"19"-1,21 0,22 1,21 0,15 1,10 1,-1 0,-5 0,-12 0,-19 0,-19 0,-20 0,-20-2,-19-1,-16-2,-7 0</inkml:trace>
  <inkml:trace contextRef="#ctx0" brushRef="#br0" timeOffset="18684.52">563 6367,'22'25,"22"24,15 20,8 14,0 8,-5 6,-9-1,-8-5,-12-10,-11-12,-11-18,-5-16</inkml:trace>
  <inkml:trace contextRef="#ctx0" brushRef="#br0" timeOffset="18948.891">1017 6461,'0'-14,"0"-6,-2 4,-8 16,-11 27,-15 31,-16 31,-15 28,-7 16,0 8,10-5,16-16,16-27</inkml:trace>
  <inkml:trace contextRef="#ctx0" brushRef="#br0" timeOffset="19291.844">1271 7223,'-2'-3,"-1"0,1 0,0 0,1 0,-1 0,0-1,1 1,-1 0,1-1,0 1,0-1,1 1,-1-1,1 0,0 1,0-1,0 1,0-1,0 0,1 1,0-1,0 1,0-1,0 1,0-1,1 1,-1 0,1 0,0 0,0-1,8-5,1 0,0 1,0 0,0 1,1 0,0 1,1 0,-1 1,1 1,0 0,0 0,0 1,1 1,-1 0,1 1,2 0,-9 0,0 0,1 0,-1 1,0 0,1 0,-1 0,1 1,-1 0,0 1,1 0,-1 0,0 0,0 1,-1 0,1 1,0-1,-1 1,0 0,0 1,0-1,-1 1,1 0,-1 1,0 0,-1-1,1 1,-1 1,0-1,-1 1,0 3,0-1,-1 0,-1 1,1-1,-2 1,1-1,-1 1,-1 0,0-1,0 1,-1-1,0 0,0 1,-3 5,-61 123,-128 126,186-254,-22 48,31-56,0-1,0 1,0-1,-1 1,1-1,1 0,-1 1,0-1,0 0,0 1,1-1,-1 0,1 0,-1 0,1-1,-1 1,1 0,0 0,-1-1,1 1,0-1,-1 1,1-1,0 0,0 0,-1 0,1 0,0 0,0 0,-1 0,3-1,26 0,0-1,-1-2,1-1,-1-1,23-9,-31 10,68-20,-9 1</inkml:trace>
  <inkml:trace contextRef="#ctx0" brushRef="#br0" timeOffset="21941.313">2728 6849,'683'-9,"698"-2,501 2,-1203 10,1357-46,-991-2,100-12,-470 18,-135 18,-174 11,419-15,-403 14,-364 13,1 1,0-1,0-1,0-1,0-1,0 0,-1-1,1-1,-3 0,-13 4,0 1,0-1,0 1,0-1,0 0,0 0,-1 0,1 0,0 0,-1-1,1 0,-1 1,1-1,-1 0,0 0,0 0,0 0,0 0,0-1,0 1,0-1,-1 1,1-1,-1 0,0 1,1-3,-11-105,2 67,-28-196,-11 1,-17-22,59 244,-39-136,8-1,-16-156,34 94,-26-223,42 430,-16-100,6 0,3-20,23-324,-12 359,-2 91,1 0,-1 1,1-1,0 1,-1-1,1 1,0 0,0 0,0-1,0 2,0-1,1 0,-1 0,0 1,0-1,0 1,1-1,-1 1,0 0,0 0,1 0,-1 0,1 1,8-2,171-9,67 10,-115 1,597 0,-661-9,-62 2</inkml:trace>
  <inkml:trace contextRef="#ctx0" brushRef="#br0" timeOffset="22680.711">14813 2477,'329'-13,"-282"12,64-1,1 4,33 9,-131 1,-13-10</inkml:trace>
  <inkml:trace contextRef="#ctx0" brushRef="#br0" timeOffset="23192.527">15589 1982,'1'-9,"1"31,30 185,9 56,-8 52,-23 46,-17 16,4-256,11 138,-10-249,-6-34,1-4,0-1</inkml:trace>
  <inkml:trace contextRef="#ctx0" brushRef="#br0" timeOffset="24199.093">15495 2009,'16'-11,"0"0,0 2,1 0,0 0,1 2,0 0,0 1,0 1,1 0,0 2,0 0,0 1,0 1,0 1,0 0,4 2,53 1,0 4,-1 2,0 4,-1 3,0 3,-2 4,0 3,-2 2,-1 4,-1 3,-3 3,31 24,-65-42,-1 1,-1 1,-1 2,-1 1,-1 1,-1 2,-2 0,-1 1,-1 1,-1 2,-2-1,-1 2,-2 1,-1 0,9 35,-17-32,-1-1,-2 1,-1 0,-2 0,-2 0,-1 0,-2 0,-1-1,-2 0,-3 5,-11 28,-2-1,-4-1,-2-2,-29 46,32-62,-2-2,-1-1,-3-1,-2-1,-1-2,-3-2,-1-2,-1-1,-3-2,0-2,-2-2,-2-2,-1-3,0-1,-46 15,3-15,-1-4,-1-4,-54 1,140-17,6 0,1-1,-1 1,0 0,0-1,0 1,0-1,0 0,1 0,-1 0,0 0,0 0,0 0,0 0,0-1,0 1,1-1,-1 1,0-1,0 0,1 1,-1-1,0 0,1 0,-1 0,1-1,-1 1,1 0,-1 0,1-1,0 1,0-1,0 1,0-1,0 0,0 0,-10-46,10 38,-1 1,0-1,0 1,-1 0,0 0,-1 0,0 0,0 1,-6-8,-18-3,35 11,4 3</inkml:trace>
  <inkml:trace contextRef="#ctx0" brushRef="#br0" timeOffset="25276.887">17206 2891,'505'-26,"-282"16,1022-8,-631 15,-444 0,34-9,-167 3,-34-1,-75-9,21 9</inkml:trace>
  <inkml:trace contextRef="#ctx0" brushRef="#br1" timeOffset="36322.364">17367 271,'-19'-23,"-1"2,-1 0,-1 1,-1 1,0 1,-1 1,-1 1,-1 2,0 0,-1 2,0 1,-1 1,-7-1,-22-3,0 3,-1 3,0 2,0 3,-1 2,-17 4,36 1,0 2,0 2,1 2,0 2,1 1,0 1,-29 17,-42 28,-89 63,163-101,1 2,1 1,1 2,2 1,0 1,2 2,1 1,2 0,1 2,-3 8,-26 68,5 2,5 2,4 1,-2 36,36-135,-93 415,45-202,9 2,4 67,39-288,-16 178,8 161,44-94,-10-115,-9-11,-11-63,3-1,3 0,3-1,2 0,4-2,26 59,-7-51,4-1,2-3,27 27,28 41,9 28,-65-90,4-2,2-2,3-2,3-3,21 16,-21-34,2-3,2-3,1-2,1-3,2-2,1-4,2-2,0-3,2-3,0-3,0-3,2-4,-1-2,1-3,43-5,-43-2,-1-3,0-3,-1-3,0-3,-1-2,-1-4,-1-3,0-3,-2-2,43-29,-30 9,-2-4,-3-2,-2-4,-3-2,-3-4,-2-2,-3-3,-4-2,20-38,15-23,-6-4,-6-4,-7-3,-5-3,-8-2,-5-3,-8-2,15-100,-25-16,-11-2,-12-1,-14-62,1 205,-7 0,-11-43,12 125,-3 0,-2 1,-2 1,-2 0,-2 1,-2 0,-23-37,18 42,0 1,-3 1,-1 1,-2 1,-1 2,-2 2,-1 0,-2 3,-1 1,0 1,-3 3,0 1,-1 2,-1 2,-37-11,-6 9,-1 5,0 4,-1 3,-27 3,-372 3,477 2,0-1,0 0,0 0,1-1,-1 0,1-1,-1 0,1-1,-6-4,-6-1,-83-63,85 57,0 1,-1 1,0 1,-2 1,1 1,-1 1,-1 0,0 2,0 1,0 0,-1 2,0 1,0 1,-19 0,-94-3,108 8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5:31.20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1 832,'164'22,"179"6,34-15,-306-11,64 0,-136-2</inkml:trace>
  <inkml:trace contextRef="#ctx0" brushRef="#br0" timeOffset="434.19">67 1486,'227'12,"-182"-12,677-8,-694 8,0 1,0 2,0 0,-1 2,1 1,-1 1,0 2,6 3,-29-13,-9-4</inkml:trace>
  <inkml:trace contextRef="#ctx0" brushRef="#br0" timeOffset="842.343">1297 257,'-8'46,"10"13,1 0,11 53,-4-37,26 277,-11 115,-23-219,-15 85,11-301,-2 0,-1 0,-1-1,-7 17,3-23,10-26,0 1,0 0,0-1,0 1,0 0,0-1,0 1,0 0,0-1,0 1,0 0,0-1,0 1,0 0,-1-1,1 1,0 0,0-1,0 1,0 0,-1 0,1-1,0 1,0 0,-1 0,1-1,0 1,0 0,-1 0,1 0,0 0,0-1,-1 1,1 0,0 0,-1 0,1 0,0 0,-1 0,1 0,0 0,-1 0,1 0,0 0,-1 0,1 0,0 0,-1 0,1 0,0 0,-1 0,1 1,0-1,-1 0,1 0,0 0,0 1,-1-1,1 0,0 0,0 0,-1 1,1-1,-1-28,2-6</inkml:trace>
  <inkml:trace contextRef="#ctx0" brushRef="#br0" timeOffset="1401.377">1257 270,'14'-8,"0"1,1 0,0 1,0 1,0 0,1 1,-1 1,1 0,0 2,11-1,-16 1,64-8,0 3,1 4,0 2,0 4,-1 4,0 3,-1 3,58 19,-100-23,0 1,-1 2,-1 1,0 2,-1 0,0 2,-2 2,0 0,-1 2,-1 0,-2 2,0 1,-1 1,-2 0,0 2,-2 0,-1 1,-2 1,-1 1,4 12,-7-4,-2 1,-2 1,-1-1,-2 1,-2 0,-2 0,-1 0,-3 0,-1-1,-2 1,-1-1,-12 30,1-13,-3 0,-2-2,-2-1,-2-1,-3-2,-3-1,-1-1,-19 18,21-31,-1 0,-2-3,-1-1,-2-1,-1-2,-1-2,-2-2,0-2,-2-2,0-1,-1-3,-1-2,-1-1,-39 4,-7-4,-1-4,0-4,-82-7,126-8,45 3</inkml:trace>
  <inkml:trace contextRef="#ctx0" brushRef="#br0" timeOffset="2085.783">2808 1059,'-12'11,"1"0,0 0,1 2,0-1,1 1,0 1,1-1,1 1,0 1,1-1,0 1,-2 10,6-16,0 0,1-1,-1 1,2 0,-1 0,1 0,0 0,1 0,0 0,1 0,0 0,0 0,1-1,0 1,0-1,1 0,0 0,1 0,0 0,0-1,0 0,5 5,-1-4,1 1,1-2,-1 1,1-1,0-1,1 0,0-1,0 0,0 0,0-2,0 1,1-2,0 1,0-2,-1 0,1 0,0-1,0-1,0 0,0-1,0 0,-1-1,1 0,-1-1,0-1,0 0,0 0,-1-1,0-1,0 0,-1 0,1-1,-1 0,-1-1,0 0,0-1,-1 0,0 0,-1-1,0 0,-1 0,0 0,0-1,-1 0,-1 0,0 0,0-3,-3 6,1 0,-1 0,0 0,-1 0,0-1,-1 1,0 0,0 0,-1 0,0 0,0 0,-1 0,0 0,-1 1,0-1,-1 1,1 0,-1 1,-1-1,1 1,-1 0,-1 0,1 1,-1-1,-1 2,1-1,-1 1,1 0,-2 0,1 1,0 0,-1 1,0 0,1 0,-1 1,0 0,-9 0,10 2,0 0,-1 1,1 0,0 1,0 0,0 0,0 1,0 0,1 0,-1 1,1-1,0 2,0-1,-4 5,8-8,0 1,1 0,0 1,-1-1,1 0,0 1,0-1,0 1,0 0,1 0,-1-1,1 1,-1 0,1 0,0 1,0-1,1 0,-1 0,1 0,-1 1,1-1,0 0,0 0,1 1,-1-1,1 0,-1 0,1 0,0 0,0 1,0-1,1-1,-1 1,1 0,0 0,-1 0,2 0,22 26</inkml:trace>
  <inkml:trace contextRef="#ctx0" brushRef="#br0" timeOffset="2334.13">3516 1220,'23'0,"28"0,28-3,25-2,21-1,11 0,3 2,-6 2,-15 0,-19 1,-26 1,-24 0</inkml:trace>
  <inkml:trace contextRef="#ctx0" brushRef="#br0" timeOffset="2894.49">4599 591,'7'8,"-2"-1,1 1,-1 1,0-1,-1 1,0 0,-1 0,1 0,-2 0,1 0,0 10,2-1,22 122,-5 2,-7 0,-6 8,21 185,-28-317,18 55,-17-72,0 1,1 0,-1-1,1 1,-1-1,1 0,-1 0,1-1,0 1,0-1,-1 0,1 1,0-2,-1 1,1 0,0-1,0 0,-1 0,1 0,-1 0,1 0,-1-1,2-1,10-1,115-27,1 5,2 6,71 0,34 14,-167-2,-59 0</inkml:trace>
  <inkml:trace contextRef="#ctx0" brushRef="#br0" timeOffset="3187.413">4733 724,'2'-13,"12"-5,18-2,23 3,26 4,23 5,18 3,12 2,2 3,-6 0,-17 1,-22 0,-25-1,-23 3,-24 1,-15-1</inkml:trace>
  <inkml:trace contextRef="#ctx0" brushRef="#br0" timeOffset="3545.519">5976 56,'-2'92,"73"399,-40-275,-10 1,-9 0,-10 1,-24 206,0-298,22-124,0 0,0-1,-1 1,1 0,0-1,0 1,-1-1,1 1,-1-1,1 1,-1-1,0 0,0 1,1-1,-1 0,0 1,0-1,0 0,0 0,-1 0,1 0,0 0,0 0,-1 0,1-1,0 1,-1 0,0 0,-9-7</inkml:trace>
  <inkml:trace contextRef="#ctx0" brushRef="#br0" timeOffset="8994.945">6217 136,'-157'-104,"130"86,28 17,0-1,0 1,0 0,0 0,0 1,0-1,0 0,0 0,1 0,-1 1,0-1,1 1,-1-1,0 1,1-1,-1 1,1 0,-1 0,0 0,1 0,-1 0,1 0,-1 0,1 0,-1 0,2 1,-2-1,91 0,1 4,46 11,-78-8,0 4,-1 2,0 2,-1 4,49 22,-73-26,-1 3,-1 0,0 3,-2 0,0 2,-2 1,0 2,-2 0,-1 2,1 4,-3 0,-2 0,-1 1,-2 1,-2 1,0 0,-3 1,-1 1,-1 0,-3 1,-1 0,-1 1,-2-1,-2 1,-2 0,-1 0,-3 0,0 0,-3 0,-1-1,-2 0,-1 0,-2-1,-2-1,-2 2,-14 18,-3 0,-2-2,-3-2,-2-1,-2-2,-2-2,-2-2,-2-2,-38 25,59-46,-2-1,0-1,-1-2,-1-1,-1-1,0-2,-1-1,0-1,-1-2,-22 3,30-12,1-1,-1-1,1-1,-1-1,-4-2,-19-3,48 8,0 0,0 0,0 0,0 0,1 0,-1 0,0 0,0 0,0 0,1-1,-1 1,0 0,0-1,0 1,1-1,-1 1,0 0,1-1,-1 0,0 1,1-1,-1 1,1-1,-1 0,1 1,-1-1,1 0,-1 0,1 1,0-1,0 0,-1 0,1 0,0 1,0-1,0 0,0 0,0 0,0 0,0 0,0 1,0-1,0 0,0 0,0 0,1 1,-1-1,5-16</inkml:trace>
  <inkml:trace contextRef="#ctx0" brushRef="#br0" timeOffset="9498.308">7447 939,'-12'187,"12"-180,0 0,0 0,0 0,1 0,0 0,0-1,1 1,0 0,0-1,1 1,-1-1,2 1,-1-1,0 0,1-1,0 1,1-1,-1 1,1-1,0-1,0 1,1-1,-1 0,1 0,0 0,0-1,0 0,1 0,-1 0,1-1,-1 0,1 0,0-1,0 0,0 0,0-1,0 0,0 0,-2-1,1 0,0 0,-1 0,1-1,-1 0,0 0,0-1,0 1,0-1,0 0,0-1,-1 1,1-1,-1 0,0 0,0 0,0 0,-1-1,0 0,0 1,0-1,0-1,-1 1,0 0,0 0,0-1,0-2,0-1,0-1,0 1,-1-1,0 0,-1 0,0 1,-1-1,0 0,0 0,-1 1,0-1,-1 1,0 0,-1-1,-3-5,3 6,-1 0,0 0,0 1,-1-1,0 2,-1-1,0 0,0 1,0 1,-1-1,0 1,0 1,-1-1,1 1,-1 1,-1-1,1 2,0-1,-1 1,0 1,-2-1,8 4,-1-1,1 1,0 0,0 0,0 1,0-1,0 1,0 0,0 0,0 0,1 1,-1-1,1 1,0 0,0 0,0 0,0 0,0 1,0-1,1 1,0-1,0 1,0 0,0 0,1 0,-1 0,1 0,0 1,0-1,1 0,-1 0,1 1,0-1,0 0,0 1,1-1,-1 0,1 0,0 1,0-1,2 3,19 31,6-5</inkml:trace>
  <inkml:trace contextRef="#ctx0" brushRef="#br0" timeOffset="9774.524">8021 1152,'16'-2,"21"-4,30-2,30 0,30-1,29 1,16 2,10 2,-5 4,-11 4,-21 4,-25 2,-27 3,-27-2,-31-2,-28-3,-30-4,-10-4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5:58.29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322 121,'2'0,"-1"-1,0 1,1-1,-1 0,0 0,0 0,0 1,0-1,0 0,0 0,0-1,0 1,0 0,0 0,0 0,-1-1,1 1,-1 0,1-1,-1 1,1 0,-1-1,0 1,1-1,-1 1,0 0,0-1,0 1,0-1,0 1,-1-1,1 1,0 0,-1-1,1 1,-1 0,1-1,-1 1,0 0,1-1,-1 1,0 0,0 0,0 0,0 0,0 0,0 0,0 0,0 0,-1 0,1 1,0-1,0 0,-2 0,-10-4,0 1,-1 0,1 1,-1 0,0 1,1 1,-1 0,0 1,0 0,0 1,-8 2,17-3,0 1,1 0,-1 0,1 1,-1 0,1-1,0 1,0 1,0-1,0 1,0-1,0 1,0 0,1 1,0-1,0 0,0 1,0 0,0 0,1 0,-1 0,1 0,0 0,0 1,1-1,-1 3,-8 11,2 1,0 0,1 0,1 1,1 0,1 0,0 0,1 0,2 1,0-1,1 1,1-1,1 2,3-9,0-1,1 0,0 0,1-1,0 1,1-2,1 1,-1-1,1 0,1-1,0 0,0 0,1-1,2 0,-9-4,6 3,0 0,0-1,0 0,1-1,-1 0,2 0,-1-1,0 0,1-1,-1-1,1 0,0 0,0-1,0-1,6 0,-17 0,13 1,0 0,0-1,1-1,-1 0,0-1,0 0,-1-1,1 0,-1-2,1 1,-1-2,0 0,7-4,-7-1,-1 0,0-1,-1 0,0-1,-1 0,0 0,-1-1,-1-1,0 1,-1-1,0-1,-2 1,1-1,-2 0,0 0,-1-1,-1 1,-1-1,0 1,-1-1,0 0,-2-5,-1 11,-1 1,1 0,-2 0,1 1,-1-1,-1 1,0 0,0 0,-1 1,0 0,0 0,-1 0,0 1,0 0,-1 1,0 0,0 0,0 1,-1 0,0 1,0 0,-6-2,1 1,1 1,-1 0,0 1,0 0,-1 2,1-1,0 2,-1 0,1 1,0 0,-2 2,17-3,-12 2,1 0,0 1,-1 0,1 1,1 1,-1-1,1 2,0-1,0 2,0-1,1 1,0 0,0 1,1 1,-1 3,1 2,1-1,0 1,1 0,1 0,0 1,1 0,0 0,2 0,-1 0,2 0,0 0,1 1,0-1,1 0,1 1,-2 3,0-9,0-1,1 0,0 0,1 1,-1-1,2 0,-1 0,1 0,1-1,0 1,0-1,0 0,1 0,0 0,1-1,0 1,0-1,0-1,1 1,0-1,0 0,1-1,0 0,0 0,0 0,4 0,0 0,0 0,0-1,0 0,1-1,-1 0,1-1,0-1,0 0,0 0,-1-2,1 1,0-2,0 0,0 0,-1-1,1-1,-1 0,0 0,0-2,-1 1,1-1,-1-1,-1 0,9-7,-5 0,0-1,-1 0,0-1,-1 0,-1-1,-1-1,0 1,-2-2,1-1,-5 10,0 0,-1 0,-1 0,0-1,0 1,-1-1,0 1,-1-1,0 1,0-1,-1 1,-1 0,0-1,0 1,-1 0,-1 0,1 0,-2-2,-70-108,70 114,1 1,-1-1,0 1,-1 0,1 1,-1-1,0 1,0 0,-1 1,1-1,-1 1,0 0,1 1,-1 0,0 0,-1 0,1 1,0 0,0 1,0-1,-3 1,-127 1,128 2,1-1,-1 1,1 1,0 0,1 0,-1 0,1 1,0 0,0 0,0 1,0 0,1 0,0 1,1 0,-2 1,-73 140,40-30,37-99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6:02.78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1,'0'0,"0"0,-1-1,1 1,-1 0,1 0,0 0,-1 0,1 0,-1 0,1 0,-1 0,1 0,-1 0,1 0,0 1,-1-1,1 0,-1 0,1 0,0 0,-1 1,1-1,-1 0,1 0,0 1,-1-1,1 0,0 1,0-1,-1 0,1 1,0-1,0 1,-1-1,1 0,0 1,0-1,0 1,0-1,0 0,0 1,0-1,0 1,0-1,0 1,0-1,0 1,0-1,0 0,0 1,0-1,0 1,0-1,0 0,1 1,-1-1,0 1,0-1,1 0,-1 1,0-1,0 0,1 1,-1-1,-2 82,3 0,9 56,-6-87,30 435,-16-361,-16-122,1-1,-1 1,1-1,0 1,0-1,0 0,1 0,-1 0,0 0,1-1,-1 1,1-1,0 0,-1 0,1 0,0-1,-1 1,1-1,0 0,0 0,0 0,-1-1,1 1,0-1,0 0,-1 0,1 0,-1 0,3-2,3 1,235-62,-143 49,1 4,70 3,-129 6,304-5,-343 7,-3 1,-1-1,1 1,0-1,-1 0,1 1,0-1,-1 0,1 0,0 1,0-1,-1 0,1 0,0 0,0 0,-1 0,1 0,0 0,0 0,-1 0,1 0,0 0,0-1,-1 1,1 0,0 0,-1-1,1 1,0-1,-1 1,1 0,0-1,-1 1,1-1,-1 0,1 1,-1-1,1 1,-1-1,0 0,1 1,-1-1,0 0,1 1,-1-1,0 0,0 0,0 1,1-1,-1 0,-10-7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6:03.3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13,'0'0,"1"-1,-1 0,1 0,-1 0,1 0,0 1,-1-1,1 0,0 1,0-1,-1 0,1 1,0-1,0 1,0-1,0 1,0-1,0 1,0 0,0 0,0-1,-1 1,1 0,0 0,0 0,0 0,0 0,0 0,0 0,0 1,0-1,0 0,0 0,0 1,9-1,740-2,-416 2,-329 4,-9 8,6-8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6:04.04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1,'35'354,"-16"3,-24 301,-4-440,0 13,10 19,12-110,-19-119,-1-24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6:04.80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1 126,'5'-8,"0"0,1 1,0 0,1 0,0 0,0 1,0 0,0 0,1 1,0 0,1 0,-1 1,1 0,-1 0,1 1,8-2,15-2,1 1,-1 1,1 1,7 2,19-2,-1 3,1 2,-1 3,0 2,0 3,0 3,-1 2,-1 2,-1 3,0 2,-2 2,0 3,-2 2,34 25,-32-10,-2 2,-2 2,-2 2,-2 3,-2 1,-3 2,-2 2,-3 1,-2 2,13 35,-29-56,-1 2,-1 0,-3 0,-1 1,-3 0,-1 1,-2 0,-1 0,-3 0,-2 1,-1-1,-3 0,-1 0,-2-1,-3 6,-12 17,-2-1,-2-1,-4-1,-2-2,-3-1,-2-2,-3-2,-2-1,-2-2,-22 16,34-34,-1-1,-2-1,-1-3,-1 0,-2-3,-1-1,0-2,-2-2,-1-2,0-2,-1-1,-1-3,-35 5,-3-9,-1-3,-24-5,3 1,85-3,21 1,0-1,0 0,1 0,-1 0,0 0,0 0,1 0,-1 0,1 0,-1 0,1 0,-1 1,1-1,-1 0,1 0,0 0,-1 1,1-1,0 1,0-1,0 0,-1 1,1-1,0 1,0 0,0-1,0 1,0 0,0-1,0 1,0 0,0 0,0 0,0-1,57-31,-30 15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6:05.67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113 115,'-9'11,"0"1,1 0,0 1,1 0,1 0,0 1,0-1,2 1,-1 0,2 1,0-1,1 1,0-1,1 1,1 0,0-1,1 1,1 0,0-1,1 1,1 3,-1-11,1 0,0 0,0-1,0 1,1-1,-1 0,2 0,-1 0,1-1,-1 0,2 0,-1 0,0-1,1 0,0 0,0-1,0 1,0-2,1 1,0-1,11 4,1-2,-1-1,1 0,0-1,0-1,0-1,7-2,-7 1,0-2,1 0,-2-1,1-1,0-1,-1-1,11-6,-21 10,-1-2,0 1,0-1,-1 0,0 0,0-1,0 0,0 0,-1-1,0 1,0-1,-1-1,0 1,0-1,-1 0,0 0,0 0,0-3,-1-2,1 1,-2-1,0 0,0 1,-2-1,1 0,-1 0,-1 0,-1 0,1 1,-2-1,0 0,0 1,-2 0,1 0,-1 0,-1 0,0 1,-1 0,0 0,0 1,-1 0,-1 0,0 1,0 0,-1 0,0 1,0 0,-1 1,0 0,-4-1,-1 3,-1 0,0 1,0 0,0 1,-1 2,1-1,-1 2,1 0,-1 1,1 1,0 1,0 0,0 1,0 1,0 1,1 0,0 1,0 1,1 0,0 1,0 1,1 0,-4 5,11-8,0 1,1 0,0 1,0 0,1-1,0 2,0-1,1 1,0-1,1 1,0 0,1 0,0 1,0-1,1 6,0-11,1 1,0 0,0 0,1 0,-1-1,1 1,1 0,-1-1,1 1,0-1,0 1,1-1,-1 0,1 0,0 0,1 0,-1-1,1 1,0-1,0 0,0 0,1 0,-1-1,1 0,0 0,0 0,5 2,18 6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6:07.45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55,'0'0,"0"-1,0 1,0-1,0 1,0 0,0-1,0 1,0-1,1 1,-1-1,0 1,0 0,0-1,1 1,-1 0,0-1,0 1,1 0,-1-1,0 1,1 0,-1-1,0 1,1 0,-1 0,0-1,1 1,-1 0,1 0,-1 0,0 0,1-1,-1 1,1 0,-1 0,1 0,-1 0,0 0,1 0,-1 0,1 0,-1 0,1 1,-1-1,0 0,1 0,-1 0,1 0,-1 1,0-1,1 0,-1 0,0 1,1-1,-1 0,0 0,1 1,-1-1,2 1,116 3,1-4,77-12,-57 3,1056-22,-1182 31,-27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6:59.77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71 616,'2'-16,"1"-7,0 4,-1 12,0 20,-1 20,-1 16,0 12,0 4,-2 0,-1-7,-2-10,-1-16,2-14</inkml:trace>
  <inkml:trace contextRef="#ctx0" brushRef="#br0" timeOffset="244.712">111 202,'-16'-9,"-7"-1,-3 6,4 10,5 11,11 10,12 7,15 4,3-4</inkml:trace>
  <inkml:trace contextRef="#ctx0" brushRef="#br0" timeOffset="490.122">298 749,'36'-17,"-2"-2,0-2,-1-1,-1-1,-1-2,10-12,-6-9,-34 45,0 0,-1-1,1 1,0 0,-1 0,1-1,-1 1,1 0,-1-1,0 1,1 0,-1-1,0 1,0 0,0-1,0 1,0-1,0 1,0 0,-1-1,1 1,0 0,-1-1,1 1,-1 0,0-1,1 1,-1 0,0 0,0 0,0 0,1 0,-1 0,0 0,-1 0,1 0,0 0,0 0,-4 1,-1-1,0 1,1 0,-1 0,0 1,1 0,-1 0,1 0,0 0,-1 1,1 0,0 0,0 0,0 1,0 0,0 0,0 0,1 1,0-1,0 1,0 0,-3 3,2-3,0 1,0-1,0 0,0 1,1 0,-1 0,1 1,1-1,-1 1,1 0,0 0,0 0,1 0,0 0,0 0,0 1,1-1,0 1,0 0,1-1,-1 1,1 0,1-1,-1 1,1-1,1 1,-1-1,1 1,0-1,1 0,0 1,2 0,1 0,0 0,1-1,-1 0,1-1,0 1,1-1,-1-1,1 1,0-1,0-1,1 0,-1 0,1 0,-1-1,1 0,145 12,-81-20,-8-3</inkml:trace>
  <inkml:trace contextRef="#ctx0" brushRef="#br0" timeOffset="1022.796">1073 429,'-13'0,"0"1,0 1,0 0,0 0,0 1,1 1,-1 0,-10 6,18-8,0 0,0 1,0 0,0 0,0 0,1 1,-1 0,1 0,0 0,0 0,1 0,-1 1,1 0,0-1,0 1,1 1,-1-1,1 0,0 0,1 1,-1 2,2-3,-1-1,2 1,-1 0,0-1,1 1,0 0,0-1,1 1,-1-1,1 1,0-1,0 0,0 0,0 0,1 0,0 0,0 0,0-1,0 1,1-1,2 2,83 57,85 31,-172-92,-1-1,0 0,0 0,0 0,0 1,0-1,0 1,0-1,0 1,0-1,0 1,0 0,0-1,0 1,0 0,-1 0,1-1,0 1,0 0,-1 0,1 0,-1 0,1 0,-1 0,1 0,-1 0,1 0,-1 1,0-1,0 0,0 0,0 0,1 0,-1 0,-1 0,1 1,0-1,0 0,0 0,-1 0,1 0,0 0,-1 0,1 0,-1 0,1 0,-1 0,0 0,1 0,-1 0,0 0,0 0,0-1,-13 7,0-1,-1-1,0-1,0 0,0-1,-1 0,1-1,-1-1,-14-1,-41-5,69 5,0 0,0 0,0-1,0 1,1-1,-1 0,0 1,0-1,0 0,1 0,-1 0,0 0,1 0,-1-1,1 1,-1 0,1-1,0 1,0-1,0 0,0 1,0-1,0 0,0 1,0-1,0 0,1 0,-1 0,1 0,-1 0,1 0,0 0,0 0,1-2,0-1,1 1,-1 0,1 0,0 0,0 0,0 0,1 1,-1-1,1 1,0-1,0 1,0 0,0 0,4-2,36-29,1 1,2 3,46-24,4-2,-37 22,-58 33,-1 1,1 0,0 0,0 0,-1 0,1 0,0 0,-1 0,1 0,0 0,0 0,-1 0,1 0,0 0,-1 1,1-1,0 0,-1 0,1 1,0-1,-1 1,1-1,-1 0,1 1,-1-1,1 1,-1-1,1 1,-1 0,1-1,-1 1,0-1,1 1,-1 0,0-1,0 1,1 0,-1-1,0 1,0 0,0 0,0-1,0 1,0 0,0-1,0 1,0 41,0-35,-6 123,6-129,0-1,0 1,0-1,0 1,0-1,-1 1,1-1,0 1,0-1,0 1,1-1,-1 1,0-1,0 1,0-1,0 1,0-1,1 0,-1 1,0-1,0 1,1-1,-1 1,0-1,1 0,-1 1,0-1,1 0,-1 1,0-1,1 0,-1 1,1-1,-1 0,1 0,-1 0,1 1,-1-1,1 0,-1 0,1 0,-1 0,1 0,-1 0,1 0,-1 0,1 0,-1 0,1 0,10-7</inkml:trace>
  <inkml:trace contextRef="#ctx0" brushRef="#br0" timeOffset="1281.11">1380 161,'-18'-7,"-10"-2,-4 1,5 7,9 10,16 12,20 9,19 8,13 8,-1-5</inkml:trace>
  <inkml:trace contextRef="#ctx0" brushRef="#br0" timeOffset="1711.9">1648 776,'-1'-93,"5"0,3 1,12-47,-18 134,-1 3,0-1,0 1,0 0,0 0,0-1,1 1,-1 0,1 0,-1 0,1 0,0-1,0 1,0 0,0 0,0 0,0 1,0-1,1 0,-1 0,1 1,0-1,-1 1,1-1,0 1,0 0,0 0,0-1,0 1,0 1,0-1,0 0,0 0,1 1,117 43,-92-35,-21-8,0 1,0 0,0 0,-1 1,1 0,0 0,-1 0,0 1,1 0,-1 1,0-1,-1 1,1 0,-1 0,1 1,-1 0,-1 0,1 0,-1 0,0 1,0 0,0 0,-1 0,0 0,0 0,-2 6,-1 0,-1 0,0 0,0 0,-1 0,-1-1,-3 9,3-8,0-1,0 1,2 0,-1 0,1 0,1 0,0 9,2-17,-1-1,1 1,-1 0,1 0,0-1,0 1,1-1,-1 1,1-1,-1 0,1 0,0 0,0-1,1 1,-1-1,0 0,1 1,0-1,-1-1,1 1,0-1,0 1,0-1,0 0,0 0,0-1,0 1,0-1,0 0,0 0,0-1,1 1,-1-1,0 0,0 0,0 0,0 0,-1-1,1 1,0-1,-1 0,4-2,12-7,0-1,0 0,-1-1,-1-1,0-1,-1 0,0-2,-1 1,-1-2,-1 0,-1 0,0-1,6-17,-18 36,0 0,0 1,0-1,0 0,1 0,-1 1,0-1,0 0,0 0,0 1,0-1,0 0,0 0,0 1,0-1,1 0,-1 0,0 0,0 0,0 1,0-1,1 0,-1 0,0 0,0 0,0 1,1-1,-1 0,0 0,0 0,1 0,-1 0,0 0,0 0,1 0,-1 0,0 0,0 0,1 0,-1 0,0 0,0 0,1 0,-1 0,0 0,0 0,0 0,1 0,-1-1,0 1,0 0,1 0,-1 0,0 32,-1-28,1 9,-2-1,2 0,-1 1,1-1,1 0,0 0,1 1,0-1,1 0,0-1,1 1,0 0,2 2,4-2</inkml:trace>
  <inkml:trace contextRef="#ctx0" brushRef="#br0" timeOffset="1972.252">2477 1,'-25'9,"-8"3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6:42.8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925 1328,'17'35,"18"26,2 0,3-3,3-1,47 48,96 119,-181-217,-2-3,0 0,0 0,0 0,-1 0,1 1,-1 0,0-1,0 1,-1 0,1 0,-1 0,0 0,-1 0,-11 1,2-7</inkml:trace>
  <inkml:trace contextRef="#ctx0" brushRef="#br0" timeOffset="296.875">1393 1395,'-11'6,"-13"15,-10 16,-7 16,-6 13,-4 8,-3 6,3 0,7-4,7-8,11-9,9-12,11-15,5-12</inkml:trace>
  <inkml:trace contextRef="#ctx0" brushRef="#br0" timeOffset="759.205">1541 2197,'24'-64,"-1"8,-3-1,-2 0,2-19,-17 63,-4 28,-21 100,5-29,3 1,2 36,12-92,2-7</inkml:trace>
  <inkml:trace contextRef="#ctx0" brushRef="#br0" timeOffset="2050.533">899 1047,'-7'-2,"0"-1,6 2,10 2,12 0,15 0,11-2,13-3,11-2,5-1,3 0,-2 2,-6 1,-10 1,-11 4,-13 6,-14 2</inkml:trace>
  <inkml:trace contextRef="#ctx0" brushRef="#br0" timeOffset="2632.791">2035 1903,'-22'-1,"23"1,1-1,-1 0,1 0,-1 0,0 1,0-2,0 1,0 0,1 0,-1 0,-1 0,1-1,0 1,0 0,0-1,-1 1,1-1,-1 1,1-1,-1 1,1-1,-1 1,0-1,0 1,0-1,0 1,0-1,0 0,0 1,-1-2,1 2,0 0,0 0,0 0,0 0,0 0,-1 0,1 0,0 0,-1 1,1-1,0 0,-1 0,1 0,-1 0,1 1,-1-1,1 0,-1 0,0 1,0-1,1 1,-1-1,0 0,0 1,1 0,-1-1,0 1,0-1,0 1,0 0,0 0,0-1,0 1,0 0,1 0,-1 0,0 0,0 0,0 0,0 0,0 0,0 1,0-1,0 0,0 1,0-1,0 0,1 1,-1-1,0 1,0 0,-1 0,1 0,0 0,0 0,0 1,-1-1,1 0,0 1,1-1,-1 0,0 1,0-1,1 1,-1 0,1-1,-1 1,1-1,-1 1,1 0,0-1,0 1,0 0,0-1,0 1,0 0,1-1,-1 1,1 0,-1-1,1 1,-1-1,1 1,0-1,0 1,0-1,0 1,0-1,0 0,0 1,0-1,0 0,1 0,-1 0,0 0,1 0,-1 0,1-1,-1 1,1 0,-1-1,1 1,0-1,-1 1,1-1,-1 0,1 0,0 0,0 0,28 10</inkml:trace>
  <inkml:trace contextRef="#ctx0" brushRef="#br0" timeOffset="3874.01">2436 1087,'16'3,"19"0,21-1,25 1,20-2,17-2,8-1,1-1,-10 1,-15 0,-21 1,-27 0,-24 1,-17 0</inkml:trace>
  <inkml:trace contextRef="#ctx0" brushRef="#br0" timeOffset="2903.142">2584 1489,'0'2,"6"10,12 12,14 11,13 9,11 8,8 4,6 2,-1 2,-7-2,-8-2,-10-5,-10-8,-12-9,-9-9</inkml:trace>
  <inkml:trace contextRef="#ctx0" brushRef="#br0" timeOffset="3190.912">3185 1448,'-21'2,"-13"8,-10 11,-7 14,-3 14,-2 12,1 10,9 6,9 2,12-2,11-7,13-8,16-13,5-14</inkml:trace>
  <inkml:trace contextRef="#ctx0" brushRef="#br0" timeOffset="3473.189">3359 2184,'7'10,"0"-1,1 0,0 0,0-1,1 0,0 0,1-1,0 0,0-1,0 0,1 0,0-1,0-1,0 0,0 0,1-1,-1-1,1 0,0 0,0-1,0-1,0 0,4-1,-11 2,1-1,-1 0,0-1,0 1,0-1,0 0,1 0,-1-1,-1 0,1 1,0-1,0-1,-1 1,1-1,-1 0,0 0,0 0,0-1,0 1,0-1,-1 0,0 0,1 0,-2-1,1 1,0-1,-1 1,0-1,0 0,0 0,-1 0,0 0,0 0,0 0,0 0,-1 0,0-1,0 1,0-2,-2 0,0 0,-1 1,1-1,-1 1,0 0,-1 0,1 0,-1 0,0 0,-1 1,0 0,1 0,-2 0,1 0,0 1,-1 0,0 0,0 1,0-1,-1 1,-8-4,-1 0,0 2,-1-1,0 2,1 0,-1 1,-12 0,-16 2,0 1,-1 3,1 2,-14 4,41-6,-11 1</inkml:trace>
  <inkml:trace contextRef="#ctx0" brushRef="#br0" timeOffset="5630.261">4442 833,'-51'-61,"-3"3,-2 2,-2 3,-3 3,-2 2,-18-8,-3 0,-3 4,-1 4,-3 4,-1 4,-2 4,-1 4,-2 4,-2 4,-99-11,-1 8,-1 8,0 10,-17 9,108 3,0 4,1 6,0 4,2 5,-102 35,134-32,1 4,2 3,1 2,2 4,2 3,1 2,3 4,-42 39,23 0,3 3,5 4,4 2,4 3,4 4,-6 23,6-15,5 3,-16 53,52-112,2 0,3 1,3 1,1 0,3 1,1 31,6-34,2 0,3-1,1 1,3-1,3 0,2-1,2 0,2-1,2-1,3 0,2-2,2-1,2 0,2-3,1 0,3-2,36 34,-9-20,3-2,2-4,3-2,1-4,2-2,2-4,78 29,-46-29,1-4,2-5,1-5,1-4,74 1,37-5,1-10,-1-10,0-10,-1-9,-1-10,63-24,-205 39,0-4,-1-3,-2-3,-1-4,-1-3,-2-2,-1-4,-3-3,43-37,-34 13,-2-3,-4-3,-3-4,-4-2,-3-3,-3-2,-5-3,-3-2,4-21,-25 39,-3-1,-3-1,-4 0,-3-2,-3 0,-3-1,-4 0,-4 0,-2 0,-4 0,-3 0,-4 1,-3 0,-12-29,19 73,-1 0,-1 0,-2 2,-2-1,0 2,-2 0,-1 0,-2 2,0 0,-2 2,-1 0,-1 1,-1 1,-13-9,-3 7,0 2,-2 2,0 1,-1 3,-1 1,-1 2,0 2,0 3,-1 1,0 2,-1 2,1 3,-1 1,-24 4,18 1,1 2,0 2,-13 6,-18 9</inkml:trace>
  <inkml:trace contextRef="#ctx0" brushRef="#br0" timeOffset="7109.4">6073 1087,'-12'-6,"0"1,0 0,-1 0,1 1,-1 1,0 0,0 0,-1 2,1 0,0 0,-1 1,1 1,0 0,0 1,0 0,0 1,0 0,0 1,1 1,-1 0,1 1,0 0,1 0,0 2,0-1,0 1,1 1,0 0,1 0,0 1,-6 9,12-16,0 0,1 1,0-1,0 1,0 0,0 0,0 0,1 0,-1 0,1 0,0 0,1 0,-1 0,1 0,-1 1,1-1,1 0,-1 0,0 0,1 1,0-1,0 0,0 0,1 0,-1 0,1 0,0-1,0 1,0 0,1-1,0 1,1-1,1 0,0-1,0 1,0-1,0 0,0 0,0-1,1 1,-1-1,1 0,-1-1,1 1,-1-1,1 0,-1-1,0 1,1-1,-1 0,1-1,4-1,3-1,-1-1,1 0,-1-1,0-1,0 0,-1 0,0-1,0-1,0 0,-1 0,0-1,0 0,-1-1,-1 0,1-1,-2 0,0 0,0-1,-1 1,-1-1,4-13,-9 31,0 0,0 1,1-1,0 0,0 1,0-1,0 0,1 0,0 0,0 0,0 0,1 0,0 0,-1-1,2 1,-1-1,0 0,1 0,0 0,2 1,4-1,1 0,0-1,0 0,1 0,-1-2,0 1,1-1,-1-1,1 0,-1-1,1 0,-1 0,0-2,0 1,1-1,-2-1,1 0,0 0,-1-1,0-1,0 0,1-1,12-6,-2 0,0-2,0 0,-2-2,0 0,-1-1,0-1,-2-1,0 0,-1-1,-1 0,-1-1,-1-1,-4 19,-7 27,-2-17,1 5,0 128,-6 1,-6-1,-6-1,-6 0,-16 35,35-152,-2-1,-1 1,0-1,-2-1,0 0,-1 0,-7 8,18-26,0 0,-1 1,1-1,0 0,-1 0,1 0,-1 0,1 0,-1 0,1 0,-1 0,0 0,0 0,1 0,-1 0,0 0,0-1,0 1,0 0,0-1,0 1,0-1,0 1,0-1,0 1,0-1,-1 0,1 1,0-1,0 0,0 0,0 0,-1 0,1 0,0 0,0 0,0 0,-1-1,1 1,0 0,0-1,0 1,0-1,0 1,0-1,0 1,0-1,0 0,0 0,0 1,0-1,0 0,1 0,-1 0,0-1,-2-11,1 0,1-1,0 1,1-1,1 1,0 0,0-1,4-12,-2 2,89-573,-59 329,-33 267,-1-1,1 1,0-1,0 1,0-1,1 0,-1 1,0-1,1 1,-1-1,1 1,-1-1,1 1,-1-1,1 1,0-1,0 1,0 0,0 0,0-1,0 1,0 0,0 0,1 0,-1 0,0 0,1 0,-1 1,0-1,1 0,-1 1,1-1,-1 1,1-1,-1 1,1 0,0 0,-1-1,2 1,112 52,-81-36,-1 0,-1 0,0 3,-1 0,1 4,-30-23,-1 1,1 0,0-1,-1 1,1 0,-1 0,1 0,-1 0,0 0,1 1,-1-1,0 0,0 1,0-1,0 1,0-1,0 1,0-1,0 1,-1 0,1-1,-1 1,1 0,-1 0,0-1,0 1,1 0,-1 0,0-1,-1 1,1 0,0 0,0 0,-1-1,1 1,-1 0,0-1,1 1,-1 0,0-1,0 1,0-1,0 1,0-1,-1 1,-9 5,0 0,-1 0,0-1,0-1,-1 0,0 0,1-1,-2-1,1 0,-4-1,16-1,-179 22,175-23</inkml:trace>
  <inkml:trace contextRef="#ctx0" brushRef="#br0" timeOffset="8109.106">7222 1087,'-10'-7,"0"-1,0 1,0 1,-1 0,0 1,-1 0,1 0,-1 1,0 1,0 0,0 0,0 1,0 1,0 0,-1 1,1 0,0 1,-1 0,1 1,0 1,-4 1,12-2,-1 1,1 0,0 1,0-1,0 1,1 0,-1 0,1 0,0 0,0 0,0 1,0 0,1-1,0 1,0 0,0 0,1 0,0 0,0 0,0 1,0-1,1 0,0 1,0-1,0 0,1 0,0 1,0-1,0 0,0 0,1 0,0 0,0 0,0 0,1-1,0 1,0-1,0 0,0 0,1 0,-1 0,1 0,0-1,0 1,0-1,1 0,-1 0,1-1,0 0,-1 1,4-1,1 1,0-1,0 0,1-1,-1 0,0-1,1 0,-1 0,0-1,1 0,-1-1,0 0,0 0,0-1,0 0,0-1,-1 0,0 0,0-1,0 0,0 0,0-1,-1 0,0 0,-1-1,1 1,-1-2,-1 1,1-1,-1 0,-1 0,1 0,-1 0,-1-1,1 0,-1-1,-2 5,5-9,1 23,-5-4,1 9,1 0,0-1,1 1,1-1,0 0,1-1,1 0,-1 0,2 0,6 6,-15-17,1 0,0 0,0-1,0 1,0 0,-1 0,1-1,0 1,0-1,0 1,0-1,0 1,1-1,-1 0,0 1,0-1,0 0,0 0,0 0,0 0,0 0,1 0,-1 0,0 0,0 0,0 0,0-1,0 1,0 0,0-1,0 1,0-1,0 0,0 1,0-1,0 0,0 1,0-1,0 0,-1 0,1 0,0 1,-1-1,1 0,0 0,-1 0,1 0,-1 0,0-1,1 1,16-58,-16 54,1-17,1 0,1 0,0 0,2 1,1-1,1 1,0 1,2 0,0 0,1 0,1 2,11-15,-16 28,-1-1,1 1,0 0,1 0,-1 1,1 0,0 0,0 1,0 0,0 0,0 1,1 0,-1 1,1 0,-1 0,1 1,0 0,-1 0,1 1,1 0,5 1,0 1,0 0,-1 2,1-1,-1 2,0 0,0 0,0 2,-1-1,11 10,-22-16,0 0,0 1,0-1,0 0,-1 1,1 0,0-1,-1 1,1 0,-1 0,0 0,0 0,1 0,-1 0,-1 0,1 0,0 0,0 1,-1-1,1 0,-1 0,0 1,0-1,0 0,0 1,0-1,0 0,0 1,-1-1,1 0,-1 0,0 0,0 1,0-1,0 0,0 0,-1 2,0-2,-2 3,0 0,0 0,1 0,0 0,0 1,0-1,1 1,-1 0,1 0,1 0,-1 0,1 0,0 0,0 0,1 0,0 0,0 0,0 1,1-1,0 0,0 0,1 0,-1 0,1 0,1-1,-1 1,1 1,3-2,0 1,0-1,1 0,0 0,0-1,0 0,0 0,1 0,-1-1,1 0,0-1,0 0,0 0,0 0,0-1,7 0,7 0,-1-1,0-1,1-1,-1-1,20-5,-6-1,-1-2,0-1,-1-2,0-2,-2 0,0-2,0-2,-2 0,10-11,-37 30,3-2,0-1,0 0,0 0,-1 0,1 0,-1-1,0 0,0 0,-1 0,1 0,-1 0,0-1,-1 1,1-1,-1 0,1-4,-5 7,0 0,1 1,-1-1,0 1,-1-1,1 1,0 0,-1 0,1 0,-1 0,0 0,1 1,-1-1,0 1,0 0,0-1,0 1,0 1,0-1,-1 0,1 1,0 0,0-1,-3 1,-2-1,-3-1,4-1,-1 1,0 0,0 0,0 1,0 0,0 1,0-1,0 2,0-1,0 1,0 0,0 1,0 0,0 0,-3 2,7 1,1 1,0-1,0 1,1 0,-1 0,1 0,0 0,1 0,0 0,0 0,0 1,0-1,1 0,0 1,1-1,-1 0,1 1,1-1,-1 0,1 0,0 0,0 0,1 0,0 0,2 8,1 0,0 0,1 0,0-1,2 0,-1-1,1 0,1 0,0-1,1 0,0-1,1 0,0-1,0 0,1-1,0 0,1-1,-1-1,1 0,1 0,-1-2,1 0,-1 0,1-2,15 2,37 0,-5-4</inkml:trace>
  <inkml:trace contextRef="#ctx0" brushRef="#br0" timeOffset="8441.76">9402 753,'0'20,"-3"17,-2 12,-1 10,-2 1,1-2,2-4,1-10,1-11</inkml:trace>
  <inkml:trace contextRef="#ctx0" brushRef="#br0" timeOffset="8917.925">9187 512,'28'-4,"0"1,0 1,0 1,0 2,0 1,0 0,0 3,-1 0,1 2,-1 0,21 11,-38-15,-1 1,1 0,-1 1,0 0,0 0,-1 1,0 0,0 1,0 0,-1 0,0 1,0-1,-1 2,0-1,0 1,-1-1,0 2,0-1,-1 0,-1 1,0 0,2 7,-3 3,-1 1,-1-1,0 1,-2-1,0 1,-2-1,0 0,-2 4,-13 95,19-115,-1-1,1 0,0 0,0 0,0 0,1 1,-1-1,1 0,0 0,-1 0,1 0,1 0,-1 0,0 0,1 0,0-1,-1 1,1-1,0 1,0-1,0 1,1-1,-1 0,1 0,-1 0,1 0,0-1,-1 1,1-1,0 0,0 0,0 1,0-2,0 1,0 0,1-1,-1 1,0-1,0 0,0 0,0 0,1-1,0 1,3-2,1 0,-1 0,0 0,0-1,0 0,0 0,0-1,-1 0,1 0,-1 0,0-1,0 0,-1 0,0-1,0 1,0-1,0 0,-1-1,0 1,0-2,7-13,0 0,-1-1,-2 0,0-1,3-17,4-60,-15 101,0-1,0 0,0 0,-1 1,1-1,0 0,0 0,0 1,-1-1,1 0,0 0,0 1,-1-1,1 0,0 0,0 0,-1 0,1 0,0 0,-1 1,1-1,0 0,-1 0,1 0,0 0,0 0,-1 0,1 0,0 0,-1 0,1 0,0 0,-1-1,1 1,0 0,-1 0,1 0,0 0,0 0,-1 0,1-1,0 1,0 0,-1 0,1-1,0 1,0 0,0 0,-1-1,1 1,0 0,0 0,0-1,0 1,0 0,0-1,-1 1,1 0,0 0,0-1,0 1,0 0,0-1,0 1,0 0,0-1,0 1,1 0,-1-1,0 1,-15 21,9-12,1 0,0 0,0 1,1 0,0 0,1 0,0 0,1 1,0-1,1 1,0-1,0 1,1 0,1-1,0 1,0-1,1 1,0-1,1 1,0-1,1 0,0 0,0-1,1 1,1-1,-1 0,1 0,1-1,0 0,2 3,105 58,-55-44</inkml:trace>
  <inkml:trace contextRef="#ctx0" brushRef="#br0" timeOffset="9958.593">5458 2691,'-3'-14,"2"0,0-1,1 1,0 0,1 0,1-1,0 1,1 0,0 0,1 1,1-1,0 1,1 0,0 0,1 1,4-6,-10 16,0-1,0 1,1 0,-1 0,1 0,-1 0,1 0,0 0,-1 0,1 1,0-1,0 1,0-1,1 1,-1 0,0 0,0-1,1 2,-1-1,1 0,-1 0,1 1,-1 0,1-1,-1 1,1 0,-1 0,1 0,-1 0,1 1,-1-1,1 1,-1 0,1-1,-1 1,0 0,0 0,1 1,-1-1,1 1,3 8,0 1,0-1,-1 1,-1 0,1 1,-2-1,0 1,0-1,-1 1,-1 0,0 0,0 8,-1-16,8 173,-8-176,0 1,0 0,0 0,0 0,0 0,1-1,-1 1,0 0,1 0,0-1,-1 1,1 0,0-1,0 1,0 0,0-1,0 1,0-1,0 0,0 1,1-1,-1 0,0 0,1 0,-1 0,1 0,-1 0,1 0,0 0,-1-1,1 1,0 0,0-1,0 0,-1 1,1-1,0 0,0 0,0 0,-1 0,1 0,0-1,0 1,0 0,-1-1,2 0,7-5,0-1,0 0,-1 0,0-1,-1-1,0 1,0-1,-1 0,0-1,-1 0,1 0,0-5,2 0,-2 1,0-1,0-1,-2 0,0 1,0-2,-1-4,-5 13,-6 30,5-18,0 0,1 0,0 0,-1 0,1 1,1-1,-1 0,1 1,-1-1,1 0,1 1,-1-1,1 1,-1-1,1 0,0 0,1 1,-1-1,1 0,0 0,0 0,0-1,0 1,1 0,-1-1,1 1,0-1,0 0,0 0,1 0,-1-1,1 1,-1-1,4 2,-1-3,-1 0,1 0,0-1,0 0,-1 0,1 0,0-1,0 0,-1 0,1 0,0-1,-1 0,1 0,-1 0,0-1,0 1,0-1,0-1,0 1,-1-1,1 0,-1 0,0 0,0 0,-1-1,1 1,-1-1,0 0,0 0,-1 0,1-1,-1 1,0 0,-1-1,1 0,3-78,-12 94,6-2,0 0,1 0,0 0,0 0,1 0,0-1,0 1,1 0,0 0,0 0,1-1,0 1,0-1,1 0,0 0,0 0,1-1,-1 1,1-1,1 0,-1 0,1-1,0 0,1 0,-1 0,1-1,0 0,0 0,0-1,0 1,1-2,0 1,108 12,-58-18</inkml:trace>
  <inkml:trace contextRef="#ctx0" brushRef="#br0" timeOffset="10491.087">6634 2558,'-12'-8,"1"1,-1 1,0 0,-1 0,0 1,0 1,0 0,0 1,0 0,-1 1,1 1,-1 0,0 1,1 0,-1 1,10 0,0-1,0 1,0 0,0 0,0 1,1-1,-1 1,0-1,1 1,-1 1,1-1,0 0,0 1,-1 0,2-1,-1 1,0 0,1 1,-1-1,1 0,0 1,0-1,0 1,1 0,-1-1,1 1,0 0,0 0,0 0,1 0,-1 0,1 0,0 0,0 0,0 0,1 0,-1 0,1 0,0 0,0 0,1 0,-1 0,1-1,0 1,0-1,0 1,0-1,0 1,1-1,0 0,-1 0,2 0,6 2,0-1,0 0,0-1,0 0,1 0,-1-1,1 0,0-1,0 0,0-1,-1 0,1-1,0 0,0-1,-1 0,1 0,-1-2,0 1,1-1,-2 0,1-1,0 0,-1-1,0 0,2-2,-5 3,-1 0,1-1,-1 1,0-1,-1 0,1 0,-1-1,-1 1,1-1,-1 0,0 0,-1 0,1-1,-1 1,-1 0,0-1,0 1,0-4,-1 10,1 1,-1 0,0-1,0 1,0 0,0-1,0 1,1 0,-1-1,0 1,0-1,0 1,0 0,0-1,0 1,0-1,0 1,0 0,-1-1,1 1,0-1,0 1,0 0,0-1,0 1,-1 0,1-1,0 1,0 0,-1-1,1 1,0 0,0 0,-1-1,1 1,0 0,-1 0,1 0,0-1,-1 1,1 0,-1 0,1 0,0 0,-1 0,1 0,-1 0,1 0,0 0,-1 0,1 0,0 0,-1 0,1 0,-1 0,1 0,0 0,-1 0,1 0,0 1,-1-1,-16 19,15-15,0-1,1 0,-1 1,1-1,0 1,0-1,0 1,0 0,0-1,1 1,0 0,0 0,0-1,0 1,0 0,1 0,0-1,0 1,0-1,0 1,0 0,1-1,-1 0,1 1,0-1,0 0,0 0,1 0,-1 0,1-1,0 1,-1-1,1 1,0-1,1 0,-1 0,0 0,2 0,9 2,-1 0,1-1,0-1,0 0,0-1,0 0,0-1,0-1,0 0,0-1,0-1,0 0,0-1,-1 0,0-1,0 0,9-6,-13 7,-1 0,0-1,-1 0,1 0,-1-1,0 0,0 0,-1 0,1-1,-2 0,1-1,-1 1,0-1,0 0,-1 0,0 0,-1-1,0 1,0-1,-1 0,0 0,0 0,-1 0,0-6,-6 71,4-46,1-1,0 1,1-1,0 1,0-1,1 0,0 0,1 0,-1 0,2 0,0 0,0-1,0 1,1-1,0 0,1-1,0 1,4 3,7 2</inkml:trace>
  <inkml:trace contextRef="#ctx0" brushRef="#br0" timeOffset="10743.849">7236 2049,'-11'19,"0"12,2 1</inkml:trace>
  <inkml:trace contextRef="#ctx0" brushRef="#br0" timeOffset="12416.737">5230 3841,'12'-17,"1"0,0 1,1 1,1 0,1 1,0 0,0 2,1 0,1 0,0 2,0 0,1 1,6-1,-20 7,0 1,1-1,-1 1,1 0,-1 1,1-1,0 1,0 0,0 0,-1 1,1 0,0 0,0 0,0 1,0 0,-1 0,1 0,0 1,-1 0,1 0,-1 0,1 1,-1 0,0 0,0 0,-1 0,1 1,-1 0,1 0,-1 0,0 1,0 0,5 15,-2 1,0 0,-2 1,0-1,-1 1,-1 0,-1 0,-1 0,-1 0,-1 0,-1 0,-1 0,-1 0,-2 6,3-12,-4 56,7-71,0-1,1 1,-1 0,0 0,0 0,0-1,1 1,-1 0,1-1,-1 1,0 0,1-1,-1 1,1 0,-1-1,1 1,0-1,-1 1,1-1,-1 1,1-1,0 1,0-1,-1 0,1 1,0-1,-1 0,1 0,0 0,0 1,0-1,-1 0,1 0,0 0,0 0,0 0,-1 0,1-1,0 1,0 0,-1 0,1-1,0 1,0 0,-1-1,1 1,0 0,-1-1,1 1,0-1,-1 1,1-1,-1 0,1 1,-1-1,1 1,-1-1,1 0,-1 0,0 1,0-1,1 0,-1 0,0 1,0-1,1 0,21-26,0 0,-2-2,-1 0,-1-1,-2-1,-1 0,-1-1,8-32,-17 111,-5-36,6 97,-6-103,1-1,0 1,1-1,-1 1,1-1,0 0,0 1,0-1,1 0,-1-1,1 1,0 0,0-1,0 1,1-1,-1 0,1 0,0 0,0-1,0 1,3 0,-4-2,0 0,0 0,1 0,-1 0,1-1,-1 1,0-1,1 0,-1 0,1-1,-1 1,1-1,-1 1,0-1,1 0,-1 0,0-1,0 1,0-1,0 1,0-1,0 0,0 0,-1 0,1-1,-1 1,55-74,4-68,-60 144,-1 0,1 0,-1 0,1 0,0 0,-1 0,1 1,-1-1,1 0,-1 0,1 0,-1 1,1-1,-1 0,1 1,-1-1,1 1,-1-1,1 0,-1 1,0-1,1 1,-1-1,0 1,1-1,-1 1,0-1,0 1,0 0,1-1,-1 1,0-1,0 1,0-1,0 1,0 0,0-1,0 1,0-1,0 1,0 0,-1-1,1 1,0-1,0 1,0-1,-1 1,1-1,0 1,-1-1,1 1,-1 0,1-1,0 46,-2-35,2 1,0-1,0 1,1-1,1 1,-1-1,2 0,2 8,-4-16,1-1,-1 1,0-1,1 1,0-1,0 0,0 0,0 0,0 0,0 0,0 0,0-1,1 1,-1 0,1-1,-1 0,1 0,0 0,-1 0,1 0,0 0,0-1,0 0,0 1,-1-1,1 0,0 0,0 0,0-1,0 1,1-1,84-35,-74 27,-1 0,0-2,0 1,-2-2,1 0,-1 0,-1-1,0 0,-1-1,0 0,-1 0,-1-1,0 0,-1 0,1-6,-10 18,-5 17,5-6,0 1,1 0,0 0,0 0,1 0,0 0,1 0,0 0,1 7,-1-13,1 1,0-1,-1 0,1 0,1 0,-1 0,0 0,1 0,-1 0,1 0,0 0,0-1,0 1,0-1,1 1,-1-1,1 0,-1 0,1 0,0 0,0 0,0-1,0 1,0-1,0 0,0 0,0 0,1 0,6 0,-1 0,0-1,0 0,1 0,-1-1,0 0,0 0,0-1,0-1,0 1,0-2,0 1,-1-1,0 0,0-1,0 0,0 0,-1-1,0 0,0 0,0 0,-1-1,0 0,0-1,-1 1,0-1,0 0,-1 0,1-2,31-95,-37 109,-5 18,1 1,1-1,1 1,2 0,0 0,1 0,1 0,1 1,-1-20,0 0,0 0,1 0,-1-1,1 1,0 0,0-1,0 1,0-1,1 0,-1 0,1 0,0 0,0 0,0 0,0-1,1 1,-1-1,1 0,-1 0,1 0,0-1,-1 1,1-1,0 0,0 0,0-1,0 1,1-1,7 1,1 0,-1-1,0-1,0 0,0-1,0 0,0-1,0 0,4-3,10-4,-1-2,0-1,-1 0,0-2,-1-1,-1-1,0 0,-1-2,-2-1,0 0,9-14,-1 0,-2-2,-2-1,-1-1,-2-1,-1-1,-3 0,0-3,-6 15,-1-1,-1-1,-2 0,-1 0,-1 0,-2 0,-1-1,-11-29,9 59,0-1,1 1,-1-1,0 1,1-1,-1 1,0 0,0-1,0 1,0 0,0 0,-1-1,1 1,0 0,0 1,-1-1,1 0,-1 0,1 0,-1 1,1-1,-1 1,1-1,-1 1,1 0,-1-1,0 1,1 0,-1 0,0 0,1 0,-1 0,1 1,-1-1,-5 3,1 0,0 0,-1 0,1 1,1 0,-1 0,1 1,-1 0,1 0,0 0,1 0,0 1,-1-1,1 2,-15 22,0 1,2 0,1 2,1 0,2 1,1 0,2 1,1 0,0 15,5-30,2 1,0 0,1 0,1 0,1 0,0 0,5 19,-4-30,0-1,1 1,0 0,0-1,1 0,0 1,0-1,1-1,0 1,1-1,0 0,0 0,0-1,1 1,-1-1,2-1,-1 1,4 1,0-1,0-1,1 0,0-1,-1-1,1 1,0-2,1 0,-1 0,0-1,0-1,1 0,-1 0,0-1,1-1,-1 0,0-1,0 0,0-1,-1 0,4-3,7-3,0-1,-1-1,0 0,-1-2,0-1,-2 0,1-1,-2-1,14-18,5-17,-3-1,-2-1,-2-2,-3 0,-3-2,-2-1,-2-1,-3 0,-3-1,-2-9,31-207,-42 234,0 43,0 0,0-1,0 1,0 0,1 0,-1-1,0 1,0 0,0-1,0 1,0 0,0-1,0 1,0 0,0 0,0-1,-1 1,1 0,0-1,0 1,0 0,0 0,0-1,0 1,-1 0,1 0,0-1,0 1,0 0,-1 0,1 0,0-1,0 1,-1 0,1 0,0 0,0 0,-1 0,1-1,0 1,0 0,-1 0,1 0,0 0,-1 0,1 0,0 0,-1 0,1 0,0 0,0 0,-1 0,1 0,0 0,-1 1,1-1,0 0,0 0,-1 0,1 0,0 0,0 1,-1-1,1 0,0 0,0 0,0 1,-1-1,1 0,0 1,-14 21,-7 30,2 2,2 0,2 1,3 1,1 14,-1-4,3 2,4-1,2 18,3-56,2-1,0 0,2 0,1 0,2 0,0 0,2-1,1-1,2 3,-7-19,1 0,0 0,0 0,1 0,0-1,1-1,0 1,0-1,1 0,6 4,-11-10,0 1,0-1,0 1,1-1,-1 0,1-1,-1 1,1-1,-1 0,1 0,0 0,0-1,0 0,-1 1,1-2,0 1,0-1,0 1,-1-1,1-1,-1 1,1-1,-1 1,1-1,-1-1,3-1,9-9,0-1,-1-1,-1 0,0-1,-1-1,-1 0,-1-1,0 0,-1 0,-1-1,-1-1,5-16,27-80,-46 135,1 0,1 0,0 0,2 0,0 1,1 0,2 13,-1-24,1-1,0 0,1 1,0-1,0 0,1 0,0 0,0-1,1 1,0-1,1 1,-1-1,1-1,1 1,-1-1,1 0,0 0,0 0,3 1,62 27,-41-26</inkml:trace>
  <inkml:trace contextRef="#ctx0" brushRef="#br0" timeOffset="12694.613">7904 3320,'18'-16,"25"-10,24-3,23 0,15 1,4 7,-5 6,-21 6</inkml:trace>
  <inkml:trace contextRef="#ctx0" brushRef="#br0" timeOffset="21748.43">939 833,'1'0,"-1"0,0 0,1 0,-1 0,0 0,1 0,-1-1,0 1,0 0,1 0,-1 0,0 0,0 0,1 0,-1-1,0 1,0 0,1 0,-1 0,0 0,0-1,0 1,1 0,-1 0,0-1,0 1,0 0,0 0,0-1,1 1,-1 0,0-1,0 1,0 0,0 0,0-1,0 1,0 0,0-1,0 1,0 0,0-1,0 1,0 0,-1 0,1-1,0 1,0 0,0-1,185-11,86 8,-169 4,2128 0,-2117-2,-107-3,-20-1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7:38.6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 24,'-9'0,"-1"0,10 0,18 0,18 0,21-3,20-2,12-1,0 1,-14 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7:37.70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3,'0'-2,"2"1,6 8,5 7,4 9,2 6,4 6,-1 3,-1 4,-3 3,1-1,0-2,-5-4,-1-7,-1-5,-3-8</inkml:trace>
  <inkml:trace contextRef="#ctx0" brushRef="#br0" timeOffset="239.608">241 44,'-7'13,"-4"12,-6 11,-3 5,-4 6,-4 3,-2 2,2-2,3-6,6-6,7-9</inkml:trace>
  <inkml:trace contextRef="#ctx0" brushRef="#br0" timeOffset="593.348">321 378,'13'-10,"0"1,1 1,0 0,0 0,1 1,0 1,1 1,9-2,-23 6,-1 1,1-1,0 1,-1 0,1 0,0 0,-1 0,1 0,0 0,-1 0,1 1,0-1,-1 0,1 1,0 0,-1-1,1 1,-1 0,1 0,-1 0,0 0,1 0,-1 0,0 0,0 0,1 0,-1 1,0-1,0 0,-1 1,1-1,0 1,0-1,-1 1,1 0,-1-1,1 1,-1-1,0 1,1 0,-1 0,0-1,0 1,0 0,0-1,-1 1,1 0,-1 0,-1 13,0 0,-1 1,-1-2,-1 1,0 0,-1-1,0 0,-2 0,-7 12,-26 57,40-82,1 0,-1 0,0 0,1 1,-1-1,0 0,1 0,0 0,-1 1,1-1,0 0,0 1,0-1,0 0,0 1,0-1,0 0,0 1,0-1,0 0,1 1,-1-1,1 0,-1 0,1 1,-1-1,1 0,0 0,0 0,-1 0,1 0,0 0,0 0,0 0,0 0,0 0,0-1,0 1,1 0,-1-1,0 1,0-1,1 1,-1-1,0 1,0-1,1 0,-1 0,0 0,1 0,-1 0,7 0,0 0,0-1,0 1,-1-2,1 1,0-1,-1-1,1 1,-1-1,7-4,16-8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7:40.9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0 163,'3'-3,"2"3,3 2,5 4,2 5,3 8,1 7,2 6,2 5,-1 2,0 0,-1-3,-2-3,-1-2,-3-7,-3-4,-1-7,-3-5</inkml:trace>
  <inkml:trace contextRef="#ctx0" brushRef="#br0" timeOffset="265.962">241 176,'-16'11,"-8"11,-1 9,1 5,2 3,2 5,3 2,4-4,5-3,2-4,4-8</inkml:trace>
  <inkml:trace contextRef="#ctx0" brushRef="#br0" timeOffset="513.741">402 511,'0'-16,"0"-8,0 3,0 9,0 12,2 12,1 11,0 9,-1 5,0 1,-1-1,-1-5,0-6,0-6</inkml:trace>
  <inkml:trace contextRef="#ctx0" brushRef="#br0" timeOffset="777.893">14 69,'-3'-2,"9"-1,15 0,17 1,20-2,19-3,14-4,11-2,-2 0,-17 3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7:46.94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94,'13'-4,"21"-4,28-3,25-7,19-8,-9-1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7:46.17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 27,'12'16,"8"14,7 12,6 7,5 4,-1 3,-1-1,-2-7,-7-5,-6-7,-7-8</inkml:trace>
  <inkml:trace contextRef="#ctx0" brushRef="#br0" timeOffset="266.289">287 1,'-13'9,"-12"12,-6 14,-5 12,-2 10,0 6,2 4,5 0,8-7,7-14</inkml:trace>
  <inkml:trace contextRef="#ctx0" brushRef="#br0" timeOffset="525.766">422 402,'-2'4,"0"0,1 0,-1 0,1 1,0-1,1 1,-1-1,1 0,0 1,0-1,0 1,0-1,1 1,0-1,0 0,0 1,0-1,1 0,0 0,0 0,0 0,0 0,1 0,-1-1,1 1,0-1,0 1,0-1,1 0,-1 0,1-1,-1 1,1-1,0 0,0 0,0 0,3 0,-1 1,1-2,0 1,0-1,-1 0,1-1,0 1,0-1,0-1,0 1,0-1,5-2,-9 3,0-1,-1 0,1 0,0 0,0-1,-1 1,1-1,0 1,-1-1,0 0,1 0,-1 0,0 0,0 0,0-1,0 1,-1-1,1 1,0-1,-1 0,0 1,0-1,0 0,0 0,0 0,0 0,-1 0,0 0,1-2,-1 0,0 1,-1 0,1 0,-1 0,0 0,0 0,0 0,0 1,-1-1,1 0,-1 1,0-1,0 1,0-1,-1 1,1 0,-1 0,0 0,0 0,0 0,0 1,0-1,-1 1,1 0,-1 0,1 0,-1 1,0-1,0 1,0 0,-3-2,-1 1,1 1,0-1,-1 1,1 0,-1 1,0 0,1 0,-1 0,1 1,-1 0,1 1,0 0,-1 0,-5 3,-11 9,5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7:45.08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1855 1,'-20'1,"-1"2,1 0,0 1,0 1,1 1,-4 2,-22 7,-242 70,-410 111,233-80,418-108,33-9</inkml:trace>
  <inkml:trace contextRef="#ctx0" brushRef="#br0" timeOffset="443.532">237 295,'-219'222,"218"-222,0 0,0 1,0-1,0 1,0-1,0 1,0 0,1-1,-1 1,0 0,0-1,1 1,-1 0,0 0,1 0,-1 0,1-1,-1 1,1 0,-1 0,1 0,0 0,-1 0,1 0,0 0,0 1,0-1,0 0,0 0,0 0,0 0,0 0,0 0,0 0,1 0,-1 0,0 0,1 0,-1 0,1 0,-1 0,1 0,-1 0,1-1,0 1,-1 0,1 0,0-1,0 1,0 0,0-1,-1 1,1-1,1 1,9 1,0-2,0 1,0-1,0-1,1 0,-1-1,0 0,1 0,13-3,177-20,-196 25,-1 1,0-1,1 1,-1-1,1 2,-1-1,0 0,0 1,0 0,0 0,0 1,2 1,-6-4,0 0,0-1,0 1,0 0,0 0,0-1,0 1,0-1,0 1,0-1,0 1,0-1,0 1,0-1,-1 0,1 0,0 1,0-1,-1 0,1 0,-1 0,1 0,0 0,-1 0,0 0,1 0,-1 0,0 0,1 0,-1 0,0 0,0 0,0 0,0 0,0 0,0 0,0 0,0 0,0 0,-1 0,1 0,0 0,-1 0,1 0,-1 0,1 0,-1 0,1 0,-1-1,0-6,-22-218,23 225,-1-1,0 0,1 0,-1 1,1-1,-1 0,1 0,0-1,0 1,0 0,0 0,0 0,0 0,1 0,-1 0,1 0,-1 0,1 0,0 1,-1-1,1 0,0 0,1 0,-1 1,0-1,0 1,1-1,-1 1,0-1,1 1,0 0,-1-1,1 1,0 0,0 0,17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7:56.2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85 4128,'1'-11,"1"-1,1 1,0 0,0 0,1 0,0 0,1 1,1 0,-1 0,9-19,302-691,-247 579,7 4,6 4,5 3,61-66,100-98,12 11,13 12,84-50,-122 128,8 11,8 11,16 6,9 17,7 13,5 13,5 12,81-10,-304 102,-70 18,1 0,-1 0,1 0,-1 1,0-1,1 0,-1 1,1-1,-1 0,0 1,1-1,-1 0,0 1,0-1,1 0,-1 1,0-1,0 1,0-1,1 1,-1-1,0 0,0 1,0-1,0 1,0-1,0 1,0-1,0 1,0-1,0 1,0-1,0 1,0-1,0 0,-1 1,1-1,0 1,0-1,-1 1,1-1,0 0,0 1,-1-1,1 0,0 1,-1-1,1 0,0 1,-1-1,1 0,-1 0,1 1,0-1,-1 0,1 0,-1 0,1 0,-1 1,1-1,-1 0,1 0,-1 0,1 0,-31 27,-6 4</inkml:trace>
  <inkml:trace contextRef="#ctx0" brushRef="#br0" timeOffset="1162.799">72 3887,'0'47,"-1"0,-3-1,-1 0,-3 0,-2 0,-10 31,10-61,4-19,4-32,27-236,-25 251,-1 16,1 0,-1 0,1 0,0 0,0 0,1 0,-1 0,1 0,0 0,0 0,0 0,1 0,-1 0,1 1,1-3,1 4,-1 1,0 0,1 0,-1 0,1 0,-1 1,1-1,-1 1,1 0,-1 0,1 0,-1 1,1-1,-1 1,1 0,-1 0,1 0,1 1,7 1,12 2,-3-1,0 0,0 2,0 0,-1 1,0 1,7 5,-26-13,1 1,-1-1,0 1,1-1,-1 1,0 0,1 0,-1 0,0 0,0-1,0 1,0 1,0-1,0 0,0 0,0 0,0 0,-1 1,1-1,0 0,-1 1,1-1,-1 1,0-1,1 0,-1 1,0-1,0 1,0-1,0 1,0-1,0 1,0-1,0 1,-1-1,1 0,-1 1,1-1,-1 1,1-1,-1 0,0 0,0 1,0-1,1 0,-1 0,0 0,0 0,-1 0,1 1,-109 74,78-49,2 2,2 2,0 0,3 2,-6 10,6-7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7:58.5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1 202,'0'-2,"2"6,4 7,4 10,6 9,4 6,6 6,3 2,3 2,-1-4,-2-4,-3-3,-6-4,-6-5,-6-7</inkml:trace>
  <inkml:trace contextRef="#ctx0" brushRef="#br0" timeOffset="268.883">335 122,'-16'5,"-9"8,-4 8,-3 13,-1 11,1 10,1 9,2 5,1 2,5-11</inkml:trace>
  <inkml:trace contextRef="#ctx0" brushRef="#br0" timeOffset="524.727">522 644,'5'-16,"3"-12,1-6,1-2,-1 1,-3 4,-1 10,-3 13,2 14,-1 16,0 15,-1 12,-6 8,-3 3,-6-3,-5-5,0-12</inkml:trace>
  <inkml:trace contextRef="#ctx0" brushRef="#br0" timeOffset="1941.298">563 496,'-22'177,"13"-130,8-44,-1 0,1 0,0 0,1 0,-1 1,0-1,1 0,0 0,-1 0,1 1,1-1,-1 0,0 0,1 0,0 1,0-1,0 0,0 0,0 0,0 0,1 0,-1-1,1 1,0 0,0-1,0 1,0-1,1 0,-1 1,0-1,1 0,0-1,-1 1,4 1,2-3,0 0,0 0,0-1,0 0,-1-1,1 0,0 0,-1 0,1-1,-1 0,0-1,0 0,0 0,0 0,-1-1,1 0,-1 0,-1-1,1 1,-1-1,0-1,0 1,0-1,-1 0,0 0,-1 0,0 0,1-1,1-2,-1 0,1 0,-2-1,1 1,-2-1,1 0,-1 0,-1 0,0 0,-1 0,0 0,0 0,-1 0,-1 0,-2-9,3 16,-1 1,1 0,-1 0,0 0,0 0,0 1,0-1,0 0,-1 1,1-1,-1 1,0 0,1 0,-1 0,0 0,0 1,-1-1,1 1,0-1,0 1,-1 0,1 1,0-1,-1 0,1 1,-1 0,1 0,-1 0,1 0,-1 1,0-1,-7 2,1 0,-1 1,1-1,0 2,0 0,0 0,1 1,-1 0,-5 4,-62 66,61-53</inkml:trace>
  <inkml:trace contextRef="#ctx0" brushRef="#br0" timeOffset="2796.759">1164 363,'-9'4,"-3"5,0 2,3-3,0 0,2 0,2 2,2-2</inkml:trace>
  <inkml:trace contextRef="#ctx0" brushRef="#br0" timeOffset="4745.878">1378 15,'0'-7,"3"0,4 6,6 10,8 13,7 13,8 10,7 7,5 1,1-1,-1-4,-3-4,-8-8,-8-8,-9-6,-7-9,-7-7</inkml:trace>
  <inkml:trace contextRef="#ctx0" brushRef="#br0" timeOffset="5012.995">1752 28,'-9'7,"-7"11,-7 17,-2 15,-3 14,0 8,2 4,2 1,7-13</inkml:trace>
  <inkml:trace contextRef="#ctx0" brushRef="#br0" timeOffset="5292.358">2059 577,'15'-19,"0"-1,-2-1,-1 0,0-1,-2 0,0-1,-2 0,0 0,-2-1,0 1,-2-2,1-15,-7 18,1 22,1 0,0-1,0 1,0 0,0 0,0-1,-1 1,1 0,0 0,0-1,0 1,0 0,-1 0,1 0,0 0,0-1,-1 1,1 0,0 0,0 0,-1 0,1 0,0 0,-1 0,1 0,0-1,0 1,-1 0,1 0,0 0,-1 0,1 1,0-1,-1 0,1 0,0 0,0 0,-1 0,1 0,0 0,0 0,-1 1,1-1,0 0,0 0,-1 0,1 1,0-1,0 0,0 0,0 0,-1 1,1-1,0 0,0 0,0 1,0-1,0 0,0 1,0-1,-1 0,1 0,0 1,0-1,0 0,0 1,0-1,0 0,-8 18,0 0,1 0,0 1,2 0,0 0,1 0,1 1,1 0,1 0,-8 99,6-95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8:00.78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2 861,'-2'0,"6"-2,16-4,22-4,26-6,18-7,13-1,4 0,-7 3,-20 4</inkml:trace>
  <inkml:trace contextRef="#ctx0" brushRef="#br0" timeOffset="3283.961">1312 673,'14'-7,"15"-4,15-3,16-3,13-2,10 1,3 1,-7 3,-12 5,-18 3</inkml:trace>
  <inkml:trace contextRef="#ctx0" brushRef="#br0" timeOffset="3962.994">43 513,'40'-16,"754"-189,-725 189,1119-249,-1140 255,-114 50,56-28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5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96,'172'0,"838"-13,-565-7,898-26,-388 45,-978-9,9 4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5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0,'25'9,"20"3,17-1,11-1,3-4,-3-2,-13 1,-16-1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5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38,'23'0,"21"0,19-3,17-4,10-7,-9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5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1,'14'4,"23"2,27 2,26 0,20-2,-8-1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54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1,'1'9,"0"0,0 0,1 0,0 0,0 0,1-1,0 1,1-1,0 1,0-1,0 0,1-1,1 1,-1-1,1 0,0 0,1-1,0 0,0 0,0-1,3 2,7 4,1 0,0-1,1-1,0-1,0 0,1-2,0 0,17 2,-19-5,0 0,0-2,0 0,0-1,0 0,0-2,0 0,6-2,-18 2,1 1,0-1,-1 0,1-1,-1 0,0 0,0 0,0 0,0-1,-1 0,0 0,1-1,-1 0,-1 0,1 0,-1 0,0 0,0-1,0 0,-1 0,0 0,0 0,0-3,-1 4,0-1,0 0,0 0,-1 0,0 0,0-1,-1 1,0 0,0 0,0 0,-1-1,0 1,0 0,-1 0,1 0,-2-2,2 7,0 1,0 0,0 0,0 0,0 0,0 0,0 0,1 0,-1 0,0 0,0 1,0-1,0 0,0 0,0 1,1-1,-1 1,0-1,0 1,0-1,1 1,-1-1,0 1,1 0,-1-1,0 1,1 0,-1 0,1-1,-1 1,1 0,0 0,-1 0,1 0,0-1,0 1,-1 0,1 0,0 0,0 0,0 0,0 0,0 0,0 0,0 0,1 0,-1-1,0 2,-4 37,1 0,1 0,3 0,1 1,2-1,2 0,9 33,91 387,-104-449,2 3,-1 1,0 0,-2 0,1-1,-2 1,0 0,0 0,-1 0,-1 0,-2 5,3-16,1-1,-1 0,0 1,-1-1,1 1,0-1,-1 0,1 0,-1 0,0 0,1 0,-1 0,0-1,0 1,-1 0,1-1,0 0,0 1,-1-1,1 0,-1 0,1 0,-1-1,1 1,-1-1,1 1,-1-1,1 0,-1 0,0 0,1 0,-1 0,0-1,1 1,-1-1,1 0,-1 1,1-1,0 0,-1-1,1 1,0 0,-1-1,1 1,-1-2,-13-11,0 0,1-1,1 0,1-1,0-1,1-1,0 1,2-2,0 1,1-1,-5-16,8 24,1-1,0 1,0-1,1 0,1 0,0 0,1-1,0 1,1 0,0-1,1 1,0-1,2-5,1 12,1 0,0 1,0 0,1-1,-1 2,1-1,0 0,0 1,1 0,-1 0,1 1,0-1,0 1,0 1,0-1,0 1,1 0,-1 0,1 1,-1 0,3 0,8-4,13-3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54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24,'23'0,"27"0,31-2,27-4,19-2,-11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5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3917 227,'12'-7,"19"-5,25 1,26 1,19 5,11 8,0 8,-10 11,-23 2</inkml:trace>
  <inkml:trace contextRef="#ctx0" brushRef="#br0" timeOffset="1">4078 1283,'23'7,"25"2,26-5,22-8,18-7,10-7,-16 0</inkml:trace>
  <inkml:trace contextRef="#ctx0" brushRef="#br0" timeOffset="2">15281 401,'25'4,"22"2,21 2,17 0,13-2,5-1,-15-2</inkml:trace>
  <inkml:trace contextRef="#ctx0" brushRef="#br0" timeOffset="3">18155 267,'-17'65,"4"0,2 1,3 0,3 1,3 0,3 8,-5-183,-1 39,3-1,3 0,3 1,3-1,14-61,16 46,-35 82,0 1,0-1,0 1,0 0,0-1,0 1,1 0,-1 1,1-1,-1 0,1 1,0-1,0 1,0 0,0 0,0 0,0 0,0 1,0-1,0 1,0 0,0-1,0 1,0 1,0-1,0 0,0 1,1 0,11 5,-1 1,0 1,-1 0,1 1,-1 0,-1 1,0 1,0-1,-1 2,-1 0,0 0,0 1,-1 0,2 5,38 69,-47-84,0 1,-1 0,0 0,0-1,0 1,0 0,0 0,-1 0,0 0,1 0,-2 0,1 1,0-1,-1 0,0 0,0-1,0 1,0 0,-1 0,1 0,-1-1,0 1,0 0,-8 5,0 0,0 0,-1-1,0-1,0 0,-1 0,0-1,0 0,-6 1,-2 2,-8 3,17-8,0 0,0 1,0 1,1-1,0 1,0 1,0 0,1 1,0-1,0 2,1-1,0 1,0 2,7-9,-1 0,1 0,0 1,0-1,0 0,1 1,-1-1,1 1,-1-1,1 0,0 1,0-1,0 1,0-1,0 1,0-1,1 1,-1-1,1 1,0-1,0 0,0 1,0-1,0 0,0 0,1 1,-1-1,1 0,-1-1,1 1,0 0,69 39,-34-31,-1-2,1-2,0-1,0-2,0-1,1-2,13-3,-10 0</inkml:trace>
  <inkml:trace contextRef="#ctx0" brushRef="#br0" timeOffset="4">12982 160,'0'20,"-2"17,-1 10,-3 9,1 4,0-2,2-3,1-7,3-9,3-12,5-9,-1-9</inkml:trace>
  <inkml:trace contextRef="#ctx0" brushRef="#br0" timeOffset="5">12928 214,'7'18,"9"15,11 11,12 5,11 1,5-1,4-5,-2-5,-7-6,-6-8,-11-7</inkml:trace>
  <inkml:trace contextRef="#ctx0" brushRef="#br0" timeOffset="6">13343 186,'-14'-142,"-6"505,18-340,0-13,0 1,1 0,1 0,0 0,0 0,1 0,0 0,1 0,0 0,1-1,0 1,1-1,0 0,0 0,3 3,6 0</inkml:trace>
  <inkml:trace contextRef="#ctx0" brushRef="#br0" timeOffset="7">13624 254,'-9'24,"2"0,1 1,1 0,1 0,1 1,2-1,0 0,3 19,-2-36,1 0,0-1,0 1,1 0,0-1,1 1,0-1,0 0,0 0,1 0,0-1,0 1,1-1,-1 0,2 0,-1 0,1-1,-1 0,1 0,1 0,-1-1,1 0,-1 0,1 0,1-1,-1 0,0-1,1 0,-1 0,1 0,-1-1,1 0,0 0,4-1,0-1,-1-1,1 0,0 0,-1-1,0 0,1-1,-1-1,-1 0,1 0,-1-1,0 0,0-1,0 0,-1-1,0 0,-1 0,0-1,0 0,5-9,-7 11,-1-1,0 1,-1-1,0-1,0 1,-1 0,0-1,0 0,-1 0,0 1,-1-1,0-1,0 1,-1 0,0 0,-1 0,0 0,0 0,-1 0,0 0,-1 0,0 1,0-1,-1 1,0 0,0-1,-1 2,-1 0,0 0,0 0,-1 0,0 1,0 0,0 1,-1 0,1 0,-1 0,-1 1,1 0,0 1,-1-1,0 2,0-1,0 1,0 1,0 0,0 0,0 1,-1 0,1 0,0 1,0 0,0 1,0 0,0 0,0 1,1 0,-1 1,1 0,0 0,0 1,0 0,1 0,-1 1,1 0,1 0,-1 1,1-1,0 1,0 1,1-1,0 1,1 0,-1 2,3-4,0 0,1 0,0 0,0 0,0 1,1-1,0 0,0 0,1 1,-1-1,1 0,1 0,-1 0,1 0,0 0,1 0,-1-1,1 1,0-1,0 1,1-1,0 0,0-1,0 1,0 0,1-1,0 0,-1 0,2-1,-1 1,3 0,41 26</inkml:trace>
  <inkml:trace contextRef="#ctx0" brushRef="#br0" timeOffset="8">14345 293,'-12'34,"1"-1,1 1,3 1,0-1,2 1,2 0,1 1,2-1,2 7,2-240,7 89,4 2,6-6,-18 99,-3 6,1 1,1-1,0 1,0 0,0 0,1-1,0 2,0-1,0 0,1 1,0-1,4-3,-7 9,1 0,0 0,0 0,0 0,0 0,0 0,0 1,0-1,0 1,0-1,0 1,0 0,0 0,0 0,0 0,0 0,0 0,1 0,-1 1,0-1,0 1,0 0,0-1,0 1,-1 0,1 0,1 1,49 34,-36-23,-1 0,-1 1,0 1,-1 0,-1 1,0 0,-1 1,-1 0,0 1,-2 0,0 0,-1 1,3 13,-9-27,0 1,-1 0,1 0,-1 0,-1 0,1-1,-1 1,0 0,0 0,-1-1,1 1,-1-1,-1 1,1-1,-1 0,0 0,0 0,0 0,-1 0,1-1,-1 1,-1-1,1 0,0-1,-1 1,0-1,-3 2,-12 8,-1-2,0-1,-1-1,1 0,-2-2,-5 1,-64 19,92-27,-1 0,0 0,1 0,-1 0,0 0,0 0,1 0,-1 1,0-1,1 0,-1 0,0 1,1-1,-1 0,1 1,-1-1,0 1,1-1,-1 1,1-1,-1 1,1-1,0 1,-1-1,1 1,-1 0,1-1,0 1,0 0,-1-1,1 1,0 0,0-1,0 1,0 0,0-1,0 1,0 0,0 0,0-1,0 1,0 0,0-1,0 1,1 0,-1-1,0 1,1 0,-1-1,0 1,1 0,-1-1,0 1,1-1,-1 1,1-1,0 1,-1-1,1 1,-1-1,1 1,43 20,11-6,1-2,0-3,1-2,0-2,56-3,-42-2</inkml:trace>
  <inkml:trace contextRef="#ctx0" brushRef="#br0" timeOffset="9">8062 93,'-5'99,"-4"0,-17 72,-3 30,27-184,0-9,1 0,0 0,0-1,1 1,0 0,0 0,1 0,-1 0,2-1,-1 1,1 0,1-1,1 4,-3-9,1 0,-1-1,1 1,-1-1,1 0,-1 1,1-1,0 0,0 0,-1 0,1 0,0-1,0 1,0 0,0-1,0 1,0-1,0 0,0 0,0 0,0 0,0 0,0 0,0 0,1-1,-1 1,0-1,-1 1,2-1,58-26,129-101,-178 122,1 1,-1 0,1 1,0 0,0 1,0 1,0 0,0 1,0 0,1 1,-1 0,0 1,1 1,-1 0,6 3,32 0,84 5,-64 20,-64-28,0 0,0 0,0-1,0 0,0 0,0-1,0 0,0 0,0-1,1 1,-1-2,0 1,-1-1,1 0,0 0,0-1,-1 0,0 0,1 0,-1-1,0 0,-1 0,1-1,-1 1,0-1,0-1,0 1,-1-1,0 1,0-1,3-6,-6 8,-1 1,1 0,-1-1,0 1,0 0,0-1,0 1,-1 0,1-1,-1 1,0 0,0 0,0 0,0 0,-1 0,1 0,-1 0,0 0,0 0,0 0,0 1,0-1,-1 1,1 0,-1 0,1 0,-3-2,-83-39,77 40,1 1,-1 0,0 0,0 1,0 0,0 1,0 0,0 1,-6 1,13-1,0 0,0 0,0 0,0 0,1 0,-1 1,0 0,1 0,-1 0,1 0,-1 1,1-1,0 1,0 0,0 0,0 0,1 0,-1 0,1 1,0-1,0 1,0-1,0 1,1 0,-1 0,0 2,2-1,0 0,0 0,0 0,1 0,-1 0,1-1,0 1,1 0,-1-1,1 1,0 0,0-1,0 0,1 1,-1-1,1 0,0-1,0 1,1 0,-1-1,1 0,0 1,-1-1,1-1,2 2,36 26</inkml:trace>
  <inkml:trace contextRef="#ctx0" brushRef="#br0" timeOffset="10">9506 521,'-9'-14,"0"2,-1-1,0 1,-1 0,0 1,-1 1,0 0,-1 0,0 1,-1 0,10 7,0 1,0 0,0 0,-1 0,1 0,0 1,0 0,0-1,-1 2,1-1,0 0,0 1,0 0,-1 0,1 0,0 0,0 1,1 0,-1-1,0 1,0 1,1-1,-1 1,-69 72,70-71,0 0,0-1,0 1,1 1,-1-1,1 0,0 1,0-1,0 1,1-1,0 1,0 0,0 0,0 0,1-1,0 1,0 0,0 0,0 0,1 0,0 0,0-1,0 1,1 0,-1-1,1 1,0-1,0 1,1-1,0 0,-1 0,1 0,3 2,4-1,-1-1,2 0,-1-1,0 0,1-1,-1 0,1 0,0-1,-1 0,1-1,0-1,0 0,-1 0,1-1,0 0,-1-1,0 0,0 0,0-1,0-1,0 0,-1 0,0-1,0 0,0 0,1-3,0 1,-1-1,0 0,0-1,-1 0,0 0,-1-1,4-7,-18 60,3-1,2 0,1 0,3 0,1 0,2 0,4 10,0 2,-3 1,-3 0,-1 12,-2-59,1 0,-1 0,-1 0,1 0,-1 0,0 0,-1 0,0 0,0 0,0 0,-1-1,0 1,0-1,0 0,-1 0,0 0,-1 0,1-1,-1 1,0-1,0 0,-1-1,1 1,-1-1,0 0,0-1,-1 1,1-1,-1-1,1 1,-1-1,0 0,-6 1,8-3,1-1,-1 1,1-1,-1 1,1-1,-1-1,1 1,-1-1,1 1,0-1,0-1,0 1,0 0,0-1,1 0,-1 0,1 0,0 0,0-1,0 1,0-1,0 0,1 0,-1 0,1 0,0 0,1 0,-1 0,0-5,-4-9,1 0,1 0,1-1,1 0,0 1,2-16,2-7,2 1,2 0,1 0,3 0,1 1,1 1,3 0,1 0,1 2,2 0,2 1,1 1,2 1,1 1,1 2,2 0,1 2,18-13,-40 35,-5 3,0 1,0-1,0 0,0 1,1 0,-1-1,1 1,-1 0,1 0,0 1,0-1,0 1,0-1,0 1,0 0,1 0,-1 0,0 0,1 1,-1 0,0-1,1 1,-1 0,0 1,1-1,-1 0,0 1,1 0,-1 0,0 0,0 0,1 1,5 10,0 1,-1 0,-1 1,0 0,-1 0,4 13,-9-23,30 95,17 42,-47-141,-1 1,0 0,0 0,0 0,1 0,-1-1,0 1,1 0,-1 0,0-1,1 1,-1 0,1-1,-1 1,1 0,0-1,-1 1,1-1,0 1,-1-1,1 1,0-1,0 1,-1-1,1 0,0 0,0 1,0-1,-1 0,1 0,0 0,0 0,0 0,0 0,-1 0,1 0,0 0,0 0,0 0,0-1,-1 1,1 0,0 0,0-1,0 1,0-1,6-9</inkml:trace>
  <inkml:trace contextRef="#ctx0" brushRef="#br0" timeOffset="11">9881 134,'-14'2,"2"5,13 7,15 4,5 0</inkml:trace>
  <inkml:trace contextRef="#ctx0" brushRef="#br0" timeOffset="12">10535 441,'-11'-10,"0"1,-1 1,-1 0,1 0,-1 2,-1-1,1 2,-1-1,0 2,-12-3,20 6,-1 0,1 0,-1 1,1 0,-1 0,1 0,-1 1,1 0,-1 0,1 1,0-1,-1 1,1 1,0-1,0 1,1 0,-1 1,1-1,-1 1,1 0,0 1,1-1,-1 1,1 0,-1 1,2-3,0 1,0 1,1-1,-1 0,1 0,0 1,0-1,0 1,1 0,0 0,0-1,0 1,0 0,1 0,0 0,0 0,0 0,1 0,-1 0,1 0,0-1,1 1,-1 0,1-1,0 1,0-1,0 1,1-1,0 0,0 0,0 0,0 0,0-1,3 3,9 5,1-1,0-1,1 0,0-1,0 0,1-2,0 0,0-1,0-1,1 0,-1-1,1-2,0 0,0 0,16 0,-1-1,1-2,-1-1,0-2,0-1,-1-1,0-2,0-2,-1 0,0-3,-1 0,0-2,-2-2,0 0,19-17,-8-9,-39 43,0-1,-1 1,1-1,-1 1,1 0,-1-1,1 1,-1-1,0 1,0-1,0 1,0-1,0 0,0 1,0-1,0 1,-1-1,1 1,0-1,-1 1,0 0,1-1,-1 1,0-1,1 1,-1 0,0 0,0-1,0 1,0 0,0 0,-1 0,1 0,0 0,0 0,-1 0,-7-3,0 0,-1 1,1-1,0 2,-1-1,0 1,1 1,-1 0,0 0,0 1,0 1,0-1,0 1,1 1,-1 0,0 0,1 1,0 0,-1 1,-6 3,13-5,-1-1,0 1,0-1,1 1,-1 0,1 0,0 1,-1-1,1 1,0-1,1 1,-1 0,0 0,1 1,0-1,-1 0,1 1,1-1,-1 1,0 0,1 0,0 0,0-1,0 1,0 0,1 0,-1 0,1 0,0 0,0 0,1 1,-1-1,1-1,0 1,0 0,0 0,1 0,-1 0,1-1,0 1,1 1,5 2,0 0,1-1,0-1,0 1,0-1,1-1,0 0,-1 0,2-1,-1 0,0-1,0 0,1 0,-1-1,1-1,0 0,-1 0,1-1,-1 0,3-2,-6 2,0-2,0 1,0-1,0 0,0 0,0-1,-1 0,0 0,1-1,-2 0,1 0,-1 0,1 0,-1-1,-1 0,1 0,-1 0,0-1,-1 0,1 1,-1-1,-1 0,1-1,-1 1,0 0,-1-1,0 1,0-1,-1 1,1-1,-2-4,-13 32,12-15,0 0,0-1,1 1,0 0,0 0,0 0,1 0,-1 0,1 0,0 0,1 0,-1 0,1 0,0 0,0 0,1 0,-1 0,1-1,0 1,1-1,-1 1,1-1,-1 0,1 0,1 0,-1 0,1 1,8 1,0 1,0-2,0 0,0 0,1-1,0 0,0-1,0-1,0 0,0-1,8 0,-11 0,63 5</inkml:trace>
  <inkml:trace contextRef="#ctx0" brushRef="#br0" timeOffset="13">6097 521,'25'0,"24"0,22 0,17 0,12-2,3-1,-4 0,-8 0,-16 2,-16 2,-17 2</inkml:trace>
  <inkml:trace contextRef="#ctx0" brushRef="#br0" timeOffset="14">6645 214,'30'25,"2"-2,0-1,1-1,1-2,2-1,-1-2,33 10,-5-2,-36-15,-1 1,1 1,-2 1,0 1,0 2,13 11,-35-25,-1 1,0-1,0 1,0 0,0 0,0 0,0 0,0 0,-1 0,1 1,-1-1,1 1,-1-1,0 1,0-1,0 1,0-1,-1 1,1 0,-1 0,0-1,1 1,-1 0,0 0,-1-1,1 1,0 0,-1 0,0-1,1 1,-1 0,0-1,0 1,-1-1,1 1,-1-1,1 0,-1 1,0-1,1 0,-3 2,-13 11,0 0,-1-1,0-1,-1-1,-1-1,0 0,-14 5,10-4,-191 96,168-82</inkml:trace>
  <inkml:trace contextRef="#ctx0" brushRef="#br0" timeOffset="15">4265 521,'0'18,"0"15,-2 12,-1 4,0 1,3-4,6-5,4-7,3-7,-1-8</inkml:trace>
  <inkml:trace contextRef="#ctx0" brushRef="#br0" timeOffset="16">4492 467,'-2'21,"-1"15,3 11,3 5,5 2,5-4,1-3,2-7,-1-9,-2-9</inkml:trace>
  <inkml:trace contextRef="#ctx0" brushRef="#br0" timeOffset="17">202 374,'0'16,"0"19,0 15,0 12,0 9,0 5,0 0,0-4,0-7,0-12,0-15</inkml:trace>
  <inkml:trace contextRef="#ctx0" brushRef="#br0" timeOffset="18">1 321,'0'-5,"0"1,1 0,-1 0,1-1,0 1,1 0,-1 0,1 0,-1 0,1 0,0 1,1-1,-1 0,1 1,-1 0,1-1,0 1,1 0,-1 1,0-1,1 0,-1 1,1 0,2-1,100-31,-84 31,0 1,1 1,-1 1,0 1,0 1,0 1,0 1,0 0,-1 2,4 2,-12-4,0 1,0 1,-1 0,1 1,-1 0,-1 1,1 0,-2 0,1 2,-1-1,0 1,-1 1,0 0,-1 0,0 0,4 10,-9-15,0 0,-1 0,0 0,0 0,0 0,-1 1,0-1,0 0,-1 1,1-1,-1 1,-1-1,1 1,-1-1,-1 0,1 1,-1-1,0 0,0 0,-1 0,1 0,-2-1,1 1,0-1,-1 0,0 1,0-2,-1 1,-1 1,-8 5,0-1,-1 0,0 0,-1-2,0 0,0-1,-1-1,0 0,0-1,0-1,-1 0,0-2,1 0,-1-1,-14-1,1 1</inkml:trace>
  <inkml:trace contextRef="#ctx0" brushRef="#br0" timeOffset="19">829 802,'-11'-10,"0"2,-1-1,0 2,0-1,-1 2,0 0,0 0,0 1,-1 1,0 0,0 1,-5-1,12 3,-1 1,1-1,-1 1,1 0,-1 1,1-1,-1 2,1-1,0 1,-1 0,1 1,0-1,0 1,1 1,-1-1,0 1,1 1,0-1,0 1,1 0,-1 0,1 1,-4 5,5-7,1 0,-1 0,1 0,0 1,0-1,1 1,-1 0,1 0,0 0,1 0,-1 1,1-1,0 0,0 0,1 1,-1-1,1 1,0-1,1 0,0 1,-1-1,1 1,1-1,-1 0,1 0,0 0,0 0,1 0,0 0,-1-1,1 1,1-1,-1 0,1 0,-1 0,1 0,2 0,-2-2,0 0,1 0,-1-1,1 0,-1 0,1 0,0 0,-1-1,1 1,0-1,0 0,-1-1,1 1,0-1,-1 0,1 0,0-1,-1 1,0-1,1 0,-1 0,0-1,0 1,0-1,1-1,5-3,0-1,-1 0,0-1,0 0,-1 0,0 0,-1-1,0-1,2-3,21-61,-24 73,-1 19,-4-10,2 5,0 0,0-1,1 1,0-1,1 0,1 0,0 0,0-1,1 0,0 0,0-1,1 0,1 0,0-1,0 0,0 0,1-1,0 0,1-1,-1 0,1-1,0 0,3 0,-9-3,-1-2,1 1,0 0,0-1,-1 0,1 0,0-1,-1 1,1-1,0 0,-1 0,1 0,-1-1,0 0,1 0,-1 0,0 0,0-1,0 1,0-1,-1 0,1 0,-1-1,0 1,1-1,-2 1,1-1,0 0,-1 0,1 0,2-7,0 1,-1 0,0-1,0 0,-1 0,-1 0,0 0,0 0,-1-1,-1 1,1-1,-2 1,-18-79,19 89,-1 0,1 0,0 0,-1 0,1 0,0 0,0 0,-1 0,1 0,0 0,0 0,0 0,0 1,0-1,1 0,-1 0,0 0,0 0,1 0,-1 0,0 0,1 0,-1 0,1 0,-1 1,1-1,0 0,-1 0,1 1,0-1,-1 0,1 1,0-1,0 1,-1-1,1 1,0-1,0 1,0 0,0-1,0 1,0 0,1-1,46 2,-38 0,3 0,122 23,-129-22,0 0,0 0,-1 1,1 0,-1 0,1 0,-1 0,0 1,0 0,-1 0,1 1,-1-1,0 1,0 0,0 0,-1 0,0 0,0 1,0 0,1 3,-1 6,0 0,0 0,-2 0,0 1,0-1,-2 0,0 0,0 1,-2-1,-2 61,5-75,0 0,0 1,0-1,0 1,0-1,0 0,0 1,0-1,0 0,1 1,-1-1,1 0,-1 0,1 1,-1-1,1 0,0 0,0 0,0 0,-1 0,1 0,0 0,0 0,0 0,0 0,1 0,-1 0,0-1,0 1,0-1,1 1,-1-1,0 1,1-1,-1 0,0 1,1-1,-1 0,0 0,1 0,-1 0,0 0,1 0,-1-1,0 1,1 0,-1-1,0 1,1-1,-1 1,0-1,0 0,0 1,0-1,0 0,1 0,-1 0,18-10,-1-1,-1-1,0 0,-1-1,0 0,-1-2,-1 0,0 0,-1-2,-1 1,0-2,0-3,5-8,-1 0,-2-1,-1-1,-2 0,-1 0,-1-1,-2-1,-2 1,0-1,-3 0,0 0,-3 0,0 0,-3 0,0 0,-2 1,-2-1,-1 2,-2-1,0 1,-9-13,-7 4,27 42,-1-1,0 0,0 1,0-1,1 1,-1-1,0 1,1-1,-1 1,0 0,1-1,-1 1,1 0,-1-1,1 1,-1 0,1 0,0 0,-1-1,1 1,0 0,-1 0,1 0,0 0,0 0,0-1,0 1,0 0,0 0,0 0,0 0,0 0,1 0,-1 0,-3 62,3 1,3-1,2 0,3 0,9 27,-16-84,3 30,2 0,1 0,2 0,1-1,2-1,1 0,2 0,1-2,2 0,11 15,-25-42,0 0,0 0,0-1,0 1,1-1,0 0,0 0,0 0,0-1,0 0,1 0,0 0,0-1,-1 0,1 0,0 0,1-1,-1 0,0 0,0 0,0-1,1 0,-1 0,0-1,0 0,1 0,-1 0,0-1,0 1,2-3,6-6,-1-1,0 0,-1-1,-1 0,0-1,0 0,-2-1,1 0,-2-1,0 0,-1 0,0-1,-1 0,-1 0,1-6,-4 16,7-63,-21 77,9-1,0-1,0 0,1 1,0-1,0 1,0 0,1 0,0-1,1 1,-1 0,1 0,1 0,-1 0,1 0,1-1,-1 1,1 0,0-1,0 1,1-1,0 1,0-1,1 0,-1-1,1 1,1 0,-1-1,1 0,0 0,0-1,0 1,0-1,4 2,-1-2,0 0,1-1,-1 0,1 0,0-1,0 0,0-1,0 1,0-2,1 1,-1-2,0 1,0-1,0 0,0-1,0 0,1-1,23-9</inkml:trace>
  <inkml:trace contextRef="#ctx0" brushRef="#br0" timeOffset="20">1685 428,'-20'-3,"-12"0,-2 0,11 1,23 0,32 1,38-2,37-2,29-1,-8 1</inkml:trace>
  <inkml:trace contextRef="#ctx0" brushRef="#br0" timeOffset="21">3009 761,'-13'-11,"0"1,-1 0,-1 0,1 1,-1 1,-1 1,-4-2,14 7,1 0,-1 1,1-1,-1 1,0 0,1 1,-1-1,0 1,0 1,0-1,1 1,-1-1,0 2,1-1,-1 1,0 0,1 0,0 0,0 1,-1-1,2 1,-6 4,3-1,0 0,1 1,-1-1,1 1,1 1,-1-1,1 1,1 0,-1 0,1 0,1 1,0 0,0-1,0 1,1 0,1 0,-1 1,2-1,-1 0,1 0,0 0,1 1,0-1,2 8,-1-14,-1 0,0-1,1 1,0 0,0 0,0-1,0 1,0-1,0 0,0 0,1 1,-1-2,1 1,0 0,-1 0,1-1,0 1,0-1,0 0,0 0,0 0,0-1,1 1,-1-1,0 1,0-1,0 0,1 0,-1 0,0-1,0 1,0-1,0 0,0 0,0 0,0 0,0 0,0-1,0 1,0-1,-1 0,1 0,-1 0,1 0,-1 0,0-1,12-8,0-1,-1-1,-1 0,-1 0,1-1,-2 0,0-1,-1-1,0 1,-2-1,0-1,0 1,-1-1,-2 0,1-1,-1-6,-4 33,0 0,1-1,1 1,-1 0,1-1,0 0,1 1,0-1,1 0,-1 0,1-1,1 1,-1-1,2 1,3 1,0 1,1-2,0 1,1-1,-1-1,2 0,6 3,34 16</inkml:trace>
  <inkml:trace contextRef="#ctx0" brushRef="#br0" timeOffset="22">16698 240,'0'23,"-3"16,0 14,1 8,-3 3,0-4,2-13</inkml:trace>
  <inkml:trace contextRef="#ctx0" brushRef="#br0" timeOffset="23">16645 200,'5'16,"10"17,11 11,14 8,13 3,9 1,7-4,2-5,-5-9,-9-11,-15-10</inkml:trace>
  <inkml:trace contextRef="#ctx0" brushRef="#br0" timeOffset="24">17126 120,'-7'22,"-2"20,-2 16,1 9,0 7,2 3,2-4,2-6,1-11,5-12,1-14</inkml:trace>
  <inkml:trace contextRef="#ctx0" brushRef="#br0" timeOffset="25">17380 374,'-5'5,"1"0,-1 0,1 0,1 1,-1-1,1 1,0 0,0 0,0 0,1 0,0 1,0-1,1 1,0-1,0 1,1-1,-1 1,1 0,1-1,-1 1,1 0,0-1,1 1,-1-1,1 0,1 1,-1-1,1 0,0 0,1-1,-1 1,4 4,4 1,1 1,-1-1,2-1,0 0,0 0,0-2,1 0,1 0,-1-1,1-1,1 0,-1-1,1-1,-1-1,1 0,0-1,0 0,1-1,5-1,-15-1,-1 1,0-1,1 1,-1-2,0 1,1-1,-1 0,0 0,0-1,-1 1,1-1,0-1,-1 1,0-1,0 0,0 0,0-1,-1 1,1-1,-1 0,-1 0,1 0,-1-1,1 0,-2 1,1-1,0 0,-1 0,0 0,-1-1,1-1,-1-2,-1 0,1 0,-2 0,1 0,-1 0,-1 0,0 1,0-1,-1 0,0 1,-1-1,0 1,0 0,-1 0,0 1,-1-1,0 1,0 1,-1-1,0 1,0 0,-1 0,1 1,-1 0,-1 0,1 1,-1 0,0 1,0 0,-1 0,1 1,-1 0,0 1,1 0,-1 0,0 1,0 1,0 0,0 0,0 0,0 1,0 1,0 0,-3 1,1 1,0 1,0-1,1 2,0 0,0 0,0 1,1 1,0-1,0 2,-6 7,12-13,1 0,0 0,0 1,0-1,1 1,-1 0,1 0,0 0,0 0,0 0,1 1,-1-1,1 1,0-1,0 1,1-1,-1 1,1-1,0 1,0-1,1 1,-1 0,1-1,0 1,0-1,1 0,-1 1,1-1,0 0,0 0,0 0,30 32,6-6</inkml:trace>
  <inkml:trace contextRef="#ctx0" brushRef="#br0" timeOffset="26">16712 280,'0'21,"0"13,0 10,0 7,0 1,0-1,0-9</inkml:trace>
  <inkml:trace contextRef="#ctx0" brushRef="#br0" timeOffset="27">9934 2714,'-11'-5,"-1"0,0 1,0 0,-1 1,1 1,-1 0,1 0,-1 1,1 1,-1 0,0 1,1 0,-1 1,1 1,-1 0,1 0,0 1,0 1,1 0,-1 0,1 1,1 1,-1 0,1 0,0 1,0 0,1 1,0 0,1 1,0-1,-4 8,9-13,0 0,0 0,0 0,1 0,0 0,0 0,0 1,0-1,1 0,-1 1,1 0,1-1,-1 1,0 0,1-1,0 1,0 0,1 0,-1-1,1 1,0 0,0-1,1 1,-1-1,1 1,0-1,0 0,0 0,1 0,0 0,-1 0,1 0,1-1,-1 1,0-1,1 0,2 1,3 0,1 0,-1-1,1 0,0-1,0 0,0 0,1-1,-1-1,0 1,0-2,1 0,-1 0,0 0,0-1,0-1,0 0,-1 0,1-1,-1 0,0-1,0 0,0 0,-1-1,1 0,-1-1,-1 1,1-2,-1 1,-1-1,1 0,-1 0,-1-1,1 1,0-4,0-2,-1 1,-1-1,1-1,-2 1,0 0,-1-1,0 0,-2 1,1-1,-2 0,0-1,-2 64,1-37,0 0,2 0,-1 0,2 0,-1 0,1 0,1 0,0-1,0 1,1 0,1-1,0 0,0 0,1 0,0 0,1-1,0 1,0-2,1 1,0-1,1 0,0 0,0-1,2 1,66 16,-38-20</inkml:trace>
  <inkml:trace contextRef="#ctx0" brushRef="#br0" timeOffset="28">10362 2834,'15'0,"20"0,17 0,13 0,8 0,2 0,-5-2,-10-1,-14 0</inkml:trace>
  <inkml:trace contextRef="#ctx0" brushRef="#br0" timeOffset="29">10562 2620,'0'13,"0"15,2 10,4 11,0 6,1 5,0 4,-1-1,-3-3,0-5,-2-13</inkml:trace>
  <inkml:trace contextRef="#ctx0" brushRef="#br0" timeOffset="30">11137 2405,'12'368,"6"-145,-19-222,1 0,0 0,0 0,-1 1,1-1,0 0,0 1,0-1,0 0,0 0,0 1,1-1,-1 0,0 0,1 0,-1 1,0-1,1 0,0 0,-1 0,1 0,0 0,-1 0,1 0,0 0,0 0,0 0,0 0,0-1,0 1,0 0,0-1,0 1,0 0,1-1,-1 0,0 1,0-1,0 0,1 1,-1-1,0 0,0 0,1 0,-1 0,0 0,1 0,-1-1,0 1,0 0,0-1,1 1,0-1,95-104,-89 97,0 0,1 0,-1 1,2 0,-1 0,1 1,0 0,0 1,1 0,-1 1,1 0,0 1,1 0,-1 0,0 1,1 1,-1 0,1 1,-1 0,1 0,-1 1,1 1,-1 0,0 1,1 0,-1 0,-1 1,1 1,8 4,-11-4,-1 1,1 0,-1 0,0 1,0 0,-1 0,0 1,0 0,0 1,-4-6,-1-1,1 1,-1 0,0 0,0 0,0 0,0-1,0 2,-1-1,1 0,-1 0,0 0,0 0,0 0,0 0,0 0,-1 0,1 0,-1 0,0 0,0 0,0 0,-1 0,1 0,0 0,-1-1,0 1,0-1,-1 3,-11 6,0-1,0 0,0-1,-1-1,-1 0,0-1,0-1,0 0,0-1,-1-1,0 0,-12 0,-48 8,4-4</inkml:trace>
  <inkml:trace contextRef="#ctx0" brushRef="#br0" timeOffset="31">9171 2392,'116'-14,"103"1,-153 10,733-21,476-28,-1116 35,-124 10,-19 0</inkml:trace>
  <inkml:trace contextRef="#ctx0" brushRef="#br0" timeOffset="32">7314 2527,'4'16,"7"11,7 9,11 5,6 2,5 1,2-1,1-2,-1-7,-2-9,-8-8</inkml:trace>
  <inkml:trace contextRef="#ctx0" brushRef="#br0" timeOffset="33">7888 2473,'18'-13,"-21"27,-55 68,37-54,0 1,1 2,2 0,2 0,-7 18,19-34,-1 0,2 0,0 0,1 1,0-1,1 1,1-1,1 1,0-1,1 1,0-1,1 0,1 0,1 0,0 0,1-1,4 9,12 24,-10-26,-1 2,-1 0,-2 0,0 0,-1 1,-1 0,-2 1,2 18,-5 12,0-54,-1 0,0-1,1 1,-1-1,0 1,1-1,-1 1,1-1,-1 1,1-1,-1 1,1-1,-1 1,1-1,0 0,-1 1,1-1,-1 0,1 0,0 0,-1 1,1-1,0 0,-1 0,1 0,0 0,0 0,-1 0,1 0,0 0,-1 0,1-1,0 1,-1 0,1 0,-1-1,1 1,0 0,-1-1,1 1,-1 0,1-1,-1 1,1-1,-1 1,1-1,-1 1,1-1,-1 1,0-1,1 0,-1 1,15-14</inkml:trace>
  <inkml:trace contextRef="#ctx0" brushRef="#br0" timeOffset="34">8222 2767,'25'2,"22"1,15 0,9 0,3-2,-7 0,-13 0,-15-1</inkml:trace>
  <inkml:trace contextRef="#ctx0" brushRef="#br0" timeOffset="35">8289 2995,'23'0,"23"0,22 0,20 0,14-5,-12-1</inkml:trace>
  <inkml:trace contextRef="#ctx0" brushRef="#br0" timeOffset="36">522 2647,'-7'-4,"-1"0,0 0,0 0,0 1,0 1,0-1,0 1,-1 1,1 0,-1 0,0 0,1 1,-1 1,1-1,-1 1,1 1,-1-1,1 2,0-1,0 1,0 0,0 1,0 0,1 0,-1 0,1 1,0 1,-1 0,1 1,0 0,0 0,1 0,0 1,0 0,1 1,0-1,0 1,1 0,0 0,1 0,-2 8,3-13,1 0,1 0,-1 0,0 0,1 0,0 0,0 1,0-1,0 0,1 0,0 0,0 0,0 0,0 0,0 0,1 0,0 0,0-1,0 1,0-1,0 1,1-1,0 0,0 0,-1 0,2 0,-1 0,0-1,0 1,1-1,0 0,-1 0,2 0,2 1,1 0,0-1,0 0,0 0,0 0,1-1,-1-1,0 1,1-1,-1-1,0 1,0-2,1 1,-1-1,0 0,0-1,-1 1,1-2,0 1,-1-1,3-2,3-2,-1 0,-1-1,0 0,0 0,0-2,-1 1,-1-1,0-1,0 1,-1-1,6-13,-7 10,0 1,-1-1,-1-1,-1 1,0-1,0 0,-2 0,0 0,-1-1,-4 13,-2 15,-3 19,1 0,1 0,1 1,2-1,1 1,1 0,2 8,0-27,0 0,1 1,0-1,1 0,0 0,1-1,1 1,-1-1,2 0,0 0,0 0,5 6,19 18</inkml:trace>
  <inkml:trace contextRef="#ctx0" brushRef="#br0" timeOffset="37">442 3168,'-8'33,"-27"417,30-393,16-68,-10 8,5-12,0 0,1 1,1 0,0 0,1 0,0 1,1 1,0 0,1 0,1 1,0 0,7-4,-16 13,0 0,0 1,0 0,1 0,-1 0,0 0,1 0,-1 1,1-1,-1 1,0 0,1 0,-1 0,1 0,-1 1,1 0,-1-1,0 1,0 0,1 1,-1-1,0 0,0 1,0 0,0 0,0 0,-1 0,1 0,-1 0,1 1,1 2,4 4,0 1,-1 0,-1 0,1 0,-2 1,1 0,-2 0,3 8,-4-13,0 0,-1 0,0 1,0-1,0 1,-1-1,0 1,0 0,-1-1,0 1,0 0,-1-1,1 1,-1 0,-1-1,1 1,-1-1,0 0,-1 1,0-1,0 0,0 0,0-1,-1 1,0-1,0 0,-1 0,0 0,1 0,-2-1,1 0,0 0,-1 0,-3 2,-7-1,1-1,0 0,-1-1,0-1,0 0,0-1,0-1,0 0,-3-2,1 1,29-8,11 2</inkml:trace>
  <inkml:trace contextRef="#ctx0" brushRef="#br0" timeOffset="38">1204 2873,'0'-1,"0"0,0 0,1 0,-1 0,0 0,0 0,1 1,-1-1,1 0,-1 0,1 0,-1 0,1 0,-1 1,1-1,0 0,-1 0,1 1,0-1,0 0,0 1,-1-1,1 1,0-1,0 1,0 0,0-1,0 1,0 0,0 0,0-1,0 1,0 0,0 0,0 0,0 0,0 0,0 0,0 1,0-1,0 0,0 0,0 1,0-1,-1 1,1-1,0 1,0-1,0 1,0 0,4-1,282 12,1-13,29-14,-279 13,-15 0,-17 1,1 0,0 0,0 1,-1 0,1 1,0-1,-1 1,1 0,-1 1,6 1,-6 13,-13-9</inkml:trace>
  <inkml:trace contextRef="#ctx0" brushRef="#br0" timeOffset="39">1391 3462,'0'1,"0"-1,0 0,0 0,1 1,-1-1,0 0,0 0,0 1,0-1,0 0,0 0,0 1,0-1,0 0,0 0,0 0,-1 1,1-1,0 0,0 0,0 1,0-1,0 0,0 0,0 0,-1 1,1-1,0 0,0 0,0 0,0 0,-1 1,1-1,0 0,0 0,0 0,-1 0,1 0,0 0,0 0,-1 0,1 0,0 1,0-1,-1 0,1 0,0 0,0 0,0 0,-1 0,1-1,24 4,0-1,0-1,1-1,-1-1,7-3,9 1,25-1,114-8,111 11,-264 2,-1 2,0 1,1 0,-1 2,-1 2,11 4,-11-9,-18-6</inkml:trace>
  <inkml:trace contextRef="#ctx0" brushRef="#br0" timeOffset="40">2140 2392,'25'12,"103"98,93 107,-174-168,-2 2,-2 2,-3 2,-2 2,11 26,-36-60,-2 1,0 0,-2 0,-1 1,0 1,-2-1,-1 1,-1 0,-2 1,0-1,-2 0,0 1,-2-1,-1 0,-4 12,-5 0,-2 0,-2-1,-1-1,-2 0,-1-2,-2 0,-1-1,-1-2,-2 0,-2-2,0-1,-2-1,-1-1,-21 12,33-22,0-2,-1-1,0 0,-1-1,-1-1,0-1,0-2,-21 7,43-15,-1 0,1 1,0-1,-1 0,1 1,-1-1,1 0,-1 0,1 1,-1-1,1 0,-1 0,0 0,1 0,-1 0,1 0,-1 1,1-1,-1-1,1 1,-1 0,0 0,1 0,-1 0,1 0,-1 0,1-1,-1 1,1 0,-1 0,1-1,-1 1,1 0,-1-1,1 1,0 0,-1-1,1 1,0-1,-1 1,1-1,0 1,-1-1,1 1,0-1,0 1,0-1,-1 1,1-1,0 1,0-1,0 0,0 1,0-1,0 1,0-1,0 0,21-26,30-17,-28 23</inkml:trace>
  <inkml:trace contextRef="#ctx0" brushRef="#br0" timeOffset="41">2314 2392,'111'0,"1"4,-1 5,58 13,-58 5,-2 4,0 5,-3 5,-1 4,-2 5,-3 4,-2 5,-3 4,-3 4,68 64,-21 3,-136-131,-3-2,0 0,1 0,-1 0,0 0,1 0,-1 0,1 0,-1 0,1 0,-1 0,1-1,0 1,-1 0,1 0,0-1,0 1,-1 0,1-1,0 1,0-1,0 1,0-1,0 0,0 1,0-1,0 0,0 1,0-1,0 0,0 0,0 0,0 0,0 0,0 0,0 0,0 0,0-1,0 1,0 0,0-1,0 1,0-1,-1 1,1-1,0 1,0-1,0 1,2-11</inkml:trace>
  <inkml:trace contextRef="#ctx0" brushRef="#br0" timeOffset="42">2260 4064,'86'-1,"-1"-4,0-3,50-13,110-36,134-55,-88 5,274-143,-561 249,0-1,0 1,0-1,-1 0,1-1,-1 1,1 0,-1-1,0 0,0 0,0 0,0 0,0 0,-1-1,0 1,1-2,0-5</inkml:trace>
  <inkml:trace contextRef="#ctx0" brushRef="#br0" timeOffset="43">4332 3168,'-7'0,"1"1,0-1,0 1,0 0,-1 0,1 1,0 0,1 0,-1 0,0 1,1 0,-1 0,1 0,0 1,0 0,0 0,0 0,1 1,0-1,0 1,0 0,0 0,1 0,0 1,0-1,0 1,1 0,-1 0,2 0,-1 0,1 0,0 0,0 0,-1 4,1-1,0 0,0 1,1-1,1 1,0-1,0 1,1-1,0 0,0 0,1 0,0 0,1 0,0-1,0 1,1-1,0 0,0 0,1-1,0 1,0-1,1-1,0 1,0-1,1-1,-1 1,1-1,1 0,-1-1,6 3,5-2,1 1,-1-2,1-1,0-1,-1 0,1-1,0-1,0-1,0-1,0-1,9-3,-20 5,-1-2,0 1,1-1,-1 0,0-1,0 1,-1-2,1 1,-1-1,0 0,0-1,-1 1,0-2,1 1,-2 0,1-1,-1 0,0-1,-1 1,0-1,0 1,0-1,-1-1,0 1,-1 0,0-1,0 1,-1-3,1-3,0-1,-1 0,-1 0,0 0,-2 0,1 1,-2-1,0 0,0 1,-2 0,0 0,0 0,-1 0,-1 1,0 0,-1 0,0 1,-1 0,-1 0,1 1,-8-5,12 12,0 0,0 0,-1 1,0 0,1 0,-1 0,0 0,0 1,-1 0,1 1,0-1,-1 1,1 0,-1 1,1 0,-1 0,1 0,-1 1,1 0,-1 0,1 0,0 1,-1 0,1 0,0 1,0 0,1 0,-1 0,1 1,-2 0,-7 7,0 0,0 0,1 1,1 1,0 0,1 1,0 0,1 1,1 0,0 0,1 1,1 0,-5 16,10-29,1 1,-1 0,1-1,0 1,1 0,-1 0,1 0,-1 0,1-1,0 1,0 0,1 0,-1 0,1 0,0-1,0 1,0 0,1 0,-1-1,1 1,0-1,0 0,0 1,0-1,3 3,18 11</inkml:trace>
  <inkml:trace contextRef="#ctx0" brushRef="#br0" timeOffset="44">4814 3221,'1'3,"1"1,0-1,-1 1,2-1,-1 0,0 0,0 0,1 0,0-1,0 1,-1-1,1 1,1-1,-1 0,0 0,0 0,1-1,-1 1,1-1,0 0,-1 0,1 0,0 0,-1-1,1 0,0 0,0 0,0 0,0 0,0 0,92 10,1-5,61-5,-72 0,201 4,-1 13,86 24,-169-7,-192-29</inkml:trace>
  <inkml:trace contextRef="#ctx0" brushRef="#br0" timeOffset="45">13302 2740,'23'0,"21"0,17 0,11 0,5 0,1 0,-6 0,-13 2,-17 4,-15 0</inkml:trace>
  <inkml:trace contextRef="#ctx0" brushRef="#br0" timeOffset="46">13383 2995,'21'0,"19"0,20 0,15 0,11 0,7 0,-1 0,-17 0</inkml:trace>
  <inkml:trace contextRef="#ctx0" brushRef="#br0" timeOffset="47">16056 1764,'-4'12,"0"0,1 0,1 1,0 0,1-1,0 1,1 0,0-1,1 1,1 0,0-1,2 10,115 524,-91-359,-8 1,-9 1,-8 1,-8-1,-14 60,11-162,0-20,3 0,3 1,4 16,6-49,0-46,-7-36,-3 19</inkml:trace>
  <inkml:trace contextRef="#ctx0" brushRef="#br0" timeOffset="48">14506 1658,'22'671,"0"-405,40 694,-60-377,-1-595,2-13</inkml:trace>
  <inkml:trace contextRef="#ctx0" brushRef="#br0" timeOffset="49">15214 2192,'-17'-14,"-1"0,0 1,-1 1,0 1,-1 0,-4 0,19 9,1 1,0-1,-1 2,1-1,-1 0,1 1,-1 0,1 0,-1 0,0 0,1 1,-1-1,1 1,0 1,-1-1,1 1,0-1,0 1,0 0,0 1,0-1,0 1,0-1,1 1,0 0,-1 1,1-1,0 1,1-1,-1 1,-1 1,-4 8,0-1,0 1,1 1,1 0,0-1,1 2,0-1,1 1,1-1,0 1,1 0,1 0,0 0,1 0,1 0,0 0,1 0,0 0,2 0,-1 0,2 0,-2-10,0 1,1 0,-1-1,1 0,0 0,0 0,1 0,-1-1,1 1,0-1,1-1,-1 1,0-1,1 1,0-2,0 1,0-1,0 0,0 0,1 0,-1-1,0 0,1 0,-1-1,1 0,-1 0,1 0,-1-1,0 0,1 0,-1-1,0 0,0 0,0 0,0-1,0 0,0 0,-1 0,5-4,-1 1,0-1,-1 0,1 0,-2-1,1 0,-1-1,0 0,-1 0,0 0,0-1,-1 1,-1-1,1-1,-1 1,2-11,0-5,-2 0,0-1,-2 1,-1-1,-1 0,-1-1,-1 2,2 26,0 0,0 1,-1-1,1 0,0 0,0 0,0 0,-1 1,1-1,0 0,0 0,0 0,-1 0,1 0,0 0,0 0,-1 1,1-1,0 0,-1 0,1 0,0 0,0 0,-1 0,1 0,0 0,0 0,-1-1,1 1,0 0,0 0,-1 0,1 0,0 0,0 0,-1 0,1-1,0 1,0 0,0 0,-1 0,1-1,0 1,-5 20,1-1,1 1,1 0,1 0,1 0,0 1,1-1,2 0,0 1,-1-6,1-1,1 0,0 0,1 0,0 0,1-1,1 0,0 0,1-1,0 0,1 0,0-1,1 0,0 0,1-1,0-1,0 0,1 0,0-1,1-1,0 0,0-1,0 0,15 4,-1-3,0 0,0-2,1-1,-1-1,15-1,42-3</inkml:trace>
  <inkml:trace contextRef="#ctx0" brushRef="#br0" timeOffset="50">15147 3034,'-11'194,"9"63,2-190,3-7,-2-60,0 0,0 0,0 0,0 0,0 0,0-1,0 1,0 0,0-1,0 1,0 0,-1-1,1 1,0-1,0 1,0-1,0 0,-1 1,1-1,0 0,0 1,-1-1,1 0,-1 0,1 0,-1 0,1 1,-1-1,1 0,-1 0,0 0,0 0,1 0,-1 0,0 0,0 0,0 0,0-1,1 0,-1 1,11-20,1 0,1 1,0 0,1 1,8-6,-18 20,0 1,1 0,-1 0,1 0,0 0,0 1,1 0,-1 0,0 1,1-1,0 1,0 0,-1 1,1-1,0 1,0 0,1 1,-1 0,0-1,0 2,0-1,0 1,6 1,-2 2,1-1,0 2,-1-1,0 2,0-1,-1 1,0 1,0-1,0 2,-1-1,0 1,0 0,-1 1,0 0,0 0,-1 1,-1-1,1 1,2 8,-7-14,0 0,0 0,-1-1,1 1,-1 0,0 0,0 0,0 0,-1 0,1 0,-1-1,0 1,0 0,0 0,-1-1,1 1,-1-1,0 1,0-1,0 1,0-1,-1 0,1 0,-1 0,0-1,0 1,0-1,0 1,-2 0,-103 52,-28-22,134-32,0-1,1 1,-1-1,1 1,-1-1,0 0,1 0,-1 0,0 0,1 0,-1 0,0-1,1 1,-1 0,0-1,1 1,-1-1,1 0,-1 0,1 1,-1-1,1 0,0 0,-1 0,1 0,0-1,0 1,0 0,0 0,0-1,0 1,0-1,0 1,0-1,1 1,-1-1,1 1,-1-1,0-1,5-17</inkml:trace>
  <inkml:trace contextRef="#ctx0" brushRef="#br0" timeOffset="51">13918 1364,'236'15,"1057"39,158 52,-1317-97,-108-9</inkml:trace>
  <inkml:trace contextRef="#ctx0" brushRef="#br0" timeOffset="52">3155 5040,'10'18,"13"11,15 7,13 4,-4-5</inkml:trace>
  <inkml:trace contextRef="#ctx0" brushRef="#br0" timeOffset="53">4119 4852,'6'16,"10"7,2 1</inkml:trace>
  <inkml:trace contextRef="#ctx0" brushRef="#br0" timeOffset="54">2688 5427,'-5'-4,"0"-1,-1 1,1 1,-1-1,0 1,0 0,0 0,0 1,0 0,0 0,-1 0,1 1,-1 0,1 0,-1 0,0 1,1 0,-1 1,0-1,1 1,-1 0,1 1,0 0,-1 0,1 0,0 1,0 0,0 0,0 0,1 1,0 0,-1 0,-1 2,0 2,1 1,0-1,1 1,0 0,0 1,1-1,0 1,1 0,0-1,0 2,0 5,2-12,1 0,-1 0,1 0,0-1,0 1,0 0,0 0,1 0,-1-1,1 1,0 0,0 0,0-1,1 1,-1-1,1 1,0-1,0 0,0 0,1 0,-1 0,1 0,-1 0,1 0,0-1,0 0,0 1,0-1,1 0,-1-1,1 1,0 0,2 0,0-1,0 1,0-1,0-1,0 1,0-1,0 0,0 0,0-1,0 1,0-1,0-1,0 1,0-1,-1 0,1-1,-1 1,1-1,-1 0,0 0,0-1,0 1,0-1,-1-1,7-4,-2-1,1 0,-1 0,-1-1,0-1,0 1,-2-1,1 0,-1-1,0-2,-2 5,-1 0,0 0,0 0,-1 0,0 0,-1 0,0-1,-1 1,0-1,-1-6,1 17,0 0,0 1,0-1,0 0,0 0,-1 0,1 0,0 0,0 0,0 0,0 0,0 0,-1 0,1 0,0 0,0 0,0 0,0 0,-1 0,1 0,0 0,0 0,0 0,0 0,0 0,-1 0,1 0,0 0,0 0,0 0,0 0,0 0,-1-1,1 1,0 0,0 0,0 0,-3 20,1-2,2 0,0 0,2-1,-1 1,2 0,1-1,0 1,1-1,4 9,-7-20,0 0,1 0,0 0,0 0,0-1,1 1,0-1,0 0,0 0,1 0,0-1,0 0,0 0,0 0,0 0,1-1,0 0,-1 0,1 0,0-1,1 0,-1 0,0-1,1 1,-1-2,0 1,7 0,58-19,-39 3</inkml:trace>
  <inkml:trace contextRef="#ctx0" brushRef="#br0" timeOffset="55">3183 5360,'-7'16,"-2"10,0 7,2 3,2 1,4 0,5-4,3-4,4-4,1-4,2-6,-2-5</inkml:trace>
  <inkml:trace contextRef="#ctx0" brushRef="#br0" timeOffset="56">3851 5401,'-13'-8,"1"1,-1 1,-1 0,1 0,-1 2,0-1,0 2,0 0,-1 1,1 0,-10 1,17 1,-1 0,1 0,0 1,0 1,1-1,-1 1,0 0,0 0,1 1,-1 0,1 0,0 1,0-1,0 1,1 1,-1-1,1 1,0 0,0 0,1 0,-1 1,1 0,0 0,-1 4,2-5,0 0,0 0,1 1,0 0,0-1,0 1,1 0,0 0,0 0,0 0,1 0,0 0,0 0,0 0,1 0,0 0,0 0,1 0,0-1,0 1,0 0,0-1,1 0,0 1,0-1,0 0,1 0,4 4,4-1,1 1,0-1,0-1,1 0,0-1,0-1,0 0,1-1,0 0,0-1,0-1,0 0,0-1,0-1,5-1,1 2,-1-2,1 0,-1-2,1 0,-1-1,0-1,0-1,-1 0,0-2,0 0,1-2,-11 5,1-1,-1 0,0 0,0-1,-1 0,0-1,0 0,-1 0,0-1,-1 0,1 0,-2 0,1-1,-1 0,-1 0,0 0,0 0,-1-1,0 0,-1 0,0-3,-3-36,1 50,0 0,0 1,0-1,0 0,0 0,0 0,0 1,0-1,0 0,0 0,0 1,0-1,0 0,-1 0,1 0,0 1,0-1,0 0,0 0,-1 0,1 0,0 1,0-1,0 0,-1 0,1 0,0 0,0 0,0 0,-1 0,1 1,0-1,0 0,-1 0,1 0,0 0,0 0,-1 0,1 0,0 0,0 0,-1 0,1-1,0 1,0 0,0 0,-1 0,1 0,0 0,0 0,0 0,-1-1,1 1,0 0,-3 13,1 1,0-1,1 1,1-1,0 1,0-1,2 1,-1-1,2 0,0 0,2 5,-4-12,1 0,0 1,1-1,0 0,0 0,0-1,0 1,1-1,0 1,0-1,1 0,-1-1,1 1,0-1,0 0,1 0,-1 0,1-1,0 0,0 0,0 0,0-1,0 0,1 0,20-1,-5-5</inkml:trace>
  <inkml:trace contextRef="#ctx0" brushRef="#br0" timeOffset="57">642 5481,'12'0,"10"0,10 0,12 0,12 0,9 0,11 0,5 0,2 0,-3 0,-6 0,-11 0,-15 0,-12 0,-15-3,-12 0</inkml:trace>
  <inkml:trace contextRef="#ctx0" brushRef="#br0" timeOffset="58">1258 5173,'-3'2,"1"1,0-1,0 0,0 0,1 1,-1-1,1 1,-1 0,1 0,0-1,0 1,0 0,0 0,0 0,1 0,-1 0,1 0,0 0,0 0,0 0,0 0,1 0,-1 0,1 0,0 0,-1 0,2 0,-1-1,0 1,1 1,2 3,1 0,-1-1,1 0,1 1,-1-1,1-1,0 1,1-1,-1 0,7 3,16 7,0 0,2-2,0-1,0-2,1 0,118 45,-148-54,1-1,-1 1,1 0,-1 0,1 1,-1-1,0 0,0 1,0-1,0 1,0 0,0 0,0 0,0 0,-1 0,1 0,-1 0,1 0,-1 1,0-1,0 0,0 1,0-1,-1 1,1 0,-1-1,1 1,-1-1,0 1,0 0,0-1,0 1,0-1,-1 1,0 0,-4 7,-2 0,1 0,-2-1,1 0,-1 0,-1-1,1 0,-1 0,-1-1,1 0,-10 4,8-3,-269 158,269-158,22-13,12-6</inkml:trace>
  <inkml:trace contextRef="#ctx0" brushRef="#br0" timeOffset="59">7447 5280,'-15'-5,"0"1,0 0,-1 0,0 2,1 0,-1 1,0 0,0 1,0 1,0 1,0 0,1 1,-1 0,1 2,0-1,0 2,-12 6,22-9,1 0,1 0,-1 0,0 1,1-1,-1 1,1 0,0 0,0 0,1 0,-1 0,1 1,0-1,0 1,1-1,-1 1,1 0,0 0,0 0,1 0,-1-1,1 1,0 0,0 0,1 0,0 0,-1 0,2 0,-1 0,0-1,1 1,0-1,0 1,1-1,-1 1,1-1,0 0,0 0,0-1,0 1,1-1,3 4,0-3,0 1,0-1,1 0,-1-1,1 0,0 0,0-1,0 0,0 0,1-1,-1 0,0 0,0-1,1 0,-1-1,0 0,1 0,-1-1,0 0,0 0,0 0,0-1,-1-1,1 1,7-4,0-1,-1 0,0-1,0-1,-1 0,0-1,-1 0,0-1,-1 0,0-1,6-10,-7 6,0-2,-1 1,-1-1,-1 0,-1-1,-1 0,0 0,-1 0,-2 0,0-2,-3-206,0 207,1 10,-1 0,0 0,0 0,-1 0,-1 1,0-1,0 0,-2-3,4 13,0 0,0 1,1-1,-1 1,0-1,0 1,0-1,0 1,1 0,-1-1,0 1,0 0,0 0,0 0,0 0,0 0,0 0,0 0,0 0,0 0,0 0,1 0,-1 1,0-1,0 0,0 1,0-1,0 0,1 1,-1-1,0 1,0-1,0 1,1 0,-1-1,1 1,-1 0,0-1,1 1,-1 0,1 0,-1 0,1 0,0-1,-1 1,1 0,0 0,0 0,-1 0,1 0,0 0,0 0,0 0,0 0,0 0,0-1,1 1,-1 1,-13 42,1 0,3 1,1 1,3-1,1 1,3 0,0-32,-2 10,1 0,1 0,1 0,1 0,1 0,1-1,1 1,2-1,0 0,1 0,4 5,-7-21,1 0,0-1,0 0,0 0,1 0,0 0,0-1,1 0,-1 0,1-1,0 0,0 0,1 0,-1-1,1 0,0-1,0 0,0 0,0-1,0 1,0-2,0 1,5-1,1 0,0-1,0-1,0 0,0 0,0-1,0-1,-1-1,1 1,-1-2,-1 0,1-1,-1 0,2-2,-5 2,-1 1,0-1,0 0,-1-1,0 0,0 0,-1 0,0-1,-1 0,0 0,0-1,-1 1,0-1,0 0,-1 0,-1 0,0-1,0 1,-1 0,0-1,-1 1,0-1,-1 1,0-1,0 1,-1-1,-1 1,0 0,2 7,-1-1,1 1,-1 0,0 0,0 0,0 0,-1 0,1 1,-1-1,1 0,-1 1,0 0,0 0,0 0,0 0,0 0,-1 1,1-1,0 1,-1 0,1 0,-1 0,1 1,-1-1,0 1,1 0,-1 0,1 0,-1 0,0 1,1-1,-1 1,1 0,-1 0,1 0,0 1,-1-1,1 1,0 0,0 0,0 0,0 0,0 0,1 1,-1-1,0 1,1 0,0-1,0 1,-3 5,0 1,0-1,1 1,0 0,1 0,0 0,1 0,0 1,0-1,1 1,0-1,0 1,1 0,1-1,-1 1,2-1,-1 1,1-1,1 0,0 1,0-1,1 0,0-1,0 1,1-1,0 0,0 0,1 0,0-1,1 0,0 0,0 0,0-1,1 0,1 1,1 1,0-2,0 1,1-2,0 1,0-1,0-1,0 0,1 0,0-2,-1 1,1-1,0-1,0 0,0-1,0 0,1-1,-1 0,-1-1,1 0,0-1,0 0,-1-1,8-4,-15 5,1 0,-1-1,0 0,0 0,0 0,0-1,-1 1,0-1,0 0,0 0,0 0,-1 0,0 0,0-1,0 1,-1-1,0 1,1-5,0-105,-3 108,0-19,-1 1,-2 0,0 0,-2 0,-4-8,11 33,-1 0,1 0,-1 1,0-1,1 0,-1 0,1 0,-1 0,0 0,1 0,-1 0,1 0,-1 0,1 0,-1 0,0 0,1 0,-1 0,1-1,-1 1,0 0,1 0,-1 0,0-1,1 1,-1 0,0 0,1-1,-1 1,0 0,1 0,-1-1,0 1,0-1,1 1,-1 0,0-1,0 1,0 0,0-1,0 1,1-1,-1 1,0 0,0-1,0 1,0-1,0 1,0-1,0 1,0 0,-1-1,1 1,0-1,0 1,0 0,0-1,0 1,-1 0,1-1,0 1,0-1,-1 1,260 64,-254-63,80 26,-83-26,1 0,0 1,-1-1,1 1,-1 0,0 0,1 0,-1 0,0 0,0 0,0 1,-1-1,1 1,0-1,-1 1,0 0,1 0,-1-1,0 1,-1 0,1 0,0 0,-1 0,0 0,0 0,0 0,0 1,-21 70,18-66,-1 1,1-1,0 1,1 0,0 0,0 0,1 1,1-1,-1 3,2-9,-1 0,1 0,0 0,0 0,0 1,0-2,1 1,-1 0,1 0,-1 0,1-1,0 1,0-1,1 1,-1-1,0 0,1 0,-1 0,1 0,0-1,-1 1,1 0,0-1,0 0,0 0,0 0,0 0,1 0,0-1,98 6,-66-10,0-1,-1-2,0-2,0-1,21-10,-11 1</inkml:trace>
  <inkml:trace contextRef="#ctx0" brushRef="#br0" timeOffset="60">9212 5253,'-5'-6,"0"0,0 1,0-1,-1 1,1 0,-1 1,-1-1,1 1,0 1,-1-1,0 1,0 0,0 0,0 1,0 0,-1 0,1 1,-1 0,1 0,-1 1,1 0,-1 0,1 1,-1 0,1 0,-1 1,1 0,0 0,0 0,0 1,0 0,0 1,1 0,-1 0,1 0,0 0,0 1,-1 2,3-4,0 1,1 0,-1 0,1 1,-1-1,2 1,-1-1,0 1,1 0,0 0,0 0,0 0,1 1,-1-1,1 0,1 1,-1-1,1 0,0 1,0-1,0 1,1-1,0 1,0-1,0 0,1 0,0 1,0-1,0 0,0-1,1 1,0 0,0-1,0 1,1-1,-1 0,5 3,-1-2,1 0,0-1,0-1,0 1,1-1,-1-1,1 1,0-1,-1-1,1 0,0 0,0-1,0 0,0 0,0-1,-1 0,1-1,0 0,-1 0,1-1,-1 0,0 0,1-1,-2 0,1-1,0 1,-1-2,0 1,0-1,-1 0,1 0,-1-1,-1 0,1 0,-1 0,-1 0,1-1,-1 0,0 0,0-2,0-1,-1 0,0 0,0 0,-1-1,-1 1,0-1,0 1,-1-1,-1 0,-1-6,2 17,1 1,-1-1,0 1,0-1,0 1,0-1,0 1,0-1,0 1,0-1,0 1,0-1,-1 1,1-1,0 1,0-1,0 1,-1-1,1 1,0-1,-1 1,1-1,0 1,-1 0,1-1,0 1,-1 0,1-1,-1 1,1 0,-1-1,1 1,-1 0,1 0,-1 0,1-1,-1 1,1 0,-1 0,1 0,-1 0,1 0,-1 0,1 0,-1 0,1 0,-1 0,1 0,-1 1,1-1,-1 0,1 0,-1 0,1 1,-1-1,1 0,-19 27,16-21,0 0,0 1,1-1,0 1,0-1,1 1,0 0,0-1,1 1,-1 0,2 0,-1-1,1 1,0 0,0-1,0 1,1 0,0-1,1 0,-1 1,1-1,1 0,-1 0,1-1,0 1,0-1,0 0,1 0,0 0,0-1,0 1,1-1,-1 0,3 0,66 14,-38-17</inkml:trace>
  <inkml:trace contextRef="#ctx0" brushRef="#br0" timeOffset="61">9559 5120,'-5'14,"0"-1,0 2,2-1,-1 0,2 1,0 0,1 0,0-1,2 13,-1-20,1-1,0 0,0 1,0-1,1 0,0 0,0 1,0-2,1 1,0 0,0 0,1-1,-1 0,1 0,0 0,1 0,-1 0,1-1,0 0,0 0,0 0,1-1,2 2,-3-3,1 0,-1 0,0 0,1-1,-1 0,1 0,-1-1,1 0,0 0,-1 0,1 0,-1-1,1 0,-1 0,1-1,-1 1,0-1,0 0,1-1,-1 1,-1-1,1 0,0 0,-1 0,4-4,5-5,-1 1,0-2,-1 1,0-2,-1 1,0-1,7-15,17-58,-37 84,-4 20,5-12,0 0,0 1,0 0,1-1,0 1,0 0,0 0,1 0,0-1,0 1,0 0,1 0,0 0,0 0,0-1,1 1,0-1,0 1,1-1,-1 1,1-1,0 0,0 0,1-1,-1 1,1-1,0 0,1 0,-1 0,1 0,0 0,16 6,1-1,0-1,0 0,0-2,1-1,0 0,0-2,1-1,-1 0,2-2,44 3</inkml:trace>
  <inkml:trace contextRef="#ctx0" brushRef="#br0" timeOffset="62">5081 5200,'16'10,"0"1,0 1,-1 0,0 2,-1-1,-1 2,0 0,-1 0,0 1,-1 1,-1-1,-1 2,-1 0,0 0,-1 0,-1 1,-1 0,0 0,-2 0,0 1,0 14,0-52,1 0,0-1,2 1,0 1,1-1,1 1,0 1,1-1,1 2,0-1,2 1,0 1,0 0,1 0,1 1,0 1,1 1,0 0,0 1,11-5,-23 12,0 1,0 0,1 0,-1 0,0 1,1-1,-1 1,1 0,0 0,-1 0,1 0,0 0,0 1,-1 0,1 0,0 0,0 0,0 1,-1-1,1 1,0 0,-1 0,1 0,-1 1,1-1,-1 1,1 0,-1 0,0 0,0 0,0 1,1 0,1 8,-1-1,-1 1,0-1,0 1,-1 0,0 0,-1 0,0 0,-1 0,0 0,-2 7,2-5,-2 23,0-29,1 0,0-1,0 1,0 0,1-1,0 1,0 0,1-1,0 1,0 0,0-1,1 1,0-1,0 1,1-1,0 0,0 0,0 0,1-1,0 1,0-1,0 0,1 0,0 0,0 0,7-1,0 1,1-2,0 0,0 0,0-1,0-1,0 0,0-1,0 0,1-1,-1-1,12-3,8-2</inkml:trace>
  <inkml:trace contextRef="#ctx0" brushRef="#br0" timeOffset="63">6070 5388,'17'-1,"-1"0,1-1,-1 0,1-2,-1 0,0 0,0-2,0 0,-1-1,0 0,0-2,-13 9,-1 0,1-1,-1 1,1-1,-1 1,0-1,1 0,-1 0,0 1,0-1,1 0,-1 0,0 0,0 0,0-1,0 1,0 0,0 0,-1 0,1-1,0 1,-1-1,1 1,-1 0,1-1,-1 1,0-1,1 1,-1-1,0 1,0-1,0 1,0-1,0 1,-1-1,1 1,0-1,-1 1,1-1,-1 1,1 0,-1-1,0 1,0 0,1-1,-1 1,-8-4,0-1,0 2,-1-1,1 1,-1 1,0 0,0 0,0 1,0 0,-1 1,1 0,0 1,-1 0,1 0,-1 1,4-1,1 1,-1 0,1 0,-1 0,1 1,0 0,0 0,0 1,0-1,0 1,0 1,1-1,-1 1,1 0,0 0,0 1,1-1,-1 1,1 0,0 0,0 0,1 1,0 0,0-1,0 1,0 0,1 0,0 1,0-1,1 0,0 1,0-1,0 1,1-1,0 1,0-1,1 1,0-1,0 1,1 0,0 2,2 0,-1 0,1-1,0 1,1-1,0 0,1 0,-1-1,1 1,1-1,-1-1,1 1,0-1,1 0,0-1,-1 0,2 0,-1-1,5 2,11 5,1-2,0 0,0-2,1-1,-1-1,15 1,139-5,-97-12</inkml:trace>
  <inkml:trace contextRef="#ctx0" brushRef="#br0" timeOffset="64">10388 5146,'2'16,"4"19,2 19,2 19,0 15,-2 14,-2 9,-3 4,-3 3,-5-3,-3-7,-3-12,1-19,1-20,3-22,3-24,1-13</inkml:trace>
  <inkml:trace contextRef="#ctx0" brushRef="#br0" timeOffset="65">10508 4785,'-9'-16,"-3"-7,0 2,5 7,9 13,9 16,13 11,7 12,-2-2</inkml:trace>
  <inkml:trace contextRef="#ctx0" brushRef="#br0" timeOffset="66">10749 5427,'13'-3,"1"-1,-1-1,0 0,0-1,0 0,-1-1,0-1,0 0,-1 0,0-1,0 0,-1-1,0 0,-1-1,0 0,5-9,-13 18,0 1,0-1,0 1,0-1,-1 1,1-1,0 0,-1 1,1-1,-1 0,0 0,1 1,-1-1,0 0,0 0,0 1,0-1,0 0,-1 0,1 1,0-1,-1 0,1 0,-1 1,0-1,0 1,1-1,-1 0,0 1,0 0,-1-1,1 1,0 0,0-1,-1 1,1 0,0 0,-1 0,1 0,-1 0,0 1,1-1,-1 0,0 1,1-1,-1 1,0-1,0 1,1 0,-1 0,0 0,0 0,1 0,-1 0,-1 1,-9 1,1 1,-1 1,1 0,0 0,0 1,0 1,1 0,0 0,0 1,0 0,1 1,0 0,1 0,-1 1,2 0,-1 1,1-1,1 1,-3 6,4-7,0 0,1 0,0 1,0-1,1 1,1-1,-1 1,2 0,-1 0,1 7,1-13,0 1,1-1,-1 1,1-1,0 0,0 1,1-1,-1 0,1 0,0 0,0 0,0 0,0-1,1 1,0 0,0-1,0 0,0 0,0 0,0 0,1 0,0-1,-1 1,1-1,1 0,14 6,0-1,1-1,0-1,0-1,0-1,0 0,0-2,1 0,-1-1,3-1,177-20,-109 3</inkml:trace>
  <inkml:trace contextRef="#ctx0" brushRef="#br0" timeOffset="67">11591 5334,'-28'-7,"-1"1,0 1,-1 2,1 1,-1 1,1 2,-1 1,21-1,1 0,0 1,0 0,0 0,1 1,-1 0,1 1,-1 0,1 0,-2 1,7-3,0-1,0 1,0-1,0 1,0 0,0 0,1 0,-1 0,1 0,-1 0,1 1,0-1,-1 0,1 1,1-1,-1 1,0-1,0 1,1-1,0 1,-1 0,1-1,0 1,0 0,1-1,-1 1,0-1,1 1,0-1,-1 1,1-1,0 1,1 0,4 4,0-1,0 0,0 0,1-1,0 0,0 0,1-1,-1 1,1-2,0 1,0-1,0 0,0-1,1 0,-1 0,1-1,-1 0,1 0,0-1,-1 0,9-2,-8 3,-1 0,1-1,0-1,0 1,0-1,-1-1,1 0,0 0,-1 0,0-1,1-1,-1 1,-1-1,1 0,0-1,-1 0,0 0,0-1,-1 0,1 0,-1 0,0-1,-1 0,0 0,0-1,-1 1,1-1,0-3,-7-12,-10 32,9-3,1 1,0 0,1 0,0-1,0 1,0 0,1 0,0 0,0 0,1 0,0 0,0 0,1 0,-1 0,2-1,-1 1,1-1,0 0,0 1,0-1,1 0,0-1,0 1,1-1,0 0,0 0,0 0,0-1,1 1,-1-1,1-1,0 1,1-1,-1 0,0 0,1-1,0 0,-1 0,1-1,0 1,0-2,0 1,0-1,0 0,0 0,3-1,-4 0,1-1,0 0,0-1,-1 1,1-1,-1-1,0 1,0-1,0 0,-1 0,1-1,-1 1,0-1,0 0,-1-1,1 1,-1-1,0 0,-1 0,1-2,7-15,0 0,-2-1,-1 0,5-25,38-155,-26 159,-24 44,0 0,-1 0,1 0,0 0,0 0,0 1,0-1,0 0,0 1,0-1,0 0,0 1,0-1,1 1,-1 0,0-1,0 1,0 0,1 0,-1 0,0 0,0 0,1 0,-1 0,0 0,0 0,0 1,1-1,-1 0,0 1,0-1,0 1,0-1,0 1,0 0,0-1,0 1,1 0,3 5,0 1,0-1,0 1,-1-1,0 2,0-1,-1 0,0 0,0 1,-1 0,0 0,1 7,-2-12,8 46,-2 0,-3 0,-1 0,-3 0,-2 1,-2-1,-9 42,4-18,6-46,1 0,1 0,1 0,1 0,2 1,2 8,-4-28,1 0,1 0,-1 0,1 0,0 0,1-1,0 1,0-1,1 0,0 0,0 0,0-1,1 0,0 0,0 0,1-1,0 0,0 0,0-1,0 0,1 0,2 1,-5-3,0 1,1-1,-1 0,1-1,0 0,0 1,-1-2,1 1,0-1,0 0,0 0,0 0,-1-1,1 0,0 0,0-1,-1 1,1-1,-1 0,1-1,-1 1,0-1,0 0,0-1,-1 1,1-1,-1 0,0 0,0 0,0-1,0 1,-1-1,1 0,-1 0,-1 0,1 0,0-4,3-9,-2 0,0 0,-1 0,-1-1,0 0,-2 1,0-1,-1 0,-1 1,0-1,-2 1,0 0,-1 0,-1 0,-1 0,0 1,-1 0,-1 1,-1 0,0 0,-1 1,0 0,-1 1,-1 0,-1 1,0 1,-10-8,2 6,-1 1,0 0,-1 2,0 1,0 0,-1 2,0 1,-23-3,48 10,0 0,0-1,1 1,-1 0,0 0,0 0,0-1,0 1,0 0,0 0,1 0,-1-1,0 1,0 0,0 0,0-1,0 1,0 0,0 0,0-1,0 1,0 0,0 0,0-1,185-13,73 8,-247 5,-8 1,-1-1,0 0,1 1,-1-1,1 1,-1 0,1 0,-1 0,1 0,-1 0,1 0,-1 1,1-1,-1 1,0 0,1-1,-1 1,0 0,1 1,-1-1,0 0,0 1,0-1,0 1,0-1,-1 1,1 0,0 0,-1 0,1 0,-1 0,0 0,0 0,-2 29,0-28,1 0,-1-1,0 1,1 0,0-1,0 1,0 0,0 0,0-1,0 1,1 0,-1-1,1 1,0 0,0-1,0 1,0-1,0 1,1-1,-1 0,1 1,-1-1,1 0,0 0,0 0,0 0,0 0,0-1,0 1,1-1,-1 1,0-1,2 1,3 0,1 0,0 0,0-1,-1 0,1 0,0-1,0 0,0 0,0-1,0 0,-1 0,1-1,0 0,-1 0,1-1,-1 0,0 0,0-1,0 1,0-2,-1 1,1-1,-1 0,0 0,-1-1,1 0,-1 0,-1 0,1 0,-1-1,0 0,0 0,-1 0,0 0,2-5,-5 7,1 1,0-1,-1 0,0 0,0 0,0 1,-1-1,1 0,-1 0,0 1,-1-1,1 0,-1 1,0 0,0-1,0 1,-1 0,1 0,-1 0,0 0,0 1,-1-1,1 1,-1 0,1 0,-1 0,0 0,0 0,-1 1,-3-2,0 0,0 0,0 1,-1 0,0 0,0 1,1 0,-1 1,0 0,-1 0,1 1,0 0,0 0,0 1,0 1,2-2,1 1,-1 1,1-1,-1 1,1 0,0 0,0 1,0-1,0 2,0-1,1 1,-1-1,1 1,0 1,0-1,1 1,-1 0,1 0,0 0,0 1,1-1,-1 1,1 0,1 0,-1 0,1 0,0 1,0-1,1 0,0 1,0 0,0-1,1 1,0-1,0 1,2 3,0-4,2 0,-1-1,1 1,-1-1,2 0,-1 0,0-1,1 1,0-1,0 0,0 0,1-1,-1 1,1-1,0 0,0-1,0 0,0 0,0 0,0 0,1-1,1 0,31 7</inkml:trace>
  <inkml:trace contextRef="#ctx0" brushRef="#br0" timeOffset="68">12901 4866,'-14'0,"-10"2,-9 6,-4 7,4 9,6 10,8 7,7 6,13 4,13 3,3-8</inkml:trace>
  <inkml:trace contextRef="#ctx0" brushRef="#br0" timeOffset="69">13021 5534,'14'7,"11"2,11 0,7-4,9-8,9-7,3-10,-9 0</inkml:trace>
  <inkml:trace contextRef="#ctx0" brushRef="#br0" timeOffset="70">15107 5013,'-7'25,"-2"24,1 20,1 16,2 10,4 6,5 3,3 1,1-1,0-7,-3-11,-2-19</inkml:trace>
  <inkml:trace contextRef="#ctx0" brushRef="#br0" timeOffset="71">15054 5481,'-83'-306,"56"202,26 102,1 0,-1 0,0 1,1-1,-1 0,1 0,0 0,0 1,-1-1,1 0,0 0,1 0,-1 0,0 1,1-1,-1 0,0 0,1 0,0 1,0-1,-1 0,1 1,0-1,0 1,0-1,1 1,-1-1,0 1,0 0,1-1,-1 1,1 0,-1 0,1 0,0 0,-1 0,1 1,0-1,-1 0,1 1,0 0,0-1,0 1,0 0,0 0,22 0,-1 2,1 1,-1 1,0 0,0 2,0 1,-1 1,21 10,-28-13,-1 1,1 1,-1 0,-1 0,1 2,-1 0,-1 0,0 1,0 1,1 1,-11-10,0 1,0-1,-1 1,1-1,-1 1,1 0,-1-1,0 1,0 0,0 0,0 0,-1 0,1 0,-1 0,0 0,1 0,-1 0,-1 0,1 0,0 0,-1 0,0 0,1 0,-1 0,0 0,-1 0,1-1,0 1,-1 0,0-1,1 1,-1-1,0 0,0 1,0-1,-1 0,1 0,-16 11,-1-1,0 0,-1-2,0 0,-1-1,0-1,-1-1,1-1,-1 0,0-2,-7 0,-8 2</inkml:trace>
  <inkml:trace contextRef="#ctx0" brushRef="#br0" timeOffset="72">15562 5401,'-9'-45,"2"0,2 0,2 0,2 0,2-1,3-16,0-48,-4 104,1 2,-1 1,0-1,0 0,0 1,0-1,0 1,-1-1,0 1,1-1,-1 1,-1-1,1 1,0 0,-1 0,0-1,-1-1,2 5,0 0,0 1,1-1,-1 0,0 0,0 0,0 1,0-1,1 0,-1 1,0-1,0 1,1-1,-1 1,0-1,0 1,1-1,-1 1,1 0,-1-1,1 1,-1 0,1 0,-1-1,1 1,0 0,-1 0,1 0,0-1,0 1,-1 0,1 0,0 0,0 0,0 0,0 0,0-1,0 1,1 1,-2 2,1 0,0 0,0 0,1 0,-1 0,1 0,0 0,0 0,0 0,1-1,-1 1,1 0,0-1,0 1,0-1,0 0,1 0,-1 0,1 0,0 0,0 0,0-1,0 1,1-1,-1 0,1 0,1 1,104 40,103 7,-208-49,0 0,-1 0,1 0,-1 0,0 1,1 0,-1 0,0 0,0 0,0 0,0 0,0 1,-1 0,1-1,-1 1,0 0,0 0,0 0,0 1,0-1,0 0,-1 1,0-1,0 1,0-1,0 1,0 0,-1 1,-34 108,35-110,0 0,0-1,0 1,0 0,1 0,-1-1,1 1,0-1,0 0,0 1,0-1,0 0,0 0,1 0,-1 0,0-1,1 1,0-1,-1 1,1-1,0 0,0 0,0 0,0 0,-1-1,1 1,0-1,0 0,0 0,0 0,3 0,18 3,0 0,0-2,0 0,1-2,-1-1,0-1,0-1,0-1,-1-1,0-1,16-7,-38 13,1 0,-1 1,0-1,1 1,-1-1,1 1,-1-1,1 1,-1 0,1 0,-1-1,0 1,1 0,-1 0,1 1,-1-1,1 0,-1 0,1 1,-1-1,1 1,-1-1,0 1,1 0,-1 0,0-1,0 1,1 0,-1 0,0 0,0 0,0 0,0 1,0-1,14 7,0 0,1-1,0 0,0-1,0-1,1-1,-1 0,1-1,0-1,0 0,0-1,0-1,1-1,-1 0,13-4,-17 3,0 0,0-1,0-1,0 0,0-1,-1 0,4-3,-13 7,0-1,0 1,0-1,-1 0,1 0,0 0,-1 0,1 0,-1 0,0-1,0 1,0-1,0 0,0 0,-1 1,1-1,-1 0,1 0,-1-1,0 1,-1 0,1 0,0 0,-1-1,0 1,0 0,0-1,0 1,0 0,0 0,-2-3,-3-3,-1 0,0 0,0 1,-1 0,0 0,0 1,-1 0,0 0,0 1,-1 0,1 0,-1 1,-1 0,1 1,-1 0,0 0,0 1,0 0,0 1,-1 0,2-1,0 0,0 1,1 0,-2 0,1 1,0 0,0 1,0 0,0 1,0-1,0 2,0-1,0 1,0 1,0-1,0 2,1-1,-5 3,11-3,0-1,0 1,0-1,1 1,-1 0,1 0,-1-1,1 1,0 0,0 0,0 1,1-1,-1 0,1 0,0 0,-1 0,1 1,1-1,-1 0,0 0,1 0,0 0,-1 0,1 0,1 0,-1 0,0 0,1 0,-1 0,1-1,0 1,0 0,0-1,0 0,0 1,1-1,-1 0,1 0,-1 0,1-1,0 1,1 0,32 24</inkml:trace>
  <inkml:trace contextRef="#ctx0" brushRef="#br0" timeOffset="73">17073 5160,'-16'-7,"0"0,0 0,0 2,-1 0,1 1,-1 0,-8 1,19 2,1 0,0 1,-1 0,1 0,0 1,-1-1,1 1,0 0,-1 1,1-1,0 1,0 0,0 0,0 0,1 1,-1 0,1 0,-1 0,1 1,0-1,0 1,1 0,-1 0,1 0,-1 2,1-2,1 0,0 0,1 0,-1 0,1 0,0 0,0 0,0 1,0-1,1 0,0 1,0-1,0 0,0 1,1-1,-1 0,1 1,0-1,0 0,1 0,0 0,-1 0,1 0,0 0,1 0,-1-1,1 1,0-1,0 0,0 0,0 0,0 0,1 0,-1-1,1 1,-1-1,1 0,1 0,3 3,-1-1,1 0,0 0,0-1,1 0,-1-1,1 1,-1-2,1 1,0-1,-1-1,1 1,0-1,0-1,-1 0,1 0,0-1,-1 0,1 0,-1-1,0 0,0-1,0 0,0 0,0 0,-1-1,0 0,0-1,0 1,-1-1,0-1,2-1,2-15,0 0,-2 0,0-1,-2 0,0 0,-2-1,0 0,-2 1,-1-1,-1-14,0 28,4-59,-3 0,-3 1,-3-1,-7-22,-12 24,23 67,1 1,-1-1,0 1,1-1,-1 1,0 0,0-1,0 1,1 0,-1-1,0 1,0 0,0 0,0 0,1 0,-1 0,0 0,0 0,0 0,0 0,0 0,1 0,-1 1,0-1,0 0,0 0,1 1,-1-1,0 1,0-1,1 1,-1-1,0 1,1-1,-1 1,0 0,1-1,-1 1,1 0,-1-1,1 1,0 0,-1 0,1 0,-1 0,-8 16,1 1,0 1,1-1,1 1,1 0,0 1,2-1,0 1,1 0,1 13,1-32,-4 28,1 1,1 0,2 0,1 0,2-1,1 1,1 0,1-1,1 0,2-1,1 0,1 0,2-1,1 0,0-1,16 19,-26-39,0-1,0 0,0-1,0 1,1-1,0 1,0-1,0-1,1 1,-1-1,1 0,-1 0,1 0,0-1,0 0,1 0,-1-1,0 0,1 0,-1 0,0-1,1 0,-1 0,1 0,-1-1,0 0,1-1,-1 1,0-1,0 0,0 0,0-1,0 0,-1 0,1 0,0-2,6-8,-1-1,0 0,-1-1,-1 0,0-1,-2 0,1 0,-2-1,0 1,-1-2,1-8,6-11,5-13,-13 61,-7 33,0-33,1 0,1 0,0 1,0-1,1 0,1 1,0-1,0 0,1 0,0 0,1 0,1 0,0 0,0-1,1 0,2 4,-4-11,-1 1,1-1,0-1,1 1,-1 0,0-1,1 1,0-1,-1 0,1-1,0 1,0 0,0-1,0 0,0 0,0 0,1-1,-1 1,0-1,0 0,0 0,1 0,-1-1,0 0,0 0,0 0,0 0,0 0,0-1,1 0,5-3,-1 1,0-2,0 1,0-2,0 1,-1-1,0 0,-1-1,1 1,-1-2,2-3,41-95,-44 178,-5-64,0 0,0 0,1 0,1 0,-1 0,1-1,0 1,0-1,1 0,0 0,0 0,0 0,1-1,0 0,0 0,0 0,1 0,-1-1,1 0,0 0,0-1,1 0,-1 0,1 0,-1-1,1 1,0-2,0 1,0-1,0 0,0 0,1-1,-1 0,0-1,0 1,0-1,0-1,0 1,0-1,0 0,2-2,-2-1,0 0,0 0,-1 0,0-1,0 0,0-1,-1 1,0-1,0 0,-1 0,0 0,0-1,0 0,-1 0,-1 0,1 0,-1 0,0 0,-1 0,0-1,0-5,18-63,-18 75,0 1,-1-1,1 1,0-1,0 1,0 0,0-1,1 1,-1 0,0 0,1 0,-1 0,0 0,1 0,-1 0,1 0,-1 0,1 1,0-1,-1 1,1-1,0 1,-1 0,1-1,0 1,0 0,-1 0,1 0,0 0,0 1,-1-1,1 0,0 1,-1-1,59 23,-59-22,21 9,-1 1,-1 1,0 1,0 1,-2 0,1 2,-2 0,0 1,-1 1,3 5,-17-21,0 0,0 0,0 0,0 1,-1-1,1 0,-1 1,1-1,-1 1,0-1,0 1,0 0,0 0,-1-1,1 1,-1 0,0 0,1 0,-1-1,-1 1,1 0,0 0,-1 0,1-1,-1 1,0 0,0 0,0-1,0 1,0-1,-1 1,1-1,-1 1,1-1,-1 0,-1 1,-2 0,0-1,1 0,-1 0,0 0,0-1,0 0,0 0,-1 0,1 0,0-1,0 0,-3 0,6 0,1 0,-1-1,0 1,0 0,0 0,1-1,-1 1,0-1,0 0,1 1,-1-1,1 0,-1 0,1 0,-1 0,1 0,-1-1,1 1,0 0,0 0,-1-1,1 1,0-1,0 1,1-1,-1 0,0 1,0-1,1 0,-1 0,1 1,0-1,-1 0,1 0,0 1,0-2,2-5,-1 1,1 0,1 1,0-1,0 0,0 1,0-1,1 1,0 0,1 0,-1 1,1-1,0 1,1 0,-1 0,1 1,0 0,0 0,0 0,7-3,4 0,1 0,0 0,1 2,0 0,-1 2,1 0,1 1,-1 0,18 2,45-5,-78 5,0 0,0 0,0 0,-1-1,1 1,0-1,0 0,-1 0,1 0,-1-1,1 1,-1-1,1 0,-1 0,0 0,0 0,0-1,0 1,0-1,0 0,-1 0,0 0,1 0,-1 0,0 0,-3 0,0 0,0-1,-1 1,1 1,-1-1,1 0,-1 0,0 1,0-1,0 1,-1-1,1 1,0 0,-1 0,0 0,1 0,-1 0,0 1,0-1,0 1,0 0,0 0,0 0,-3 0,-4-4,0 2,0-1,-1 2,0-1,1 1,-1 1,0 0,0 0,-7 2,14-1,0 0,0 1,0 0,0 0,0 0,0 0,1 0,-1 1,0 0,1 0,-1 0,1 0,-1 0,1 1,0-1,0 1,0 0,0 0,1 0,-1 0,1 1,0-1,0 1,0-1,0 1,1 0,-1 0,0 3,0 0,1 0,0 0,0-1,1 1,0 0,0 0,0 0,1 0,0 0,0 0,1 0,0-1,0 1,0-1,1 1,0-1,0 0,1 0,0 0,0-1,0 1,1-1,0 0,3 3,2 2,1-1,1 0,-1 0,2-2,-1 1,1-1,0-1,0-1,0 1,1-2,0 0,0-1,-3-1,0 0,0-2,0 1,0-1,0-1,0 0,-1 0,1-1,0 0,-1-1,1 0,-1-1,0 0,0-1,0 0,-1-1,1 0,-2 0,1 0,0-2,-1 1,-1-1,1 0,-1 0,-1-1,1 0,-2 0,2-2,11-30,-1-1,-1 0,-3-2,-2 1,-1-1,-3-1,2-32,-8 66,-1 11,14-91,-5 0,-3 0,-5-26,-20 10,18 104,0-1,-1 0,1 1,-1 0,0-1,0 1,0 0,0 0,0 0,-1 0,1 0,-1 1,0-1,0 1,0 0,0 0,0 0,0 0,-1 0,1 1,-1-1,1 1,-1 0,0 0,1 0,-3 1,0 0,0 0,1 1,-1 0,0 0,1 0,-1 1,1-1,-1 1,1 1,0-1,0 1,0 0,0 0,0 1,1-1,-1 1,1 0,0 0,0 1,-63 95,55-72,1 0,2 1,1 0,1 0,2 1,1 0,1 0,1 0,2 1,1-1,2 0,0 0,2 0,2-1,0 0,2 0,1 0,2-1,0-1,2 0,1 0,1-2,15 19,-16-23,1-1,1 0,1-1,0-1,2-1,0 0,0-2,2 0,0-1,1-1,14 5,-31-15,-1-1,0 0,0-1,1 1,-1-1,1 0,-1-1,1 1,-1-1,1 0,0 0,-1-1,1 0,-1 0,1 0,-1 0,0-1,1 0,-1 0,0-1,0 1,0-1,-1 0,1 0,-1-1,0 1,1-1,2-4,6-9,-1-1,-1 0,0-1,-2 0,0-1,-1 0,-1 0,-1-1,-1 1,0-1,-2-1,1-20,-3 38,0 1,-1-1,1 1,-1-1,0 1,0-1,0 1,-1-1,1 1,-1-1,0 1,0-1,0 1,-1 0,1 0,-1-1,1 1,-1 0,0 0,0 1,0-1,-1 0,1 1,-1-1,0 1,1 0,-1 0,0 0,0 0,0 0,0 1,-1-1,1 1,0 0,-1 0,1 0,-1 1,-2-1,2 1,-1-1,0 2,1-1,-1 0,0 1,1 0,-1 0,1 1,-1-1,1 1,0 0,-1 0,1 0,0 1,0-1,1 1,-1 0,1 0,-1 0,1 1,0-1,0 1,0 0,1 0,-1 0,1 0,0 0,0 0,0 2,-1 2,0 1,0 0,1 0,0 0,1 0,-1 0,2 1,0-1,0 0,0 0,1 1,1-1,-1 0,3 4,3 3,1 0,1 0,1-1,0-1,1 0,0 0,1-1,0 0,1-1,1 0,0-2,1 1,0-2,0 0,1 0,0-2,0 0,1-1,7 2,-14-4,0-1,0 0,0-1,1 0,-1 0,0-1,1-1,-1 1,1-2,-1 0,10-1,-9-2</inkml:trace>
  <inkml:trace contextRef="#ctx0" brushRef="#br0" timeOffset="74">2595 6871,'99'-170,"-70"127,-2-2,-2 0,-2-2,-3-1,0-4,-16 40,-1 0,0 1,-1-2,-1 1,0 0,0 0,-1 0,-1-1,-2-11,2 19,0 0,0 0,-1 0,1 0,-1 1,0-1,-1 1,1-1,-1 1,0 0,0 0,0 0,-1 0,1 0,-1 1,0 0,0-1,0 2,-1-1,1 0,-1 1,1 0,-1 0,-4-1,2 1,1 1,-1 1,1-1,-1 1,1 0,-1 1,0-1,1 1,-1 1,1-1,-1 1,1 0,0 0,0 1,0 0,0 0,1 1,-1-1,1 1,-1 0,2 1,-1-1,0 1,1 0,0 0,0 1,0-1,1 1,-1-1,1 1,1 0,-1 1,1-1,0 0,1 1,-1 0,-2 14,0-1,1 1,1 0,1 0,1 0,0 0,2 0,1-1,0 1,1 0,2-1,0 0,1 0,1-1,0 0,2 0,0-1,1 0,1-1,1 0,11 11,-19-22,1 0,-1 0,2 0,-1-1,0 0,1 0,0-1,0 1,0-2,1 1,0-1,-1 0,1-1,0 1,0-2,0 1,0-1,1 0,-1-1,0 0,0 0,1-1,-1 0,0 0,0-1,0 0,0 0,0-1,0-1,5-4,-1 0,0-1,0 0,-1-1,0 0,-1-1,0 0,2-4,-1 2,-6 31,-5-14,1 0,-1 0,1 0,0 0,0 1,1-2,-1 1,1 0,0 0,0 0,0-1,1 1,-1-1,1 0,0 1,0-1,0-1,0 1,0 0,1-1,-1 1,1-1,-1 0,1 0,0-1,0 1,0-1,2 1,5 1,0 0,1-1,-1 0,1-1,-1 0,1-1,0 0,-1-1,12-2,-15 2,-1-1,1-1,-1 1,0-1,1-1,-1 1,-1-1,1 0,0-1,-1 0,0 0,0 0,-1-1,2 0,-5 3,0 1,0-1,0 0,0 0,0 0,0 0,-1 0,1-1,-1 1,0 0,0-1,0 1,-1-1,1 1,-1-1,0 1,0-1,0 1,0-1,-1 1,1-1,-1 1,0 0,0-1,0 1,0 0,-1-1,1 1,-1 0,0 0,0 0,-1 0,-3-4,-1 0,1 1,-1 0,-1 0,1 0,-1 1,0 0,0 1,-1 0,1 0,-1 1,0 0,0 0,0 1,0 0,0 1,-1 0,1 0,0 1,-1 1,1-1,0 1,0 1,-1 0,1 0,0 1,1 0,-1 0,0 1,1 0,0 1,-5 3,10-5,-1 0,0 0,1 0,0 1,0 0,0 0,0 0,1 0,-1 0,1 0,0 1,0-1,1 1,-1-1,1 1,0 0,0-1,1 1,-1 0,1 0,0 0,1 0,-1-1,1 1,0 0,0 0,0-1,1 1,-1-1,1 1,0-1,1 0,-1 0,1 1,0-2,0 1,0 0,0-1,0 1,1-1,0 0,2 2,5 1,-1 0,1 0,0-1,0-1,1 0,-1 0,1-1,0-1,1 0,50 7</inkml:trace>
  <inkml:trace contextRef="#ctx0" brushRef="#br0" timeOffset="75">3771 6590,'-18'-1,"0"0,0 1,1 0,-1 2,0 0,0 1,1 1,0 1,-4 2,13-5,1 1,0 0,-1 0,1 1,1 0,-1 0,0 1,1 0,0 0,0 0,1 1,-1 0,1 0,0 0,1 1,0 0,0-1,0 2,1-1,0 0,-1 5,3-7,1 0,0 1,0-1,0 0,1 0,0 1,0-1,0 0,0 0,1 0,0 0,0 0,0 0,1-1,0 1,-1-1,2 1,-1-1,0 0,1 0,0-1,0 1,0-1,0 0,1 0,-1 0,1 0,0-1,-1 0,1 0,0 0,1 0,-1-1,0 0,0 0,0-1,1 1,-1-1,0 0,1-1,2 0,6 1,1 0,-1-2,0 0,0 0,1-1,-2-1,1-1,0 0,-1 0,1-2,-8 4,1 0,-1-1,0 0,0 0,0 0,0-1,-1 0,0 0,0 0,0-1,-1 1,1-1,-1 0,-1-1,1 1,-1-1,0 1,-1-1,0 0,1-4,-3 24,0 0,1 0,1 0,0 0,1-1,0 1,1-1,0 1,2 1,-2-1,16 44,5 15,-3 1,5 39,-22-91,-2 1,-1 0,0 0,-2 0,0 0,-2 0,0 0,-2-1,0 1,-7 19,-39 40,48-79,1 0,-1 0,0 0,1-1,-1 1,0 0,0-1,-1 0,1 1,0-1,0 0,-1 0,1 0,0-1,-1 1,1-1,-1 1,1-1,-1 0,1 0,-1 0,1 0,-1 0,1 0,-1-1,1 1,0-1,-1 0,1 0,-1 0,1 0,0 0,0 0,0 0,0-1,-1 0,-2-4,0-1,0 1,0-1,1-1,0 1,0-1,1 1,0-1,0 0,1 0,0 0,0-1,1 1,0 0,1-7,-3-23,2 0,2 0,1 0,2 1,1-1,2 1,2 0,1 0,2 1,2 1,1 0,1 1,2 0,2 2,1 0,1 1,2 2,0 0,23-19,19-6,-65 53,0 1,0-1,-1 0,1 1,0-1,0 1,0-1,0 1,-1 0,1-1,0 1,0 0,0 0,0-1,0 1,0 0,0 0,0 0,0 0,0 0,0 0,0 1,0-1,0 0,0 0,0 1,0-1,0 0,-1 1,1-1,0 1,0-1,0 1,0 0,-1-1,1 1,0 0,-1-1,1 1,-1 0,1 0,-1 0,1 0,7 45,-10 50,0-71,0 1,3-1,0 0,1 0,1 0,6 19,-8-39,0 0,1 0,-1-1,1 1,0 0,1 0,-1-1,1 0,0 1,0-1,1 0,-1 0,1-1,0 1,-1-1,2 0,-1 0,0 0,1 0,-1-1,1 0,0 0,0 0,0 0,0-1,0 0,0 0,0 0,0-1,0 1,4-2,17-4</inkml:trace>
  <inkml:trace contextRef="#ctx0" brushRef="#br0" timeOffset="76">4145 6377,'-14'2,"-4"3,5 3,12 3,18 1,19 1,3-2</inkml:trace>
  <inkml:trace contextRef="#ctx0" brushRef="#br0" timeOffset="77">4853 6537,'-14'-5,"-1"1,0 1,1 0,-1 1,0 1,-1 0,1 1,0 1,0 0,0 1,-7 2,15-2,-1 0,1 1,0-1,-1 1,1 1,1-1,-1 1,1 0,-1 1,1-1,0 1,1 1,-1-1,1 1,0 0,0 0,1 0,0 1,0-1,1 1,-1 0,1 0,0 2,2-3,0 1,0-1,0 1,1 0,0 0,0-1,0 1,1 0,0-1,0 1,1-1,0 1,0-1,1 0,-1 0,1 0,1 0,-1 0,1 0,0-1,0 0,1 0,-1 0,1 0,0-1,1 0,-1 0,1 0,-1-1,1 0,0 0,0 0,1-1,-1 0,6 1,12 5,2-2,-1-1,1-1,0-1,-1-2,1 0,0-2,0 0,0-2,0-1,-1-1,0-2,0 0,0-1,-1-2,-1 0,1-1,10-9,-20 12,-1-1,-1 0,0 0,0-1,-1-1,0 0,-1-1,4-5,-11 14,-1-1,1 0,-1 1,0-1,0 0,0 0,-1-1,1 1,-1 0,0 0,0-1,-1 1,1-1,-1 1,0-1,0 1,-1 0,1-1,-1 1,0-1,0 1,0 0,-1 0,1-1,-1 1,0 0,0 1,-1-1,1 0,-3-2,0 0,-1 0,1 1,-1 0,-1 0,1 0,-1 1,0-1,0 2,0-1,0 1,-1 0,-7-2,13 4,-1 0,0 1,0-1,0 1,0-1,0 1,0 0,0 0,0 0,0 1,0-1,0 1,1-1,-1 1,0 0,0 0,0 0,1 1,-1-1,1 1,-1-1,1 1,-1 0,1 0,0 0,0 0,0 0,0 0,0 1,1-1,-1 1,1-1,-1 1,1 0,-1 2,0 2,0 0,0 1,0-1,1 1,0-1,1 1,0-1,0 1,0 0,1-1,0 1,1-1,-1 1,2-1,-1 0,1 0,0 0,0 0,1 0,0-1,0 0,0 1,3 1,3 3,-1-1,1 0,1-1,-1 0,2 0,-1-1,1-1,0 0,1-1,0 0,0-1,6 2,7 0,0-1,0-2,0 0,0-2,1 0,-1-2,1-1,-1-2,26-4,4-6</inkml:trace>
  <inkml:trace contextRef="#ctx0" brushRef="#br0" timeOffset="78">1284 5267,'2'-2,"1"6,0 11,-1 15,0 15,-1 14,2 11,2 5,4 0,4-3,4-6,0-16</inkml:trace>
  <inkml:trace contextRef="#ctx0" brushRef="#br0" timeOffset="79">723 8369,'5'4,"7"4,15 3,14 0,20-2,18-3,12-2,11-2,2-2,1-2,-8-2,-9 1,-15 0,-14-1,-15-1,-15 2</inkml:trace>
  <inkml:trace contextRef="#ctx0" brushRef="#br0" timeOffset="80">1552 8168,'0'2,"1"0,-1 0,1 1,0-1,0 0,0 0,0 0,0 0,0 0,0 0,1 0,-1 0,1 0,0-1,-1 1,1-1,0 1,0-1,0 1,0-1,0 0,0 0,0 0,0-1,1 1,-1 0,0-1,1 1,1-1,1 2,150 40,-123-36,-1 1,1 2,-2 1,1 1,23 13,-49-21,1 0,0 0,-1 1,1-1,-1 1,0 0,0 1,-1-1,1 1,-1 0,0 0,-1 0,1 1,-1-1,0 1,0 0,0 0,-1 0,0 0,-1 0,1 0,-1 1,0-1,0 4,-4 3,0 0,0 1,-1-1,-1-1,0 1,-1 0,0-1,-1-1,-1 1,0-1,0 0,-1 0,0-1,-1-1,-3 3,-50 51,-3-4,-2-2,-10 2,28-23</inkml:trace>
  <inkml:trace contextRef="#ctx0" brushRef="#br0" timeOffset="81">3022 8315,'-9'-2,"0"0,0 0,0 1,0 0,0 1,-1 0,1 0,0 1,0 0,0 1,0 0,0 1,0-1,1 2,-1-1,1 1,0 0,0 1,0 0,0 0,1 1,0 0,0 0,1 1,-2 1,4-1,-1 0,1 0,0 0,0 1,1 0,0-1,1 1,-1 1,2-1,-1 0,1 0,0 1,1-1,0 0,0 1,1-1,0 0,0 1,1-1,0 0,0 0,1 0,1 1,-2-6,0 0,0 0,1 0,-1-1,0 1,1-1,0 0,-1 0,1 0,0 0,0 0,0 0,1-1,-1 1,0-1,0 0,1 0,-1-1,1 1,-1-1,1 1,-1-1,1 0,-1 0,1-1,-1 1,1-1,-1 1,1-1,4-2,-1 1,1-1,-1 0,1-1,-1 1,-1-2,1 1,0-1,-1 0,0 0,0 0,1-3,2-2,-1 0,-1 0,0-1,0-1,-1 1,0-1,-1 0,-1 0,0 0,0-1,-1 0,-1 0,0 1,-1-1,0 0,-1 0,-1-4,7 83,-3-56,0 0,1 0,1-1,-1 1,1-1,1 0,0-1,0 1,1-1,0-1,0 1,1-1,0 0,0-1,1 0,-1 0,1-1,1 0,-1 0,1-1,0 0,0-1,0 0,0-1,0 0,1-1,-1 0,1 0,-1-1,1 0,-1-1,0 0,1-1,-1 0,0-1,0 0,0 0,5-4,-4 1,-1 0,0 0,0-1,-1-1,0 0,-1 0,1 0,-1-1,-1-1,0 1,0-1,-1 0,0-1,-1 1,0-1,-1 0,0-1,-1 1,0-1,-1 1,0-1,0 0,-2 0,1-4,-6-56,5 72,0 1,1-1,-1 0,0 0,0 1,0-1,0 0,0 0,0 1,0-1,0 0,0 1,0-1,0 0,0 0,0 1,0-1,0 0,0 1,0-1,0 0,0 0,0 1,0-1,0 0,0 0,0 1,-1-1,1 0,0 0,0 0,0 1,0-1,-1 0,1 0,0 0,0 1,-1-1,1 0,0 0,0 0,-1 0,1 0,0 0,0 0,-1 0,1 1,0-1,0 0,-1 0,1 0,0 0,-1 0,1 0,0-1,0 1,-1 0,1 0,0 0,0 0,-1 0,1 0,0 0,-1 33,1 0,2 0,2-1,1 1,5 19,-4-20,34 169,-1-7,8 152,-45-268,-13-63,-4-34,-2-25,1 0,3-1,1 0,0-17,-18-93,8-1,2-57,17 190,1 0,1-1,1 1,1-1,1 1,1-1,1 1,1 0,1 1,1-1,6-10,-11 28,1 0,0 1,0 0,0 0,0 0,1 0,0 0,0 1,0 0,0-1,0 2,1-1,-1 0,1 1,0 0,-1 0,1 0,0 1,0-1,0 1,1 0,-1 1,0-1,0 1,0 0,1 0,-1 1,0 0,0 0,0 0,0 0,0 1,0 0,0 0,-1 0,3 2,2 1,-1 1,0 0,0 1,-1 0,0 0,0 1,-1 0,0 0,0 1,0-1,-1 1,-1 0,0 0,0 1,0 0,-2-1,1 1,-1 0,0 0,-1 0,0 1,-1-1,0 5,0-7,0 1,0 0,-1 0,-1 0,1-1,-1 1,0-1,-1 1,0-1,-1 0,1 0,-1 0,-1 0,0-1,0 0,0 0,-1 0,0-1,0 1,-1-1,0-1,0 1,0-1,0-1,-1 1,0-1,-1 0,5-3,0 0,0-1,0 1,0-1,0 0,0 0,0 0,1-1,-1 1,0-1,0 0,0 0,0 0,1-1,-1 1,0-1,1 0,0 0,-1 0,1-1,0 1,0-1,0 1,0-1,1 0,-1 0,1-1,0 1,0 0,0-1,0 1,0-1,1 0,0 1,0-1,0 0,0 0,0 0,1 0,0 0,-1 0,2 0,-1 1,0-1,2-4,1 1,1 0,0 0,0 1,1 0,0-1,0 1,0 1,1-1,0 1,0 0,0 1,1-1,0 1,0 0,0 1,0 0,0 0,1 0,-1 1,8-1,9-6,-1 0,-1-2,0 0,0-1,-1-1,0 0,-1-2,-1-1,-1 0,0-1,-1-1,-1-1,0 0,-2-1,0-1,-1 0,-2-1,0 0,-1-1,-1 0,-1-1,-1 1,3-24,-9 39,-1 0,1 0,-1 0,-1 0,1 0,-1 0,-1 0,0 1,0-1,-1-2,2 7,0 0,0 1,-1-1,1 1,-1-1,1 1,-1-1,0 1,0 0,0 0,0 0,-1 0,1 0,0 1,-1-1,1 1,-1-1,1 1,-1 0,0 0,0 0,0 0,1 1,-1-1,0 1,0 0,0-1,-3 2,3-1,0 0,-1 1,1 0,0-1,-1 1,1 0,0 1,0-1,0 1,0-1,0 1,0 0,1 0,-1 0,1 0,-1 1,1-1,0 1,0-1,0 1,0 0,0 0,1 0,-1 0,1 0,0 0,0 0,-1 3,-12 97,18-58,1 1,2-1,3-1,1 1,2-2,15 34,-19-49,1 1,2-2,0 1,2-2,1 0,1 0,1-2,2 0,15 16,-32-37,1-1,-1 1,1-1,-1 0,1 0,0 0,-1 0,1 0,0 0,0-1,1 1,-1-1,0 0,0 0,1 0,-1-1,0 1,1-1,-1 0,1 0,-1 0,1 0,-1 0,0-1,1 0,-1 1,0-1,1 0,-1-1,0 1,0-1,0 1,1-2,10-10,-1-1,0 0,-1-1,-1 0,0-1,-1 0,-1-1,7-17,-14 31,23-48,-2 0,-3-1,12-45,-36 118,0 1,2 0,1 0,0 1,2-1,0 0,2 0,0 0,4 8,-6-24,1 0,0 0,0-1,1 1,0-1,0 0,0 0,0 0,1 0,0-1,0 1,0-1,1 0,-1 0,1 0,0-1,0 0,0 0,1 0,-1 0,1-1,-1 0,1 0,0-1,0 1,0-1,2 0,18-1</inkml:trace>
  <inkml:trace contextRef="#ctx0" brushRef="#br0" timeOffset="82">4479 7914,'-13'-2,"-8"-1,-1 0,2 3,9 3,16 7,19 3,4-1</inkml:trace>
  <inkml:trace contextRef="#ctx0" brushRef="#br0" timeOffset="83">5254 8181,'-84'-15,"-54"-2,134 17,0 0,0 0,-1 1,1 0,0 0,0 0,0 0,0 1,0-1,1 1,-1 0,0 0,1 0,-1 1,1-1,0 1,0 0,0 0,0 0,0 0,1 0,-1 1,1-1,0 1,0 0,0 0,1-1,-1 1,1 0,0 0,0 0,0 1,1-1,-1 0,1 0,0 0,0 0,1 1,-1-1,1 0,1 4,-1-1,1 0,1 0,-1 0,1 0,1 0,-1-1,1 1,0-1,0 0,1 0,0 0,0-1,0 0,1 0,0 0,0-1,0 0,0 0,1 0,0 0,8 3,0 0,0-1,1-1,0-1,0 0,0 0,1-2,-1 0,2-1,0 0,0-2,0 1,0-2,0-1,0 0,-1-1,1-1,-1-1,0 0,-1-1,1-1,-2 0,1-1,2-3,-15 10,0 0,0 0,0-1,-1 1,1-1,-1 0,1 1,-1-1,0 0,0 0,0-1,-1 1,1 0,-1-1,1 1,-1-3,-1 5,0 1,-1 0,1 0,0 0,-1-1,1 1,-1 0,1 0,0 0,-1 0,1 0,-1 0,1 0,-1 0,1 0,0 0,-1 0,1 0,-1 0,1 0,0 0,-1 1,1-1,-1 0,1 0,0 0,-1 1,1-1,0 0,-1 0,1 1,0-1,0 0,-1 1,1-1,0 0,0 1,-1-1,1 0,0 1,0-1,0 1,0-1,0 0,-1 1,1-1,0 1,0-1,0 1,0-1,0 1,-1 1,0 1,0 0,0 0,0-1,0 1,1 0,-1 0,1 0,0 0,0 0,0 0,0 0,0 0,1 0,-1-1,1 1,0 0,0 0,0 0,0-1,0 1,1 0,-1-1,1 1,0-1,0 0,0 0,0 1,0-1,0 0,0-1,1 1,-1 0,1-1,-1 1,1-1,-1 0,1 0,0 0,0 0,0 0,0-1,2 1,7 1,0 0,0-1,0 0,0-1,0 0,0-1,0-1,0 0,0 0,0-1,0-1,-1 0,0 0,0-1,0-1,0 0,-1 0,9-7,-15 10,-1 0,1 0,-1 0,0-1,0 1,0-1,0 0,-1 1,1-1,-1 0,0-1,0 1,-1 0,1-1,-1 1,0-1,0 1,0-1,-1 1,1-1,-1 0,-1 1,1-1,0 1,-1-1,0 1,0-1,-1 1,1-1,-1 1,0 0,0 0,0-1,0 2,-3-4,0 0,1 0,-2 1,1-1,-1 1,0 0,0 0,-1 1,1 0,-1 0,0 1,-1 0,1 0,-1 0,1 1,-1 0,0 1,-1 0,1 0,0 1,0 0,-1 0,1 1,-1 0,1 0,0 1,-1 0,1 1,0 0,0 0,0 0,0 1,0 1,1-1,-1 1,1 0,0 1,0 0,-5 5,7-6,1 0,0 1,0-1,0 1,1 0,0 0,0 0,0 0,0 0,1 1,0-1,0 1,0 0,1 0,0 0,0-1,1 1,-1 0,1 0,1 0,-1 0,1 0,0 0,0 0,0 0,1-1,0 1,0-1,1 1,0-1,0 0,0 0,1 2,2-2,0 0,1 0,0-1,-1 1,2-1,-1-1,0 1,1-1,-1-1,4 1,34 9</inkml:trace>
  <inkml:trace contextRef="#ctx0" brushRef="#br0" timeOffset="84">5829 7700,'-4'-1,"-1"1,1 0,-1 0,1 0,0 1,-1 0,1 0,-1 0,1 0,0 0,0 1,0 0,0 0,0 0,0 0,0 1,1 0,-1-1,1 1,0 1,0-1,0 0,0 1,-1 1,-3 6,1-1,0 1,0-1,1 2,1-1,0 0,0 1,0 6,1 3,0 0,2 0,0 0,2 0,0 1,1-1,2 0,0-1,1 1,1-1,0 0,2 0,0 0,2-1,0-1,1 0,1 0,0-1,1 0,1-1,1-1,0 0,1-1,0-1,1-1,1 0,11 5,-19-11,0-1,1-1,-1 0,1 0,0-1,0-1,0 1,0-2,0 0,1 0,-1-1,0 0,1-1,-1 0,0-1,0 0,0-1,0 0,0-1,-1 0,0-1,0 0,0 0,2-3,0 1,0-1,-1 0,0-1,0 0,-1 0,-1-1,0-1,0 0,-1 0,0 0,-1-1,0 0,-1-1,0 1,-1-1,4-14,-11-3,2 30,0 0,-1-1,1 1,0-1,0 1,-1 0,1-1,0 1,-1 0,1-1,0 1,-1 0,1 0,0-1,-1 1,1 0,-1 0,1 0,-1 0,1-1,0 1,-1 0,1 0,-1 0,1 0,-1 0,1 0,-1 0,1 0,-1 0,1 1,0-1,-1 0,1 0,-1 0,1 0,0 1,-1-1,1 0,-1 0,1 1,0-1,-1 0,1 1,0-1,-1 0,1 1,0-1,0 0,-1 1,1-1,0 1,0-1,0 0,0 1,-1-1,1 1,0-1,0 1,-4 6,0 1,0 0,0 0,1 0,1 0,-1 0,1 0,1 1,-1-1,1 1,1-1,0 1,0 0,0-1,1 1,1 2,-1-7,1 1,0 0,0 0,0-1,0 1,1-1,0 0,0 0,0 0,0 0,1 0,-1-1,1 0,0 1,0-1,0-1,0 1,1 0,-1-1,1 0,-1 0,1-1,0 1,0-1,0 0,0 0,2 0,6 0,1 0,-1 0,1-1,-1-1,1 0,-1-1,0 0,0-1,10-4,-13 5,-1-1,0 0,0-1,-1 0,1 0,-1 0,1-1,-2-1,1 0,0 0,-1 0,0-1,-1 1,0-2,0 1,0-1,-1 0,0 0,0 0,-1-1,0 0,-1 0,0 0,0 0,-1 0,0-1,-1 1,0-1,0-7,-1 17,-1 1,1 0,-1-1,1 1,-1-1,1 1,-1-1,1 1,-1-1,1 1,-1-1,0 0,1 1,-1-1,0 0,1 1,-1-1,0 0,1 0,-1 0,0 0,0 0,1 0,-1 0,0 0,1 0,-1 0,0 0,0 0,1 0,-1 0,0-1,1 1,-1 0,0-1,1 1,-1 0,0-1,1 1,-1-1,1 1,-1-1,1 1,-1-1,1 1,-1-1,1 0,0 1,-1-1,1 1,0-1,-1 0,1 0,0 1,0-1,0 0,0 1,0-1,0 0,0 0,0 1,0-1,0 0,-5 11,1 0,0 0,0 0,1 1,0-1,1 1,1 0,0 0,0 0,1 0,0-1,1 1,0 0,0 0,2 0,-1-1,1 1,1 0,-1-7,-1 1,1-1,1 1,-1-1,1 0,-1 0,1 0,0-1,1 1,-1-1,0 0,1 0,0-1,0 1,0-1,0 0,0-1,0 1,0-1,0 0,1 0,-1 0,1-1,-1 0,0 0,1 0,-1-1,1 0,-1 0,0 0,0-1,0 1,0-1,0-1,0 1,0-1,0 1,-1-1,0-1,1 1,-1 0,0-1,0-1,6-5,0 1,-1-1,-1-1,1 1,-2-2,0 1,0-1,-1 0,0 0,-1-1,-1 1,0-1,0 0,-1 0,-1-1,1-12,-3 25,1 0,-1 0,1 0,-1 0,0 0,1 0,-1 0,0-1,0 1,0 0,0 0,0 0,0 0,0-1,0 1,0 0,-1 0,1 0,0 0,-1 0,1-1,-1 1,1 0,-1 0,1 0,-1 0,0 0,0 1,1-1,-1 0,0 0,0 0,0 1,0-1,0 0,0 1,0-1,0 1,0-1,0 1,0-1,-1 1,1 0,0 0,0 0,0 0,0-1,-1 1,1 1,0-1,0 0,0 0,-1 0,1 1,0-1,0 0,0 1,0-1,-1 2,-4 3,1 2,0-1,0 0,1 1,0 0,0 0,1 1,-1-1,2 1,-1-1,1 1,0 0,0 0,1 0,1 0,-1 0,1 0,0 0,2 6,-1-9,0 0,1-1,-1 1,1 0,1-1,-1 0,1 1,-1-1,1 0,0 0,1-1,-1 1,1-1,-1 1,1-1,0 0,0-1,1 1,-1-1,5 2,100 29,113-12,-106-18</inkml:trace>
  <inkml:trace contextRef="#ctx0" brushRef="#br0" timeOffset="85">8623 7700,'0'20,"-2"21,-1 17,0 14,1 9,1 2,0-2,0-8,1-12,0-16</inkml:trace>
  <inkml:trace contextRef="#ctx0" brushRef="#br0" timeOffset="86">8437 7593,'8'21,"2"0,1 0,1-1,0 0,2-1,0-1,1 0,1-1,0 0,12 8,204 167,-62-56,-170-136,12 9,0 0,-1 1,0 1,-1 0,0 0,0 1,-2 0,1 1,-2 0,1 0,1 8,-8-18,0 0,0 0,-1-1,1 1,-1 0,0 0,0 0,0 0,0 0,-1-1,1 1,-1 0,0 0,1 0,-1-1,0 1,-1 0,1-1,0 1,-1-1,0 0,1 1,-1-1,0 0,0 0,0 0,0 0,-1 0,-74 33,15-22,1-4,-2-2,1-3,-51-4,23-6,82-3,15 0</inkml:trace>
  <inkml:trace contextRef="#ctx0" brushRef="#br0" timeOffset="87">9265 8248,'9'-1,"10"0,1-2,-1 0,0-1,0-1,0-1,-1-1,0 0,0-1,-1-1,14-9,-28 16,-1 0,0 1,1-1,-1 0,0 0,0-1,0 1,-1 0,1-1,0 1,-1-1,0 1,1-1,-1 0,0 1,-1-1,1 0,0 0,-1 0,1 0,-1 0,0 1,0-1,0 0,-1 0,1 0,-1 0,1 0,-1 0,0 1,0-1,0 0,0 1,-1-1,1 0,-1 1,0 0,1-1,-1 1,0 0,0 0,-1 0,1 0,0 0,-1 1,1-1,-2 0,-3-1,-1 0,1 1,-1 0,0 0,1 0,-1 1,0 1,0-1,0 1,0 0,0 1,0 0,0 0,1 1,-1 0,0 0,1 1,0 0,-1 0,1 1,0 0,1 0,-1 0,1 1,0 0,0 1,0-1,1 1,0 0,0 0,0 1,1-1,0 1,0 0,1 0,-1 1,2-1,-1 1,1-1,0 1,1 0,0 0,0 0,1 7,0-9,1 0,0-1,0 1,1-1,0 1,0-1,0 0,0 0,1 0,0 0,0 0,0-1,1 1,0-1,-1 0,1 0,1 0,-1 0,1-1,-1 0,1 0,3 2,6 2,0-1,0 0,1-1,0 0,0-1,0-1,12 1,48 1,-6-6</inkml:trace>
  <inkml:trace contextRef="#ctx0" brushRef="#br0" timeOffset="88">9987 7766,'-12'26,"2"-1,1 1,1 1,2 0,0 0,2 0,1 1,1-1,1 1,1-1,2 1,1-1,1 1,1-1,2 0,6 17,-10-34,1 0,1 0,-1 0,2 0,-1-1,1 0,1 0,-1 0,6 4,-12-13,0 1,1-1,-1 1,1 0,-1-1,1 1,-1-1,1 1,-1-1,1 1,-1-1,1 1,-1-1,1 0,0 1,-1-1,1 0,0 1,-1-1,1 0,0 0,0 0,-1 0,1 0,0 0,-1 0,1 0,0 0,0 0,-1 0,1 0,0 0,-1-1,1 1,0 0,-1 0,1-1,0 1,-1 0,1-1,-1 1,1-1,0 1,-1-1,1 1,-1-1,0 1,1-1,8-38,-5-60,-5 0,-5-6,3 36,-18-228,21 297,0 0,0 0,-1 0,1 0,0 1,0-1,-1 0,1 0,0 0,0 0,-1 0,1 0,0 0,0 1,-1-1,1 0,0 0,-1 0,1 0,0 0,0 0,-1 0,1 0,0-1,-1 1,1 0,0 0,0 0,-1 0,1 0,-5 24,1 0,1 0,1 1,1-1,2 0,0 1,1-1,6 23,-7-41,0-1,1 0,0 1,0-1,0 0,1 0,-1-1,1 1,1 0,-1-1,0 0,1 1,0-1,0-1,0 1,1-1,-1 1,1-1,0-1,0 1,0-1,0 1,0-1,0-1,0 1,1-1,-1 0,1 0,-1-1,1 1,-1-1,1-1,-1 1,1-1,-1 0,4 0,3-3,0 0,0-1,0-1,-1 1,0-2,0 1,0-2,-1 1,0-2,0 1,-1-1,0-1,-1 1,0-1,1-2,4-7,-1-1,0-1,-2 1,0-2,-1 0,-1 0,3-18,-5 14,-9 21,-4 18,-5 21,2 0,1 1,2 0,1 0,2 0,2 1,1 13,0-37,1 0,0 0,1-1,0 1,1 0,1 0,0-1,0 1,1-1,0 0,1 0,1 0,-1-1,2 0,-1 0,1 0,1-1,0 0,0-1,1 0,0 0,0 0,1-1,0-1,0 0,11 5,-14-8,0 0,0-1,0 0,0-1,0 1,1-1,-1 0,0-1,1 0,-1 0,0-1,1 0,-1 0,0-1,0 1,0-2,0 1,0-1,0 0,-1 0,1-1,-1 0,0 0,0 0,2-4,-1 0,-6 7,0-1,-1 1,1-1,0 1,0 0,0-1,0 1,0 0,0 0,0 0,1-1,-1 1,0 1,1-1,-1 0,0 0,1 0,-1 1,1-1,-1 1,1-1,0 1,-1 0,1-1,-1 1,1 0,0 0,-1 0,1 0,0 1,62 53,-54-50,-1-1,0 1,1-1,0-1,0 0,0 0,0-1,0-1,0 1,0-2,0 1,0-1,0-1,9-2,-13 3,0-1,1 0,-1 0,0-1,0 0,0 0,-1 0,1-1,-1 1,0-1,0-1,0 1,0-1,-1 0,0 0,0 0,0 0,-1-1,1 1,-1-1,-1 0,1 0,0-3,-1 3,-1-1,0 0,0 0,0 1,0-1,-1 0,0 0,-1 0,0 0,0 0,0 1,-1-1,0 0,0 1,-1-1,1 1,-2 0,1 0,-1 0,1 0,-2 1,1-1,0 1,-1 0,0 1,0-1,-1 1,1 0,-1 0,0 0,0 1,0 0,-1 0,-5-1,3 1,-1 0,1 1,-1 0,1 0,-1 1,0 1,0 0,0 0,1 0,-1 2,0-1,1 1,-1 0,1 1,0 0,-1 1,1 0,1 0,-1 1,1 0,0 0,0 1,0 0,1 1,0 0,0 0,1 0,-1 1,2 0,-1 0,1 0,-4 9,8-12,0-1,0 0,1 0,-1 1,1-1,0 1,0-1,0 0,1 1,0-1,-1 0,2 1,-1-1,0 0,1 0,0 0,0 0,0 0,0 0,1-1,-1 1,1-1,0 0,3 3,22 19</inkml:trace>
  <inkml:trace contextRef="#ctx0" brushRef="#br0" timeOffset="89">11338 8208,'14'-23,"-1"-1,-1-1,-1 0,-2-1,0 0,-2 0,0-1,-2 1,-1-1,-1-1,-2 1,0 0,-3-20,2 41,-1 1,1-1,-1 1,0-1,0 1,0-1,-1 1,0 0,0 0,-1 0,1 0,-1 0,0 0,0 0,2 5,0 0,0-1,0 1,1 0,-1 0,0-1,0 1,0 0,0 0,0 0,1 0,-1 0,0 0,0 0,0 1,0-1,0 0,1 0,-1 1,0-1,0 0,0 1,1-1,-1 1,0-1,0 1,1-1,-1 1,1 0,-1-1,0 1,1 0,-1-1,1 1,0 0,-1 0,1-1,0 1,-1 0,1 0,0 0,0 0,-1-1,1 1,0 0,0 0,0 0,0 0,0 0,1 0,-1-1,0 1,0 0,0 0,1 0,-1 0,1-1,-1 1,0 0,1 0,-1-1,4 9,1-1,-1 0,1-1,1 1,-1-1,1 0,0 0,1-1,0 1,0-2,0 1,1-1,-1 0,1 0,0-1,1 0,-1-1,1 0,0 0,8 1,174 60,-187-62,0 0,0 1,-1-1,1 1,-1-1,0 1,1 0,-1 1,-1-1,1 0,0 1,-1 0,0-1,0 1,0 0,0 0,-1 0,1 0,-1 1,0-1,0 0,-1 1,1-1,-1 0,0 1,0-1,-1 0,1 1,-1-1,0 0,0 1,0-1,-1 0,0 2,-8 22,-5 45,17-69,1-1,-1 0,1 0,-1-1,1 1,0-1,0 1,0-1,0 0,0 0,1 0,-1 0,0-1,1 1,0-1,-1 0,1 0,0 0,-1-1,1 1,0-1,0 0,0 0,-1 0,1-1,0 1,0-1,2-1,39-4,0-2,-1-2,0-2,-1-2,26-13,-58 23,15-5,-1-1,0-1,-1-1,0-1,-1-2,10-8,-30 21,0 1,0-1,0-1,0 1,-1 0,0-1,1 1,-1-1,0 0,0 0,0 0,0 0,-1 0,1 0,-1 0,0 0,0-1,0 1,0-1,-1 1,1 0,-1-1,0 1,0-1,0 1,-1-1,1 1,-1-1,0 1,0 0,0-1,0 1,0 0,-1 0,1 0,-1 0,0 0,0 0,-2-1,-5-2,-1 1,1 1,-1 0,0 0,-1 1,1 0,-1 1,1 0,-1 1,0 0,0 0,1 1,-1 1,0 0,0 0,1 1,-1 0,-9 4,10-3,1 1,-1 0,1 0,0 1,0 0,0 1,1 0,-1 0,0 2,6-5,0-1,0 1,0 0,1 0,-1 0,1 0,0 1,0-1,0 1,0-1,0 1,1-1,0 1,0 0,0 0,0 0,0 0,1 0,0 0,0 0,0 0,0 0,1 0,-1-1,1 2,0-2,1 0,0 1,0-1,0 0,0 0,0 0,0 0,1-1,0 1,-1-1,1 1,0-1,0 0,0 0,0 0,1-1,-1 1,0-1,1 0,-1 0,1 0,-1 0,3 0,86 3,-80-6,1 0,-1-1,0-1,1 0,-2 0,1-1,0-1,-1 0,0-1,-1 0,3-2,-8 5,0 0,0 0,0-1,0 1,-1-1,0 0,0-1,0 1,-1-1,0 1,0-1,0 0,-1 0,1-1,-2 1,1 0,-1-1,0 1,0-1,0 1,-1-1,0-1,-11-4,-3 30,9-7,1 1,1-1,0 1,0 0,1 1,1-1,0 0,0 0,2 1,-1-1,1 0,1 1,0-1,2 2,5 19,1 0,2-1,1 0,9 15,112 182,-88-158,-4 3,-2 1,4 19,-14 19,-29-108,0-1,-1 1,0-1,0 0,0 1,-1-1,0 1,1-1,-2 0,1 1,0-1,-1 0,0 0,0 0,0 0,0 0,0-1,-1 1,0-1,0 1,0-1,0 0,0 0,-2 1,-1-1,0 0,0 0,0-1,0 0,0 0,0-1,0 1,-1-1,1-1,0 1,-1-1,1 0,-1-1,1 1,0-1,-1-1,1 1,-1-1,-110-46,87 33,0-2,1 0,1-2,1-2,1 0,1-1,0-2,2-1,1 0,1-2,0-2,15 19,1 0,0 0,1 0,0 0,1-1,0 0,0 1,1-1,0 0,1-1,1 1,0 0,0 0,1 0,0 0,1 0,0 0,1 0,0 0,1 1,0 0,5-8,11-14,2 2,1 1,2 0,1 2,0 1,2 1,1 1,1 2,1 1,1 1,1 2,0 1,33-11,223-76,-268 99,52-27,-73 31,0 1,0-1,-1 0,1 1,0-1,0 1,0-1,0 1,-1-1,1 1,0-1,-1 1,1 0,0-1,-1 1,1-1,0 1,-1 0,1-1,-1 1,1 0,0-1,-1 1,1 0,-1 0,1-1,-1 1,0 0,1 0,-1 0,1 0,-1 0,1 0,-1 0,1 0,-1 0,1 0,-1 0,1 0,-1 0,0 0,1 0,-1 1,1-1,-34-3,0 1,0 2,0 2,1 1,-14 3,43-6,0 0,0 1,0-1,0 1,0 0,0 0,0 0,0 0,0 1,1-1,-1 1,0 0,1 0,0 0,-1 1,1-1,0 1,0 0,0 0,1 0,-1 0,1 1,0-1,-1 0,1 1,1 0,-1-1,1 1,-1 0,1 0,0 0,0 0,1 0,-1 0,1 0,0 0,0 4,4 3,1 0,0-1,0 1,1-1,0-1,1 1,0-1,0 0,1 0,0-1,1 0,0-1,0 0,0 0,1-1,0 0,0-1,1 0,0 0,-1-1,2-1,-1 0,7 1,-12-1,1-1,-1 1,0-1,0-1,1 1,-1-1,1-1,0 1,-1-1,1 0,-1 0,1-1,-1 0,1 0,-1-1,1 1,-1-2,0 1,0 0,0-1,0 0,0-1,-1 1,0-1,1 0,-1-1,-1 1,1-1,-1 0,1 0,-1 0,-1-1,3-3,-1-9,0 0,-2 0,0 0,-1 0,-1-1,-1 1,0 0,-1-1,-3-9,1 62,4-20,0 1,1-1,1 0,0 1,0-1,2 0,0-1,0 1,5 6,-7-14,-1-1,2 0,-1 0,1 0,0 0,0 0,0 0,0-1,1 0,0 0,0 0,0-1,0 0,1 0,-1 0,1 0,-1-1,1 0,0 0,0-1,0 0,0 0,5 0,-4-1,-1 0,0-1,1-1,-1 1,0-1,0 0,0 0,0-1,0 1,0-1,-1-1,1 1,-1-1,0 0,0 0,0 0,-1-1,0 0,0 0,0 0,0 0,1-4,5-7,-1 0,0-1,-2 0,0 0,-1-1,0 0,-1-4,4-61,-9 83,0 1,0-1,0 0,0 1,0-1,0 0,0 1,1-1,-1 1,0-1,0 1,0-1,-1 0,1 1,0-1,0 1,0-1,0 0,0 1,0-1,0 0,-1 1,1-1,0 0,0 1,-1-1,1 0,0 1,0-1,-1 0,1 0,0 1,-1-1,1 0,0 0,-1 1,1-1,-1 0,1 0,0 0,-1 0,1 0,-1 0,1 0,0 0,-1 0,1 0,-1 0,1 0,0 0,-1 0,1 0,-1 0,1 0,0 0,-1 0,1-1,0 1,-1 0,1 0,0-1,-1 1,1 0,0 0,-1-1,1 1,0 0,-3 7,1 0,-1 0,2 0,-1 1,1-1,0 1,0-1,1 1,0-1,1 1,-1-1,2 1,-1-1,1 0,0 1,0-1,1 0,0 0,0 0,1-1,-1 1,1-1,1 0,0 0,-1 0,2-1,-1 0,1 0,-1 0,1 0,1-1,-1 0,1 0,-1-1,1 0,0 0,0-1,1 1,-1-2,2 1,-4-1,0-1,0 0,0-1,0 1,0-1,0 0,-1 0,1 0,0-1,0 1,-1-1,1 0,-1-1,0 1,1-1,-1 0,0 0,-1 0,1-1,-1 1,1-1,-1 0,0 0,0 0,0-2,2-2,-1 0,0-1,0 0,-1 0,0 0,0 0,-1 0,-1-1,0 1,0-1,0 1,-1-3,2 23,0 0,2 0,-1 0,1-1,1 0,0 0,0 0,1 0,0-1,1 0,0 0,1-1,-1 0,1 0,1 0,0-1,0-1,0 0,1 0,0 0,10 4,0-1,0-1,1-1,0 0,1-2,-1 0,1-1,0-2,0 0,0-1,0-1,1-2,-1 0,-1-1,2-1,26-10</inkml:trace>
  <inkml:trace contextRef="#ctx0" brushRef="#br0" timeOffset="90">16457 9438,'18'0,"25"0,29-2,28-1,22-2,8-3,-18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6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58,'18'-10,"0"2,1 0,0 1,0 1,1 1,-1 0,1 2,0 0,1 1,-1 1,0 1,0 1,1 1,-1 1,0 0,18 7,-28-8,-1 1,0 1,0 0,-1 0,1 1,-1 0,0 0,0 1,0 0,-1 0,0 1,0 0,-1 0,0 1,0-1,-1 1,0 1,0-1,-1 1,0 0,0 0,-1 0,0 0,0 5,-1 10,-1 1,-1-1,-1 1,-1-1,-1 0,-2 0,0 0,-1 0,-7 14,-20 99,32-132,0 0,1 0,-1 0,1 0,0 0,0 0,0 0,1 0,-1 0,1 0,1 0,-1-1,1 1,-1 0,1-1,1 1,-1-1,1 1,-1-1,1 0,1 0,-1-1,0 1,1 0,1 0,12 4,0-1,0 0,0-2,1 0,-1 0,1-2,1 0,-1-2,0 1,0-2,1-1,-1 0,7-2,12 0,0-1,0-2,-1-2,0-1,-1-1,30-14,-59 22,-1 0,0 0,0 0,1-1,-1 0,-1 0,1 0,0 0,-1-1,0 0,0 0,0 0,0 0,0-1,-1 0,0 1,0-1,1-3,-1-12</inkml:trace>
  <inkml:trace contextRef="#ctx0" brushRef="#br0" timeOffset="1">175 418,'22'-2,"22"-1,19 0,15 1,9 0,5-1,-5-3,-13-2,-18-1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6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1 255,'16'0,"17"0,13-2,11-1,7-2,4-1,0 2,-4 0,-4 2,-9 1,-13 0</inkml:trace>
  <inkml:trace contextRef="#ctx0" brushRef="#br0" timeOffset="1">375 1,'-5'16,"-1"16,5 13,7 9,7 5,6 1,7-2,5-7,5-7,2-12,-4-10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6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1 269,'7'0,"11"0,14 0,13 0,13 0,9-3,5-2,0-1,-6-2,-12-1,-15 0</inkml:trace>
  <inkml:trace contextRef="#ctx0" brushRef="#br0" timeOffset="1">269 1,'0'18,"0"18,2 13,3 10,3 7,7 3,6-3,7-6,7-11,-3-14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6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5,'12'-2,"0"1,0 0,0 1,0 0,0 1,0 0,0 1,0 0,0 1,0 0,-1 1,1 1,-1 0,0 0,0 1,-1 0,0 1,0 0,-1 1,1 0,-2 0,1 1,-1 0,0 0,-1 1,0 0,0 2,0 9,0 0,-1 0,-1 1,-1 0,-2 0,0 0,-1 0,0 0,-2 0,-1 0,-1 2,0 22,2-45,1 0,-1 0,1 0,-1 0,1 0,0-1,-1 1,1 0,0 0,0 0,0 0,-1 1,1-1,0 0,0 0,1 0,-1 0,0 0,0 0,0 0,1 0,-1 0,0-1,1 1,-1 0,1 0,-1 0,1 0,0 0,-1-1,1 1,0 0,-1 0,1-1,0 1,0 0,0-1,0 1,0-1,0 0,-1 1,1-1,0 1,0-1,0 0,0 0,0 0,0 0,0 0,0 0,1 0,-1 0,0 0,0 0,0 0,0-1,11-7,-1-1,1 0,-2-1,0 0,0-1,0 0,-2-1,1 1,-2-2,1 1,-1-2,5-6,-2-2,0 1,-1-1,-1-1,-1 0,-1 0,0 0,-2 0,0-16,-10 16,-9 38,9 4,0 0,1 1,1 0,1-1,1 1,0 0,2 0,0 1,1-1,1 0,2 1,-3-12,0 0,1 0,0-1,1 1,0-1,0 0,1 0,0 0,0 0,1-1,0 0,0 0,1 0,0 0,0-1,1 0,0 0,0-1,0 0,0 0,1-1,0 1,0-2,0 1,0-1,1 0,-1-1,1 0,-1-1,1 1,0-2,0 1,1-1,16-5</inkml:trace>
  <inkml:trace contextRef="#ctx0" brushRef="#br0" timeOffset="1">254 247,'21'0,"22"0,18-3,12-2,5-4,-4-1,-15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64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1,'16'0,"1"1,-1 1,1 0,-1 2,0 0,0 0,0 2,-1 0,0 0,0 2,6 3,-13-6,1 1,-1 0,0 0,0 1,-1 0,0 0,0 1,0 0,-1 0,-1 0,1 1,-1 0,-1 0,0 0,0 1,-1 0,0-1,2 11,-5 2,0 0,-1 1,-1-1,-1 0,-1 0,-1 0,-1-1,-1 0,-1 0,-1 0,-1-1,-7 12,-24 61,39-90,0 1,0 0,0 0,0 0,1 0,-1 0,1 1,0-1,1 0,-1 1,1-1,0 0,0 1,0-1,0 1,1-1,0 0,0 0,0 1,0-1,1 0,0 0,0 0,0 0,0 0,0-1,1 1,2 3,8 0,1-1,-1 0,1-1,0 0,1-1,-1-1,1 0,-1-1,1-1,0 0,0-1,0 0,-1-1,1-1,4-1,2 2,1-1,-1-1,0 0,0-2,0 0,0-2,-1 0,0-1,0-1,9-7,-10 1</inkml:trace>
  <inkml:trace contextRef="#ctx0" brushRef="#br0" timeOffset="1">161 389,'16'0,"21"0,20-3,19 0,14 0,6-2,0 1,-9 0,-15 1,-20 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64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1 131,'1'-6,"0"-1,1 1,0 0,0-1,0 1,1 0,0 0,0 1,0-1,1 1,0-1,0 1,1 0,-1 1,1-1,0 1,0 0,0 0,1 0,-1 1,1 0,0 0,0 0,0 1,1 0,-1 0,0 0,1 1,-1 0,1 0,-1 1,1 0,4 0,-6 1,-1 1,0-1,1 1,-1 0,0 0,0 0,0 1,0-1,-1 1,1 0,-1 0,1 0,-1 1,0-1,0 1,-1 0,1-1,-1 1,0 0,0 1,2 3,22 95,-21-60,-3 0,-1 0,-3 1,-1-1,-6 27,4-9,5-61,0 1,0-1,1 0,-1 1,0-1,1 0,-1 1,0-1,1 0,-1 1,0-1,1 0,-1 1,1-1,-1 0,1 0,-1 0,1 1,-1-1,1 0,-1 0,0 0,1 0,-1 0,1 0,-1 0,1 0,-1 0,1 0,-1 0,1 0,-1-1,1 1,-1 0,1 0,-1 0,1-1,-1 1,0 0,1 0,-1-1,1 1,-1 0,0-1,1 1,-1-1,0 1,0 0,1-1,-1 1,0-1,0 1,0-1,1 1,-1-1,14-16,0-1,0 0,-2-1,-1-1,0 0,-1 0,-1-1,5-19,-5 13,-2-1,0 0,-2 0,-1-1,-1 0,-1 1,-2-1,-2-13,0 116,5-12,3 0,2 0,4 0,10 30,-19-80,1 1,0 0,1-1,1 0,-1 0,2-1,0 1,2 1,-7-10,1 0,-1 0,1-1,0 1,0 0,0-1,0 0,0 0,0 0,1 0,-1 0,1-1,0 1,-1-1,1 0,0 0,0 0,-1-1,1 1,0-1,0 0,0 0,0 0,0-1,-1 0,1 1,0-1,0 0,2-1,41-31,-31 13</inkml:trace>
  <inkml:trace contextRef="#ctx0" brushRef="#br0" timeOffset="1">295 305,'-16'-2,"-12"-1,-6 0,1-1,3-1,12 1,13 1,17 2,20 0,18 0,18-1,15-1,5-3,3 1,-15 1</inkml:trace>
  <inkml:trace contextRef="#ctx0" brushRef="#br0" timeOffset="2">1031 252,'-2'3,"1"0,1 0,-1 0,0 1,1-1,0 0,-1 1,1-1,1 0,-1 1,0-1,1 0,0 0,0 1,0-1,0 0,0 0,0 0,1 0,0 0,-1 0,1-1,0 1,1 0,-1-1,0 0,1 1,0 0,-2-3,0 0,0 0,-1 0,1 0,0 0,0 0,-1 0,1 0,0-1,0 1,0 0,-1 0,1-1,0 1,-1 0,1-1,0 1,-1-1,1 1,0-1,-1 1,1-1,-1 1,1-1,-1 0,1 1,-1-1,0 0,1 1,-1-1,0 0,1 1,-1-1,0 0,0 0,0 1,0-1,0 0,0 0,0 0,0 1,0-1,0 0,0 0,0 1,0-1,-1 0,1 0,0 1,-1-1,1 0,0 1,-1-1,0 0,-2-3,-1 1,0 0,0 0,0 1,0-1,0 1,0 0,-1 0,1 0,-1 1,0-1,1 1,-1 0,0 1,0-1,1 1,-1 0,0 0,0 0,0 1,1 0,-1 0,0 0,-1 1,5-2,0 0,0 0,1 1,-1-1,0 0,1 0,-1 1,0-1,1 0,-1 1,1-1,-1 1,0-1,1 1,-1-1,1 1,-1 0,1-1,0 1,-1-1,1 1,0 0,-1-1,1 1,0 0,0-1,-1 1,1 0,0 0,0-1,0 1,0 0,0 0,0-1,0 1,0 0,1-1,-1 1,0 0,0 0,1-1,-1 1,0 0,1-1,-1 1,0-1,1 2,31 19,4-10,1-3</inkml:trace>
  <inkml:trace contextRef="#ctx0" brushRef="#br0" timeOffset="3">1432 65,'-1'7,"1"0,0 0,0 1,1-1,0 0,0 0,0 0,1 0,0 0,1 0,0 0,0-1,0 1,1-1,3 5,-7-11,9 16,1-1,0 0,1-1,0 0,1-1,1 0,0-1,11 8,-17-14,1-1,-1 0,1-1,0 0,0 0,0 0,0-1,1 0,-1-1,1 0,0 0,0-1,-1 0,1-1,0 1,0-2,0 1,5-2,-8 0,0 0,1 0,-1-1,0 0,0 0,-1 0,1-1,-1 0,1 0,-1 0,0-1,-1 0,1 0,-1 0,0 0,0-1,-1 1,1-1,-1 0,1-4,2-5,0 0,-2 0,1 0,-2-1,0 1,-1-1,0 0,-2-1,0-4,0 21,0 1,0-1,0 0,0 0,0 1,0-1,0 0,0 0,0 1,0-1,0 0,-1 1,1-1,0 0,0 0,0 1,0-1,0 0,0 0,-1 0,1 1,0-1,0 0,0 0,0 0,-1 1,1-1,0 0,0 0,-1 0,1 0,0 0,0 0,-1 1,1-1,0 0,0 0,-1 0,1 0,0 0,0 0,-1 0,1 0,0 0,0 0,-1 0,1 0,0-1,-1 1,1 0,0 0,-5 29,1 1,1 0,2-1,1 1,1 0,1-1,2 1,7 26,55 187,-44-173,-3 0,-2 1,4 53,-20-115,-1 1,0 0,0-1,-1 1,0-1,0 1,-1-1,-1 1,1-1,-3 4,3-10,1 1,-1 0,0-1,-1 1,1-1,-1 0,1 0,-1 0,0 0,0 0,0-1,-1 1,1-1,-1 0,1 0,-1 0,1 0,-1-1,0 0,0 1,0-1,0-1,0 1,0-1,-3 1,-9-3,1 0,-1-2,1 1,0-2,0 0,0-1,1 0,0-1,0-1,0 0,1-1,1 0,-1-1,1-1,1 0,0 0,-8-12,7 10,1 0,0-1,1 0,1 0,0-1,1-1,1 1,0-1,1-1,0 1,2-1,-1-8,4 20,1-1,0 1,0-1,0 1,1 0,0-1,0 1,0 0,1-1,0 1,0 0,0 0,1 1,-1-1,1 0,0 1,1-1,-1 1,1 0,0 0,0 1,0-1,0 1,12-9,0 2,0 0,1 1,0 1,17-6,121-41,-84 32</inkml:trace>
  <inkml:trace contextRef="#ctx0" brushRef="#br0" timeOffset="4">2434 118,'-2'4,"0"1,1-1,-1 0,1 0,0 1,0-1,0 1,1-1,-1 1,1 0,0-1,1 1,-1-1,1 1,0-1,0 1,0-1,1 0,-1 1,1-1,0 0,0 0,1 0,-1 0,1-1,0 1,0-1,0 1,0-1,1 0,-1 0,1-1,0 1,0-1,0 1,0-1,0-1,0 1,4 1,-7-3,1 1,-1 0,1-1,-1 1,0-1,1 1,-1-1,1 0,-1 0,1 1,-1-1,1 0,-1 0,1-1,-1 1,1 0,-1 0,1-1,-1 1,1-1,-1 1,0-1,1 0,-1 1,0-1,0 0,1 0,-1 0,0 0,0 0,0 0,0 0,0 0,0-1,0 1,-1 0,1-1,0 1,-1 0,1-1,-1 1,1-1,-1 1,0-1,0 1,0-1,1 1,-1-1,-1 1,1-1,0 1,0-1,0 1,-1-1,-1-1,1 0,-1 0,0 1,0-1,0 1,-1-1,1 1,0 0,-1 0,0 0,1 0,-1 0,0 1,0-1,0 1,0 0,0 0,0 0,0 0,-1 0,1 1,0-1,0 1,-2 0,-3 3,3 2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65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1,'23'2,"18"1,17 0,9 0,5-1,-3-1,-9 2,-14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6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0,'23'5,"23"-1,20-4,17-3,-6-2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6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19,'18'-3,"22"1,23-1,20 0,17 2,12-2,-13-1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6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 1,'-2'11,"1"0,1 0,0 0,0 0,1 0,0 0,1-1,0 1,1 0,0-1,1 1,0-1,1 0,0-1,0 1,1-1,0 0,1 0,0 0,0-1,1-1,0 1,1-1,-1 0,1-1,0 0,7 3,-3-3,0-1,0 0,1-1,-1 0,1-1,-1-1,1 0,0-1,0-1,0 0,0-1,0 0,0-1,-1 0,1-1,-1-1,1 0,-1-1,0-1,-1 0,1 0,-1-1,-1-1,1 0,-1 0,-1-1,1-1,-2 0,5-5,47-74,-62 89,1 0,0-1,0 1,0 0,0-1,0 1,0 0,0 0,0-1,0 1,0 0,1-1,-1 1,0 0,0 0,0-1,0 1,0 0,0-1,1 1,-1 0,0 0,0 0,0-1,1 1,-1 0,0 0,0 0,1-1,-1 1,0 0,0 0,1 0,-1 0,0 0,0 0,1 0,-1 0,0 0,1 0,-1 0,0 0,1 0,-1 0,0 0,0 0,1 0,-1 0,0 0,1 0,-1 0,0 0,0 0,1 1,-1-1,0 0,0 0,1 0,-1 0,0 1,0-1,0 0,1 0,-1 1,0-1,0 0,0 0,0 1,0-1,3 25,-3-20,10 107,5-1,5-1,31 99,-38-161,5 13,-3 0,-3 2,-3 3,-16 24,6-88,0 0,1 0,-1 0,0 0,0 0,0 0,0 0,0-1,-1 1,1 0,0-1,-1 1,1-1,-1 1,0-1,1 0,-1 0,0 0,0 0,0 0,0 0,0 0,0-1,0 1,0 0,0-1,0 0,0 0,0 1,0-1,-1-1,1 1,0 0,0 0,0-1,0 1,0-1,0 0,0 1,-1-2,-14-7,0 0,1-1,1-1,0 0,0-1,1-1,0 0,1-1,1-1,-3-4,-7-8,1-2,2 0,0-1,-4-13,22 42,0-1,-1 1,1-1,0 0,0 0,0 1,1-1,-1 0,0 0,1 0,-1 0,1 0,0 0,-1 0,1 0,0 0,0 0,0 0,1 0,-1 0,0 0,1 0,-1 0,1 0,0 0,0 0,0 0,0 1,0-1,0 0,0 1,0-1,1 0,-1 1,1 0,-1-1,1 1,-1 0,1 0,0 0,106-45,-67 30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65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14,'18'-2,"18"-1,18 0,16 0,15 2,10 0,8 0,-14 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65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0,'14'5,"18"3,22 3,21 0,18-3,5-2,-4-2,-18-2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65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1 376,'194'-8,"67"-15,28-3,504-2,511-87,1182-9,-2264 116,1886-21,-1988 16,-119 11,-9 2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65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1,'14'-1,"-1"1,1 1,-1 0,1 1,-1 0,0 1,0 1,0 0,0 0,0 2,-1-1,0 1,0 1,-1 1,0-1,0 2,0-1,-1 1,-1 1,1 0,-2 0,1 1,-2 0,1 1,-2 0,1 0,-1 0,0 5,-1 8,-1 0,-2 0,0 0,-2 0,0 0,-2 0,-1 0,-3 8,-2 45,7-74,0 1,1-1,-1 0,1 1,0-1,1 1,-1-1,1 0,0 1,0-1,0 0,1 0,-1 1,1-1,0-1,0 1,1 0,-1 0,1-1,0 1,-1-1,2 0,-1 0,0 0,1 0,-1-1,1 1,0-1,0 0,-1 0,3 0,15 4,0-1,0-2,1 0,-1-1,1-1,-1-1,1-1,-1-1,1 0,-1-2,0-1,1-1,26-10,-11-1</inkml:trace>
  <inkml:trace contextRef="#ctx0" brushRef="#br0" timeOffset="1">54 362,'7'0,"14"0,16 0,14 0,9 0,7-2,-3-4,-4 1,-13-1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6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0 268,'16'0,"17"0,13 0,12 0,8-2,5-3,-1-1,-5 1,-10 1,-13-1,-15 0</inkml:trace>
  <inkml:trace contextRef="#ctx0" brushRef="#br0" timeOffset="1">281 1,'-11'22,"-5"18,2 15,4 9,12 5,9 1,13-6,11-6,6-11,-4-13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66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0 294,'23'0,"21"0,17-2,13-3,9-3,3-3,-2-1,-9 1,-17 0,-17 2</inkml:trace>
  <inkml:trace contextRef="#ctx0" brushRef="#br0" timeOffset="1">322 0,'-7'21,"-2"17,0 15,4 11,8 6,9 1,13-3,10-6,7-10,5-10,-5-13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66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17,'6'-3,"1"0,0 1,0 0,-1 0,1 1,0 0,0 0,1 0,-1 1,0 0,0 0,0 1,0 0,0 0,0 1,0 0,0 0,-1 1,1-1,-1 1,0 1,1-1,1 3,0-1,1 2,-1-1,0 1,0 0,-1 0,0 1,-1 0,1 1,-1-1,-1 1,0 0,0 1,-1-1,0 1,-1 0,0 0,0 0,-1 0,1 10,-1 4,0 1,-2 0,-1-1,0 1,-2 0,-1-1,-7 21,10-41,1-3,-1 0,0-1,1 1,-1 0,1 0,-1 0,1 0,-1 0,1 0,0 0,0 0,-1 0,1 0,0 0,0 0,0 0,0 0,0 0,0 0,0 0,1 0,-1 0,0 0,0 0,1 0,-1 0,1 0,-1 0,1 0,-1 0,1 0,0 0,-1 0,1-1,0 1,-1 0,1-1,0 1,0 0,0-1,0 1,0-1,0 1,0-1,6-2,0 0,0-1,0 0,-1 0,1-1,-1 0,0 0,0 0,-1-1,1 0,-1 0,2-2,-5 5,10-9,-1-2,0 1,0-2,-2 1,0-2,0 1,-1-1,-1 0,0 0,-1-1,-1 0,-1 0,0-1,-1 1,0-1,-2 0,0 0,-1 1,0-1,-2-7,-4 7,-1 20,-3 30,8-14,0 1,2-1,0 1,1-1,1 1,1-1,1 0,1 0,0 0,1 0,1-1,1 0,1-1,0 0,1 0,1-1,0 0,1-1,1 0,1-1,0 0,0-1,2-1,3 2,4-1</inkml:trace>
  <inkml:trace contextRef="#ctx0" brushRef="#br0" timeOffset="1">215 298,'-4'-3,"4"0,15 0,20 1,20 0,17-1,7-3,-1 0,-13 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66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40 242,'2'2,"3"1,6 0,0-1</inkml:trace>
  <inkml:trace contextRef="#ctx0" brushRef="#br0" timeOffset="1">454 96,'-1'0,"0"0,1 1,-1-1,0 0,1 1,-1-1,0 1,1-1,-1 1,0 0,1-1,-1 1,1 0,0-1,-1 1,1 0,-1-1,1 1,0 0,-1 0,1 0,0-1,0 1,0 0,0 0,0 0,0-1,0 1,0 0,0 0,0 0,0-1,0 1,1 0,-1 0,0 0,1-1,-1 1,0 0,1 0,-1 8,1 0,1 0,-1 0,2 0,-1 0,1 0,0-1,1 1,0-1,0 0,1 0,0 0,1-1,-1 0,1 0,1 0,-1-1,1 0,1 0,-1 0,1-1,-1 0,1-1,1 0,-1 0,1-1,-1 0,1 0,3 0,-1-2,-1-1,0 0,1-1,-1 0,0-1,0 0,1 0,-1-1,-1-1,1 1,0-2,-1 1,0-1,0-1,-1 1,1-1,-1-1,0 0,-1 0,0 0,0-1,0 0,-1-1,0 1,-1-1,0 0,0-1,-1 1,0-1,-1 0,0 0,-1 0,0 0,0 0,-1-1,0 0,-2-60,-7 81,5 32,2 1,2 0,1 0,3-1,1 1,2-1,9 26,-1 2,12 46,-5 1,-6 0,0 67,-15-166,-2 0,0 0,-1 0,-1 0,-1-1,0 1,-1 0,-1-1,-2 5,6-20,0 0,0 1,0-1,0 0,0 0,0 0,0 0,-1-1,1 1,-1 0,0 0,1-1,-1 1,0-1,0 0,0 1,0-1,0 0,0 0,0 0,0 0,0-1,-1 1,1-1,0 1,-1-1,1 0,0 0,-1 0,1 0,0 0,0 0,-1-1,1 1,0-1,-1 1,1-1,0 0,0 0,0 0,0 0,0 0,0-1,0 1,0-1,1 1,-1-1,-1-1,-14-16,2 0,0-1,0 0,2-2,1 1,1-2,0 1,2-1,1-1,-6-22,4 13,0-1,2 0,2 0,1-1,1 0,2-9,2 38,0-1,1 1,0 0,0-1,0 1,1 0,0 0,0 0,1 0,0 0,-1 0,2 1,-1 0,1-1,0 1,0 0,0 1,1-1,0 1,-1 0,2 0,-1 0,0 1,1 0,4-2,162-57,-114 45</inkml:trace>
  <inkml:trace contextRef="#ctx0" brushRef="#br0" timeOffset="2">1376 122,'-15'2,"-6"3,1 4,8-1,11-1,15-2,11-2,2-1</inkml:trace>
  <inkml:trace contextRef="#ctx0" brushRef="#br0" timeOffset="3">1724 55,'2'-4,"0"1,0-1,1 1,-1-1,1 1,0 0,0 0,0 0,0 0,1 1,-1-1,1 1,-1 0,1 0,0 0,0 0,0 1,0-1,0 1,0 0,0 1,1-1,-1 1,0-1,0 1,1 1,-1-1,0 0,0 1,0 0,0 0,0 0,0 1,0-1,0 1,0 0,0 0,-1 1,1-1,-1 0,0 1,1 0,0 2,7 9,-2 0,0 1,0 0,-1 0,-1 1,-1 0,0 1,-1-1,-1 1,0 0,-1 0,-1 0,-1 1,0-1,-1 0,-1 1,-3 14,-4 24,-1-1,-3 0,-7 14,-6 29,24-94,-1 0,0 0,0 0,0 0,1 0,0 0,0 1,0-1,1 0,-1 0,1 1,0-1,0 0,0 1,1-1,0 0,-1 1,1-1,1 0,-1 0,1 0,0 0,-1 0,2 0,-1-1,0 1,1-1,0 1,0-1,0 0,0 0,0 0,2 1,9 0,-1-1,1 0,0 0,0-2,0 1,0-2,0 0,0-1,0 0,6-2,-15 2,33-1,-1-3,0-1,-1-2,1-1,-2-2,1-1,25-14,-58 25,0 0,0 0,0-1,-1 1,1-1,0 1,-1-1,1 0,-1 0,1 0,-1 0,0 0,0 0,0-1,0 1,-1-1,1 0,-1 1,1-1,-1 0,0 0,0 0,0 0,0 0,-1 0,1 0,-1 0,0 0,0 0,0 0,0 0,0 0,-1 0,0 0,-8-18</inkml:trace>
  <inkml:trace contextRef="#ctx0" brushRef="#br0" timeOffset="4">1791 309,'-5'-7,"6"-2,12 1,16 1,21 0,16-2,14 1,7 3,-3 1,-9 1,-12 2,-14 0,-14 2,-13-1</inkml:trace>
  <inkml:trace contextRef="#ctx0" brushRef="#br0" timeOffset="5">1350 203,'0'2,"0"0,-1-1,1 1,0 0,0 0,1 0,-1 0,0 0,1 0,-1 0,1 0,-1-1,1 1,0 0,0 0,0-1,0 1,0 0,0-1,0 1,1-1,-1 0,0 1,1-1,-1 0,1 0,0 0,-1 0,1 0,0 0,-1 0,1-1,0 1,0-1,0 1,0-1,0 0,0 1,0-1,-1 0,2 0,0 0,0 0,0-1,0 1,0 0,-1-1,1 1,0-1,0 0,0 0,0 0,-1 0,1-1,0 1,-1-1,1 0,-1 0,0 1,0-1,1-1,-1 1,-1 0,1 0,0-1,0 1,-1-1,0 0,1 1,-1-1,0 0,0 0,-1 0,1 0,0 0,-1-1,-1 3,0-1,0 1,-1-1,1 1,0-1,-1 1,1 0,-1 0,0 0,1 0,-1 0,0 0,1 0,-1 0,0 1,0-1,0 1,0-1,0 1,0 0,0 0,0 0,0 0,0 0,1 0,-3 1,0-2,-3 1,2-1,0 1,1 0,-1-1,1 2,-1-1,0 0,1 1,-1 0,1 0,-1 1,1-1,0 1,-1 0,5-2,-1 1,1 0,0 0,-1-1,1 1,0 0,0-1,-1 1,1 0,0 0,0-1,0 1,0 0,0 0,0 0,0-1,0 1,1 0,-1 0,0-1,0 1,1 0,-1-1,0 1,1 0,-1-1,1 1,-1 0,0-1,1 1,0-1,-1 1,1-1,-1 1,1-1,0 1,-1-1,1 0,0 1,-1-1,1 0,0 0,0 1,-1-1,1 0,0 0,0 0,-1 0,1 0,0 0,0 0,12 4</inkml:trace>
  <inkml:trace contextRef="#ctx0" brushRef="#br0" timeOffset="6">0 242,'90'-3,"-89"3,-1 0,1 0,0 0,-1-1,1 1,0 0,-1 0,1-1,0 1,-1-1,1 1,-1-1,1 1,-1-1,1 1,-1-1,1 1,-1-1,1 1,-1-1,0 0,1 1,-1-1,0 0,0 1,1-1,-1 0,0 0,0 1,0-1,0 0,0 1,0-1,0 0,0 0,0 1,-1-1,1 0,0 1,0-1,0 0,-1 1,1-1,0 0,-1 1,1-1,-1 1,1-1,-1 0,1 1,-1-1,1 1,-1 0,1-1,-1 1,0-1,1 1,-2 0,3 0,-1 0,0 0,1 0,-1 1,0-1,0 0,1 0,-1 1,0-1,0 0,0 1,1-1,-1 0,0 1,0-1,0 0,0 1,0-1,0 0,0 1,0-1,0 0,0 1,0-1,0 0,0 1,0-1,0 0,0 1,0-1,0 0,0 1,0-1,-1 0,1 1,0-1,0 0,0 1,-1-1,1 0,0 0,0 1,-1-1,1 0,0 0,0 0,-1 1,1-1,0 0,-1 0,1 0,0 0,-1 0,1 0,0 1,-1-1,1 0,0 0,-1 0,1 0,0 0,-1 0,1 0,0-1,-1 1,1 0,0 0,-1 0,15 10,3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67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3,'17'0,"7"-2,1 1,0 1,-1 2,1 0,-1 1,1 2,-1 0,0 2,-1 0,0 2,0 0,9 7,-26-12,0 1,0-1,-1 2,1-1,-1 1,0-1,-1 1,1 1,-1-1,0 1,-1-1,0 1,0 0,0 0,-1 1,0-1,0 0,-1 1,0-1,-1 1,1 5,-2 6,0-1,-1 1,-1-1,-1 0,-1 0,0 0,-1-1,-3 5,-1 3,12-18,7-17,21-30,-2-1,-1 0,-2-3,-3 0,-1-1,-2-1,2-13,-14 33,-8 22,-5 16,-1 10,1 0,1 0,0 1,2-1,1 1,1 0,0 0,3 13,-1-24,1 0,0 0,0 0,1-1,1 1,0-1,1 0,0 0,0 0,1 0,1-1,-1 0,2-1,0 1,0-1,0-1,2 1,-3-2,1-1,-1-1,1 1,0-1,0-1,1 1,-1-1,1-1,0 0,0 0,0-1,1 0,-1 0,1-1,-1 0,7-1,-1-5,-5-2</inkml:trace>
  <inkml:trace contextRef="#ctx0" brushRef="#br0" timeOffset="1">335 257,'-4'-2,"7"-1,12 0,20 0,22 0,19-4,18-1,8-3,-13 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67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304 213,'105'-25,"-102"24,0 1,1 0,-1 0,1 0,-1 0,0 1,1 0,-1-1,0 1,1 0,-1 1,0-1,0 0,0 1,0 0,0 0,0 0,-1 0,1 0,-1 1,1-1,-1 1,0-1,0 1,0 0,0 0,0 0,-1 0,1 2,-1 5,0 1,-1 0,0 0,-1-1,0 1,-1 0,0-1,-1 1,0-1,0 0,-1 0,-1 0,1 0,-2-1,1 1,-1-1,-7 7,12-14,-122 175,121-175,1-1,0 0,-1 0,1 0,0 0,0 1,0-1,0 0,1 0,-1 1,0-1,0 1,1-1,-1 1,1-1,-1 1,1-1,0 1,0-1,-1 1,1-1,0 1,0-1,1 1,-1 0,0-1,0 1,1-1,-1 1,1-1,-1 1,1-1,0 0,0 1,-1-1,1 0,0 1,0-1,7 1,-1 1,1-1,0 0,0-1,-1 0,1 0,0-1,0 0,0 0,0-1,0 0,7-2,-11 3,33-5,0-1,-1-2,1-1,-2-2,1-1,-2-2,0-2,0-1,-2-1,0-2,-1-1,3-8</inkml:trace>
  <inkml:trace contextRef="#ctx0" brushRef="#br0" timeOffset="1">893 107,'0'-2,"0"1,0 3,0 0,0-4,3-1,2 6,1 15,1 22,2 25,0 24,-5 24,-7 25,-12 22,-22 19,-27 11,-3-27</inkml:trace>
  <inkml:trace contextRef="#ctx0" brushRef="#br0" timeOffset="2">38 0,'-7'30,"-5"32,1 33,3 27,11 21,17 8,23-3,25-15,2-31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7T05:16:21.67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509 509,'11'-59,"2"0,3 1,3 1,13-26,-1 1,-24 64,0 55,19 386,-9-325,-9-83</inkml:trace>
  <inkml:trace contextRef="#ctx0" brushRef="#br0" timeOffset="1">897 1,'20'18,"19"17,11 15,6 9,-1 9,-8 7,-12 5,-22 7,-23 3,-27 2,-22 0,-2-16</inkml:trace>
  <inkml:trace contextRef="#ctx0" brushRef="#br0" timeOffset="2">161 14,'-16'13,"-12"19,-5 20,-1 21,7 21,9 17,14 17,15 10,18 1,19-4,18-14,18-19,-5-26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9:15.1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172 1002,'-1'120,"-5"-2,-13 64,5-81,5 0,3 24,-6 491,12 213,0-798,2 0,1 0,1 0,2 0,6 20,-10-46,0 0,0 0,0-1,1 1,-1-1,1 1,0-1,1 0,-1 0,1 0,-1 0,1-1,0 0,1 1,-1-1,0-1,1 1,0-1,0 0,-1 0,1 0,0-1,4 1,124 8,-111-10,705 5,902 6,28-2,-1068-10,548-2,77-35,50 12,-439 12,91-14,-253 3,224-26,-206-6,898 18,-1060 53,-97-15,-405 2,0-2,0 0,1-1,-1-1,-1-1,1 0,0-1,-1-1,0 0,-1-2,1 1,-1-2,-1 0,1-1,-2 0,1-1,-2-1,10-10,10-26,-2 0,-2-3,-2 0,-3-1,-2-2,-2 0,-3-1,-2 0,-3-1,5-57,16-139,-11-1,-10-4,-12 169,-3 0,-4 0,-16-71,-72-404,85 503,3-1,3-1,2 1,3-1,5-34,-3 77,1 6,-1-1,-1 1,0-1,-1 1,0-1,-1 1,-1 0,0-1,0 1,-1 0,-1 0,-1 0,-2-5,5 12,-1 0,0 0,0 0,-1 1,0-1,0 1,0 0,0 0,-1 0,0 0,0 1,0 0,-1 0,1 0,-1 1,0 0,0 0,0 0,0 1,-1 0,-5-1,-140 8,72 2,21-8,1-1,-1-4,-12-4,-117-10,-557 20,208 20,240-4,-151-17,-356-9,525 11,-534 0,255 13,-85-7,-464 22,614-24,-307 11,218 7,-445 26,412-16,-297 26,332-8,-128 17,8-19,225 2,96-7,-212 19,208-9,371-54,0 2,0-1,1 1,-1 1,1 0,0 1,-1 0,2 1,-4 2,7-4,3-2,1 0,-1 1,1-1,0 1,0 0,0-1,0 1,0 0,0 1,1-1,-1 1,1-1,-1 1,1 0,0 0,0-1,0 2,0-1,1 0,-1 0,1 0,0 1,0-1,0 1,0 2,1 101,-3-25,-4 0,-3-1,-17 60,-8 18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8T07:49:43.572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1981 3258,'-4'-10,"3"5,-1 1,1-1,-1 1,0-1,-1 1,1 0,-1 0,1 0,-1 0,0 0,-1 0,1 1,-1 0,1-1,-1 1,0 1,0-1,-3-1,-198-49,148 32,-93-20,62 35,0 4,-18 5,-12-1,-90 9,-27 32,176-33,1 2,1 2,-48 20,95-30,-1 1,1 0,0 0,0 1,0 0,1 1,0 0,1 0,-1 1,1 0,1 1,-1 0,-132 171,81-34,47-121,1 0,1 1,2 0,0 1,2 0,0 0,1 19,3 30,4 0,3 0,3 0,4-1,3 0,3-1,4 0,2-2,6 4,-24-62,5 24,3-2,1 1,1-2,2 0,2-1,1-1,1-1,2 0,1-2,2-1,13 10,-10-19,0-2,1-2,1 0,0-2,1-2,1-1,0-1,0-2,1-1,15 0,35 10,120 14,-160-28,-1-3,1-1,0-3,-1-1,0-2,0-3,-1-1,0-2,-1-1,-1-3,7-5,208-124,-240 135,-1-1,-1 0,0-1,0-1,-1 0,-1-1,0 0,-1-1,-1 0,-1-1,0 0,-1 0,-1-1,0 0,-2 0,0-1,2-15,62-314,-63 326,18-60,-4 0,-3-2,-4 0,-1-30,-15 29,-4-1,-4 1,-3 1,-4 0,-3 1,-32-77,47 141,3 6,-1 0,0 1,0 0,-2 0,1 0,-2 0,1 1,-1 0,-1 0,-7-7,11 16,0 0,0 0,0 0,0 0,0 0,0 1,-1 0,1 0,0 0,-1 1,1-1,-1 1,1 0,-1 0,1 1,0-1,-1 1,-3 1,-28 5</inkml:trace>
  <inkml:trace contextRef="#ctx0" brushRef="#br0" timeOffset="1389.781">978 4301,'0'3,"0"-2,-1 0,1 0,-1-1,1 1,-1 0,1 0,0 0,0 0,-1 0,1 0,0-1,0 1,0 0,0 0,0 0,0 0,0 0,0 0,0 0,0 0,0 0,1 0,-1 0,0-1,1 1,-1 0,1 0,-1 0,1-1,-1 1,1 0,0 0,-1-1,1 1,0 0,-1-1,1 1,0-1,0 1,0-1,-1 0,1 1,0-1,0 0,0 1,0-1,0 0,0 0,0 0,0 0,0 0,0 0,-1 0,1 0,0 0,0 0,0-1,0 1,0 0,0-1,1 0,-1 0,0 0,1-1,-1 1,0-1,0 1,0-1,0 0,0 1,0-1,0 0,-1 0,1 1,-1-1,1 0,-1 0,0 0,0 0,1 0,-1 0,-1 1,1-1,0 0,0 0,-1 0,1 0,-1 0,1 1,-1-1,0 0,0 0,0 1,0-1,0 1,0-1,0 1,0-1,-1 1,1 0,-1-1,1 1,-1 0,1 0,-1 0,0 0,1 0,-1 1,0-1,0 0,0 1,1-1,-1 1,0 0,0 0,0 0,0 0,0 0,0 0,0 0,1 0,-1 1,0-1,-1 1,-34 18,37-18,-1-1,1 1,-1-1,1 1,-1-1,1 1,-1-1,1 1,0-1,-1 1,1-1,0 1,0 0,-1-1,1 1,0 0,0-1,0 1,0 0,0-1,0 1,0 0,0-1,0 1,0 0,0-1,0 1,0-1,0 1,1 0,-1-1,0 1,1 0,-1-1,0 1,1-1,-1 1,1-1,-1 1,0-1,1 1,-1-1,1 1,0-1,-1 0,1 1,-1-1,1 0,0 0,-1 1,1-1,-1 0,1 0,0 0,-1 0,1 0,0 0,0 0,62 7,-61-7,-1 0,0 0,1 0,-1 0,0 0,1 0,-1-1,0 1,1 0,-1-1,0 1,0-1,1 1,-1-1,0 0,0 0,0 1,0-1,0 0,0 0,0 0,0 0,0 0,-1 0,1 0,0-1,-1 1,1 0,0 0,-1-1,0 1,1 0,-1 0,0-1,1 1,-1 0,0-1,0 1,0-1,0 1,-1 0,1-1,0 1,-1-1,1 0,-1 1,0-1,0 1,1-1,-1 0,0 1,0 0,-1-1,1 1,0 0,0-1,-1 1,1 0,-1 0,1 0,-1 0,1 0,-1 1,1-1,-1 0,0 1,0-1,1 1,-1-1,0 1,0 0,1 0,-1 0,0 0,0 0,0 0,1 1,-1-1,0 0,1 1,-1 0,0-1,1 1,-1 0,0 0,1 0,-1 0,1 0,0 0,-1 0,1 0,0 1,0-1,0 0,-1 1,2-1,-1 1,-1 1,2-1,0 0,1 0,-1 0,1 0,-1 0,1-1,-1 1,1 0,0 0,0 0,0-1,0 1,0-1,1 1,-1-1,0 1,1-1,-1 0,1 1,-1-1,1 0,0 0,-1 0,1 0,0 0,0-1,0 1,-1-1,1 1,0-1,0 1,0-1,0 0,0 0,0 0,-1 0,1 1,-1-1,0 1,1-1,-1 0,1 0,-1 0,0 0,1 0,-1 0,0 0,1 0,-1-1,1 1,-1 0,0-1,0 1,1-1,-1 1,0-1,0 0,0 0,1 1,-1-1,0 0,0 0,0 0,0 0,-1 0,1 0,0-1,0 1,-1 0,1 0,0-1,-1 1,0 0,1 0,-1-1,0 1,1-1,-1 1,0 0,0-1,0 1,0 0,0-1,-1 1,1-1,0 1,-1-1,1 0,0 0,-1 0,0 0,1 1,-1-1,0 0,0 0,0 1,0-1,0 1,0-1,0 1,-1-1,1 1,0 0,-1-1,1 1,-1 0,0 0,1 0,-1 0,0 1,0-1,1 0,-1 1,0-1,0 1,0-1,0 1,0 0,0 0,0 0,1 0,-1 0,0 1,0-1,0 0,-1 1,3 0,-1 0,1 0,-1 0,1 0,0-1,-1 1,1 0,0 0,0 0,0 0,0 0,0 0,0 0,0 0,0 0,0 0,0 0,0-1,1 1,-1 0,0 0,1 0,-1 0,0 0,1 0,-1-1,1 1,0 0,-1 0,1-1,0 1,-1 0,1-1,0 1,0-1,-1 1,1-1,0 1,0-1,0 0,0 1,0-1,-1 0,1 0,0 0,0 1,0-1,0 0,0 0,0 0,0-1,0 1,0 0,0 0,0 0,0-1,-1 1,1 0,0-1,0 1,0-1,-12-6,2 6</inkml:trace>
  <inkml:trace contextRef="#ctx0" brushRef="#br0" timeOffset="5528.735">4494 3432,'-66'-57,"36"44,1 2,-2 1,1 1,-13-1,-166-36,170 42,1 1,-1 2,1 2,-9 2,-158 25,124 1,43-11,-69 30,-30 30,127-72,1-1,0 2,1-1,-1 1,1 0,1 1,-1 0,1 0,1 1,-1-1,-1 5,-28 40,-29 55,16 26,6 19,27-41,4 3,6-77,2-1,1 1,2 0,2 0,1 0,6 25,2-21,3-1,1 0,2 0,1-2,23 37,-15-40,1-2,2 0,1-2,2-1,1-2,1-1,1-2,-30-23,18 18,0-2,2-1,0 0,1-2,1-1,0-1,1-1,0-2,1 0,20 3,270 25,-273-38,1-3,0-1,-1-2,1-3,36-10,-59 13,5-2,-1-1,0-1,0-1,-1-2,0-1,-1 0,-1-2,0-1,-1-1,-1-1,-1-1,0 0,-1-2,-2 0,0-2,3-6,-2 3,-2-1,-1-1,-1 0,-1-1,-2-1,-1 0,-1-1,2-14,2-48,-4 0,-2-73,-7 126,0 37,3-69,-2 0,-4 0,-2 0,-4 1,-14-60,10 99,0 1,-2 1,-1 0,-1 1,-2 1,-3-3,-12-21,15 22,-1 2,-1 0,-1 2,-1 0,-6-3,20 21,-1 0,0 1,-1 0,1 1,-1 0,-1 0,1 1,-1 0,1 1,-1 1,-1-1,1 2,0-1,-1 2,1 0,-1 0,-1 1,-79 18,53-3</inkml:trace>
  <inkml:trace contextRef="#ctx0" brushRef="#br0" timeOffset="6648.2">3732 4314,'0'-1,"0"0,0 1,1-1,-1 0,0 0,0 0,1 0,-1 1,0-1,1 0,-1 0,1 1,-1-1,1 0,-1 1,1-1,-1 0,1 1,0-1,0 1,-1-1,1 1,0-1,-1 1,1 0,0-1,0 1,0 0,0 0,-1-1,1 1,0 0,0 0,0 0,0 0,0 0,-1 0,1 0,0 1,0-1,0 0,0 0,-1 1,1-1,0 0,0 1,0-1,-1 1,1-1,0 1,-1-1,1 1,0 0,-1-1,1 1,-1 0,1-1,-1 2,0-3,0 0,0 0,0 0,0 0,-1 0,1 0,-1 0,1 0,0 0,-1 0,1 0,-1 0,0 1,1-1,-1 0,0 0,1 1,-1-1,0 0,0 1,0-1,0 1,0-1,1 1,-1-1,0 1,0 0,0 0,0-1,0 1,0 0,0 0,0 0,0 0,0 0,0 0,0 0,0 0,0 1,0-1,0 0,0 0,0 1,0-1,0 1,0-1,0 1,0-1,1 1,-1 0,0-1,0 1,1 0,-1 0,0-1,1 1,-1 1,1-2,0 1,0 0,0 0,-1-1,1 1,0 0,0-1,-1 1,1 0,0-1,-1 1,1 0,-1-1,1 1,-1-1,1 1,-1-1,1 1,-1-1,1 1,-1-1,0 1,1-1,-1 0,0 1,1-1,-1 0,0 0,1 0,-1 1,0-1,0 0,1 0,-1 0,0 0,0 0,0 0,-18 2</inkml:trace>
  <inkml:trace contextRef="#ctx0" brushRef="#br0" timeOffset="14912.191">5443 2336,'-526'396,"358"-259,-76 85,176-148,63-68,3-7</inkml:trace>
  <inkml:trace contextRef="#ctx0" brushRef="#br0" timeOffset="15348.569">4548 2870,'-19'20,"2"0,0 1,1 0,1 2,2-1,0 2,1 0,1 0,2 1,0 1,-1 9,-3 40,14-73,0-1,0 1,0-1,0 0,0 1,0-1,0 0,1 0,-1 0,1 0,-1 0,1 0,-1 0,1 0,-1-1,1 1,0-1,-1 1,1-1,0 0,-1 1,1-1,0 0,0 0,-1 0,1 0,0-1,-1 1,1 0,0-1,-1 1,1-1,0 0,-1 1,1-1,-1 0,1 0,1 0,271-88,-265 86,44-27,-53 28,0 0,1 1,-1-1,0 0,0 0,0 1,0-1,-1 0,1 1,0-1,-1 1,1-1,-1 0,1 1,-1-1,0 1,0-1,0 1,0-1,0 1,0 0,0 0,0-1,0 1,0 0,-1 0,1 0,-1 0,1 0,-1-1,-133-95,112 73,24 15</inkml:trace>
  <inkml:trace contextRef="#ctx0" brushRef="#br0" timeOffset="15826.974">6460 1747,'-5'21,"-1"17,0 17,1 12,2 9,3 2,2-3,0-9,0-12,0-14</inkml:trace>
  <inkml:trace contextRef="#ctx0" brushRef="#br0" timeOffset="16383.739">6338 1681,'48'47,"-3"2,-2 2,-3 2,5 11,-29-39,-1 0,-2 1,0 1,-2 0,-1 1,-1 0,-1 0,-2 1,-1 0,1 18,-5-37,0 0,0 0,-1 0,0 0,-1 0,0 0,-1-1,0 1,0 0,-1-1,0 1,-1-1,0 0,0 0,-1 0,0-1,-1 1,0-1,0-1,-1 1,0-1,0 0,0-1,-1 1,0-2,-1 1,1-1,-1 0,0-1,0 0,0 0,-1-1,1-1,0 0,-1-1,1 0,0-1,-1 1,1-2,0 0,0 0,-1 0,1-1,0 0,0-1,1 0,-1-1,1 0,-1 0,1 0,0-1,1-1,-1 1,1-1,0 0,0-1,1 0,-2-2,7 8,0 0,0 0,0 0,1 0,-1-1,0 1,1 0,-1 0,1-1,-1 1,1 0,-1-1,1 1,0-1,0 1,0 0,0-1,0 1,0-1,0 1,0 0,1-1,-1 1,0 0,1-1,-1 1,1 0,-1-1,1 1,0 0,0 0,0 0,-1 0,1 0,0 0,0 0,0 0,0 0,1 0,-1 0,0 1,1-1,87-24,-58 20,17-2,0-2,0-2,-1-2,-1-2,0-2,-1-2,-1-2,-1-2,23-17,-1-30,-64 68,1 0,-1 0,0 0,0 0,0 0,0 0,0 0,0 0,0 0,-1 0,1 0,-1-1,1 1,-1 0,0 0,0-1,0 1,-1 0,1 0,0-1,-1 1,1 0,-1 0,0 0,0-1,0 1,0 0,0 0,0 1,0-1,-1 0,1 0,-1 0,1 1,-1-1,0 1,0-1,1 1,-2 0,-2-1,0 0,0 0,-1 0,1 1,0 0,-1 0,1 1,-1-1,1 1,-1 1,0-1,1 1,-1 0,1 0,0 0,-1 1,1-1,0 2,0-1,0 0,0 1,0 0,1 0,-1 0,1 1,0 0,0-1,0 2,1-1,-1 0,1 1,0-1,0 1,1 0,-1 0,1 0,0 0,-1 3,2-2,-1 0,1 0,0-1,1 1,-1 0,1 0,0 0,0 0,1 0,0 0,0 0,1 0,-1 0,1 0,0-1,1 1,-1-1,1 0,0 1,1-1,-1-1,1 1,0 0,0-1,5 5,1 0,0-1,0 0,1-1,0 0,0-1,0 0,1 0,0-1,11 2,40 9,-4-7</inkml:trace>
  <inkml:trace contextRef="#ctx0" brushRef="#br0" timeOffset="17264.124">7408 1747,'-7'37,"0"-1,2 1,2 0,2 0,1 0,3 17,-2-15,5 133,-6-518,-2 103,-1 215,0 24,1 13,0 17,1-6,-1-7,1 1,0 0,1-1,1 1,0 0,1-1,0 1,1-1,1 0,0 0,6 12,-8-22,-1-1,1 0,0 0,0 0,0 0,0 0,0-1,0 1,0 0,0-1,1 0,-1 0,1 1,-1-1,1-1,0 1,-1 0,1-1,0 1,-1-1,1 0,0 0,-1 0,1 0,0 0,0 0,-1-1,1 0,0 1,-1-1,1 0,-1 0,1 0,-1-1,0 1,1-1,-1 1,0-1,0 0,0 0,0 0,0 0,15-15,-1 0,-1-1,0-1,-1 0,-1-1,-1-1,-1 0,-1 0,-1-1,-1-1,-1 1,0-1,-2 0,-1-1,-1 1,0-5,-2-11,-6 46,-5 23,2 0,1 0,1 1,2 0,0 11,0-12,1-1,1 1,2-1,1 1,1 0,1-1,2 0,1 0,1 0,1 0,2-1,1-1,1 0,5 7,-15-30,-1-1,1 0,-1 0,1 0,0 0,0-1,0 1,0 0,1-1,-1 1,1-1,-1 0,1 0,0 0,0 0,0-1,0 1,0-1,0 1,0-1,1 0,-1-1,0 1,1 0,-1-1,1 0,-1 0,0 0,1 0,-1 0,1-1,-1 1,0-1,1 0,-1 0,79-78,-81 79,0 0,0 0,1 0,-1 0,0 0,0 0,1 0,-1 0,0 1,0-1,0 0,1 1,-1-1,0 1,0-1,0 1,0 0,0-1,0 1,0 0,0 0,0 0,-1-1,1 1,0 0,0 0,-1 0,1 1,0-1,-1 0,0 0,1 0,-1 0,1 0,-1 1,0-1,0 0,0 0,0 1,4 6,-2-2,0 0,1-1,0 1,0-1,0 1,1-1,0 0,0-1,0 1,0 0,1-1,0 0,0 0,0-1,0 1,1-1,-1 0,1-1,-1 1,1-1,0 0,0-1,0 1,1-1,-1 0,0-1,0 1,1-1,-1-1,0 0,-1 0,1-1,-1 0,0 0,1 0,-1 0,0-1,0 0,-1 0,1-1,-1 1,1-1,-1 0,0 0,-1 0,1-1,-1 1,0-1,0 0,0 0,0 0,-1 0,0 0,0-1,-1 1,1-1,-1-3,1 2,-1 1,1-1,-2 0,1 1,-1-1,0 0,0 0,-1 1,0-1,0 0,-1 0,1 1,-1-1,-1 1,0 0,1 0,-2 0,1 0,-1 0,0 1,0-1,0 1,-1 0,1 1,1 1,-1 1,0-1,0 0,0 1,0 0,0 0,0 0,-1 0,1 1,0-1,-1 1,0 0,1 1,-1-1,1 1,-1 0,0 0,1 0,-1 1,0 0,1 0,-1 0,1 0,-1 1,1-1,0 1,0 0,0 1,0-1,0 1,0-1,0 1,1 0,0 1,-1-1,1 1,1-1,-1 1,0 0,1 0,0 0,-1 1,-2 27,6-2</inkml:trace>
  <inkml:trace contextRef="#ctx0" brushRef="#br0" timeOffset="17633.383">8344 2068,'-96'-335,"94"326,1 8,0-1,0 0,0 1,0-1,1 0,-1 0,0 0,1 0,0 1,-1-1,1 0,0 0,0 0,0 0,0 0,1 0,-1 1,0-1,1 0,-1 0,1 0,0 0,-1 1,1-1,0 0,0 1,0-1,1 1,-1-1,0 1,0-1,1 1,-1 0,1 0,-1 0,1-1,126 3,-108 1,126 19,-143-20,0 0,0 0,0 0,0 0,0 1,-1-1,1 1,0 0,-1 0,1 0,-1 0,0 0,0 0,0 1,0-1,0 1,0-1,-1 1,1 0,-1 0,0-1,0 1,0 0,0 0,0 0,-1 0,1 1,-1-1,0 0,0 0,0 0,0 0,-1 0,1 0,-1 0,0 0,1 0,-1 0,-1 1,-11 27,-5 39,19-67,0-1,1 0,-1 1,1-1,0 0,-1 0,1 0,0 0,0-1,0 1,0 0,0-1,1 1,-1-1,0 0,1 0,-1 0,1 0,-1 0,1-1,0 1,-1-1,1 1,0-1,-1 0,1 0,-1 0,1 0,165-4,-107-3</inkml:trace>
  <inkml:trace contextRef="#ctx0" brushRef="#br0" timeOffset="18844.608">9373 1681,'-29'-9,"0"1,-1 1,0 2,0 1,-1 2,-7 1,26-1,0 1,0 0,0 1,0 0,0 1,0 0,0 1,0 0,0 1,1 1,-1 0,1 0,0 1,0 0,1 1,0 0,0 1,-7 6,16-12,-1 0,1 1,-1-1,1 1,0 0,-1-1,1 1,0 0,0 0,0 0,1 0,-1-1,0 1,1 0,-1 1,1-1,0 0,-1 0,1 0,0 0,0 0,1 0,-1 0,0 0,1 0,-1 0,1 0,0 0,-1 0,1 0,0 0,0 0,0-1,1 1,-1 0,0-1,1 1,-1-1,1 1,-1-1,1 0,0 1,-1-1,3 0,5 3,1-2,0 1,0-1,0-1,0 0,0 0,0-1,0 0,0-1,0 0,0 0,0-1,0-1,0 0,-1 0,1-1,-1 0,0 0,0-1,0 0,-1-1,0 0,-1 1,0 0,-1 0,0-1,0 0,0 0,-1-1,0 1,0-1,-1 0,0 0,0-1,0 1,-1-1,-1 0,1 0,-1 0,0 0,0-8,-1 15,-1 1,0 0,1-1,-1 1,0-1,1 1,-1-1,0 1,0-1,0 1,1-1,-1 1,0-1,0 1,0-1,0 1,0-1,0 1,0-1,0 0,0 1,0-1,0 1,0-1,-1 1,1-1,0 1,0-1,0 1,-1-1,1 1,0-1,-1 1,1 0,0-1,-1 1,1-1,-1 1,1 0,0-1,-1 1,1 0,-1 0,1-1,-1 1,1 0,-1 0,1 0,-1 0,1-1,-1 1,0 0,1 0,-1 0,1 0,-1 0,1 0,-1 1,1-1,-1 0,1 0,-1 0,1 0,-1 1,1-1,-1 0,1 0,-1 1,-3 6,1 1,0 0,0 0,1 0,-1 0,2 0,-1 0,1 1,1-1,0 9,-1-7,2 32,2 0,1-1,3 1,1-1,2-1,2 1,2-2,1 0,15 27,-7-11,14 75,-36-124,0 0,-1 0,0 0,0 0,-1 0,1 0,-1 0,-1 0,1 0,-1 0,0 0,0-1,-1 1,1-1,-1 1,-1-1,1 0,-1 0,0 0,-3 2,2-2,1-1,-1 0,-1 0,1 0,0-1,-1 0,0 0,0-1,0 1,0-1,0 0,0-1,-1 1,1-2,-1 1,1 0,0-1,-1 0,1-1,-1 1,1-1,0-1,-1 1,1-1,0 0,0 0,0-1,0 0,1 0,-1 0,1-1,-5-4,1-3,1 0,0-1,1 0,0 0,1-1,0 0,1 0,1-1,0 1,1-1,0 0,1 0,1 0,0 0,1 0,0 0,1-1,1 1,0 1,1-1,1 0,2-8,2 0,1 0,0 0,2 0,0 1,1 1,2 0,0 1,1 0,0 1,2 1,0 0,1 2,0 0,1 0,6-1,49-29,1 4,2 2,48-14,-73 31,-21 9,61-36,-92 49,0 0,1-1,-1 1,0-1,0 1,0 0,0-1,1 1,-1-1,0 1,0-1,0 1,0 0,0-1,0 1,0-1,0 1,0-1,0 1,-1-1,1 1,0 0,0-1,0 1,0-1,-1 1,1 0,0-1,0 1,-1 0,1-1,0 1,-1 0,1-1,0 1,-1 0,1 0,0-1,-1 1,1 0,-1 0,1 0,-1 0,1-1,0 1,-1 0,1 0,-1 0,1 0,-1 0,1 0,0 0,-1 0,1 0,-1 0,1 1,-1-1,1 0,0 0,-1 0,1 0,-1 1,1-1,0 0,-1 0,1 1,-24-1,1 1,0 1,0 1,0 1,0 1,0 1,1 1,0 1,-21 11,-40 38,81-55,0-1,0 1,1 0,-1-1,1 1,-1 0,1 0,0 0,-1 1,1-1,0 0,0 0,1 0,-1 1,0-1,1 1,-1-1,1 0,0 1,0-1,0 1,0-1,0 0,1 1,-1-1,1 1,-1-1,1 0,0 1,0-1,0 0,0 0,1 0,-1 0,0 0,1 0,-1 0,1 0,1 0,6 5,0-1,0 0,1-1,0 0,0 0,0-1,0-1,1 0,0 0,-1-1,1 0,0-1,0 0,0-1,0 0,0 0,4-2,-7 1,1-1,0 0,-1 0,0-1,1 0,-1-1,0 0,-1 0,1 0,-1-1,1 0,-1-1,-1 0,1 0,-1 0,0-1,-1 0,0 0,0 0,0 0,-1-1,0 0,0 0,-1 0,0-1,0 1,-1-1,0 1,-1-2,5-50,-6 61,0-1,-1 0,1 1,0-1,0 0,-1 0,1 0,0 1,-1-1,1 0,0 0,-1 0,1 0,0 0,-1 0,1 1,0-1,-1 0,1 0,-1 0,1 0,0 0,-1 0,1 0,0-1,-1 1,1 0,0 0,-1 0,1 0,0 0,-1-1,1 1,0 0,-1 0,1 0,0-1,0 1,-1 0,1 0,0-1,0 1,-1 0,1-1,0 1,0 0,0-1,0 1,0 0,-1-1,1 1,0 0,0-1,0 1,0 0,0-1,0 1,0-1,0 1,0 0,0-1,0 1,1 0,-1-1,-15 28,14-23,-1-1,1 1,0 0,0-1,1 1,-1 0,1 0,-1 0,1-1,1 1,-1 0,0 0,1 0,0 0,0-1,0 1,0 0,0-1,1 1,0-1,0 1,0-1,0 0,0 0,1 0,-1 0,1 0,0-1,0 1,0-1,0 1,0-1,0 0,1 0,-1-1,1 1,-1-1,1 0,0 0,0 0,-1 0,1-1,0 1,2-1,1 0,0-1,0 0,0-1,0 1,0-1,0-1,-1 1,1-1,-1 0,1-1,-1 1,0-1,-1-1,1 1,-1-1,0 0,0 0,0 0,0-1,-1 0,2-3,2-5,1 0,-2 0,0 0,-1-1,-1 0,0 0,-1-1,0 1,-1-3,-2-3,-1 22,0-1,0 0,0 0,0 0,0 0,-1 0,1 0,0 0,0 0,0 0,0 0,-1 1,1-1,0 0,0 0,0 0,0 0,-1 0,1 0,0 0,0 0,0-1,-1 1,1 0,0 0,0 0,0 0,0 0,-1 0,1 0,0 0,0 0,0 0,0-1,0 1,0 0,-1 0,1 0,0 0,0 0,0 0,0-1,0 1,0 0,-4 7,1 0,0 0,1 1,0-1,0 0,0 1,1 0,0-1,0 1,1 0,0 0,1-1,0 1,0 0,0-1,1 1,2 5,-2-10,0 0,0 0,0-1,0 1,1-1,-1 0,0 0,1 0,0 0,0 0,-1 0,1-1,0 1,0-1,1 0,-1 0,0 0,0 0,0-1,1 1,-1-1,0 0,1 0,-1 0,0 0,0-1,1 1,-1-1,1 0,6-1,1-1,-1 0,0-1,-1 0,1 0,-1-1,1-1,4-3,-4 1,0-1,0 1,-1-2,0 1,-1-1,0-1,-1 1,0-1,0-1,-2 1,1-1,-1 0,-1 0,1-3,-5 14,1 0,0 0,0-1,-1 1,1 0,-1 0,1 0,-1 0,1-1,-1 1,0 0,1 0,-1-1,0 1,0 0,0 0,0-1,0 1,0 0,-1 0,1-1,0 1,-1 0,1 0,-1-1,1 1,-1 0,1 0,-1 0,0 0,0 0,1 0,-1 0,0 0,0 0,0 0,0 1,0-1,0 0,0 1,0-1,-1 0,1 1,0 0,0-1,0 1,-1 0,1-1,0 1,0 0,-1 0,1 0,0 0,-1 0,0 0,-2 2,1 0,-1 0,0 0,1 0,-1 1,1-1,-1 1,1 0,0 0,0 0,0 0,1 0,-1 1,1 0,0-1,0 1,0 0,0 0,1 0,0 0,0 0,0 0,0 0,0 1,1-1,0 0,0 0,0 1,0-1,1 0,-1 0,1 0,0 1,1-1,-1 0,1 0,-1-1,1 1,0 0,2 1,3 1,0-1,1 0,0-1,0 1,0-2,0 1,1-1,-1 0,1-1,0 0,6 0,159 13,-89-18</inkml:trace>
  <inkml:trace contextRef="#ctx0" brushRef="#br0" timeOffset="19719.494">1900 3071,'230'-142,"184"-81,-403 217,255-129,43-20,1505-731,-1482 726,-37 21,-47 27,-54 29,-54 27,-56 31,-55 26,-47 19,-22 9</inkml:trace>
  <inkml:trace contextRef="#ctx0" brushRef="#br0" timeOffset="20587.779">2020 2897,'47'-66,"-240"260,192-194,1 1,-1-1,0 0,1 0,-1 0,0 1,1-1,-1 0,0 1,1-1,-1 0,1 1,-1-1,1 1,-1-1,1 1,-1-1,1 1,0 0,-1-1,1 1,0-1,-1 1,1 0,0-1,0 1,-1 0,1-1,0 1,0 0,0-1,0 1,0 0,0-1,0 1,0 0,0 0,1-1,-1 1,0 0,0-1,1 1,-1-1,0 1,1 0,-1-1,0 1,1-1,-1 1,1-1,-1 1,1-1,-1 1,1-1,-1 1,1-1,0 0,-1 1,1-1,0 0,-1 0,1 1,142-31,89-3,-107 1,-124 32,0 0,-1 0,1 0,-1 0,1 0,0-1,-1 1,1 0,-1 0,1-1,0 1,-1 0,1-1,-1 1,1-1,-1 1,0-1,1 1,-1-1,1 1,-1-1,0 1,1-1,-1 1,0-1,0 0,1 1,-1-1,0 0,0 1,0-1,0 1,0-1,0 0,0 1,0-1,0 0,0 1,0-1,0 0,-1 1,1-1,0 1,0-1,-1 0,1 1,0-1,-1 1,1-1,-1 1,1-1,0 1,-1-1,1 1,-1 0,0-1,-6-8</inkml:trace>
  <inkml:trace contextRef="#ctx0" brushRef="#br0" timeOffset="21276.783">2262 2724,'-33'16,"1"3,0 0,2 2,0 1,2 2,0 1,-18 22,10-5,36-42,0-1,0 1,1-1,-1 1,0 0,0-1,1 1,-1-1,0 1,0 0,1-1,-1 1,0 0,1 0,-1-1,1 1,-1 0,0 0,1-1,-1 1,1 0,-1 0,0 0,1 0,-1 0,1 0,-1 0,1-1,-1 1,1 1,-1-1,1 0,-1 0,0 0,1 0,-1 0,1 0,-1 0,1 1,-1-1,0 0,1 0,-1 1,1-1,-1 0,0 0,1 1,-1-1,0 0,0 1,1-1,-1 1,0-1,0 0,1 1,-1-1,0 1,0-1,0 0,0 1,0-1,0 1,1-1,-1 1,0-1,0 1,-1-1,1 1,7-5,-1 1,0-1,0 0,-1-1,1 1,-1-1,0 0,0 0,-1-1,1 0,-1 0,-1 0,1 0,-1 0,0-1,0 1,-1-1,0 0,0 0,0 0,-1 0,0-5,-1 9,1-1,-1 1,1 0,0 0,-1-1,1 1,1 0,-1 0,0 0,1 0,0 0,-1 1,1-1,0 0,0 1,1-1,-1 1,0 0,1 0,0 0,-1 0,1 0,0 0,0 1,0-1,69-46,-72 48,0 1,0-1,0 0,0 0,0 0,0 1,0-1,0 0,0 0,1 0,-1 1,0-1,0 0,0 0,0 0,0 0,0 1,0-1,1 0,-1 0,0 0,0 0,0 0,0 1,0-1,1 0,-1 0,0 0,0 0,0 0,1 0,-1 0,0 0,0 0,0 0,1 0,-1 0,0 0,0 0,0 0,1 0,-1 0,0 0,0 0,0 0,1 0,-1 0,0 0,0 0,0 0,1 0,-1-1,0 1,-11 19,-145 200,136-176,21-42,0-1,0 1,0 0,0-1,0 0,0 1,0-1,0 0,0 1,0-1,1 0,-1 0,0 0,0 0,0 0,0 0,0-1,0 1,0 0,1 0,-1-1,0 1,0-1,0 1,0-1,0 1,0-1,0 0,-1 1,1-1,0 0,0 0,0 0,0 0,0 0,69-42,77-38,-114 77,-24 8</inkml:trace>
  <inkml:trace contextRef="#ctx0" brushRef="#br0" timeOffset="21938.935">7301 410,'-2'14,"-1"16,0 13,1 15,0 7,-1 5,0-1,-3-5,1-11,0-15</inkml:trace>
  <inkml:trace contextRef="#ctx0" brushRef="#br0" timeOffset="22450.026">7154 384,'28'13,"-1"2,0 0,-1 2,-1 0,-1 2,0 1,-2 1,0 1,-1 1,-2 0,0 2,-1 0,-2 1,0 1,-2 0,1 6,-12-25,0-1,0 1,0 0,-1 0,0 0,-1 0,0 0,0 0,-1 0,0 1,0-1,-1 0,0 0,0 0,-1 0,0 0,0 0,-1 0,0-1,-1 1,0-1,0 0,0 0,-1 0,0-1,0 0,-1 0,1 0,-6 4,1-4,0 0,0 0,-1-1,0-1,0 1,0-2,0 1,0-2,-1 0,0 0,1-1,-1 0,0-1,0 0,1-1,-1 0,0-1,1-1,-12-3,22 6,-1 0,0-1,1 1,-1-1,1 1,-1-1,0 1,1-1,0 0,-1 0,1 0,-1 0,1 0,0 0,0 0,0 0,0-1,0 1,0 0,0-1,0 1,0-1,0 1,1-1,-1 1,1-1,-1 1,1-1,0 0,-1 1,1-1,0 0,0 1,0-1,0 0,1 1,-1-1,0 0,1 1,-1-1,1 1,-1-1,1 1,0-1,0 1,-1-1,1 1,1-1,9-6,0 0,1 0,0 1,1 0,-1 2,1-1,1 1,-1 1,1 0,19-7,-22 7,28-8,0-2,-2-2,1-1,-2-2,-1-1,0-2,31-26,-27-5,-39 51,0 1,0-1,-1 1,1-1,-1 1,1-1,-1 1,1-1,-1 1,0 0,0-1,0 1,0 0,1 0,-2 0,1-1,0 1,0 0,0 1,0-1,-1 0,1 0,0 0,-1 1,1-1,-1 1,1-1,-1 1,1-1,-1 1,1 0,-1 0,1 0,-1 0,1 0,-1 0,1 0,-1 0,1 1,-1-1,1 1,-1-1,-6 1,-1 1,1-1,0 1,0 1,0-1,1 1,-1 1,1 0,-1 0,1 0,0 1,1 0,-1 0,1 0,-4 6,6-8,1 0,0 0,1 0,-1 1,0-1,1 1,0 0,0 0,0 0,1 0,-1 0,1 0,0 0,0 0,0 0,0 1,1-1,0 0,0 1,0-1,0 0,1 1,0-1,0 0,0 0,0 0,1 1,-1-1,1-1,0 1,1 1,4 2,1 1,0-1,1 0,0-1,0 0,0-1,1 1,0-2,0 0,0 0,0 0,1-1,0-1,-1 0,1 0,0-1,0-1,9 0,41 2</inkml:trace>
  <inkml:trace contextRef="#ctx0" brushRef="#br0" timeOffset="23349.824">8197 316,'-11'154,"8"86,3-205,0-16,8-26,3-44,-2 0,-2-1,-2 0,-3 1,-3-30,2 58,-2-1,-1 0,-1 1,-1 0,-1-1,-1 1,6 22,0 1,0-1,0 1,0-1,1 1,-1-1,0 1,0-1,0 1,0-1,0 1,0-1,-1 1,1-1,0 0,0 1,0-1,0 1,-1 0,1-1,0 1,0-1,-1 1,1-1,0 1,-1 0,1-1,0 1,-1-1,1 1,-1 0,1 0,-1-1,1 1,-1 0,1 0,-1-1,1 1,-1 0,1 0,-1 0,1 0,-1 0,1 0,-1 0,1 0,-1 0,1 0,-1 0,1 0,-1 0,1 0,-1 1,1-1,-1 0,1 0,0 4,0 0,0 0,0 0,1 0,0 0,0 0,0 0,0 0,1 0,-1-1,1 1,0-1,0 1,0-1,1 0,-1 0,1 1,0-2,0 1,0 0,0-1,0 1,0-1,1 0,-1 0,1 0,0-1,-1 1,1-1,0 0,4 1,0 0,1-1,0 0,-1-1,1 1,0-2,0 1,-1-1,1 0,-1-1,1 0,-1 0,1-1,-1 0,0-1,0 0,-1 0,1 0,-1-1,0 0,3-4,0 1,0 0,-1-1,0 0,-1-1,0 0,0 0,-1-1,-1 0,0 0,0-1,-1 0,0 1,1-11,-8-10,1 32,1-1,-1 1,1-1,-1 1,1 0,-1-1,0 1,1 0,-1 0,1-1,-1 1,0 0,1 0,-1 0,1 0,-1 0,0 0,1 0,-1 0,0 0,1 0,-1 0,1 0,-1 0,0 1,1-1,-1 0,1 0,-1 1,0-1,1 0,-1 1,1-1,-1 1,1-1,0 0,-1 1,1-1,-1 1,1-1,0 1,-1 0,1-1,0 1,0-1,-1 1,1 0,-8 12,0 1,1 0,0 1,1 0,1 0,0 0,1 0,1 1,0 0,1-1,1 1,0 5,0-4,0-1,1 1,1-1,0 0,1 1,1-1,0 0,1 0,1 0,1 0,0-1,1 0,0 0,2-1,-1 0,2-1,7 10,-14-20,0-1,0 0,0 1,0-1,0 0,0 0,1-1,-1 1,1-1,-1 0,1 0,0 0,-1 0,1 0,0-1,-1 0,1 0,0 0,0 0,-1 0,1-1,0 0,-1 0,1 0,-1 0,1 0,-1-1,1 1,-1-1,0 0,0 0,0 0,0-1,0 1,0-1,-1 1,1-1,-1 0,2-3,28-28,-10 71,-21-33,1-1,0 1,-1-1,1 0,0 1,1-1,-1 0,0 0,1-1,0 1,0 0,0-1,0 0,0 0,0 0,0 0,1 0,-1 0,1-1,-1 0,1 0,0 0,-1 0,1 0,0-1,0 0,0 1,-1-1,1-1,0 1,0-1,-1 1,1-1,0 0,-1 0,1-1,0 1,-1-1,0 0,1 0,-1 0,2-3,0 0,-1-1,0 0,-1 0,1 0,-1 0,0 0,0 0,-1-1,0 0,0 1,-1-1,0 0,0 0,0 0,-1 0,0 0,-1-6,1 8,0 0,-1 1,0-1,0 1,0-1,0 1,-1-1,0 1,0 0,0 0,0 0,-1 0,1 0,-1 0,0 1,0-1,-1 1,1 0,-1 0,1 0,-1 0,0 1,0-1,0 1,-1 0,1 0,0 1,-2-1,2 1,0 1,0 0,0 0,-1 0,1 0,0 0,0 1,0 0,0 0,0 0,0 0,0 1,1-1,-1 1,0 0,1 0,-1 0,1 1,0-1,0 1,0 0,0 0,0 0,0 0,1 1,0-1,-1 1,1-1,1 1,-1 0,0-1,1 1,0 0,0 0,0 0,0 1,-4 24</inkml:trace>
  <inkml:trace contextRef="#ctx0" brushRef="#br0" timeOffset="24940.502">9053 531,'-9'-25,"-1"-1,2-1,0 0,1-1,2 0,1 0,1 0,1-8,3 34,-1 0,1 0,0 0,0 1,-1-1,1 0,0 0,1 0,-1 1,0-1,0 1,1-1,-1 1,1-1,-1 1,1 0,0 0,-1 0,1 0,0 0,0 0,0 0,0 0,0 1,0-1,0 1,0 0,0-1,0 1,0 0,0 0,0 0,0 0,0 1,0-1,0 0,0 1,0 0,0 0,9-1,289 5,-293-5,42 5,-48-4,0-1,0 0,0 0,0 0,0 0,0 1,0-1,0 0,0 1,0-1,0 1,0-1,0 1,-1 0,1-1,0 1,0 0,-1 0,1-1,0 1,-1 0,1 0,-1 0,1 0,-1 0,1-1,-1 1,0 0,0 0,1 0,-1 0,0 0,0 0,0 0,0 0,0 0,0 0,0 1,0-1,-1 0,-28 43,26-41,0 0,0 0,0 1,0-1,1 1,0 0,0-1,0 1,0 0,0 1,1-1,-1 0,1 0,0 5,2-7,0 0,0 0,0 0,0 0,1 0,-1 0,1 0,-1-1,1 1,0 0,0-1,0 0,0 1,0-1,0 0,0 0,0 0,0 0,1 0,-1-1,0 1,1-1,-1 1,0-1,1 0,-1 0,0 0,1 0,1 0,-1 0,46 3,0-2,1-2,-1-3,0-1,0-3,0-2,-1-2,44-17,-72 23,0-1,-1-1,0-1,0 0,-1-1,0-1,0-1,-2 0,1-2,4-5,-20 18,1 0,-1 0,0 0,0 0,1 0,-1-1,0 1,0 0,0-1,0 1,0-1,-1 1,1-1,0 0,-1 1,1-1,-1 0,0 1,1-1,-1 0,0 0,0 1,0-1,0 0,0 1,-1-1,1 0,-1 0,1 1,-1-1,1 1,-1-1,0 0,0 1,1-1,-1 1,0 0,-1-1,1 1,0 0,0 0,0-1,-1 1,1 0,-1 0,-9-3,0 0,0 1,0 0,0 1,0 0,-1 1,1 0,-1 0,1 2,-1-1,1 2,-1-1,-10 4,16-5,0 1,-1 0,1 0,0 1,0-1,0 1,0 1,0-1,1 1,-1 0,1 0,-1 1,1-1,0 1,1 0,-1 1,1-1,0 1,0 0,0 0,0 0,1 1,0-1,0 1,0 1,3-4,0 0,0-1,1 1,-1 0,1-1,0 1,-1 0,1-1,0 1,1-1,-1 1,0-1,1 0,-1 1,1-1,0 0,0 0,0 0,0 0,0-1,0 1,0 0,1-1,-1 0,0 1,1-1,-1 0,1 0,1 0,81 14,-75-16,1 0,-1 0,0-1,0 0,0 0,0-1,-1-1,1 0,-1 0,0-1,0 0,0 0,-1-1,0 0,0-1,0 0,1-2,-9 9,1 0,-1 1,0-1,0 0,0 1,0-1,0 0,1 0,-1 1,0-1,0 0,1 0,-1 1,0-1,0 0,1 0,-1 1,0-1,1 0,-1 0,0 0,0 0,1 0,-1 0,0 1,1-1,-1 0,0 0,1 0,-1 0,0 0,1 0,-1 0,0 0,1-1,-1 1,-1 10,-1 26,1 0,2 1,2-2,1 1,2 0,1-1,2 0,10 24,4 26,-21-78,0-3,0 1,0 0,0 0,-1 0,1-1,-1 2,-1-1,1 0,-1 0,1 0,-2 0,1 0,0 0,-1 0,0 0,0 0,-1 0,1 0,-1 0,0 0,-1-1,1 1,-1-1,0 1,0-1,-2 3,1-5,0 0,0 0,0 0,-1 0,1-1,0 1,-1-1,1 0,-1 0,0-1,1 0,-1 1,1-2,-1 1,0 0,1-1,-1 0,1 0,-1 0,1-1,0 1,-1-1,1 0,-1-1,-3-2,-1 0,2 0,-1-1,0 0,1 0,0-1,1 0,0 0,0 0,0-1,-1-3,0 0,1 0,1 0,0-1,0 0,2 0,-1 0,1 0,1 0,0 0,1-1,0 1,1-1,0 1,1-1,1 1,0-1,0 1,1 0,1 0,0 0,1 0,0 1,0 0,1 0,1 0,7-9,11-3,1 0,1 2,1 1,0 1,2 2,0 1,1 1,0 1,1 2,25-6,-8 0,95-43,-144 61,-1-1,1 1,-1 0,1 0,-1 0,1 0,-1-1,1 1,-1 0,1-1,-1 1,1 0,0-1,-1 1,1 0,0-1,-1 1,1-1,0 1,-1-1,1 1,0-1,0 1,0-1,0 1,-1-1,1 1,0-1,0 1,0-1,0 1,0-1,0 1,0-1,0 1,0-1,1 1,-1-1,0 1,0-1,0 1,1-1,-1 1,0-1,0 1,1-1,-1 1,0 0,1-1,-1 1,0-1,1 1,-1 0,1-1,-1 1,1 0,-1 0,1 0,-1-1,1 1,-1 0,1 0,-1 0,1 0,-1 0,1 0,0 0,-44-5,32 4,0 1,1 1,-1 0,1 0,-1 1,1 0,-1 1,1 0,0 1,0 0,1 1,-1 0,1 0,0 1,0 0,1 0,0 1,0 0,-6 8,12-13,1 0,-1 1,1-1,0 0,0 1,0-1,0 1,0 0,1-1,-1 1,1 0,-1-1,1 1,0 0,0 0,1-1,-1 1,0 0,1-1,-1 1,1 0,0-1,0 1,0-1,0 1,1-1,-1 0,1 1,-1-1,1 0,0 0,0 0,0 0,0 0,0-1,0 1,0 0,1-1,-1 0,1 0,-1 1,1-1,-1-1,2 1,4 3,0-2,1 1,-1-1,1-1,-1 1,1-1,0-1,-1 0,1 0,0 0,0-1,-1-1,1 1,-1-2,1 1,-1-1,0 0,0-1,0 1,0-2,-1 1,0-1,0 0,0-1,0 1,-1-2,0 1,0 0,-1-1,0 0,0-1,3-5,1-5,-1 0,-1 0,-1-1,-1 0,0 0,-1-2,-8 18,-2 17,3-10,1 1,0-1,1 0,-1 1,1-1,0 1,0-1,0 1,1-1,-1 1,1 0,0-1,1 1,-1 0,1-1,0 1,0-1,0 1,1-1,-1 1,1-1,0 0,1 0,-1 0,1 0,-1 0,1-1,0 1,2 1,3-3,1 0,-1 0,1-1,0 0,-1 0,1-1,0 0,0-1,-1 0,1 0,-1-1,1 0,-1-1,1 0,-1 0,0 0,-1-1,1-1,0 1,-1-1,0 0,0-1,-1 1,0-2,0 1,4-5,-3 2,0-1,0 0,-1 0,0-1,-1 0,0 0,-1 0,0-1,-1 1,0-1,0-10,-3 30,0 0,0 0,0 0,1 0,0 0,0-1,1 1,0-1,0 1,2 2,-3-8,1 1,-1-1,0 1,1-1,0 0,-1 0,1 1,0-1,0 0,0-1,0 1,1 0,-1-1,0 1,1-1,-1 0,1 0,-1 0,1 0,0 0,-1 0,1-1,0 1,0-1,0 0,-1 0,1 0,0 0,0 0,-1-1,1 1,6-3,-1 0,0 0,0-1,0 0,-1 0,1-1,-1 0,0 0,-1-1,1 0,-1 0,0 0,-1-1,1 0,-1 0,0 0,-1-1,0 1,0-1,-1 0,0-1,-2 8,-2 1,1-1,0 1,0 0,0-1,0 1,0-1,0 1,-1-1,1 1,0-1,0 1,1 0,-1-1,0 1,0-1,0 1,0-1,0 1,0-1,1 1,-1 0,0-1,0 1,0-1,1 1,-1 0,0-1,1 1,-1 0,0 0,1-1,-1 1,0 0,1 0,-1-1,1 1,-1 0,1 0,-1 0,0 0,1-1,-1 1,1 0,-1 0,1 0,-1 0,1 0,-1 0,0 0,1 0,-1 1,1-1,-1 0,1 0,-1 0,0 0,1 0,-1 1,1-1,-1 0,0 0,1 1,-1-1,0 0,1 1,-1 3,1 1,-1 0,1-1,0 1,1-1,-1 1,1-1,0 0,0 0,0 0,1 0,-1 0,1 0,0-1,0 1,0-1,1 0,-1 0,1 0,1 1,8 3,0-2,1 0,0 0,-1-1,1-1,1 0,-1-1,0-1,1 0,-1-1,2 0,52-1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17.10.2024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17.10.2024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17.10.2024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17.10.2024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17.10.2024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81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694.png"/><Relationship Id="rId21" Type="http://schemas.openxmlformats.org/officeDocument/2006/relationships/image" Target="../media/image685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7" Type="http://schemas.openxmlformats.org/officeDocument/2006/relationships/image" Target="../media/image678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689.png"/><Relationship Id="rId41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680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693.png"/><Relationship Id="rId40" Type="http://schemas.openxmlformats.org/officeDocument/2006/relationships/customXml" Target="../ink/ink20.xml"/><Relationship Id="rId5" Type="http://schemas.openxmlformats.org/officeDocument/2006/relationships/image" Target="../media/image677.png"/><Relationship Id="rId15" Type="http://schemas.openxmlformats.org/officeDocument/2006/relationships/image" Target="../media/image682.png"/><Relationship Id="rId23" Type="http://schemas.openxmlformats.org/officeDocument/2006/relationships/image" Target="../media/image686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684.png"/><Relationship Id="rId31" Type="http://schemas.openxmlformats.org/officeDocument/2006/relationships/image" Target="../media/image690.png"/><Relationship Id="rId4" Type="http://schemas.openxmlformats.org/officeDocument/2006/relationships/customXml" Target="../ink/ink2.xml"/><Relationship Id="rId9" Type="http://schemas.openxmlformats.org/officeDocument/2006/relationships/image" Target="../media/image67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688.png"/><Relationship Id="rId30" Type="http://schemas.openxmlformats.org/officeDocument/2006/relationships/customXml" Target="../ink/ink15.xml"/><Relationship Id="rId35" Type="http://schemas.openxmlformats.org/officeDocument/2006/relationships/image" Target="../media/image692.png"/><Relationship Id="rId43" Type="http://schemas.openxmlformats.org/officeDocument/2006/relationships/image" Target="../media/image3.png"/><Relationship Id="rId8" Type="http://schemas.openxmlformats.org/officeDocument/2006/relationships/customXml" Target="../ink/ink4.xml"/><Relationship Id="rId3" Type="http://schemas.openxmlformats.org/officeDocument/2006/relationships/image" Target="../media/image676.png"/><Relationship Id="rId12" Type="http://schemas.openxmlformats.org/officeDocument/2006/relationships/customXml" Target="../ink/ink6.xml"/><Relationship Id="rId17" Type="http://schemas.openxmlformats.org/officeDocument/2006/relationships/image" Target="../media/image683.png"/><Relationship Id="rId25" Type="http://schemas.openxmlformats.org/officeDocument/2006/relationships/image" Target="../media/image687.png"/><Relationship Id="rId33" Type="http://schemas.openxmlformats.org/officeDocument/2006/relationships/image" Target="../media/image691.png"/><Relationship Id="rId38" Type="http://schemas.openxmlformats.org/officeDocument/2006/relationships/customXml" Target="../ink/ink19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4.xml"/><Relationship Id="rId21" Type="http://schemas.openxmlformats.org/officeDocument/2006/relationships/image" Target="../media/image13.png"/><Relationship Id="rId42" Type="http://schemas.openxmlformats.org/officeDocument/2006/relationships/customXml" Target="../ink/ink42.xml"/><Relationship Id="rId47" Type="http://schemas.openxmlformats.org/officeDocument/2006/relationships/image" Target="../media/image26.png"/><Relationship Id="rId63" Type="http://schemas.openxmlformats.org/officeDocument/2006/relationships/image" Target="../media/image34.png"/><Relationship Id="rId68" Type="http://schemas.openxmlformats.org/officeDocument/2006/relationships/customXml" Target="../ink/ink55.xml"/><Relationship Id="rId84" Type="http://schemas.openxmlformats.org/officeDocument/2006/relationships/customXml" Target="../ink/ink63.xml"/><Relationship Id="rId89" Type="http://schemas.openxmlformats.org/officeDocument/2006/relationships/image" Target="../media/image47.png"/><Relationship Id="rId16" Type="http://schemas.openxmlformats.org/officeDocument/2006/relationships/customXml" Target="../ink/ink29.xml"/><Relationship Id="rId107" Type="http://schemas.openxmlformats.org/officeDocument/2006/relationships/image" Target="../media/image56.png"/><Relationship Id="rId11" Type="http://schemas.openxmlformats.org/officeDocument/2006/relationships/image" Target="../media/image8.png"/><Relationship Id="rId32" Type="http://schemas.openxmlformats.org/officeDocument/2006/relationships/customXml" Target="../ink/ink37.xml"/><Relationship Id="rId37" Type="http://schemas.openxmlformats.org/officeDocument/2006/relationships/image" Target="../media/image21.png"/><Relationship Id="rId53" Type="http://schemas.openxmlformats.org/officeDocument/2006/relationships/image" Target="../media/image29.png"/><Relationship Id="rId58" Type="http://schemas.openxmlformats.org/officeDocument/2006/relationships/customXml" Target="../ink/ink50.xml"/><Relationship Id="rId74" Type="http://schemas.openxmlformats.org/officeDocument/2006/relationships/customXml" Target="../ink/ink58.xml"/><Relationship Id="rId79" Type="http://schemas.openxmlformats.org/officeDocument/2006/relationships/image" Target="../media/image42.png"/><Relationship Id="rId102" Type="http://schemas.openxmlformats.org/officeDocument/2006/relationships/customXml" Target="../ink/ink72.xml"/><Relationship Id="rId5" Type="http://schemas.openxmlformats.org/officeDocument/2006/relationships/image" Target="../media/image5.png"/><Relationship Id="rId90" Type="http://schemas.openxmlformats.org/officeDocument/2006/relationships/customXml" Target="../ink/ink66.xml"/><Relationship Id="rId95" Type="http://schemas.openxmlformats.org/officeDocument/2006/relationships/image" Target="../media/image50.png"/><Relationship Id="rId22" Type="http://schemas.openxmlformats.org/officeDocument/2006/relationships/customXml" Target="../ink/ink32.xml"/><Relationship Id="rId27" Type="http://schemas.openxmlformats.org/officeDocument/2006/relationships/image" Target="../media/image16.png"/><Relationship Id="rId43" Type="http://schemas.openxmlformats.org/officeDocument/2006/relationships/image" Target="../media/image24.png"/><Relationship Id="rId48" Type="http://schemas.openxmlformats.org/officeDocument/2006/relationships/customXml" Target="../ink/ink45.xml"/><Relationship Id="rId64" Type="http://schemas.openxmlformats.org/officeDocument/2006/relationships/customXml" Target="../ink/ink53.xml"/><Relationship Id="rId69" Type="http://schemas.openxmlformats.org/officeDocument/2006/relationships/image" Target="../media/image37.png"/><Relationship Id="rId80" Type="http://schemas.openxmlformats.org/officeDocument/2006/relationships/customXml" Target="../ink/ink61.xml"/><Relationship Id="rId85" Type="http://schemas.openxmlformats.org/officeDocument/2006/relationships/image" Target="../media/image45.png"/><Relationship Id="rId12" Type="http://schemas.openxmlformats.org/officeDocument/2006/relationships/customXml" Target="../ink/ink27.xml"/><Relationship Id="rId17" Type="http://schemas.openxmlformats.org/officeDocument/2006/relationships/image" Target="../media/image11.png"/><Relationship Id="rId33" Type="http://schemas.openxmlformats.org/officeDocument/2006/relationships/image" Target="../media/image19.png"/><Relationship Id="rId38" Type="http://schemas.openxmlformats.org/officeDocument/2006/relationships/customXml" Target="../ink/ink40.xml"/><Relationship Id="rId59" Type="http://schemas.openxmlformats.org/officeDocument/2006/relationships/image" Target="../media/image32.png"/><Relationship Id="rId103" Type="http://schemas.openxmlformats.org/officeDocument/2006/relationships/image" Target="../media/image54.png"/><Relationship Id="rId20" Type="http://schemas.openxmlformats.org/officeDocument/2006/relationships/customXml" Target="../ink/ink31.xml"/><Relationship Id="rId41" Type="http://schemas.openxmlformats.org/officeDocument/2006/relationships/image" Target="../media/image23.png"/><Relationship Id="rId54" Type="http://schemas.openxmlformats.org/officeDocument/2006/relationships/customXml" Target="../ink/ink48.xml"/><Relationship Id="rId62" Type="http://schemas.openxmlformats.org/officeDocument/2006/relationships/customXml" Target="../ink/ink52.xml"/><Relationship Id="rId70" Type="http://schemas.openxmlformats.org/officeDocument/2006/relationships/customXml" Target="../ink/ink56.xml"/><Relationship Id="rId75" Type="http://schemas.openxmlformats.org/officeDocument/2006/relationships/image" Target="../media/image40.png"/><Relationship Id="rId83" Type="http://schemas.openxmlformats.org/officeDocument/2006/relationships/image" Target="../media/image44.png"/><Relationship Id="rId88" Type="http://schemas.openxmlformats.org/officeDocument/2006/relationships/customXml" Target="../ink/ink65.xml"/><Relationship Id="rId91" Type="http://schemas.openxmlformats.org/officeDocument/2006/relationships/image" Target="../media/image48.png"/><Relationship Id="rId96" Type="http://schemas.openxmlformats.org/officeDocument/2006/relationships/customXml" Target="../ink/ink6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4.xml"/><Relationship Id="rId15" Type="http://schemas.openxmlformats.org/officeDocument/2006/relationships/image" Target="../media/image10.png"/><Relationship Id="rId23" Type="http://schemas.openxmlformats.org/officeDocument/2006/relationships/image" Target="../media/image14.png"/><Relationship Id="rId28" Type="http://schemas.openxmlformats.org/officeDocument/2006/relationships/customXml" Target="../ink/ink35.xml"/><Relationship Id="rId36" Type="http://schemas.openxmlformats.org/officeDocument/2006/relationships/customXml" Target="../ink/ink39.xml"/><Relationship Id="rId49" Type="http://schemas.openxmlformats.org/officeDocument/2006/relationships/image" Target="../media/image27.png"/><Relationship Id="rId57" Type="http://schemas.openxmlformats.org/officeDocument/2006/relationships/image" Target="../media/image31.png"/><Relationship Id="rId106" Type="http://schemas.openxmlformats.org/officeDocument/2006/relationships/customXml" Target="../ink/ink74.xml"/><Relationship Id="rId10" Type="http://schemas.openxmlformats.org/officeDocument/2006/relationships/customXml" Target="../ink/ink26.xml"/><Relationship Id="rId31" Type="http://schemas.openxmlformats.org/officeDocument/2006/relationships/image" Target="../media/image18.png"/><Relationship Id="rId44" Type="http://schemas.openxmlformats.org/officeDocument/2006/relationships/customXml" Target="../ink/ink43.xml"/><Relationship Id="rId52" Type="http://schemas.openxmlformats.org/officeDocument/2006/relationships/customXml" Target="../ink/ink47.xml"/><Relationship Id="rId60" Type="http://schemas.openxmlformats.org/officeDocument/2006/relationships/customXml" Target="../ink/ink51.xml"/><Relationship Id="rId65" Type="http://schemas.openxmlformats.org/officeDocument/2006/relationships/image" Target="../media/image35.png"/><Relationship Id="rId73" Type="http://schemas.openxmlformats.org/officeDocument/2006/relationships/image" Target="../media/image39.png"/><Relationship Id="rId78" Type="http://schemas.openxmlformats.org/officeDocument/2006/relationships/customXml" Target="../ink/ink60.xml"/><Relationship Id="rId81" Type="http://schemas.openxmlformats.org/officeDocument/2006/relationships/image" Target="../media/image43.png"/><Relationship Id="rId86" Type="http://schemas.openxmlformats.org/officeDocument/2006/relationships/customXml" Target="../ink/ink64.xml"/><Relationship Id="rId94" Type="http://schemas.openxmlformats.org/officeDocument/2006/relationships/customXml" Target="../ink/ink68.xml"/><Relationship Id="rId99" Type="http://schemas.openxmlformats.org/officeDocument/2006/relationships/image" Target="../media/image52.png"/><Relationship Id="rId101" Type="http://schemas.openxmlformats.org/officeDocument/2006/relationships/image" Target="../media/image53.png"/><Relationship Id="rId4" Type="http://schemas.openxmlformats.org/officeDocument/2006/relationships/customXml" Target="../ink/ink23.xml"/><Relationship Id="rId9" Type="http://schemas.openxmlformats.org/officeDocument/2006/relationships/image" Target="../media/image7.png"/><Relationship Id="rId13" Type="http://schemas.openxmlformats.org/officeDocument/2006/relationships/image" Target="../media/image9.png"/><Relationship Id="rId18" Type="http://schemas.openxmlformats.org/officeDocument/2006/relationships/customXml" Target="../ink/ink30.xml"/><Relationship Id="rId39" Type="http://schemas.openxmlformats.org/officeDocument/2006/relationships/image" Target="../media/image22.png"/><Relationship Id="rId34" Type="http://schemas.openxmlformats.org/officeDocument/2006/relationships/customXml" Target="../ink/ink38.xml"/><Relationship Id="rId50" Type="http://schemas.openxmlformats.org/officeDocument/2006/relationships/customXml" Target="../ink/ink46.xml"/><Relationship Id="rId55" Type="http://schemas.openxmlformats.org/officeDocument/2006/relationships/image" Target="../media/image30.png"/><Relationship Id="rId76" Type="http://schemas.openxmlformats.org/officeDocument/2006/relationships/customXml" Target="../ink/ink59.xml"/><Relationship Id="rId97" Type="http://schemas.openxmlformats.org/officeDocument/2006/relationships/image" Target="../media/image51.png"/><Relationship Id="rId104" Type="http://schemas.openxmlformats.org/officeDocument/2006/relationships/customXml" Target="../ink/ink73.xml"/><Relationship Id="rId7" Type="http://schemas.openxmlformats.org/officeDocument/2006/relationships/image" Target="../media/image6.png"/><Relationship Id="rId71" Type="http://schemas.openxmlformats.org/officeDocument/2006/relationships/image" Target="../media/image38.png"/><Relationship Id="rId92" Type="http://schemas.openxmlformats.org/officeDocument/2006/relationships/customXml" Target="../ink/ink67.xml"/><Relationship Id="rId2" Type="http://schemas.openxmlformats.org/officeDocument/2006/relationships/customXml" Target="../ink/ink22.xml"/><Relationship Id="rId29" Type="http://schemas.openxmlformats.org/officeDocument/2006/relationships/image" Target="../media/image17.png"/><Relationship Id="rId24" Type="http://schemas.openxmlformats.org/officeDocument/2006/relationships/customXml" Target="../ink/ink33.xml"/><Relationship Id="rId40" Type="http://schemas.openxmlformats.org/officeDocument/2006/relationships/customXml" Target="../ink/ink41.xml"/><Relationship Id="rId45" Type="http://schemas.openxmlformats.org/officeDocument/2006/relationships/image" Target="../media/image25.png"/><Relationship Id="rId66" Type="http://schemas.openxmlformats.org/officeDocument/2006/relationships/customXml" Target="../ink/ink54.xml"/><Relationship Id="rId87" Type="http://schemas.openxmlformats.org/officeDocument/2006/relationships/image" Target="../media/image46.png"/><Relationship Id="rId61" Type="http://schemas.openxmlformats.org/officeDocument/2006/relationships/image" Target="../media/image33.png"/><Relationship Id="rId82" Type="http://schemas.openxmlformats.org/officeDocument/2006/relationships/customXml" Target="../ink/ink62.xml"/><Relationship Id="rId19" Type="http://schemas.openxmlformats.org/officeDocument/2006/relationships/image" Target="../media/image12.png"/><Relationship Id="rId14" Type="http://schemas.openxmlformats.org/officeDocument/2006/relationships/customXml" Target="../ink/ink28.xml"/><Relationship Id="rId30" Type="http://schemas.openxmlformats.org/officeDocument/2006/relationships/customXml" Target="../ink/ink36.xml"/><Relationship Id="rId35" Type="http://schemas.openxmlformats.org/officeDocument/2006/relationships/image" Target="../media/image20.png"/><Relationship Id="rId56" Type="http://schemas.openxmlformats.org/officeDocument/2006/relationships/customXml" Target="../ink/ink49.xml"/><Relationship Id="rId77" Type="http://schemas.openxmlformats.org/officeDocument/2006/relationships/image" Target="../media/image41.png"/><Relationship Id="rId100" Type="http://schemas.openxmlformats.org/officeDocument/2006/relationships/customXml" Target="../ink/ink71.xml"/><Relationship Id="rId105" Type="http://schemas.openxmlformats.org/officeDocument/2006/relationships/image" Target="../media/image55.png"/><Relationship Id="rId8" Type="http://schemas.openxmlformats.org/officeDocument/2006/relationships/customXml" Target="../ink/ink25.xml"/><Relationship Id="rId51" Type="http://schemas.openxmlformats.org/officeDocument/2006/relationships/image" Target="../media/image28.png"/><Relationship Id="rId72" Type="http://schemas.openxmlformats.org/officeDocument/2006/relationships/customXml" Target="../ink/ink57.xml"/><Relationship Id="rId93" Type="http://schemas.openxmlformats.org/officeDocument/2006/relationships/image" Target="../media/image49.png"/><Relationship Id="rId98" Type="http://schemas.openxmlformats.org/officeDocument/2006/relationships/customXml" Target="../ink/ink70.xml"/><Relationship Id="rId3" Type="http://schemas.openxmlformats.org/officeDocument/2006/relationships/image" Target="../media/image4.png"/><Relationship Id="rId25" Type="http://schemas.openxmlformats.org/officeDocument/2006/relationships/image" Target="../media/image15.png"/><Relationship Id="rId46" Type="http://schemas.openxmlformats.org/officeDocument/2006/relationships/customXml" Target="../ink/ink44.xml"/><Relationship Id="rId67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customXml" Target="../ink/ink80.xml"/><Relationship Id="rId18" Type="http://schemas.openxmlformats.org/officeDocument/2006/relationships/image" Target="../media/image65.png"/><Relationship Id="rId3" Type="http://schemas.openxmlformats.org/officeDocument/2006/relationships/customXml" Target="../ink/ink75.xml"/><Relationship Id="rId21" Type="http://schemas.openxmlformats.org/officeDocument/2006/relationships/customXml" Target="../ink/ink84.xml"/><Relationship Id="rId7" Type="http://schemas.openxmlformats.org/officeDocument/2006/relationships/customXml" Target="../ink/ink77.xml"/><Relationship Id="rId12" Type="http://schemas.openxmlformats.org/officeDocument/2006/relationships/image" Target="../media/image62.png"/><Relationship Id="rId17" Type="http://schemas.openxmlformats.org/officeDocument/2006/relationships/customXml" Target="../ink/ink82.xml"/><Relationship Id="rId2" Type="http://schemas.openxmlformats.org/officeDocument/2006/relationships/image" Target="../media/image57.png"/><Relationship Id="rId16" Type="http://schemas.openxmlformats.org/officeDocument/2006/relationships/image" Target="../media/image64.png"/><Relationship Id="rId20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customXml" Target="../ink/ink79.xml"/><Relationship Id="rId5" Type="http://schemas.openxmlformats.org/officeDocument/2006/relationships/customXml" Target="../ink/ink76.xml"/><Relationship Id="rId15" Type="http://schemas.openxmlformats.org/officeDocument/2006/relationships/customXml" Target="../ink/ink81.xml"/><Relationship Id="rId10" Type="http://schemas.openxmlformats.org/officeDocument/2006/relationships/image" Target="../media/image61.png"/><Relationship Id="rId19" Type="http://schemas.openxmlformats.org/officeDocument/2006/relationships/customXml" Target="../ink/ink83.xml"/><Relationship Id="rId4" Type="http://schemas.openxmlformats.org/officeDocument/2006/relationships/image" Target="../media/image58.png"/><Relationship Id="rId9" Type="http://schemas.openxmlformats.org/officeDocument/2006/relationships/customXml" Target="../ink/ink78.xml"/><Relationship Id="rId14" Type="http://schemas.openxmlformats.org/officeDocument/2006/relationships/image" Target="../media/image63.png"/><Relationship Id="rId22" Type="http://schemas.openxmlformats.org/officeDocument/2006/relationships/image" Target="../media/image6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customXml" Target="../ink/ink85.xml"/><Relationship Id="rId7" Type="http://schemas.openxmlformats.org/officeDocument/2006/relationships/customXml" Target="../ink/ink87.xm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customXml" Target="../ink/ink86.xml"/><Relationship Id="rId10" Type="http://schemas.openxmlformats.org/officeDocument/2006/relationships/image" Target="../media/image73.png"/><Relationship Id="rId4" Type="http://schemas.openxmlformats.org/officeDocument/2006/relationships/image" Target="../media/image70.png"/><Relationship Id="rId9" Type="http://schemas.openxmlformats.org/officeDocument/2006/relationships/customXml" Target="../ink/ink8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90.xml"/><Relationship Id="rId13" Type="http://schemas.openxmlformats.org/officeDocument/2006/relationships/image" Target="../media/image81.png"/><Relationship Id="rId18" Type="http://schemas.openxmlformats.org/officeDocument/2006/relationships/customXml" Target="../ink/ink95.xml"/><Relationship Id="rId3" Type="http://schemas.openxmlformats.org/officeDocument/2006/relationships/image" Target="../media/image75.png"/><Relationship Id="rId21" Type="http://schemas.openxmlformats.org/officeDocument/2006/relationships/image" Target="../media/image85.png"/><Relationship Id="rId7" Type="http://schemas.openxmlformats.org/officeDocument/2006/relationships/image" Target="../media/image78.png"/><Relationship Id="rId12" Type="http://schemas.openxmlformats.org/officeDocument/2006/relationships/customXml" Target="../ink/ink92.xml"/><Relationship Id="rId17" Type="http://schemas.openxmlformats.org/officeDocument/2006/relationships/image" Target="../media/image83.png"/><Relationship Id="rId2" Type="http://schemas.openxmlformats.org/officeDocument/2006/relationships/image" Target="../media/image74.png"/><Relationship Id="rId16" Type="http://schemas.openxmlformats.org/officeDocument/2006/relationships/customXml" Target="../ink/ink94.xml"/><Relationship Id="rId20" Type="http://schemas.openxmlformats.org/officeDocument/2006/relationships/customXml" Target="../ink/ink9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9.xml"/><Relationship Id="rId11" Type="http://schemas.openxmlformats.org/officeDocument/2006/relationships/image" Target="../media/image80.png"/><Relationship Id="rId5" Type="http://schemas.openxmlformats.org/officeDocument/2006/relationships/image" Target="../media/image77.png"/><Relationship Id="rId15" Type="http://schemas.openxmlformats.org/officeDocument/2006/relationships/image" Target="../media/image82.png"/><Relationship Id="rId10" Type="http://schemas.openxmlformats.org/officeDocument/2006/relationships/customXml" Target="../ink/ink91.xml"/><Relationship Id="rId19" Type="http://schemas.openxmlformats.org/officeDocument/2006/relationships/image" Target="../media/image84.png"/><Relationship Id="rId4" Type="http://schemas.openxmlformats.org/officeDocument/2006/relationships/image" Target="../media/image76.png"/><Relationship Id="rId9" Type="http://schemas.openxmlformats.org/officeDocument/2006/relationships/image" Target="../media/image79.png"/><Relationship Id="rId14" Type="http://schemas.openxmlformats.org/officeDocument/2006/relationships/customXml" Target="../ink/ink9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2.xml"/><Relationship Id="rId18" Type="http://schemas.openxmlformats.org/officeDocument/2006/relationships/image" Target="../media/image97.png"/><Relationship Id="rId26" Type="http://schemas.openxmlformats.org/officeDocument/2006/relationships/image" Target="../media/image101.png"/><Relationship Id="rId39" Type="http://schemas.openxmlformats.org/officeDocument/2006/relationships/customXml" Target="../ink/ink115.xml"/><Relationship Id="rId21" Type="http://schemas.openxmlformats.org/officeDocument/2006/relationships/customXml" Target="../ink/ink106.xml"/><Relationship Id="rId34" Type="http://schemas.openxmlformats.org/officeDocument/2006/relationships/image" Target="../media/image105.png"/><Relationship Id="rId7" Type="http://schemas.openxmlformats.org/officeDocument/2006/relationships/customXml" Target="../ink/ink99.xml"/><Relationship Id="rId12" Type="http://schemas.openxmlformats.org/officeDocument/2006/relationships/image" Target="../media/image94.png"/><Relationship Id="rId17" Type="http://schemas.openxmlformats.org/officeDocument/2006/relationships/customXml" Target="../ink/ink104.xml"/><Relationship Id="rId25" Type="http://schemas.openxmlformats.org/officeDocument/2006/relationships/customXml" Target="../ink/ink108.xml"/><Relationship Id="rId33" Type="http://schemas.openxmlformats.org/officeDocument/2006/relationships/customXml" Target="../ink/ink112.xml"/><Relationship Id="rId38" Type="http://schemas.openxmlformats.org/officeDocument/2006/relationships/image" Target="../media/image107.png"/><Relationship Id="rId2" Type="http://schemas.openxmlformats.org/officeDocument/2006/relationships/image" Target="../media/image87.png"/><Relationship Id="rId16" Type="http://schemas.openxmlformats.org/officeDocument/2006/relationships/image" Target="../media/image96.png"/><Relationship Id="rId20" Type="http://schemas.openxmlformats.org/officeDocument/2006/relationships/image" Target="../media/image98.png"/><Relationship Id="rId29" Type="http://schemas.openxmlformats.org/officeDocument/2006/relationships/customXml" Target="../ink/ink1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11" Type="http://schemas.openxmlformats.org/officeDocument/2006/relationships/customXml" Target="../ink/ink101.xml"/><Relationship Id="rId24" Type="http://schemas.openxmlformats.org/officeDocument/2006/relationships/image" Target="../media/image100.png"/><Relationship Id="rId32" Type="http://schemas.openxmlformats.org/officeDocument/2006/relationships/image" Target="../media/image104.png"/><Relationship Id="rId37" Type="http://schemas.openxmlformats.org/officeDocument/2006/relationships/customXml" Target="../ink/ink114.xml"/><Relationship Id="rId40" Type="http://schemas.openxmlformats.org/officeDocument/2006/relationships/image" Target="../media/image108.png"/><Relationship Id="rId5" Type="http://schemas.openxmlformats.org/officeDocument/2006/relationships/customXml" Target="../ink/ink98.xml"/><Relationship Id="rId15" Type="http://schemas.openxmlformats.org/officeDocument/2006/relationships/customXml" Target="../ink/ink103.xml"/><Relationship Id="rId23" Type="http://schemas.openxmlformats.org/officeDocument/2006/relationships/customXml" Target="../ink/ink107.xml"/><Relationship Id="rId28" Type="http://schemas.openxmlformats.org/officeDocument/2006/relationships/image" Target="../media/image102.png"/><Relationship Id="rId36" Type="http://schemas.openxmlformats.org/officeDocument/2006/relationships/image" Target="../media/image106.png"/><Relationship Id="rId10" Type="http://schemas.openxmlformats.org/officeDocument/2006/relationships/image" Target="../media/image93.png"/><Relationship Id="rId19" Type="http://schemas.openxmlformats.org/officeDocument/2006/relationships/customXml" Target="../ink/ink105.xml"/><Relationship Id="rId31" Type="http://schemas.openxmlformats.org/officeDocument/2006/relationships/customXml" Target="../ink/ink111.xml"/><Relationship Id="rId4" Type="http://schemas.openxmlformats.org/officeDocument/2006/relationships/image" Target="../media/image90.png"/><Relationship Id="rId9" Type="http://schemas.openxmlformats.org/officeDocument/2006/relationships/customXml" Target="../ink/ink100.xml"/><Relationship Id="rId14" Type="http://schemas.openxmlformats.org/officeDocument/2006/relationships/image" Target="../media/image95.png"/><Relationship Id="rId22" Type="http://schemas.openxmlformats.org/officeDocument/2006/relationships/image" Target="../media/image99.png"/><Relationship Id="rId27" Type="http://schemas.openxmlformats.org/officeDocument/2006/relationships/customXml" Target="../ink/ink109.xml"/><Relationship Id="rId30" Type="http://schemas.openxmlformats.org/officeDocument/2006/relationships/image" Target="../media/image103.png"/><Relationship Id="rId35" Type="http://schemas.openxmlformats.org/officeDocument/2006/relationships/customXml" Target="../ink/ink113.xml"/><Relationship Id="rId8" Type="http://schemas.openxmlformats.org/officeDocument/2006/relationships/image" Target="../media/image92.png"/><Relationship Id="rId3" Type="http://schemas.openxmlformats.org/officeDocument/2006/relationships/customXml" Target="../ink/ink97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0.png"/><Relationship Id="rId21" Type="http://schemas.openxmlformats.org/officeDocument/2006/relationships/customXml" Target="../ink/ink125.xml"/><Relationship Id="rId42" Type="http://schemas.openxmlformats.org/officeDocument/2006/relationships/image" Target="../media/image128.png"/><Relationship Id="rId47" Type="http://schemas.openxmlformats.org/officeDocument/2006/relationships/customXml" Target="../ink/ink138.xml"/><Relationship Id="rId63" Type="http://schemas.openxmlformats.org/officeDocument/2006/relationships/customXml" Target="../ink/ink146.xml"/><Relationship Id="rId68" Type="http://schemas.openxmlformats.org/officeDocument/2006/relationships/image" Target="../media/image141.png"/><Relationship Id="rId7" Type="http://schemas.openxmlformats.org/officeDocument/2006/relationships/customXml" Target="../ink/ink118.xml"/><Relationship Id="rId71" Type="http://schemas.openxmlformats.org/officeDocument/2006/relationships/customXml" Target="../ink/ink150.xml"/><Relationship Id="rId2" Type="http://schemas.openxmlformats.org/officeDocument/2006/relationships/image" Target="../media/image87.png"/><Relationship Id="rId16" Type="http://schemas.openxmlformats.org/officeDocument/2006/relationships/image" Target="../media/image115.png"/><Relationship Id="rId29" Type="http://schemas.openxmlformats.org/officeDocument/2006/relationships/customXml" Target="../ink/ink129.xml"/><Relationship Id="rId11" Type="http://schemas.openxmlformats.org/officeDocument/2006/relationships/customXml" Target="../ink/ink120.xml"/><Relationship Id="rId24" Type="http://schemas.openxmlformats.org/officeDocument/2006/relationships/image" Target="../media/image119.png"/><Relationship Id="rId32" Type="http://schemas.openxmlformats.org/officeDocument/2006/relationships/image" Target="../media/image123.png"/><Relationship Id="rId37" Type="http://schemas.openxmlformats.org/officeDocument/2006/relationships/customXml" Target="../ink/ink133.xml"/><Relationship Id="rId40" Type="http://schemas.openxmlformats.org/officeDocument/2006/relationships/image" Target="../media/image127.png"/><Relationship Id="rId45" Type="http://schemas.openxmlformats.org/officeDocument/2006/relationships/customXml" Target="../ink/ink137.xml"/><Relationship Id="rId53" Type="http://schemas.openxmlformats.org/officeDocument/2006/relationships/customXml" Target="../ink/ink141.xml"/><Relationship Id="rId58" Type="http://schemas.openxmlformats.org/officeDocument/2006/relationships/image" Target="../media/image136.png"/><Relationship Id="rId66" Type="http://schemas.openxmlformats.org/officeDocument/2006/relationships/image" Target="../media/image140.png"/><Relationship Id="rId5" Type="http://schemas.openxmlformats.org/officeDocument/2006/relationships/customXml" Target="../ink/ink117.xml"/><Relationship Id="rId61" Type="http://schemas.openxmlformats.org/officeDocument/2006/relationships/customXml" Target="../ink/ink145.xml"/><Relationship Id="rId19" Type="http://schemas.openxmlformats.org/officeDocument/2006/relationships/customXml" Target="../ink/ink124.xml"/><Relationship Id="rId14" Type="http://schemas.openxmlformats.org/officeDocument/2006/relationships/image" Target="../media/image114.png"/><Relationship Id="rId22" Type="http://schemas.openxmlformats.org/officeDocument/2006/relationships/image" Target="../media/image118.png"/><Relationship Id="rId27" Type="http://schemas.openxmlformats.org/officeDocument/2006/relationships/customXml" Target="../ink/ink128.xml"/><Relationship Id="rId30" Type="http://schemas.openxmlformats.org/officeDocument/2006/relationships/image" Target="../media/image122.png"/><Relationship Id="rId35" Type="http://schemas.openxmlformats.org/officeDocument/2006/relationships/customXml" Target="../ink/ink132.xml"/><Relationship Id="rId43" Type="http://schemas.openxmlformats.org/officeDocument/2006/relationships/customXml" Target="../ink/ink136.xml"/><Relationship Id="rId48" Type="http://schemas.openxmlformats.org/officeDocument/2006/relationships/image" Target="../media/image131.png"/><Relationship Id="rId56" Type="http://schemas.openxmlformats.org/officeDocument/2006/relationships/image" Target="../media/image135.png"/><Relationship Id="rId64" Type="http://schemas.openxmlformats.org/officeDocument/2006/relationships/image" Target="../media/image139.png"/><Relationship Id="rId69" Type="http://schemas.openxmlformats.org/officeDocument/2006/relationships/customXml" Target="../ink/ink149.xml"/><Relationship Id="rId8" Type="http://schemas.openxmlformats.org/officeDocument/2006/relationships/image" Target="../media/image111.png"/><Relationship Id="rId51" Type="http://schemas.openxmlformats.org/officeDocument/2006/relationships/customXml" Target="../ink/ink140.xml"/><Relationship Id="rId72" Type="http://schemas.openxmlformats.org/officeDocument/2006/relationships/image" Target="../media/image143.png"/><Relationship Id="rId3" Type="http://schemas.openxmlformats.org/officeDocument/2006/relationships/customXml" Target="../ink/ink116.xml"/><Relationship Id="rId12" Type="http://schemas.openxmlformats.org/officeDocument/2006/relationships/image" Target="../media/image113.png"/><Relationship Id="rId17" Type="http://schemas.openxmlformats.org/officeDocument/2006/relationships/customXml" Target="../ink/ink123.xml"/><Relationship Id="rId25" Type="http://schemas.openxmlformats.org/officeDocument/2006/relationships/customXml" Target="../ink/ink127.xml"/><Relationship Id="rId33" Type="http://schemas.openxmlformats.org/officeDocument/2006/relationships/customXml" Target="../ink/ink131.xml"/><Relationship Id="rId38" Type="http://schemas.openxmlformats.org/officeDocument/2006/relationships/image" Target="../media/image126.png"/><Relationship Id="rId46" Type="http://schemas.openxmlformats.org/officeDocument/2006/relationships/image" Target="../media/image130.png"/><Relationship Id="rId59" Type="http://schemas.openxmlformats.org/officeDocument/2006/relationships/customXml" Target="../ink/ink144.xml"/><Relationship Id="rId67" Type="http://schemas.openxmlformats.org/officeDocument/2006/relationships/customXml" Target="../ink/ink148.xml"/><Relationship Id="rId20" Type="http://schemas.openxmlformats.org/officeDocument/2006/relationships/image" Target="../media/image117.png"/><Relationship Id="rId41" Type="http://schemas.openxmlformats.org/officeDocument/2006/relationships/customXml" Target="../ink/ink135.xml"/><Relationship Id="rId54" Type="http://schemas.openxmlformats.org/officeDocument/2006/relationships/image" Target="../media/image134.png"/><Relationship Id="rId62" Type="http://schemas.openxmlformats.org/officeDocument/2006/relationships/image" Target="../media/image138.png"/><Relationship Id="rId70" Type="http://schemas.openxmlformats.org/officeDocument/2006/relationships/image" Target="../media/image1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15" Type="http://schemas.openxmlformats.org/officeDocument/2006/relationships/customXml" Target="../ink/ink122.xml"/><Relationship Id="rId23" Type="http://schemas.openxmlformats.org/officeDocument/2006/relationships/customXml" Target="../ink/ink126.xml"/><Relationship Id="rId28" Type="http://schemas.openxmlformats.org/officeDocument/2006/relationships/image" Target="../media/image121.png"/><Relationship Id="rId36" Type="http://schemas.openxmlformats.org/officeDocument/2006/relationships/image" Target="../media/image125.png"/><Relationship Id="rId49" Type="http://schemas.openxmlformats.org/officeDocument/2006/relationships/customXml" Target="../ink/ink139.xml"/><Relationship Id="rId57" Type="http://schemas.openxmlformats.org/officeDocument/2006/relationships/customXml" Target="../ink/ink143.xml"/><Relationship Id="rId10" Type="http://schemas.openxmlformats.org/officeDocument/2006/relationships/image" Target="../media/image112.png"/><Relationship Id="rId31" Type="http://schemas.openxmlformats.org/officeDocument/2006/relationships/customXml" Target="../ink/ink130.xml"/><Relationship Id="rId44" Type="http://schemas.openxmlformats.org/officeDocument/2006/relationships/image" Target="../media/image129.png"/><Relationship Id="rId52" Type="http://schemas.openxmlformats.org/officeDocument/2006/relationships/image" Target="../media/image133.png"/><Relationship Id="rId60" Type="http://schemas.openxmlformats.org/officeDocument/2006/relationships/image" Target="../media/image137.png"/><Relationship Id="rId65" Type="http://schemas.openxmlformats.org/officeDocument/2006/relationships/customXml" Target="../ink/ink147.xml"/><Relationship Id="rId4" Type="http://schemas.openxmlformats.org/officeDocument/2006/relationships/image" Target="../media/image109.png"/><Relationship Id="rId9" Type="http://schemas.openxmlformats.org/officeDocument/2006/relationships/customXml" Target="../ink/ink119.xml"/><Relationship Id="rId13" Type="http://schemas.openxmlformats.org/officeDocument/2006/relationships/customXml" Target="../ink/ink121.xml"/><Relationship Id="rId18" Type="http://schemas.openxmlformats.org/officeDocument/2006/relationships/image" Target="../media/image116.png"/><Relationship Id="rId39" Type="http://schemas.openxmlformats.org/officeDocument/2006/relationships/customXml" Target="../ink/ink134.xml"/><Relationship Id="rId34" Type="http://schemas.openxmlformats.org/officeDocument/2006/relationships/image" Target="../media/image124.png"/><Relationship Id="rId50" Type="http://schemas.openxmlformats.org/officeDocument/2006/relationships/image" Target="../media/image132.png"/><Relationship Id="rId55" Type="http://schemas.openxmlformats.org/officeDocument/2006/relationships/customXml" Target="../ink/ink142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5.png"/><Relationship Id="rId117" Type="http://schemas.openxmlformats.org/officeDocument/2006/relationships/customXml" Target="../ink/ink208.xml"/><Relationship Id="rId21" Type="http://schemas.openxmlformats.org/officeDocument/2006/relationships/customXml" Target="../ink/ink160.xml"/><Relationship Id="rId42" Type="http://schemas.openxmlformats.org/officeDocument/2006/relationships/image" Target="../media/image163.png"/><Relationship Id="rId47" Type="http://schemas.openxmlformats.org/officeDocument/2006/relationships/customXml" Target="../ink/ink173.xml"/><Relationship Id="rId63" Type="http://schemas.openxmlformats.org/officeDocument/2006/relationships/customXml" Target="../ink/ink181.xml"/><Relationship Id="rId68" Type="http://schemas.openxmlformats.org/officeDocument/2006/relationships/image" Target="../media/image176.png"/><Relationship Id="rId84" Type="http://schemas.openxmlformats.org/officeDocument/2006/relationships/image" Target="../media/image184.png"/><Relationship Id="rId89" Type="http://schemas.openxmlformats.org/officeDocument/2006/relationships/customXml" Target="../ink/ink194.xml"/><Relationship Id="rId112" Type="http://schemas.openxmlformats.org/officeDocument/2006/relationships/image" Target="../media/image198.png"/><Relationship Id="rId16" Type="http://schemas.openxmlformats.org/officeDocument/2006/relationships/image" Target="../media/image150.png"/><Relationship Id="rId107" Type="http://schemas.openxmlformats.org/officeDocument/2006/relationships/customXml" Target="../ink/ink203.xml"/><Relationship Id="rId11" Type="http://schemas.openxmlformats.org/officeDocument/2006/relationships/customXml" Target="../ink/ink155.xml"/><Relationship Id="rId32" Type="http://schemas.openxmlformats.org/officeDocument/2006/relationships/image" Target="../media/image158.png"/><Relationship Id="rId37" Type="http://schemas.openxmlformats.org/officeDocument/2006/relationships/customXml" Target="../ink/ink168.xml"/><Relationship Id="rId53" Type="http://schemas.openxmlformats.org/officeDocument/2006/relationships/customXml" Target="../ink/ink176.xml"/><Relationship Id="rId58" Type="http://schemas.openxmlformats.org/officeDocument/2006/relationships/image" Target="../media/image171.png"/><Relationship Id="rId74" Type="http://schemas.openxmlformats.org/officeDocument/2006/relationships/image" Target="../media/image179.png"/><Relationship Id="rId79" Type="http://schemas.openxmlformats.org/officeDocument/2006/relationships/customXml" Target="../ink/ink189.xml"/><Relationship Id="rId102" Type="http://schemas.openxmlformats.org/officeDocument/2006/relationships/image" Target="../media/image193.png"/><Relationship Id="rId5" Type="http://schemas.openxmlformats.org/officeDocument/2006/relationships/customXml" Target="../ink/ink152.xml"/><Relationship Id="rId90" Type="http://schemas.openxmlformats.org/officeDocument/2006/relationships/image" Target="../media/image187.png"/><Relationship Id="rId95" Type="http://schemas.openxmlformats.org/officeDocument/2006/relationships/customXml" Target="../ink/ink197.xml"/><Relationship Id="rId22" Type="http://schemas.openxmlformats.org/officeDocument/2006/relationships/image" Target="../media/image153.png"/><Relationship Id="rId27" Type="http://schemas.openxmlformats.org/officeDocument/2006/relationships/customXml" Target="../ink/ink163.xml"/><Relationship Id="rId43" Type="http://schemas.openxmlformats.org/officeDocument/2006/relationships/customXml" Target="../ink/ink171.xml"/><Relationship Id="rId48" Type="http://schemas.openxmlformats.org/officeDocument/2006/relationships/image" Target="../media/image166.png"/><Relationship Id="rId64" Type="http://schemas.openxmlformats.org/officeDocument/2006/relationships/image" Target="../media/image174.png"/><Relationship Id="rId69" Type="http://schemas.openxmlformats.org/officeDocument/2006/relationships/customXml" Target="../ink/ink184.xml"/><Relationship Id="rId113" Type="http://schemas.openxmlformats.org/officeDocument/2006/relationships/customXml" Target="../ink/ink206.xml"/><Relationship Id="rId118" Type="http://schemas.openxmlformats.org/officeDocument/2006/relationships/image" Target="../media/image201.png"/><Relationship Id="rId80" Type="http://schemas.openxmlformats.org/officeDocument/2006/relationships/image" Target="../media/image182.png"/><Relationship Id="rId85" Type="http://schemas.openxmlformats.org/officeDocument/2006/relationships/customXml" Target="../ink/ink192.xml"/><Relationship Id="rId12" Type="http://schemas.openxmlformats.org/officeDocument/2006/relationships/image" Target="../media/image148.png"/><Relationship Id="rId17" Type="http://schemas.openxmlformats.org/officeDocument/2006/relationships/customXml" Target="../ink/ink158.xml"/><Relationship Id="rId33" Type="http://schemas.openxmlformats.org/officeDocument/2006/relationships/customXml" Target="../ink/ink166.xml"/><Relationship Id="rId38" Type="http://schemas.openxmlformats.org/officeDocument/2006/relationships/image" Target="../media/image161.png"/><Relationship Id="rId59" Type="http://schemas.openxmlformats.org/officeDocument/2006/relationships/customXml" Target="../ink/ink179.xml"/><Relationship Id="rId103" Type="http://schemas.openxmlformats.org/officeDocument/2006/relationships/customXml" Target="../ink/ink201.xml"/><Relationship Id="rId108" Type="http://schemas.openxmlformats.org/officeDocument/2006/relationships/image" Target="../media/image196.png"/><Relationship Id="rId54" Type="http://schemas.openxmlformats.org/officeDocument/2006/relationships/image" Target="../media/image169.png"/><Relationship Id="rId70" Type="http://schemas.openxmlformats.org/officeDocument/2006/relationships/image" Target="../media/image177.png"/><Relationship Id="rId75" Type="http://schemas.openxmlformats.org/officeDocument/2006/relationships/customXml" Target="../ink/ink187.xml"/><Relationship Id="rId91" Type="http://schemas.openxmlformats.org/officeDocument/2006/relationships/customXml" Target="../ink/ink195.xml"/><Relationship Id="rId96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png"/><Relationship Id="rId23" Type="http://schemas.openxmlformats.org/officeDocument/2006/relationships/customXml" Target="../ink/ink161.xml"/><Relationship Id="rId28" Type="http://schemas.openxmlformats.org/officeDocument/2006/relationships/image" Target="../media/image156.png"/><Relationship Id="rId49" Type="http://schemas.openxmlformats.org/officeDocument/2006/relationships/customXml" Target="../ink/ink174.xml"/><Relationship Id="rId114" Type="http://schemas.openxmlformats.org/officeDocument/2006/relationships/image" Target="../media/image199.png"/><Relationship Id="rId10" Type="http://schemas.openxmlformats.org/officeDocument/2006/relationships/image" Target="../media/image147.png"/><Relationship Id="rId31" Type="http://schemas.openxmlformats.org/officeDocument/2006/relationships/customXml" Target="../ink/ink165.xml"/><Relationship Id="rId44" Type="http://schemas.openxmlformats.org/officeDocument/2006/relationships/image" Target="../media/image164.png"/><Relationship Id="rId52" Type="http://schemas.openxmlformats.org/officeDocument/2006/relationships/image" Target="../media/image168.png"/><Relationship Id="rId60" Type="http://schemas.openxmlformats.org/officeDocument/2006/relationships/image" Target="../media/image172.png"/><Relationship Id="rId65" Type="http://schemas.openxmlformats.org/officeDocument/2006/relationships/customXml" Target="../ink/ink182.xml"/><Relationship Id="rId73" Type="http://schemas.openxmlformats.org/officeDocument/2006/relationships/customXml" Target="../ink/ink186.xml"/><Relationship Id="rId78" Type="http://schemas.openxmlformats.org/officeDocument/2006/relationships/image" Target="../media/image181.png"/><Relationship Id="rId81" Type="http://schemas.openxmlformats.org/officeDocument/2006/relationships/customXml" Target="../ink/ink190.xml"/><Relationship Id="rId86" Type="http://schemas.openxmlformats.org/officeDocument/2006/relationships/image" Target="../media/image185.png"/><Relationship Id="rId94" Type="http://schemas.openxmlformats.org/officeDocument/2006/relationships/image" Target="../media/image189.png"/><Relationship Id="rId99" Type="http://schemas.openxmlformats.org/officeDocument/2006/relationships/customXml" Target="../ink/ink199.xml"/><Relationship Id="rId101" Type="http://schemas.openxmlformats.org/officeDocument/2006/relationships/customXml" Target="../ink/ink200.xml"/><Relationship Id="rId4" Type="http://schemas.openxmlformats.org/officeDocument/2006/relationships/image" Target="../media/image144.png"/><Relationship Id="rId9" Type="http://schemas.openxmlformats.org/officeDocument/2006/relationships/customXml" Target="../ink/ink154.xml"/><Relationship Id="rId13" Type="http://schemas.openxmlformats.org/officeDocument/2006/relationships/customXml" Target="../ink/ink156.xml"/><Relationship Id="rId18" Type="http://schemas.openxmlformats.org/officeDocument/2006/relationships/image" Target="../media/image151.png"/><Relationship Id="rId39" Type="http://schemas.openxmlformats.org/officeDocument/2006/relationships/customXml" Target="../ink/ink169.xml"/><Relationship Id="rId109" Type="http://schemas.openxmlformats.org/officeDocument/2006/relationships/customXml" Target="../ink/ink204.xml"/><Relationship Id="rId34" Type="http://schemas.openxmlformats.org/officeDocument/2006/relationships/image" Target="../media/image159.png"/><Relationship Id="rId50" Type="http://schemas.openxmlformats.org/officeDocument/2006/relationships/image" Target="../media/image167.png"/><Relationship Id="rId55" Type="http://schemas.openxmlformats.org/officeDocument/2006/relationships/customXml" Target="../ink/ink177.xml"/><Relationship Id="rId76" Type="http://schemas.openxmlformats.org/officeDocument/2006/relationships/image" Target="../media/image180.png"/><Relationship Id="rId97" Type="http://schemas.openxmlformats.org/officeDocument/2006/relationships/customXml" Target="../ink/ink198.xml"/><Relationship Id="rId104" Type="http://schemas.openxmlformats.org/officeDocument/2006/relationships/image" Target="../media/image194.png"/><Relationship Id="rId7" Type="http://schemas.openxmlformats.org/officeDocument/2006/relationships/customXml" Target="../ink/ink153.xml"/><Relationship Id="rId71" Type="http://schemas.openxmlformats.org/officeDocument/2006/relationships/customXml" Target="../ink/ink185.xml"/><Relationship Id="rId92" Type="http://schemas.openxmlformats.org/officeDocument/2006/relationships/image" Target="../media/image188.png"/><Relationship Id="rId2" Type="http://schemas.openxmlformats.org/officeDocument/2006/relationships/image" Target="../media/image87.png"/><Relationship Id="rId29" Type="http://schemas.openxmlformats.org/officeDocument/2006/relationships/customXml" Target="../ink/ink164.xml"/><Relationship Id="rId24" Type="http://schemas.openxmlformats.org/officeDocument/2006/relationships/image" Target="../media/image154.png"/><Relationship Id="rId40" Type="http://schemas.openxmlformats.org/officeDocument/2006/relationships/image" Target="../media/image162.png"/><Relationship Id="rId45" Type="http://schemas.openxmlformats.org/officeDocument/2006/relationships/customXml" Target="../ink/ink172.xml"/><Relationship Id="rId66" Type="http://schemas.openxmlformats.org/officeDocument/2006/relationships/image" Target="../media/image175.png"/><Relationship Id="rId87" Type="http://schemas.openxmlformats.org/officeDocument/2006/relationships/customXml" Target="../ink/ink193.xml"/><Relationship Id="rId110" Type="http://schemas.openxmlformats.org/officeDocument/2006/relationships/image" Target="../media/image197.png"/><Relationship Id="rId115" Type="http://schemas.openxmlformats.org/officeDocument/2006/relationships/customXml" Target="../ink/ink207.xml"/><Relationship Id="rId61" Type="http://schemas.openxmlformats.org/officeDocument/2006/relationships/customXml" Target="../ink/ink180.xml"/><Relationship Id="rId82" Type="http://schemas.openxmlformats.org/officeDocument/2006/relationships/image" Target="../media/image183.png"/><Relationship Id="rId19" Type="http://schemas.openxmlformats.org/officeDocument/2006/relationships/customXml" Target="../ink/ink159.xml"/><Relationship Id="rId14" Type="http://schemas.openxmlformats.org/officeDocument/2006/relationships/image" Target="../media/image149.png"/><Relationship Id="rId30" Type="http://schemas.openxmlformats.org/officeDocument/2006/relationships/image" Target="../media/image157.png"/><Relationship Id="rId35" Type="http://schemas.openxmlformats.org/officeDocument/2006/relationships/customXml" Target="../ink/ink167.xml"/><Relationship Id="rId56" Type="http://schemas.openxmlformats.org/officeDocument/2006/relationships/image" Target="../media/image170.png"/><Relationship Id="rId77" Type="http://schemas.openxmlformats.org/officeDocument/2006/relationships/customXml" Target="../ink/ink188.xml"/><Relationship Id="rId100" Type="http://schemas.openxmlformats.org/officeDocument/2006/relationships/image" Target="../media/image192.png"/><Relationship Id="rId105" Type="http://schemas.openxmlformats.org/officeDocument/2006/relationships/customXml" Target="../ink/ink202.xml"/><Relationship Id="rId8" Type="http://schemas.openxmlformats.org/officeDocument/2006/relationships/image" Target="../media/image146.png"/><Relationship Id="rId51" Type="http://schemas.openxmlformats.org/officeDocument/2006/relationships/customXml" Target="../ink/ink175.xml"/><Relationship Id="rId72" Type="http://schemas.openxmlformats.org/officeDocument/2006/relationships/image" Target="../media/image178.png"/><Relationship Id="rId93" Type="http://schemas.openxmlformats.org/officeDocument/2006/relationships/customXml" Target="../ink/ink196.xml"/><Relationship Id="rId98" Type="http://schemas.openxmlformats.org/officeDocument/2006/relationships/image" Target="../media/image191.png"/><Relationship Id="rId3" Type="http://schemas.openxmlformats.org/officeDocument/2006/relationships/customXml" Target="../ink/ink151.xml"/><Relationship Id="rId25" Type="http://schemas.openxmlformats.org/officeDocument/2006/relationships/customXml" Target="../ink/ink162.xml"/><Relationship Id="rId46" Type="http://schemas.openxmlformats.org/officeDocument/2006/relationships/image" Target="../media/image165.png"/><Relationship Id="rId67" Type="http://schemas.openxmlformats.org/officeDocument/2006/relationships/customXml" Target="../ink/ink183.xml"/><Relationship Id="rId116" Type="http://schemas.openxmlformats.org/officeDocument/2006/relationships/image" Target="../media/image200.png"/><Relationship Id="rId20" Type="http://schemas.openxmlformats.org/officeDocument/2006/relationships/image" Target="../media/image152.png"/><Relationship Id="rId41" Type="http://schemas.openxmlformats.org/officeDocument/2006/relationships/customXml" Target="../ink/ink170.xml"/><Relationship Id="rId62" Type="http://schemas.openxmlformats.org/officeDocument/2006/relationships/image" Target="../media/image173.png"/><Relationship Id="rId83" Type="http://schemas.openxmlformats.org/officeDocument/2006/relationships/customXml" Target="../ink/ink191.xml"/><Relationship Id="rId88" Type="http://schemas.openxmlformats.org/officeDocument/2006/relationships/image" Target="../media/image186.png"/><Relationship Id="rId111" Type="http://schemas.openxmlformats.org/officeDocument/2006/relationships/customXml" Target="../ink/ink205.xml"/><Relationship Id="rId15" Type="http://schemas.openxmlformats.org/officeDocument/2006/relationships/customXml" Target="../ink/ink157.xml"/><Relationship Id="rId36" Type="http://schemas.openxmlformats.org/officeDocument/2006/relationships/image" Target="../media/image160.png"/><Relationship Id="rId57" Type="http://schemas.openxmlformats.org/officeDocument/2006/relationships/customXml" Target="../ink/ink178.xml"/><Relationship Id="rId106" Type="http://schemas.openxmlformats.org/officeDocument/2006/relationships/image" Target="../media/image195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13.png"/><Relationship Id="rId21" Type="http://schemas.openxmlformats.org/officeDocument/2006/relationships/customXml" Target="../ink/ink218.xml"/><Relationship Id="rId42" Type="http://schemas.openxmlformats.org/officeDocument/2006/relationships/image" Target="../media/image221.png"/><Relationship Id="rId47" Type="http://schemas.openxmlformats.org/officeDocument/2006/relationships/customXml" Target="../ink/ink231.xml"/><Relationship Id="rId63" Type="http://schemas.openxmlformats.org/officeDocument/2006/relationships/customXml" Target="../ink/ink239.xml"/><Relationship Id="rId68" Type="http://schemas.openxmlformats.org/officeDocument/2006/relationships/image" Target="../media/image234.png"/><Relationship Id="rId84" Type="http://schemas.openxmlformats.org/officeDocument/2006/relationships/image" Target="../media/image242.png"/><Relationship Id="rId89" Type="http://schemas.openxmlformats.org/officeDocument/2006/relationships/customXml" Target="../ink/ink252.xml"/><Relationship Id="rId16" Type="http://schemas.openxmlformats.org/officeDocument/2006/relationships/image" Target="../media/image208.png"/><Relationship Id="rId11" Type="http://schemas.openxmlformats.org/officeDocument/2006/relationships/customXml" Target="../ink/ink213.xml"/><Relationship Id="rId32" Type="http://schemas.openxmlformats.org/officeDocument/2006/relationships/image" Target="../media/image216.png"/><Relationship Id="rId37" Type="http://schemas.openxmlformats.org/officeDocument/2006/relationships/customXml" Target="../ink/ink226.xml"/><Relationship Id="rId53" Type="http://schemas.openxmlformats.org/officeDocument/2006/relationships/customXml" Target="../ink/ink234.xml"/><Relationship Id="rId58" Type="http://schemas.openxmlformats.org/officeDocument/2006/relationships/image" Target="../media/image229.png"/><Relationship Id="rId74" Type="http://schemas.openxmlformats.org/officeDocument/2006/relationships/image" Target="../media/image237.png"/><Relationship Id="rId79" Type="http://schemas.openxmlformats.org/officeDocument/2006/relationships/customXml" Target="../ink/ink247.xml"/><Relationship Id="rId5" Type="http://schemas.openxmlformats.org/officeDocument/2006/relationships/customXml" Target="../ink/ink210.xml"/><Relationship Id="rId90" Type="http://schemas.openxmlformats.org/officeDocument/2006/relationships/image" Target="../media/image245.png"/><Relationship Id="rId22" Type="http://schemas.openxmlformats.org/officeDocument/2006/relationships/image" Target="../media/image211.png"/><Relationship Id="rId27" Type="http://schemas.openxmlformats.org/officeDocument/2006/relationships/customXml" Target="../ink/ink221.xml"/><Relationship Id="rId43" Type="http://schemas.openxmlformats.org/officeDocument/2006/relationships/customXml" Target="../ink/ink229.xml"/><Relationship Id="rId48" Type="http://schemas.openxmlformats.org/officeDocument/2006/relationships/image" Target="../media/image224.png"/><Relationship Id="rId64" Type="http://schemas.openxmlformats.org/officeDocument/2006/relationships/image" Target="../media/image232.png"/><Relationship Id="rId69" Type="http://schemas.openxmlformats.org/officeDocument/2006/relationships/customXml" Target="../ink/ink242.xml"/><Relationship Id="rId8" Type="http://schemas.openxmlformats.org/officeDocument/2006/relationships/image" Target="../media/image204.png"/><Relationship Id="rId51" Type="http://schemas.openxmlformats.org/officeDocument/2006/relationships/customXml" Target="../ink/ink233.xml"/><Relationship Id="rId72" Type="http://schemas.openxmlformats.org/officeDocument/2006/relationships/image" Target="../media/image236.png"/><Relationship Id="rId80" Type="http://schemas.openxmlformats.org/officeDocument/2006/relationships/image" Target="../media/image240.png"/><Relationship Id="rId85" Type="http://schemas.openxmlformats.org/officeDocument/2006/relationships/customXml" Target="../ink/ink250.xml"/><Relationship Id="rId93" Type="http://schemas.openxmlformats.org/officeDocument/2006/relationships/customXml" Target="../ink/ink254.xml"/><Relationship Id="rId3" Type="http://schemas.openxmlformats.org/officeDocument/2006/relationships/customXml" Target="../ink/ink209.xml"/><Relationship Id="rId12" Type="http://schemas.openxmlformats.org/officeDocument/2006/relationships/image" Target="../media/image206.png"/><Relationship Id="rId17" Type="http://schemas.openxmlformats.org/officeDocument/2006/relationships/customXml" Target="../ink/ink216.xml"/><Relationship Id="rId25" Type="http://schemas.openxmlformats.org/officeDocument/2006/relationships/customXml" Target="../ink/ink220.xml"/><Relationship Id="rId33" Type="http://schemas.openxmlformats.org/officeDocument/2006/relationships/customXml" Target="../ink/ink224.xml"/><Relationship Id="rId38" Type="http://schemas.openxmlformats.org/officeDocument/2006/relationships/image" Target="../media/image219.png"/><Relationship Id="rId46" Type="http://schemas.openxmlformats.org/officeDocument/2006/relationships/image" Target="../media/image223.png"/><Relationship Id="rId59" Type="http://schemas.openxmlformats.org/officeDocument/2006/relationships/customXml" Target="../ink/ink237.xml"/><Relationship Id="rId67" Type="http://schemas.openxmlformats.org/officeDocument/2006/relationships/customXml" Target="../ink/ink241.xml"/><Relationship Id="rId20" Type="http://schemas.openxmlformats.org/officeDocument/2006/relationships/image" Target="../media/image210.png"/><Relationship Id="rId41" Type="http://schemas.openxmlformats.org/officeDocument/2006/relationships/customXml" Target="../ink/ink228.xml"/><Relationship Id="rId54" Type="http://schemas.openxmlformats.org/officeDocument/2006/relationships/image" Target="../media/image227.png"/><Relationship Id="rId62" Type="http://schemas.openxmlformats.org/officeDocument/2006/relationships/image" Target="../media/image231.png"/><Relationship Id="rId70" Type="http://schemas.openxmlformats.org/officeDocument/2006/relationships/image" Target="../media/image235.png"/><Relationship Id="rId75" Type="http://schemas.openxmlformats.org/officeDocument/2006/relationships/customXml" Target="../ink/ink245.xml"/><Relationship Id="rId83" Type="http://schemas.openxmlformats.org/officeDocument/2006/relationships/customXml" Target="../ink/ink249.xml"/><Relationship Id="rId88" Type="http://schemas.openxmlformats.org/officeDocument/2006/relationships/image" Target="../media/image244.png"/><Relationship Id="rId91" Type="http://schemas.openxmlformats.org/officeDocument/2006/relationships/customXml" Target="../ink/ink25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3.png"/><Relationship Id="rId15" Type="http://schemas.openxmlformats.org/officeDocument/2006/relationships/customXml" Target="../ink/ink215.xml"/><Relationship Id="rId23" Type="http://schemas.openxmlformats.org/officeDocument/2006/relationships/customXml" Target="../ink/ink219.xml"/><Relationship Id="rId28" Type="http://schemas.openxmlformats.org/officeDocument/2006/relationships/image" Target="../media/image214.png"/><Relationship Id="rId36" Type="http://schemas.openxmlformats.org/officeDocument/2006/relationships/image" Target="../media/image218.png"/><Relationship Id="rId49" Type="http://schemas.openxmlformats.org/officeDocument/2006/relationships/customXml" Target="../ink/ink232.xml"/><Relationship Id="rId57" Type="http://schemas.openxmlformats.org/officeDocument/2006/relationships/customXml" Target="../ink/ink236.xml"/><Relationship Id="rId10" Type="http://schemas.openxmlformats.org/officeDocument/2006/relationships/image" Target="../media/image205.png"/><Relationship Id="rId31" Type="http://schemas.openxmlformats.org/officeDocument/2006/relationships/customXml" Target="../ink/ink223.xml"/><Relationship Id="rId44" Type="http://schemas.openxmlformats.org/officeDocument/2006/relationships/image" Target="../media/image222.png"/><Relationship Id="rId52" Type="http://schemas.openxmlformats.org/officeDocument/2006/relationships/image" Target="../media/image226.png"/><Relationship Id="rId60" Type="http://schemas.openxmlformats.org/officeDocument/2006/relationships/image" Target="../media/image230.png"/><Relationship Id="rId65" Type="http://schemas.openxmlformats.org/officeDocument/2006/relationships/customXml" Target="../ink/ink240.xml"/><Relationship Id="rId73" Type="http://schemas.openxmlformats.org/officeDocument/2006/relationships/customXml" Target="../ink/ink244.xml"/><Relationship Id="rId78" Type="http://schemas.openxmlformats.org/officeDocument/2006/relationships/image" Target="../media/image239.png"/><Relationship Id="rId81" Type="http://schemas.openxmlformats.org/officeDocument/2006/relationships/customXml" Target="../ink/ink248.xml"/><Relationship Id="rId86" Type="http://schemas.openxmlformats.org/officeDocument/2006/relationships/image" Target="../media/image243.png"/><Relationship Id="rId94" Type="http://schemas.openxmlformats.org/officeDocument/2006/relationships/image" Target="../media/image247.png"/><Relationship Id="rId4" Type="http://schemas.openxmlformats.org/officeDocument/2006/relationships/image" Target="../media/image202.png"/><Relationship Id="rId9" Type="http://schemas.openxmlformats.org/officeDocument/2006/relationships/customXml" Target="../ink/ink212.xml"/><Relationship Id="rId13" Type="http://schemas.openxmlformats.org/officeDocument/2006/relationships/customXml" Target="../ink/ink214.xml"/><Relationship Id="rId18" Type="http://schemas.openxmlformats.org/officeDocument/2006/relationships/image" Target="../media/image209.png"/><Relationship Id="rId39" Type="http://schemas.openxmlformats.org/officeDocument/2006/relationships/customXml" Target="../ink/ink227.xml"/><Relationship Id="rId34" Type="http://schemas.openxmlformats.org/officeDocument/2006/relationships/image" Target="../media/image217.png"/><Relationship Id="rId50" Type="http://schemas.openxmlformats.org/officeDocument/2006/relationships/image" Target="../media/image225.png"/><Relationship Id="rId55" Type="http://schemas.openxmlformats.org/officeDocument/2006/relationships/customXml" Target="../ink/ink235.xml"/><Relationship Id="rId76" Type="http://schemas.openxmlformats.org/officeDocument/2006/relationships/image" Target="../media/image238.png"/><Relationship Id="rId7" Type="http://schemas.openxmlformats.org/officeDocument/2006/relationships/customXml" Target="../ink/ink211.xml"/><Relationship Id="rId71" Type="http://schemas.openxmlformats.org/officeDocument/2006/relationships/customXml" Target="../ink/ink243.xml"/><Relationship Id="rId92" Type="http://schemas.openxmlformats.org/officeDocument/2006/relationships/image" Target="../media/image246.png"/><Relationship Id="rId2" Type="http://schemas.openxmlformats.org/officeDocument/2006/relationships/image" Target="../media/image87.png"/><Relationship Id="rId29" Type="http://schemas.openxmlformats.org/officeDocument/2006/relationships/customXml" Target="../ink/ink222.xml"/><Relationship Id="rId24" Type="http://schemas.openxmlformats.org/officeDocument/2006/relationships/image" Target="../media/image212.png"/><Relationship Id="rId40" Type="http://schemas.openxmlformats.org/officeDocument/2006/relationships/image" Target="../media/image220.png"/><Relationship Id="rId45" Type="http://schemas.openxmlformats.org/officeDocument/2006/relationships/customXml" Target="../ink/ink230.xml"/><Relationship Id="rId66" Type="http://schemas.openxmlformats.org/officeDocument/2006/relationships/image" Target="../media/image233.png"/><Relationship Id="rId87" Type="http://schemas.openxmlformats.org/officeDocument/2006/relationships/customXml" Target="../ink/ink251.xml"/><Relationship Id="rId61" Type="http://schemas.openxmlformats.org/officeDocument/2006/relationships/customXml" Target="../ink/ink238.xml"/><Relationship Id="rId82" Type="http://schemas.openxmlformats.org/officeDocument/2006/relationships/image" Target="../media/image241.png"/><Relationship Id="rId19" Type="http://schemas.openxmlformats.org/officeDocument/2006/relationships/customXml" Target="../ink/ink217.xml"/><Relationship Id="rId14" Type="http://schemas.openxmlformats.org/officeDocument/2006/relationships/image" Target="../media/image207.png"/><Relationship Id="rId30" Type="http://schemas.openxmlformats.org/officeDocument/2006/relationships/image" Target="../media/image215.png"/><Relationship Id="rId35" Type="http://schemas.openxmlformats.org/officeDocument/2006/relationships/customXml" Target="../ink/ink225.xml"/><Relationship Id="rId56" Type="http://schemas.openxmlformats.org/officeDocument/2006/relationships/image" Target="../media/image228.png"/><Relationship Id="rId77" Type="http://schemas.openxmlformats.org/officeDocument/2006/relationships/customXml" Target="../ink/ink24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1.png"/><Relationship Id="rId4" Type="http://schemas.openxmlformats.org/officeDocument/2006/relationships/image" Target="../media/image2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png"/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5.png"/><Relationship Id="rId4" Type="http://schemas.openxmlformats.org/officeDocument/2006/relationships/image" Target="../media/image25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png"/><Relationship Id="rId2" Type="http://schemas.openxmlformats.org/officeDocument/2006/relationships/image" Target="../media/image2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66.xml"/><Relationship Id="rId21" Type="http://schemas.openxmlformats.org/officeDocument/2006/relationships/image" Target="../media/image269.png"/><Relationship Id="rId42" Type="http://schemas.openxmlformats.org/officeDocument/2006/relationships/customXml" Target="../ink/ink274.xml"/><Relationship Id="rId47" Type="http://schemas.openxmlformats.org/officeDocument/2006/relationships/image" Target="../media/image282.png"/><Relationship Id="rId63" Type="http://schemas.openxmlformats.org/officeDocument/2006/relationships/image" Target="../media/image290.png"/><Relationship Id="rId68" Type="http://schemas.openxmlformats.org/officeDocument/2006/relationships/customXml" Target="../ink/ink287.xml"/><Relationship Id="rId84" Type="http://schemas.openxmlformats.org/officeDocument/2006/relationships/customXml" Target="../ink/ink295.xml"/><Relationship Id="rId89" Type="http://schemas.openxmlformats.org/officeDocument/2006/relationships/image" Target="../media/image303.png"/><Relationship Id="rId16" Type="http://schemas.openxmlformats.org/officeDocument/2006/relationships/customXml" Target="../ink/ink261.xml"/><Relationship Id="rId107" Type="http://schemas.openxmlformats.org/officeDocument/2006/relationships/image" Target="../media/image312.png"/><Relationship Id="rId11" Type="http://schemas.openxmlformats.org/officeDocument/2006/relationships/image" Target="../media/image264.png"/><Relationship Id="rId32" Type="http://schemas.openxmlformats.org/officeDocument/2006/relationships/customXml" Target="../ink/ink269.xml"/><Relationship Id="rId37" Type="http://schemas.openxmlformats.org/officeDocument/2006/relationships/image" Target="../media/image277.png"/><Relationship Id="rId53" Type="http://schemas.openxmlformats.org/officeDocument/2006/relationships/image" Target="../media/image285.png"/><Relationship Id="rId58" Type="http://schemas.openxmlformats.org/officeDocument/2006/relationships/customXml" Target="../ink/ink282.xml"/><Relationship Id="rId74" Type="http://schemas.openxmlformats.org/officeDocument/2006/relationships/customXml" Target="../ink/ink290.xml"/><Relationship Id="rId79" Type="http://schemas.openxmlformats.org/officeDocument/2006/relationships/image" Target="../media/image298.png"/><Relationship Id="rId102" Type="http://schemas.openxmlformats.org/officeDocument/2006/relationships/customXml" Target="../ink/ink304.xml"/><Relationship Id="rId5" Type="http://schemas.openxmlformats.org/officeDocument/2006/relationships/image" Target="../media/image261.png"/><Relationship Id="rId90" Type="http://schemas.openxmlformats.org/officeDocument/2006/relationships/customXml" Target="../ink/ink298.xml"/><Relationship Id="rId95" Type="http://schemas.openxmlformats.org/officeDocument/2006/relationships/image" Target="../media/image306.png"/><Relationship Id="rId22" Type="http://schemas.openxmlformats.org/officeDocument/2006/relationships/customXml" Target="../ink/ink264.xml"/><Relationship Id="rId27" Type="http://schemas.openxmlformats.org/officeDocument/2006/relationships/image" Target="../media/image272.png"/><Relationship Id="rId43" Type="http://schemas.openxmlformats.org/officeDocument/2006/relationships/image" Target="../media/image280.png"/><Relationship Id="rId48" Type="http://schemas.openxmlformats.org/officeDocument/2006/relationships/customXml" Target="../ink/ink277.xml"/><Relationship Id="rId64" Type="http://schemas.openxmlformats.org/officeDocument/2006/relationships/customXml" Target="../ink/ink285.xml"/><Relationship Id="rId69" Type="http://schemas.openxmlformats.org/officeDocument/2006/relationships/image" Target="../media/image293.png"/><Relationship Id="rId80" Type="http://schemas.openxmlformats.org/officeDocument/2006/relationships/customXml" Target="../ink/ink293.xml"/><Relationship Id="rId85" Type="http://schemas.openxmlformats.org/officeDocument/2006/relationships/image" Target="../media/image301.png"/><Relationship Id="rId12" Type="http://schemas.openxmlformats.org/officeDocument/2006/relationships/customXml" Target="../ink/ink259.xml"/><Relationship Id="rId17" Type="http://schemas.openxmlformats.org/officeDocument/2006/relationships/image" Target="../media/image267.png"/><Relationship Id="rId33" Type="http://schemas.openxmlformats.org/officeDocument/2006/relationships/image" Target="../media/image275.png"/><Relationship Id="rId38" Type="http://schemas.openxmlformats.org/officeDocument/2006/relationships/customXml" Target="../ink/ink272.xml"/><Relationship Id="rId59" Type="http://schemas.openxmlformats.org/officeDocument/2006/relationships/image" Target="../media/image288.png"/><Relationship Id="rId103" Type="http://schemas.openxmlformats.org/officeDocument/2006/relationships/image" Target="../media/image310.png"/><Relationship Id="rId20" Type="http://schemas.openxmlformats.org/officeDocument/2006/relationships/customXml" Target="../ink/ink263.xml"/><Relationship Id="rId41" Type="http://schemas.openxmlformats.org/officeDocument/2006/relationships/image" Target="../media/image279.png"/><Relationship Id="rId54" Type="http://schemas.openxmlformats.org/officeDocument/2006/relationships/customXml" Target="../ink/ink280.xml"/><Relationship Id="rId62" Type="http://schemas.openxmlformats.org/officeDocument/2006/relationships/customXml" Target="../ink/ink284.xml"/><Relationship Id="rId70" Type="http://schemas.openxmlformats.org/officeDocument/2006/relationships/customXml" Target="../ink/ink288.xml"/><Relationship Id="rId75" Type="http://schemas.openxmlformats.org/officeDocument/2006/relationships/image" Target="../media/image296.png"/><Relationship Id="rId83" Type="http://schemas.openxmlformats.org/officeDocument/2006/relationships/image" Target="../media/image300.png"/><Relationship Id="rId88" Type="http://schemas.openxmlformats.org/officeDocument/2006/relationships/customXml" Target="../ink/ink297.xml"/><Relationship Id="rId91" Type="http://schemas.openxmlformats.org/officeDocument/2006/relationships/image" Target="../media/image304.png"/><Relationship Id="rId96" Type="http://schemas.openxmlformats.org/officeDocument/2006/relationships/customXml" Target="../ink/ink30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56.xml"/><Relationship Id="rId15" Type="http://schemas.openxmlformats.org/officeDocument/2006/relationships/image" Target="../media/image266.png"/><Relationship Id="rId23" Type="http://schemas.openxmlformats.org/officeDocument/2006/relationships/image" Target="../media/image270.png"/><Relationship Id="rId28" Type="http://schemas.openxmlformats.org/officeDocument/2006/relationships/customXml" Target="../ink/ink267.xml"/><Relationship Id="rId36" Type="http://schemas.openxmlformats.org/officeDocument/2006/relationships/customXml" Target="../ink/ink271.xml"/><Relationship Id="rId49" Type="http://schemas.openxmlformats.org/officeDocument/2006/relationships/image" Target="../media/image283.png"/><Relationship Id="rId57" Type="http://schemas.openxmlformats.org/officeDocument/2006/relationships/image" Target="../media/image287.png"/><Relationship Id="rId106" Type="http://schemas.openxmlformats.org/officeDocument/2006/relationships/customXml" Target="../ink/ink306.xml"/><Relationship Id="rId10" Type="http://schemas.openxmlformats.org/officeDocument/2006/relationships/customXml" Target="../ink/ink258.xml"/><Relationship Id="rId31" Type="http://schemas.openxmlformats.org/officeDocument/2006/relationships/image" Target="../media/image274.png"/><Relationship Id="rId44" Type="http://schemas.openxmlformats.org/officeDocument/2006/relationships/customXml" Target="../ink/ink275.xml"/><Relationship Id="rId52" Type="http://schemas.openxmlformats.org/officeDocument/2006/relationships/customXml" Target="../ink/ink279.xml"/><Relationship Id="rId60" Type="http://schemas.openxmlformats.org/officeDocument/2006/relationships/customXml" Target="../ink/ink283.xml"/><Relationship Id="rId65" Type="http://schemas.openxmlformats.org/officeDocument/2006/relationships/image" Target="../media/image291.png"/><Relationship Id="rId73" Type="http://schemas.openxmlformats.org/officeDocument/2006/relationships/image" Target="../media/image295.png"/><Relationship Id="rId78" Type="http://schemas.openxmlformats.org/officeDocument/2006/relationships/customXml" Target="../ink/ink292.xml"/><Relationship Id="rId81" Type="http://schemas.openxmlformats.org/officeDocument/2006/relationships/image" Target="../media/image299.png"/><Relationship Id="rId86" Type="http://schemas.openxmlformats.org/officeDocument/2006/relationships/customXml" Target="../ink/ink296.xml"/><Relationship Id="rId94" Type="http://schemas.openxmlformats.org/officeDocument/2006/relationships/customXml" Target="../ink/ink300.xml"/><Relationship Id="rId99" Type="http://schemas.openxmlformats.org/officeDocument/2006/relationships/image" Target="../media/image308.png"/><Relationship Id="rId101" Type="http://schemas.openxmlformats.org/officeDocument/2006/relationships/image" Target="../media/image309.png"/><Relationship Id="rId4" Type="http://schemas.openxmlformats.org/officeDocument/2006/relationships/customXml" Target="../ink/ink255.xml"/><Relationship Id="rId9" Type="http://schemas.openxmlformats.org/officeDocument/2006/relationships/image" Target="../media/image263.png"/><Relationship Id="rId13" Type="http://schemas.openxmlformats.org/officeDocument/2006/relationships/image" Target="../media/image265.png"/><Relationship Id="rId18" Type="http://schemas.openxmlformats.org/officeDocument/2006/relationships/customXml" Target="../ink/ink262.xml"/><Relationship Id="rId39" Type="http://schemas.openxmlformats.org/officeDocument/2006/relationships/image" Target="../media/image278.png"/><Relationship Id="rId34" Type="http://schemas.openxmlformats.org/officeDocument/2006/relationships/customXml" Target="../ink/ink270.xml"/><Relationship Id="rId50" Type="http://schemas.openxmlformats.org/officeDocument/2006/relationships/customXml" Target="../ink/ink278.xml"/><Relationship Id="rId55" Type="http://schemas.openxmlformats.org/officeDocument/2006/relationships/image" Target="../media/image286.png"/><Relationship Id="rId76" Type="http://schemas.openxmlformats.org/officeDocument/2006/relationships/customXml" Target="../ink/ink291.xml"/><Relationship Id="rId97" Type="http://schemas.openxmlformats.org/officeDocument/2006/relationships/image" Target="../media/image307.png"/><Relationship Id="rId104" Type="http://schemas.openxmlformats.org/officeDocument/2006/relationships/customXml" Target="../ink/ink305.xml"/><Relationship Id="rId7" Type="http://schemas.openxmlformats.org/officeDocument/2006/relationships/image" Target="../media/image262.png"/><Relationship Id="rId71" Type="http://schemas.openxmlformats.org/officeDocument/2006/relationships/image" Target="../media/image294.png"/><Relationship Id="rId92" Type="http://schemas.openxmlformats.org/officeDocument/2006/relationships/customXml" Target="../ink/ink299.xml"/><Relationship Id="rId2" Type="http://schemas.openxmlformats.org/officeDocument/2006/relationships/image" Target="../media/image259.png"/><Relationship Id="rId29" Type="http://schemas.openxmlformats.org/officeDocument/2006/relationships/image" Target="../media/image273.png"/><Relationship Id="rId24" Type="http://schemas.openxmlformats.org/officeDocument/2006/relationships/customXml" Target="../ink/ink265.xml"/><Relationship Id="rId40" Type="http://schemas.openxmlformats.org/officeDocument/2006/relationships/customXml" Target="../ink/ink273.xml"/><Relationship Id="rId45" Type="http://schemas.openxmlformats.org/officeDocument/2006/relationships/image" Target="../media/image281.png"/><Relationship Id="rId66" Type="http://schemas.openxmlformats.org/officeDocument/2006/relationships/customXml" Target="../ink/ink286.xml"/><Relationship Id="rId87" Type="http://schemas.openxmlformats.org/officeDocument/2006/relationships/image" Target="../media/image302.png"/><Relationship Id="rId61" Type="http://schemas.openxmlformats.org/officeDocument/2006/relationships/image" Target="../media/image289.png"/><Relationship Id="rId82" Type="http://schemas.openxmlformats.org/officeDocument/2006/relationships/customXml" Target="../ink/ink294.xml"/><Relationship Id="rId19" Type="http://schemas.openxmlformats.org/officeDocument/2006/relationships/image" Target="../media/image268.png"/><Relationship Id="rId14" Type="http://schemas.openxmlformats.org/officeDocument/2006/relationships/customXml" Target="../ink/ink260.xml"/><Relationship Id="rId30" Type="http://schemas.openxmlformats.org/officeDocument/2006/relationships/customXml" Target="../ink/ink268.xml"/><Relationship Id="rId35" Type="http://schemas.openxmlformats.org/officeDocument/2006/relationships/image" Target="../media/image276.png"/><Relationship Id="rId56" Type="http://schemas.openxmlformats.org/officeDocument/2006/relationships/customXml" Target="../ink/ink281.xml"/><Relationship Id="rId77" Type="http://schemas.openxmlformats.org/officeDocument/2006/relationships/image" Target="../media/image297.png"/><Relationship Id="rId100" Type="http://schemas.openxmlformats.org/officeDocument/2006/relationships/customXml" Target="../ink/ink303.xml"/><Relationship Id="rId105" Type="http://schemas.openxmlformats.org/officeDocument/2006/relationships/image" Target="../media/image311.png"/><Relationship Id="rId8" Type="http://schemas.openxmlformats.org/officeDocument/2006/relationships/customXml" Target="../ink/ink257.xml"/><Relationship Id="rId51" Type="http://schemas.openxmlformats.org/officeDocument/2006/relationships/image" Target="../media/image284.png"/><Relationship Id="rId72" Type="http://schemas.openxmlformats.org/officeDocument/2006/relationships/customXml" Target="../ink/ink289.xml"/><Relationship Id="rId93" Type="http://schemas.openxmlformats.org/officeDocument/2006/relationships/image" Target="../media/image305.png"/><Relationship Id="rId98" Type="http://schemas.openxmlformats.org/officeDocument/2006/relationships/customXml" Target="../ink/ink302.xml"/><Relationship Id="rId3" Type="http://schemas.openxmlformats.org/officeDocument/2006/relationships/image" Target="../media/image260.png"/><Relationship Id="rId25" Type="http://schemas.openxmlformats.org/officeDocument/2006/relationships/image" Target="../media/image271.png"/><Relationship Id="rId46" Type="http://schemas.openxmlformats.org/officeDocument/2006/relationships/customXml" Target="../ink/ink276.xml"/><Relationship Id="rId67" Type="http://schemas.openxmlformats.org/officeDocument/2006/relationships/image" Target="../media/image292.png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64.xml"/><Relationship Id="rId21" Type="http://schemas.openxmlformats.org/officeDocument/2006/relationships/customXml" Target="../ink/ink316.xml"/><Relationship Id="rId42" Type="http://schemas.openxmlformats.org/officeDocument/2006/relationships/image" Target="../media/image333.png"/><Relationship Id="rId63" Type="http://schemas.openxmlformats.org/officeDocument/2006/relationships/customXml" Target="../ink/ink337.xml"/><Relationship Id="rId84" Type="http://schemas.openxmlformats.org/officeDocument/2006/relationships/image" Target="../media/image354.png"/><Relationship Id="rId138" Type="http://schemas.openxmlformats.org/officeDocument/2006/relationships/image" Target="../media/image381.png"/><Relationship Id="rId159" Type="http://schemas.openxmlformats.org/officeDocument/2006/relationships/customXml" Target="../ink/ink385.xml"/><Relationship Id="rId107" Type="http://schemas.openxmlformats.org/officeDocument/2006/relationships/customXml" Target="../ink/ink359.xml"/><Relationship Id="rId11" Type="http://schemas.openxmlformats.org/officeDocument/2006/relationships/customXml" Target="../ink/ink311.xml"/><Relationship Id="rId32" Type="http://schemas.openxmlformats.org/officeDocument/2006/relationships/image" Target="../media/image328.png"/><Relationship Id="rId53" Type="http://schemas.openxmlformats.org/officeDocument/2006/relationships/customXml" Target="../ink/ink332.xml"/><Relationship Id="rId74" Type="http://schemas.openxmlformats.org/officeDocument/2006/relationships/image" Target="../media/image349.png"/><Relationship Id="rId128" Type="http://schemas.openxmlformats.org/officeDocument/2006/relationships/image" Target="../media/image376.png"/><Relationship Id="rId149" Type="http://schemas.openxmlformats.org/officeDocument/2006/relationships/customXml" Target="../ink/ink380.xml"/><Relationship Id="rId5" Type="http://schemas.openxmlformats.org/officeDocument/2006/relationships/customXml" Target="../ink/ink308.xml"/><Relationship Id="rId95" Type="http://schemas.openxmlformats.org/officeDocument/2006/relationships/customXml" Target="../ink/ink353.xml"/><Relationship Id="rId160" Type="http://schemas.openxmlformats.org/officeDocument/2006/relationships/image" Target="../media/image392.png"/><Relationship Id="rId22" Type="http://schemas.openxmlformats.org/officeDocument/2006/relationships/image" Target="../media/image323.png"/><Relationship Id="rId43" Type="http://schemas.openxmlformats.org/officeDocument/2006/relationships/customXml" Target="../ink/ink327.xml"/><Relationship Id="rId64" Type="http://schemas.openxmlformats.org/officeDocument/2006/relationships/image" Target="../media/image344.png"/><Relationship Id="rId118" Type="http://schemas.openxmlformats.org/officeDocument/2006/relationships/image" Target="../media/image371.png"/><Relationship Id="rId139" Type="http://schemas.openxmlformats.org/officeDocument/2006/relationships/customXml" Target="../ink/ink375.xml"/><Relationship Id="rId85" Type="http://schemas.openxmlformats.org/officeDocument/2006/relationships/customXml" Target="../ink/ink348.xml"/><Relationship Id="rId150" Type="http://schemas.openxmlformats.org/officeDocument/2006/relationships/image" Target="../media/image387.png"/><Relationship Id="rId12" Type="http://schemas.openxmlformats.org/officeDocument/2006/relationships/image" Target="../media/image318.png"/><Relationship Id="rId17" Type="http://schemas.openxmlformats.org/officeDocument/2006/relationships/customXml" Target="../ink/ink314.xml"/><Relationship Id="rId33" Type="http://schemas.openxmlformats.org/officeDocument/2006/relationships/customXml" Target="../ink/ink322.xml"/><Relationship Id="rId38" Type="http://schemas.openxmlformats.org/officeDocument/2006/relationships/image" Target="../media/image331.png"/><Relationship Id="rId59" Type="http://schemas.openxmlformats.org/officeDocument/2006/relationships/customXml" Target="../ink/ink335.xml"/><Relationship Id="rId103" Type="http://schemas.openxmlformats.org/officeDocument/2006/relationships/customXml" Target="../ink/ink357.xml"/><Relationship Id="rId108" Type="http://schemas.openxmlformats.org/officeDocument/2006/relationships/image" Target="../media/image366.png"/><Relationship Id="rId124" Type="http://schemas.openxmlformats.org/officeDocument/2006/relationships/image" Target="../media/image374.png"/><Relationship Id="rId129" Type="http://schemas.openxmlformats.org/officeDocument/2006/relationships/customXml" Target="../ink/ink370.xml"/><Relationship Id="rId54" Type="http://schemas.openxmlformats.org/officeDocument/2006/relationships/image" Target="../media/image339.png"/><Relationship Id="rId70" Type="http://schemas.openxmlformats.org/officeDocument/2006/relationships/image" Target="../media/image347.png"/><Relationship Id="rId75" Type="http://schemas.openxmlformats.org/officeDocument/2006/relationships/customXml" Target="../ink/ink343.xml"/><Relationship Id="rId91" Type="http://schemas.openxmlformats.org/officeDocument/2006/relationships/customXml" Target="../ink/ink351.xml"/><Relationship Id="rId96" Type="http://schemas.openxmlformats.org/officeDocument/2006/relationships/image" Target="../media/image360.png"/><Relationship Id="rId140" Type="http://schemas.openxmlformats.org/officeDocument/2006/relationships/image" Target="../media/image382.png"/><Relationship Id="rId145" Type="http://schemas.openxmlformats.org/officeDocument/2006/relationships/customXml" Target="../ink/ink378.xml"/><Relationship Id="rId161" Type="http://schemas.openxmlformats.org/officeDocument/2006/relationships/customXml" Target="../ink/ink38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5.png"/><Relationship Id="rId23" Type="http://schemas.openxmlformats.org/officeDocument/2006/relationships/customXml" Target="../ink/ink317.xml"/><Relationship Id="rId28" Type="http://schemas.openxmlformats.org/officeDocument/2006/relationships/image" Target="../media/image326.png"/><Relationship Id="rId49" Type="http://schemas.openxmlformats.org/officeDocument/2006/relationships/customXml" Target="../ink/ink330.xml"/><Relationship Id="rId114" Type="http://schemas.openxmlformats.org/officeDocument/2006/relationships/image" Target="../media/image369.png"/><Relationship Id="rId119" Type="http://schemas.openxmlformats.org/officeDocument/2006/relationships/customXml" Target="../ink/ink365.xml"/><Relationship Id="rId44" Type="http://schemas.openxmlformats.org/officeDocument/2006/relationships/image" Target="../media/image334.png"/><Relationship Id="rId60" Type="http://schemas.openxmlformats.org/officeDocument/2006/relationships/image" Target="../media/image342.png"/><Relationship Id="rId65" Type="http://schemas.openxmlformats.org/officeDocument/2006/relationships/customXml" Target="../ink/ink338.xml"/><Relationship Id="rId81" Type="http://schemas.openxmlformats.org/officeDocument/2006/relationships/customXml" Target="../ink/ink346.xml"/><Relationship Id="rId86" Type="http://schemas.openxmlformats.org/officeDocument/2006/relationships/image" Target="../media/image355.png"/><Relationship Id="rId130" Type="http://schemas.openxmlformats.org/officeDocument/2006/relationships/image" Target="../media/image377.png"/><Relationship Id="rId135" Type="http://schemas.openxmlformats.org/officeDocument/2006/relationships/customXml" Target="../ink/ink373.xml"/><Relationship Id="rId151" Type="http://schemas.openxmlformats.org/officeDocument/2006/relationships/customXml" Target="../ink/ink381.xml"/><Relationship Id="rId156" Type="http://schemas.openxmlformats.org/officeDocument/2006/relationships/image" Target="../media/image390.png"/><Relationship Id="rId13" Type="http://schemas.openxmlformats.org/officeDocument/2006/relationships/customXml" Target="../ink/ink312.xml"/><Relationship Id="rId18" Type="http://schemas.openxmlformats.org/officeDocument/2006/relationships/image" Target="../media/image321.png"/><Relationship Id="rId39" Type="http://schemas.openxmlformats.org/officeDocument/2006/relationships/customXml" Target="../ink/ink325.xml"/><Relationship Id="rId109" Type="http://schemas.openxmlformats.org/officeDocument/2006/relationships/customXml" Target="../ink/ink360.xml"/><Relationship Id="rId34" Type="http://schemas.openxmlformats.org/officeDocument/2006/relationships/image" Target="../media/image329.png"/><Relationship Id="rId50" Type="http://schemas.openxmlformats.org/officeDocument/2006/relationships/image" Target="../media/image337.png"/><Relationship Id="rId55" Type="http://schemas.openxmlformats.org/officeDocument/2006/relationships/customXml" Target="../ink/ink333.xml"/><Relationship Id="rId76" Type="http://schemas.openxmlformats.org/officeDocument/2006/relationships/image" Target="../media/image350.png"/><Relationship Id="rId97" Type="http://schemas.openxmlformats.org/officeDocument/2006/relationships/customXml" Target="../ink/ink354.xml"/><Relationship Id="rId104" Type="http://schemas.openxmlformats.org/officeDocument/2006/relationships/image" Target="../media/image364.png"/><Relationship Id="rId120" Type="http://schemas.openxmlformats.org/officeDocument/2006/relationships/image" Target="../media/image372.png"/><Relationship Id="rId125" Type="http://schemas.openxmlformats.org/officeDocument/2006/relationships/customXml" Target="../ink/ink368.xml"/><Relationship Id="rId141" Type="http://schemas.openxmlformats.org/officeDocument/2006/relationships/customXml" Target="../ink/ink376.xml"/><Relationship Id="rId146" Type="http://schemas.openxmlformats.org/officeDocument/2006/relationships/image" Target="../media/image385.png"/><Relationship Id="rId7" Type="http://schemas.openxmlformats.org/officeDocument/2006/relationships/customXml" Target="../ink/ink309.xml"/><Relationship Id="rId71" Type="http://schemas.openxmlformats.org/officeDocument/2006/relationships/customXml" Target="../ink/ink341.xml"/><Relationship Id="rId92" Type="http://schemas.openxmlformats.org/officeDocument/2006/relationships/image" Target="../media/image358.png"/><Relationship Id="rId162" Type="http://schemas.openxmlformats.org/officeDocument/2006/relationships/image" Target="../media/image393.png"/><Relationship Id="rId2" Type="http://schemas.openxmlformats.org/officeDocument/2006/relationships/image" Target="../media/image313.png"/><Relationship Id="rId29" Type="http://schemas.openxmlformats.org/officeDocument/2006/relationships/customXml" Target="../ink/ink320.xml"/><Relationship Id="rId24" Type="http://schemas.openxmlformats.org/officeDocument/2006/relationships/image" Target="../media/image324.png"/><Relationship Id="rId40" Type="http://schemas.openxmlformats.org/officeDocument/2006/relationships/image" Target="../media/image332.png"/><Relationship Id="rId45" Type="http://schemas.openxmlformats.org/officeDocument/2006/relationships/customXml" Target="../ink/ink328.xml"/><Relationship Id="rId66" Type="http://schemas.openxmlformats.org/officeDocument/2006/relationships/image" Target="../media/image345.png"/><Relationship Id="rId87" Type="http://schemas.openxmlformats.org/officeDocument/2006/relationships/customXml" Target="../ink/ink349.xml"/><Relationship Id="rId110" Type="http://schemas.openxmlformats.org/officeDocument/2006/relationships/image" Target="../media/image367.png"/><Relationship Id="rId115" Type="http://schemas.openxmlformats.org/officeDocument/2006/relationships/customXml" Target="../ink/ink363.xml"/><Relationship Id="rId131" Type="http://schemas.openxmlformats.org/officeDocument/2006/relationships/customXml" Target="../ink/ink371.xml"/><Relationship Id="rId136" Type="http://schemas.openxmlformats.org/officeDocument/2006/relationships/image" Target="../media/image380.png"/><Relationship Id="rId157" Type="http://schemas.openxmlformats.org/officeDocument/2006/relationships/customXml" Target="../ink/ink384.xml"/><Relationship Id="rId61" Type="http://schemas.openxmlformats.org/officeDocument/2006/relationships/customXml" Target="../ink/ink336.xml"/><Relationship Id="rId82" Type="http://schemas.openxmlformats.org/officeDocument/2006/relationships/image" Target="../media/image353.png"/><Relationship Id="rId152" Type="http://schemas.openxmlformats.org/officeDocument/2006/relationships/image" Target="../media/image388.png"/><Relationship Id="rId19" Type="http://schemas.openxmlformats.org/officeDocument/2006/relationships/customXml" Target="../ink/ink315.xml"/><Relationship Id="rId14" Type="http://schemas.openxmlformats.org/officeDocument/2006/relationships/image" Target="../media/image319.png"/><Relationship Id="rId30" Type="http://schemas.openxmlformats.org/officeDocument/2006/relationships/image" Target="../media/image327.png"/><Relationship Id="rId35" Type="http://schemas.openxmlformats.org/officeDocument/2006/relationships/customXml" Target="../ink/ink323.xml"/><Relationship Id="rId56" Type="http://schemas.openxmlformats.org/officeDocument/2006/relationships/image" Target="../media/image340.png"/><Relationship Id="rId77" Type="http://schemas.openxmlformats.org/officeDocument/2006/relationships/customXml" Target="../ink/ink344.xml"/><Relationship Id="rId100" Type="http://schemas.openxmlformats.org/officeDocument/2006/relationships/image" Target="../media/image362.png"/><Relationship Id="rId105" Type="http://schemas.openxmlformats.org/officeDocument/2006/relationships/customXml" Target="../ink/ink358.xml"/><Relationship Id="rId126" Type="http://schemas.openxmlformats.org/officeDocument/2006/relationships/image" Target="../media/image375.png"/><Relationship Id="rId147" Type="http://schemas.openxmlformats.org/officeDocument/2006/relationships/customXml" Target="../ink/ink379.xml"/><Relationship Id="rId8" Type="http://schemas.openxmlformats.org/officeDocument/2006/relationships/image" Target="../media/image316.png"/><Relationship Id="rId51" Type="http://schemas.openxmlformats.org/officeDocument/2006/relationships/customXml" Target="../ink/ink331.xml"/><Relationship Id="rId72" Type="http://schemas.openxmlformats.org/officeDocument/2006/relationships/image" Target="../media/image348.png"/><Relationship Id="rId93" Type="http://schemas.openxmlformats.org/officeDocument/2006/relationships/customXml" Target="../ink/ink352.xml"/><Relationship Id="rId98" Type="http://schemas.openxmlformats.org/officeDocument/2006/relationships/image" Target="../media/image361.png"/><Relationship Id="rId121" Type="http://schemas.openxmlformats.org/officeDocument/2006/relationships/customXml" Target="../ink/ink366.xml"/><Relationship Id="rId142" Type="http://schemas.openxmlformats.org/officeDocument/2006/relationships/image" Target="../media/image383.png"/><Relationship Id="rId3" Type="http://schemas.openxmlformats.org/officeDocument/2006/relationships/customXml" Target="../ink/ink307.xml"/><Relationship Id="rId25" Type="http://schemas.openxmlformats.org/officeDocument/2006/relationships/customXml" Target="../ink/ink318.xml"/><Relationship Id="rId46" Type="http://schemas.openxmlformats.org/officeDocument/2006/relationships/image" Target="../media/image335.png"/><Relationship Id="rId67" Type="http://schemas.openxmlformats.org/officeDocument/2006/relationships/customXml" Target="../ink/ink339.xml"/><Relationship Id="rId116" Type="http://schemas.openxmlformats.org/officeDocument/2006/relationships/image" Target="../media/image370.png"/><Relationship Id="rId137" Type="http://schemas.openxmlformats.org/officeDocument/2006/relationships/customXml" Target="../ink/ink374.xml"/><Relationship Id="rId158" Type="http://schemas.openxmlformats.org/officeDocument/2006/relationships/image" Target="../media/image391.png"/><Relationship Id="rId20" Type="http://schemas.openxmlformats.org/officeDocument/2006/relationships/image" Target="../media/image322.png"/><Relationship Id="rId41" Type="http://schemas.openxmlformats.org/officeDocument/2006/relationships/customXml" Target="../ink/ink326.xml"/><Relationship Id="rId62" Type="http://schemas.openxmlformats.org/officeDocument/2006/relationships/image" Target="../media/image343.png"/><Relationship Id="rId83" Type="http://schemas.openxmlformats.org/officeDocument/2006/relationships/customXml" Target="../ink/ink347.xml"/><Relationship Id="rId88" Type="http://schemas.openxmlformats.org/officeDocument/2006/relationships/image" Target="../media/image356.png"/><Relationship Id="rId111" Type="http://schemas.openxmlformats.org/officeDocument/2006/relationships/customXml" Target="../ink/ink361.xml"/><Relationship Id="rId132" Type="http://schemas.openxmlformats.org/officeDocument/2006/relationships/image" Target="../media/image378.png"/><Relationship Id="rId153" Type="http://schemas.openxmlformats.org/officeDocument/2006/relationships/customXml" Target="../ink/ink382.xml"/><Relationship Id="rId15" Type="http://schemas.openxmlformats.org/officeDocument/2006/relationships/customXml" Target="../ink/ink313.xml"/><Relationship Id="rId36" Type="http://schemas.openxmlformats.org/officeDocument/2006/relationships/image" Target="../media/image330.png"/><Relationship Id="rId57" Type="http://schemas.openxmlformats.org/officeDocument/2006/relationships/customXml" Target="../ink/ink334.xml"/><Relationship Id="rId106" Type="http://schemas.openxmlformats.org/officeDocument/2006/relationships/image" Target="../media/image365.png"/><Relationship Id="rId127" Type="http://schemas.openxmlformats.org/officeDocument/2006/relationships/customXml" Target="../ink/ink369.xml"/><Relationship Id="rId10" Type="http://schemas.openxmlformats.org/officeDocument/2006/relationships/image" Target="../media/image317.png"/><Relationship Id="rId31" Type="http://schemas.openxmlformats.org/officeDocument/2006/relationships/customXml" Target="../ink/ink321.xml"/><Relationship Id="rId52" Type="http://schemas.openxmlformats.org/officeDocument/2006/relationships/image" Target="../media/image338.png"/><Relationship Id="rId73" Type="http://schemas.openxmlformats.org/officeDocument/2006/relationships/customXml" Target="../ink/ink342.xml"/><Relationship Id="rId78" Type="http://schemas.openxmlformats.org/officeDocument/2006/relationships/image" Target="../media/image351.png"/><Relationship Id="rId94" Type="http://schemas.openxmlformats.org/officeDocument/2006/relationships/image" Target="../media/image359.png"/><Relationship Id="rId99" Type="http://schemas.openxmlformats.org/officeDocument/2006/relationships/customXml" Target="../ink/ink355.xml"/><Relationship Id="rId101" Type="http://schemas.openxmlformats.org/officeDocument/2006/relationships/customXml" Target="../ink/ink356.xml"/><Relationship Id="rId122" Type="http://schemas.openxmlformats.org/officeDocument/2006/relationships/image" Target="../media/image373.png"/><Relationship Id="rId143" Type="http://schemas.openxmlformats.org/officeDocument/2006/relationships/customXml" Target="../ink/ink377.xml"/><Relationship Id="rId148" Type="http://schemas.openxmlformats.org/officeDocument/2006/relationships/image" Target="../media/image386.png"/><Relationship Id="rId4" Type="http://schemas.openxmlformats.org/officeDocument/2006/relationships/image" Target="../media/image314.png"/><Relationship Id="rId9" Type="http://schemas.openxmlformats.org/officeDocument/2006/relationships/customXml" Target="../ink/ink310.xml"/><Relationship Id="rId26" Type="http://schemas.openxmlformats.org/officeDocument/2006/relationships/image" Target="../media/image325.png"/><Relationship Id="rId47" Type="http://schemas.openxmlformats.org/officeDocument/2006/relationships/customXml" Target="../ink/ink329.xml"/><Relationship Id="rId68" Type="http://schemas.openxmlformats.org/officeDocument/2006/relationships/image" Target="../media/image346.png"/><Relationship Id="rId89" Type="http://schemas.openxmlformats.org/officeDocument/2006/relationships/customXml" Target="../ink/ink350.xml"/><Relationship Id="rId112" Type="http://schemas.openxmlformats.org/officeDocument/2006/relationships/image" Target="../media/image368.png"/><Relationship Id="rId133" Type="http://schemas.openxmlformats.org/officeDocument/2006/relationships/customXml" Target="../ink/ink372.xml"/><Relationship Id="rId154" Type="http://schemas.openxmlformats.org/officeDocument/2006/relationships/image" Target="../media/image389.png"/><Relationship Id="rId16" Type="http://schemas.openxmlformats.org/officeDocument/2006/relationships/image" Target="../media/image320.png"/><Relationship Id="rId37" Type="http://schemas.openxmlformats.org/officeDocument/2006/relationships/customXml" Target="../ink/ink324.xml"/><Relationship Id="rId58" Type="http://schemas.openxmlformats.org/officeDocument/2006/relationships/image" Target="../media/image341.png"/><Relationship Id="rId79" Type="http://schemas.openxmlformats.org/officeDocument/2006/relationships/customXml" Target="../ink/ink345.xml"/><Relationship Id="rId102" Type="http://schemas.openxmlformats.org/officeDocument/2006/relationships/image" Target="../media/image363.png"/><Relationship Id="rId123" Type="http://schemas.openxmlformats.org/officeDocument/2006/relationships/customXml" Target="../ink/ink367.xml"/><Relationship Id="rId144" Type="http://schemas.openxmlformats.org/officeDocument/2006/relationships/image" Target="../media/image384.png"/><Relationship Id="rId90" Type="http://schemas.openxmlformats.org/officeDocument/2006/relationships/image" Target="../media/image357.png"/><Relationship Id="rId27" Type="http://schemas.openxmlformats.org/officeDocument/2006/relationships/customXml" Target="../ink/ink319.xml"/><Relationship Id="rId48" Type="http://schemas.openxmlformats.org/officeDocument/2006/relationships/image" Target="../media/image336.png"/><Relationship Id="rId69" Type="http://schemas.openxmlformats.org/officeDocument/2006/relationships/customXml" Target="../ink/ink340.xml"/><Relationship Id="rId113" Type="http://schemas.openxmlformats.org/officeDocument/2006/relationships/customXml" Target="../ink/ink362.xml"/><Relationship Id="rId134" Type="http://schemas.openxmlformats.org/officeDocument/2006/relationships/image" Target="../media/image379.png"/><Relationship Id="rId80" Type="http://schemas.openxmlformats.org/officeDocument/2006/relationships/image" Target="../media/image352.png"/><Relationship Id="rId155" Type="http://schemas.openxmlformats.org/officeDocument/2006/relationships/customXml" Target="../ink/ink38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7.png"/><Relationship Id="rId13" Type="http://schemas.openxmlformats.org/officeDocument/2006/relationships/customXml" Target="../ink/ink392.xml"/><Relationship Id="rId18" Type="http://schemas.openxmlformats.org/officeDocument/2006/relationships/image" Target="../media/image402.png"/><Relationship Id="rId26" Type="http://schemas.openxmlformats.org/officeDocument/2006/relationships/image" Target="../media/image406.png"/><Relationship Id="rId3" Type="http://schemas.openxmlformats.org/officeDocument/2006/relationships/customXml" Target="../ink/ink387.xml"/><Relationship Id="rId21" Type="http://schemas.openxmlformats.org/officeDocument/2006/relationships/customXml" Target="../ink/ink396.xml"/><Relationship Id="rId7" Type="http://schemas.openxmlformats.org/officeDocument/2006/relationships/customXml" Target="../ink/ink389.xml"/><Relationship Id="rId12" Type="http://schemas.openxmlformats.org/officeDocument/2006/relationships/image" Target="../media/image399.png"/><Relationship Id="rId17" Type="http://schemas.openxmlformats.org/officeDocument/2006/relationships/customXml" Target="../ink/ink394.xml"/><Relationship Id="rId25" Type="http://schemas.openxmlformats.org/officeDocument/2006/relationships/customXml" Target="../ink/ink398.xml"/><Relationship Id="rId2" Type="http://schemas.openxmlformats.org/officeDocument/2006/relationships/image" Target="../media/image394.png"/><Relationship Id="rId16" Type="http://schemas.openxmlformats.org/officeDocument/2006/relationships/image" Target="../media/image401.png"/><Relationship Id="rId20" Type="http://schemas.openxmlformats.org/officeDocument/2006/relationships/image" Target="../media/image40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6.png"/><Relationship Id="rId11" Type="http://schemas.openxmlformats.org/officeDocument/2006/relationships/customXml" Target="../ink/ink391.xml"/><Relationship Id="rId24" Type="http://schemas.openxmlformats.org/officeDocument/2006/relationships/image" Target="../media/image405.png"/><Relationship Id="rId5" Type="http://schemas.openxmlformats.org/officeDocument/2006/relationships/customXml" Target="../ink/ink388.xml"/><Relationship Id="rId15" Type="http://schemas.openxmlformats.org/officeDocument/2006/relationships/customXml" Target="../ink/ink393.xml"/><Relationship Id="rId23" Type="http://schemas.openxmlformats.org/officeDocument/2006/relationships/customXml" Target="../ink/ink397.xml"/><Relationship Id="rId10" Type="http://schemas.openxmlformats.org/officeDocument/2006/relationships/image" Target="../media/image398.png"/><Relationship Id="rId19" Type="http://schemas.openxmlformats.org/officeDocument/2006/relationships/customXml" Target="../ink/ink395.xml"/><Relationship Id="rId4" Type="http://schemas.openxmlformats.org/officeDocument/2006/relationships/image" Target="../media/image395.png"/><Relationship Id="rId9" Type="http://schemas.openxmlformats.org/officeDocument/2006/relationships/customXml" Target="../ink/ink390.xml"/><Relationship Id="rId14" Type="http://schemas.openxmlformats.org/officeDocument/2006/relationships/image" Target="../media/image400.png"/><Relationship Id="rId22" Type="http://schemas.openxmlformats.org/officeDocument/2006/relationships/image" Target="../media/image40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02.xml"/><Relationship Id="rId13" Type="http://schemas.openxmlformats.org/officeDocument/2006/relationships/image" Target="../media/image412.png"/><Relationship Id="rId3" Type="http://schemas.openxmlformats.org/officeDocument/2006/relationships/image" Target="../media/image407.png"/><Relationship Id="rId7" Type="http://schemas.openxmlformats.org/officeDocument/2006/relationships/image" Target="../media/image409.png"/><Relationship Id="rId12" Type="http://schemas.openxmlformats.org/officeDocument/2006/relationships/customXml" Target="../ink/ink404.xml"/><Relationship Id="rId17" Type="http://schemas.openxmlformats.org/officeDocument/2006/relationships/image" Target="../media/image414.png"/><Relationship Id="rId2" Type="http://schemas.openxmlformats.org/officeDocument/2006/relationships/customXml" Target="../ink/ink399.xml"/><Relationship Id="rId16" Type="http://schemas.openxmlformats.org/officeDocument/2006/relationships/customXml" Target="../ink/ink40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01.xml"/><Relationship Id="rId11" Type="http://schemas.openxmlformats.org/officeDocument/2006/relationships/image" Target="../media/image411.png"/><Relationship Id="rId5" Type="http://schemas.openxmlformats.org/officeDocument/2006/relationships/image" Target="../media/image408.png"/><Relationship Id="rId15" Type="http://schemas.openxmlformats.org/officeDocument/2006/relationships/image" Target="../media/image413.png"/><Relationship Id="rId10" Type="http://schemas.openxmlformats.org/officeDocument/2006/relationships/customXml" Target="../ink/ink403.xml"/><Relationship Id="rId4" Type="http://schemas.openxmlformats.org/officeDocument/2006/relationships/customXml" Target="../ink/ink400.xml"/><Relationship Id="rId9" Type="http://schemas.openxmlformats.org/officeDocument/2006/relationships/image" Target="../media/image410.png"/><Relationship Id="rId14" Type="http://schemas.openxmlformats.org/officeDocument/2006/relationships/customXml" Target="../ink/ink40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8.png"/><Relationship Id="rId13" Type="http://schemas.openxmlformats.org/officeDocument/2006/relationships/customXml" Target="../ink/ink412.xml"/><Relationship Id="rId18" Type="http://schemas.openxmlformats.org/officeDocument/2006/relationships/image" Target="../media/image423.png"/><Relationship Id="rId26" Type="http://schemas.openxmlformats.org/officeDocument/2006/relationships/image" Target="../media/image427.png"/><Relationship Id="rId3" Type="http://schemas.openxmlformats.org/officeDocument/2006/relationships/customXml" Target="../ink/ink407.xml"/><Relationship Id="rId21" Type="http://schemas.openxmlformats.org/officeDocument/2006/relationships/customXml" Target="../ink/ink416.xml"/><Relationship Id="rId7" Type="http://schemas.openxmlformats.org/officeDocument/2006/relationships/customXml" Target="../ink/ink409.xml"/><Relationship Id="rId12" Type="http://schemas.openxmlformats.org/officeDocument/2006/relationships/image" Target="../media/image420.png"/><Relationship Id="rId17" Type="http://schemas.openxmlformats.org/officeDocument/2006/relationships/customXml" Target="../ink/ink414.xml"/><Relationship Id="rId25" Type="http://schemas.openxmlformats.org/officeDocument/2006/relationships/customXml" Target="../ink/ink418.xml"/><Relationship Id="rId2" Type="http://schemas.openxmlformats.org/officeDocument/2006/relationships/image" Target="../media/image415.png"/><Relationship Id="rId16" Type="http://schemas.openxmlformats.org/officeDocument/2006/relationships/image" Target="../media/image422.png"/><Relationship Id="rId20" Type="http://schemas.openxmlformats.org/officeDocument/2006/relationships/image" Target="../media/image4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7.png"/><Relationship Id="rId11" Type="http://schemas.openxmlformats.org/officeDocument/2006/relationships/customXml" Target="../ink/ink411.xml"/><Relationship Id="rId24" Type="http://schemas.openxmlformats.org/officeDocument/2006/relationships/image" Target="../media/image426.png"/><Relationship Id="rId5" Type="http://schemas.openxmlformats.org/officeDocument/2006/relationships/customXml" Target="../ink/ink408.xml"/><Relationship Id="rId15" Type="http://schemas.openxmlformats.org/officeDocument/2006/relationships/customXml" Target="../ink/ink413.xml"/><Relationship Id="rId23" Type="http://schemas.openxmlformats.org/officeDocument/2006/relationships/customXml" Target="../ink/ink417.xml"/><Relationship Id="rId10" Type="http://schemas.openxmlformats.org/officeDocument/2006/relationships/image" Target="../media/image419.png"/><Relationship Id="rId19" Type="http://schemas.openxmlformats.org/officeDocument/2006/relationships/customXml" Target="../ink/ink415.xml"/><Relationship Id="rId4" Type="http://schemas.openxmlformats.org/officeDocument/2006/relationships/image" Target="../media/image416.png"/><Relationship Id="rId9" Type="http://schemas.openxmlformats.org/officeDocument/2006/relationships/customXml" Target="../ink/ink410.xml"/><Relationship Id="rId14" Type="http://schemas.openxmlformats.org/officeDocument/2006/relationships/image" Target="../media/image421.png"/><Relationship Id="rId22" Type="http://schemas.openxmlformats.org/officeDocument/2006/relationships/image" Target="../media/image42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24.xml"/><Relationship Id="rId18" Type="http://schemas.openxmlformats.org/officeDocument/2006/relationships/image" Target="../media/image436.png"/><Relationship Id="rId26" Type="http://schemas.openxmlformats.org/officeDocument/2006/relationships/image" Target="../media/image440.png"/><Relationship Id="rId39" Type="http://schemas.openxmlformats.org/officeDocument/2006/relationships/customXml" Target="../ink/ink437.xml"/><Relationship Id="rId21" Type="http://schemas.openxmlformats.org/officeDocument/2006/relationships/customXml" Target="../ink/ink428.xml"/><Relationship Id="rId34" Type="http://schemas.openxmlformats.org/officeDocument/2006/relationships/image" Target="../media/image444.png"/><Relationship Id="rId42" Type="http://schemas.openxmlformats.org/officeDocument/2006/relationships/image" Target="../media/image448.png"/><Relationship Id="rId47" Type="http://schemas.openxmlformats.org/officeDocument/2006/relationships/customXml" Target="../ink/ink441.xml"/><Relationship Id="rId50" Type="http://schemas.openxmlformats.org/officeDocument/2006/relationships/image" Target="../media/image452.png"/><Relationship Id="rId55" Type="http://schemas.openxmlformats.org/officeDocument/2006/relationships/customXml" Target="../ink/ink445.xml"/><Relationship Id="rId7" Type="http://schemas.openxmlformats.org/officeDocument/2006/relationships/customXml" Target="../ink/ink421.xml"/><Relationship Id="rId2" Type="http://schemas.openxmlformats.org/officeDocument/2006/relationships/image" Target="../media/image428.png"/><Relationship Id="rId16" Type="http://schemas.openxmlformats.org/officeDocument/2006/relationships/image" Target="../media/image435.png"/><Relationship Id="rId29" Type="http://schemas.openxmlformats.org/officeDocument/2006/relationships/customXml" Target="../ink/ink432.xml"/><Relationship Id="rId11" Type="http://schemas.openxmlformats.org/officeDocument/2006/relationships/customXml" Target="../ink/ink423.xml"/><Relationship Id="rId24" Type="http://schemas.openxmlformats.org/officeDocument/2006/relationships/image" Target="../media/image439.png"/><Relationship Id="rId32" Type="http://schemas.openxmlformats.org/officeDocument/2006/relationships/image" Target="../media/image443.png"/><Relationship Id="rId37" Type="http://schemas.openxmlformats.org/officeDocument/2006/relationships/customXml" Target="../ink/ink436.xml"/><Relationship Id="rId40" Type="http://schemas.openxmlformats.org/officeDocument/2006/relationships/image" Target="../media/image447.png"/><Relationship Id="rId45" Type="http://schemas.openxmlformats.org/officeDocument/2006/relationships/customXml" Target="../ink/ink440.xml"/><Relationship Id="rId53" Type="http://schemas.openxmlformats.org/officeDocument/2006/relationships/customXml" Target="../ink/ink444.xml"/><Relationship Id="rId5" Type="http://schemas.openxmlformats.org/officeDocument/2006/relationships/customXml" Target="../ink/ink420.xml"/><Relationship Id="rId10" Type="http://schemas.openxmlformats.org/officeDocument/2006/relationships/image" Target="../media/image432.png"/><Relationship Id="rId19" Type="http://schemas.openxmlformats.org/officeDocument/2006/relationships/customXml" Target="../ink/ink427.xml"/><Relationship Id="rId31" Type="http://schemas.openxmlformats.org/officeDocument/2006/relationships/customXml" Target="../ink/ink433.xml"/><Relationship Id="rId44" Type="http://schemas.openxmlformats.org/officeDocument/2006/relationships/image" Target="../media/image449.png"/><Relationship Id="rId52" Type="http://schemas.openxmlformats.org/officeDocument/2006/relationships/image" Target="../media/image453.png"/><Relationship Id="rId4" Type="http://schemas.openxmlformats.org/officeDocument/2006/relationships/image" Target="../media/image429.png"/><Relationship Id="rId9" Type="http://schemas.openxmlformats.org/officeDocument/2006/relationships/customXml" Target="../ink/ink422.xml"/><Relationship Id="rId14" Type="http://schemas.openxmlformats.org/officeDocument/2006/relationships/image" Target="../media/image434.png"/><Relationship Id="rId22" Type="http://schemas.openxmlformats.org/officeDocument/2006/relationships/image" Target="../media/image438.png"/><Relationship Id="rId27" Type="http://schemas.openxmlformats.org/officeDocument/2006/relationships/customXml" Target="../ink/ink431.xml"/><Relationship Id="rId30" Type="http://schemas.openxmlformats.org/officeDocument/2006/relationships/image" Target="../media/image442.png"/><Relationship Id="rId35" Type="http://schemas.openxmlformats.org/officeDocument/2006/relationships/customXml" Target="../ink/ink435.xml"/><Relationship Id="rId43" Type="http://schemas.openxmlformats.org/officeDocument/2006/relationships/customXml" Target="../ink/ink439.xml"/><Relationship Id="rId48" Type="http://schemas.openxmlformats.org/officeDocument/2006/relationships/image" Target="../media/image451.png"/><Relationship Id="rId56" Type="http://schemas.openxmlformats.org/officeDocument/2006/relationships/image" Target="../media/image455.png"/><Relationship Id="rId8" Type="http://schemas.openxmlformats.org/officeDocument/2006/relationships/image" Target="../media/image431.png"/><Relationship Id="rId51" Type="http://schemas.openxmlformats.org/officeDocument/2006/relationships/customXml" Target="../ink/ink443.xml"/><Relationship Id="rId3" Type="http://schemas.openxmlformats.org/officeDocument/2006/relationships/customXml" Target="../ink/ink419.xml"/><Relationship Id="rId12" Type="http://schemas.openxmlformats.org/officeDocument/2006/relationships/image" Target="../media/image433.png"/><Relationship Id="rId17" Type="http://schemas.openxmlformats.org/officeDocument/2006/relationships/customXml" Target="../ink/ink426.xml"/><Relationship Id="rId25" Type="http://schemas.openxmlformats.org/officeDocument/2006/relationships/customXml" Target="../ink/ink430.xml"/><Relationship Id="rId33" Type="http://schemas.openxmlformats.org/officeDocument/2006/relationships/customXml" Target="../ink/ink434.xml"/><Relationship Id="rId38" Type="http://schemas.openxmlformats.org/officeDocument/2006/relationships/image" Target="../media/image446.png"/><Relationship Id="rId46" Type="http://schemas.openxmlformats.org/officeDocument/2006/relationships/image" Target="../media/image450.png"/><Relationship Id="rId20" Type="http://schemas.openxmlformats.org/officeDocument/2006/relationships/image" Target="../media/image437.png"/><Relationship Id="rId41" Type="http://schemas.openxmlformats.org/officeDocument/2006/relationships/customXml" Target="../ink/ink438.xml"/><Relationship Id="rId54" Type="http://schemas.openxmlformats.org/officeDocument/2006/relationships/image" Target="../media/image4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0.png"/><Relationship Id="rId15" Type="http://schemas.openxmlformats.org/officeDocument/2006/relationships/customXml" Target="../ink/ink425.xml"/><Relationship Id="rId23" Type="http://schemas.openxmlformats.org/officeDocument/2006/relationships/customXml" Target="../ink/ink429.xml"/><Relationship Id="rId28" Type="http://schemas.openxmlformats.org/officeDocument/2006/relationships/image" Target="../media/image441.png"/><Relationship Id="rId36" Type="http://schemas.openxmlformats.org/officeDocument/2006/relationships/image" Target="../media/image445.png"/><Relationship Id="rId49" Type="http://schemas.openxmlformats.org/officeDocument/2006/relationships/customXml" Target="../ink/ink442.xml"/></Relationships>
</file>

<file path=ppt/slides/_rels/slide2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58.xml"/><Relationship Id="rId21" Type="http://schemas.openxmlformats.org/officeDocument/2006/relationships/image" Target="../media/image465.png"/><Relationship Id="rId42" Type="http://schemas.openxmlformats.org/officeDocument/2006/relationships/customXml" Target="../ink/ink466.xml"/><Relationship Id="rId47" Type="http://schemas.openxmlformats.org/officeDocument/2006/relationships/image" Target="../media/image478.png"/><Relationship Id="rId63" Type="http://schemas.openxmlformats.org/officeDocument/2006/relationships/image" Target="../media/image486.png"/><Relationship Id="rId68" Type="http://schemas.openxmlformats.org/officeDocument/2006/relationships/customXml" Target="../ink/ink479.xml"/><Relationship Id="rId16" Type="http://schemas.openxmlformats.org/officeDocument/2006/relationships/customXml" Target="../ink/ink453.xml"/><Relationship Id="rId11" Type="http://schemas.openxmlformats.org/officeDocument/2006/relationships/image" Target="../media/image460.png"/><Relationship Id="rId24" Type="http://schemas.openxmlformats.org/officeDocument/2006/relationships/customXml" Target="../ink/ink457.xml"/><Relationship Id="rId32" Type="http://schemas.openxmlformats.org/officeDocument/2006/relationships/customXml" Target="../ink/ink461.xml"/><Relationship Id="rId37" Type="http://schemas.openxmlformats.org/officeDocument/2006/relationships/image" Target="../media/image473.png"/><Relationship Id="rId40" Type="http://schemas.openxmlformats.org/officeDocument/2006/relationships/customXml" Target="../ink/ink465.xml"/><Relationship Id="rId45" Type="http://schemas.openxmlformats.org/officeDocument/2006/relationships/image" Target="../media/image477.png"/><Relationship Id="rId53" Type="http://schemas.openxmlformats.org/officeDocument/2006/relationships/image" Target="../media/image481.png"/><Relationship Id="rId58" Type="http://schemas.openxmlformats.org/officeDocument/2006/relationships/customXml" Target="../ink/ink474.xml"/><Relationship Id="rId66" Type="http://schemas.openxmlformats.org/officeDocument/2006/relationships/customXml" Target="../ink/ink478.xml"/><Relationship Id="rId74" Type="http://schemas.openxmlformats.org/officeDocument/2006/relationships/customXml" Target="../ink/ink482.xml"/><Relationship Id="rId5" Type="http://schemas.openxmlformats.org/officeDocument/2006/relationships/image" Target="../media/image457.png"/><Relationship Id="rId61" Type="http://schemas.openxmlformats.org/officeDocument/2006/relationships/image" Target="../media/image485.png"/><Relationship Id="rId19" Type="http://schemas.openxmlformats.org/officeDocument/2006/relationships/image" Target="../media/image464.png"/><Relationship Id="rId14" Type="http://schemas.openxmlformats.org/officeDocument/2006/relationships/customXml" Target="../ink/ink452.xml"/><Relationship Id="rId22" Type="http://schemas.openxmlformats.org/officeDocument/2006/relationships/customXml" Target="../ink/ink456.xml"/><Relationship Id="rId27" Type="http://schemas.openxmlformats.org/officeDocument/2006/relationships/image" Target="../media/image468.png"/><Relationship Id="rId30" Type="http://schemas.openxmlformats.org/officeDocument/2006/relationships/customXml" Target="../ink/ink460.xml"/><Relationship Id="rId35" Type="http://schemas.openxmlformats.org/officeDocument/2006/relationships/image" Target="../media/image472.png"/><Relationship Id="rId43" Type="http://schemas.openxmlformats.org/officeDocument/2006/relationships/image" Target="../media/image476.png"/><Relationship Id="rId48" Type="http://schemas.openxmlformats.org/officeDocument/2006/relationships/customXml" Target="../ink/ink469.xml"/><Relationship Id="rId56" Type="http://schemas.openxmlformats.org/officeDocument/2006/relationships/customXml" Target="../ink/ink473.xml"/><Relationship Id="rId64" Type="http://schemas.openxmlformats.org/officeDocument/2006/relationships/customXml" Target="../ink/ink477.xml"/><Relationship Id="rId69" Type="http://schemas.openxmlformats.org/officeDocument/2006/relationships/image" Target="../media/image489.png"/><Relationship Id="rId77" Type="http://schemas.openxmlformats.org/officeDocument/2006/relationships/image" Target="../media/image493.png"/><Relationship Id="rId8" Type="http://schemas.openxmlformats.org/officeDocument/2006/relationships/customXml" Target="../ink/ink449.xml"/><Relationship Id="rId51" Type="http://schemas.openxmlformats.org/officeDocument/2006/relationships/image" Target="../media/image480.png"/><Relationship Id="rId72" Type="http://schemas.openxmlformats.org/officeDocument/2006/relationships/customXml" Target="../ink/ink481.xml"/><Relationship Id="rId3" Type="http://schemas.openxmlformats.org/officeDocument/2006/relationships/image" Target="../media/image456.png"/><Relationship Id="rId12" Type="http://schemas.openxmlformats.org/officeDocument/2006/relationships/customXml" Target="../ink/ink451.xml"/><Relationship Id="rId17" Type="http://schemas.openxmlformats.org/officeDocument/2006/relationships/image" Target="../media/image463.png"/><Relationship Id="rId25" Type="http://schemas.openxmlformats.org/officeDocument/2006/relationships/image" Target="../media/image467.png"/><Relationship Id="rId33" Type="http://schemas.openxmlformats.org/officeDocument/2006/relationships/image" Target="../media/image471.png"/><Relationship Id="rId38" Type="http://schemas.openxmlformats.org/officeDocument/2006/relationships/customXml" Target="../ink/ink464.xml"/><Relationship Id="rId46" Type="http://schemas.openxmlformats.org/officeDocument/2006/relationships/customXml" Target="../ink/ink468.xml"/><Relationship Id="rId59" Type="http://schemas.openxmlformats.org/officeDocument/2006/relationships/image" Target="../media/image484.png"/><Relationship Id="rId67" Type="http://schemas.openxmlformats.org/officeDocument/2006/relationships/image" Target="../media/image488.png"/><Relationship Id="rId20" Type="http://schemas.openxmlformats.org/officeDocument/2006/relationships/customXml" Target="../ink/ink455.xml"/><Relationship Id="rId41" Type="http://schemas.openxmlformats.org/officeDocument/2006/relationships/image" Target="../media/image475.png"/><Relationship Id="rId54" Type="http://schemas.openxmlformats.org/officeDocument/2006/relationships/customXml" Target="../ink/ink472.xml"/><Relationship Id="rId62" Type="http://schemas.openxmlformats.org/officeDocument/2006/relationships/customXml" Target="../ink/ink476.xml"/><Relationship Id="rId70" Type="http://schemas.openxmlformats.org/officeDocument/2006/relationships/customXml" Target="../ink/ink480.xml"/><Relationship Id="rId75" Type="http://schemas.openxmlformats.org/officeDocument/2006/relationships/image" Target="../media/image49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48.xml"/><Relationship Id="rId15" Type="http://schemas.openxmlformats.org/officeDocument/2006/relationships/image" Target="../media/image462.png"/><Relationship Id="rId23" Type="http://schemas.openxmlformats.org/officeDocument/2006/relationships/image" Target="../media/image466.png"/><Relationship Id="rId28" Type="http://schemas.openxmlformats.org/officeDocument/2006/relationships/customXml" Target="../ink/ink459.xml"/><Relationship Id="rId36" Type="http://schemas.openxmlformats.org/officeDocument/2006/relationships/customXml" Target="../ink/ink463.xml"/><Relationship Id="rId49" Type="http://schemas.openxmlformats.org/officeDocument/2006/relationships/image" Target="../media/image479.png"/><Relationship Id="rId57" Type="http://schemas.openxmlformats.org/officeDocument/2006/relationships/image" Target="../media/image483.png"/><Relationship Id="rId10" Type="http://schemas.openxmlformats.org/officeDocument/2006/relationships/customXml" Target="../ink/ink450.xml"/><Relationship Id="rId31" Type="http://schemas.openxmlformats.org/officeDocument/2006/relationships/image" Target="../media/image470.png"/><Relationship Id="rId44" Type="http://schemas.openxmlformats.org/officeDocument/2006/relationships/customXml" Target="../ink/ink467.xml"/><Relationship Id="rId52" Type="http://schemas.openxmlformats.org/officeDocument/2006/relationships/customXml" Target="../ink/ink471.xml"/><Relationship Id="rId60" Type="http://schemas.openxmlformats.org/officeDocument/2006/relationships/customXml" Target="../ink/ink475.xml"/><Relationship Id="rId65" Type="http://schemas.openxmlformats.org/officeDocument/2006/relationships/image" Target="../media/image487.png"/><Relationship Id="rId73" Type="http://schemas.openxmlformats.org/officeDocument/2006/relationships/image" Target="../media/image491.png"/><Relationship Id="rId4" Type="http://schemas.openxmlformats.org/officeDocument/2006/relationships/customXml" Target="../ink/ink447.xml"/><Relationship Id="rId9" Type="http://schemas.openxmlformats.org/officeDocument/2006/relationships/image" Target="../media/image459.png"/><Relationship Id="rId13" Type="http://schemas.openxmlformats.org/officeDocument/2006/relationships/image" Target="../media/image461.png"/><Relationship Id="rId18" Type="http://schemas.openxmlformats.org/officeDocument/2006/relationships/customXml" Target="../ink/ink454.xml"/><Relationship Id="rId39" Type="http://schemas.openxmlformats.org/officeDocument/2006/relationships/image" Target="../media/image474.png"/><Relationship Id="rId34" Type="http://schemas.openxmlformats.org/officeDocument/2006/relationships/customXml" Target="../ink/ink462.xml"/><Relationship Id="rId50" Type="http://schemas.openxmlformats.org/officeDocument/2006/relationships/customXml" Target="../ink/ink470.xml"/><Relationship Id="rId55" Type="http://schemas.openxmlformats.org/officeDocument/2006/relationships/image" Target="../media/image482.png"/><Relationship Id="rId76" Type="http://schemas.openxmlformats.org/officeDocument/2006/relationships/customXml" Target="../ink/ink483.xml"/><Relationship Id="rId7" Type="http://schemas.openxmlformats.org/officeDocument/2006/relationships/image" Target="../media/image458.png"/><Relationship Id="rId71" Type="http://schemas.openxmlformats.org/officeDocument/2006/relationships/image" Target="../media/image490.png"/><Relationship Id="rId2" Type="http://schemas.openxmlformats.org/officeDocument/2006/relationships/customXml" Target="../ink/ink446.xml"/><Relationship Id="rId29" Type="http://schemas.openxmlformats.org/officeDocument/2006/relationships/image" Target="../media/image46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89.xml"/><Relationship Id="rId18" Type="http://schemas.openxmlformats.org/officeDocument/2006/relationships/image" Target="../media/image502.png"/><Relationship Id="rId26" Type="http://schemas.openxmlformats.org/officeDocument/2006/relationships/image" Target="../media/image506.png"/><Relationship Id="rId39" Type="http://schemas.openxmlformats.org/officeDocument/2006/relationships/customXml" Target="../ink/ink502.xml"/><Relationship Id="rId21" Type="http://schemas.openxmlformats.org/officeDocument/2006/relationships/customXml" Target="../ink/ink493.xml"/><Relationship Id="rId34" Type="http://schemas.openxmlformats.org/officeDocument/2006/relationships/image" Target="../media/image510.png"/><Relationship Id="rId42" Type="http://schemas.openxmlformats.org/officeDocument/2006/relationships/image" Target="../media/image514.png"/><Relationship Id="rId7" Type="http://schemas.openxmlformats.org/officeDocument/2006/relationships/customXml" Target="../ink/ink486.xml"/><Relationship Id="rId2" Type="http://schemas.openxmlformats.org/officeDocument/2006/relationships/image" Target="../media/image494.png"/><Relationship Id="rId16" Type="http://schemas.openxmlformats.org/officeDocument/2006/relationships/image" Target="../media/image501.png"/><Relationship Id="rId20" Type="http://schemas.openxmlformats.org/officeDocument/2006/relationships/image" Target="../media/image503.png"/><Relationship Id="rId29" Type="http://schemas.openxmlformats.org/officeDocument/2006/relationships/customXml" Target="../ink/ink497.xml"/><Relationship Id="rId41" Type="http://schemas.openxmlformats.org/officeDocument/2006/relationships/customXml" Target="../ink/ink50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6.png"/><Relationship Id="rId11" Type="http://schemas.openxmlformats.org/officeDocument/2006/relationships/customXml" Target="../ink/ink488.xml"/><Relationship Id="rId24" Type="http://schemas.openxmlformats.org/officeDocument/2006/relationships/image" Target="../media/image505.png"/><Relationship Id="rId32" Type="http://schemas.openxmlformats.org/officeDocument/2006/relationships/image" Target="../media/image509.png"/><Relationship Id="rId37" Type="http://schemas.openxmlformats.org/officeDocument/2006/relationships/customXml" Target="../ink/ink501.xml"/><Relationship Id="rId40" Type="http://schemas.openxmlformats.org/officeDocument/2006/relationships/image" Target="../media/image513.png"/><Relationship Id="rId5" Type="http://schemas.openxmlformats.org/officeDocument/2006/relationships/customXml" Target="../ink/ink485.xml"/><Relationship Id="rId15" Type="http://schemas.openxmlformats.org/officeDocument/2006/relationships/customXml" Target="../ink/ink490.xml"/><Relationship Id="rId23" Type="http://schemas.openxmlformats.org/officeDocument/2006/relationships/customXml" Target="../ink/ink494.xml"/><Relationship Id="rId28" Type="http://schemas.openxmlformats.org/officeDocument/2006/relationships/image" Target="../media/image507.png"/><Relationship Id="rId36" Type="http://schemas.openxmlformats.org/officeDocument/2006/relationships/image" Target="../media/image511.png"/><Relationship Id="rId10" Type="http://schemas.openxmlformats.org/officeDocument/2006/relationships/image" Target="../media/image498.png"/><Relationship Id="rId19" Type="http://schemas.openxmlformats.org/officeDocument/2006/relationships/customXml" Target="../ink/ink492.xml"/><Relationship Id="rId31" Type="http://schemas.openxmlformats.org/officeDocument/2006/relationships/customXml" Target="../ink/ink498.xml"/><Relationship Id="rId44" Type="http://schemas.openxmlformats.org/officeDocument/2006/relationships/image" Target="../media/image515.png"/><Relationship Id="rId4" Type="http://schemas.openxmlformats.org/officeDocument/2006/relationships/image" Target="../media/image495.png"/><Relationship Id="rId9" Type="http://schemas.openxmlformats.org/officeDocument/2006/relationships/customXml" Target="../ink/ink487.xml"/><Relationship Id="rId14" Type="http://schemas.openxmlformats.org/officeDocument/2006/relationships/image" Target="../media/image500.png"/><Relationship Id="rId22" Type="http://schemas.openxmlformats.org/officeDocument/2006/relationships/image" Target="../media/image504.png"/><Relationship Id="rId27" Type="http://schemas.openxmlformats.org/officeDocument/2006/relationships/customXml" Target="../ink/ink496.xml"/><Relationship Id="rId30" Type="http://schemas.openxmlformats.org/officeDocument/2006/relationships/image" Target="../media/image508.png"/><Relationship Id="rId35" Type="http://schemas.openxmlformats.org/officeDocument/2006/relationships/customXml" Target="../ink/ink500.xml"/><Relationship Id="rId43" Type="http://schemas.openxmlformats.org/officeDocument/2006/relationships/customXml" Target="../ink/ink504.xml"/><Relationship Id="rId8" Type="http://schemas.openxmlformats.org/officeDocument/2006/relationships/image" Target="../media/image497.png"/><Relationship Id="rId3" Type="http://schemas.openxmlformats.org/officeDocument/2006/relationships/customXml" Target="../ink/ink484.xml"/><Relationship Id="rId12" Type="http://schemas.openxmlformats.org/officeDocument/2006/relationships/image" Target="../media/image499.png"/><Relationship Id="rId17" Type="http://schemas.openxmlformats.org/officeDocument/2006/relationships/customXml" Target="../ink/ink491.xml"/><Relationship Id="rId25" Type="http://schemas.openxmlformats.org/officeDocument/2006/relationships/customXml" Target="../ink/ink495.xml"/><Relationship Id="rId33" Type="http://schemas.openxmlformats.org/officeDocument/2006/relationships/customXml" Target="../ink/ink499.xml"/><Relationship Id="rId38" Type="http://schemas.openxmlformats.org/officeDocument/2006/relationships/image" Target="../media/image51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507.xml"/><Relationship Id="rId13" Type="http://schemas.openxmlformats.org/officeDocument/2006/relationships/image" Target="../media/image521.png"/><Relationship Id="rId18" Type="http://schemas.openxmlformats.org/officeDocument/2006/relationships/customXml" Target="../ink/ink512.xml"/><Relationship Id="rId3" Type="http://schemas.openxmlformats.org/officeDocument/2006/relationships/image" Target="../media/image516.png"/><Relationship Id="rId21" Type="http://schemas.openxmlformats.org/officeDocument/2006/relationships/image" Target="../media/image525.png"/><Relationship Id="rId7" Type="http://schemas.openxmlformats.org/officeDocument/2006/relationships/image" Target="../media/image518.png"/><Relationship Id="rId12" Type="http://schemas.openxmlformats.org/officeDocument/2006/relationships/customXml" Target="../ink/ink509.xml"/><Relationship Id="rId17" Type="http://schemas.openxmlformats.org/officeDocument/2006/relationships/image" Target="../media/image523.png"/><Relationship Id="rId25" Type="http://schemas.openxmlformats.org/officeDocument/2006/relationships/image" Target="../media/image527.png"/><Relationship Id="rId2" Type="http://schemas.openxmlformats.org/officeDocument/2006/relationships/image" Target="../media/image494.png"/><Relationship Id="rId16" Type="http://schemas.openxmlformats.org/officeDocument/2006/relationships/customXml" Target="../ink/ink511.xml"/><Relationship Id="rId20" Type="http://schemas.openxmlformats.org/officeDocument/2006/relationships/customXml" Target="../ink/ink51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06.xml"/><Relationship Id="rId11" Type="http://schemas.openxmlformats.org/officeDocument/2006/relationships/image" Target="../media/image520.png"/><Relationship Id="rId24" Type="http://schemas.openxmlformats.org/officeDocument/2006/relationships/customXml" Target="../ink/ink515.xml"/><Relationship Id="rId5" Type="http://schemas.openxmlformats.org/officeDocument/2006/relationships/image" Target="../media/image517.png"/><Relationship Id="rId15" Type="http://schemas.openxmlformats.org/officeDocument/2006/relationships/image" Target="../media/image522.png"/><Relationship Id="rId23" Type="http://schemas.openxmlformats.org/officeDocument/2006/relationships/image" Target="../media/image526.png"/><Relationship Id="rId10" Type="http://schemas.openxmlformats.org/officeDocument/2006/relationships/customXml" Target="../ink/ink508.xml"/><Relationship Id="rId19" Type="http://schemas.openxmlformats.org/officeDocument/2006/relationships/image" Target="../media/image524.png"/><Relationship Id="rId4" Type="http://schemas.openxmlformats.org/officeDocument/2006/relationships/customXml" Target="../ink/ink505.xml"/><Relationship Id="rId9" Type="http://schemas.openxmlformats.org/officeDocument/2006/relationships/image" Target="../media/image519.png"/><Relationship Id="rId14" Type="http://schemas.openxmlformats.org/officeDocument/2006/relationships/customXml" Target="../ink/ink510.xml"/><Relationship Id="rId22" Type="http://schemas.openxmlformats.org/officeDocument/2006/relationships/customXml" Target="../ink/ink514.xml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33.png"/><Relationship Id="rId18" Type="http://schemas.openxmlformats.org/officeDocument/2006/relationships/customXml" Target="../ink/ink523.xml"/><Relationship Id="rId26" Type="http://schemas.openxmlformats.org/officeDocument/2006/relationships/customXml" Target="../ink/ink527.xml"/><Relationship Id="rId39" Type="http://schemas.openxmlformats.org/officeDocument/2006/relationships/image" Target="../media/image546.png"/><Relationship Id="rId21" Type="http://schemas.openxmlformats.org/officeDocument/2006/relationships/image" Target="../media/image537.png"/><Relationship Id="rId34" Type="http://schemas.openxmlformats.org/officeDocument/2006/relationships/customXml" Target="../ink/ink531.xml"/><Relationship Id="rId42" Type="http://schemas.openxmlformats.org/officeDocument/2006/relationships/customXml" Target="../ink/ink535.xml"/><Relationship Id="rId47" Type="http://schemas.openxmlformats.org/officeDocument/2006/relationships/image" Target="../media/image550.png"/><Relationship Id="rId50" Type="http://schemas.openxmlformats.org/officeDocument/2006/relationships/customXml" Target="../ink/ink539.xml"/><Relationship Id="rId55" Type="http://schemas.openxmlformats.org/officeDocument/2006/relationships/image" Target="../media/image553.png"/><Relationship Id="rId7" Type="http://schemas.openxmlformats.org/officeDocument/2006/relationships/image" Target="../media/image530.png"/><Relationship Id="rId2" Type="http://schemas.openxmlformats.org/officeDocument/2006/relationships/image" Target="../media/image494.png"/><Relationship Id="rId16" Type="http://schemas.openxmlformats.org/officeDocument/2006/relationships/customXml" Target="../ink/ink522.xml"/><Relationship Id="rId29" Type="http://schemas.openxmlformats.org/officeDocument/2006/relationships/image" Target="../media/image541.png"/><Relationship Id="rId11" Type="http://schemas.openxmlformats.org/officeDocument/2006/relationships/image" Target="../media/image532.png"/><Relationship Id="rId24" Type="http://schemas.openxmlformats.org/officeDocument/2006/relationships/customXml" Target="../ink/ink526.xml"/><Relationship Id="rId32" Type="http://schemas.openxmlformats.org/officeDocument/2006/relationships/customXml" Target="../ink/ink530.xml"/><Relationship Id="rId37" Type="http://schemas.openxmlformats.org/officeDocument/2006/relationships/image" Target="../media/image545.png"/><Relationship Id="rId40" Type="http://schemas.openxmlformats.org/officeDocument/2006/relationships/customXml" Target="../ink/ink534.xml"/><Relationship Id="rId45" Type="http://schemas.openxmlformats.org/officeDocument/2006/relationships/image" Target="../media/image549.png"/><Relationship Id="rId53" Type="http://schemas.openxmlformats.org/officeDocument/2006/relationships/image" Target="../media/image552.png"/><Relationship Id="rId5" Type="http://schemas.openxmlformats.org/officeDocument/2006/relationships/image" Target="../media/image529.png"/><Relationship Id="rId10" Type="http://schemas.openxmlformats.org/officeDocument/2006/relationships/customXml" Target="../ink/ink519.xml"/><Relationship Id="rId19" Type="http://schemas.openxmlformats.org/officeDocument/2006/relationships/image" Target="../media/image536.png"/><Relationship Id="rId31" Type="http://schemas.openxmlformats.org/officeDocument/2006/relationships/image" Target="../media/image542.png"/><Relationship Id="rId44" Type="http://schemas.openxmlformats.org/officeDocument/2006/relationships/customXml" Target="../ink/ink536.xml"/><Relationship Id="rId52" Type="http://schemas.openxmlformats.org/officeDocument/2006/relationships/customXml" Target="../ink/ink540.xml"/><Relationship Id="rId4" Type="http://schemas.openxmlformats.org/officeDocument/2006/relationships/customXml" Target="../ink/ink516.xml"/><Relationship Id="rId9" Type="http://schemas.openxmlformats.org/officeDocument/2006/relationships/image" Target="../media/image531.png"/><Relationship Id="rId14" Type="http://schemas.openxmlformats.org/officeDocument/2006/relationships/customXml" Target="../ink/ink521.xml"/><Relationship Id="rId22" Type="http://schemas.openxmlformats.org/officeDocument/2006/relationships/customXml" Target="../ink/ink525.xml"/><Relationship Id="rId27" Type="http://schemas.openxmlformats.org/officeDocument/2006/relationships/image" Target="../media/image540.png"/><Relationship Id="rId30" Type="http://schemas.openxmlformats.org/officeDocument/2006/relationships/customXml" Target="../ink/ink529.xml"/><Relationship Id="rId35" Type="http://schemas.openxmlformats.org/officeDocument/2006/relationships/image" Target="../media/image544.png"/><Relationship Id="rId43" Type="http://schemas.openxmlformats.org/officeDocument/2006/relationships/image" Target="../media/image548.png"/><Relationship Id="rId48" Type="http://schemas.openxmlformats.org/officeDocument/2006/relationships/customXml" Target="../ink/ink538.xml"/><Relationship Id="rId8" Type="http://schemas.openxmlformats.org/officeDocument/2006/relationships/customXml" Target="../ink/ink518.xml"/><Relationship Id="rId51" Type="http://schemas.openxmlformats.org/officeDocument/2006/relationships/image" Target="../media/image551.png"/><Relationship Id="rId3" Type="http://schemas.openxmlformats.org/officeDocument/2006/relationships/image" Target="../media/image528.png"/><Relationship Id="rId12" Type="http://schemas.openxmlformats.org/officeDocument/2006/relationships/customXml" Target="../ink/ink520.xml"/><Relationship Id="rId17" Type="http://schemas.openxmlformats.org/officeDocument/2006/relationships/image" Target="../media/image535.png"/><Relationship Id="rId25" Type="http://schemas.openxmlformats.org/officeDocument/2006/relationships/image" Target="../media/image539.png"/><Relationship Id="rId33" Type="http://schemas.openxmlformats.org/officeDocument/2006/relationships/image" Target="../media/image543.png"/><Relationship Id="rId38" Type="http://schemas.openxmlformats.org/officeDocument/2006/relationships/customXml" Target="../ink/ink533.xml"/><Relationship Id="rId46" Type="http://schemas.openxmlformats.org/officeDocument/2006/relationships/customXml" Target="../ink/ink537.xml"/><Relationship Id="rId20" Type="http://schemas.openxmlformats.org/officeDocument/2006/relationships/customXml" Target="../ink/ink524.xml"/><Relationship Id="rId41" Type="http://schemas.openxmlformats.org/officeDocument/2006/relationships/image" Target="../media/image547.png"/><Relationship Id="rId54" Type="http://schemas.openxmlformats.org/officeDocument/2006/relationships/customXml" Target="../ink/ink54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17.xml"/><Relationship Id="rId15" Type="http://schemas.openxmlformats.org/officeDocument/2006/relationships/image" Target="../media/image534.png"/><Relationship Id="rId23" Type="http://schemas.openxmlformats.org/officeDocument/2006/relationships/image" Target="../media/image538.png"/><Relationship Id="rId28" Type="http://schemas.openxmlformats.org/officeDocument/2006/relationships/customXml" Target="../ink/ink528.xml"/><Relationship Id="rId36" Type="http://schemas.openxmlformats.org/officeDocument/2006/relationships/customXml" Target="../ink/ink532.xml"/><Relationship Id="rId49" Type="http://schemas.openxmlformats.org/officeDocument/2006/relationships/image" Target="../media/image51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6.png"/><Relationship Id="rId3" Type="http://schemas.openxmlformats.org/officeDocument/2006/relationships/customXml" Target="../ink/ink542.xml"/><Relationship Id="rId7" Type="http://schemas.openxmlformats.org/officeDocument/2006/relationships/customXml" Target="../ink/ink544.xml"/><Relationship Id="rId2" Type="http://schemas.openxmlformats.org/officeDocument/2006/relationships/image" Target="../media/image5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5.png"/><Relationship Id="rId5" Type="http://schemas.openxmlformats.org/officeDocument/2006/relationships/customXml" Target="../ink/ink543.xml"/><Relationship Id="rId4" Type="http://schemas.openxmlformats.org/officeDocument/2006/relationships/image" Target="../media/image554.png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2.png"/><Relationship Id="rId18" Type="http://schemas.openxmlformats.org/officeDocument/2006/relationships/customXml" Target="../ink/ink552.xml"/><Relationship Id="rId26" Type="http://schemas.openxmlformats.org/officeDocument/2006/relationships/customXml" Target="../ink/ink556.xml"/><Relationship Id="rId39" Type="http://schemas.openxmlformats.org/officeDocument/2006/relationships/image" Target="../media/image575.png"/><Relationship Id="rId21" Type="http://schemas.openxmlformats.org/officeDocument/2006/relationships/image" Target="../media/image566.png"/><Relationship Id="rId34" Type="http://schemas.openxmlformats.org/officeDocument/2006/relationships/customXml" Target="../ink/ink560.xml"/><Relationship Id="rId42" Type="http://schemas.openxmlformats.org/officeDocument/2006/relationships/customXml" Target="../ink/ink564.xml"/><Relationship Id="rId47" Type="http://schemas.openxmlformats.org/officeDocument/2006/relationships/image" Target="../media/image579.png"/><Relationship Id="rId7" Type="http://schemas.openxmlformats.org/officeDocument/2006/relationships/image" Target="../media/image559.png"/><Relationship Id="rId2" Type="http://schemas.openxmlformats.org/officeDocument/2006/relationships/image" Target="../media/image494.png"/><Relationship Id="rId16" Type="http://schemas.openxmlformats.org/officeDocument/2006/relationships/customXml" Target="../ink/ink551.xml"/><Relationship Id="rId29" Type="http://schemas.openxmlformats.org/officeDocument/2006/relationships/image" Target="../media/image570.png"/><Relationship Id="rId11" Type="http://schemas.openxmlformats.org/officeDocument/2006/relationships/image" Target="../media/image561.png"/><Relationship Id="rId24" Type="http://schemas.openxmlformats.org/officeDocument/2006/relationships/customXml" Target="../ink/ink555.xml"/><Relationship Id="rId32" Type="http://schemas.openxmlformats.org/officeDocument/2006/relationships/customXml" Target="../ink/ink559.xml"/><Relationship Id="rId37" Type="http://schemas.openxmlformats.org/officeDocument/2006/relationships/image" Target="../media/image574.png"/><Relationship Id="rId40" Type="http://schemas.openxmlformats.org/officeDocument/2006/relationships/customXml" Target="../ink/ink563.xml"/><Relationship Id="rId45" Type="http://schemas.openxmlformats.org/officeDocument/2006/relationships/image" Target="../media/image578.png"/><Relationship Id="rId5" Type="http://schemas.openxmlformats.org/officeDocument/2006/relationships/image" Target="../media/image558.png"/><Relationship Id="rId15" Type="http://schemas.openxmlformats.org/officeDocument/2006/relationships/image" Target="../media/image563.png"/><Relationship Id="rId23" Type="http://schemas.openxmlformats.org/officeDocument/2006/relationships/image" Target="../media/image567.png"/><Relationship Id="rId28" Type="http://schemas.openxmlformats.org/officeDocument/2006/relationships/customXml" Target="../ink/ink557.xml"/><Relationship Id="rId36" Type="http://schemas.openxmlformats.org/officeDocument/2006/relationships/customXml" Target="../ink/ink561.xml"/><Relationship Id="rId49" Type="http://schemas.openxmlformats.org/officeDocument/2006/relationships/image" Target="../media/image580.png"/><Relationship Id="rId10" Type="http://schemas.openxmlformats.org/officeDocument/2006/relationships/customXml" Target="../ink/ink548.xml"/><Relationship Id="rId19" Type="http://schemas.openxmlformats.org/officeDocument/2006/relationships/image" Target="../media/image565.png"/><Relationship Id="rId31" Type="http://schemas.openxmlformats.org/officeDocument/2006/relationships/image" Target="../media/image571.png"/><Relationship Id="rId44" Type="http://schemas.openxmlformats.org/officeDocument/2006/relationships/customXml" Target="../ink/ink565.xml"/><Relationship Id="rId4" Type="http://schemas.openxmlformats.org/officeDocument/2006/relationships/customXml" Target="../ink/ink545.xml"/><Relationship Id="rId9" Type="http://schemas.openxmlformats.org/officeDocument/2006/relationships/image" Target="../media/image560.png"/><Relationship Id="rId14" Type="http://schemas.openxmlformats.org/officeDocument/2006/relationships/customXml" Target="../ink/ink550.xml"/><Relationship Id="rId22" Type="http://schemas.openxmlformats.org/officeDocument/2006/relationships/customXml" Target="../ink/ink554.xml"/><Relationship Id="rId27" Type="http://schemas.openxmlformats.org/officeDocument/2006/relationships/image" Target="../media/image569.png"/><Relationship Id="rId30" Type="http://schemas.openxmlformats.org/officeDocument/2006/relationships/customXml" Target="../ink/ink558.xml"/><Relationship Id="rId35" Type="http://schemas.openxmlformats.org/officeDocument/2006/relationships/image" Target="../media/image573.png"/><Relationship Id="rId43" Type="http://schemas.openxmlformats.org/officeDocument/2006/relationships/image" Target="../media/image577.png"/><Relationship Id="rId48" Type="http://schemas.openxmlformats.org/officeDocument/2006/relationships/customXml" Target="../ink/ink567.xml"/><Relationship Id="rId8" Type="http://schemas.openxmlformats.org/officeDocument/2006/relationships/customXml" Target="../ink/ink547.xml"/><Relationship Id="rId3" Type="http://schemas.openxmlformats.org/officeDocument/2006/relationships/image" Target="../media/image557.png"/><Relationship Id="rId12" Type="http://schemas.openxmlformats.org/officeDocument/2006/relationships/customXml" Target="../ink/ink549.xml"/><Relationship Id="rId17" Type="http://schemas.openxmlformats.org/officeDocument/2006/relationships/image" Target="../media/image564.png"/><Relationship Id="rId25" Type="http://schemas.openxmlformats.org/officeDocument/2006/relationships/image" Target="../media/image568.png"/><Relationship Id="rId33" Type="http://schemas.openxmlformats.org/officeDocument/2006/relationships/image" Target="../media/image572.png"/><Relationship Id="rId38" Type="http://schemas.openxmlformats.org/officeDocument/2006/relationships/customXml" Target="../ink/ink562.xml"/><Relationship Id="rId46" Type="http://schemas.openxmlformats.org/officeDocument/2006/relationships/customXml" Target="../ink/ink566.xml"/><Relationship Id="rId20" Type="http://schemas.openxmlformats.org/officeDocument/2006/relationships/customXml" Target="../ink/ink553.xml"/><Relationship Id="rId41" Type="http://schemas.openxmlformats.org/officeDocument/2006/relationships/image" Target="../media/image57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46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73.xml"/><Relationship Id="rId18" Type="http://schemas.openxmlformats.org/officeDocument/2006/relationships/image" Target="../media/image588.png"/><Relationship Id="rId26" Type="http://schemas.openxmlformats.org/officeDocument/2006/relationships/image" Target="../media/image592.png"/><Relationship Id="rId39" Type="http://schemas.openxmlformats.org/officeDocument/2006/relationships/customXml" Target="../ink/ink586.xml"/><Relationship Id="rId21" Type="http://schemas.openxmlformats.org/officeDocument/2006/relationships/customXml" Target="../ink/ink577.xml"/><Relationship Id="rId34" Type="http://schemas.openxmlformats.org/officeDocument/2006/relationships/image" Target="../media/image596.png"/><Relationship Id="rId42" Type="http://schemas.openxmlformats.org/officeDocument/2006/relationships/image" Target="../media/image600.png"/><Relationship Id="rId47" Type="http://schemas.openxmlformats.org/officeDocument/2006/relationships/customXml" Target="../ink/ink590.xml"/><Relationship Id="rId50" Type="http://schemas.openxmlformats.org/officeDocument/2006/relationships/image" Target="../media/image604.png"/><Relationship Id="rId7" Type="http://schemas.openxmlformats.org/officeDocument/2006/relationships/customXml" Target="../ink/ink570.xml"/><Relationship Id="rId2" Type="http://schemas.openxmlformats.org/officeDocument/2006/relationships/image" Target="../media/image557.png"/><Relationship Id="rId16" Type="http://schemas.openxmlformats.org/officeDocument/2006/relationships/image" Target="../media/image587.png"/><Relationship Id="rId29" Type="http://schemas.openxmlformats.org/officeDocument/2006/relationships/customXml" Target="../ink/ink581.xml"/><Relationship Id="rId11" Type="http://schemas.openxmlformats.org/officeDocument/2006/relationships/customXml" Target="../ink/ink572.xml"/><Relationship Id="rId24" Type="http://schemas.openxmlformats.org/officeDocument/2006/relationships/image" Target="../media/image591.png"/><Relationship Id="rId32" Type="http://schemas.openxmlformats.org/officeDocument/2006/relationships/image" Target="../media/image595.png"/><Relationship Id="rId37" Type="http://schemas.openxmlformats.org/officeDocument/2006/relationships/customXml" Target="../ink/ink585.xml"/><Relationship Id="rId40" Type="http://schemas.openxmlformats.org/officeDocument/2006/relationships/image" Target="../media/image599.png"/><Relationship Id="rId45" Type="http://schemas.openxmlformats.org/officeDocument/2006/relationships/customXml" Target="../ink/ink589.xml"/><Relationship Id="rId5" Type="http://schemas.openxmlformats.org/officeDocument/2006/relationships/customXml" Target="../ink/ink569.xml"/><Relationship Id="rId15" Type="http://schemas.openxmlformats.org/officeDocument/2006/relationships/customXml" Target="../ink/ink574.xml"/><Relationship Id="rId23" Type="http://schemas.openxmlformats.org/officeDocument/2006/relationships/customXml" Target="../ink/ink578.xml"/><Relationship Id="rId28" Type="http://schemas.openxmlformats.org/officeDocument/2006/relationships/image" Target="../media/image593.png"/><Relationship Id="rId36" Type="http://schemas.openxmlformats.org/officeDocument/2006/relationships/image" Target="../media/image597.png"/><Relationship Id="rId49" Type="http://schemas.openxmlformats.org/officeDocument/2006/relationships/customXml" Target="../ink/ink591.xml"/><Relationship Id="rId10" Type="http://schemas.openxmlformats.org/officeDocument/2006/relationships/image" Target="../media/image584.png"/><Relationship Id="rId19" Type="http://schemas.openxmlformats.org/officeDocument/2006/relationships/customXml" Target="../ink/ink576.xml"/><Relationship Id="rId31" Type="http://schemas.openxmlformats.org/officeDocument/2006/relationships/customXml" Target="../ink/ink582.xml"/><Relationship Id="rId44" Type="http://schemas.openxmlformats.org/officeDocument/2006/relationships/image" Target="../media/image601.png"/><Relationship Id="rId4" Type="http://schemas.openxmlformats.org/officeDocument/2006/relationships/image" Target="../media/image581.png"/><Relationship Id="rId9" Type="http://schemas.openxmlformats.org/officeDocument/2006/relationships/customXml" Target="../ink/ink571.xml"/><Relationship Id="rId14" Type="http://schemas.openxmlformats.org/officeDocument/2006/relationships/image" Target="../media/image586.png"/><Relationship Id="rId22" Type="http://schemas.openxmlformats.org/officeDocument/2006/relationships/image" Target="../media/image590.png"/><Relationship Id="rId27" Type="http://schemas.openxmlformats.org/officeDocument/2006/relationships/customXml" Target="../ink/ink580.xml"/><Relationship Id="rId30" Type="http://schemas.openxmlformats.org/officeDocument/2006/relationships/image" Target="../media/image594.png"/><Relationship Id="rId35" Type="http://schemas.openxmlformats.org/officeDocument/2006/relationships/customXml" Target="../ink/ink584.xml"/><Relationship Id="rId43" Type="http://schemas.openxmlformats.org/officeDocument/2006/relationships/customXml" Target="../ink/ink588.xml"/><Relationship Id="rId48" Type="http://schemas.openxmlformats.org/officeDocument/2006/relationships/image" Target="../media/image603.png"/><Relationship Id="rId8" Type="http://schemas.openxmlformats.org/officeDocument/2006/relationships/image" Target="../media/image583.png"/><Relationship Id="rId3" Type="http://schemas.openxmlformats.org/officeDocument/2006/relationships/customXml" Target="../ink/ink568.xml"/><Relationship Id="rId12" Type="http://schemas.openxmlformats.org/officeDocument/2006/relationships/image" Target="../media/image585.png"/><Relationship Id="rId17" Type="http://schemas.openxmlformats.org/officeDocument/2006/relationships/customXml" Target="../ink/ink575.xml"/><Relationship Id="rId25" Type="http://schemas.openxmlformats.org/officeDocument/2006/relationships/customXml" Target="../ink/ink579.xml"/><Relationship Id="rId33" Type="http://schemas.openxmlformats.org/officeDocument/2006/relationships/customXml" Target="../ink/ink583.xml"/><Relationship Id="rId38" Type="http://schemas.openxmlformats.org/officeDocument/2006/relationships/image" Target="../media/image598.png"/><Relationship Id="rId46" Type="http://schemas.openxmlformats.org/officeDocument/2006/relationships/image" Target="../media/image602.png"/><Relationship Id="rId20" Type="http://schemas.openxmlformats.org/officeDocument/2006/relationships/image" Target="../media/image589.png"/><Relationship Id="rId41" Type="http://schemas.openxmlformats.org/officeDocument/2006/relationships/customXml" Target="../ink/ink58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7.png"/><Relationship Id="rId3" Type="http://schemas.openxmlformats.org/officeDocument/2006/relationships/customXml" Target="../ink/ink592.xml"/><Relationship Id="rId7" Type="http://schemas.openxmlformats.org/officeDocument/2006/relationships/customXml" Target="../ink/ink594.xml"/><Relationship Id="rId2" Type="http://schemas.openxmlformats.org/officeDocument/2006/relationships/image" Target="../media/image5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6.png"/><Relationship Id="rId5" Type="http://schemas.openxmlformats.org/officeDocument/2006/relationships/customXml" Target="../ink/ink593.xml"/><Relationship Id="rId4" Type="http://schemas.openxmlformats.org/officeDocument/2006/relationships/image" Target="../media/image605.png"/></Relationships>
</file>

<file path=ppt/slides/_rels/slide3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06.xml"/><Relationship Id="rId21" Type="http://schemas.openxmlformats.org/officeDocument/2006/relationships/image" Target="../media/image617.png"/><Relationship Id="rId42" Type="http://schemas.openxmlformats.org/officeDocument/2006/relationships/customXml" Target="../ink/ink614.xml"/><Relationship Id="rId47" Type="http://schemas.openxmlformats.org/officeDocument/2006/relationships/image" Target="../media/image630.png"/><Relationship Id="rId63" Type="http://schemas.openxmlformats.org/officeDocument/2006/relationships/image" Target="../media/image638.png"/><Relationship Id="rId68" Type="http://schemas.openxmlformats.org/officeDocument/2006/relationships/customXml" Target="../ink/ink627.xml"/><Relationship Id="rId84" Type="http://schemas.openxmlformats.org/officeDocument/2006/relationships/customXml" Target="../ink/ink635.xml"/><Relationship Id="rId16" Type="http://schemas.openxmlformats.org/officeDocument/2006/relationships/customXml" Target="../ink/ink601.xml"/><Relationship Id="rId11" Type="http://schemas.openxmlformats.org/officeDocument/2006/relationships/image" Target="../media/image612.png"/><Relationship Id="rId32" Type="http://schemas.openxmlformats.org/officeDocument/2006/relationships/customXml" Target="../ink/ink609.xml"/><Relationship Id="rId37" Type="http://schemas.openxmlformats.org/officeDocument/2006/relationships/image" Target="../media/image625.png"/><Relationship Id="rId53" Type="http://schemas.openxmlformats.org/officeDocument/2006/relationships/image" Target="../media/image633.png"/><Relationship Id="rId58" Type="http://schemas.openxmlformats.org/officeDocument/2006/relationships/customXml" Target="../ink/ink622.xml"/><Relationship Id="rId74" Type="http://schemas.openxmlformats.org/officeDocument/2006/relationships/customXml" Target="../ink/ink630.xml"/><Relationship Id="rId79" Type="http://schemas.openxmlformats.org/officeDocument/2006/relationships/image" Target="../media/image646.png"/><Relationship Id="rId5" Type="http://schemas.openxmlformats.org/officeDocument/2006/relationships/image" Target="../media/image609.png"/><Relationship Id="rId19" Type="http://schemas.openxmlformats.org/officeDocument/2006/relationships/image" Target="../media/image616.png"/><Relationship Id="rId14" Type="http://schemas.openxmlformats.org/officeDocument/2006/relationships/customXml" Target="../ink/ink600.xml"/><Relationship Id="rId22" Type="http://schemas.openxmlformats.org/officeDocument/2006/relationships/customXml" Target="../ink/ink604.xml"/><Relationship Id="rId27" Type="http://schemas.openxmlformats.org/officeDocument/2006/relationships/image" Target="../media/image620.png"/><Relationship Id="rId30" Type="http://schemas.openxmlformats.org/officeDocument/2006/relationships/customXml" Target="../ink/ink608.xml"/><Relationship Id="rId35" Type="http://schemas.openxmlformats.org/officeDocument/2006/relationships/image" Target="../media/image624.png"/><Relationship Id="rId43" Type="http://schemas.openxmlformats.org/officeDocument/2006/relationships/image" Target="../media/image628.png"/><Relationship Id="rId48" Type="http://schemas.openxmlformats.org/officeDocument/2006/relationships/customXml" Target="../ink/ink617.xml"/><Relationship Id="rId56" Type="http://schemas.openxmlformats.org/officeDocument/2006/relationships/customXml" Target="../ink/ink621.xml"/><Relationship Id="rId64" Type="http://schemas.openxmlformats.org/officeDocument/2006/relationships/customXml" Target="../ink/ink625.xml"/><Relationship Id="rId69" Type="http://schemas.openxmlformats.org/officeDocument/2006/relationships/image" Target="../media/image641.png"/><Relationship Id="rId77" Type="http://schemas.openxmlformats.org/officeDocument/2006/relationships/image" Target="../media/image645.png"/><Relationship Id="rId8" Type="http://schemas.openxmlformats.org/officeDocument/2006/relationships/customXml" Target="../ink/ink597.xml"/><Relationship Id="rId51" Type="http://schemas.openxmlformats.org/officeDocument/2006/relationships/image" Target="../media/image632.png"/><Relationship Id="rId72" Type="http://schemas.openxmlformats.org/officeDocument/2006/relationships/customXml" Target="../ink/ink629.xml"/><Relationship Id="rId80" Type="http://schemas.openxmlformats.org/officeDocument/2006/relationships/customXml" Target="../ink/ink633.xml"/><Relationship Id="rId85" Type="http://schemas.openxmlformats.org/officeDocument/2006/relationships/image" Target="../media/image649.png"/><Relationship Id="rId3" Type="http://schemas.openxmlformats.org/officeDocument/2006/relationships/image" Target="../media/image608.png"/><Relationship Id="rId12" Type="http://schemas.openxmlformats.org/officeDocument/2006/relationships/customXml" Target="../ink/ink599.xml"/><Relationship Id="rId17" Type="http://schemas.openxmlformats.org/officeDocument/2006/relationships/image" Target="../media/image615.png"/><Relationship Id="rId25" Type="http://schemas.openxmlformats.org/officeDocument/2006/relationships/image" Target="../media/image619.png"/><Relationship Id="rId33" Type="http://schemas.openxmlformats.org/officeDocument/2006/relationships/image" Target="../media/image623.png"/><Relationship Id="rId38" Type="http://schemas.openxmlformats.org/officeDocument/2006/relationships/customXml" Target="../ink/ink612.xml"/><Relationship Id="rId46" Type="http://schemas.openxmlformats.org/officeDocument/2006/relationships/customXml" Target="../ink/ink616.xml"/><Relationship Id="rId59" Type="http://schemas.openxmlformats.org/officeDocument/2006/relationships/image" Target="../media/image636.png"/><Relationship Id="rId67" Type="http://schemas.openxmlformats.org/officeDocument/2006/relationships/image" Target="../media/image640.png"/><Relationship Id="rId20" Type="http://schemas.openxmlformats.org/officeDocument/2006/relationships/customXml" Target="../ink/ink603.xml"/><Relationship Id="rId41" Type="http://schemas.openxmlformats.org/officeDocument/2006/relationships/image" Target="../media/image627.png"/><Relationship Id="rId54" Type="http://schemas.openxmlformats.org/officeDocument/2006/relationships/customXml" Target="../ink/ink620.xml"/><Relationship Id="rId62" Type="http://schemas.openxmlformats.org/officeDocument/2006/relationships/customXml" Target="../ink/ink624.xml"/><Relationship Id="rId70" Type="http://schemas.openxmlformats.org/officeDocument/2006/relationships/customXml" Target="../ink/ink628.xml"/><Relationship Id="rId75" Type="http://schemas.openxmlformats.org/officeDocument/2006/relationships/image" Target="../media/image644.png"/><Relationship Id="rId83" Type="http://schemas.openxmlformats.org/officeDocument/2006/relationships/image" Target="../media/image64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96.xml"/><Relationship Id="rId15" Type="http://schemas.openxmlformats.org/officeDocument/2006/relationships/image" Target="../media/image614.png"/><Relationship Id="rId23" Type="http://schemas.openxmlformats.org/officeDocument/2006/relationships/image" Target="../media/image618.png"/><Relationship Id="rId28" Type="http://schemas.openxmlformats.org/officeDocument/2006/relationships/customXml" Target="../ink/ink607.xml"/><Relationship Id="rId36" Type="http://schemas.openxmlformats.org/officeDocument/2006/relationships/customXml" Target="../ink/ink611.xml"/><Relationship Id="rId49" Type="http://schemas.openxmlformats.org/officeDocument/2006/relationships/image" Target="../media/image631.png"/><Relationship Id="rId57" Type="http://schemas.openxmlformats.org/officeDocument/2006/relationships/image" Target="../media/image635.png"/><Relationship Id="rId10" Type="http://schemas.openxmlformats.org/officeDocument/2006/relationships/customXml" Target="../ink/ink598.xml"/><Relationship Id="rId31" Type="http://schemas.openxmlformats.org/officeDocument/2006/relationships/image" Target="../media/image622.png"/><Relationship Id="rId44" Type="http://schemas.openxmlformats.org/officeDocument/2006/relationships/customXml" Target="../ink/ink615.xml"/><Relationship Id="rId52" Type="http://schemas.openxmlformats.org/officeDocument/2006/relationships/customXml" Target="../ink/ink619.xml"/><Relationship Id="rId60" Type="http://schemas.openxmlformats.org/officeDocument/2006/relationships/customXml" Target="../ink/ink623.xml"/><Relationship Id="rId65" Type="http://schemas.openxmlformats.org/officeDocument/2006/relationships/image" Target="../media/image639.png"/><Relationship Id="rId73" Type="http://schemas.openxmlformats.org/officeDocument/2006/relationships/image" Target="../media/image643.png"/><Relationship Id="rId78" Type="http://schemas.openxmlformats.org/officeDocument/2006/relationships/customXml" Target="../ink/ink632.xml"/><Relationship Id="rId81" Type="http://schemas.openxmlformats.org/officeDocument/2006/relationships/image" Target="../media/image647.png"/><Relationship Id="rId86" Type="http://schemas.openxmlformats.org/officeDocument/2006/relationships/customXml" Target="../ink/ink636.xml"/><Relationship Id="rId4" Type="http://schemas.openxmlformats.org/officeDocument/2006/relationships/customXml" Target="../ink/ink595.xml"/><Relationship Id="rId9" Type="http://schemas.openxmlformats.org/officeDocument/2006/relationships/image" Target="../media/image611.png"/><Relationship Id="rId13" Type="http://schemas.openxmlformats.org/officeDocument/2006/relationships/image" Target="../media/image613.png"/><Relationship Id="rId18" Type="http://schemas.openxmlformats.org/officeDocument/2006/relationships/customXml" Target="../ink/ink602.xml"/><Relationship Id="rId39" Type="http://schemas.openxmlformats.org/officeDocument/2006/relationships/image" Target="../media/image626.png"/><Relationship Id="rId34" Type="http://schemas.openxmlformats.org/officeDocument/2006/relationships/customXml" Target="../ink/ink610.xml"/><Relationship Id="rId50" Type="http://schemas.openxmlformats.org/officeDocument/2006/relationships/customXml" Target="../ink/ink618.xml"/><Relationship Id="rId55" Type="http://schemas.openxmlformats.org/officeDocument/2006/relationships/image" Target="../media/image634.png"/><Relationship Id="rId76" Type="http://schemas.openxmlformats.org/officeDocument/2006/relationships/customXml" Target="../ink/ink631.xml"/><Relationship Id="rId7" Type="http://schemas.openxmlformats.org/officeDocument/2006/relationships/image" Target="../media/image610.png"/><Relationship Id="rId71" Type="http://schemas.openxmlformats.org/officeDocument/2006/relationships/image" Target="../media/image642.png"/><Relationship Id="rId2" Type="http://schemas.openxmlformats.org/officeDocument/2006/relationships/image" Target="../media/image494.png"/><Relationship Id="rId29" Type="http://schemas.openxmlformats.org/officeDocument/2006/relationships/image" Target="../media/image621.png"/><Relationship Id="rId24" Type="http://schemas.openxmlformats.org/officeDocument/2006/relationships/customXml" Target="../ink/ink605.xml"/><Relationship Id="rId40" Type="http://schemas.openxmlformats.org/officeDocument/2006/relationships/customXml" Target="../ink/ink613.xml"/><Relationship Id="rId45" Type="http://schemas.openxmlformats.org/officeDocument/2006/relationships/image" Target="../media/image629.png"/><Relationship Id="rId66" Type="http://schemas.openxmlformats.org/officeDocument/2006/relationships/customXml" Target="../ink/ink626.xml"/><Relationship Id="rId87" Type="http://schemas.openxmlformats.org/officeDocument/2006/relationships/image" Target="../media/image650.png"/><Relationship Id="rId61" Type="http://schemas.openxmlformats.org/officeDocument/2006/relationships/image" Target="../media/image637.png"/><Relationship Id="rId82" Type="http://schemas.openxmlformats.org/officeDocument/2006/relationships/customXml" Target="../ink/ink63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3.png"/><Relationship Id="rId13" Type="http://schemas.openxmlformats.org/officeDocument/2006/relationships/customXml" Target="../ink/ink642.xml"/><Relationship Id="rId18" Type="http://schemas.openxmlformats.org/officeDocument/2006/relationships/image" Target="../media/image658.png"/><Relationship Id="rId3" Type="http://schemas.openxmlformats.org/officeDocument/2006/relationships/customXml" Target="../ink/ink637.xml"/><Relationship Id="rId21" Type="http://schemas.openxmlformats.org/officeDocument/2006/relationships/customXml" Target="../ink/ink646.xml"/><Relationship Id="rId7" Type="http://schemas.openxmlformats.org/officeDocument/2006/relationships/customXml" Target="../ink/ink639.xml"/><Relationship Id="rId12" Type="http://schemas.openxmlformats.org/officeDocument/2006/relationships/image" Target="../media/image655.png"/><Relationship Id="rId17" Type="http://schemas.openxmlformats.org/officeDocument/2006/relationships/customXml" Target="../ink/ink644.xml"/><Relationship Id="rId2" Type="http://schemas.openxmlformats.org/officeDocument/2006/relationships/image" Target="../media/image608.png"/><Relationship Id="rId16" Type="http://schemas.openxmlformats.org/officeDocument/2006/relationships/image" Target="../media/image657.png"/><Relationship Id="rId20" Type="http://schemas.openxmlformats.org/officeDocument/2006/relationships/image" Target="../media/image6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2.png"/><Relationship Id="rId11" Type="http://schemas.openxmlformats.org/officeDocument/2006/relationships/customXml" Target="../ink/ink641.xml"/><Relationship Id="rId24" Type="http://schemas.openxmlformats.org/officeDocument/2006/relationships/image" Target="../media/image661.png"/><Relationship Id="rId5" Type="http://schemas.openxmlformats.org/officeDocument/2006/relationships/customXml" Target="../ink/ink638.xml"/><Relationship Id="rId15" Type="http://schemas.openxmlformats.org/officeDocument/2006/relationships/customXml" Target="../ink/ink643.xml"/><Relationship Id="rId23" Type="http://schemas.openxmlformats.org/officeDocument/2006/relationships/customXml" Target="../ink/ink647.xml"/><Relationship Id="rId10" Type="http://schemas.openxmlformats.org/officeDocument/2006/relationships/image" Target="../media/image654.png"/><Relationship Id="rId19" Type="http://schemas.openxmlformats.org/officeDocument/2006/relationships/customXml" Target="../ink/ink645.xml"/><Relationship Id="rId4" Type="http://schemas.openxmlformats.org/officeDocument/2006/relationships/image" Target="../media/image651.png"/><Relationship Id="rId9" Type="http://schemas.openxmlformats.org/officeDocument/2006/relationships/customXml" Target="../ink/ink640.xml"/><Relationship Id="rId14" Type="http://schemas.openxmlformats.org/officeDocument/2006/relationships/image" Target="../media/image656.png"/><Relationship Id="rId22" Type="http://schemas.openxmlformats.org/officeDocument/2006/relationships/image" Target="../media/image66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2.png"/><Relationship Id="rId7" Type="http://schemas.openxmlformats.org/officeDocument/2006/relationships/image" Target="../media/image664.png"/><Relationship Id="rId2" Type="http://schemas.openxmlformats.org/officeDocument/2006/relationships/image" Target="../media/image49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49.xml"/><Relationship Id="rId5" Type="http://schemas.openxmlformats.org/officeDocument/2006/relationships/image" Target="../media/image663.png"/><Relationship Id="rId4" Type="http://schemas.openxmlformats.org/officeDocument/2006/relationships/customXml" Target="../ink/ink648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8.png"/><Relationship Id="rId13" Type="http://schemas.openxmlformats.org/officeDocument/2006/relationships/customXml" Target="../ink/ink655.xml"/><Relationship Id="rId18" Type="http://schemas.openxmlformats.org/officeDocument/2006/relationships/image" Target="../media/image673.png"/><Relationship Id="rId3" Type="http://schemas.openxmlformats.org/officeDocument/2006/relationships/customXml" Target="../ink/ink650.xml"/><Relationship Id="rId7" Type="http://schemas.openxmlformats.org/officeDocument/2006/relationships/customXml" Target="../ink/ink652.xml"/><Relationship Id="rId12" Type="http://schemas.openxmlformats.org/officeDocument/2006/relationships/image" Target="../media/image670.png"/><Relationship Id="rId17" Type="http://schemas.openxmlformats.org/officeDocument/2006/relationships/customXml" Target="../ink/ink657.xml"/><Relationship Id="rId2" Type="http://schemas.openxmlformats.org/officeDocument/2006/relationships/image" Target="../media/image665.png"/><Relationship Id="rId16" Type="http://schemas.openxmlformats.org/officeDocument/2006/relationships/image" Target="../media/image672.png"/><Relationship Id="rId20" Type="http://schemas.openxmlformats.org/officeDocument/2006/relationships/image" Target="../media/image6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7.png"/><Relationship Id="rId11" Type="http://schemas.openxmlformats.org/officeDocument/2006/relationships/customXml" Target="../ink/ink654.xml"/><Relationship Id="rId5" Type="http://schemas.openxmlformats.org/officeDocument/2006/relationships/customXml" Target="../ink/ink651.xml"/><Relationship Id="rId15" Type="http://schemas.openxmlformats.org/officeDocument/2006/relationships/customXml" Target="../ink/ink656.xml"/><Relationship Id="rId10" Type="http://schemas.openxmlformats.org/officeDocument/2006/relationships/image" Target="../media/image669.png"/><Relationship Id="rId19" Type="http://schemas.openxmlformats.org/officeDocument/2006/relationships/customXml" Target="../ink/ink658.xml"/><Relationship Id="rId4" Type="http://schemas.openxmlformats.org/officeDocument/2006/relationships/image" Target="../media/image666.png"/><Relationship Id="rId9" Type="http://schemas.openxmlformats.org/officeDocument/2006/relationships/customXml" Target="../ink/ink653.xml"/><Relationship Id="rId14" Type="http://schemas.openxmlformats.org/officeDocument/2006/relationships/image" Target="../media/image671.png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10.png"/><Relationship Id="rId18" Type="http://schemas.openxmlformats.org/officeDocument/2006/relationships/customXml" Target="../ink/ink667.xml"/><Relationship Id="rId26" Type="http://schemas.openxmlformats.org/officeDocument/2006/relationships/customXml" Target="../ink/ink671.xml"/><Relationship Id="rId39" Type="http://schemas.openxmlformats.org/officeDocument/2006/relationships/image" Target="../media/image5510.png"/><Relationship Id="rId21" Type="http://schemas.openxmlformats.org/officeDocument/2006/relationships/image" Target="../media/image4610.png"/><Relationship Id="rId34" Type="http://schemas.openxmlformats.org/officeDocument/2006/relationships/customXml" Target="../ink/ink675.xml"/><Relationship Id="rId42" Type="http://schemas.openxmlformats.org/officeDocument/2006/relationships/customXml" Target="../ink/ink679.xml"/><Relationship Id="rId47" Type="http://schemas.openxmlformats.org/officeDocument/2006/relationships/image" Target="../media/image5910.png"/><Relationship Id="rId50" Type="http://schemas.openxmlformats.org/officeDocument/2006/relationships/customXml" Target="../ink/ink683.xml"/><Relationship Id="rId55" Type="http://schemas.openxmlformats.org/officeDocument/2006/relationships/image" Target="../media/image6310.png"/><Relationship Id="rId7" Type="http://schemas.openxmlformats.org/officeDocument/2006/relationships/image" Target="../media/image3910.png"/><Relationship Id="rId2" Type="http://schemas.openxmlformats.org/officeDocument/2006/relationships/customXml" Target="../ink/ink659.xml"/><Relationship Id="rId16" Type="http://schemas.openxmlformats.org/officeDocument/2006/relationships/customXml" Target="../ink/ink666.xml"/><Relationship Id="rId29" Type="http://schemas.openxmlformats.org/officeDocument/2006/relationships/image" Target="../media/image5010.png"/><Relationship Id="rId11" Type="http://schemas.openxmlformats.org/officeDocument/2006/relationships/image" Target="../media/image4110.png"/><Relationship Id="rId24" Type="http://schemas.openxmlformats.org/officeDocument/2006/relationships/customXml" Target="../ink/ink670.xml"/><Relationship Id="rId32" Type="http://schemas.openxmlformats.org/officeDocument/2006/relationships/customXml" Target="../ink/ink674.xml"/><Relationship Id="rId37" Type="http://schemas.openxmlformats.org/officeDocument/2006/relationships/image" Target="../media/image5410.png"/><Relationship Id="rId40" Type="http://schemas.openxmlformats.org/officeDocument/2006/relationships/customXml" Target="../ink/ink678.xml"/><Relationship Id="rId45" Type="http://schemas.openxmlformats.org/officeDocument/2006/relationships/image" Target="../media/image5810.png"/><Relationship Id="rId53" Type="http://schemas.openxmlformats.org/officeDocument/2006/relationships/image" Target="../media/image6210.png"/><Relationship Id="rId58" Type="http://schemas.openxmlformats.org/officeDocument/2006/relationships/customXml" Target="../ink/ink687.xml"/><Relationship Id="rId5" Type="http://schemas.openxmlformats.org/officeDocument/2006/relationships/image" Target="../media/image3810.png"/><Relationship Id="rId19" Type="http://schemas.openxmlformats.org/officeDocument/2006/relationships/image" Target="../media/image4510.png"/><Relationship Id="rId4" Type="http://schemas.openxmlformats.org/officeDocument/2006/relationships/customXml" Target="../ink/ink660.xml"/><Relationship Id="rId9" Type="http://schemas.openxmlformats.org/officeDocument/2006/relationships/image" Target="../media/image4010.png"/><Relationship Id="rId14" Type="http://schemas.openxmlformats.org/officeDocument/2006/relationships/customXml" Target="../ink/ink665.xml"/><Relationship Id="rId22" Type="http://schemas.openxmlformats.org/officeDocument/2006/relationships/customXml" Target="../ink/ink669.xml"/><Relationship Id="rId27" Type="http://schemas.openxmlformats.org/officeDocument/2006/relationships/image" Target="../media/image4910.png"/><Relationship Id="rId30" Type="http://schemas.openxmlformats.org/officeDocument/2006/relationships/customXml" Target="../ink/ink673.xml"/><Relationship Id="rId35" Type="http://schemas.openxmlformats.org/officeDocument/2006/relationships/image" Target="../media/image5310.png"/><Relationship Id="rId43" Type="http://schemas.openxmlformats.org/officeDocument/2006/relationships/image" Target="../media/image5710.png"/><Relationship Id="rId48" Type="http://schemas.openxmlformats.org/officeDocument/2006/relationships/customXml" Target="../ink/ink682.xml"/><Relationship Id="rId56" Type="http://schemas.openxmlformats.org/officeDocument/2006/relationships/customXml" Target="../ink/ink686.xml"/><Relationship Id="rId8" Type="http://schemas.openxmlformats.org/officeDocument/2006/relationships/customXml" Target="../ink/ink662.xml"/><Relationship Id="rId51" Type="http://schemas.openxmlformats.org/officeDocument/2006/relationships/image" Target="../media/image6110.png"/><Relationship Id="rId3" Type="http://schemas.openxmlformats.org/officeDocument/2006/relationships/image" Target="../media/image3710.png"/><Relationship Id="rId12" Type="http://schemas.openxmlformats.org/officeDocument/2006/relationships/customXml" Target="../ink/ink664.xml"/><Relationship Id="rId17" Type="http://schemas.openxmlformats.org/officeDocument/2006/relationships/image" Target="../media/image4410.png"/><Relationship Id="rId25" Type="http://schemas.openxmlformats.org/officeDocument/2006/relationships/image" Target="../media/image4810.png"/><Relationship Id="rId33" Type="http://schemas.openxmlformats.org/officeDocument/2006/relationships/image" Target="../media/image5210.png"/><Relationship Id="rId38" Type="http://schemas.openxmlformats.org/officeDocument/2006/relationships/customXml" Target="../ink/ink677.xml"/><Relationship Id="rId46" Type="http://schemas.openxmlformats.org/officeDocument/2006/relationships/customXml" Target="../ink/ink681.xml"/><Relationship Id="rId59" Type="http://schemas.openxmlformats.org/officeDocument/2006/relationships/image" Target="../media/image675.png"/><Relationship Id="rId20" Type="http://schemas.openxmlformats.org/officeDocument/2006/relationships/customXml" Target="../ink/ink668.xml"/><Relationship Id="rId41" Type="http://schemas.openxmlformats.org/officeDocument/2006/relationships/image" Target="../media/image5610.png"/><Relationship Id="rId54" Type="http://schemas.openxmlformats.org/officeDocument/2006/relationships/customXml" Target="../ink/ink68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61.xml"/><Relationship Id="rId15" Type="http://schemas.openxmlformats.org/officeDocument/2006/relationships/image" Target="../media/image4310.png"/><Relationship Id="rId23" Type="http://schemas.openxmlformats.org/officeDocument/2006/relationships/image" Target="../media/image4710.png"/><Relationship Id="rId28" Type="http://schemas.openxmlformats.org/officeDocument/2006/relationships/customXml" Target="../ink/ink672.xml"/><Relationship Id="rId36" Type="http://schemas.openxmlformats.org/officeDocument/2006/relationships/customXml" Target="../ink/ink676.xml"/><Relationship Id="rId49" Type="http://schemas.openxmlformats.org/officeDocument/2006/relationships/image" Target="../media/image6010.png"/><Relationship Id="rId57" Type="http://schemas.openxmlformats.org/officeDocument/2006/relationships/image" Target="../media/image6410.png"/><Relationship Id="rId10" Type="http://schemas.openxmlformats.org/officeDocument/2006/relationships/customXml" Target="../ink/ink663.xml"/><Relationship Id="rId31" Type="http://schemas.openxmlformats.org/officeDocument/2006/relationships/image" Target="../media/image5110.png"/><Relationship Id="rId44" Type="http://schemas.openxmlformats.org/officeDocument/2006/relationships/customXml" Target="../ink/ink680.xml"/><Relationship Id="rId52" Type="http://schemas.openxmlformats.org/officeDocument/2006/relationships/customXml" Target="../ink/ink68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6.png"/><Relationship Id="rId2" Type="http://schemas.openxmlformats.org/officeDocument/2006/relationships/image" Target="../media/image49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5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customXml" Target="../ink/ink688.xml"/><Relationship Id="rId3" Type="http://schemas.openxmlformats.org/officeDocument/2006/relationships/image" Target="../media/image696.png"/><Relationship Id="rId7" Type="http://schemas.openxmlformats.org/officeDocument/2006/relationships/image" Target="../media/image700.png"/><Relationship Id="rId2" Type="http://schemas.openxmlformats.org/officeDocument/2006/relationships/image" Target="../media/image4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9.png"/><Relationship Id="rId5" Type="http://schemas.openxmlformats.org/officeDocument/2006/relationships/image" Target="../media/image698.png"/><Relationship Id="rId4" Type="http://schemas.openxmlformats.org/officeDocument/2006/relationships/image" Target="../media/image697.png"/><Relationship Id="rId9" Type="http://schemas.openxmlformats.org/officeDocument/2006/relationships/image" Target="../media/image70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7.png"/><Relationship Id="rId3" Type="http://schemas.openxmlformats.org/officeDocument/2006/relationships/image" Target="../media/image702.png"/><Relationship Id="rId7" Type="http://schemas.openxmlformats.org/officeDocument/2006/relationships/image" Target="../media/image706.png"/><Relationship Id="rId2" Type="http://schemas.openxmlformats.org/officeDocument/2006/relationships/image" Target="../media/image4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5.png"/><Relationship Id="rId5" Type="http://schemas.openxmlformats.org/officeDocument/2006/relationships/image" Target="../media/image704.png"/><Relationship Id="rId4" Type="http://schemas.openxmlformats.org/officeDocument/2006/relationships/image" Target="../media/image703.png"/><Relationship Id="rId9" Type="http://schemas.openxmlformats.org/officeDocument/2006/relationships/image" Target="../media/image70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9.png"/><Relationship Id="rId2" Type="http://schemas.openxmlformats.org/officeDocument/2006/relationships/image" Target="../media/image49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1.png"/><Relationship Id="rId4" Type="http://schemas.openxmlformats.org/officeDocument/2006/relationships/image" Target="../media/image7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3.png"/><Relationship Id="rId2" Type="http://schemas.openxmlformats.org/officeDocument/2006/relationships/image" Target="../media/image7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Proiectare Logică</a:t>
            </a:r>
          </a:p>
          <a:p>
            <a:pPr algn="ctr"/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4 </a:t>
            </a:r>
            <a:r>
              <a:rPr lang="ro-RO" sz="3600" b="1" dirty="0">
                <a:solidFill>
                  <a:srgbClr val="0000FF"/>
                </a:solidFill>
              </a:rPr>
              <a:t>-</a:t>
            </a:r>
            <a:r>
              <a:rPr lang="en-US" sz="3600" b="1" dirty="0">
                <a:solidFill>
                  <a:srgbClr val="0000FF"/>
                </a:solidFill>
              </a:rPr>
              <a:t> </a:t>
            </a:r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5</a:t>
            </a:r>
            <a:endParaRPr lang="ro-RO" sz="3600" b="1" dirty="0">
              <a:solidFill>
                <a:srgbClr val="0000FF"/>
              </a:solidFill>
            </a:endParaRPr>
          </a:p>
          <a:p>
            <a:endParaRPr lang="ro-RO" sz="3600" b="1" dirty="0">
              <a:solidFill>
                <a:srgbClr val="FF0000"/>
              </a:solidFill>
            </a:endParaRP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== Curs  ==</a:t>
            </a: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anul de studii: C1</a:t>
            </a:r>
          </a:p>
          <a:p>
            <a:endParaRPr lang="ro-RO" sz="3200" b="1" dirty="0">
              <a:solidFill>
                <a:srgbClr val="FF0000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    Săptămâna 3         </a:t>
            </a:r>
            <a:r>
              <a:rPr lang="en-US" sz="3200" b="1" dirty="0">
                <a:solidFill>
                  <a:srgbClr val="0000FF"/>
                </a:solidFill>
              </a:rPr>
              <a:t>1</a:t>
            </a:r>
            <a:r>
              <a:rPr lang="ro-RO" sz="3200" b="1" dirty="0">
                <a:solidFill>
                  <a:srgbClr val="0000FF"/>
                </a:solidFill>
              </a:rPr>
              <a:t>7 </a:t>
            </a:r>
            <a:r>
              <a:rPr lang="en-US" sz="3200" b="1" dirty="0" err="1">
                <a:solidFill>
                  <a:srgbClr val="0000FF"/>
                </a:solidFill>
              </a:rPr>
              <a:t>Octombrie</a:t>
            </a:r>
            <a:r>
              <a:rPr lang="ro-RO" sz="3200" b="1" dirty="0">
                <a:solidFill>
                  <a:srgbClr val="0000FF"/>
                </a:solidFill>
              </a:rPr>
              <a:t> 202</a:t>
            </a:r>
            <a:r>
              <a:rPr lang="en-US" sz="3200" b="1" dirty="0">
                <a:solidFill>
                  <a:srgbClr val="0000FF"/>
                </a:solidFill>
              </a:rPr>
              <a:t>4</a:t>
            </a:r>
            <a:r>
              <a:rPr lang="ro-RO" sz="3200" b="1" dirty="0">
                <a:solidFill>
                  <a:srgbClr val="0000FF"/>
                </a:solidFill>
              </a:rPr>
              <a:t>             </a:t>
            </a:r>
            <a:r>
              <a:rPr lang="en-US" sz="3200" b="1" dirty="0">
                <a:solidFill>
                  <a:srgbClr val="0000FF"/>
                </a:solidFill>
              </a:rPr>
              <a:t>14</a:t>
            </a:r>
            <a:r>
              <a:rPr lang="ro-RO" sz="3200" b="1" dirty="0">
                <a:solidFill>
                  <a:srgbClr val="0000FF"/>
                </a:solidFill>
              </a:rPr>
              <a:t>:00 – </a:t>
            </a:r>
            <a:r>
              <a:rPr lang="en-US" sz="3200" b="1" dirty="0">
                <a:solidFill>
                  <a:srgbClr val="0000FF"/>
                </a:solidFill>
              </a:rPr>
              <a:t>16</a:t>
            </a:r>
            <a:r>
              <a:rPr lang="ro-RO" sz="3200" b="1" dirty="0">
                <a:solidFill>
                  <a:srgbClr val="0000FF"/>
                </a:solidFill>
              </a:rPr>
              <a:t>:00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/>
              <a:t>ionel.bostan@upit.ro</a:t>
            </a:r>
            <a:endParaRPr lang="en-US" sz="2800" b="1" dirty="0"/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 err="1"/>
              <a:t>ionel.bostan@up</a:t>
            </a:r>
            <a:r>
              <a:rPr lang="en-US" sz="2800" b="1" dirty="0"/>
              <a:t>b</a:t>
            </a:r>
            <a:r>
              <a:rPr lang="ro-RO" sz="2800" b="1" dirty="0"/>
              <a:t>.ro</a:t>
            </a:r>
          </a:p>
        </p:txBody>
      </p:sp>
    </p:spTree>
    <p:extLst>
      <p:ext uri="{BB962C8B-B14F-4D97-AF65-F5344CB8AC3E}">
        <p14:creationId xmlns:p14="http://schemas.microsoft.com/office/powerpoint/2010/main" val="3362143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609660" y="228635"/>
            <a:ext cx="10698362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Agendă:</a:t>
            </a:r>
          </a:p>
          <a:p>
            <a:pPr marL="571500" indent="-5715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571500" indent="-5715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Simplificarea funcțiilor binare</a:t>
            </a:r>
          </a:p>
          <a:p>
            <a:pPr marL="1943100" lvl="3" indent="-571500">
              <a:buFontTx/>
              <a:buChar char="-"/>
            </a:pPr>
            <a:r>
              <a:rPr lang="ro-RO" sz="2400" dirty="0"/>
              <a:t>Simplificări folosind diagramele </a:t>
            </a:r>
            <a:r>
              <a:rPr lang="ro-RO" sz="2400" dirty="0" err="1"/>
              <a:t>Karnaugh</a:t>
            </a:r>
            <a:r>
              <a:rPr lang="en-US" sz="2400" dirty="0"/>
              <a:t> (</a:t>
            </a:r>
            <a:r>
              <a:rPr lang="en-US" sz="2400" dirty="0" err="1"/>
              <a:t>Recapitulare</a:t>
            </a:r>
            <a:r>
              <a:rPr lang="en-US" sz="2400" dirty="0"/>
              <a:t>)</a:t>
            </a:r>
            <a:r>
              <a:rPr lang="ro-RO" sz="2400" dirty="0"/>
              <a:t>;</a:t>
            </a:r>
            <a:endParaRPr lang="en-US" sz="2400" dirty="0"/>
          </a:p>
          <a:p>
            <a:pPr marL="1943100" lvl="3" indent="-571500">
              <a:buFontTx/>
              <a:buChar char="-"/>
            </a:pPr>
            <a:r>
              <a:rPr lang="en-US" sz="2400" dirty="0" err="1"/>
              <a:t>Func</a:t>
            </a:r>
            <a:r>
              <a:rPr lang="ro-RO" sz="2400" dirty="0"/>
              <a:t>ții pătate </a:t>
            </a:r>
            <a:r>
              <a:rPr lang="ro-RO" sz="2400" dirty="0" err="1"/>
              <a:t>biforme</a:t>
            </a:r>
            <a:r>
              <a:rPr lang="ro-RO" sz="2400" dirty="0"/>
              <a:t>;</a:t>
            </a:r>
          </a:p>
          <a:p>
            <a:pPr marL="1943100" lvl="3" indent="-571500">
              <a:buFontTx/>
              <a:buChar char="-"/>
            </a:pPr>
            <a:endParaRPr lang="ro-RO" sz="2400" dirty="0"/>
          </a:p>
          <a:p>
            <a:pPr marL="571500" indent="-5715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Logica de același tip </a:t>
            </a:r>
          </a:p>
          <a:p>
            <a:pPr marL="1943100" lvl="3" indent="-571500">
              <a:buFontTx/>
              <a:buChar char="-"/>
            </a:pPr>
            <a:r>
              <a:rPr lang="ro-RO" sz="2400" dirty="0"/>
              <a:t>Sisteme complete de operatori ;</a:t>
            </a:r>
            <a:endParaRPr lang="en-US" sz="2400" dirty="0"/>
          </a:p>
          <a:p>
            <a:pPr marL="1943100" lvl="3" indent="-571500">
              <a:buFontTx/>
              <a:buChar char="-"/>
            </a:pPr>
            <a:r>
              <a:rPr lang="ro-RO" sz="2400" dirty="0"/>
              <a:t>Logica NAND-NAND;</a:t>
            </a:r>
          </a:p>
          <a:p>
            <a:pPr marL="1943100" lvl="3" indent="-571500">
              <a:buFontTx/>
              <a:buChar char="-"/>
            </a:pPr>
            <a:r>
              <a:rPr lang="ro-RO" sz="2400" dirty="0"/>
              <a:t>Logica NOR-NOR;</a:t>
            </a:r>
          </a:p>
          <a:p>
            <a:pPr marL="1943100" lvl="3" indent="-571500">
              <a:buFontTx/>
              <a:buChar char="-"/>
            </a:pPr>
            <a:endParaRPr lang="ro-RO" sz="2400" dirty="0"/>
          </a:p>
          <a:p>
            <a:pPr marL="1943100" lvl="3" indent="-571500">
              <a:buFontTx/>
              <a:buChar char="-"/>
            </a:pPr>
            <a:endParaRPr lang="ro-RO" sz="2400" dirty="0"/>
          </a:p>
          <a:p>
            <a:pPr marL="1943100" lvl="3" indent="-571500">
              <a:buFontTx/>
              <a:buChar char="-"/>
            </a:pPr>
            <a:endParaRPr lang="ro-RO" sz="2400" dirty="0"/>
          </a:p>
          <a:p>
            <a:pPr marL="1943100" lvl="3" indent="-5715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695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Simplificare prin adiacență – diagrame </a:t>
            </a:r>
            <a:r>
              <a:rPr lang="ro-RO" b="1" dirty="0" err="1">
                <a:solidFill>
                  <a:srgbClr val="FF0000"/>
                </a:solidFill>
              </a:rPr>
              <a:t>Karnaugh</a:t>
            </a:r>
            <a:r>
              <a:rPr lang="ro-RO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CA23E160-1995-42CB-B128-F0A86AFF3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777269"/>
            <a:ext cx="1013460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061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018147E5-E87D-42B3-8855-F4A81CD0FDC7}"/>
                  </a:ext>
                </a:extLst>
              </p14:cNvPr>
              <p14:cNvContentPartPr/>
              <p14:nvPr/>
            </p14:nvContentPartPr>
            <p14:xfrm>
              <a:off x="1908549" y="2111665"/>
              <a:ext cx="258120" cy="29448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018147E5-E87D-42B3-8855-F4A81CD0FD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90549" y="2094025"/>
                <a:ext cx="29376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25F1ADD3-B512-4C2A-A75F-7C7913A06802}"/>
                  </a:ext>
                </a:extLst>
              </p14:cNvPr>
              <p14:cNvContentPartPr/>
              <p14:nvPr/>
            </p14:nvContentPartPr>
            <p14:xfrm>
              <a:off x="2386989" y="2002585"/>
              <a:ext cx="1353600" cy="38880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25F1ADD3-B512-4C2A-A75F-7C7913A06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68989" y="1984585"/>
                <a:ext cx="1389240" cy="4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ABB8A736-DB03-4365-95B4-6F17F0F64EFD}"/>
                  </a:ext>
                </a:extLst>
              </p14:cNvPr>
              <p14:cNvContentPartPr/>
              <p14:nvPr/>
            </p14:nvContentPartPr>
            <p14:xfrm>
              <a:off x="1993509" y="1446025"/>
              <a:ext cx="1781280" cy="45396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ABB8A736-DB03-4365-95B4-6F17F0F64EF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75869" y="1428385"/>
                <a:ext cx="1816920" cy="48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3D28FE97-C80B-4DD9-9894-0CD932C2936A}"/>
                  </a:ext>
                </a:extLst>
              </p14:cNvPr>
              <p14:cNvContentPartPr/>
              <p14:nvPr/>
            </p14:nvContentPartPr>
            <p14:xfrm>
              <a:off x="1375749" y="1679305"/>
              <a:ext cx="207720" cy="29808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3D28FE97-C80B-4DD9-9894-0CD932C2936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57749" y="1661665"/>
                <a:ext cx="24336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99282B83-0C7B-46F8-BE56-4B2189055F4C}"/>
                  </a:ext>
                </a:extLst>
              </p14:cNvPr>
              <p14:cNvContentPartPr/>
              <p14:nvPr/>
            </p14:nvContentPartPr>
            <p14:xfrm>
              <a:off x="479349" y="1457905"/>
              <a:ext cx="677520" cy="45576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99282B83-0C7B-46F8-BE56-4B2189055F4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1349" y="1440265"/>
                <a:ext cx="713160" cy="49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CDB60E10-CE37-4542-9837-9E9DD6361175}"/>
                  </a:ext>
                </a:extLst>
              </p14:cNvPr>
              <p14:cNvContentPartPr/>
              <p14:nvPr/>
            </p14:nvContentPartPr>
            <p14:xfrm>
              <a:off x="1342629" y="3118225"/>
              <a:ext cx="529560" cy="17676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CDB60E10-CE37-4542-9837-9E9DD636117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24629" y="3100225"/>
                <a:ext cx="56520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6E7F2A43-C8A3-4080-A426-20A8335D7F48}"/>
                  </a:ext>
                </a:extLst>
              </p14:cNvPr>
              <p14:cNvContentPartPr/>
              <p14:nvPr/>
            </p14:nvContentPartPr>
            <p14:xfrm>
              <a:off x="2926629" y="2785225"/>
              <a:ext cx="1037880" cy="45648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6E7F2A43-C8A3-4080-A426-20A8335D7F4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08629" y="2767225"/>
                <a:ext cx="1073520" cy="49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4D13BB0C-A227-4408-9950-CA46D6F91A16}"/>
                  </a:ext>
                </a:extLst>
              </p14:cNvPr>
              <p14:cNvContentPartPr/>
              <p14:nvPr/>
            </p14:nvContentPartPr>
            <p14:xfrm>
              <a:off x="2385189" y="3033265"/>
              <a:ext cx="253440" cy="2552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4D13BB0C-A227-4408-9950-CA46D6F91A1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367549" y="3015290"/>
                <a:ext cx="289080" cy="2908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F5E4219C-7433-4A98-9D04-44A28BC2E493}"/>
                  </a:ext>
                </a:extLst>
              </p14:cNvPr>
              <p14:cNvContentPartPr/>
              <p14:nvPr/>
            </p14:nvContentPartPr>
            <p14:xfrm>
              <a:off x="379989" y="2888545"/>
              <a:ext cx="627120" cy="41688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F5E4219C-7433-4A98-9D04-44A28BC2E49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1999" y="2870905"/>
                <a:ext cx="662740" cy="45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F1A5CF4C-DBF7-48B1-8186-DE62A8849417}"/>
                  </a:ext>
                </a:extLst>
              </p14:cNvPr>
              <p14:cNvContentPartPr/>
              <p14:nvPr/>
            </p14:nvContentPartPr>
            <p14:xfrm>
              <a:off x="6487029" y="3893305"/>
              <a:ext cx="765360" cy="33228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F1A5CF4C-DBF7-48B1-8186-DE62A884941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469389" y="3875305"/>
                <a:ext cx="80100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5C9E787F-7DAC-4A81-A062-BCFCAFA77ACB}"/>
                  </a:ext>
                </a:extLst>
              </p14:cNvPr>
              <p14:cNvContentPartPr/>
              <p14:nvPr/>
            </p14:nvContentPartPr>
            <p14:xfrm>
              <a:off x="6202989" y="4523665"/>
              <a:ext cx="925920" cy="45288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5C9E787F-7DAC-4A81-A062-BCFCAFA77AC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185349" y="4506025"/>
                <a:ext cx="961560" cy="48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1C21FA08-AB27-46C0-8AEB-6D25D3C3998E}"/>
                  </a:ext>
                </a:extLst>
              </p14:cNvPr>
              <p14:cNvContentPartPr/>
              <p14:nvPr/>
            </p14:nvContentPartPr>
            <p14:xfrm>
              <a:off x="1717749" y="4191385"/>
              <a:ext cx="380520" cy="25812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1C21FA08-AB27-46C0-8AEB-6D25D3C3998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700109" y="4173745"/>
                <a:ext cx="41616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BAE53E40-172A-42E7-8B2C-A9BF7C1C6832}"/>
                  </a:ext>
                </a:extLst>
              </p14:cNvPr>
              <p14:cNvContentPartPr/>
              <p14:nvPr/>
            </p14:nvContentPartPr>
            <p14:xfrm>
              <a:off x="1125909" y="4138465"/>
              <a:ext cx="429840" cy="38124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BAE53E40-172A-42E7-8B2C-A9BF7C1C683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08269" y="4120465"/>
                <a:ext cx="46548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9AE6D55E-D68D-4679-9CA2-E9991EEE2116}"/>
                  </a:ext>
                </a:extLst>
              </p14:cNvPr>
              <p14:cNvContentPartPr/>
              <p14:nvPr/>
            </p14:nvContentPartPr>
            <p14:xfrm>
              <a:off x="610749" y="4138465"/>
              <a:ext cx="352080" cy="39420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9AE6D55E-D68D-4679-9CA2-E9991EEE211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93091" y="4120481"/>
                <a:ext cx="387756" cy="4298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1A24101E-39D2-4938-8F09-987540BDF2AF}"/>
                  </a:ext>
                </a:extLst>
              </p14:cNvPr>
              <p14:cNvContentPartPr/>
              <p14:nvPr/>
            </p14:nvContentPartPr>
            <p14:xfrm>
              <a:off x="465669" y="378625"/>
              <a:ext cx="2460240" cy="88776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1A24101E-39D2-4938-8F09-987540BDF2A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47669" y="360978"/>
                <a:ext cx="2495880" cy="9234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500C5D57-EDFC-4A82-AC83-8D72D20256BA}"/>
                  </a:ext>
                </a:extLst>
              </p14:cNvPr>
              <p14:cNvContentPartPr/>
              <p14:nvPr/>
            </p14:nvContentPartPr>
            <p14:xfrm>
              <a:off x="1765989" y="4869985"/>
              <a:ext cx="447480" cy="27360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500C5D57-EDFC-4A82-AC83-8D72D20256B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747989" y="4852345"/>
                <a:ext cx="48312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4ADC78AC-8570-4C46-B309-B0A557DECC67}"/>
                  </a:ext>
                </a:extLst>
              </p14:cNvPr>
              <p14:cNvContentPartPr/>
              <p14:nvPr/>
            </p14:nvContentPartPr>
            <p14:xfrm>
              <a:off x="427869" y="4836505"/>
              <a:ext cx="949680" cy="41364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4ADC78AC-8570-4C46-B309-B0A557DECC6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09869" y="4818865"/>
                <a:ext cx="985320" cy="44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AF355FC9-8B23-437F-8473-F1E89E7D5A0A}"/>
                  </a:ext>
                </a:extLst>
              </p14:cNvPr>
              <p14:cNvContentPartPr/>
              <p14:nvPr/>
            </p14:nvContentPartPr>
            <p14:xfrm>
              <a:off x="2458989" y="4004185"/>
              <a:ext cx="3134880" cy="149436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AF355FC9-8B23-437F-8473-F1E89E7D5A0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441349" y="3986189"/>
                <a:ext cx="3170520" cy="15299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19" name="Cerneală 218">
                <a:extLst>
                  <a:ext uri="{FF2B5EF4-FFF2-40B4-BE49-F238E27FC236}">
                    <a16:creationId xmlns:a16="http://schemas.microsoft.com/office/drawing/2014/main" id="{E039D7B3-414E-4BB6-9AA5-F69CEAE6D6D0}"/>
                  </a:ext>
                </a:extLst>
              </p14:cNvPr>
              <p14:cNvContentPartPr/>
              <p14:nvPr/>
            </p14:nvContentPartPr>
            <p14:xfrm>
              <a:off x="4966029" y="240385"/>
              <a:ext cx="5695560" cy="3505320"/>
            </p14:xfrm>
          </p:contentPart>
        </mc:Choice>
        <mc:Fallback xmlns="">
          <p:pic>
            <p:nvPicPr>
              <p:cNvPr id="219" name="Cerneală 218">
                <a:extLst>
                  <a:ext uri="{FF2B5EF4-FFF2-40B4-BE49-F238E27FC236}">
                    <a16:creationId xmlns:a16="http://schemas.microsoft.com/office/drawing/2014/main" id="{E039D7B3-414E-4BB6-9AA5-F69CEAE6D6D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948388" y="222385"/>
                <a:ext cx="5731202" cy="354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712EBB18-5470-4E57-928B-F7687A3F78D3}"/>
                  </a:ext>
                </a:extLst>
              </p14:cNvPr>
              <p14:cNvContentPartPr/>
              <p14:nvPr/>
            </p14:nvContentPartPr>
            <p14:xfrm>
              <a:off x="7113069" y="87385"/>
              <a:ext cx="4881240" cy="103392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712EBB18-5470-4E57-928B-F7687A3F78D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095069" y="69385"/>
                <a:ext cx="4916880" cy="10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F6343FB5-6CBA-4CE4-B845-3B43DA44CCD4}"/>
                  </a:ext>
                </a:extLst>
              </p14:cNvPr>
              <p14:cNvContentPartPr/>
              <p14:nvPr/>
            </p14:nvContentPartPr>
            <p14:xfrm>
              <a:off x="4407309" y="1337665"/>
              <a:ext cx="2392200" cy="258840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F6343FB5-6CBA-4CE4-B845-3B43DA44CCD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389666" y="1319665"/>
                <a:ext cx="2427845" cy="262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6727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A8FD2516-9E2E-48AC-888B-7B185B85563D}"/>
                  </a:ext>
                </a:extLst>
              </p14:cNvPr>
              <p14:cNvContentPartPr/>
              <p14:nvPr/>
            </p14:nvContentPartPr>
            <p14:xfrm>
              <a:off x="1527309" y="466465"/>
              <a:ext cx="1053720" cy="58428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A8FD2516-9E2E-48AC-888B-7B185B8556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09663" y="448814"/>
                <a:ext cx="1089372" cy="6199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701F82CC-5FC7-4C57-8A3E-EBDAC2C078E5}"/>
                  </a:ext>
                </a:extLst>
              </p14:cNvPr>
              <p14:cNvContentPartPr/>
              <p14:nvPr/>
            </p14:nvContentPartPr>
            <p14:xfrm>
              <a:off x="688509" y="407425"/>
              <a:ext cx="539280" cy="36612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701F82CC-5FC7-4C57-8A3E-EBDAC2C078E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0881" y="389785"/>
                <a:ext cx="574896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47384F99-0293-49DA-A7BC-96F0D5BABABB}"/>
                  </a:ext>
                </a:extLst>
              </p14:cNvPr>
              <p14:cNvContentPartPr/>
              <p14:nvPr/>
            </p14:nvContentPartPr>
            <p14:xfrm>
              <a:off x="2911509" y="611185"/>
              <a:ext cx="307800" cy="1749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47384F99-0293-49DA-A7BC-96F0D5BABAB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93509" y="593185"/>
                <a:ext cx="34344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C3EE4AF1-2DD8-4493-861E-4417FDC7B24F}"/>
                  </a:ext>
                </a:extLst>
              </p14:cNvPr>
              <p14:cNvContentPartPr/>
              <p14:nvPr/>
            </p14:nvContentPartPr>
            <p14:xfrm>
              <a:off x="6381189" y="308785"/>
              <a:ext cx="540000" cy="3380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C3EE4AF1-2DD8-4493-861E-4417FDC7B24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63549" y="290785"/>
                <a:ext cx="575640" cy="37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8E77B33A-3293-4EC9-AF54-2B7FE016060D}"/>
                  </a:ext>
                </a:extLst>
              </p14:cNvPr>
              <p14:cNvContentPartPr/>
              <p14:nvPr/>
            </p14:nvContentPartPr>
            <p14:xfrm>
              <a:off x="5644989" y="548545"/>
              <a:ext cx="397440" cy="10584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8E77B33A-3293-4EC9-AF54-2B7FE016060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27349" y="530545"/>
                <a:ext cx="43308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684DE3D5-FBA2-456D-AE15-F2DFB7889055}"/>
                  </a:ext>
                </a:extLst>
              </p14:cNvPr>
              <p14:cNvContentPartPr/>
              <p14:nvPr/>
            </p14:nvContentPartPr>
            <p14:xfrm>
              <a:off x="4764069" y="596425"/>
              <a:ext cx="397440" cy="32256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684DE3D5-FBA2-456D-AE15-F2DFB788905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46429" y="578785"/>
                <a:ext cx="43308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D716510A-9DD0-4323-A2C1-5C0282B10FC4}"/>
                  </a:ext>
                </a:extLst>
              </p14:cNvPr>
              <p14:cNvContentPartPr/>
              <p14:nvPr/>
            </p14:nvContentPartPr>
            <p14:xfrm>
              <a:off x="4018149" y="495265"/>
              <a:ext cx="264240" cy="45972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D716510A-9DD0-4323-A2C1-5C0282B10FC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00149" y="477625"/>
                <a:ext cx="299880" cy="4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EF48AC3B-0B7E-41DB-BE9A-F205597EF9FE}"/>
                  </a:ext>
                </a:extLst>
              </p14:cNvPr>
              <p14:cNvContentPartPr/>
              <p14:nvPr/>
            </p14:nvContentPartPr>
            <p14:xfrm>
              <a:off x="4075749" y="1347385"/>
              <a:ext cx="275400" cy="38196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EF48AC3B-0B7E-41DB-BE9A-F205597EF9F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57749" y="1329385"/>
                <a:ext cx="31104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DAFEE6F9-A206-4B7F-B5EA-7ED4F43E0DA2}"/>
                  </a:ext>
                </a:extLst>
              </p14:cNvPr>
              <p14:cNvContentPartPr/>
              <p14:nvPr/>
            </p14:nvContentPartPr>
            <p14:xfrm>
              <a:off x="5428269" y="1404265"/>
              <a:ext cx="137880" cy="15264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DAFEE6F9-A206-4B7F-B5EA-7ED4F43E0DA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410269" y="1386265"/>
                <a:ext cx="17352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9A3D9E04-5449-4DDE-8018-AD55324498CA}"/>
                  </a:ext>
                </a:extLst>
              </p14:cNvPr>
              <p14:cNvContentPartPr/>
              <p14:nvPr/>
            </p14:nvContentPartPr>
            <p14:xfrm>
              <a:off x="5867829" y="1222105"/>
              <a:ext cx="509040" cy="3394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9A3D9E04-5449-4DDE-8018-AD55324498C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850189" y="1204465"/>
                <a:ext cx="54468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70A541F1-966D-45EC-BAFA-992C57D0C462}"/>
                  </a:ext>
                </a:extLst>
              </p14:cNvPr>
              <p14:cNvContentPartPr/>
              <p14:nvPr/>
            </p14:nvContentPartPr>
            <p14:xfrm>
              <a:off x="4754349" y="1434145"/>
              <a:ext cx="303480" cy="31320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70A541F1-966D-45EC-BAFA-992C57D0C46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736709" y="1416145"/>
                <a:ext cx="33912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053C0D2F-22DA-4FC3-B61B-2B9BB9A98A25}"/>
                  </a:ext>
                </a:extLst>
              </p14:cNvPr>
              <p14:cNvContentPartPr/>
              <p14:nvPr/>
            </p14:nvContentPartPr>
            <p14:xfrm>
              <a:off x="4686669" y="3152065"/>
              <a:ext cx="345240" cy="34884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053C0D2F-22DA-4FC3-B61B-2B9BB9A98A2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669029" y="3134425"/>
                <a:ext cx="380880" cy="3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286876CF-1647-4F55-9629-CEE35A088EB2}"/>
                  </a:ext>
                </a:extLst>
              </p14:cNvPr>
              <p14:cNvContentPartPr/>
              <p14:nvPr/>
            </p14:nvContentPartPr>
            <p14:xfrm>
              <a:off x="5274189" y="2935705"/>
              <a:ext cx="857160" cy="41436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286876CF-1647-4F55-9629-CEE35A088EB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256549" y="2917721"/>
                <a:ext cx="892800" cy="4499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E2A5E01F-6C2B-4A87-B9AA-349BAAA49C3B}"/>
                  </a:ext>
                </a:extLst>
              </p14:cNvPr>
              <p14:cNvContentPartPr/>
              <p14:nvPr/>
            </p14:nvContentPartPr>
            <p14:xfrm>
              <a:off x="4043349" y="3105265"/>
              <a:ext cx="282600" cy="40140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E2A5E01F-6C2B-4A87-B9AA-349BAAA49C3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025349" y="3087625"/>
                <a:ext cx="318240" cy="43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FE789E47-239F-4CD2-A896-AE3981CF6F61}"/>
                  </a:ext>
                </a:extLst>
              </p14:cNvPr>
              <p14:cNvContentPartPr/>
              <p14:nvPr/>
            </p14:nvContentPartPr>
            <p14:xfrm>
              <a:off x="10765629" y="5286505"/>
              <a:ext cx="44640" cy="22428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FE789E47-239F-4CD2-A896-AE3981CF6F6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747989" y="5268865"/>
                <a:ext cx="8028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456641FB-38C3-4FE1-A6B5-EDF3C5F2A693}"/>
                  </a:ext>
                </a:extLst>
              </p14:cNvPr>
              <p14:cNvContentPartPr/>
              <p14:nvPr/>
            </p14:nvContentPartPr>
            <p14:xfrm>
              <a:off x="10970469" y="5331145"/>
              <a:ext cx="24840" cy="20232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456641FB-38C3-4FE1-A6B5-EDF3C5F2A69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952829" y="5313505"/>
                <a:ext cx="6048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337AD719-36F7-4CDB-AEF6-87623104D237}"/>
                  </a:ext>
                </a:extLst>
              </p14:cNvPr>
              <p14:cNvContentPartPr/>
              <p14:nvPr/>
            </p14:nvContentPartPr>
            <p14:xfrm>
              <a:off x="11174589" y="5284345"/>
              <a:ext cx="30240" cy="21924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337AD719-36F7-4CDB-AEF6-87623104D23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156949" y="5266705"/>
                <a:ext cx="6588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6F97FCDA-6B25-4CA6-863C-EC0C98BBEFB2}"/>
                  </a:ext>
                </a:extLst>
              </p14:cNvPr>
              <p14:cNvContentPartPr/>
              <p14:nvPr/>
            </p14:nvContentPartPr>
            <p14:xfrm>
              <a:off x="10697949" y="5697625"/>
              <a:ext cx="45720" cy="25632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6F97FCDA-6B25-4CA6-863C-EC0C98BBEFB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680309" y="5679625"/>
                <a:ext cx="8136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65B84C56-3555-41DC-8054-F10603C634D5}"/>
                  </a:ext>
                </a:extLst>
              </p14:cNvPr>
              <p14:cNvContentPartPr/>
              <p14:nvPr/>
            </p14:nvContentPartPr>
            <p14:xfrm>
              <a:off x="10888749" y="5751985"/>
              <a:ext cx="156240" cy="17244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65B84C56-3555-41DC-8054-F10603C634D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871109" y="5733985"/>
                <a:ext cx="19188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ADB63927-271F-4903-AEA6-EA7162A11E0A}"/>
                  </a:ext>
                </a:extLst>
              </p14:cNvPr>
              <p14:cNvContentPartPr/>
              <p14:nvPr/>
            </p14:nvContentPartPr>
            <p14:xfrm>
              <a:off x="11165229" y="5714905"/>
              <a:ext cx="33120" cy="20232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ADB63927-271F-4903-AEA6-EA7162A11E0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147589" y="5696905"/>
                <a:ext cx="6876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31B33A9D-C8B3-42D9-BE3D-0FEF8A272D7F}"/>
                  </a:ext>
                </a:extLst>
              </p14:cNvPr>
              <p14:cNvContentPartPr/>
              <p14:nvPr/>
            </p14:nvContentPartPr>
            <p14:xfrm>
              <a:off x="10669509" y="6084985"/>
              <a:ext cx="68040" cy="22536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31B33A9D-C8B3-42D9-BE3D-0FEF8A272D7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651509" y="6066985"/>
                <a:ext cx="10368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D9317653-5DCD-4CFB-986F-A2F734E289DF}"/>
                  </a:ext>
                </a:extLst>
              </p14:cNvPr>
              <p14:cNvContentPartPr/>
              <p14:nvPr/>
            </p14:nvContentPartPr>
            <p14:xfrm>
              <a:off x="10876869" y="6136105"/>
              <a:ext cx="130320" cy="16812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D9317653-5DCD-4CFB-986F-A2F734E289D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859229" y="6118465"/>
                <a:ext cx="16596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D6480813-B699-4482-839A-057CB1E9D0CD}"/>
                  </a:ext>
                </a:extLst>
              </p14:cNvPr>
              <p14:cNvContentPartPr/>
              <p14:nvPr/>
            </p14:nvContentPartPr>
            <p14:xfrm>
              <a:off x="11112309" y="6117385"/>
              <a:ext cx="220680" cy="18072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D6480813-B699-4482-839A-057CB1E9D0C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1094309" y="6099385"/>
                <a:ext cx="25632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CB0E2763-056B-4DD1-B2EC-1FF390A45332}"/>
                  </a:ext>
                </a:extLst>
              </p14:cNvPr>
              <p14:cNvContentPartPr/>
              <p14:nvPr/>
            </p14:nvContentPartPr>
            <p14:xfrm>
              <a:off x="11448909" y="6096865"/>
              <a:ext cx="449640" cy="24192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CB0E2763-056B-4DD1-B2EC-1FF390A4533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1431269" y="6079225"/>
                <a:ext cx="48528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324D028C-0EC2-4160-A6D1-34948B88A1CA}"/>
                  </a:ext>
                </a:extLst>
              </p14:cNvPr>
              <p14:cNvContentPartPr/>
              <p14:nvPr/>
            </p14:nvContentPartPr>
            <p14:xfrm>
              <a:off x="11371869" y="5735065"/>
              <a:ext cx="490320" cy="26064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324D028C-0EC2-4160-A6D1-34948B88A1C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1353869" y="5717065"/>
                <a:ext cx="52596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9C27BD5D-8CF6-4546-9EC5-20106E0B2DE9}"/>
                  </a:ext>
                </a:extLst>
              </p14:cNvPr>
              <p14:cNvContentPartPr/>
              <p14:nvPr/>
            </p14:nvContentPartPr>
            <p14:xfrm>
              <a:off x="11390949" y="5351305"/>
              <a:ext cx="404640" cy="21996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9C27BD5D-8CF6-4546-9EC5-20106E0B2DE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373293" y="5333665"/>
                <a:ext cx="440312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8E6BE6D4-D9FE-4704-AB88-8AAE8CE79352}"/>
                  </a:ext>
                </a:extLst>
              </p14:cNvPr>
              <p14:cNvContentPartPr/>
              <p14:nvPr/>
            </p14:nvContentPartPr>
            <p14:xfrm>
              <a:off x="10255869" y="2983225"/>
              <a:ext cx="1552680" cy="358632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8E6BE6D4-D9FE-4704-AB88-8AAE8CE7935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37869" y="2947585"/>
                <a:ext cx="1588320" cy="36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FA92807B-B32F-4920-8F6B-75C3409EE9E1}"/>
                  </a:ext>
                </a:extLst>
              </p14:cNvPr>
              <p14:cNvContentPartPr/>
              <p14:nvPr/>
            </p14:nvContentPartPr>
            <p14:xfrm>
              <a:off x="10308429" y="2819425"/>
              <a:ext cx="1712880" cy="375984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FA92807B-B32F-4920-8F6B-75C3409EE9E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290789" y="2783785"/>
                <a:ext cx="1748520" cy="38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91" name="Cerneală 190">
                <a:extLst>
                  <a:ext uri="{FF2B5EF4-FFF2-40B4-BE49-F238E27FC236}">
                    <a16:creationId xmlns:a16="http://schemas.microsoft.com/office/drawing/2014/main" id="{691063B4-3886-45BB-B230-CFE549E1FE66}"/>
                  </a:ext>
                </a:extLst>
              </p14:cNvPr>
              <p14:cNvContentPartPr/>
              <p14:nvPr/>
            </p14:nvContentPartPr>
            <p14:xfrm>
              <a:off x="2610189" y="5178145"/>
              <a:ext cx="161640" cy="415080"/>
            </p14:xfrm>
          </p:contentPart>
        </mc:Choice>
        <mc:Fallback xmlns="">
          <p:pic>
            <p:nvPicPr>
              <p:cNvPr id="191" name="Cerneală 190">
                <a:extLst>
                  <a:ext uri="{FF2B5EF4-FFF2-40B4-BE49-F238E27FC236}">
                    <a16:creationId xmlns:a16="http://schemas.microsoft.com/office/drawing/2014/main" id="{691063B4-3886-45BB-B230-CFE549E1FE6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592549" y="5142505"/>
                <a:ext cx="197280" cy="48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A6AA4311-AEBE-431A-940D-FC304539AB6E}"/>
                  </a:ext>
                </a:extLst>
              </p14:cNvPr>
              <p14:cNvContentPartPr/>
              <p14:nvPr/>
            </p14:nvContentPartPr>
            <p14:xfrm>
              <a:off x="3368349" y="5134945"/>
              <a:ext cx="25560" cy="25812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A6AA4311-AEBE-431A-940D-FC304539AB6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350709" y="5099305"/>
                <a:ext cx="6120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518A1A65-ACB3-45F4-BD44-5CC67B13381E}"/>
                  </a:ext>
                </a:extLst>
              </p14:cNvPr>
              <p14:cNvContentPartPr/>
              <p14:nvPr/>
            </p14:nvContentPartPr>
            <p14:xfrm>
              <a:off x="3532149" y="5121985"/>
              <a:ext cx="29160" cy="25524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518A1A65-ACB3-45F4-BD44-5CC67B13381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514149" y="5085985"/>
                <a:ext cx="6480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94" name="Cerneală 193">
                <a:extLst>
                  <a:ext uri="{FF2B5EF4-FFF2-40B4-BE49-F238E27FC236}">
                    <a16:creationId xmlns:a16="http://schemas.microsoft.com/office/drawing/2014/main" id="{4A42832F-CEC9-4491-B7D3-3CACF40B0321}"/>
                  </a:ext>
                </a:extLst>
              </p14:cNvPr>
              <p14:cNvContentPartPr/>
              <p14:nvPr/>
            </p14:nvContentPartPr>
            <p14:xfrm>
              <a:off x="3704229" y="5166265"/>
              <a:ext cx="221760" cy="228240"/>
            </p14:xfrm>
          </p:contentPart>
        </mc:Choice>
        <mc:Fallback xmlns="">
          <p:pic>
            <p:nvPicPr>
              <p:cNvPr id="194" name="Cerneală 193">
                <a:extLst>
                  <a:ext uri="{FF2B5EF4-FFF2-40B4-BE49-F238E27FC236}">
                    <a16:creationId xmlns:a16="http://schemas.microsoft.com/office/drawing/2014/main" id="{4A42832F-CEC9-4491-B7D3-3CACF40B032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686589" y="5130265"/>
                <a:ext cx="25740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07B9383C-D591-4506-A952-4DE02A99D7F0}"/>
                  </a:ext>
                </a:extLst>
              </p14:cNvPr>
              <p14:cNvContentPartPr/>
              <p14:nvPr/>
            </p14:nvContentPartPr>
            <p14:xfrm>
              <a:off x="2916189" y="5317825"/>
              <a:ext cx="194760" cy="540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07B9383C-D591-4506-A952-4DE02A99D7F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898549" y="5281825"/>
                <a:ext cx="23040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13A02240-1166-4B5D-8C72-71F02DF6259A}"/>
                  </a:ext>
                </a:extLst>
              </p14:cNvPr>
              <p14:cNvContentPartPr/>
              <p14:nvPr/>
            </p14:nvContentPartPr>
            <p14:xfrm>
              <a:off x="3026709" y="5245465"/>
              <a:ext cx="114480" cy="19116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13A02240-1166-4B5D-8C72-71F02DF6259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009069" y="5209825"/>
                <a:ext cx="15012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3C3FCFDA-F5F9-41E6-A862-1F72CB111280}"/>
                  </a:ext>
                </a:extLst>
              </p14:cNvPr>
              <p14:cNvContentPartPr/>
              <p14:nvPr/>
            </p14:nvContentPartPr>
            <p14:xfrm>
              <a:off x="2608029" y="5730385"/>
              <a:ext cx="148680" cy="3996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3C3FCFDA-F5F9-41E6-A862-1F72CB11128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590389" y="5694385"/>
                <a:ext cx="18432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98" name="Cerneală 197">
                <a:extLst>
                  <a:ext uri="{FF2B5EF4-FFF2-40B4-BE49-F238E27FC236}">
                    <a16:creationId xmlns:a16="http://schemas.microsoft.com/office/drawing/2014/main" id="{4205D21D-1901-4105-858E-03C6006562D4}"/>
                  </a:ext>
                </a:extLst>
              </p14:cNvPr>
              <p14:cNvContentPartPr/>
              <p14:nvPr/>
            </p14:nvContentPartPr>
            <p14:xfrm>
              <a:off x="2575629" y="5755585"/>
              <a:ext cx="232920" cy="300600"/>
            </p14:xfrm>
          </p:contentPart>
        </mc:Choice>
        <mc:Fallback xmlns="">
          <p:pic>
            <p:nvPicPr>
              <p:cNvPr id="198" name="Cerneală 197">
                <a:extLst>
                  <a:ext uri="{FF2B5EF4-FFF2-40B4-BE49-F238E27FC236}">
                    <a16:creationId xmlns:a16="http://schemas.microsoft.com/office/drawing/2014/main" id="{4205D21D-1901-4105-858E-03C6006562D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557989" y="5719585"/>
                <a:ext cx="268560" cy="3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99" name="Cerneală 198">
                <a:extLst>
                  <a:ext uri="{FF2B5EF4-FFF2-40B4-BE49-F238E27FC236}">
                    <a16:creationId xmlns:a16="http://schemas.microsoft.com/office/drawing/2014/main" id="{D639E826-69A8-4BC2-97E4-EBE73EF8F4AD}"/>
                  </a:ext>
                </a:extLst>
              </p14:cNvPr>
              <p14:cNvContentPartPr/>
              <p14:nvPr/>
            </p14:nvContentPartPr>
            <p14:xfrm>
              <a:off x="2964069" y="5862145"/>
              <a:ext cx="200520" cy="23760"/>
            </p14:xfrm>
          </p:contentPart>
        </mc:Choice>
        <mc:Fallback xmlns="">
          <p:pic>
            <p:nvPicPr>
              <p:cNvPr id="199" name="Cerneală 198">
                <a:extLst>
                  <a:ext uri="{FF2B5EF4-FFF2-40B4-BE49-F238E27FC236}">
                    <a16:creationId xmlns:a16="http://schemas.microsoft.com/office/drawing/2014/main" id="{D639E826-69A8-4BC2-97E4-EBE73EF8F4A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946429" y="5826505"/>
                <a:ext cx="23616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00" name="Cerneală 199">
                <a:extLst>
                  <a:ext uri="{FF2B5EF4-FFF2-40B4-BE49-F238E27FC236}">
                    <a16:creationId xmlns:a16="http://schemas.microsoft.com/office/drawing/2014/main" id="{8873FB34-4E25-4493-BC2F-25A7F291CD6E}"/>
                  </a:ext>
                </a:extLst>
              </p14:cNvPr>
              <p14:cNvContentPartPr/>
              <p14:nvPr/>
            </p14:nvContentPartPr>
            <p14:xfrm>
              <a:off x="3059469" y="5808505"/>
              <a:ext cx="182160" cy="182160"/>
            </p14:xfrm>
          </p:contentPart>
        </mc:Choice>
        <mc:Fallback xmlns="">
          <p:pic>
            <p:nvPicPr>
              <p:cNvPr id="200" name="Cerneală 199">
                <a:extLst>
                  <a:ext uri="{FF2B5EF4-FFF2-40B4-BE49-F238E27FC236}">
                    <a16:creationId xmlns:a16="http://schemas.microsoft.com/office/drawing/2014/main" id="{8873FB34-4E25-4493-BC2F-25A7F291CD6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041829" y="5772865"/>
                <a:ext cx="21780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01" name="Cerneală 200">
                <a:extLst>
                  <a:ext uri="{FF2B5EF4-FFF2-40B4-BE49-F238E27FC236}">
                    <a16:creationId xmlns:a16="http://schemas.microsoft.com/office/drawing/2014/main" id="{940840A0-0A39-404E-B2C2-68735A57E6AE}"/>
                  </a:ext>
                </a:extLst>
              </p14:cNvPr>
              <p14:cNvContentPartPr/>
              <p14:nvPr/>
            </p14:nvContentPartPr>
            <p14:xfrm>
              <a:off x="3432789" y="5771785"/>
              <a:ext cx="53640" cy="249840"/>
            </p14:xfrm>
          </p:contentPart>
        </mc:Choice>
        <mc:Fallback xmlns="">
          <p:pic>
            <p:nvPicPr>
              <p:cNvPr id="201" name="Cerneală 200">
                <a:extLst>
                  <a:ext uri="{FF2B5EF4-FFF2-40B4-BE49-F238E27FC236}">
                    <a16:creationId xmlns:a16="http://schemas.microsoft.com/office/drawing/2014/main" id="{940840A0-0A39-404E-B2C2-68735A57E6A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414789" y="5736145"/>
                <a:ext cx="8928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02" name="Cerneală 201">
                <a:extLst>
                  <a:ext uri="{FF2B5EF4-FFF2-40B4-BE49-F238E27FC236}">
                    <a16:creationId xmlns:a16="http://schemas.microsoft.com/office/drawing/2014/main" id="{225A47D2-0E3B-4C23-93DC-6D5D7A8F3AD9}"/>
                  </a:ext>
                </a:extLst>
              </p14:cNvPr>
              <p14:cNvContentPartPr/>
              <p14:nvPr/>
            </p14:nvContentPartPr>
            <p14:xfrm>
              <a:off x="3636909" y="5767825"/>
              <a:ext cx="20160" cy="282240"/>
            </p14:xfrm>
          </p:contentPart>
        </mc:Choice>
        <mc:Fallback xmlns="">
          <p:pic>
            <p:nvPicPr>
              <p:cNvPr id="202" name="Cerneală 201">
                <a:extLst>
                  <a:ext uri="{FF2B5EF4-FFF2-40B4-BE49-F238E27FC236}">
                    <a16:creationId xmlns:a16="http://schemas.microsoft.com/office/drawing/2014/main" id="{225A47D2-0E3B-4C23-93DC-6D5D7A8F3AD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619269" y="5731825"/>
                <a:ext cx="5580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03" name="Cerneală 202">
                <a:extLst>
                  <a:ext uri="{FF2B5EF4-FFF2-40B4-BE49-F238E27FC236}">
                    <a16:creationId xmlns:a16="http://schemas.microsoft.com/office/drawing/2014/main" id="{E02BA0C9-41BF-4E05-AA9F-B0A3CB214B36}"/>
                  </a:ext>
                </a:extLst>
              </p14:cNvPr>
              <p14:cNvContentPartPr/>
              <p14:nvPr/>
            </p14:nvContentPartPr>
            <p14:xfrm>
              <a:off x="3835629" y="5726065"/>
              <a:ext cx="55080" cy="267840"/>
            </p14:xfrm>
          </p:contentPart>
        </mc:Choice>
        <mc:Fallback xmlns="">
          <p:pic>
            <p:nvPicPr>
              <p:cNvPr id="203" name="Cerneală 202">
                <a:extLst>
                  <a:ext uri="{FF2B5EF4-FFF2-40B4-BE49-F238E27FC236}">
                    <a16:creationId xmlns:a16="http://schemas.microsoft.com/office/drawing/2014/main" id="{E02BA0C9-41BF-4E05-AA9F-B0A3CB214B3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817629" y="5690065"/>
                <a:ext cx="9072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04" name="Cerneală 203">
                <a:extLst>
                  <a:ext uri="{FF2B5EF4-FFF2-40B4-BE49-F238E27FC236}">
                    <a16:creationId xmlns:a16="http://schemas.microsoft.com/office/drawing/2014/main" id="{E2EF8760-1586-4026-B03B-B08B06EE58B9}"/>
                  </a:ext>
                </a:extLst>
              </p14:cNvPr>
              <p14:cNvContentPartPr/>
              <p14:nvPr/>
            </p14:nvContentPartPr>
            <p14:xfrm>
              <a:off x="5244309" y="4958905"/>
              <a:ext cx="172800" cy="46440"/>
            </p14:xfrm>
          </p:contentPart>
        </mc:Choice>
        <mc:Fallback xmlns="">
          <p:pic>
            <p:nvPicPr>
              <p:cNvPr id="204" name="Cerneală 203">
                <a:extLst>
                  <a:ext uri="{FF2B5EF4-FFF2-40B4-BE49-F238E27FC236}">
                    <a16:creationId xmlns:a16="http://schemas.microsoft.com/office/drawing/2014/main" id="{E2EF8760-1586-4026-B03B-B08B06EE58B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226669" y="4922905"/>
                <a:ext cx="20844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05" name="Cerneală 204">
                <a:extLst>
                  <a:ext uri="{FF2B5EF4-FFF2-40B4-BE49-F238E27FC236}">
                    <a16:creationId xmlns:a16="http://schemas.microsoft.com/office/drawing/2014/main" id="{235C6E08-7C7E-4DA9-82AF-96AE28628D97}"/>
                  </a:ext>
                </a:extLst>
              </p14:cNvPr>
              <p14:cNvContentPartPr/>
              <p14:nvPr/>
            </p14:nvContentPartPr>
            <p14:xfrm>
              <a:off x="5157189" y="5009665"/>
              <a:ext cx="212400" cy="318600"/>
            </p14:xfrm>
          </p:contentPart>
        </mc:Choice>
        <mc:Fallback xmlns="">
          <p:pic>
            <p:nvPicPr>
              <p:cNvPr id="205" name="Cerneală 204">
                <a:extLst>
                  <a:ext uri="{FF2B5EF4-FFF2-40B4-BE49-F238E27FC236}">
                    <a16:creationId xmlns:a16="http://schemas.microsoft.com/office/drawing/2014/main" id="{235C6E08-7C7E-4DA9-82AF-96AE28628D9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139549" y="4974025"/>
                <a:ext cx="248040" cy="3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06" name="Cerneală 205">
                <a:extLst>
                  <a:ext uri="{FF2B5EF4-FFF2-40B4-BE49-F238E27FC236}">
                    <a16:creationId xmlns:a16="http://schemas.microsoft.com/office/drawing/2014/main" id="{ED4FBCE7-A700-4817-89C1-98F2D5413F14}"/>
                  </a:ext>
                </a:extLst>
              </p14:cNvPr>
              <p14:cNvContentPartPr/>
              <p14:nvPr/>
            </p14:nvContentPartPr>
            <p14:xfrm>
              <a:off x="5798349" y="4963225"/>
              <a:ext cx="16200" cy="272160"/>
            </p14:xfrm>
          </p:contentPart>
        </mc:Choice>
        <mc:Fallback xmlns="">
          <p:pic>
            <p:nvPicPr>
              <p:cNvPr id="206" name="Cerneală 205">
                <a:extLst>
                  <a:ext uri="{FF2B5EF4-FFF2-40B4-BE49-F238E27FC236}">
                    <a16:creationId xmlns:a16="http://schemas.microsoft.com/office/drawing/2014/main" id="{ED4FBCE7-A700-4817-89C1-98F2D5413F1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780349" y="4927225"/>
                <a:ext cx="5184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07" name="Cerneală 206">
                <a:extLst>
                  <a:ext uri="{FF2B5EF4-FFF2-40B4-BE49-F238E27FC236}">
                    <a16:creationId xmlns:a16="http://schemas.microsoft.com/office/drawing/2014/main" id="{E67A95BD-CFF0-4E39-8445-4059B6D79435}"/>
                  </a:ext>
                </a:extLst>
              </p14:cNvPr>
              <p14:cNvContentPartPr/>
              <p14:nvPr/>
            </p14:nvContentPartPr>
            <p14:xfrm>
              <a:off x="5948109" y="4939465"/>
              <a:ext cx="10440" cy="285120"/>
            </p14:xfrm>
          </p:contentPart>
        </mc:Choice>
        <mc:Fallback xmlns="">
          <p:pic>
            <p:nvPicPr>
              <p:cNvPr id="207" name="Cerneală 206">
                <a:extLst>
                  <a:ext uri="{FF2B5EF4-FFF2-40B4-BE49-F238E27FC236}">
                    <a16:creationId xmlns:a16="http://schemas.microsoft.com/office/drawing/2014/main" id="{E67A95BD-CFF0-4E39-8445-4059B6D7943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930109" y="4903465"/>
                <a:ext cx="4608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08" name="Cerneală 207">
                <a:extLst>
                  <a:ext uri="{FF2B5EF4-FFF2-40B4-BE49-F238E27FC236}">
                    <a16:creationId xmlns:a16="http://schemas.microsoft.com/office/drawing/2014/main" id="{9EEF53F6-7428-4F51-AD3C-A6F57B138240}"/>
                  </a:ext>
                </a:extLst>
              </p14:cNvPr>
              <p14:cNvContentPartPr/>
              <p14:nvPr/>
            </p14:nvContentPartPr>
            <p14:xfrm>
              <a:off x="6135669" y="4925425"/>
              <a:ext cx="54720" cy="278280"/>
            </p14:xfrm>
          </p:contentPart>
        </mc:Choice>
        <mc:Fallback xmlns="">
          <p:pic>
            <p:nvPicPr>
              <p:cNvPr id="208" name="Cerneală 207">
                <a:extLst>
                  <a:ext uri="{FF2B5EF4-FFF2-40B4-BE49-F238E27FC236}">
                    <a16:creationId xmlns:a16="http://schemas.microsoft.com/office/drawing/2014/main" id="{9EEF53F6-7428-4F51-AD3C-A6F57B138240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118029" y="4889425"/>
                <a:ext cx="9036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09" name="Cerneală 208">
                <a:extLst>
                  <a:ext uri="{FF2B5EF4-FFF2-40B4-BE49-F238E27FC236}">
                    <a16:creationId xmlns:a16="http://schemas.microsoft.com/office/drawing/2014/main" id="{0FCF913D-5DD1-41A1-824D-16038AA1DBFC}"/>
                  </a:ext>
                </a:extLst>
              </p14:cNvPr>
              <p14:cNvContentPartPr/>
              <p14:nvPr/>
            </p14:nvContentPartPr>
            <p14:xfrm>
              <a:off x="5493789" y="5132065"/>
              <a:ext cx="166680" cy="22320"/>
            </p14:xfrm>
          </p:contentPart>
        </mc:Choice>
        <mc:Fallback xmlns="">
          <p:pic>
            <p:nvPicPr>
              <p:cNvPr id="209" name="Cerneală 208">
                <a:extLst>
                  <a:ext uri="{FF2B5EF4-FFF2-40B4-BE49-F238E27FC236}">
                    <a16:creationId xmlns:a16="http://schemas.microsoft.com/office/drawing/2014/main" id="{0FCF913D-5DD1-41A1-824D-16038AA1DBF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476149" y="5096065"/>
                <a:ext cx="20232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10" name="Cerneală 209">
                <a:extLst>
                  <a:ext uri="{FF2B5EF4-FFF2-40B4-BE49-F238E27FC236}">
                    <a16:creationId xmlns:a16="http://schemas.microsoft.com/office/drawing/2014/main" id="{1348FE5F-6232-4871-9D11-B6289E629E34}"/>
                  </a:ext>
                </a:extLst>
              </p14:cNvPr>
              <p14:cNvContentPartPr/>
              <p14:nvPr/>
            </p14:nvContentPartPr>
            <p14:xfrm>
              <a:off x="5186349" y="5493865"/>
              <a:ext cx="165600" cy="314640"/>
            </p14:xfrm>
          </p:contentPart>
        </mc:Choice>
        <mc:Fallback xmlns="">
          <p:pic>
            <p:nvPicPr>
              <p:cNvPr id="210" name="Cerneală 209">
                <a:extLst>
                  <a:ext uri="{FF2B5EF4-FFF2-40B4-BE49-F238E27FC236}">
                    <a16:creationId xmlns:a16="http://schemas.microsoft.com/office/drawing/2014/main" id="{1348FE5F-6232-4871-9D11-B6289E629E3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168349" y="5458225"/>
                <a:ext cx="20124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11" name="Cerneală 210">
                <a:extLst>
                  <a:ext uri="{FF2B5EF4-FFF2-40B4-BE49-F238E27FC236}">
                    <a16:creationId xmlns:a16="http://schemas.microsoft.com/office/drawing/2014/main" id="{3F73ED44-4C30-430F-AACB-DCF39C496049}"/>
                  </a:ext>
                </a:extLst>
              </p14:cNvPr>
              <p14:cNvContentPartPr/>
              <p14:nvPr/>
            </p14:nvContentPartPr>
            <p14:xfrm>
              <a:off x="5457429" y="5645065"/>
              <a:ext cx="149760" cy="16920"/>
            </p14:xfrm>
          </p:contentPart>
        </mc:Choice>
        <mc:Fallback xmlns="">
          <p:pic>
            <p:nvPicPr>
              <p:cNvPr id="211" name="Cerneală 210">
                <a:extLst>
                  <a:ext uri="{FF2B5EF4-FFF2-40B4-BE49-F238E27FC236}">
                    <a16:creationId xmlns:a16="http://schemas.microsoft.com/office/drawing/2014/main" id="{3F73ED44-4C30-430F-AACB-DCF39C49604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439429" y="5609065"/>
                <a:ext cx="18540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12" name="Cerneală 211">
                <a:extLst>
                  <a:ext uri="{FF2B5EF4-FFF2-40B4-BE49-F238E27FC236}">
                    <a16:creationId xmlns:a16="http://schemas.microsoft.com/office/drawing/2014/main" id="{83CBC95C-C3C0-4031-8304-E16DAFEFE06D}"/>
                  </a:ext>
                </a:extLst>
              </p14:cNvPr>
              <p14:cNvContentPartPr/>
              <p14:nvPr/>
            </p14:nvContentPartPr>
            <p14:xfrm>
              <a:off x="5822829" y="5534185"/>
              <a:ext cx="29520" cy="226800"/>
            </p14:xfrm>
          </p:contentPart>
        </mc:Choice>
        <mc:Fallback xmlns="">
          <p:pic>
            <p:nvPicPr>
              <p:cNvPr id="212" name="Cerneală 211">
                <a:extLst>
                  <a:ext uri="{FF2B5EF4-FFF2-40B4-BE49-F238E27FC236}">
                    <a16:creationId xmlns:a16="http://schemas.microsoft.com/office/drawing/2014/main" id="{83CBC95C-C3C0-4031-8304-E16DAFEFE06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805189" y="5498545"/>
                <a:ext cx="6516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13" name="Cerneală 212">
                <a:extLst>
                  <a:ext uri="{FF2B5EF4-FFF2-40B4-BE49-F238E27FC236}">
                    <a16:creationId xmlns:a16="http://schemas.microsoft.com/office/drawing/2014/main" id="{4B6943BE-054F-4EC4-8541-EE6CCFFD2DD9}"/>
                  </a:ext>
                </a:extLst>
              </p14:cNvPr>
              <p14:cNvContentPartPr/>
              <p14:nvPr/>
            </p14:nvContentPartPr>
            <p14:xfrm>
              <a:off x="5931909" y="5542105"/>
              <a:ext cx="167040" cy="190800"/>
            </p14:xfrm>
          </p:contentPart>
        </mc:Choice>
        <mc:Fallback xmlns="">
          <p:pic>
            <p:nvPicPr>
              <p:cNvPr id="213" name="Cerneală 212">
                <a:extLst>
                  <a:ext uri="{FF2B5EF4-FFF2-40B4-BE49-F238E27FC236}">
                    <a16:creationId xmlns:a16="http://schemas.microsoft.com/office/drawing/2014/main" id="{4B6943BE-054F-4EC4-8541-EE6CCFFD2DD9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913909" y="5506105"/>
                <a:ext cx="20268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14" name="Cerneală 213">
                <a:extLst>
                  <a:ext uri="{FF2B5EF4-FFF2-40B4-BE49-F238E27FC236}">
                    <a16:creationId xmlns:a16="http://schemas.microsoft.com/office/drawing/2014/main" id="{A6326044-FA95-40C6-953C-772C2A8D58F9}"/>
                  </a:ext>
                </a:extLst>
              </p14:cNvPr>
              <p14:cNvContentPartPr/>
              <p14:nvPr/>
            </p14:nvContentPartPr>
            <p14:xfrm>
              <a:off x="6285429" y="5514025"/>
              <a:ext cx="14760" cy="270000"/>
            </p14:xfrm>
          </p:contentPart>
        </mc:Choice>
        <mc:Fallback xmlns="">
          <p:pic>
            <p:nvPicPr>
              <p:cNvPr id="214" name="Cerneală 213">
                <a:extLst>
                  <a:ext uri="{FF2B5EF4-FFF2-40B4-BE49-F238E27FC236}">
                    <a16:creationId xmlns:a16="http://schemas.microsoft.com/office/drawing/2014/main" id="{A6326044-FA95-40C6-953C-772C2A8D58F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267429" y="5478025"/>
                <a:ext cx="5040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16" name="Cerneală 215">
                <a:extLst>
                  <a:ext uri="{FF2B5EF4-FFF2-40B4-BE49-F238E27FC236}">
                    <a16:creationId xmlns:a16="http://schemas.microsoft.com/office/drawing/2014/main" id="{A40CC0F1-A980-42FE-8BBD-D68AF096946E}"/>
                  </a:ext>
                </a:extLst>
              </p14:cNvPr>
              <p14:cNvContentPartPr/>
              <p14:nvPr/>
            </p14:nvContentPartPr>
            <p14:xfrm>
              <a:off x="7117749" y="267745"/>
              <a:ext cx="4879080" cy="4916520"/>
            </p14:xfrm>
          </p:contentPart>
        </mc:Choice>
        <mc:Fallback xmlns="">
          <p:pic>
            <p:nvPicPr>
              <p:cNvPr id="216" name="Cerneală 215">
                <a:extLst>
                  <a:ext uri="{FF2B5EF4-FFF2-40B4-BE49-F238E27FC236}">
                    <a16:creationId xmlns:a16="http://schemas.microsoft.com/office/drawing/2014/main" id="{A40CC0F1-A980-42FE-8BBD-D68AF096946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099749" y="250105"/>
                <a:ext cx="4914720" cy="495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846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Simplificare prin adiacență – diagrame </a:t>
            </a:r>
            <a:r>
              <a:rPr lang="ro-RO" b="1" dirty="0" err="1">
                <a:solidFill>
                  <a:srgbClr val="FF0000"/>
                </a:solidFill>
              </a:rPr>
              <a:t>Karnaugh</a:t>
            </a:r>
            <a:r>
              <a:rPr lang="ro-RO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7919E4B0-34AF-493F-9EBB-04598F334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685830"/>
            <a:ext cx="10010775" cy="50387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844606B1-B364-48CD-BA60-4FF8BCD62994}"/>
                  </a:ext>
                </a:extLst>
              </p14:cNvPr>
              <p14:cNvContentPartPr/>
              <p14:nvPr/>
            </p14:nvContentPartPr>
            <p14:xfrm>
              <a:off x="1804509" y="6141145"/>
              <a:ext cx="39600" cy="31716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844606B1-B364-48CD-BA60-4FF8BCD629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86509" y="6123505"/>
                <a:ext cx="7524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CA2083A6-FC86-470D-9F94-4E597BBC0FCC}"/>
                  </a:ext>
                </a:extLst>
              </p14:cNvPr>
              <p14:cNvContentPartPr/>
              <p14:nvPr/>
            </p14:nvContentPartPr>
            <p14:xfrm>
              <a:off x="2040309" y="6424465"/>
              <a:ext cx="16560" cy="18684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CA2083A6-FC86-470D-9F94-4E597BBC0FC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22309" y="6406825"/>
                <a:ext cx="5220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E17D4BFB-FB71-4D51-BFF2-4C186DD2CC21}"/>
                  </a:ext>
                </a:extLst>
              </p14:cNvPr>
              <p14:cNvContentPartPr/>
              <p14:nvPr/>
            </p14:nvContentPartPr>
            <p14:xfrm>
              <a:off x="2468709" y="6154825"/>
              <a:ext cx="295560" cy="29340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E17D4BFB-FB71-4D51-BFF2-4C186DD2CC2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51069" y="6137185"/>
                <a:ext cx="33120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2A8FAC65-52BE-45F6-A3DF-1302BBFD805B}"/>
                  </a:ext>
                </a:extLst>
              </p14:cNvPr>
              <p14:cNvContentPartPr/>
              <p14:nvPr/>
            </p14:nvContentPartPr>
            <p14:xfrm>
              <a:off x="3195189" y="6328345"/>
              <a:ext cx="35280" cy="20268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2A8FAC65-52BE-45F6-A3DF-1302BBFD805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77189" y="6310705"/>
                <a:ext cx="7092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513CEABA-1276-4B01-A91B-5B46BC55304E}"/>
                  </a:ext>
                </a:extLst>
              </p14:cNvPr>
              <p14:cNvContentPartPr/>
              <p14:nvPr/>
            </p14:nvContentPartPr>
            <p14:xfrm>
              <a:off x="3510189" y="6039625"/>
              <a:ext cx="249120" cy="54144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513CEABA-1276-4B01-A91B-5B46BC55304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492189" y="6021985"/>
                <a:ext cx="284760" cy="57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9508F35F-B2E7-4A70-B64C-1BBB2CEB7BA2}"/>
                  </a:ext>
                </a:extLst>
              </p14:cNvPr>
              <p14:cNvContentPartPr/>
              <p14:nvPr/>
            </p14:nvContentPartPr>
            <p14:xfrm>
              <a:off x="4446549" y="6044665"/>
              <a:ext cx="229320" cy="45576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9508F35F-B2E7-4A70-B64C-1BBB2CEB7BA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428909" y="6026665"/>
                <a:ext cx="264960" cy="49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7D67A008-BDC1-43A2-9433-776D8439B83E}"/>
                  </a:ext>
                </a:extLst>
              </p14:cNvPr>
              <p14:cNvContentPartPr/>
              <p14:nvPr/>
            </p14:nvContentPartPr>
            <p14:xfrm>
              <a:off x="4988349" y="6448585"/>
              <a:ext cx="11880" cy="22608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7D67A008-BDC1-43A2-9433-776D8439B83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970349" y="6430585"/>
                <a:ext cx="4752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9FFAC4C2-9429-40E2-AACA-57D8E4545C9E}"/>
                  </a:ext>
                </a:extLst>
              </p14:cNvPr>
              <p14:cNvContentPartPr/>
              <p14:nvPr/>
            </p14:nvContentPartPr>
            <p14:xfrm>
              <a:off x="5477949" y="6008665"/>
              <a:ext cx="57240" cy="39096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9FFAC4C2-9429-40E2-AACA-57D8E4545C9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460309" y="5990665"/>
                <a:ext cx="92880" cy="42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A18D8B56-82F1-41BA-8166-B17D94616A42}"/>
                  </a:ext>
                </a:extLst>
              </p14:cNvPr>
              <p14:cNvContentPartPr/>
              <p14:nvPr/>
            </p14:nvContentPartPr>
            <p14:xfrm>
              <a:off x="5777109" y="5992465"/>
              <a:ext cx="297360" cy="38556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A18D8B56-82F1-41BA-8166-B17D94616A4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759109" y="5974465"/>
                <a:ext cx="333000" cy="4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E8D4A914-55C0-48EE-AD70-F5BA150F150C}"/>
                  </a:ext>
                </a:extLst>
              </p14:cNvPr>
              <p14:cNvContentPartPr/>
              <p14:nvPr/>
            </p14:nvContentPartPr>
            <p14:xfrm>
              <a:off x="4114269" y="6443905"/>
              <a:ext cx="35280" cy="20268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E8D4A914-55C0-48EE-AD70-F5BA150F150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096629" y="6425905"/>
                <a:ext cx="70920" cy="23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275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Simplificare prin adiacență – diagrame </a:t>
            </a:r>
            <a:r>
              <a:rPr lang="ro-RO" b="1" dirty="0" err="1">
                <a:solidFill>
                  <a:srgbClr val="FF0000"/>
                </a:solidFill>
              </a:rPr>
              <a:t>Karnaugh</a:t>
            </a:r>
            <a:r>
              <a:rPr lang="ro-RO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A2F05C4D-D5BA-4B86-A5C2-B7ACF8218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594391"/>
            <a:ext cx="10115550" cy="58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722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Simplificare prin adiacență – diagrame </a:t>
            </a:r>
            <a:r>
              <a:rPr lang="ro-RO" b="1" dirty="0" err="1">
                <a:solidFill>
                  <a:srgbClr val="FF0000"/>
                </a:solidFill>
              </a:rPr>
              <a:t>Karnaugh</a:t>
            </a:r>
            <a:endParaRPr lang="ro-RO" b="1" dirty="0">
              <a:solidFill>
                <a:srgbClr val="FF0000"/>
              </a:solidFill>
            </a:endParaRPr>
          </a:p>
          <a:p>
            <a:r>
              <a:rPr lang="ro-RO" b="1" i="1" dirty="0"/>
              <a:t>Exemple de utilizare: circuit pentru adunare cu 5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82C79C7A-A4C2-4046-8DF4-8B2742CC4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925765"/>
            <a:ext cx="6963696" cy="565448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1311975D-9A37-4C8F-911F-12B9D2E999D9}"/>
                  </a:ext>
                </a:extLst>
              </p14:cNvPr>
              <p14:cNvContentPartPr/>
              <p14:nvPr/>
            </p14:nvContentPartPr>
            <p14:xfrm>
              <a:off x="8277309" y="1506145"/>
              <a:ext cx="272520" cy="31824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1311975D-9A37-4C8F-911F-12B9D2E999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59669" y="1488145"/>
                <a:ext cx="30816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5CC523F7-3542-49F1-A0D8-7E534E6E7713}"/>
                  </a:ext>
                </a:extLst>
              </p14:cNvPr>
              <p14:cNvContentPartPr/>
              <p14:nvPr/>
            </p14:nvContentPartPr>
            <p14:xfrm>
              <a:off x="7188669" y="2221465"/>
              <a:ext cx="4952880" cy="260892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5CC523F7-3542-49F1-A0D8-7E534E6E77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71030" y="2203823"/>
                <a:ext cx="4988517" cy="26445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E8BCC714-4F97-4001-B6A1-EADDA9CDA6F5}"/>
                  </a:ext>
                </a:extLst>
              </p14:cNvPr>
              <p14:cNvContentPartPr/>
              <p14:nvPr/>
            </p14:nvContentPartPr>
            <p14:xfrm>
              <a:off x="2048589" y="4002025"/>
              <a:ext cx="1557720" cy="31500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E8BCC714-4F97-4001-B6A1-EADDA9CDA6F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30589" y="3984385"/>
                <a:ext cx="159336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D53C2C88-9526-4950-8250-00723176AADF}"/>
                  </a:ext>
                </a:extLst>
              </p14:cNvPr>
              <p14:cNvContentPartPr/>
              <p14:nvPr/>
            </p14:nvContentPartPr>
            <p14:xfrm>
              <a:off x="3804669" y="3955585"/>
              <a:ext cx="2130840" cy="33768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D53C2C88-9526-4950-8250-00723176AAD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87029" y="3937945"/>
                <a:ext cx="2166480" cy="37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2530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Simplificare prin adiacență – diagrame </a:t>
            </a:r>
            <a:r>
              <a:rPr lang="ro-RO" b="1" dirty="0" err="1">
                <a:solidFill>
                  <a:srgbClr val="FF0000"/>
                </a:solidFill>
              </a:rPr>
              <a:t>Karnaugh</a:t>
            </a:r>
            <a:endParaRPr lang="ro-RO" b="1" dirty="0">
              <a:solidFill>
                <a:srgbClr val="FF0000"/>
              </a:solidFill>
            </a:endParaRPr>
          </a:p>
          <a:p>
            <a:r>
              <a:rPr lang="ro-RO" b="1" i="1" dirty="0"/>
              <a:t>Exemple de utilizare: circuit pentru adunare cu 5 </a:t>
            </a: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E2A337FF-70C5-431A-ADCF-23A3F734C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10" y="4800585"/>
            <a:ext cx="2771775" cy="1000125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F35F565B-06FF-4185-83EC-5DE4CE3FE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10" y="868708"/>
            <a:ext cx="3474682" cy="3228251"/>
          </a:xfrm>
          <a:prstGeom prst="rect">
            <a:avLst/>
          </a:prstGeom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6D573236-F657-4AD6-A894-115AFDE1D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365" y="2057415"/>
            <a:ext cx="1485900" cy="1114425"/>
          </a:xfrm>
          <a:prstGeom prst="rect">
            <a:avLst/>
          </a:prstGeom>
        </p:spPr>
      </p:pic>
      <p:pic>
        <p:nvPicPr>
          <p:cNvPr id="10" name="Imagine 9">
            <a:extLst>
              <a:ext uri="{FF2B5EF4-FFF2-40B4-BE49-F238E27FC236}">
                <a16:creationId xmlns:a16="http://schemas.microsoft.com/office/drawing/2014/main" id="{1C19F887-5FD1-4061-B0B3-B991D509FF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82" y="868708"/>
            <a:ext cx="4383434" cy="580641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F590676D-77D7-4DC6-9817-46C2F9BDD17C}"/>
                  </a:ext>
                </a:extLst>
              </p14:cNvPr>
              <p14:cNvContentPartPr/>
              <p14:nvPr/>
            </p14:nvContentPartPr>
            <p14:xfrm>
              <a:off x="8239869" y="3525385"/>
              <a:ext cx="702720" cy="88020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F590676D-77D7-4DC6-9817-46C2F9BDD17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21869" y="3507745"/>
                <a:ext cx="738360" cy="91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89F8A3A8-D960-4026-BCD7-CE22FE9A4C11}"/>
                  </a:ext>
                </a:extLst>
              </p14:cNvPr>
              <p14:cNvContentPartPr/>
              <p14:nvPr/>
            </p14:nvContentPartPr>
            <p14:xfrm>
              <a:off x="10467189" y="4236385"/>
              <a:ext cx="904320" cy="4244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89F8A3A8-D960-4026-BCD7-CE22FE9A4C1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49189" y="4218385"/>
                <a:ext cx="939960" cy="4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32D55211-3B94-4679-B2CB-EC72F3CFA628}"/>
                  </a:ext>
                </a:extLst>
              </p14:cNvPr>
              <p14:cNvContentPartPr/>
              <p14:nvPr/>
            </p14:nvContentPartPr>
            <p14:xfrm>
              <a:off x="9846549" y="4322065"/>
              <a:ext cx="227880" cy="20448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32D55211-3B94-4679-B2CB-EC72F3CFA62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828549" y="4304425"/>
                <a:ext cx="26352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0DD0A388-3F0E-47FF-9480-128C352A310E}"/>
                  </a:ext>
                </a:extLst>
              </p14:cNvPr>
              <p14:cNvContentPartPr/>
              <p14:nvPr/>
            </p14:nvContentPartPr>
            <p14:xfrm>
              <a:off x="9591309" y="4392985"/>
              <a:ext cx="135000" cy="7344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0DD0A388-3F0E-47FF-9480-128C352A310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573669" y="4375345"/>
                <a:ext cx="17064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F8487A2D-DE63-41DC-9CA4-02A4CA7CFBD9}"/>
                  </a:ext>
                </a:extLst>
              </p14:cNvPr>
              <p14:cNvContentPartPr/>
              <p14:nvPr/>
            </p14:nvContentPartPr>
            <p14:xfrm>
              <a:off x="9110709" y="4314505"/>
              <a:ext cx="317880" cy="22464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F8487A2D-DE63-41DC-9CA4-02A4CA7CFBD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093069" y="4296534"/>
                <a:ext cx="353520" cy="2602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B277FC0F-EACD-4739-8992-D4B0B5C99E83}"/>
                  </a:ext>
                </a:extLst>
              </p14:cNvPr>
              <p14:cNvContentPartPr/>
              <p14:nvPr/>
            </p14:nvContentPartPr>
            <p14:xfrm>
              <a:off x="11545389" y="4302265"/>
              <a:ext cx="334800" cy="26460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B277FC0F-EACD-4739-8992-D4B0B5C99E8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527370" y="4284265"/>
                <a:ext cx="370478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EC2169AC-A367-4147-B110-049648E30DD3}"/>
                  </a:ext>
                </a:extLst>
              </p14:cNvPr>
              <p14:cNvContentPartPr/>
              <p14:nvPr/>
            </p14:nvContentPartPr>
            <p14:xfrm>
              <a:off x="9417789" y="4947025"/>
              <a:ext cx="1449000" cy="63036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EC2169AC-A367-4147-B110-049648E30DD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400149" y="4929385"/>
                <a:ext cx="1484640" cy="66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8289A1AE-A535-4899-9034-DDF8E6A890A7}"/>
                  </a:ext>
                </a:extLst>
              </p14:cNvPr>
              <p14:cNvContentPartPr/>
              <p14:nvPr/>
            </p14:nvContentPartPr>
            <p14:xfrm>
              <a:off x="6852789" y="310585"/>
              <a:ext cx="4204080" cy="158508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8289A1AE-A535-4899-9034-DDF8E6A890A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835149" y="292941"/>
                <a:ext cx="4239720" cy="162072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2479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Simplificare prin adiacență – diagrame </a:t>
            </a:r>
            <a:r>
              <a:rPr lang="ro-RO" b="1" dirty="0" err="1">
                <a:solidFill>
                  <a:srgbClr val="FF0000"/>
                </a:solidFill>
              </a:rPr>
              <a:t>Karnaugh</a:t>
            </a:r>
            <a:endParaRPr lang="ro-RO" b="1" dirty="0">
              <a:solidFill>
                <a:srgbClr val="FF0000"/>
              </a:solidFill>
            </a:endParaRPr>
          </a:p>
          <a:p>
            <a:r>
              <a:rPr lang="ro-RO" b="1" i="1" dirty="0"/>
              <a:t>Exemple de utilizare: circuit pentru adunare cu 5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37D3F70B-DEB6-4C66-BBAB-C101757BC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960147"/>
            <a:ext cx="4004483" cy="5460659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F5F8A798-C80D-429E-8188-BDD47FFED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293" y="960146"/>
            <a:ext cx="3931877" cy="3900589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0D03ECC3-030B-4BA3-A3B9-1B39160F8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7804" y="1600220"/>
            <a:ext cx="2011658" cy="2227193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83C159FA-BE51-4CDE-877B-44D900629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7293" y="5074902"/>
            <a:ext cx="510540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361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Simplificare prin adiacență – diagrame </a:t>
            </a:r>
            <a:r>
              <a:rPr lang="ro-RO" b="1" dirty="0" err="1">
                <a:solidFill>
                  <a:srgbClr val="FF0000"/>
                </a:solidFill>
              </a:rPr>
              <a:t>Karnaugh</a:t>
            </a:r>
            <a:endParaRPr lang="ro-RO" b="1" dirty="0">
              <a:solidFill>
                <a:srgbClr val="FF0000"/>
              </a:solidFill>
            </a:endParaRPr>
          </a:p>
          <a:p>
            <a:r>
              <a:rPr lang="ro-RO" b="1" i="1" dirty="0"/>
              <a:t>Exemple de utilizare: circuit pentru adunare cu 5 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F5F8A798-C80D-429E-8188-BDD47FFED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960147"/>
            <a:ext cx="3931877" cy="390058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328BA401-2CB8-4749-AD59-0CE0F40A6650}"/>
                  </a:ext>
                </a:extLst>
              </p14:cNvPr>
              <p14:cNvContentPartPr/>
              <p14:nvPr/>
            </p14:nvContentPartPr>
            <p14:xfrm>
              <a:off x="1226709" y="2365825"/>
              <a:ext cx="371880" cy="33480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328BA401-2CB8-4749-AD59-0CE0F40A66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9069" y="2348185"/>
                <a:ext cx="40752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F706E473-77CC-4599-8ECD-86AC3BE95F4B}"/>
                  </a:ext>
                </a:extLst>
              </p14:cNvPr>
              <p14:cNvContentPartPr/>
              <p14:nvPr/>
            </p14:nvContentPartPr>
            <p14:xfrm>
              <a:off x="1231029" y="2929945"/>
              <a:ext cx="392040" cy="37260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F706E473-77CC-4599-8ECD-86AC3BE95F4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13029" y="2911945"/>
                <a:ext cx="42768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5E18BE5A-E3A8-4870-9BAC-FB746B9AEAA9}"/>
                  </a:ext>
                </a:extLst>
              </p14:cNvPr>
              <p14:cNvContentPartPr/>
              <p14:nvPr/>
            </p14:nvContentPartPr>
            <p14:xfrm>
              <a:off x="10033749" y="1534945"/>
              <a:ext cx="405720" cy="25128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5E18BE5A-E3A8-4870-9BAC-FB746B9AEAA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016093" y="1517305"/>
                <a:ext cx="441392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04C88247-1835-4862-A6F3-CA77CBAA0E54}"/>
                  </a:ext>
                </a:extLst>
              </p14:cNvPr>
              <p14:cNvContentPartPr/>
              <p14:nvPr/>
            </p14:nvContentPartPr>
            <p14:xfrm>
              <a:off x="10635669" y="1308865"/>
              <a:ext cx="892800" cy="61740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04C88247-1835-4862-A6F3-CA77CBAA0E5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617669" y="1290865"/>
                <a:ext cx="928440" cy="65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CC6BD2D1-C0A9-490E-998F-E6E7390D49AB}"/>
                  </a:ext>
                </a:extLst>
              </p14:cNvPr>
              <p14:cNvContentPartPr/>
              <p14:nvPr/>
            </p14:nvContentPartPr>
            <p14:xfrm>
              <a:off x="3262149" y="661945"/>
              <a:ext cx="6397560" cy="203796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CC6BD2D1-C0A9-490E-998F-E6E7390D49A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244509" y="644305"/>
                <a:ext cx="6433200" cy="20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4FBF7168-2B04-4430-8CBD-39EF9F885E6B}"/>
                  </a:ext>
                </a:extLst>
              </p14:cNvPr>
              <p14:cNvContentPartPr/>
              <p14:nvPr/>
            </p14:nvContentPartPr>
            <p14:xfrm>
              <a:off x="6539589" y="3039385"/>
              <a:ext cx="263520" cy="1224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4FBF7168-2B04-4430-8CBD-39EF9F885E6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21589" y="3021385"/>
                <a:ext cx="2991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3FE20B83-B3F1-4583-8DF2-B7C61D2FE447}"/>
                  </a:ext>
                </a:extLst>
              </p14:cNvPr>
              <p14:cNvContentPartPr/>
              <p14:nvPr/>
            </p14:nvContentPartPr>
            <p14:xfrm>
              <a:off x="7588989" y="3012385"/>
              <a:ext cx="154080" cy="1692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3FE20B83-B3F1-4583-8DF2-B7C61D2FE44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571349" y="2994745"/>
                <a:ext cx="18972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3586F1BE-03B1-47FC-919A-1B954B44BBB4}"/>
                  </a:ext>
                </a:extLst>
              </p14:cNvPr>
              <p14:cNvContentPartPr/>
              <p14:nvPr/>
            </p14:nvContentPartPr>
            <p14:xfrm>
              <a:off x="7627509" y="3103825"/>
              <a:ext cx="98640" cy="900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3586F1BE-03B1-47FC-919A-1B954B44BBB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609869" y="3085825"/>
                <a:ext cx="1342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86ACEFBD-68AD-488A-B57E-58B884D28C54}"/>
                  </a:ext>
                </a:extLst>
              </p14:cNvPr>
              <p14:cNvContentPartPr/>
              <p14:nvPr/>
            </p14:nvContentPartPr>
            <p14:xfrm>
              <a:off x="7064109" y="2880265"/>
              <a:ext cx="386640" cy="31500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86ACEFBD-68AD-488A-B57E-58B884D28C5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046469" y="2862265"/>
                <a:ext cx="42228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D7A96BF0-35BC-4F5C-91D3-FC3457106086}"/>
                  </a:ext>
                </a:extLst>
              </p14:cNvPr>
              <p14:cNvContentPartPr/>
              <p14:nvPr/>
            </p14:nvContentPartPr>
            <p14:xfrm>
              <a:off x="9042669" y="2864425"/>
              <a:ext cx="634680" cy="51228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D7A96BF0-35BC-4F5C-91D3-FC345710608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025019" y="2846785"/>
                <a:ext cx="670340" cy="54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C8C58E4C-212B-42EC-9D48-8E636871295D}"/>
                  </a:ext>
                </a:extLst>
              </p14:cNvPr>
              <p14:cNvContentPartPr/>
              <p14:nvPr/>
            </p14:nvContentPartPr>
            <p14:xfrm>
              <a:off x="10029429" y="2964145"/>
              <a:ext cx="439920" cy="29628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C8C58E4C-212B-42EC-9D48-8E636871295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011789" y="2946505"/>
                <a:ext cx="47556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7F37056E-DFB4-4EC4-9048-CD95FDD9C7CE}"/>
                  </a:ext>
                </a:extLst>
              </p14:cNvPr>
              <p14:cNvContentPartPr/>
              <p14:nvPr/>
            </p14:nvContentPartPr>
            <p14:xfrm>
              <a:off x="7932069" y="2919505"/>
              <a:ext cx="516240" cy="27612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7F37056E-DFB4-4EC4-9048-CD95FDD9C7C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914069" y="2901865"/>
                <a:ext cx="55188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DDFE3F7C-0981-4416-A5A5-69690A486313}"/>
                  </a:ext>
                </a:extLst>
              </p14:cNvPr>
              <p14:cNvContentPartPr/>
              <p14:nvPr/>
            </p14:nvContentPartPr>
            <p14:xfrm>
              <a:off x="10839429" y="2784865"/>
              <a:ext cx="894600" cy="64368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DDFE3F7C-0981-4416-A5A5-69690A48631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821789" y="2766865"/>
                <a:ext cx="930240" cy="67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EF81AA99-0EFC-4537-8CC6-9348ABDEFB34}"/>
                  </a:ext>
                </a:extLst>
              </p14:cNvPr>
              <p14:cNvContentPartPr/>
              <p14:nvPr/>
            </p14:nvContentPartPr>
            <p14:xfrm>
              <a:off x="5349789" y="3825985"/>
              <a:ext cx="13680" cy="4896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EF81AA99-0EFC-4537-8CC6-9348ABDEFB3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332149" y="3807985"/>
                <a:ext cx="493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F9872333-1CF8-4A76-B380-2A61BAF15401}"/>
                  </a:ext>
                </a:extLst>
              </p14:cNvPr>
              <p14:cNvContentPartPr/>
              <p14:nvPr/>
            </p14:nvContentPartPr>
            <p14:xfrm>
              <a:off x="6053229" y="3833185"/>
              <a:ext cx="982800" cy="67968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F9872333-1CF8-4A76-B380-2A61BAF1540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035589" y="3815185"/>
                <a:ext cx="1018440" cy="71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F0C89755-3365-4D1D-84D0-F4702B2CF58C}"/>
                  </a:ext>
                </a:extLst>
              </p14:cNvPr>
              <p14:cNvContentPartPr/>
              <p14:nvPr/>
            </p14:nvContentPartPr>
            <p14:xfrm>
              <a:off x="5413509" y="3965305"/>
              <a:ext cx="310320" cy="27648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F0C89755-3365-4D1D-84D0-F4702B2CF58C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395869" y="3947305"/>
                <a:ext cx="34596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5D7BFAF5-0719-449E-AC96-0724CAA92984}"/>
                  </a:ext>
                </a:extLst>
              </p14:cNvPr>
              <p14:cNvContentPartPr/>
              <p14:nvPr/>
            </p14:nvContentPartPr>
            <p14:xfrm>
              <a:off x="7225749" y="4142425"/>
              <a:ext cx="54360" cy="4464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5D7BFAF5-0719-449E-AC96-0724CAA9298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208109" y="4124425"/>
                <a:ext cx="9000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78891865-E21E-41E4-8CF7-C1811C5E1772}"/>
                  </a:ext>
                </a:extLst>
              </p14:cNvPr>
              <p14:cNvContentPartPr/>
              <p14:nvPr/>
            </p14:nvContentPartPr>
            <p14:xfrm>
              <a:off x="7235829" y="4249345"/>
              <a:ext cx="56160" cy="9828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78891865-E21E-41E4-8CF7-C1811C5E177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217829" y="4231705"/>
                <a:ext cx="9180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57319BA5-1A54-4DE9-A756-A199C850BBE4}"/>
                  </a:ext>
                </a:extLst>
              </p14:cNvPr>
              <p14:cNvContentPartPr/>
              <p14:nvPr/>
            </p14:nvContentPartPr>
            <p14:xfrm>
              <a:off x="7460469" y="3670465"/>
              <a:ext cx="2178000" cy="92016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57319BA5-1A54-4DE9-A756-A199C850BBE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442469" y="3652825"/>
                <a:ext cx="2213640" cy="95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5286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ine 22">
            <a:extLst>
              <a:ext uri="{FF2B5EF4-FFF2-40B4-BE49-F238E27FC236}">
                <a16:creationId xmlns:a16="http://schemas.microsoft.com/office/drawing/2014/main" id="{8BCD2F79-7CAF-41AF-8F5B-9E442DD82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960147"/>
            <a:ext cx="3931877" cy="390058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7AD82F0D-FF4F-4AA0-A064-942B7752CD71}"/>
                  </a:ext>
                </a:extLst>
              </p14:cNvPr>
              <p14:cNvContentPartPr/>
              <p14:nvPr/>
            </p14:nvContentPartPr>
            <p14:xfrm>
              <a:off x="5044509" y="251905"/>
              <a:ext cx="1965960" cy="71244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7AD82F0D-FF4F-4AA0-A064-942B7752CD7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26509" y="234265"/>
                <a:ext cx="2001600" cy="74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FF02F62B-0E41-42F1-B508-AFEF91E84637}"/>
                  </a:ext>
                </a:extLst>
              </p14:cNvPr>
              <p14:cNvContentPartPr/>
              <p14:nvPr/>
            </p14:nvContentPartPr>
            <p14:xfrm>
              <a:off x="7035309" y="1224265"/>
              <a:ext cx="288720" cy="28044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FF02F62B-0E41-42F1-B508-AFEF91E8463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17669" y="1206625"/>
                <a:ext cx="32436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4575F447-6728-4C0E-881C-CC1E4334C45F}"/>
                  </a:ext>
                </a:extLst>
              </p14:cNvPr>
              <p14:cNvContentPartPr/>
              <p14:nvPr/>
            </p14:nvContentPartPr>
            <p14:xfrm>
              <a:off x="7776909" y="1136065"/>
              <a:ext cx="854640" cy="31464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4575F447-6728-4C0E-881C-CC1E4334C45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58909" y="1118065"/>
                <a:ext cx="89028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343D7ABA-449C-451D-9C18-B78EEBFB25EF}"/>
                  </a:ext>
                </a:extLst>
              </p14:cNvPr>
              <p14:cNvContentPartPr/>
              <p14:nvPr/>
            </p14:nvContentPartPr>
            <p14:xfrm>
              <a:off x="4937589" y="1201225"/>
              <a:ext cx="1736280" cy="3348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343D7ABA-449C-451D-9C18-B78EEBFB25E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19593" y="1183566"/>
                <a:ext cx="1771913" cy="3704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76BEDEBC-9C71-48D9-A2BF-0B6C1C474B98}"/>
                  </a:ext>
                </a:extLst>
              </p14:cNvPr>
              <p14:cNvContentPartPr/>
              <p14:nvPr/>
            </p14:nvContentPartPr>
            <p14:xfrm>
              <a:off x="7393869" y="309505"/>
              <a:ext cx="1784880" cy="55584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76BEDEBC-9C71-48D9-A2BF-0B6C1C474B9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76229" y="291505"/>
                <a:ext cx="1820520" cy="59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35AA4428-4E79-413F-A665-DA49BF53D1BA}"/>
                  </a:ext>
                </a:extLst>
              </p14:cNvPr>
              <p14:cNvContentPartPr/>
              <p14:nvPr/>
            </p14:nvContentPartPr>
            <p14:xfrm>
              <a:off x="6314589" y="1977025"/>
              <a:ext cx="426600" cy="17100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35AA4428-4E79-413F-A665-DA49BF53D1B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296589" y="1959025"/>
                <a:ext cx="46224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167705FE-FD08-48F6-AD2E-E6A4AEF6473F}"/>
                  </a:ext>
                </a:extLst>
              </p14:cNvPr>
              <p14:cNvContentPartPr/>
              <p14:nvPr/>
            </p14:nvContentPartPr>
            <p14:xfrm>
              <a:off x="5442669" y="1910065"/>
              <a:ext cx="684720" cy="25632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167705FE-FD08-48F6-AD2E-E6A4AEF6473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425029" y="1892425"/>
                <a:ext cx="72036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63B16B77-EFF9-4E68-8248-C084037B8C5E}"/>
                  </a:ext>
                </a:extLst>
              </p14:cNvPr>
              <p14:cNvContentPartPr/>
              <p14:nvPr/>
            </p14:nvContentPartPr>
            <p14:xfrm>
              <a:off x="6116589" y="2401465"/>
              <a:ext cx="123840" cy="266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63B16B77-EFF9-4E68-8248-C084037B8C5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098589" y="2383465"/>
                <a:ext cx="15948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7A29F7D5-0C0F-4FBB-87E3-C1625B470C75}"/>
                  </a:ext>
                </a:extLst>
              </p14:cNvPr>
              <p14:cNvContentPartPr/>
              <p14:nvPr/>
            </p14:nvContentPartPr>
            <p14:xfrm>
              <a:off x="6106869" y="2497225"/>
              <a:ext cx="122040" cy="576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7A29F7D5-0C0F-4FBB-87E3-C1625B470C7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089229" y="2479585"/>
                <a:ext cx="15768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D10227ED-4586-45CC-B75A-C9E37C4B497A}"/>
                  </a:ext>
                </a:extLst>
              </p14:cNvPr>
              <p14:cNvContentPartPr/>
              <p14:nvPr/>
            </p14:nvContentPartPr>
            <p14:xfrm>
              <a:off x="8248509" y="2040385"/>
              <a:ext cx="734760" cy="22860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D10227ED-4586-45CC-B75A-C9E37C4B497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230869" y="2022745"/>
                <a:ext cx="77040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59CF30CC-6E59-4D6F-843D-2D176091C666}"/>
                  </a:ext>
                </a:extLst>
              </p14:cNvPr>
              <p14:cNvContentPartPr/>
              <p14:nvPr/>
            </p14:nvContentPartPr>
            <p14:xfrm>
              <a:off x="7372629" y="2088265"/>
              <a:ext cx="531720" cy="23724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59CF30CC-6E59-4D6F-843D-2D176091C66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354989" y="2070625"/>
                <a:ext cx="56736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A180AFEB-94D2-4364-8508-7AE2A6ACB5A4}"/>
                  </a:ext>
                </a:extLst>
              </p14:cNvPr>
              <p14:cNvContentPartPr/>
              <p14:nvPr/>
            </p14:nvContentPartPr>
            <p14:xfrm>
              <a:off x="6443829" y="2316145"/>
              <a:ext cx="452880" cy="24192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A180AFEB-94D2-4364-8508-7AE2A6ACB5A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26189" y="2298505"/>
                <a:ext cx="48852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0795A608-1078-4480-B3CD-B5A9A59010B8}"/>
                  </a:ext>
                </a:extLst>
              </p14:cNvPr>
              <p14:cNvContentPartPr/>
              <p14:nvPr/>
            </p14:nvContentPartPr>
            <p14:xfrm>
              <a:off x="5462109" y="2343505"/>
              <a:ext cx="496440" cy="25776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0795A608-1078-4480-B3CD-B5A9A59010B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444109" y="2325505"/>
                <a:ext cx="53208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574748EC-41AB-40AB-AB77-B9E17DD5DF20}"/>
                  </a:ext>
                </a:extLst>
              </p14:cNvPr>
              <p14:cNvContentPartPr/>
              <p14:nvPr/>
            </p14:nvContentPartPr>
            <p14:xfrm>
              <a:off x="4936509" y="3017065"/>
              <a:ext cx="317880" cy="828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574748EC-41AB-40AB-AB77-B9E17DD5DF2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918509" y="2999425"/>
                <a:ext cx="35352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19789682-835C-4EF8-863E-6800303B9E5A}"/>
                  </a:ext>
                </a:extLst>
              </p14:cNvPr>
              <p14:cNvContentPartPr/>
              <p14:nvPr/>
            </p14:nvContentPartPr>
            <p14:xfrm>
              <a:off x="7166349" y="2838505"/>
              <a:ext cx="338760" cy="24408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19789682-835C-4EF8-863E-6800303B9E5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148349" y="2820505"/>
                <a:ext cx="37440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71D9D303-4BCB-411C-8D6A-03969ED4989B}"/>
                  </a:ext>
                </a:extLst>
              </p14:cNvPr>
              <p14:cNvContentPartPr/>
              <p14:nvPr/>
            </p14:nvContentPartPr>
            <p14:xfrm>
              <a:off x="9424989" y="3003745"/>
              <a:ext cx="7920" cy="432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71D9D303-4BCB-411C-8D6A-03969ED4989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406989" y="2986105"/>
                <a:ext cx="435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540A0A3F-E917-4137-B1F7-3670A0E69BE8}"/>
                  </a:ext>
                </a:extLst>
              </p14:cNvPr>
              <p14:cNvContentPartPr/>
              <p14:nvPr/>
            </p14:nvContentPartPr>
            <p14:xfrm>
              <a:off x="7838109" y="2726185"/>
              <a:ext cx="1411200" cy="32796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540A0A3F-E917-4137-B1F7-3670A0E69BE8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820114" y="2708185"/>
                <a:ext cx="1446831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D82D9BCC-50E2-4059-B690-1B020D51843B}"/>
                  </a:ext>
                </a:extLst>
              </p14:cNvPr>
              <p14:cNvContentPartPr/>
              <p14:nvPr/>
            </p14:nvContentPartPr>
            <p14:xfrm>
              <a:off x="5641029" y="2768305"/>
              <a:ext cx="1161720" cy="34128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D82D9BCC-50E2-4059-B690-1B020D51843B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623389" y="2750324"/>
                <a:ext cx="1197360" cy="3768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F3CBBFB6-0E12-4A35-93CF-94EE05E9223C}"/>
                  </a:ext>
                </a:extLst>
              </p14:cNvPr>
              <p14:cNvContentPartPr/>
              <p14:nvPr/>
            </p14:nvContentPartPr>
            <p14:xfrm>
              <a:off x="5870709" y="3530065"/>
              <a:ext cx="1284120" cy="30708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F3CBBFB6-0E12-4A35-93CF-94EE05E9223C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852709" y="3512425"/>
                <a:ext cx="131976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2BD2F6D4-B5C8-45B7-B8C5-CDDF3DD07CFA}"/>
                  </a:ext>
                </a:extLst>
              </p14:cNvPr>
              <p14:cNvContentPartPr/>
              <p14:nvPr/>
            </p14:nvContentPartPr>
            <p14:xfrm>
              <a:off x="7565229" y="3753625"/>
              <a:ext cx="450360" cy="33984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2BD2F6D4-B5C8-45B7-B8C5-CDDF3DD07CF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547243" y="3735625"/>
                <a:ext cx="485972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46646D07-A239-41C6-BFDC-D7688738EBBE}"/>
                  </a:ext>
                </a:extLst>
              </p14:cNvPr>
              <p14:cNvContentPartPr/>
              <p14:nvPr/>
            </p14:nvContentPartPr>
            <p14:xfrm>
              <a:off x="6549669" y="4043065"/>
              <a:ext cx="711720" cy="27900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46646D07-A239-41C6-BFDC-D7688738EBBE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532020" y="4025065"/>
                <a:ext cx="747378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D920313E-F444-4949-999E-87EE6968EAB7}"/>
                  </a:ext>
                </a:extLst>
              </p14:cNvPr>
              <p14:cNvContentPartPr/>
              <p14:nvPr/>
            </p14:nvContentPartPr>
            <p14:xfrm>
              <a:off x="5970789" y="4039105"/>
              <a:ext cx="451800" cy="31032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D920313E-F444-4949-999E-87EE6968EAB7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952803" y="4021465"/>
                <a:ext cx="487412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CF87368E-6BA7-4E62-9AA3-5A60264B1E86}"/>
                  </a:ext>
                </a:extLst>
              </p14:cNvPr>
              <p14:cNvContentPartPr/>
              <p14:nvPr/>
            </p14:nvContentPartPr>
            <p14:xfrm>
              <a:off x="10332549" y="3675865"/>
              <a:ext cx="469800" cy="31752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CF87368E-6BA7-4E62-9AA3-5A60264B1E86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0314549" y="3657865"/>
                <a:ext cx="50544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C126DD72-38B0-4FC9-949F-63D93493D013}"/>
                  </a:ext>
                </a:extLst>
              </p14:cNvPr>
              <p14:cNvContentPartPr/>
              <p14:nvPr/>
            </p14:nvContentPartPr>
            <p14:xfrm>
              <a:off x="11010789" y="3426385"/>
              <a:ext cx="753120" cy="69048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C126DD72-38B0-4FC9-949F-63D93493D013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993149" y="3408745"/>
                <a:ext cx="788760" cy="72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4EF7DCDE-88DB-473F-8D1F-5FD6B6003E50}"/>
                  </a:ext>
                </a:extLst>
              </p14:cNvPr>
              <p14:cNvContentPartPr/>
              <p14:nvPr/>
            </p14:nvContentPartPr>
            <p14:xfrm>
              <a:off x="9183789" y="1345945"/>
              <a:ext cx="2706480" cy="130356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4EF7DCDE-88DB-473F-8D1F-5FD6B6003E50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165789" y="1328300"/>
                <a:ext cx="2742120" cy="13392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58347C5F-8F5D-447B-9D10-C8F9BBE442DF}"/>
                  </a:ext>
                </a:extLst>
              </p14:cNvPr>
              <p14:cNvContentPartPr/>
              <p14:nvPr/>
            </p14:nvContentPartPr>
            <p14:xfrm>
              <a:off x="8337069" y="3705385"/>
              <a:ext cx="1514880" cy="35388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58347C5F-8F5D-447B-9D10-C8F9BBE442DF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319073" y="3687727"/>
                <a:ext cx="1550512" cy="3895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877EE336-0D4A-436B-8B5A-004AAB6AD19B}"/>
                  </a:ext>
                </a:extLst>
              </p14:cNvPr>
              <p14:cNvContentPartPr/>
              <p14:nvPr/>
            </p14:nvContentPartPr>
            <p14:xfrm>
              <a:off x="4841109" y="4889425"/>
              <a:ext cx="365760" cy="31968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877EE336-0D4A-436B-8B5A-004AAB6AD19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823127" y="4871445"/>
                <a:ext cx="401365" cy="35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F87D11F6-38EA-4947-987B-F355B7090DB9}"/>
                  </a:ext>
                </a:extLst>
              </p14:cNvPr>
              <p14:cNvContentPartPr/>
              <p14:nvPr/>
            </p14:nvContentPartPr>
            <p14:xfrm>
              <a:off x="5495949" y="4814185"/>
              <a:ext cx="1186200" cy="61740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F87D11F6-38EA-4947-987B-F355B7090DB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5477949" y="4796545"/>
                <a:ext cx="1221840" cy="65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C2C6DA6C-8C86-4584-B9E9-DE480DB7981E}"/>
                  </a:ext>
                </a:extLst>
              </p14:cNvPr>
              <p14:cNvContentPartPr/>
              <p14:nvPr/>
            </p14:nvContentPartPr>
            <p14:xfrm>
              <a:off x="7098309" y="5217745"/>
              <a:ext cx="62640" cy="5076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C2C6DA6C-8C86-4584-B9E9-DE480DB7981E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080669" y="5199745"/>
                <a:ext cx="9828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6D3A41CA-2FF0-43B5-B4D0-640A0E9266EC}"/>
                  </a:ext>
                </a:extLst>
              </p14:cNvPr>
              <p14:cNvContentPartPr/>
              <p14:nvPr/>
            </p14:nvContentPartPr>
            <p14:xfrm>
              <a:off x="7063029" y="5029825"/>
              <a:ext cx="58680" cy="6552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6D3A41CA-2FF0-43B5-B4D0-640A0E9266EC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045389" y="5012185"/>
                <a:ext cx="9432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EAE1692F-084C-4DA9-9F5E-359FE34D2891}"/>
                  </a:ext>
                </a:extLst>
              </p14:cNvPr>
              <p14:cNvContentPartPr/>
              <p14:nvPr/>
            </p14:nvContentPartPr>
            <p14:xfrm>
              <a:off x="7319709" y="4624105"/>
              <a:ext cx="1634400" cy="103284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EAE1692F-084C-4DA9-9F5E-359FE34D2891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302069" y="4606465"/>
                <a:ext cx="1670040" cy="10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8814A8C7-885C-45F0-8571-99A7CFE7B53A}"/>
                  </a:ext>
                </a:extLst>
              </p14:cNvPr>
              <p14:cNvContentPartPr/>
              <p14:nvPr/>
            </p14:nvContentPartPr>
            <p14:xfrm>
              <a:off x="2834109" y="5852065"/>
              <a:ext cx="238320" cy="540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8814A8C7-885C-45F0-8571-99A7CFE7B53A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816109" y="5834065"/>
                <a:ext cx="2739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7D476902-1426-469E-B5C4-4535EC1D3236}"/>
                  </a:ext>
                </a:extLst>
              </p14:cNvPr>
              <p14:cNvContentPartPr/>
              <p14:nvPr/>
            </p14:nvContentPartPr>
            <p14:xfrm>
              <a:off x="3214629" y="5868985"/>
              <a:ext cx="298800" cy="1116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7D476902-1426-469E-B5C4-4535EC1D3236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3196629" y="5850985"/>
                <a:ext cx="3344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91" name="Cerneală 190">
                <a:extLst>
                  <a:ext uri="{FF2B5EF4-FFF2-40B4-BE49-F238E27FC236}">
                    <a16:creationId xmlns:a16="http://schemas.microsoft.com/office/drawing/2014/main" id="{AABBE428-DDEB-4D1A-BD54-8D335C40A786}"/>
                  </a:ext>
                </a:extLst>
              </p14:cNvPr>
              <p14:cNvContentPartPr/>
              <p14:nvPr/>
            </p14:nvContentPartPr>
            <p14:xfrm>
              <a:off x="2803149" y="5960065"/>
              <a:ext cx="641520" cy="291960"/>
            </p14:xfrm>
          </p:contentPart>
        </mc:Choice>
        <mc:Fallback xmlns="">
          <p:pic>
            <p:nvPicPr>
              <p:cNvPr id="191" name="Cerneală 190">
                <a:extLst>
                  <a:ext uri="{FF2B5EF4-FFF2-40B4-BE49-F238E27FC236}">
                    <a16:creationId xmlns:a16="http://schemas.microsoft.com/office/drawing/2014/main" id="{AABBE428-DDEB-4D1A-BD54-8D335C40A786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785149" y="5942065"/>
                <a:ext cx="67716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86638ADF-3939-4462-B477-9C960A16B810}"/>
                  </a:ext>
                </a:extLst>
              </p14:cNvPr>
              <p14:cNvContentPartPr/>
              <p14:nvPr/>
            </p14:nvContentPartPr>
            <p14:xfrm>
              <a:off x="2182869" y="3816265"/>
              <a:ext cx="346680" cy="190584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86638ADF-3939-4462-B477-9C960A16B81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164888" y="3798265"/>
                <a:ext cx="382283" cy="194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3504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ine 37">
            <a:extLst>
              <a:ext uri="{FF2B5EF4-FFF2-40B4-BE49-F238E27FC236}">
                <a16:creationId xmlns:a16="http://schemas.microsoft.com/office/drawing/2014/main" id="{C31F6DC3-A2F9-4647-9AA4-5799618A5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777269"/>
            <a:ext cx="3931877" cy="390058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F7714E6F-78BC-4483-A2A5-0E54C6997F3F}"/>
                  </a:ext>
                </a:extLst>
              </p14:cNvPr>
              <p14:cNvContentPartPr/>
              <p14:nvPr/>
            </p14:nvContentPartPr>
            <p14:xfrm>
              <a:off x="5169069" y="399145"/>
              <a:ext cx="2152800" cy="7099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F7714E6F-78BC-4483-A2A5-0E54C6997F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51072" y="381145"/>
                <a:ext cx="2188434" cy="74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81767BAD-6B59-403B-9E8E-78D1CBF09F34}"/>
                  </a:ext>
                </a:extLst>
              </p14:cNvPr>
              <p14:cNvContentPartPr/>
              <p14:nvPr/>
            </p14:nvContentPartPr>
            <p14:xfrm>
              <a:off x="7935669" y="407425"/>
              <a:ext cx="1103400" cy="3639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81767BAD-6B59-403B-9E8E-78D1CBF09F3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18029" y="389425"/>
                <a:ext cx="1139040" cy="39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B57DE579-D49D-46A4-81C1-CEFF9901732E}"/>
                  </a:ext>
                </a:extLst>
              </p14:cNvPr>
              <p14:cNvContentPartPr/>
              <p14:nvPr/>
            </p14:nvContentPartPr>
            <p14:xfrm>
              <a:off x="3508029" y="1063345"/>
              <a:ext cx="28440" cy="5979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B57DE579-D49D-46A4-81C1-CEFF9901732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90389" y="1027345"/>
                <a:ext cx="64080" cy="66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C5708E27-6DAE-4D35-B742-4DF60F51B611}"/>
                  </a:ext>
                </a:extLst>
              </p14:cNvPr>
              <p14:cNvContentPartPr/>
              <p14:nvPr/>
            </p14:nvContentPartPr>
            <p14:xfrm>
              <a:off x="3527829" y="1120945"/>
              <a:ext cx="523080" cy="77688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C5708E27-6DAE-4D35-B742-4DF60F51B61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510189" y="1085305"/>
                <a:ext cx="558720" cy="84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9B0D125D-770F-4508-9E61-6C6C3FD90001}"/>
                  </a:ext>
                </a:extLst>
              </p14:cNvPr>
              <p14:cNvContentPartPr/>
              <p14:nvPr/>
            </p14:nvContentPartPr>
            <p14:xfrm>
              <a:off x="3556629" y="1659865"/>
              <a:ext cx="133200" cy="234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9B0D125D-770F-4508-9E61-6C6C3FD9000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538629" y="1624225"/>
                <a:ext cx="16884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9347869D-62A4-4F1B-BFE6-BF9644BC5426}"/>
                  </a:ext>
                </a:extLst>
              </p14:cNvPr>
              <p14:cNvContentPartPr/>
              <p14:nvPr/>
            </p14:nvContentPartPr>
            <p14:xfrm>
              <a:off x="3494709" y="1538905"/>
              <a:ext cx="436680" cy="44424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9347869D-62A4-4F1B-BFE6-BF9644BC542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477069" y="1503265"/>
                <a:ext cx="472320" cy="51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3F4EB876-AE75-454F-ACE3-329EDD1803D9}"/>
                  </a:ext>
                </a:extLst>
              </p14:cNvPr>
              <p14:cNvContentPartPr/>
              <p14:nvPr/>
            </p14:nvContentPartPr>
            <p14:xfrm>
              <a:off x="3406509" y="3312265"/>
              <a:ext cx="545040" cy="4921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3F4EB876-AE75-454F-ACE3-329EDD1803D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388509" y="3276265"/>
                <a:ext cx="580680" cy="56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5D479BDD-300C-454F-B4AD-74E66A7E0630}"/>
                  </a:ext>
                </a:extLst>
              </p14:cNvPr>
              <p14:cNvContentPartPr/>
              <p14:nvPr/>
            </p14:nvContentPartPr>
            <p14:xfrm>
              <a:off x="1427949" y="1419385"/>
              <a:ext cx="564840" cy="56844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5D479BDD-300C-454F-B4AD-74E66A7E063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410309" y="1383745"/>
                <a:ext cx="600480" cy="64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485A89AB-B2B2-4D6C-8970-28A004990C85}"/>
                  </a:ext>
                </a:extLst>
              </p14:cNvPr>
              <p14:cNvContentPartPr/>
              <p14:nvPr/>
            </p14:nvContentPartPr>
            <p14:xfrm>
              <a:off x="1385829" y="3336025"/>
              <a:ext cx="531360" cy="70200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485A89AB-B2B2-4D6C-8970-28A004990C8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367829" y="3300385"/>
                <a:ext cx="567000" cy="77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FC6574F1-DC98-4D73-AB96-4D4D5D4FF794}"/>
                  </a:ext>
                </a:extLst>
              </p14:cNvPr>
              <p14:cNvContentPartPr/>
              <p14:nvPr/>
            </p14:nvContentPartPr>
            <p14:xfrm>
              <a:off x="1033749" y="3242425"/>
              <a:ext cx="1017000" cy="120600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FC6574F1-DC98-4D73-AB96-4D4D5D4FF79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15749" y="3206785"/>
                <a:ext cx="1052640" cy="127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12BD5C13-3A3F-48CA-9B3B-77974DA1B0E7}"/>
                  </a:ext>
                </a:extLst>
              </p14:cNvPr>
              <p14:cNvContentPartPr/>
              <p14:nvPr/>
            </p14:nvContentPartPr>
            <p14:xfrm>
              <a:off x="3397509" y="3235945"/>
              <a:ext cx="1047600" cy="96480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12BD5C13-3A3F-48CA-9B3B-77974DA1B0E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379509" y="3199945"/>
                <a:ext cx="1083240" cy="10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EEC370EE-9E3E-4061-BF8A-173E803BD835}"/>
                  </a:ext>
                </a:extLst>
              </p14:cNvPr>
              <p14:cNvContentPartPr/>
              <p14:nvPr/>
            </p14:nvContentPartPr>
            <p14:xfrm>
              <a:off x="3556269" y="928705"/>
              <a:ext cx="825480" cy="99324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EEC370EE-9E3E-4061-BF8A-173E803BD83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538269" y="892705"/>
                <a:ext cx="861120" cy="10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5073D103-2526-4397-B697-F5D2D2EFD02E}"/>
                  </a:ext>
                </a:extLst>
              </p14:cNvPr>
              <p14:cNvContentPartPr/>
              <p14:nvPr/>
            </p14:nvContentPartPr>
            <p14:xfrm>
              <a:off x="945909" y="832225"/>
              <a:ext cx="1219320" cy="112212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5073D103-2526-4397-B697-F5D2D2EFD02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28269" y="796585"/>
                <a:ext cx="1254960" cy="11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F02361FA-514F-4373-ACE8-D084968DAEE5}"/>
                  </a:ext>
                </a:extLst>
              </p14:cNvPr>
              <p14:cNvContentPartPr/>
              <p14:nvPr/>
            </p14:nvContentPartPr>
            <p14:xfrm>
              <a:off x="2035629" y="861025"/>
              <a:ext cx="96120" cy="88884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F02361FA-514F-4373-ACE8-D084968DAEE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017629" y="825025"/>
                <a:ext cx="131760" cy="9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CE3C865F-AD1D-4267-ABC5-ECC266B3A7F0}"/>
                  </a:ext>
                </a:extLst>
              </p14:cNvPr>
              <p14:cNvContentPartPr/>
              <p14:nvPr/>
            </p14:nvContentPartPr>
            <p14:xfrm>
              <a:off x="1123389" y="924385"/>
              <a:ext cx="987120" cy="95184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CE3C865F-AD1D-4267-ABC5-ECC266B3A7F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105749" y="888385"/>
                <a:ext cx="1022760" cy="10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E25F017C-049E-4A1A-AD0D-07505940E89A}"/>
                  </a:ext>
                </a:extLst>
              </p14:cNvPr>
              <p14:cNvContentPartPr/>
              <p14:nvPr/>
            </p14:nvContentPartPr>
            <p14:xfrm>
              <a:off x="3529989" y="3325585"/>
              <a:ext cx="83160" cy="19944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E25F017C-049E-4A1A-AD0D-07505940E89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511989" y="3289585"/>
                <a:ext cx="11880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CF390041-8AAA-416C-9720-5771F233A6BF}"/>
                  </a:ext>
                </a:extLst>
              </p14:cNvPr>
              <p14:cNvContentPartPr/>
              <p14:nvPr/>
            </p14:nvContentPartPr>
            <p14:xfrm>
              <a:off x="3627909" y="3436105"/>
              <a:ext cx="54000" cy="12780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CF390041-8AAA-416C-9720-5771F233A6BF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609909" y="3400105"/>
                <a:ext cx="8964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81001EFF-B78E-4B13-B006-6C7A5DF0DC50}"/>
                  </a:ext>
                </a:extLst>
              </p14:cNvPr>
              <p14:cNvContentPartPr/>
              <p14:nvPr/>
            </p14:nvContentPartPr>
            <p14:xfrm>
              <a:off x="3756429" y="3455185"/>
              <a:ext cx="60120" cy="19620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81001EFF-B78E-4B13-B006-6C7A5DF0DC5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738789" y="3419545"/>
                <a:ext cx="9576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3F74621A-A05F-4186-810E-5CCB4AA9A844}"/>
                  </a:ext>
                </a:extLst>
              </p14:cNvPr>
              <p14:cNvContentPartPr/>
              <p14:nvPr/>
            </p14:nvContentPartPr>
            <p14:xfrm>
              <a:off x="5103909" y="1529905"/>
              <a:ext cx="222480" cy="576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3F74621A-A05F-4186-810E-5CCB4AA9A84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085909" y="1512265"/>
                <a:ext cx="25812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2CDDF3E2-95A2-4965-BAE9-3CF04424F331}"/>
                  </a:ext>
                </a:extLst>
              </p14:cNvPr>
              <p14:cNvContentPartPr/>
              <p14:nvPr/>
            </p14:nvContentPartPr>
            <p14:xfrm>
              <a:off x="7520589" y="1448185"/>
              <a:ext cx="9360" cy="5436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2CDDF3E2-95A2-4965-BAE9-3CF04424F331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502589" y="1430185"/>
                <a:ext cx="4500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29075228-DDBB-414E-B7AD-D1819BFE8FF0}"/>
                  </a:ext>
                </a:extLst>
              </p14:cNvPr>
              <p14:cNvContentPartPr/>
              <p14:nvPr/>
            </p14:nvContentPartPr>
            <p14:xfrm>
              <a:off x="7550829" y="1597225"/>
              <a:ext cx="15480" cy="1584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29075228-DDBB-414E-B7AD-D1819BFE8FF0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533189" y="1579585"/>
                <a:ext cx="5112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ADC12B2C-2EB9-4CC2-96C9-0E801190DAE0}"/>
                  </a:ext>
                </a:extLst>
              </p14:cNvPr>
              <p14:cNvContentPartPr/>
              <p14:nvPr/>
            </p14:nvContentPartPr>
            <p14:xfrm>
              <a:off x="6482349" y="1253425"/>
              <a:ext cx="735120" cy="33732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ADC12B2C-2EB9-4CC2-96C9-0E801190DAE0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464700" y="1235785"/>
                <a:ext cx="770777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EE74C963-CC61-4E95-BC4B-C2272BE6C942}"/>
                  </a:ext>
                </a:extLst>
              </p14:cNvPr>
              <p14:cNvContentPartPr/>
              <p14:nvPr/>
            </p14:nvContentPartPr>
            <p14:xfrm>
              <a:off x="5513949" y="1280065"/>
              <a:ext cx="589680" cy="56412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EE74C963-CC61-4E95-BC4B-C2272BE6C942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495949" y="1262065"/>
                <a:ext cx="625320" cy="59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A27E05FD-FF83-4953-B8FB-1B724B62F25F}"/>
                  </a:ext>
                </a:extLst>
              </p14:cNvPr>
              <p14:cNvContentPartPr/>
              <p14:nvPr/>
            </p14:nvContentPartPr>
            <p14:xfrm>
              <a:off x="8123589" y="1635745"/>
              <a:ext cx="460080" cy="28152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A27E05FD-FF83-4953-B8FB-1B724B62F25F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105603" y="1618105"/>
                <a:ext cx="495692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A09C8234-0F75-4F32-90A5-CC9BE78336C5}"/>
                  </a:ext>
                </a:extLst>
              </p14:cNvPr>
              <p14:cNvContentPartPr/>
              <p14:nvPr/>
            </p14:nvContentPartPr>
            <p14:xfrm>
              <a:off x="8030709" y="1188265"/>
              <a:ext cx="633600" cy="27972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A09C8234-0F75-4F32-90A5-CC9BE78336C5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012709" y="1170625"/>
                <a:ext cx="66924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FAF8B0BB-B9B7-4FB7-BA64-3807CB422D29}"/>
                  </a:ext>
                </a:extLst>
              </p14:cNvPr>
              <p14:cNvContentPartPr/>
              <p14:nvPr/>
            </p14:nvContentPartPr>
            <p14:xfrm>
              <a:off x="8715429" y="1724305"/>
              <a:ext cx="138600" cy="828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FAF8B0BB-B9B7-4FB7-BA64-3807CB422D29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697429" y="1706665"/>
                <a:ext cx="17424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A3EA69B6-00FA-4584-8ACA-BC2DAC59FEBC}"/>
                  </a:ext>
                </a:extLst>
              </p14:cNvPr>
              <p14:cNvContentPartPr/>
              <p14:nvPr/>
            </p14:nvContentPartPr>
            <p14:xfrm>
              <a:off x="8734869" y="1814305"/>
              <a:ext cx="127080" cy="972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A3EA69B6-00FA-4584-8ACA-BC2DAC59FEBC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716869" y="1796305"/>
                <a:ext cx="16272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D80EF269-09FF-41A5-BDE2-988F650F7F8B}"/>
                  </a:ext>
                </a:extLst>
              </p14:cNvPr>
              <p14:cNvContentPartPr/>
              <p14:nvPr/>
            </p14:nvContentPartPr>
            <p14:xfrm>
              <a:off x="9057069" y="1667785"/>
              <a:ext cx="256320" cy="17568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D80EF269-09FF-41A5-BDE2-988F650F7F8B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039069" y="1649785"/>
                <a:ext cx="29196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1A9B9D55-C707-41C3-8155-23A20711F048}"/>
                  </a:ext>
                </a:extLst>
              </p14:cNvPr>
              <p14:cNvContentPartPr/>
              <p14:nvPr/>
            </p14:nvContentPartPr>
            <p14:xfrm>
              <a:off x="9913869" y="991345"/>
              <a:ext cx="1352520" cy="82620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1A9B9D55-C707-41C3-8155-23A20711F048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895869" y="973705"/>
                <a:ext cx="1388160" cy="86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77C455DC-E271-4D0A-859B-AC9CF5E702BD}"/>
                  </a:ext>
                </a:extLst>
              </p14:cNvPr>
              <p14:cNvContentPartPr/>
              <p14:nvPr/>
            </p14:nvContentPartPr>
            <p14:xfrm>
              <a:off x="8816589" y="1262065"/>
              <a:ext cx="358560" cy="14004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77C455DC-E271-4D0A-859B-AC9CF5E702BD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798589" y="1244425"/>
                <a:ext cx="39420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04BD5D77-AF4F-4A04-9EB7-F01C726CEAE7}"/>
                  </a:ext>
                </a:extLst>
              </p14:cNvPr>
              <p14:cNvContentPartPr/>
              <p14:nvPr/>
            </p14:nvContentPartPr>
            <p14:xfrm>
              <a:off x="5062509" y="2542585"/>
              <a:ext cx="281880" cy="1188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04BD5D77-AF4F-4A04-9EB7-F01C726CEAE7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5044869" y="2524945"/>
                <a:ext cx="3175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8434DC20-BC89-4FE7-BB75-90EA6724010C}"/>
                  </a:ext>
                </a:extLst>
              </p14:cNvPr>
              <p14:cNvContentPartPr/>
              <p14:nvPr/>
            </p14:nvContentPartPr>
            <p14:xfrm>
              <a:off x="6451029" y="2326945"/>
              <a:ext cx="1426680" cy="33912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8434DC20-BC89-4FE7-BB75-90EA6724010C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433029" y="2309305"/>
                <a:ext cx="146232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DA5EFCED-6360-4081-9BD7-0B7D16DC64C5}"/>
                  </a:ext>
                </a:extLst>
              </p14:cNvPr>
              <p14:cNvContentPartPr/>
              <p14:nvPr/>
            </p14:nvContentPartPr>
            <p14:xfrm>
              <a:off x="5588469" y="2268265"/>
              <a:ext cx="498240" cy="61488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DA5EFCED-6360-4081-9BD7-0B7D16DC64C5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5570469" y="2250625"/>
                <a:ext cx="533880" cy="65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6B89503C-0B61-459D-B19F-90D359E538E9}"/>
                  </a:ext>
                </a:extLst>
              </p14:cNvPr>
              <p14:cNvContentPartPr/>
              <p14:nvPr/>
            </p14:nvContentPartPr>
            <p14:xfrm>
              <a:off x="6368229" y="3027145"/>
              <a:ext cx="13680" cy="15840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6B89503C-0B61-459D-B19F-90D359E538E9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350229" y="3009145"/>
                <a:ext cx="4932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D903C33F-FE8B-4254-AFB4-BF0965CD08F4}"/>
                  </a:ext>
                </a:extLst>
              </p14:cNvPr>
              <p14:cNvContentPartPr/>
              <p14:nvPr/>
            </p14:nvContentPartPr>
            <p14:xfrm>
              <a:off x="6347349" y="2996545"/>
              <a:ext cx="155880" cy="23796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D903C33F-FE8B-4254-AFB4-BF0965CD08F4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6329709" y="2978905"/>
                <a:ext cx="19152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2930B7D4-22B0-4974-8CAA-A0B0453C109A}"/>
                  </a:ext>
                </a:extLst>
              </p14:cNvPr>
              <p14:cNvContentPartPr/>
              <p14:nvPr/>
            </p14:nvContentPartPr>
            <p14:xfrm>
              <a:off x="6563349" y="2993665"/>
              <a:ext cx="154800" cy="26064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2930B7D4-22B0-4974-8CAA-A0B0453C109A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545349" y="2976025"/>
                <a:ext cx="19044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BC6F4290-C208-4122-87FC-E5D91A14FBFF}"/>
                  </a:ext>
                </a:extLst>
              </p14:cNvPr>
              <p14:cNvContentPartPr/>
              <p14:nvPr/>
            </p14:nvContentPartPr>
            <p14:xfrm>
              <a:off x="6588189" y="3091945"/>
              <a:ext cx="185400" cy="1044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BC6F4290-C208-4122-87FC-E5D91A14FBFF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570549" y="3073945"/>
                <a:ext cx="2210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CFAE1CE3-5D04-4AF5-9E87-63737F578E55}"/>
                  </a:ext>
                </a:extLst>
              </p14:cNvPr>
              <p14:cNvContentPartPr/>
              <p14:nvPr/>
            </p14:nvContentPartPr>
            <p14:xfrm>
              <a:off x="6895989" y="3066385"/>
              <a:ext cx="192240" cy="936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CFAE1CE3-5D04-4AF5-9E87-63737F578E55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6878349" y="3048745"/>
                <a:ext cx="22788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EBDA0C01-9074-4D6D-AEC1-AECF98E504E5}"/>
                  </a:ext>
                </a:extLst>
              </p14:cNvPr>
              <p14:cNvContentPartPr/>
              <p14:nvPr/>
            </p14:nvContentPartPr>
            <p14:xfrm>
              <a:off x="6929829" y="3156745"/>
              <a:ext cx="156960" cy="1188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EBDA0C01-9074-4D6D-AEC1-AECF98E504E5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6912189" y="3139105"/>
                <a:ext cx="19260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3F461305-33DE-49BB-8D72-60D208A0B0C1}"/>
                  </a:ext>
                </a:extLst>
              </p14:cNvPr>
              <p14:cNvContentPartPr/>
              <p14:nvPr/>
            </p14:nvContentPartPr>
            <p14:xfrm>
              <a:off x="7212789" y="3041905"/>
              <a:ext cx="157320" cy="15228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3F461305-33DE-49BB-8D72-60D208A0B0C1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194789" y="3024265"/>
                <a:ext cx="19296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F1BC00E4-4B01-4BF0-B539-93772CCDAE69}"/>
                  </a:ext>
                </a:extLst>
              </p14:cNvPr>
              <p14:cNvContentPartPr/>
              <p14:nvPr/>
            </p14:nvContentPartPr>
            <p14:xfrm>
              <a:off x="7359309" y="3044065"/>
              <a:ext cx="206280" cy="13896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F1BC00E4-4B01-4BF0-B539-93772CCDAE69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341669" y="3026065"/>
                <a:ext cx="24192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03165FE5-BFC4-4EB7-B029-6351E2080990}"/>
                  </a:ext>
                </a:extLst>
              </p14:cNvPr>
              <p14:cNvContentPartPr/>
              <p14:nvPr/>
            </p14:nvContentPartPr>
            <p14:xfrm>
              <a:off x="6891309" y="3566425"/>
              <a:ext cx="180000" cy="1440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03165FE5-BFC4-4EB7-B029-6351E2080990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6873669" y="3548425"/>
                <a:ext cx="21564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0B4B9F58-C1F4-4196-8EEB-726F6377F327}"/>
                  </a:ext>
                </a:extLst>
              </p14:cNvPr>
              <p14:cNvContentPartPr/>
              <p14:nvPr/>
            </p14:nvContentPartPr>
            <p14:xfrm>
              <a:off x="6891309" y="3662185"/>
              <a:ext cx="195120" cy="540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0B4B9F58-C1F4-4196-8EEB-726F6377F327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6873669" y="3644185"/>
                <a:ext cx="2307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0F6590AE-4978-4371-B1D4-63243772A696}"/>
                  </a:ext>
                </a:extLst>
              </p14:cNvPr>
              <p14:cNvContentPartPr/>
              <p14:nvPr/>
            </p14:nvContentPartPr>
            <p14:xfrm>
              <a:off x="8027109" y="3219385"/>
              <a:ext cx="419040" cy="23328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0F6590AE-4978-4371-B1D4-63243772A696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8009469" y="3201745"/>
                <a:ext cx="45468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4BBF2727-027B-4D68-8A18-C250124E4A88}"/>
                  </a:ext>
                </a:extLst>
              </p14:cNvPr>
              <p14:cNvContentPartPr/>
              <p14:nvPr/>
            </p14:nvContentPartPr>
            <p14:xfrm>
              <a:off x="7305309" y="3493705"/>
              <a:ext cx="334080" cy="22536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4BBF2727-027B-4D68-8A18-C250124E4A88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7287650" y="3475734"/>
                <a:ext cx="369758" cy="2609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BE2B28D0-8901-412A-ADD4-F7861B279B80}"/>
                  </a:ext>
                </a:extLst>
              </p14:cNvPr>
              <p14:cNvContentPartPr/>
              <p14:nvPr/>
            </p14:nvContentPartPr>
            <p14:xfrm>
              <a:off x="6336549" y="3472825"/>
              <a:ext cx="406800" cy="27756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BE2B28D0-8901-412A-ADD4-F7861B279B80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6318925" y="3454825"/>
                <a:ext cx="442408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F0A614DA-8B60-4DC2-9979-07F0CB30173B}"/>
                  </a:ext>
                </a:extLst>
              </p14:cNvPr>
              <p14:cNvContentPartPr/>
              <p14:nvPr/>
            </p14:nvContentPartPr>
            <p14:xfrm>
              <a:off x="10351629" y="3045865"/>
              <a:ext cx="431640" cy="26316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F0A614DA-8B60-4DC2-9979-07F0CB30173B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0333974" y="3028225"/>
                <a:ext cx="46731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7E772E38-421D-43C8-8EBC-DBDBC2783B23}"/>
                  </a:ext>
                </a:extLst>
              </p14:cNvPr>
              <p14:cNvContentPartPr/>
              <p14:nvPr/>
            </p14:nvContentPartPr>
            <p14:xfrm>
              <a:off x="8631549" y="3159625"/>
              <a:ext cx="1314360" cy="27360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7E772E38-421D-43C8-8EBC-DBDBC2783B23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8613549" y="3141985"/>
                <a:ext cx="135000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DEF71685-1735-4866-BDB3-2E1ECAB8D523}"/>
                  </a:ext>
                </a:extLst>
              </p14:cNvPr>
              <p14:cNvContentPartPr/>
              <p14:nvPr/>
            </p14:nvContentPartPr>
            <p14:xfrm>
              <a:off x="10943829" y="2833465"/>
              <a:ext cx="655920" cy="62820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DEF71685-1735-4866-BDB3-2E1ECAB8D523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0925829" y="2815465"/>
                <a:ext cx="691560" cy="66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9B9D0766-F456-4CF5-B576-BEAFC26C984D}"/>
                  </a:ext>
                </a:extLst>
              </p14:cNvPr>
              <p14:cNvContentPartPr/>
              <p14:nvPr/>
            </p14:nvContentPartPr>
            <p14:xfrm>
              <a:off x="6684669" y="4698625"/>
              <a:ext cx="47880" cy="3600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9B9D0766-F456-4CF5-B576-BEAFC26C984D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6666669" y="4680985"/>
                <a:ext cx="8352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EA8C0424-560A-4526-85A5-33ACCEDCCE0A}"/>
                  </a:ext>
                </a:extLst>
              </p14:cNvPr>
              <p14:cNvContentPartPr/>
              <p14:nvPr/>
            </p14:nvContentPartPr>
            <p14:xfrm>
              <a:off x="6727509" y="4844425"/>
              <a:ext cx="7200" cy="288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EA8C0424-560A-4526-85A5-33ACCEDCCE0A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6709869" y="4826785"/>
                <a:ext cx="4284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FCE4672A-7427-488A-898E-C65985BEEC8C}"/>
                  </a:ext>
                </a:extLst>
              </p14:cNvPr>
              <p14:cNvContentPartPr/>
              <p14:nvPr/>
            </p14:nvContentPartPr>
            <p14:xfrm>
              <a:off x="7263549" y="4695025"/>
              <a:ext cx="249840" cy="20664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FCE4672A-7427-488A-898E-C65985BEEC8C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7245909" y="4677385"/>
                <a:ext cx="28548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01CCCB3E-45AC-470E-B5B3-55993C90A361}"/>
                  </a:ext>
                </a:extLst>
              </p14:cNvPr>
              <p14:cNvContentPartPr/>
              <p14:nvPr/>
            </p14:nvContentPartPr>
            <p14:xfrm>
              <a:off x="7281189" y="4558225"/>
              <a:ext cx="363240" cy="1404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01CCCB3E-45AC-470E-B5B3-55993C90A361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7263549" y="4540585"/>
                <a:ext cx="3988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20721C4C-7DAD-4C2D-92E5-BF91686E2929}"/>
                  </a:ext>
                </a:extLst>
              </p14:cNvPr>
              <p14:cNvContentPartPr/>
              <p14:nvPr/>
            </p14:nvContentPartPr>
            <p14:xfrm>
              <a:off x="7637229" y="4778185"/>
              <a:ext cx="69120" cy="5724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20721C4C-7DAD-4C2D-92E5-BF91686E2929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7619589" y="4760545"/>
                <a:ext cx="10476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91C8B7B0-87A3-49C9-AE9D-4FE3D293C953}"/>
                  </a:ext>
                </a:extLst>
              </p14:cNvPr>
              <p14:cNvContentPartPr/>
              <p14:nvPr/>
            </p14:nvContentPartPr>
            <p14:xfrm>
              <a:off x="7921269" y="4543825"/>
              <a:ext cx="254520" cy="396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91C8B7B0-87A3-49C9-AE9D-4FE3D293C953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7903269" y="4526185"/>
                <a:ext cx="2901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209C3727-3400-41E9-9159-746BB8415E8F}"/>
                  </a:ext>
                </a:extLst>
              </p14:cNvPr>
              <p14:cNvContentPartPr/>
              <p14:nvPr/>
            </p14:nvContentPartPr>
            <p14:xfrm>
              <a:off x="7922349" y="4668745"/>
              <a:ext cx="236160" cy="27756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209C3727-3400-41E9-9159-746BB8415E8F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7904376" y="4651105"/>
                <a:ext cx="271746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18A53D06-CB67-4C95-AD6B-986989CD3F18}"/>
                  </a:ext>
                </a:extLst>
              </p14:cNvPr>
              <p14:cNvContentPartPr/>
              <p14:nvPr/>
            </p14:nvContentPartPr>
            <p14:xfrm>
              <a:off x="5457429" y="4446985"/>
              <a:ext cx="986400" cy="61416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18A53D06-CB67-4C95-AD6B-986989CD3F18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5439429" y="4428985"/>
                <a:ext cx="1022040" cy="64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D42C7724-19EC-4496-97E5-3F75494C0F3D}"/>
                  </a:ext>
                </a:extLst>
              </p14:cNvPr>
              <p14:cNvContentPartPr/>
              <p14:nvPr/>
            </p14:nvContentPartPr>
            <p14:xfrm>
              <a:off x="4807629" y="4504585"/>
              <a:ext cx="311400" cy="34020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D42C7724-19EC-4496-97E5-3F75494C0F3D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4789629" y="4486604"/>
                <a:ext cx="347040" cy="37580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017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Imagine 142">
            <a:extLst>
              <a:ext uri="{FF2B5EF4-FFF2-40B4-BE49-F238E27FC236}">
                <a16:creationId xmlns:a16="http://schemas.microsoft.com/office/drawing/2014/main" id="{8868BB0D-A327-4513-BC40-6F12563F6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411513"/>
            <a:ext cx="3931877" cy="390058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2983150B-BC93-48EE-B01C-6F729DFE2514}"/>
                  </a:ext>
                </a:extLst>
              </p14:cNvPr>
              <p14:cNvContentPartPr/>
              <p14:nvPr/>
            </p14:nvContentPartPr>
            <p14:xfrm>
              <a:off x="4744989" y="549985"/>
              <a:ext cx="975960" cy="5119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2983150B-BC93-48EE-B01C-6F729DFE25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27356" y="531998"/>
                <a:ext cx="1011587" cy="5475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5A12B794-145C-477F-B9FE-F473F5300631}"/>
                  </a:ext>
                </a:extLst>
              </p14:cNvPr>
              <p14:cNvContentPartPr/>
              <p14:nvPr/>
            </p14:nvContentPartPr>
            <p14:xfrm>
              <a:off x="7594389" y="759505"/>
              <a:ext cx="66960" cy="2952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5A12B794-145C-477F-B9FE-F473F530063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76389" y="741505"/>
                <a:ext cx="10260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022E4EA6-32F8-456D-8E67-E41E7D7473E5}"/>
                  </a:ext>
                </a:extLst>
              </p14:cNvPr>
              <p14:cNvContentPartPr/>
              <p14:nvPr/>
            </p14:nvContentPartPr>
            <p14:xfrm>
              <a:off x="7603749" y="870745"/>
              <a:ext cx="62640" cy="2124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022E4EA6-32F8-456D-8E67-E41E7D7473E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85749" y="853105"/>
                <a:ext cx="9828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5DE2A6AF-F0F0-4B8E-AD07-CDC508F55CDA}"/>
                  </a:ext>
                </a:extLst>
              </p14:cNvPr>
              <p14:cNvContentPartPr/>
              <p14:nvPr/>
            </p14:nvContentPartPr>
            <p14:xfrm>
              <a:off x="6040989" y="522985"/>
              <a:ext cx="1356120" cy="38304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5DE2A6AF-F0F0-4B8E-AD07-CDC508F55CD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22989" y="504985"/>
                <a:ext cx="1391760" cy="4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B2129472-3AC2-43FD-A54F-62B89A8462FC}"/>
                  </a:ext>
                </a:extLst>
              </p14:cNvPr>
              <p14:cNvContentPartPr/>
              <p14:nvPr/>
            </p14:nvContentPartPr>
            <p14:xfrm>
              <a:off x="7953309" y="689305"/>
              <a:ext cx="324720" cy="21492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B2129472-3AC2-43FD-A54F-62B89A8462F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935649" y="671665"/>
                <a:ext cx="36040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6AAEDACD-D24D-4CC1-84B0-6D0236405A43}"/>
                  </a:ext>
                </a:extLst>
              </p14:cNvPr>
              <p14:cNvContentPartPr/>
              <p14:nvPr/>
            </p14:nvContentPartPr>
            <p14:xfrm>
              <a:off x="8849349" y="655105"/>
              <a:ext cx="212040" cy="27684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6AAEDACD-D24D-4CC1-84B0-6D0236405A4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831349" y="637465"/>
                <a:ext cx="24768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31236020-EC35-414B-BB72-7B7E7ECF03DD}"/>
                  </a:ext>
                </a:extLst>
              </p14:cNvPr>
              <p14:cNvContentPartPr/>
              <p14:nvPr/>
            </p14:nvContentPartPr>
            <p14:xfrm>
              <a:off x="9341109" y="850585"/>
              <a:ext cx="6120" cy="1080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31236020-EC35-414B-BB72-7B7E7ECF03D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323469" y="832585"/>
                <a:ext cx="4176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859A91A5-3C61-4551-AE13-217CA3E6E7B3}"/>
                  </a:ext>
                </a:extLst>
              </p14:cNvPr>
              <p14:cNvContentPartPr/>
              <p14:nvPr/>
            </p14:nvContentPartPr>
            <p14:xfrm>
              <a:off x="8402589" y="672745"/>
              <a:ext cx="322200" cy="23796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859A91A5-3C61-4551-AE13-217CA3E6E7B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384589" y="655105"/>
                <a:ext cx="35784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CEA74583-CC09-43D1-A2A2-2122E7196EBD}"/>
                  </a:ext>
                </a:extLst>
              </p14:cNvPr>
              <p14:cNvContentPartPr/>
              <p14:nvPr/>
            </p14:nvContentPartPr>
            <p14:xfrm>
              <a:off x="4730589" y="1255585"/>
              <a:ext cx="345240" cy="20592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CEA74583-CC09-43D1-A2A2-2122E7196EB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712608" y="1237945"/>
                <a:ext cx="380843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33295D5F-7E49-4D5C-ADE0-351D4355409D}"/>
                  </a:ext>
                </a:extLst>
              </p14:cNvPr>
              <p14:cNvContentPartPr/>
              <p14:nvPr/>
            </p14:nvContentPartPr>
            <p14:xfrm>
              <a:off x="7614189" y="1355305"/>
              <a:ext cx="23760" cy="1800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33295D5F-7E49-4D5C-ADE0-351D4355409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596189" y="1337305"/>
                <a:ext cx="5940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095D945E-E09B-4660-8842-1569967AD18D}"/>
                  </a:ext>
                </a:extLst>
              </p14:cNvPr>
              <p14:cNvContentPartPr/>
              <p14:nvPr/>
            </p14:nvContentPartPr>
            <p14:xfrm>
              <a:off x="7627509" y="1496425"/>
              <a:ext cx="42840" cy="1404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095D945E-E09B-4660-8842-1569967AD18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609869" y="1478425"/>
                <a:ext cx="784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3B9D90DD-2BD4-4D1C-B10B-75BD73E4F72C}"/>
                  </a:ext>
                </a:extLst>
              </p14:cNvPr>
              <p14:cNvContentPartPr/>
              <p14:nvPr/>
            </p14:nvContentPartPr>
            <p14:xfrm>
              <a:off x="5302989" y="1149385"/>
              <a:ext cx="563040" cy="50148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3B9D90DD-2BD4-4D1C-B10B-75BD73E4F72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285349" y="1131732"/>
                <a:ext cx="598680" cy="5371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A5B1B74A-34BC-47A5-8C66-6988E9CEDB08}"/>
                  </a:ext>
                </a:extLst>
              </p14:cNvPr>
              <p14:cNvContentPartPr/>
              <p14:nvPr/>
            </p14:nvContentPartPr>
            <p14:xfrm>
              <a:off x="8094429" y="1228585"/>
              <a:ext cx="259200" cy="1332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A5B1B74A-34BC-47A5-8C66-6988E9CEDB0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076429" y="1210585"/>
                <a:ext cx="29484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361BA8E2-F4CF-4F0B-86AD-DBE7C5A1CAA9}"/>
                  </a:ext>
                </a:extLst>
              </p14:cNvPr>
              <p14:cNvContentPartPr/>
              <p14:nvPr/>
            </p14:nvContentPartPr>
            <p14:xfrm>
              <a:off x="8101989" y="1366105"/>
              <a:ext cx="336240" cy="20556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361BA8E2-F4CF-4F0B-86AD-DBE7C5A1CAA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083970" y="1348105"/>
                <a:ext cx="371918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6654E1AC-4E72-4745-8CEF-88DE1CAF7120}"/>
                  </a:ext>
                </a:extLst>
              </p14:cNvPr>
              <p14:cNvContentPartPr/>
              <p14:nvPr/>
            </p14:nvContentPartPr>
            <p14:xfrm>
              <a:off x="8695629" y="1330105"/>
              <a:ext cx="193320" cy="21060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6654E1AC-4E72-4745-8CEF-88DE1CAF712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677989" y="1312465"/>
                <a:ext cx="22896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A310F5B8-BD25-42D0-A7F0-5FF9533F7A59}"/>
                  </a:ext>
                </a:extLst>
              </p14:cNvPr>
              <p14:cNvContentPartPr/>
              <p14:nvPr/>
            </p14:nvContentPartPr>
            <p14:xfrm>
              <a:off x="8657469" y="1227145"/>
              <a:ext cx="241200" cy="1008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A310F5B8-BD25-42D0-A7F0-5FF9533F7A59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639829" y="1209145"/>
                <a:ext cx="2768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0D0EF43D-01BC-426F-A68A-BC2CCBF59A13}"/>
                  </a:ext>
                </a:extLst>
              </p14:cNvPr>
              <p14:cNvContentPartPr/>
              <p14:nvPr/>
            </p14:nvContentPartPr>
            <p14:xfrm>
              <a:off x="4826349" y="1920145"/>
              <a:ext cx="162000" cy="3528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0D0EF43D-01BC-426F-A68A-BC2CCBF59A1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808349" y="1902145"/>
                <a:ext cx="19764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EAF13A65-138B-4C9C-819F-52A12DCDEFA7}"/>
                  </a:ext>
                </a:extLst>
              </p14:cNvPr>
              <p14:cNvContentPartPr/>
              <p14:nvPr/>
            </p14:nvContentPartPr>
            <p14:xfrm>
              <a:off x="6174189" y="1193305"/>
              <a:ext cx="1083240" cy="89820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EAF13A65-138B-4C9C-819F-52A12DCDEFA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156549" y="1175312"/>
                <a:ext cx="1118880" cy="9338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C909606E-5295-46E0-B1A4-832478E068DF}"/>
                  </a:ext>
                </a:extLst>
              </p14:cNvPr>
              <p14:cNvContentPartPr/>
              <p14:nvPr/>
            </p14:nvContentPartPr>
            <p14:xfrm>
              <a:off x="5250429" y="1754185"/>
              <a:ext cx="566640" cy="56592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C909606E-5295-46E0-B1A4-832478E068D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232440" y="1736185"/>
                <a:ext cx="602257" cy="60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BD8AAEDE-417E-4E34-B14C-182F33DF93C4}"/>
                  </a:ext>
                </a:extLst>
              </p14:cNvPr>
              <p14:cNvContentPartPr/>
              <p14:nvPr/>
            </p14:nvContentPartPr>
            <p14:xfrm>
              <a:off x="3370149" y="720265"/>
              <a:ext cx="623880" cy="86544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BD8AAEDE-417E-4E34-B14C-182F33DF93C4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352509" y="684265"/>
                <a:ext cx="659520" cy="9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1FB2076B-6E10-4A04-B758-227CAA289172}"/>
                  </a:ext>
                </a:extLst>
              </p14:cNvPr>
              <p14:cNvContentPartPr/>
              <p14:nvPr/>
            </p14:nvContentPartPr>
            <p14:xfrm>
              <a:off x="3397149" y="1152265"/>
              <a:ext cx="561600" cy="38628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1FB2076B-6E10-4A04-B758-227CAA28917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379509" y="1116265"/>
                <a:ext cx="597240" cy="45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94F0B0E0-3372-4A03-B184-4626624C67EF}"/>
                  </a:ext>
                </a:extLst>
              </p14:cNvPr>
              <p14:cNvContentPartPr/>
              <p14:nvPr/>
            </p14:nvContentPartPr>
            <p14:xfrm>
              <a:off x="896229" y="634945"/>
              <a:ext cx="1091880" cy="98820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94F0B0E0-3372-4A03-B184-4626624C67EF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78229" y="599305"/>
                <a:ext cx="1127520" cy="10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C64EB120-93F3-4D49-9501-FCFBCA7DBE81}"/>
                  </a:ext>
                </a:extLst>
              </p14:cNvPr>
              <p14:cNvContentPartPr/>
              <p14:nvPr/>
            </p14:nvContentPartPr>
            <p14:xfrm>
              <a:off x="1304829" y="894865"/>
              <a:ext cx="651600" cy="67752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C64EB120-93F3-4D49-9501-FCFBCA7DBE8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287189" y="858865"/>
                <a:ext cx="687240" cy="74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8CEF6CAA-1993-4927-B6E7-72E959616A3E}"/>
                  </a:ext>
                </a:extLst>
              </p14:cNvPr>
              <p14:cNvContentPartPr/>
              <p14:nvPr/>
            </p14:nvContentPartPr>
            <p14:xfrm>
              <a:off x="1039869" y="2930665"/>
              <a:ext cx="988560" cy="123300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8CEF6CAA-1993-4927-B6E7-72E959616A3E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22229" y="2894665"/>
                <a:ext cx="1024200" cy="130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78" name="Cerneală 177">
                <a:extLst>
                  <a:ext uri="{FF2B5EF4-FFF2-40B4-BE49-F238E27FC236}">
                    <a16:creationId xmlns:a16="http://schemas.microsoft.com/office/drawing/2014/main" id="{683A2C18-0874-40C4-954D-77F257041D50}"/>
                  </a:ext>
                </a:extLst>
              </p14:cNvPr>
              <p14:cNvContentPartPr/>
              <p14:nvPr/>
            </p14:nvContentPartPr>
            <p14:xfrm>
              <a:off x="1041669" y="2983225"/>
              <a:ext cx="928800" cy="1033200"/>
            </p14:xfrm>
          </p:contentPart>
        </mc:Choice>
        <mc:Fallback xmlns="">
          <p:pic>
            <p:nvPicPr>
              <p:cNvPr id="178" name="Cerneală 177">
                <a:extLst>
                  <a:ext uri="{FF2B5EF4-FFF2-40B4-BE49-F238E27FC236}">
                    <a16:creationId xmlns:a16="http://schemas.microsoft.com/office/drawing/2014/main" id="{683A2C18-0874-40C4-954D-77F257041D50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023669" y="2947585"/>
                <a:ext cx="964440" cy="11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00EF3FC8-051C-4D15-AB54-431AF65D1150}"/>
                  </a:ext>
                </a:extLst>
              </p14:cNvPr>
              <p14:cNvContentPartPr/>
              <p14:nvPr/>
            </p14:nvContentPartPr>
            <p14:xfrm>
              <a:off x="3380949" y="2915185"/>
              <a:ext cx="849240" cy="111600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00EF3FC8-051C-4D15-AB54-431AF65D1150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362949" y="2879545"/>
                <a:ext cx="884880" cy="11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A22EFE92-D67A-45D7-9E56-CA2C8FF7A79A}"/>
                  </a:ext>
                </a:extLst>
              </p14:cNvPr>
              <p14:cNvContentPartPr/>
              <p14:nvPr/>
            </p14:nvContentPartPr>
            <p14:xfrm>
              <a:off x="3382029" y="2930665"/>
              <a:ext cx="338040" cy="41256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A22EFE92-D67A-45D7-9E56-CA2C8FF7A79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364389" y="2894665"/>
                <a:ext cx="373680" cy="4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7394D784-4D86-41CC-B875-BC06F40A742C}"/>
                  </a:ext>
                </a:extLst>
              </p14:cNvPr>
              <p14:cNvContentPartPr/>
              <p14:nvPr/>
            </p14:nvContentPartPr>
            <p14:xfrm>
              <a:off x="3429189" y="3014905"/>
              <a:ext cx="406800" cy="57276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7394D784-4D86-41CC-B875-BC06F40A742C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411549" y="2979265"/>
                <a:ext cx="442440" cy="64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04C58D23-F2CD-45AC-BBA2-2F2B100B7E6F}"/>
                  </a:ext>
                </a:extLst>
              </p14:cNvPr>
              <p14:cNvContentPartPr/>
              <p14:nvPr/>
            </p14:nvContentPartPr>
            <p14:xfrm>
              <a:off x="3558429" y="3121465"/>
              <a:ext cx="705960" cy="79488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04C58D23-F2CD-45AC-BBA2-2F2B100B7E6F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540789" y="3085465"/>
                <a:ext cx="741600" cy="86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05447FE9-C354-400E-8545-73C2BBF77288}"/>
                  </a:ext>
                </a:extLst>
              </p14:cNvPr>
              <p14:cNvContentPartPr/>
              <p14:nvPr/>
            </p14:nvContentPartPr>
            <p14:xfrm>
              <a:off x="7488189" y="1923025"/>
              <a:ext cx="10080" cy="1620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05447FE9-C354-400E-8545-73C2BBF77288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470549" y="1905385"/>
                <a:ext cx="4572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3119059A-24C9-4374-A4E1-A7A4FB120415}"/>
                  </a:ext>
                </a:extLst>
              </p14:cNvPr>
              <p14:cNvContentPartPr/>
              <p14:nvPr/>
            </p14:nvContentPartPr>
            <p14:xfrm>
              <a:off x="7511229" y="2083585"/>
              <a:ext cx="30240" cy="2556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3119059A-24C9-4374-A4E1-A7A4FB120415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493589" y="2065945"/>
                <a:ext cx="6588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91" name="Cerneală 190">
                <a:extLst>
                  <a:ext uri="{FF2B5EF4-FFF2-40B4-BE49-F238E27FC236}">
                    <a16:creationId xmlns:a16="http://schemas.microsoft.com/office/drawing/2014/main" id="{6E8D4506-AE1A-4603-9EEF-BF6158A3AAA4}"/>
                  </a:ext>
                </a:extLst>
              </p14:cNvPr>
              <p14:cNvContentPartPr/>
              <p14:nvPr/>
            </p14:nvContentPartPr>
            <p14:xfrm>
              <a:off x="8134029" y="1938145"/>
              <a:ext cx="218880" cy="192600"/>
            </p14:xfrm>
          </p:contentPart>
        </mc:Choice>
        <mc:Fallback xmlns="">
          <p:pic>
            <p:nvPicPr>
              <p:cNvPr id="191" name="Cerneală 190">
                <a:extLst>
                  <a:ext uri="{FF2B5EF4-FFF2-40B4-BE49-F238E27FC236}">
                    <a16:creationId xmlns:a16="http://schemas.microsoft.com/office/drawing/2014/main" id="{6E8D4506-AE1A-4603-9EEF-BF6158A3AAA4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116029" y="1920505"/>
                <a:ext cx="25452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894D0943-3046-4C53-9A9E-6DB317D2A990}"/>
                  </a:ext>
                </a:extLst>
              </p14:cNvPr>
              <p14:cNvContentPartPr/>
              <p14:nvPr/>
            </p14:nvContentPartPr>
            <p14:xfrm>
              <a:off x="8180829" y="1793425"/>
              <a:ext cx="236160" cy="3060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894D0943-3046-4C53-9A9E-6DB317D2A990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8162829" y="1775425"/>
                <a:ext cx="27180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C1F3CA81-D0A4-4D8F-B15E-01D4AF4A0245}"/>
                  </a:ext>
                </a:extLst>
              </p14:cNvPr>
              <p14:cNvContentPartPr/>
              <p14:nvPr/>
            </p14:nvContentPartPr>
            <p14:xfrm>
              <a:off x="8582949" y="2025625"/>
              <a:ext cx="50400" cy="4104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C1F3CA81-D0A4-4D8F-B15E-01D4AF4A0245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8565309" y="2007625"/>
                <a:ext cx="8604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F2CA80DA-5CDE-474F-95B4-7F10688935DD}"/>
                  </a:ext>
                </a:extLst>
              </p14:cNvPr>
              <p14:cNvContentPartPr/>
              <p14:nvPr/>
            </p14:nvContentPartPr>
            <p14:xfrm>
              <a:off x="8785629" y="1840585"/>
              <a:ext cx="203400" cy="1404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F2CA80DA-5CDE-474F-95B4-7F10688935DD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767989" y="1822945"/>
                <a:ext cx="2390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9DFA4903-EF35-401A-9CB3-8C976F702299}"/>
                  </a:ext>
                </a:extLst>
              </p14:cNvPr>
              <p14:cNvContentPartPr/>
              <p14:nvPr/>
            </p14:nvContentPartPr>
            <p14:xfrm>
              <a:off x="8786709" y="1909705"/>
              <a:ext cx="217440" cy="24084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9DFA4903-EF35-401A-9CB3-8C976F702299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8769040" y="1891705"/>
                <a:ext cx="253139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217" name="Cerneală 216">
                <a:extLst>
                  <a:ext uri="{FF2B5EF4-FFF2-40B4-BE49-F238E27FC236}">
                    <a16:creationId xmlns:a16="http://schemas.microsoft.com/office/drawing/2014/main" id="{1122FE2B-BDB0-4792-86F6-C4FF5FD359DD}"/>
                  </a:ext>
                </a:extLst>
              </p14:cNvPr>
              <p14:cNvContentPartPr/>
              <p14:nvPr/>
            </p14:nvContentPartPr>
            <p14:xfrm>
              <a:off x="4860189" y="2954785"/>
              <a:ext cx="730440" cy="608400"/>
            </p14:xfrm>
          </p:contentPart>
        </mc:Choice>
        <mc:Fallback xmlns="">
          <p:pic>
            <p:nvPicPr>
              <p:cNvPr id="217" name="Cerneală 216">
                <a:extLst>
                  <a:ext uri="{FF2B5EF4-FFF2-40B4-BE49-F238E27FC236}">
                    <a16:creationId xmlns:a16="http://schemas.microsoft.com/office/drawing/2014/main" id="{1122FE2B-BDB0-4792-86F6-C4FF5FD359DD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4842540" y="2936796"/>
                <a:ext cx="766098" cy="6440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235" name="Cerneală 234">
                <a:extLst>
                  <a:ext uri="{FF2B5EF4-FFF2-40B4-BE49-F238E27FC236}">
                    <a16:creationId xmlns:a16="http://schemas.microsoft.com/office/drawing/2014/main" id="{CD2016E1-27F1-419B-B34E-CBAC1236E4B8}"/>
                  </a:ext>
                </a:extLst>
              </p14:cNvPr>
              <p14:cNvContentPartPr/>
              <p14:nvPr/>
            </p14:nvContentPartPr>
            <p14:xfrm>
              <a:off x="7011549" y="2728345"/>
              <a:ext cx="38520" cy="1760760"/>
            </p14:xfrm>
          </p:contentPart>
        </mc:Choice>
        <mc:Fallback xmlns="">
          <p:pic>
            <p:nvPicPr>
              <p:cNvPr id="235" name="Cerneală 234">
                <a:extLst>
                  <a:ext uri="{FF2B5EF4-FFF2-40B4-BE49-F238E27FC236}">
                    <a16:creationId xmlns:a16="http://schemas.microsoft.com/office/drawing/2014/main" id="{CD2016E1-27F1-419B-B34E-CBAC1236E4B8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6993909" y="2710705"/>
                <a:ext cx="74160" cy="179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236" name="Cerneală 235">
                <a:extLst>
                  <a:ext uri="{FF2B5EF4-FFF2-40B4-BE49-F238E27FC236}">
                    <a16:creationId xmlns:a16="http://schemas.microsoft.com/office/drawing/2014/main" id="{DE0CF47B-028E-4865-B1D9-17BFECDED5BF}"/>
                  </a:ext>
                </a:extLst>
              </p14:cNvPr>
              <p14:cNvContentPartPr/>
              <p14:nvPr/>
            </p14:nvContentPartPr>
            <p14:xfrm>
              <a:off x="7262109" y="3555985"/>
              <a:ext cx="219960" cy="10080"/>
            </p14:xfrm>
          </p:contentPart>
        </mc:Choice>
        <mc:Fallback xmlns="">
          <p:pic>
            <p:nvPicPr>
              <p:cNvPr id="236" name="Cerneală 235">
                <a:extLst>
                  <a:ext uri="{FF2B5EF4-FFF2-40B4-BE49-F238E27FC236}">
                    <a16:creationId xmlns:a16="http://schemas.microsoft.com/office/drawing/2014/main" id="{DE0CF47B-028E-4865-B1D9-17BFECDED5BF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7244109" y="3537985"/>
                <a:ext cx="2556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237" name="Cerneală 236">
                <a:extLst>
                  <a:ext uri="{FF2B5EF4-FFF2-40B4-BE49-F238E27FC236}">
                    <a16:creationId xmlns:a16="http://schemas.microsoft.com/office/drawing/2014/main" id="{467435B7-3837-4D38-9C5F-AB457451AA8B}"/>
                  </a:ext>
                </a:extLst>
              </p14:cNvPr>
              <p14:cNvContentPartPr/>
              <p14:nvPr/>
            </p14:nvContentPartPr>
            <p14:xfrm>
              <a:off x="7329429" y="3643105"/>
              <a:ext cx="150840" cy="29520"/>
            </p14:xfrm>
          </p:contentPart>
        </mc:Choice>
        <mc:Fallback xmlns="">
          <p:pic>
            <p:nvPicPr>
              <p:cNvPr id="237" name="Cerneală 236">
                <a:extLst>
                  <a:ext uri="{FF2B5EF4-FFF2-40B4-BE49-F238E27FC236}">
                    <a16:creationId xmlns:a16="http://schemas.microsoft.com/office/drawing/2014/main" id="{467435B7-3837-4D38-9C5F-AB457451AA8B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311429" y="3625105"/>
                <a:ext cx="18648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238" name="Cerneală 237">
                <a:extLst>
                  <a:ext uri="{FF2B5EF4-FFF2-40B4-BE49-F238E27FC236}">
                    <a16:creationId xmlns:a16="http://schemas.microsoft.com/office/drawing/2014/main" id="{DD10BFFB-7928-49BA-8B65-ADF99D10D477}"/>
                  </a:ext>
                </a:extLst>
              </p14:cNvPr>
              <p14:cNvContentPartPr/>
              <p14:nvPr/>
            </p14:nvContentPartPr>
            <p14:xfrm>
              <a:off x="5809869" y="2665705"/>
              <a:ext cx="1031760" cy="1761480"/>
            </p14:xfrm>
          </p:contentPart>
        </mc:Choice>
        <mc:Fallback xmlns="">
          <p:pic>
            <p:nvPicPr>
              <p:cNvPr id="238" name="Cerneală 237">
                <a:extLst>
                  <a:ext uri="{FF2B5EF4-FFF2-40B4-BE49-F238E27FC236}">
                    <a16:creationId xmlns:a16="http://schemas.microsoft.com/office/drawing/2014/main" id="{DD10BFFB-7928-49BA-8B65-ADF99D10D477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5791875" y="2648065"/>
                <a:ext cx="1067388" cy="179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244" name="Cerneală 243">
                <a:extLst>
                  <a:ext uri="{FF2B5EF4-FFF2-40B4-BE49-F238E27FC236}">
                    <a16:creationId xmlns:a16="http://schemas.microsoft.com/office/drawing/2014/main" id="{2B095275-C524-4EF2-942E-3C5DE5C12950}"/>
                  </a:ext>
                </a:extLst>
              </p14:cNvPr>
              <p14:cNvContentPartPr/>
              <p14:nvPr/>
            </p14:nvContentPartPr>
            <p14:xfrm>
              <a:off x="8403669" y="2829865"/>
              <a:ext cx="544680" cy="338400"/>
            </p14:xfrm>
          </p:contentPart>
        </mc:Choice>
        <mc:Fallback xmlns="">
          <p:pic>
            <p:nvPicPr>
              <p:cNvPr id="244" name="Cerneală 243">
                <a:extLst>
                  <a:ext uri="{FF2B5EF4-FFF2-40B4-BE49-F238E27FC236}">
                    <a16:creationId xmlns:a16="http://schemas.microsoft.com/office/drawing/2014/main" id="{2B095275-C524-4EF2-942E-3C5DE5C12950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8386029" y="2812225"/>
                <a:ext cx="58032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247" name="Cerneală 246">
                <a:extLst>
                  <a:ext uri="{FF2B5EF4-FFF2-40B4-BE49-F238E27FC236}">
                    <a16:creationId xmlns:a16="http://schemas.microsoft.com/office/drawing/2014/main" id="{7B2C95B9-7AF5-44A3-B12E-1AF7D120F14C}"/>
                  </a:ext>
                </a:extLst>
              </p14:cNvPr>
              <p14:cNvContentPartPr/>
              <p14:nvPr/>
            </p14:nvContentPartPr>
            <p14:xfrm>
              <a:off x="8464869" y="3402265"/>
              <a:ext cx="10800" cy="937440"/>
            </p14:xfrm>
          </p:contentPart>
        </mc:Choice>
        <mc:Fallback xmlns="">
          <p:pic>
            <p:nvPicPr>
              <p:cNvPr id="247" name="Cerneală 246">
                <a:extLst>
                  <a:ext uri="{FF2B5EF4-FFF2-40B4-BE49-F238E27FC236}">
                    <a16:creationId xmlns:a16="http://schemas.microsoft.com/office/drawing/2014/main" id="{7B2C95B9-7AF5-44A3-B12E-1AF7D120F14C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8447229" y="3384265"/>
                <a:ext cx="46440" cy="9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253" name="Cerneală 252">
                <a:extLst>
                  <a:ext uri="{FF2B5EF4-FFF2-40B4-BE49-F238E27FC236}">
                    <a16:creationId xmlns:a16="http://schemas.microsoft.com/office/drawing/2014/main" id="{99731213-CB56-47BC-B992-7595EAA2635A}"/>
                  </a:ext>
                </a:extLst>
              </p14:cNvPr>
              <p14:cNvContentPartPr/>
              <p14:nvPr/>
            </p14:nvContentPartPr>
            <p14:xfrm>
              <a:off x="9115029" y="2646625"/>
              <a:ext cx="51120" cy="1828440"/>
            </p14:xfrm>
          </p:contentPart>
        </mc:Choice>
        <mc:Fallback xmlns="">
          <p:pic>
            <p:nvPicPr>
              <p:cNvPr id="253" name="Cerneală 252">
                <a:extLst>
                  <a:ext uri="{FF2B5EF4-FFF2-40B4-BE49-F238E27FC236}">
                    <a16:creationId xmlns:a16="http://schemas.microsoft.com/office/drawing/2014/main" id="{99731213-CB56-47BC-B992-7595EAA2635A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9097029" y="2628625"/>
                <a:ext cx="86760" cy="18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254" name="Cerneală 253">
                <a:extLst>
                  <a:ext uri="{FF2B5EF4-FFF2-40B4-BE49-F238E27FC236}">
                    <a16:creationId xmlns:a16="http://schemas.microsoft.com/office/drawing/2014/main" id="{7038DFA0-5A36-4E00-8B78-49C165255987}"/>
                  </a:ext>
                </a:extLst>
              </p14:cNvPr>
              <p14:cNvContentPartPr/>
              <p14:nvPr/>
            </p14:nvContentPartPr>
            <p14:xfrm>
              <a:off x="8636949" y="3373465"/>
              <a:ext cx="333720" cy="910800"/>
            </p14:xfrm>
          </p:contentPart>
        </mc:Choice>
        <mc:Fallback xmlns="">
          <p:pic>
            <p:nvPicPr>
              <p:cNvPr id="254" name="Cerneală 253">
                <a:extLst>
                  <a:ext uri="{FF2B5EF4-FFF2-40B4-BE49-F238E27FC236}">
                    <a16:creationId xmlns:a16="http://schemas.microsoft.com/office/drawing/2014/main" id="{7038DFA0-5A36-4E00-8B78-49C165255987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8619309" y="3355465"/>
                <a:ext cx="369360" cy="9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255" name="Cerneală 254">
                <a:extLst>
                  <a:ext uri="{FF2B5EF4-FFF2-40B4-BE49-F238E27FC236}">
                    <a16:creationId xmlns:a16="http://schemas.microsoft.com/office/drawing/2014/main" id="{29F33590-A0FE-4414-B0E4-55886DC56B60}"/>
                  </a:ext>
                </a:extLst>
              </p14:cNvPr>
              <p14:cNvContentPartPr/>
              <p14:nvPr/>
            </p14:nvContentPartPr>
            <p14:xfrm>
              <a:off x="7767549" y="2829505"/>
              <a:ext cx="521280" cy="1537560"/>
            </p14:xfrm>
          </p:contentPart>
        </mc:Choice>
        <mc:Fallback xmlns="">
          <p:pic>
            <p:nvPicPr>
              <p:cNvPr id="255" name="Cerneală 254">
                <a:extLst>
                  <a:ext uri="{FF2B5EF4-FFF2-40B4-BE49-F238E27FC236}">
                    <a16:creationId xmlns:a16="http://schemas.microsoft.com/office/drawing/2014/main" id="{29F33590-A0FE-4414-B0E4-55886DC56B60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7749549" y="2811505"/>
                <a:ext cx="556920" cy="157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3824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Simplificare prin adiacență – diagrame </a:t>
            </a:r>
            <a:r>
              <a:rPr lang="ro-RO" b="1" dirty="0" err="1">
                <a:solidFill>
                  <a:srgbClr val="FF0000"/>
                </a:solidFill>
              </a:rPr>
              <a:t>Karnaugh</a:t>
            </a:r>
            <a:endParaRPr lang="ro-RO" b="1" dirty="0">
              <a:solidFill>
                <a:srgbClr val="FF0000"/>
              </a:solidFill>
            </a:endParaRPr>
          </a:p>
          <a:p>
            <a:r>
              <a:rPr lang="ro-RO" b="1" i="1" dirty="0"/>
              <a:t>Exemple de utilizare: circuit pentru adunare cu 5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3E87D36D-E1B4-4D17-A833-96CC96329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777269"/>
            <a:ext cx="4322099" cy="5691162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0FB8A122-5D46-4D71-9829-42BE76435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976" y="777269"/>
            <a:ext cx="3657560" cy="3284077"/>
          </a:xfrm>
          <a:prstGeom prst="rect">
            <a:avLst/>
          </a:prstGeom>
        </p:spPr>
      </p:pic>
      <p:pic>
        <p:nvPicPr>
          <p:cNvPr id="10" name="Imagine 9">
            <a:extLst>
              <a:ext uri="{FF2B5EF4-FFF2-40B4-BE49-F238E27FC236}">
                <a16:creationId xmlns:a16="http://schemas.microsoft.com/office/drawing/2014/main" id="{4C4BA920-E514-42C9-8F04-25C79DD766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292" y="960147"/>
            <a:ext cx="2103097" cy="2707909"/>
          </a:xfrm>
          <a:prstGeom prst="rect">
            <a:avLst/>
          </a:prstGeom>
        </p:spPr>
      </p:pic>
      <p:pic>
        <p:nvPicPr>
          <p:cNvPr id="11" name="Imagine 10">
            <a:extLst>
              <a:ext uri="{FF2B5EF4-FFF2-40B4-BE49-F238E27FC236}">
                <a16:creationId xmlns:a16="http://schemas.microsoft.com/office/drawing/2014/main" id="{9517DE16-BC76-432C-9901-5D8B0BD433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2976" y="4251951"/>
            <a:ext cx="732472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904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Simplificare prin adiacență – diagrame </a:t>
            </a:r>
            <a:r>
              <a:rPr lang="ro-RO" b="1" dirty="0" err="1">
                <a:solidFill>
                  <a:srgbClr val="FF0000"/>
                </a:solidFill>
              </a:rPr>
              <a:t>Karnaugh</a:t>
            </a:r>
            <a:endParaRPr lang="ro-RO" b="1" dirty="0">
              <a:solidFill>
                <a:srgbClr val="FF0000"/>
              </a:solidFill>
            </a:endParaRPr>
          </a:p>
          <a:p>
            <a:r>
              <a:rPr lang="ro-RO" b="1" i="1" dirty="0"/>
              <a:t>Exemple de utilizare: circuit pentru adunare cu 5 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14CFFBD4-D4C0-4940-A641-994B80B9F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10" y="868708"/>
            <a:ext cx="3474682" cy="3299066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8309F470-2B38-4C01-B773-06427487D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868708"/>
            <a:ext cx="4480511" cy="5869880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E2EFA59B-A556-46D1-BA71-1080082D6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10" y="4526268"/>
            <a:ext cx="3049760" cy="1280146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A56126E0-F57F-42DB-A390-B5E5D7B17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3487" y="1691659"/>
            <a:ext cx="1971653" cy="137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499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Simplificare prin adiacență – diagrame </a:t>
            </a:r>
            <a:r>
              <a:rPr lang="ro-RO" b="1" dirty="0" err="1">
                <a:solidFill>
                  <a:srgbClr val="FF0000"/>
                </a:solidFill>
              </a:rPr>
              <a:t>Karnaugh</a:t>
            </a:r>
            <a:endParaRPr lang="ro-RO" b="1" dirty="0">
              <a:solidFill>
                <a:srgbClr val="FF0000"/>
              </a:solidFill>
            </a:endParaRPr>
          </a:p>
          <a:p>
            <a:r>
              <a:rPr lang="ro-RO" b="1" i="1" dirty="0"/>
              <a:t>Exemple de utilizare: circuit pentru adunare cu 5 </a:t>
            </a:r>
          </a:p>
        </p:txBody>
      </p:sp>
      <p:pic>
        <p:nvPicPr>
          <p:cNvPr id="9" name="Imagine 8">
            <a:extLst>
              <a:ext uri="{FF2B5EF4-FFF2-40B4-BE49-F238E27FC236}">
                <a16:creationId xmlns:a16="http://schemas.microsoft.com/office/drawing/2014/main" id="{FAF7376D-2790-4F4C-A299-B667E2060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1417342"/>
            <a:ext cx="2979014" cy="3991189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6A725BC1-A6BE-4C8F-AA01-3D8315A7E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391" y="1417342"/>
            <a:ext cx="3558002" cy="4114755"/>
          </a:xfrm>
          <a:prstGeom prst="rect">
            <a:avLst/>
          </a:prstGeom>
        </p:spPr>
      </p:pic>
      <p:pic>
        <p:nvPicPr>
          <p:cNvPr id="10" name="Imagine 9">
            <a:extLst>
              <a:ext uri="{FF2B5EF4-FFF2-40B4-BE49-F238E27FC236}">
                <a16:creationId xmlns:a16="http://schemas.microsoft.com/office/drawing/2014/main" id="{0A91F7BD-EEBA-4E50-90FC-92D681D97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390" y="1417342"/>
            <a:ext cx="4743450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8196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2255563" y="2057415"/>
            <a:ext cx="667504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3200" b="1" dirty="0">
                <a:solidFill>
                  <a:srgbClr val="0000FF"/>
                </a:solidFill>
              </a:rPr>
              <a:t>Funcții pătrate </a:t>
            </a:r>
            <a:r>
              <a:rPr lang="ro-RO" sz="3200" b="1" dirty="0" err="1">
                <a:solidFill>
                  <a:srgbClr val="0000FF"/>
                </a:solidFill>
              </a:rPr>
              <a:t>biforme</a:t>
            </a:r>
            <a:r>
              <a:rPr lang="ro-RO" sz="3200" b="1" dirty="0">
                <a:solidFill>
                  <a:srgbClr val="0000FF"/>
                </a:solidFill>
              </a:rPr>
              <a:t> </a:t>
            </a:r>
          </a:p>
          <a:p>
            <a:endParaRPr lang="ro-RO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003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Funcții pătrate </a:t>
            </a:r>
            <a:r>
              <a:rPr lang="ro-RO" b="1" dirty="0" err="1">
                <a:solidFill>
                  <a:srgbClr val="0000FF"/>
                </a:solidFill>
              </a:rPr>
              <a:t>biforme</a:t>
            </a:r>
            <a:r>
              <a:rPr lang="ro-RO" b="1" dirty="0">
                <a:solidFill>
                  <a:srgbClr val="0000FF"/>
                </a:solidFill>
              </a:rPr>
              <a:t> </a:t>
            </a:r>
            <a:r>
              <a:rPr lang="ro-RO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C807EDDC-2EDF-4A89-91C5-0C915219A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502952"/>
            <a:ext cx="9858375" cy="3533775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A74388D6-9DFE-472E-800E-D5BFD36AF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2" y="3977634"/>
            <a:ext cx="9886950" cy="25717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C78504AB-BF88-4986-8734-8DFDF62857F3}"/>
                  </a:ext>
                </a:extLst>
              </p14:cNvPr>
              <p14:cNvContentPartPr/>
              <p14:nvPr/>
            </p14:nvContentPartPr>
            <p14:xfrm>
              <a:off x="7597269" y="2853265"/>
              <a:ext cx="228600" cy="26064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C78504AB-BF88-4986-8734-8DFDF62857F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79629" y="2817625"/>
                <a:ext cx="264240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160EFADC-478D-4721-94AE-9A1ED5D5ACBD}"/>
                  </a:ext>
                </a:extLst>
              </p14:cNvPr>
              <p14:cNvContentPartPr/>
              <p14:nvPr/>
            </p14:nvContentPartPr>
            <p14:xfrm>
              <a:off x="7584669" y="2839225"/>
              <a:ext cx="231120" cy="32292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160EFADC-478D-4721-94AE-9A1ED5D5ACB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66669" y="2803585"/>
                <a:ext cx="26676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F0D9F6A7-B358-41B0-B536-B8DFC469D088}"/>
                  </a:ext>
                </a:extLst>
              </p14:cNvPr>
              <p14:cNvContentPartPr/>
              <p14:nvPr/>
            </p14:nvContentPartPr>
            <p14:xfrm>
              <a:off x="7986069" y="2980345"/>
              <a:ext cx="27360" cy="3456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F0D9F6A7-B358-41B0-B536-B8DFC469D08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68429" y="2944345"/>
                <a:ext cx="6300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C02AE744-E13E-4EB7-BCAA-7E7588B69DFD}"/>
                  </a:ext>
                </a:extLst>
              </p14:cNvPr>
              <p14:cNvContentPartPr/>
              <p14:nvPr/>
            </p14:nvContentPartPr>
            <p14:xfrm>
              <a:off x="8272269" y="2743825"/>
              <a:ext cx="344880" cy="39816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C02AE744-E13E-4EB7-BCAA-7E7588B69DF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54269" y="2707825"/>
                <a:ext cx="380520" cy="46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019EF6B3-C5AE-4F58-A26A-9A57C2020B49}"/>
                  </a:ext>
                </a:extLst>
              </p14:cNvPr>
              <p14:cNvContentPartPr/>
              <p14:nvPr/>
            </p14:nvContentPartPr>
            <p14:xfrm>
              <a:off x="7719309" y="3436105"/>
              <a:ext cx="24480" cy="29664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019EF6B3-C5AE-4F58-A26A-9A57C2020B4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01309" y="3400105"/>
                <a:ext cx="6012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2ECB5AD0-221C-4ABB-BB3F-9C66E9674913}"/>
                  </a:ext>
                </a:extLst>
              </p14:cNvPr>
              <p14:cNvContentPartPr/>
              <p14:nvPr/>
            </p14:nvContentPartPr>
            <p14:xfrm>
              <a:off x="7642629" y="3387865"/>
              <a:ext cx="295920" cy="45504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2ECB5AD0-221C-4ABB-BB3F-9C66E967491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624629" y="3352225"/>
                <a:ext cx="331560" cy="52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385697A4-549F-4D23-AD9A-2E106F087FCE}"/>
                  </a:ext>
                </a:extLst>
              </p14:cNvPr>
              <p14:cNvContentPartPr/>
              <p14:nvPr/>
            </p14:nvContentPartPr>
            <p14:xfrm>
              <a:off x="8155629" y="3536905"/>
              <a:ext cx="85680" cy="1152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385697A4-549F-4D23-AD9A-2E106F087FC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137989" y="3501265"/>
                <a:ext cx="12132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CC8D3055-0995-4AA9-914D-E18767DBCD66}"/>
                  </a:ext>
                </a:extLst>
              </p14:cNvPr>
              <p14:cNvContentPartPr/>
              <p14:nvPr/>
            </p14:nvContentPartPr>
            <p14:xfrm>
              <a:off x="8397909" y="3498385"/>
              <a:ext cx="315720" cy="26352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CC8D3055-0995-4AA9-914D-E18767DBCD6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379909" y="3462745"/>
                <a:ext cx="35136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9CB907E1-17B2-4774-B321-86BED7ADC745}"/>
                  </a:ext>
                </a:extLst>
              </p14:cNvPr>
              <p14:cNvContentPartPr/>
              <p14:nvPr/>
            </p14:nvContentPartPr>
            <p14:xfrm>
              <a:off x="8465589" y="3464545"/>
              <a:ext cx="240840" cy="35604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9CB907E1-17B2-4774-B321-86BED7ADC74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447589" y="3428905"/>
                <a:ext cx="276480" cy="42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EA6C41AA-B123-434F-A072-1CD6CBC76F41}"/>
                  </a:ext>
                </a:extLst>
              </p14:cNvPr>
              <p14:cNvContentPartPr/>
              <p14:nvPr/>
            </p14:nvContentPartPr>
            <p14:xfrm>
              <a:off x="8364429" y="3348985"/>
              <a:ext cx="443160" cy="3384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EA6C41AA-B123-434F-A072-1CD6CBC76F4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346789" y="3313345"/>
                <a:ext cx="47880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E6030D35-719F-4A7E-AEF8-98D927621FC2}"/>
                  </a:ext>
                </a:extLst>
              </p14:cNvPr>
              <p14:cNvContentPartPr/>
              <p14:nvPr/>
            </p14:nvContentPartPr>
            <p14:xfrm>
              <a:off x="8022429" y="2993665"/>
              <a:ext cx="47520" cy="417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E6030D35-719F-4A7E-AEF8-98D927621FC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004789" y="2958025"/>
                <a:ext cx="8316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329AA61D-1719-4CB7-9CE9-2085BA8A1962}"/>
                  </a:ext>
                </a:extLst>
              </p14:cNvPr>
              <p14:cNvContentPartPr/>
              <p14:nvPr/>
            </p14:nvContentPartPr>
            <p14:xfrm>
              <a:off x="8959149" y="2470945"/>
              <a:ext cx="50040" cy="167508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329AA61D-1719-4CB7-9CE9-2085BA8A196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941149" y="2434945"/>
                <a:ext cx="85680" cy="174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9F4EEF12-4255-4E0C-8C91-0C1508D22AA4}"/>
                  </a:ext>
                </a:extLst>
              </p14:cNvPr>
              <p14:cNvContentPartPr/>
              <p14:nvPr/>
            </p14:nvContentPartPr>
            <p14:xfrm>
              <a:off x="7332309" y="2487865"/>
              <a:ext cx="43560" cy="159084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9F4EEF12-4255-4E0C-8C91-0C1508D22AA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314309" y="2452225"/>
                <a:ext cx="79200" cy="166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959D1F6E-E340-4FF2-A9E7-66CDD3F823F1}"/>
                  </a:ext>
                </a:extLst>
              </p14:cNvPr>
              <p14:cNvContentPartPr/>
              <p14:nvPr/>
            </p14:nvContentPartPr>
            <p14:xfrm>
              <a:off x="7324749" y="2535745"/>
              <a:ext cx="56880" cy="149868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959D1F6E-E340-4FF2-A9E7-66CDD3F823F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306749" y="2500105"/>
                <a:ext cx="92520" cy="157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054A8B8F-36D2-4DDB-901E-7E996451D9BF}"/>
                  </a:ext>
                </a:extLst>
              </p14:cNvPr>
              <p14:cNvContentPartPr/>
              <p14:nvPr/>
            </p14:nvContentPartPr>
            <p14:xfrm>
              <a:off x="7694109" y="2781625"/>
              <a:ext cx="155520" cy="26352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054A8B8F-36D2-4DDB-901E-7E996451D9B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676109" y="2745625"/>
                <a:ext cx="19116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94BE26C5-E2FD-4BC2-A37D-86A4F86A8006}"/>
                  </a:ext>
                </a:extLst>
              </p14:cNvPr>
              <p14:cNvContentPartPr/>
              <p14:nvPr/>
            </p14:nvContentPartPr>
            <p14:xfrm>
              <a:off x="7534269" y="2825905"/>
              <a:ext cx="385200" cy="28368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94BE26C5-E2FD-4BC2-A37D-86A4F86A800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516629" y="2789905"/>
                <a:ext cx="42084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B7E52C8F-5411-4475-A968-435B6E3403A7}"/>
                  </a:ext>
                </a:extLst>
              </p14:cNvPr>
              <p14:cNvContentPartPr/>
              <p14:nvPr/>
            </p14:nvContentPartPr>
            <p14:xfrm>
              <a:off x="8464149" y="3508105"/>
              <a:ext cx="217800" cy="35244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B7E52C8F-5411-4475-A968-435B6E3403A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446149" y="3472465"/>
                <a:ext cx="253440" cy="42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6A567A62-0D87-4E42-A980-64D2D0FA7709}"/>
                  </a:ext>
                </a:extLst>
              </p14:cNvPr>
              <p14:cNvContentPartPr/>
              <p14:nvPr/>
            </p14:nvContentPartPr>
            <p14:xfrm>
              <a:off x="8429589" y="3527185"/>
              <a:ext cx="340200" cy="28224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6A567A62-0D87-4E42-A980-64D2D0FA770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411949" y="3491545"/>
                <a:ext cx="37584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17CCC17C-07C9-4ADB-BC65-B1F8DEEFBF24}"/>
                  </a:ext>
                </a:extLst>
              </p14:cNvPr>
              <p14:cNvContentPartPr/>
              <p14:nvPr/>
            </p14:nvContentPartPr>
            <p14:xfrm>
              <a:off x="8402589" y="3325225"/>
              <a:ext cx="363240" cy="504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17CCC17C-07C9-4ADB-BC65-B1F8DEEFBF2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384589" y="3289585"/>
                <a:ext cx="39888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76508D71-3E23-4CF1-910B-B15474A82111}"/>
                  </a:ext>
                </a:extLst>
              </p14:cNvPr>
              <p14:cNvContentPartPr/>
              <p14:nvPr/>
            </p14:nvContentPartPr>
            <p14:xfrm>
              <a:off x="8455509" y="3307945"/>
              <a:ext cx="351000" cy="212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76508D71-3E23-4CF1-910B-B15474A8211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437869" y="3272305"/>
                <a:ext cx="38664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EB0DFE44-1CAB-409B-87C4-CA978F0B9A9B}"/>
                  </a:ext>
                </a:extLst>
              </p14:cNvPr>
              <p14:cNvContentPartPr/>
              <p14:nvPr/>
            </p14:nvContentPartPr>
            <p14:xfrm>
              <a:off x="9410229" y="3214705"/>
              <a:ext cx="106200" cy="640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EB0DFE44-1CAB-409B-87C4-CA978F0B9A9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392589" y="3179065"/>
                <a:ext cx="14184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992043C2-2BDE-4F20-A4A4-D43C7D4431FD}"/>
                  </a:ext>
                </a:extLst>
              </p14:cNvPr>
              <p14:cNvContentPartPr/>
              <p14:nvPr/>
            </p14:nvContentPartPr>
            <p14:xfrm>
              <a:off x="9446949" y="3493705"/>
              <a:ext cx="214560" cy="34776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992043C2-2BDE-4F20-A4A4-D43C7D4431F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429309" y="3458065"/>
                <a:ext cx="25020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469C7488-CD25-432C-8922-38AA139DEB66}"/>
                  </a:ext>
                </a:extLst>
              </p14:cNvPr>
              <p14:cNvContentPartPr/>
              <p14:nvPr/>
            </p14:nvContentPartPr>
            <p14:xfrm>
              <a:off x="6756669" y="2006545"/>
              <a:ext cx="144000" cy="31788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469C7488-CD25-432C-8922-38AA139DEB6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739029" y="1970905"/>
                <a:ext cx="179640" cy="38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E86BDB3C-D4CE-431B-A01D-4357B0F58E78}"/>
                  </a:ext>
                </a:extLst>
              </p14:cNvPr>
              <p14:cNvContentPartPr/>
              <p14:nvPr/>
            </p14:nvContentPartPr>
            <p14:xfrm>
              <a:off x="6976989" y="2160625"/>
              <a:ext cx="130320" cy="11916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E86BDB3C-D4CE-431B-A01D-4357B0F58E7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959349" y="2124625"/>
                <a:ext cx="16596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24C72264-F44A-49C2-9353-C31CCFB8E337}"/>
                  </a:ext>
                </a:extLst>
              </p14:cNvPr>
              <p14:cNvContentPartPr/>
              <p14:nvPr/>
            </p14:nvContentPartPr>
            <p14:xfrm>
              <a:off x="7199469" y="2141185"/>
              <a:ext cx="423360" cy="1393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24C72264-F44A-49C2-9353-C31CCFB8E33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181829" y="2105545"/>
                <a:ext cx="45900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7EC8DB8D-8B59-4DE8-B364-84396F54C79F}"/>
                  </a:ext>
                </a:extLst>
              </p14:cNvPr>
              <p14:cNvContentPartPr/>
              <p14:nvPr/>
            </p14:nvContentPartPr>
            <p14:xfrm>
              <a:off x="7570629" y="1985665"/>
              <a:ext cx="129960" cy="11412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7EC8DB8D-8B59-4DE8-B364-84396F54C79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552629" y="1949665"/>
                <a:ext cx="16560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BCA8051B-F1AE-46B8-BB15-D7086CA2A6BB}"/>
                  </a:ext>
                </a:extLst>
              </p14:cNvPr>
              <p14:cNvContentPartPr/>
              <p14:nvPr/>
            </p14:nvContentPartPr>
            <p14:xfrm>
              <a:off x="7671069" y="2222905"/>
              <a:ext cx="117720" cy="4644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BCA8051B-F1AE-46B8-BB15-D7086CA2A6B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653069" y="2187265"/>
                <a:ext cx="15336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3DE7C2C7-1CB5-41E6-ABB8-EAFF58BC816D}"/>
                  </a:ext>
                </a:extLst>
              </p14:cNvPr>
              <p14:cNvContentPartPr/>
              <p14:nvPr/>
            </p14:nvContentPartPr>
            <p14:xfrm>
              <a:off x="8248509" y="2093305"/>
              <a:ext cx="23040" cy="34992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3DE7C2C7-1CB5-41E6-ABB8-EAFF58BC816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230869" y="2057305"/>
                <a:ext cx="58680" cy="42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53A719E0-3728-4C2D-B01E-10C8453172A5}"/>
                  </a:ext>
                </a:extLst>
              </p14:cNvPr>
              <p14:cNvContentPartPr/>
              <p14:nvPr/>
            </p14:nvContentPartPr>
            <p14:xfrm>
              <a:off x="8214309" y="2161705"/>
              <a:ext cx="170640" cy="12024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53A719E0-3728-4C2D-B01E-10C8453172A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196309" y="2125705"/>
                <a:ext cx="20628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C00F8FC5-3B8B-447C-AE20-A6C44344E4F5}"/>
                  </a:ext>
                </a:extLst>
              </p14:cNvPr>
              <p14:cNvContentPartPr/>
              <p14:nvPr/>
            </p14:nvContentPartPr>
            <p14:xfrm>
              <a:off x="8421669" y="2084665"/>
              <a:ext cx="418680" cy="20124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C00F8FC5-3B8B-447C-AE20-A6C44344E4F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404029" y="2049025"/>
                <a:ext cx="45432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FB9CD175-6AE0-4B64-B29F-22C2380B59CC}"/>
                  </a:ext>
                </a:extLst>
              </p14:cNvPr>
              <p14:cNvContentPartPr/>
              <p14:nvPr/>
            </p14:nvContentPartPr>
            <p14:xfrm>
              <a:off x="8823429" y="1875145"/>
              <a:ext cx="230760" cy="41256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FB9CD175-6AE0-4B64-B29F-22C2380B59C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805429" y="1839145"/>
                <a:ext cx="266400" cy="4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0EB3413C-1B62-4489-96F1-ED1D2828D986}"/>
                  </a:ext>
                </a:extLst>
              </p14:cNvPr>
              <p14:cNvContentPartPr/>
              <p14:nvPr/>
            </p14:nvContentPartPr>
            <p14:xfrm>
              <a:off x="9193509" y="2213545"/>
              <a:ext cx="8280" cy="504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0EB3413C-1B62-4489-96F1-ED1D2828D98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175869" y="2177905"/>
                <a:ext cx="4392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BDC8D6EF-8C66-4174-B444-3F7A5DEB4A7C}"/>
                  </a:ext>
                </a:extLst>
              </p14:cNvPr>
              <p14:cNvContentPartPr/>
              <p14:nvPr/>
            </p14:nvContentPartPr>
            <p14:xfrm>
              <a:off x="10572669" y="2006545"/>
              <a:ext cx="10440" cy="20088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BDC8D6EF-8C66-4174-B444-3F7A5DEB4A7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554669" y="1970905"/>
                <a:ext cx="4608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70E4F37F-F38D-4EF6-B6C1-10E11EA04DBD}"/>
                  </a:ext>
                </a:extLst>
              </p14:cNvPr>
              <p14:cNvContentPartPr/>
              <p14:nvPr/>
            </p14:nvContentPartPr>
            <p14:xfrm>
              <a:off x="10468269" y="1905025"/>
              <a:ext cx="210600" cy="17496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70E4F37F-F38D-4EF6-B6C1-10E11EA04DB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450629" y="1869025"/>
                <a:ext cx="24624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7D36BBFC-7B29-47C9-A409-3E8FE203BDDF}"/>
                  </a:ext>
                </a:extLst>
              </p14:cNvPr>
              <p14:cNvContentPartPr/>
              <p14:nvPr/>
            </p14:nvContentPartPr>
            <p14:xfrm>
              <a:off x="10664469" y="2086105"/>
              <a:ext cx="370440" cy="14400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7D36BBFC-7B29-47C9-A409-3E8FE203BDD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646829" y="2050105"/>
                <a:ext cx="40608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B6899914-E78C-4C6E-8152-AE666B22433F}"/>
                  </a:ext>
                </a:extLst>
              </p14:cNvPr>
              <p14:cNvContentPartPr/>
              <p14:nvPr/>
            </p14:nvContentPartPr>
            <p14:xfrm>
              <a:off x="11073429" y="1987105"/>
              <a:ext cx="34200" cy="6300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B6899914-E78C-4C6E-8152-AE666B22433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1055789" y="1951105"/>
                <a:ext cx="6984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8B618621-9CAB-46E7-8926-EC430279BF73}"/>
                  </a:ext>
                </a:extLst>
              </p14:cNvPr>
              <p14:cNvContentPartPr/>
              <p14:nvPr/>
            </p14:nvContentPartPr>
            <p14:xfrm>
              <a:off x="11088549" y="1887745"/>
              <a:ext cx="28440" cy="5220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8B618621-9CAB-46E7-8926-EC430279BF7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1070909" y="1851745"/>
                <a:ext cx="6408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3588C2C7-CC77-40C2-A89E-FB7646D097E5}"/>
                  </a:ext>
                </a:extLst>
              </p14:cNvPr>
              <p14:cNvContentPartPr/>
              <p14:nvPr/>
            </p14:nvContentPartPr>
            <p14:xfrm>
              <a:off x="11049669" y="1861105"/>
              <a:ext cx="308520" cy="34272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3588C2C7-CC77-40C2-A89E-FB7646D097E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1031669" y="1825105"/>
                <a:ext cx="344160" cy="41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57CBB053-D221-4C09-AC94-3CC6EC3DB604}"/>
                  </a:ext>
                </a:extLst>
              </p14:cNvPr>
              <p14:cNvContentPartPr/>
              <p14:nvPr/>
            </p14:nvContentPartPr>
            <p14:xfrm>
              <a:off x="11429109" y="2025985"/>
              <a:ext cx="165600" cy="19332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57CBB053-D221-4C09-AC94-3CC6EC3DB60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1411469" y="1989985"/>
                <a:ext cx="20124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510066BD-2283-4ADE-8BF1-0149317B85E4}"/>
                  </a:ext>
                </a:extLst>
              </p14:cNvPr>
              <p14:cNvContentPartPr/>
              <p14:nvPr/>
            </p14:nvContentPartPr>
            <p14:xfrm>
              <a:off x="10672749" y="2330545"/>
              <a:ext cx="357480" cy="21600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510066BD-2283-4ADE-8BF1-0149317B85E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655109" y="2294905"/>
                <a:ext cx="39312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D10C6CCE-13EA-4115-8784-28A8DDB16DF0}"/>
                  </a:ext>
                </a:extLst>
              </p14:cNvPr>
              <p14:cNvContentPartPr/>
              <p14:nvPr/>
            </p14:nvContentPartPr>
            <p14:xfrm>
              <a:off x="11061909" y="2388505"/>
              <a:ext cx="514080" cy="14400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D10C6CCE-13EA-4115-8784-28A8DDB16DF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1043909" y="2352505"/>
                <a:ext cx="54972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506DA227-9CE1-4A31-BF01-B964D9746FB1}"/>
                  </a:ext>
                </a:extLst>
              </p14:cNvPr>
              <p14:cNvContentPartPr/>
              <p14:nvPr/>
            </p14:nvContentPartPr>
            <p14:xfrm>
              <a:off x="10299069" y="2853625"/>
              <a:ext cx="55080" cy="157860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506DA227-9CE1-4A31-BF01-B964D9746FB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281069" y="2817625"/>
                <a:ext cx="90720" cy="165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B7F04AB8-D788-4E6A-8EDF-6D50748F1A96}"/>
                  </a:ext>
                </a:extLst>
              </p14:cNvPr>
              <p14:cNvContentPartPr/>
              <p14:nvPr/>
            </p14:nvContentPartPr>
            <p14:xfrm>
              <a:off x="10907469" y="2877385"/>
              <a:ext cx="41400" cy="154224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B7F04AB8-D788-4E6A-8EDF-6D50748F1A9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889469" y="2841745"/>
                <a:ext cx="77040" cy="161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9B3FBD56-8008-4C04-9274-A11EF95C773B}"/>
                  </a:ext>
                </a:extLst>
              </p14:cNvPr>
              <p14:cNvContentPartPr/>
              <p14:nvPr/>
            </p14:nvContentPartPr>
            <p14:xfrm>
              <a:off x="11559429" y="2892145"/>
              <a:ext cx="95400" cy="152532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9B3FBD56-8008-4C04-9274-A11EF95C773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1541789" y="2856145"/>
                <a:ext cx="131040" cy="159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415F5821-09CC-4958-9126-51567CA225B8}"/>
                  </a:ext>
                </a:extLst>
              </p14:cNvPr>
              <p14:cNvContentPartPr/>
              <p14:nvPr/>
            </p14:nvContentPartPr>
            <p14:xfrm>
              <a:off x="11092869" y="3864145"/>
              <a:ext cx="273600" cy="2311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415F5821-09CC-4958-9126-51567CA225B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074869" y="3828145"/>
                <a:ext cx="30924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5E7B94FD-5D1F-4199-9CE2-025CD79B6102}"/>
                  </a:ext>
                </a:extLst>
              </p14:cNvPr>
              <p14:cNvContentPartPr/>
              <p14:nvPr/>
            </p14:nvContentPartPr>
            <p14:xfrm>
              <a:off x="11170629" y="3854785"/>
              <a:ext cx="167760" cy="30348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5E7B94FD-5D1F-4199-9CE2-025CD79B6102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1152989" y="3818785"/>
                <a:ext cx="20340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E40BFA6B-CD0D-4610-8830-E2CED005582E}"/>
                  </a:ext>
                </a:extLst>
              </p14:cNvPr>
              <p14:cNvContentPartPr/>
              <p14:nvPr/>
            </p14:nvContentPartPr>
            <p14:xfrm>
              <a:off x="11154429" y="3747145"/>
              <a:ext cx="290160" cy="1836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E40BFA6B-CD0D-4610-8830-E2CED005582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1136789" y="3711145"/>
                <a:ext cx="32580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A60F6505-50A3-4976-BF04-0680B460A809}"/>
                  </a:ext>
                </a:extLst>
              </p14:cNvPr>
              <p14:cNvContentPartPr/>
              <p14:nvPr/>
            </p14:nvContentPartPr>
            <p14:xfrm>
              <a:off x="10472229" y="3079705"/>
              <a:ext cx="272160" cy="27612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A60F6505-50A3-4976-BF04-0680B460A80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454229" y="3044065"/>
                <a:ext cx="30780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7F3BF2E9-7B72-4BA7-923B-699F46ACD42E}"/>
                  </a:ext>
                </a:extLst>
              </p14:cNvPr>
              <p14:cNvContentPartPr/>
              <p14:nvPr/>
            </p14:nvContentPartPr>
            <p14:xfrm>
              <a:off x="10501029" y="3103825"/>
              <a:ext cx="135000" cy="28440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7F3BF2E9-7B72-4BA7-923B-699F46ACD42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483029" y="3067825"/>
                <a:ext cx="17064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66315527-61B4-47B4-8344-FFB703A7F70C}"/>
                  </a:ext>
                </a:extLst>
              </p14:cNvPr>
              <p14:cNvContentPartPr/>
              <p14:nvPr/>
            </p14:nvContentPartPr>
            <p14:xfrm>
              <a:off x="10473309" y="3718345"/>
              <a:ext cx="245880" cy="30060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66315527-61B4-47B4-8344-FFB703A7F70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455669" y="3682705"/>
                <a:ext cx="281520" cy="3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72CF815B-1821-4957-9174-DC79A8DA87B9}"/>
                  </a:ext>
                </a:extLst>
              </p14:cNvPr>
              <p14:cNvContentPartPr/>
              <p14:nvPr/>
            </p14:nvContentPartPr>
            <p14:xfrm>
              <a:off x="11087109" y="3046585"/>
              <a:ext cx="189360" cy="36792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72CF815B-1821-4957-9174-DC79A8DA87B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1069469" y="3010945"/>
                <a:ext cx="225000" cy="43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3AFDFA75-332E-4397-A17F-9237B2B23734}"/>
                  </a:ext>
                </a:extLst>
              </p14:cNvPr>
              <p14:cNvContentPartPr/>
              <p14:nvPr/>
            </p14:nvContentPartPr>
            <p14:xfrm>
              <a:off x="11068749" y="3246025"/>
              <a:ext cx="226800" cy="1692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3AFDFA75-332E-4397-A17F-9237B2B23734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1051109" y="3210385"/>
                <a:ext cx="262440" cy="8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8468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Funcții pătrate </a:t>
            </a:r>
            <a:r>
              <a:rPr lang="ro-RO" b="1" dirty="0" err="1">
                <a:solidFill>
                  <a:srgbClr val="0000FF"/>
                </a:solidFill>
              </a:rPr>
              <a:t>biforme</a:t>
            </a:r>
            <a:r>
              <a:rPr lang="ro-RO" b="1" dirty="0">
                <a:solidFill>
                  <a:srgbClr val="0000FF"/>
                </a:solidFill>
              </a:rPr>
              <a:t> </a:t>
            </a:r>
            <a:r>
              <a:rPr lang="ro-RO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1E421C07-08A9-4DA8-92C6-91AC3C8D9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594391"/>
            <a:ext cx="9686925" cy="24003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92283731-4BB9-4C90-9943-2FBB269013F3}"/>
                  </a:ext>
                </a:extLst>
              </p14:cNvPr>
              <p14:cNvContentPartPr/>
              <p14:nvPr/>
            </p14:nvContentPartPr>
            <p14:xfrm>
              <a:off x="907029" y="3640945"/>
              <a:ext cx="348840" cy="32400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92283731-4BB9-4C90-9943-2FBB269013F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9389" y="3605305"/>
                <a:ext cx="38448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591DB915-2B19-4346-A749-EBFD1714BB5F}"/>
                  </a:ext>
                </a:extLst>
              </p14:cNvPr>
              <p14:cNvContentPartPr/>
              <p14:nvPr/>
            </p14:nvContentPartPr>
            <p14:xfrm>
              <a:off x="952389" y="3806545"/>
              <a:ext cx="396000" cy="1260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591DB915-2B19-4346-A749-EBFD1714BB5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4749" y="3770545"/>
                <a:ext cx="43164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25C920F8-06EF-45C0-9752-C79D9505DD72}"/>
                  </a:ext>
                </a:extLst>
              </p14:cNvPr>
              <p14:cNvContentPartPr/>
              <p14:nvPr/>
            </p14:nvContentPartPr>
            <p14:xfrm>
              <a:off x="969309" y="4185265"/>
              <a:ext cx="231480" cy="40788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25C920F8-06EF-45C0-9752-C79D9505DD7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51309" y="4149265"/>
                <a:ext cx="267120" cy="47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80A0BFD3-D65E-4EF6-B720-6EC05DC53016}"/>
                  </a:ext>
                </a:extLst>
              </p14:cNvPr>
              <p14:cNvContentPartPr/>
              <p14:nvPr/>
            </p14:nvContentPartPr>
            <p14:xfrm>
              <a:off x="957429" y="4406305"/>
              <a:ext cx="317160" cy="6948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80A0BFD3-D65E-4EF6-B720-6EC05DC5301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39789" y="4370665"/>
                <a:ext cx="35280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8B09D9A3-FD0E-4E2A-B321-9FC643A8EEE0}"/>
                  </a:ext>
                </a:extLst>
              </p14:cNvPr>
              <p14:cNvContentPartPr/>
              <p14:nvPr/>
            </p14:nvContentPartPr>
            <p14:xfrm>
              <a:off x="1424349" y="3464545"/>
              <a:ext cx="61920" cy="13489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8B09D9A3-FD0E-4E2A-B321-9FC643A8EEE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06349" y="3428905"/>
                <a:ext cx="97560" cy="142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8668A59A-05FA-4906-9F34-BF190BDD3B43}"/>
                  </a:ext>
                </a:extLst>
              </p14:cNvPr>
              <p14:cNvContentPartPr/>
              <p14:nvPr/>
            </p14:nvContentPartPr>
            <p14:xfrm>
              <a:off x="707949" y="3464545"/>
              <a:ext cx="37800" cy="137484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8668A59A-05FA-4906-9F34-BF190BDD3B4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90309" y="3428905"/>
                <a:ext cx="73440" cy="144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280DB57C-B15B-42B4-99D4-47793EA68BEF}"/>
                  </a:ext>
                </a:extLst>
              </p14:cNvPr>
              <p14:cNvContentPartPr/>
              <p14:nvPr/>
            </p14:nvContentPartPr>
            <p14:xfrm>
              <a:off x="1616589" y="4345105"/>
              <a:ext cx="378360" cy="32940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280DB57C-B15B-42B4-99D4-47793EA68BE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598949" y="4309105"/>
                <a:ext cx="41400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BD654194-9E53-4F89-9A1F-580B2760DE7B}"/>
                  </a:ext>
                </a:extLst>
              </p14:cNvPr>
              <p14:cNvContentPartPr/>
              <p14:nvPr/>
            </p14:nvContentPartPr>
            <p14:xfrm>
              <a:off x="1708029" y="4538425"/>
              <a:ext cx="265320" cy="1908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BD654194-9E53-4F89-9A1F-580B2760DE7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90389" y="4502425"/>
                <a:ext cx="30096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A3999CDB-2D56-444D-99B7-B93FAB5017C0}"/>
                  </a:ext>
                </a:extLst>
              </p14:cNvPr>
              <p14:cNvContentPartPr/>
              <p14:nvPr/>
            </p14:nvContentPartPr>
            <p14:xfrm>
              <a:off x="1588149" y="4164385"/>
              <a:ext cx="432720" cy="4212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A3999CDB-2D56-444D-99B7-B93FAB5017C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570149" y="4128745"/>
                <a:ext cx="46836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599073DE-BB9F-4390-AD23-5A7D43C90F0E}"/>
                  </a:ext>
                </a:extLst>
              </p14:cNvPr>
              <p14:cNvContentPartPr/>
              <p14:nvPr/>
            </p14:nvContentPartPr>
            <p14:xfrm>
              <a:off x="1717029" y="3506305"/>
              <a:ext cx="226440" cy="38808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599073DE-BB9F-4390-AD23-5A7D43C90F0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699029" y="3470665"/>
                <a:ext cx="262080" cy="45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3994ADC3-BAE9-4BEB-AC0B-AD4815A4AFD7}"/>
                  </a:ext>
                </a:extLst>
              </p14:cNvPr>
              <p14:cNvContentPartPr/>
              <p14:nvPr/>
            </p14:nvContentPartPr>
            <p14:xfrm>
              <a:off x="2237589" y="3416665"/>
              <a:ext cx="92160" cy="144324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3994ADC3-BAE9-4BEB-AC0B-AD4815A4AFD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219949" y="3380665"/>
                <a:ext cx="127800" cy="151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F9859356-F10E-488E-9369-A67E49F81A25}"/>
                  </a:ext>
                </a:extLst>
              </p14:cNvPr>
              <p14:cNvContentPartPr/>
              <p14:nvPr/>
            </p14:nvContentPartPr>
            <p14:xfrm>
              <a:off x="2516589" y="4004905"/>
              <a:ext cx="270000" cy="471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F9859356-F10E-488E-9369-A67E49F81A2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498949" y="3968905"/>
                <a:ext cx="3056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2E2CB70F-F271-4152-A767-DE15B6F207D3}"/>
                  </a:ext>
                </a:extLst>
              </p14:cNvPr>
              <p14:cNvContentPartPr/>
              <p14:nvPr/>
            </p14:nvContentPartPr>
            <p14:xfrm>
              <a:off x="2574549" y="4203265"/>
              <a:ext cx="234360" cy="198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2E2CB70F-F271-4152-A767-DE15B6F207D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556909" y="4167265"/>
                <a:ext cx="27000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341F4D1E-E52A-419A-90B7-64C070FFA9AF}"/>
                  </a:ext>
                </a:extLst>
              </p14:cNvPr>
              <p14:cNvContentPartPr/>
              <p14:nvPr/>
            </p14:nvContentPartPr>
            <p14:xfrm>
              <a:off x="3034989" y="3459865"/>
              <a:ext cx="84960" cy="149184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341F4D1E-E52A-419A-90B7-64C070FFA9A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016989" y="3424225"/>
                <a:ext cx="120600" cy="156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020C1979-29E4-4AC6-81E5-03BA69E3159A}"/>
                  </a:ext>
                </a:extLst>
              </p14:cNvPr>
              <p14:cNvContentPartPr/>
              <p14:nvPr/>
            </p14:nvContentPartPr>
            <p14:xfrm>
              <a:off x="3223989" y="3724465"/>
              <a:ext cx="368640" cy="29196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020C1979-29E4-4AC6-81E5-03BA69E3159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205989" y="3688465"/>
                <a:ext cx="40428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6030D5CE-10F1-4382-93F6-5767B099AEE6}"/>
                  </a:ext>
                </a:extLst>
              </p14:cNvPr>
              <p14:cNvContentPartPr/>
              <p14:nvPr/>
            </p14:nvContentPartPr>
            <p14:xfrm>
              <a:off x="3229029" y="3885385"/>
              <a:ext cx="249840" cy="2772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6030D5CE-10F1-4382-93F6-5767B099AEE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211389" y="3849385"/>
                <a:ext cx="28548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CE10DEC8-81A0-46FE-96B2-A2F2DF357671}"/>
                  </a:ext>
                </a:extLst>
              </p14:cNvPr>
              <p14:cNvContentPartPr/>
              <p14:nvPr/>
            </p14:nvContentPartPr>
            <p14:xfrm>
              <a:off x="3648069" y="3850825"/>
              <a:ext cx="33840" cy="5328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CE10DEC8-81A0-46FE-96B2-A2F2DF35767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630429" y="3814825"/>
                <a:ext cx="6948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B9875226-4465-477F-B291-61F69228C1A0}"/>
                  </a:ext>
                </a:extLst>
              </p14:cNvPr>
              <p14:cNvContentPartPr/>
              <p14:nvPr/>
            </p14:nvContentPartPr>
            <p14:xfrm>
              <a:off x="3836349" y="3659665"/>
              <a:ext cx="272520" cy="33732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B9875226-4465-477F-B291-61F69228C1A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818709" y="3624025"/>
                <a:ext cx="308160" cy="4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981DAE02-FE7E-47EE-AE71-072D2C7B4695}"/>
                  </a:ext>
                </a:extLst>
              </p14:cNvPr>
              <p14:cNvContentPartPr/>
              <p14:nvPr/>
            </p14:nvContentPartPr>
            <p14:xfrm>
              <a:off x="3351789" y="4353385"/>
              <a:ext cx="240480" cy="44388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981DAE02-FE7E-47EE-AE71-072D2C7B469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333789" y="4317385"/>
                <a:ext cx="276120" cy="51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63422024-D42C-4524-B706-98E7E9C422CA}"/>
                  </a:ext>
                </a:extLst>
              </p14:cNvPr>
              <p14:cNvContentPartPr/>
              <p14:nvPr/>
            </p14:nvContentPartPr>
            <p14:xfrm>
              <a:off x="3361149" y="4590625"/>
              <a:ext cx="299520" cy="525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63422024-D42C-4524-B706-98E7E9C422C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343149" y="4554985"/>
                <a:ext cx="33516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F5B73A51-F4A3-4F37-8AAB-B5ED438E258C}"/>
                  </a:ext>
                </a:extLst>
              </p14:cNvPr>
              <p14:cNvContentPartPr/>
              <p14:nvPr/>
            </p14:nvContentPartPr>
            <p14:xfrm>
              <a:off x="3825189" y="4566865"/>
              <a:ext cx="12960" cy="266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F5B73A51-F4A3-4F37-8AAB-B5ED438E258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807549" y="4531225"/>
                <a:ext cx="4860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7BFADFD3-37CC-419E-9380-08976D7676D6}"/>
                  </a:ext>
                </a:extLst>
              </p14:cNvPr>
              <p14:cNvContentPartPr/>
              <p14:nvPr/>
            </p14:nvContentPartPr>
            <p14:xfrm>
              <a:off x="3926709" y="4461025"/>
              <a:ext cx="325080" cy="29592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7BFADFD3-37CC-419E-9380-08976D7676D6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909069" y="4425025"/>
                <a:ext cx="36072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0478F980-8FAA-40D0-A5B1-523A8A67013D}"/>
                  </a:ext>
                </a:extLst>
              </p14:cNvPr>
              <p14:cNvContentPartPr/>
              <p14:nvPr/>
            </p14:nvContentPartPr>
            <p14:xfrm>
              <a:off x="4037589" y="4634545"/>
              <a:ext cx="216720" cy="2412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0478F980-8FAA-40D0-A5B1-523A8A67013D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019589" y="4598905"/>
                <a:ext cx="25236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CBEB1841-A3C3-440C-BE37-F93CF841B2E1}"/>
                  </a:ext>
                </a:extLst>
              </p14:cNvPr>
              <p14:cNvContentPartPr/>
              <p14:nvPr/>
            </p14:nvContentPartPr>
            <p14:xfrm>
              <a:off x="3905829" y="4280665"/>
              <a:ext cx="273600" cy="5112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CBEB1841-A3C3-440C-BE37-F93CF841B2E1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3887829" y="4244665"/>
                <a:ext cx="3092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A641F165-B7F6-4A24-89C1-AC44C67C45BF}"/>
                  </a:ext>
                </a:extLst>
              </p14:cNvPr>
              <p14:cNvContentPartPr/>
              <p14:nvPr/>
            </p14:nvContentPartPr>
            <p14:xfrm>
              <a:off x="4364829" y="3508105"/>
              <a:ext cx="99720" cy="139032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A641F165-B7F6-4A24-89C1-AC44C67C45BF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346829" y="3472105"/>
                <a:ext cx="135360" cy="146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B2FAFEEA-4160-48CA-AD22-7C6C05EF44BF}"/>
                  </a:ext>
                </a:extLst>
              </p14:cNvPr>
              <p14:cNvContentPartPr/>
              <p14:nvPr/>
            </p14:nvContentPartPr>
            <p14:xfrm>
              <a:off x="6554349" y="3418465"/>
              <a:ext cx="327960" cy="28296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B2FAFEEA-4160-48CA-AD22-7C6C05EF44BF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536709" y="3382465"/>
                <a:ext cx="36360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783D6773-01B5-42D4-846A-9241E627AA8C}"/>
                  </a:ext>
                </a:extLst>
              </p14:cNvPr>
              <p14:cNvContentPartPr/>
              <p14:nvPr/>
            </p14:nvContentPartPr>
            <p14:xfrm>
              <a:off x="6654789" y="3556345"/>
              <a:ext cx="221040" cy="936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783D6773-01B5-42D4-846A-9241E627AA8C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636789" y="3520705"/>
                <a:ext cx="25668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CB3FD8FE-4EF2-4F54-AC00-6C3A5AC63EBA}"/>
                  </a:ext>
                </a:extLst>
              </p14:cNvPr>
              <p14:cNvContentPartPr/>
              <p14:nvPr/>
            </p14:nvContentPartPr>
            <p14:xfrm>
              <a:off x="7045389" y="3541945"/>
              <a:ext cx="203400" cy="54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CB3FD8FE-4EF2-4F54-AC00-6C3A5AC63EBA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027389" y="3505945"/>
                <a:ext cx="23904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CDDF799F-E50F-4006-9FF2-75FA4D9693A0}"/>
                  </a:ext>
                </a:extLst>
              </p14:cNvPr>
              <p14:cNvContentPartPr/>
              <p14:nvPr/>
            </p14:nvContentPartPr>
            <p14:xfrm>
              <a:off x="7092909" y="3450505"/>
              <a:ext cx="68040" cy="25128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CDDF799F-E50F-4006-9FF2-75FA4D9693A0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075269" y="3414505"/>
                <a:ext cx="10368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2691651B-A47F-498B-B2CD-ABE0559233F9}"/>
                  </a:ext>
                </a:extLst>
              </p14:cNvPr>
              <p14:cNvContentPartPr/>
              <p14:nvPr/>
            </p14:nvContentPartPr>
            <p14:xfrm>
              <a:off x="7329069" y="3359425"/>
              <a:ext cx="185400" cy="35640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2691651B-A47F-498B-B2CD-ABE0559233F9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311429" y="3323785"/>
                <a:ext cx="221040" cy="42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749F0536-D693-40C9-AECF-0933CB3EFFD0}"/>
                  </a:ext>
                </a:extLst>
              </p14:cNvPr>
              <p14:cNvContentPartPr/>
              <p14:nvPr/>
            </p14:nvContentPartPr>
            <p14:xfrm>
              <a:off x="7314669" y="3563905"/>
              <a:ext cx="181440" cy="2628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749F0536-D693-40C9-AECF-0933CB3EFFD0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297029" y="3528265"/>
                <a:ext cx="21708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9D352D1F-8C8C-4B95-A38D-3A5688705CC7}"/>
                  </a:ext>
                </a:extLst>
              </p14:cNvPr>
              <p14:cNvContentPartPr/>
              <p14:nvPr/>
            </p14:nvContentPartPr>
            <p14:xfrm>
              <a:off x="7648389" y="3267625"/>
              <a:ext cx="208080" cy="63216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9D352D1F-8C8C-4B95-A38D-3A5688705CC7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630749" y="3231625"/>
                <a:ext cx="243720" cy="70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D4626030-62DA-4777-8CD4-50C748CB3CF2}"/>
                  </a:ext>
                </a:extLst>
              </p14:cNvPr>
              <p14:cNvContentPartPr/>
              <p14:nvPr/>
            </p14:nvContentPartPr>
            <p14:xfrm>
              <a:off x="6304509" y="3296065"/>
              <a:ext cx="110520" cy="63324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D4626030-62DA-4777-8CD4-50C748CB3CF2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286869" y="3260425"/>
                <a:ext cx="146160" cy="70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5E59D64A-3D8D-40F2-871F-81FE69BE21BF}"/>
                  </a:ext>
                </a:extLst>
              </p14:cNvPr>
              <p14:cNvContentPartPr/>
              <p14:nvPr/>
            </p14:nvContentPartPr>
            <p14:xfrm>
              <a:off x="7972749" y="3286705"/>
              <a:ext cx="160560" cy="60228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5E59D64A-3D8D-40F2-871F-81FE69BE21BF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955109" y="3251065"/>
                <a:ext cx="196200" cy="67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9D0289EF-F3E8-4EFC-B1AF-BCE97C446615}"/>
                  </a:ext>
                </a:extLst>
              </p14:cNvPr>
              <p14:cNvContentPartPr/>
              <p14:nvPr/>
            </p14:nvContentPartPr>
            <p14:xfrm>
              <a:off x="8233749" y="3479305"/>
              <a:ext cx="20160" cy="27504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9D0289EF-F3E8-4EFC-B1AF-BCE97C446615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215749" y="3443305"/>
                <a:ext cx="5580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E5579FD2-17D5-460D-8140-5049B15842F4}"/>
                  </a:ext>
                </a:extLst>
              </p14:cNvPr>
              <p14:cNvContentPartPr/>
              <p14:nvPr/>
            </p14:nvContentPartPr>
            <p14:xfrm>
              <a:off x="8205309" y="3441865"/>
              <a:ext cx="228240" cy="35712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E5579FD2-17D5-460D-8140-5049B15842F4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8187669" y="3406225"/>
                <a:ext cx="263880" cy="42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36C3A6F2-ECC1-4660-8BAF-B31C2456B2DE}"/>
                  </a:ext>
                </a:extLst>
              </p14:cNvPr>
              <p14:cNvContentPartPr/>
              <p14:nvPr/>
            </p14:nvContentPartPr>
            <p14:xfrm>
              <a:off x="8474949" y="3621865"/>
              <a:ext cx="228960" cy="1116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36C3A6F2-ECC1-4660-8BAF-B31C2456B2DE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8457309" y="3585865"/>
                <a:ext cx="26460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9A9B662C-328A-4858-9995-3019D55BD891}"/>
                  </a:ext>
                </a:extLst>
              </p14:cNvPr>
              <p14:cNvContentPartPr/>
              <p14:nvPr/>
            </p14:nvContentPartPr>
            <p14:xfrm>
              <a:off x="8567829" y="3517825"/>
              <a:ext cx="54720" cy="24516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9A9B662C-328A-4858-9995-3019D55BD891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8550189" y="3481825"/>
                <a:ext cx="9036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80F16F29-EAE1-404F-AB66-F7F92F6B5533}"/>
                  </a:ext>
                </a:extLst>
              </p14:cNvPr>
              <p14:cNvContentPartPr/>
              <p14:nvPr/>
            </p14:nvContentPartPr>
            <p14:xfrm>
              <a:off x="8724789" y="3481105"/>
              <a:ext cx="323640" cy="27000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80F16F29-EAE1-404F-AB66-F7F92F6B5533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8707149" y="3445465"/>
                <a:ext cx="35928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76EC25EC-5D86-4902-A592-C76FE7BD409F}"/>
                  </a:ext>
                </a:extLst>
              </p14:cNvPr>
              <p14:cNvContentPartPr/>
              <p14:nvPr/>
            </p14:nvContentPartPr>
            <p14:xfrm>
              <a:off x="8869149" y="3622945"/>
              <a:ext cx="205560" cy="3492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76EC25EC-5D86-4902-A592-C76FE7BD409F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8851509" y="3586945"/>
                <a:ext cx="24120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99AD9C62-E478-4A04-B931-3973DF97EA3D}"/>
                  </a:ext>
                </a:extLst>
              </p14:cNvPr>
              <p14:cNvContentPartPr/>
              <p14:nvPr/>
            </p14:nvContentPartPr>
            <p14:xfrm>
              <a:off x="8753949" y="3364465"/>
              <a:ext cx="373680" cy="2376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99AD9C62-E478-4A04-B931-3973DF97EA3D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8736309" y="3328825"/>
                <a:ext cx="40932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8BA4A511-E653-4DF5-915F-D43B04EE1700}"/>
                  </a:ext>
                </a:extLst>
              </p14:cNvPr>
              <p14:cNvContentPartPr/>
              <p14:nvPr/>
            </p14:nvContentPartPr>
            <p14:xfrm>
              <a:off x="9322029" y="3161785"/>
              <a:ext cx="188280" cy="75348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8BA4A511-E653-4DF5-915F-D43B04EE1700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9304029" y="3125785"/>
                <a:ext cx="223920" cy="82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0A34B4D4-9025-4E15-BED1-7BBC47677107}"/>
                  </a:ext>
                </a:extLst>
              </p14:cNvPr>
              <p14:cNvContentPartPr/>
              <p14:nvPr/>
            </p14:nvContentPartPr>
            <p14:xfrm>
              <a:off x="9687429" y="3513505"/>
              <a:ext cx="217080" cy="936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0A34B4D4-9025-4E15-BED1-7BBC47677107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9669789" y="3477505"/>
                <a:ext cx="25272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F5EE4C20-C972-4404-B192-8B96B835604E}"/>
                  </a:ext>
                </a:extLst>
              </p14:cNvPr>
              <p14:cNvContentPartPr/>
              <p14:nvPr/>
            </p14:nvContentPartPr>
            <p14:xfrm>
              <a:off x="9711549" y="3643105"/>
              <a:ext cx="190440" cy="900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F5EE4C20-C972-4404-B192-8B96B835604E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9693549" y="3607105"/>
                <a:ext cx="22608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C9E52127-D165-420F-8EEE-BB6F5B3B4687}"/>
                  </a:ext>
                </a:extLst>
              </p14:cNvPr>
              <p14:cNvContentPartPr/>
              <p14:nvPr/>
            </p14:nvContentPartPr>
            <p14:xfrm>
              <a:off x="10144629" y="3386065"/>
              <a:ext cx="273600" cy="26712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C9E52127-D165-420F-8EEE-BB6F5B3B4687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0126989" y="3350425"/>
                <a:ext cx="30924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BD1B3168-7706-42C0-856D-DAD005E97DDA}"/>
                  </a:ext>
                </a:extLst>
              </p14:cNvPr>
              <p14:cNvContentPartPr/>
              <p14:nvPr/>
            </p14:nvContentPartPr>
            <p14:xfrm>
              <a:off x="10226709" y="3476425"/>
              <a:ext cx="307440" cy="2808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BD1B3168-7706-42C0-856D-DAD005E97DDA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0208709" y="3440425"/>
                <a:ext cx="34308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3401F625-F3EE-471D-A4A7-C1C2B6625B3D}"/>
                  </a:ext>
                </a:extLst>
              </p14:cNvPr>
              <p14:cNvContentPartPr/>
              <p14:nvPr/>
            </p14:nvContentPartPr>
            <p14:xfrm>
              <a:off x="10592109" y="3275185"/>
              <a:ext cx="214920" cy="37548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3401F625-F3EE-471D-A4A7-C1C2B6625B3D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0574109" y="3239545"/>
                <a:ext cx="250560" cy="4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AC405502-9F24-48C8-8F7D-239AC6F45C79}"/>
                  </a:ext>
                </a:extLst>
              </p14:cNvPr>
              <p14:cNvContentPartPr/>
              <p14:nvPr/>
            </p14:nvContentPartPr>
            <p14:xfrm>
              <a:off x="10982349" y="3464545"/>
              <a:ext cx="222120" cy="972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AC405502-9F24-48C8-8F7D-239AC6F45C79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0964349" y="3428905"/>
                <a:ext cx="25776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C2A3A83A-323B-4E53-9867-768300392756}"/>
                  </a:ext>
                </a:extLst>
              </p14:cNvPr>
              <p14:cNvContentPartPr/>
              <p14:nvPr/>
            </p14:nvContentPartPr>
            <p14:xfrm>
              <a:off x="11106189" y="3373465"/>
              <a:ext cx="20160" cy="21348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C2A3A83A-323B-4E53-9867-768300392756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1088549" y="3337465"/>
                <a:ext cx="5580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779ED74D-F10C-40F9-AC73-9E7A376001BB}"/>
                  </a:ext>
                </a:extLst>
              </p14:cNvPr>
              <p14:cNvContentPartPr/>
              <p14:nvPr/>
            </p14:nvContentPartPr>
            <p14:xfrm>
              <a:off x="11442789" y="3191665"/>
              <a:ext cx="209520" cy="36864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779ED74D-F10C-40F9-AC73-9E7A376001BB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1425149" y="3155665"/>
                <a:ext cx="245160" cy="44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E354B6E7-EB35-425A-B75B-5290E7CC1AC2}"/>
                  </a:ext>
                </a:extLst>
              </p14:cNvPr>
              <p14:cNvContentPartPr/>
              <p14:nvPr/>
            </p14:nvContentPartPr>
            <p14:xfrm>
              <a:off x="11453589" y="3373465"/>
              <a:ext cx="209160" cy="1476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E354B6E7-EB35-425A-B75B-5290E7CC1AC2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1435949" y="3337465"/>
                <a:ext cx="24480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FB5BDA82-9B78-46CB-BBA2-1869AFA2D341}"/>
                  </a:ext>
                </a:extLst>
              </p14:cNvPr>
              <p14:cNvContentPartPr/>
              <p14:nvPr/>
            </p14:nvContentPartPr>
            <p14:xfrm>
              <a:off x="11771109" y="3333865"/>
              <a:ext cx="236520" cy="24696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FB5BDA82-9B78-46CB-BBA2-1869AFA2D341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11753469" y="3297865"/>
                <a:ext cx="27216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DB279A47-CDBA-4955-ABA1-16308E1A195B}"/>
                  </a:ext>
                </a:extLst>
              </p14:cNvPr>
              <p14:cNvContentPartPr/>
              <p14:nvPr/>
            </p14:nvContentPartPr>
            <p14:xfrm>
              <a:off x="11875869" y="3472465"/>
              <a:ext cx="172800" cy="2160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DB279A47-CDBA-4955-ABA1-16308E1A195B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11858229" y="3436465"/>
                <a:ext cx="20844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DF672567-DE2C-4AFB-8D43-4B45D40B77E9}"/>
                  </a:ext>
                </a:extLst>
              </p14:cNvPr>
              <p14:cNvContentPartPr/>
              <p14:nvPr/>
            </p14:nvContentPartPr>
            <p14:xfrm>
              <a:off x="11757069" y="3177985"/>
              <a:ext cx="309600" cy="936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DF672567-DE2C-4AFB-8D43-4B45D40B77E9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1739429" y="3141985"/>
                <a:ext cx="34524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96C25206-6E9A-4C29-8CD1-96D2EEF81CAE}"/>
                  </a:ext>
                </a:extLst>
              </p14:cNvPr>
              <p14:cNvContentPartPr/>
              <p14:nvPr/>
            </p14:nvContentPartPr>
            <p14:xfrm>
              <a:off x="6106869" y="2223265"/>
              <a:ext cx="460080" cy="3888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96C25206-6E9A-4C29-8CD1-96D2EEF81CAE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6089229" y="2187625"/>
                <a:ext cx="49572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C7C8FAC9-752D-41DD-B252-34043C564AEB}"/>
                  </a:ext>
                </a:extLst>
              </p14:cNvPr>
              <p14:cNvContentPartPr/>
              <p14:nvPr/>
            </p14:nvContentPartPr>
            <p14:xfrm>
              <a:off x="5442669" y="2184385"/>
              <a:ext cx="3399840" cy="3960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C7C8FAC9-752D-41DD-B252-34043C564AEB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5425029" y="2148385"/>
                <a:ext cx="343548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3CD928AE-93F0-499D-A374-CA157E3C11A3}"/>
                  </a:ext>
                </a:extLst>
              </p14:cNvPr>
              <p14:cNvContentPartPr/>
              <p14:nvPr/>
            </p14:nvContentPartPr>
            <p14:xfrm>
              <a:off x="1420389" y="5472265"/>
              <a:ext cx="390600" cy="29880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3CD928AE-93F0-499D-A374-CA157E3C11A3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1402749" y="5436625"/>
                <a:ext cx="42624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E315F7A2-E2DA-45ED-AC92-F958F15D235A}"/>
                  </a:ext>
                </a:extLst>
              </p14:cNvPr>
              <p14:cNvContentPartPr/>
              <p14:nvPr/>
            </p14:nvContentPartPr>
            <p14:xfrm>
              <a:off x="1539549" y="5618065"/>
              <a:ext cx="267840" cy="4644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E315F7A2-E2DA-45ED-AC92-F958F15D235A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1521549" y="5582425"/>
                <a:ext cx="30348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1F4ED07F-BEA0-4EC7-9AE4-C25879CA7D7A}"/>
                  </a:ext>
                </a:extLst>
              </p14:cNvPr>
              <p14:cNvContentPartPr/>
              <p14:nvPr/>
            </p14:nvContentPartPr>
            <p14:xfrm>
              <a:off x="1995309" y="5361385"/>
              <a:ext cx="279720" cy="35388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1F4ED07F-BEA0-4EC7-9AE4-C25879CA7D7A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1977309" y="5325385"/>
                <a:ext cx="315360" cy="42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14D225E7-9940-4DAC-B063-1DFD7AB3CF46}"/>
                  </a:ext>
                </a:extLst>
              </p14:cNvPr>
              <p14:cNvContentPartPr/>
              <p14:nvPr/>
            </p14:nvContentPartPr>
            <p14:xfrm>
              <a:off x="1520469" y="6088945"/>
              <a:ext cx="212040" cy="33840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14D225E7-9940-4DAC-B063-1DFD7AB3CF46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502829" y="6053305"/>
                <a:ext cx="24768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D954CEE8-84DC-40A6-9989-0C1CB93BF65F}"/>
                  </a:ext>
                </a:extLst>
              </p14:cNvPr>
              <p14:cNvContentPartPr/>
              <p14:nvPr/>
            </p14:nvContentPartPr>
            <p14:xfrm>
              <a:off x="1515429" y="6267865"/>
              <a:ext cx="234000" cy="7380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D954CEE8-84DC-40A6-9989-0C1CB93BF65F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1497789" y="6231865"/>
                <a:ext cx="26964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805386B6-9744-4A5F-B092-29E924341058}"/>
                  </a:ext>
                </a:extLst>
              </p14:cNvPr>
              <p14:cNvContentPartPr/>
              <p14:nvPr/>
            </p14:nvContentPartPr>
            <p14:xfrm>
              <a:off x="2046789" y="6023785"/>
              <a:ext cx="362160" cy="32508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805386B6-9744-4A5F-B092-29E924341058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2028789" y="5987785"/>
                <a:ext cx="39780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BFA2B75C-8940-4723-8313-22CDC6FDA9C4}"/>
                  </a:ext>
                </a:extLst>
              </p14:cNvPr>
              <p14:cNvContentPartPr/>
              <p14:nvPr/>
            </p14:nvContentPartPr>
            <p14:xfrm>
              <a:off x="2134629" y="6177865"/>
              <a:ext cx="237240" cy="9468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BFA2B75C-8940-4723-8313-22CDC6FDA9C4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2116629" y="6141865"/>
                <a:ext cx="27288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608BF0EC-EC33-4DAB-8C0A-8C6042C219F4}"/>
                  </a:ext>
                </a:extLst>
              </p14:cNvPr>
              <p14:cNvContentPartPr/>
              <p14:nvPr/>
            </p14:nvContentPartPr>
            <p14:xfrm>
              <a:off x="2025549" y="5855665"/>
              <a:ext cx="329040" cy="11232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608BF0EC-EC33-4DAB-8C0A-8C6042C219F4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2007909" y="5820025"/>
                <a:ext cx="36468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D0ECA23B-A767-48A9-B84A-1945F266CF5F}"/>
                  </a:ext>
                </a:extLst>
              </p14:cNvPr>
              <p14:cNvContentPartPr/>
              <p14:nvPr/>
            </p14:nvContentPartPr>
            <p14:xfrm>
              <a:off x="2627469" y="5226025"/>
              <a:ext cx="134640" cy="135612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D0ECA23B-A767-48A9-B84A-1945F266CF5F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2609469" y="5190385"/>
                <a:ext cx="170280" cy="142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29912904-8C40-4C00-849D-AF2490714E78}"/>
                  </a:ext>
                </a:extLst>
              </p14:cNvPr>
              <p14:cNvContentPartPr/>
              <p14:nvPr/>
            </p14:nvContentPartPr>
            <p14:xfrm>
              <a:off x="1272429" y="5288665"/>
              <a:ext cx="105480" cy="137340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29912904-8C40-4C00-849D-AF2490714E78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1254429" y="5253025"/>
                <a:ext cx="141120" cy="144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E3FD7351-66C7-404B-9D55-2D4744F951C0}"/>
                  </a:ext>
                </a:extLst>
              </p14:cNvPr>
              <p14:cNvContentPartPr/>
              <p14:nvPr/>
            </p14:nvContentPartPr>
            <p14:xfrm>
              <a:off x="3296349" y="5794825"/>
              <a:ext cx="334440" cy="3564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E3FD7351-66C7-404B-9D55-2D4744F951C0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3278709" y="5758825"/>
                <a:ext cx="37008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BC08BF6C-1E61-4A9B-9664-C45F2079F16F}"/>
                  </a:ext>
                </a:extLst>
              </p14:cNvPr>
              <p14:cNvContentPartPr/>
              <p14:nvPr/>
            </p14:nvContentPartPr>
            <p14:xfrm>
              <a:off x="3375909" y="5986705"/>
              <a:ext cx="261360" cy="3312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BC08BF6C-1E61-4A9B-9664-C45F2079F16F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3357909" y="5950705"/>
                <a:ext cx="29700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16EEE11F-FE01-460C-8280-5B53E80930BA}"/>
                  </a:ext>
                </a:extLst>
              </p14:cNvPr>
              <p14:cNvContentPartPr/>
              <p14:nvPr/>
            </p14:nvContentPartPr>
            <p14:xfrm>
              <a:off x="1828629" y="5236105"/>
              <a:ext cx="101160" cy="135864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16EEE11F-FE01-460C-8280-5B53E80930BA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1810989" y="5200105"/>
                <a:ext cx="136800" cy="143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97110B1D-CD66-4EF4-82F3-D644BDBF1E57}"/>
                  </a:ext>
                </a:extLst>
              </p14:cNvPr>
              <p14:cNvContentPartPr/>
              <p14:nvPr/>
            </p14:nvContentPartPr>
            <p14:xfrm>
              <a:off x="3904029" y="5292625"/>
              <a:ext cx="20160" cy="108396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97110B1D-CD66-4EF4-82F3-D644BDBF1E57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3886029" y="5256985"/>
                <a:ext cx="55800" cy="11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25D4EB5B-9857-4CB9-8E63-CAF0412A7690}"/>
                  </a:ext>
                </a:extLst>
              </p14:cNvPr>
              <p14:cNvContentPartPr/>
              <p14:nvPr/>
            </p14:nvContentPartPr>
            <p14:xfrm>
              <a:off x="4061349" y="5481265"/>
              <a:ext cx="300960" cy="29052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25D4EB5B-9857-4CB9-8E63-CAF0412A7690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4043709" y="5445265"/>
                <a:ext cx="33660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B2926FA9-9723-4111-9165-AF8C27636887}"/>
                  </a:ext>
                </a:extLst>
              </p14:cNvPr>
              <p14:cNvContentPartPr/>
              <p14:nvPr/>
            </p14:nvContentPartPr>
            <p14:xfrm>
              <a:off x="4112109" y="5597905"/>
              <a:ext cx="270360" cy="3636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B2926FA9-9723-4111-9165-AF8C27636887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4094469" y="5561905"/>
                <a:ext cx="306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5F104CF8-AAA9-492B-B847-EAB170DD0C9A}"/>
                  </a:ext>
                </a:extLst>
              </p14:cNvPr>
              <p14:cNvContentPartPr/>
              <p14:nvPr/>
            </p14:nvContentPartPr>
            <p14:xfrm>
              <a:off x="4091589" y="5985985"/>
              <a:ext cx="140400" cy="27180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5F104CF8-AAA9-492B-B847-EAB170DD0C9A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4073949" y="5950345"/>
                <a:ext cx="17604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7E65A3C6-2311-4652-9713-A2DB83ACC843}"/>
                  </a:ext>
                </a:extLst>
              </p14:cNvPr>
              <p14:cNvContentPartPr/>
              <p14:nvPr/>
            </p14:nvContentPartPr>
            <p14:xfrm>
              <a:off x="4048749" y="6060145"/>
              <a:ext cx="309600" cy="11448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7E65A3C6-2311-4652-9713-A2DB83ACC843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4031109" y="6024145"/>
                <a:ext cx="34524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B8F354D8-305E-4BAC-B179-5F27D5B42733}"/>
                  </a:ext>
                </a:extLst>
              </p14:cNvPr>
              <p14:cNvContentPartPr/>
              <p14:nvPr/>
            </p14:nvContentPartPr>
            <p14:xfrm>
              <a:off x="4470669" y="5322505"/>
              <a:ext cx="88560" cy="108288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B8F354D8-305E-4BAC-B179-5F27D5B42733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4453029" y="5286865"/>
                <a:ext cx="124200" cy="11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2EE1AF07-E6B0-44B3-86B4-6D0FB2BDA627}"/>
                  </a:ext>
                </a:extLst>
              </p14:cNvPr>
              <p14:cNvContentPartPr/>
              <p14:nvPr/>
            </p14:nvContentPartPr>
            <p14:xfrm>
              <a:off x="4800789" y="5393065"/>
              <a:ext cx="207720" cy="34272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2EE1AF07-E6B0-44B3-86B4-6D0FB2BDA627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4782789" y="5357065"/>
                <a:ext cx="243360" cy="41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95D63D54-249F-483E-B514-D91677FC93D9}"/>
                  </a:ext>
                </a:extLst>
              </p14:cNvPr>
              <p14:cNvContentPartPr/>
              <p14:nvPr/>
            </p14:nvContentPartPr>
            <p14:xfrm>
              <a:off x="4807629" y="6127105"/>
              <a:ext cx="324720" cy="25488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95D63D54-249F-483E-B514-D91677FC93D9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4789629" y="6091465"/>
                <a:ext cx="36036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5ED12D9F-053F-4654-BF5E-A4D630499DFA}"/>
                  </a:ext>
                </a:extLst>
              </p14:cNvPr>
              <p14:cNvContentPartPr/>
              <p14:nvPr/>
            </p14:nvContentPartPr>
            <p14:xfrm>
              <a:off x="4951989" y="6241225"/>
              <a:ext cx="192960" cy="5400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5ED12D9F-053F-4654-BF5E-A4D630499DFA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4933989" y="6205225"/>
                <a:ext cx="22860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7638F4D4-A9B3-4F68-8552-7DCA8BA73A6C}"/>
                  </a:ext>
                </a:extLst>
              </p14:cNvPr>
              <p14:cNvContentPartPr/>
              <p14:nvPr/>
            </p14:nvContentPartPr>
            <p14:xfrm>
              <a:off x="4769109" y="5953585"/>
              <a:ext cx="344160" cy="8172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7638F4D4-A9B3-4F68-8552-7DCA8BA73A6C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4751109" y="5917585"/>
                <a:ext cx="37980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DC9A94D1-B937-4B5A-8B98-4558F7BA47FB}"/>
                  </a:ext>
                </a:extLst>
              </p14:cNvPr>
              <p14:cNvContentPartPr/>
              <p14:nvPr/>
            </p14:nvContentPartPr>
            <p14:xfrm>
              <a:off x="5288949" y="5202265"/>
              <a:ext cx="130680" cy="132228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DC9A94D1-B937-4B5A-8B98-4558F7BA47FB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5270949" y="5166265"/>
                <a:ext cx="166320" cy="139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64874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Funcții pătrate </a:t>
            </a:r>
            <a:r>
              <a:rPr lang="ro-RO" b="1" dirty="0" err="1">
                <a:solidFill>
                  <a:srgbClr val="0000FF"/>
                </a:solidFill>
              </a:rPr>
              <a:t>biforme</a:t>
            </a:r>
            <a:r>
              <a:rPr lang="ro-RO" b="1" dirty="0">
                <a:solidFill>
                  <a:srgbClr val="0000FF"/>
                </a:solidFill>
              </a:rPr>
              <a:t> </a:t>
            </a:r>
            <a:r>
              <a:rPr lang="ro-RO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51751D4C-A692-4A8B-B459-6FB86E063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594391"/>
            <a:ext cx="9610725" cy="26098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3C63765E-8155-4AAD-BECA-2464CCA99538}"/>
                  </a:ext>
                </a:extLst>
              </p14:cNvPr>
              <p14:cNvContentPartPr/>
              <p14:nvPr/>
            </p14:nvContentPartPr>
            <p14:xfrm>
              <a:off x="709749" y="3245305"/>
              <a:ext cx="580680" cy="26136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3C63765E-8155-4AAD-BECA-2464CCA995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2109" y="3227665"/>
                <a:ext cx="61632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F8BFF9A0-78EE-484C-AC99-C96513F19792}"/>
                  </a:ext>
                </a:extLst>
              </p14:cNvPr>
              <p14:cNvContentPartPr/>
              <p14:nvPr/>
            </p14:nvContentPartPr>
            <p14:xfrm>
              <a:off x="346149" y="5875465"/>
              <a:ext cx="460440" cy="28584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F8BFF9A0-78EE-484C-AC99-C96513F1979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8149" y="5857465"/>
                <a:ext cx="49608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6662DB0F-CA91-4A97-BBF3-3AA9DE5616B3}"/>
                  </a:ext>
                </a:extLst>
              </p14:cNvPr>
              <p14:cNvContentPartPr/>
              <p14:nvPr/>
            </p14:nvContentPartPr>
            <p14:xfrm>
              <a:off x="2724309" y="5748025"/>
              <a:ext cx="2209680" cy="39960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6662DB0F-CA91-4A97-BBF3-3AA9DE5616B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06666" y="5730025"/>
                <a:ext cx="2245326" cy="43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BB71F474-EE52-4342-92DB-09A69452659F}"/>
                  </a:ext>
                </a:extLst>
              </p14:cNvPr>
              <p14:cNvContentPartPr/>
              <p14:nvPr/>
            </p14:nvContentPartPr>
            <p14:xfrm>
              <a:off x="1097109" y="5946385"/>
              <a:ext cx="1302840" cy="3794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BB71F474-EE52-4342-92DB-09A69452659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79109" y="5928745"/>
                <a:ext cx="133848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4A880FF8-2855-474F-92D6-2529FDF13178}"/>
                  </a:ext>
                </a:extLst>
              </p14:cNvPr>
              <p14:cNvContentPartPr/>
              <p14:nvPr/>
            </p14:nvContentPartPr>
            <p14:xfrm>
              <a:off x="433269" y="3647065"/>
              <a:ext cx="1100520" cy="178416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4A880FF8-2855-474F-92D6-2529FDF1317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15275" y="3629065"/>
                <a:ext cx="1136148" cy="18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AA2E8143-4260-43DE-8CDB-A30953B98ED4}"/>
                  </a:ext>
                </a:extLst>
              </p14:cNvPr>
              <p14:cNvContentPartPr/>
              <p14:nvPr/>
            </p14:nvContentPartPr>
            <p14:xfrm>
              <a:off x="2343429" y="3825985"/>
              <a:ext cx="63720" cy="113364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AA2E8143-4260-43DE-8CDB-A30953B98ED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25789" y="3807985"/>
                <a:ext cx="99360" cy="11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3B22E65E-60E1-4841-BB22-14EDA5D39D4C}"/>
                  </a:ext>
                </a:extLst>
              </p14:cNvPr>
              <p14:cNvContentPartPr/>
              <p14:nvPr/>
            </p14:nvContentPartPr>
            <p14:xfrm>
              <a:off x="2612709" y="3986545"/>
              <a:ext cx="576720" cy="27756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3B22E65E-60E1-4841-BB22-14EDA5D39D4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595069" y="3968545"/>
                <a:ext cx="61236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9F5E3C2A-4DEB-44BF-A697-76B03F10F46F}"/>
                  </a:ext>
                </a:extLst>
              </p14:cNvPr>
              <p14:cNvContentPartPr/>
              <p14:nvPr/>
            </p14:nvContentPartPr>
            <p14:xfrm>
              <a:off x="1789749" y="4298305"/>
              <a:ext cx="323280" cy="15228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9F5E3C2A-4DEB-44BF-A697-76B03F10F46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772089" y="4280665"/>
                <a:ext cx="35896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CEAC59C8-B51B-49BF-97F9-D16EE32C88EF}"/>
                  </a:ext>
                </a:extLst>
              </p14:cNvPr>
              <p14:cNvContentPartPr/>
              <p14:nvPr/>
            </p14:nvContentPartPr>
            <p14:xfrm>
              <a:off x="3013749" y="4392265"/>
              <a:ext cx="360000" cy="7884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CEAC59C8-B51B-49BF-97F9-D16EE32C88E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996109" y="4374625"/>
                <a:ext cx="39564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16CE8568-9C0D-45AE-BAF7-CD52A2043870}"/>
                  </a:ext>
                </a:extLst>
              </p14:cNvPr>
              <p14:cNvContentPartPr/>
              <p14:nvPr/>
            </p14:nvContentPartPr>
            <p14:xfrm>
              <a:off x="3542949" y="3787465"/>
              <a:ext cx="27360" cy="133128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16CE8568-9C0D-45AE-BAF7-CD52A204387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525309" y="3769465"/>
                <a:ext cx="63000" cy="136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4E69FBF9-9E74-4583-9312-A9732BF3A028}"/>
                  </a:ext>
                </a:extLst>
              </p14:cNvPr>
              <p14:cNvContentPartPr/>
              <p14:nvPr/>
            </p14:nvContentPartPr>
            <p14:xfrm>
              <a:off x="2987469" y="4569025"/>
              <a:ext cx="275400" cy="30888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4E69FBF9-9E74-4583-9312-A9732BF3A02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969445" y="4551385"/>
                <a:ext cx="311087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7E2B9686-C1F4-41FD-9526-F2A72EDF7A9A}"/>
                  </a:ext>
                </a:extLst>
              </p14:cNvPr>
              <p14:cNvContentPartPr/>
              <p14:nvPr/>
            </p14:nvContentPartPr>
            <p14:xfrm>
              <a:off x="2622789" y="4532305"/>
              <a:ext cx="176760" cy="29268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7E2B9686-C1F4-41FD-9526-F2A72EDF7A9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604789" y="4514665"/>
                <a:ext cx="212400" cy="32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2451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1F4BB20C-E2D0-4F80-8B72-10AAB0DDA937}"/>
                  </a:ext>
                </a:extLst>
              </p14:cNvPr>
              <p14:cNvContentPartPr/>
              <p14:nvPr/>
            </p14:nvContentPartPr>
            <p14:xfrm>
              <a:off x="9413109" y="1753825"/>
              <a:ext cx="294120" cy="45504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1F4BB20C-E2D0-4F80-8B72-10AAB0DDA9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95469" y="1717825"/>
                <a:ext cx="329760" cy="52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12F7A460-20D9-426E-95CB-D684A0DCFC2A}"/>
                  </a:ext>
                </a:extLst>
              </p14:cNvPr>
              <p14:cNvContentPartPr/>
              <p14:nvPr/>
            </p14:nvContentPartPr>
            <p14:xfrm>
              <a:off x="9471069" y="2728345"/>
              <a:ext cx="253440" cy="33876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12F7A460-20D9-426E-95CB-D684A0DCFC2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53069" y="2692345"/>
                <a:ext cx="28908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A6003F5F-8D84-4AA1-8243-A1AD7C7B812C}"/>
                  </a:ext>
                </a:extLst>
              </p14:cNvPr>
              <p14:cNvContentPartPr/>
              <p14:nvPr/>
            </p14:nvContentPartPr>
            <p14:xfrm>
              <a:off x="7887789" y="2771545"/>
              <a:ext cx="328680" cy="37764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A6003F5F-8D84-4AA1-8243-A1AD7C7B812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70149" y="2735905"/>
                <a:ext cx="364320" cy="44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8" name="Cerneală 187">
                <a:extLst>
                  <a:ext uri="{FF2B5EF4-FFF2-40B4-BE49-F238E27FC236}">
                    <a16:creationId xmlns:a16="http://schemas.microsoft.com/office/drawing/2014/main" id="{44EDF2B3-6295-4DAF-818F-0F8B45222064}"/>
                  </a:ext>
                </a:extLst>
              </p14:cNvPr>
              <p14:cNvContentPartPr/>
              <p14:nvPr/>
            </p14:nvContentPartPr>
            <p14:xfrm>
              <a:off x="8657469" y="2767225"/>
              <a:ext cx="328680" cy="371160"/>
            </p14:xfrm>
          </p:contentPart>
        </mc:Choice>
        <mc:Fallback xmlns="">
          <p:pic>
            <p:nvPicPr>
              <p:cNvPr id="188" name="Cerneală 187">
                <a:extLst>
                  <a:ext uri="{FF2B5EF4-FFF2-40B4-BE49-F238E27FC236}">
                    <a16:creationId xmlns:a16="http://schemas.microsoft.com/office/drawing/2014/main" id="{44EDF2B3-6295-4DAF-818F-0F8B4522206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639829" y="2731585"/>
                <a:ext cx="364320" cy="44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295BAA7D-56E4-4829-9B3C-50FD3D88861B}"/>
                  </a:ext>
                </a:extLst>
              </p14:cNvPr>
              <p14:cNvContentPartPr/>
              <p14:nvPr/>
            </p14:nvContentPartPr>
            <p14:xfrm>
              <a:off x="467469" y="4982665"/>
              <a:ext cx="1809720" cy="104940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295BAA7D-56E4-4829-9B3C-50FD3D88861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9829" y="4946665"/>
                <a:ext cx="1845360" cy="11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BC4B01B9-B84A-4B2E-9CF6-28AE42A1A9FE}"/>
                  </a:ext>
                </a:extLst>
              </p14:cNvPr>
              <p14:cNvContentPartPr/>
              <p14:nvPr/>
            </p14:nvContentPartPr>
            <p14:xfrm>
              <a:off x="9134469" y="1591465"/>
              <a:ext cx="846720" cy="173664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BC4B01B9-B84A-4B2E-9CF6-28AE42A1A9F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116469" y="1555465"/>
                <a:ext cx="882360" cy="180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1" name="Cerneală 190">
                <a:extLst>
                  <a:ext uri="{FF2B5EF4-FFF2-40B4-BE49-F238E27FC236}">
                    <a16:creationId xmlns:a16="http://schemas.microsoft.com/office/drawing/2014/main" id="{BB9B36B9-7FDF-404B-9A57-5DB10A6FDDD9}"/>
                  </a:ext>
                </a:extLst>
              </p14:cNvPr>
              <p14:cNvContentPartPr/>
              <p14:nvPr/>
            </p14:nvContentPartPr>
            <p14:xfrm>
              <a:off x="7799589" y="2637265"/>
              <a:ext cx="1263960" cy="780120"/>
            </p14:xfrm>
          </p:contentPart>
        </mc:Choice>
        <mc:Fallback xmlns="">
          <p:pic>
            <p:nvPicPr>
              <p:cNvPr id="191" name="Cerneală 190">
                <a:extLst>
                  <a:ext uri="{FF2B5EF4-FFF2-40B4-BE49-F238E27FC236}">
                    <a16:creationId xmlns:a16="http://schemas.microsoft.com/office/drawing/2014/main" id="{BB9B36B9-7FDF-404B-9A57-5DB10A6FDDD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781589" y="2601265"/>
                <a:ext cx="1299600" cy="85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72" name="Cerneală 271">
                <a:extLst>
                  <a:ext uri="{FF2B5EF4-FFF2-40B4-BE49-F238E27FC236}">
                    <a16:creationId xmlns:a16="http://schemas.microsoft.com/office/drawing/2014/main" id="{3777A4E7-5D25-4ACF-A717-5717624D87BE}"/>
                  </a:ext>
                </a:extLst>
              </p14:cNvPr>
              <p14:cNvContentPartPr/>
              <p14:nvPr/>
            </p14:nvContentPartPr>
            <p14:xfrm>
              <a:off x="509589" y="379705"/>
              <a:ext cx="11379960" cy="6240600"/>
            </p14:xfrm>
          </p:contentPart>
        </mc:Choice>
        <mc:Fallback xmlns="">
          <p:pic>
            <p:nvPicPr>
              <p:cNvPr id="272" name="Cerneală 271">
                <a:extLst>
                  <a:ext uri="{FF2B5EF4-FFF2-40B4-BE49-F238E27FC236}">
                    <a16:creationId xmlns:a16="http://schemas.microsoft.com/office/drawing/2014/main" id="{3777A4E7-5D25-4ACF-A717-5717624D87B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91949" y="361705"/>
                <a:ext cx="11415600" cy="627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2655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Funcții pătrate </a:t>
            </a:r>
            <a:r>
              <a:rPr lang="ro-RO" b="1" dirty="0" err="1">
                <a:solidFill>
                  <a:srgbClr val="0000FF"/>
                </a:solidFill>
              </a:rPr>
              <a:t>biforme</a:t>
            </a:r>
            <a:r>
              <a:rPr lang="ro-RO" b="1" dirty="0">
                <a:solidFill>
                  <a:srgbClr val="0000FF"/>
                </a:solidFill>
              </a:rPr>
              <a:t> </a:t>
            </a:r>
            <a:r>
              <a:rPr lang="ro-RO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911245A7-8631-41E8-9699-2E5FB6B27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960147"/>
            <a:ext cx="9705975" cy="20859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44095EC3-CFDC-4280-BB4B-D25529DC08DF}"/>
                  </a:ext>
                </a:extLst>
              </p14:cNvPr>
              <p14:cNvContentPartPr/>
              <p14:nvPr/>
            </p14:nvContentPartPr>
            <p14:xfrm>
              <a:off x="3141189" y="3469945"/>
              <a:ext cx="80280" cy="124092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44095EC3-CFDC-4280-BB4B-D25529DC08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23549" y="3451945"/>
                <a:ext cx="115920" cy="12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B89245E1-673B-46DC-AA65-C5DC0BDE1EC2}"/>
                  </a:ext>
                </a:extLst>
              </p14:cNvPr>
              <p14:cNvContentPartPr/>
              <p14:nvPr/>
            </p14:nvContentPartPr>
            <p14:xfrm>
              <a:off x="1957149" y="3551665"/>
              <a:ext cx="975960" cy="125388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B89245E1-673B-46DC-AA65-C5DC0BDE1EC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39156" y="3533665"/>
                <a:ext cx="1011587" cy="128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D5CCDCE9-CED2-4DD8-90C1-E08A6F5E25CA}"/>
                  </a:ext>
                </a:extLst>
              </p14:cNvPr>
              <p14:cNvContentPartPr/>
              <p14:nvPr/>
            </p14:nvContentPartPr>
            <p14:xfrm>
              <a:off x="3508029" y="4076185"/>
              <a:ext cx="101880" cy="1368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D5CCDCE9-CED2-4DD8-90C1-E08A6F5E25C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90389" y="4058545"/>
                <a:ext cx="1375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7A9D6542-2017-456E-9F64-38F16309E9BB}"/>
                  </a:ext>
                </a:extLst>
              </p14:cNvPr>
              <p14:cNvContentPartPr/>
              <p14:nvPr/>
            </p14:nvContentPartPr>
            <p14:xfrm>
              <a:off x="3512709" y="4210105"/>
              <a:ext cx="148320" cy="39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7A9D6542-2017-456E-9F64-38F16309E9B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495069" y="4192105"/>
                <a:ext cx="1839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E3D52FF0-6239-4D62-A8D6-E40054D53C8F}"/>
                  </a:ext>
                </a:extLst>
              </p14:cNvPr>
              <p14:cNvContentPartPr/>
              <p14:nvPr/>
            </p14:nvContentPartPr>
            <p14:xfrm>
              <a:off x="3977829" y="3546625"/>
              <a:ext cx="816120" cy="13514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E3D52FF0-6239-4D62-A8D6-E40054D53C8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59829" y="3528625"/>
                <a:ext cx="851760" cy="13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04609A30-DB52-4EB3-B7FF-BA4DA927ED83}"/>
                  </a:ext>
                </a:extLst>
              </p14:cNvPr>
              <p14:cNvContentPartPr/>
              <p14:nvPr/>
            </p14:nvContentPartPr>
            <p14:xfrm>
              <a:off x="4932549" y="3561025"/>
              <a:ext cx="640080" cy="132804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04609A30-DB52-4EB3-B7FF-BA4DA927ED8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914899" y="3543385"/>
                <a:ext cx="675740" cy="136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B059DFF8-CB15-4508-948A-FC3E14C7EAB6}"/>
                  </a:ext>
                </a:extLst>
              </p14:cNvPr>
              <p14:cNvContentPartPr/>
              <p14:nvPr/>
            </p14:nvContentPartPr>
            <p14:xfrm>
              <a:off x="3018069" y="5987785"/>
              <a:ext cx="177120" cy="36972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B059DFF8-CB15-4508-948A-FC3E14C7EAB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000069" y="5970145"/>
                <a:ext cx="212760" cy="40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3A6C7633-9D08-41EF-9751-AF766B649C6A}"/>
                  </a:ext>
                </a:extLst>
              </p14:cNvPr>
              <p14:cNvContentPartPr/>
              <p14:nvPr/>
            </p14:nvContentPartPr>
            <p14:xfrm>
              <a:off x="3354309" y="5283985"/>
              <a:ext cx="69840" cy="123732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3A6C7633-9D08-41EF-9751-AF766B649C6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336309" y="5266345"/>
                <a:ext cx="105480" cy="12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94811CF7-C417-48DF-A072-3423F06AF044}"/>
                  </a:ext>
                </a:extLst>
              </p14:cNvPr>
              <p14:cNvContentPartPr/>
              <p14:nvPr/>
            </p14:nvContentPartPr>
            <p14:xfrm>
              <a:off x="2709189" y="5389825"/>
              <a:ext cx="124560" cy="110232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94811CF7-C417-48DF-A072-3423F06AF04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691549" y="5372185"/>
                <a:ext cx="160200" cy="11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5FB790B6-1431-4E1B-A831-A203A6107734}"/>
                  </a:ext>
                </a:extLst>
              </p14:cNvPr>
              <p14:cNvContentPartPr/>
              <p14:nvPr/>
            </p14:nvContentPartPr>
            <p14:xfrm>
              <a:off x="4153509" y="5765305"/>
              <a:ext cx="1479600" cy="21888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5FB790B6-1431-4E1B-A831-A203A610773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135509" y="5747665"/>
                <a:ext cx="151524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AAC0FA71-2EEF-4A5C-8D89-B507D9BD5379}"/>
                  </a:ext>
                </a:extLst>
              </p14:cNvPr>
              <p14:cNvContentPartPr/>
              <p14:nvPr/>
            </p14:nvContentPartPr>
            <p14:xfrm>
              <a:off x="3017349" y="5355625"/>
              <a:ext cx="180360" cy="40788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AAC0FA71-2EEF-4A5C-8D89-B507D9BD537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999349" y="5337985"/>
                <a:ext cx="216000" cy="44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CD510FF0-019B-48FE-B19D-0527C080EDF3}"/>
                  </a:ext>
                </a:extLst>
              </p14:cNvPr>
              <p14:cNvContentPartPr/>
              <p14:nvPr/>
            </p14:nvContentPartPr>
            <p14:xfrm>
              <a:off x="6066189" y="5469385"/>
              <a:ext cx="1062720" cy="41832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CD510FF0-019B-48FE-B19D-0527C080EDF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048549" y="5451730"/>
                <a:ext cx="1098360" cy="45399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41552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2255563" y="2057415"/>
            <a:ext cx="667504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3200" b="1" dirty="0">
                <a:solidFill>
                  <a:srgbClr val="0000FF"/>
                </a:solidFill>
              </a:rPr>
              <a:t>Sisteme complete de operatori </a:t>
            </a:r>
          </a:p>
          <a:p>
            <a:endParaRPr lang="ro-RO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1692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Sisteme complete de operatori  </a:t>
            </a:r>
            <a:r>
              <a:rPr lang="ro-RO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EB0FAC26-A502-488F-8935-8EE9EF3E6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685830"/>
            <a:ext cx="11601450" cy="36195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92D91768-353A-4C6B-B7EC-2278232EA04F}"/>
                  </a:ext>
                </a:extLst>
              </p14:cNvPr>
              <p14:cNvContentPartPr/>
              <p14:nvPr/>
            </p14:nvContentPartPr>
            <p14:xfrm>
              <a:off x="904509" y="4558585"/>
              <a:ext cx="1051560" cy="3078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92D91768-353A-4C6B-B7EC-2278232EA04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6509" y="4540945"/>
                <a:ext cx="108720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52A22803-65E3-425C-B998-9F97E67D8CD2}"/>
                  </a:ext>
                </a:extLst>
              </p14:cNvPr>
              <p14:cNvContentPartPr/>
              <p14:nvPr/>
            </p14:nvContentPartPr>
            <p14:xfrm>
              <a:off x="2440989" y="4638865"/>
              <a:ext cx="1577880" cy="25128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52A22803-65E3-425C-B998-9F97E67D8CD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22989" y="4621225"/>
                <a:ext cx="161352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3787EEB7-13AD-433A-8F90-5A07C940A30A}"/>
                  </a:ext>
                </a:extLst>
              </p14:cNvPr>
              <p14:cNvContentPartPr/>
              <p14:nvPr/>
            </p14:nvContentPartPr>
            <p14:xfrm>
              <a:off x="4459869" y="4730665"/>
              <a:ext cx="33120" cy="435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3787EEB7-13AD-433A-8F90-5A07C940A3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42229" y="4713025"/>
                <a:ext cx="6876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129CCD99-7B39-4437-A77C-41C1D8605A47}"/>
                  </a:ext>
                </a:extLst>
              </p14:cNvPr>
              <p14:cNvContentPartPr/>
              <p14:nvPr/>
            </p14:nvContentPartPr>
            <p14:xfrm>
              <a:off x="4457349" y="4868905"/>
              <a:ext cx="44640" cy="7380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129CCD99-7B39-4437-A77C-41C1D8605A4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39709" y="4851265"/>
                <a:ext cx="8028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5644D438-161A-4A79-AC6C-46BD7962E365}"/>
                  </a:ext>
                </a:extLst>
              </p14:cNvPr>
              <p14:cNvContentPartPr/>
              <p14:nvPr/>
            </p14:nvContentPartPr>
            <p14:xfrm>
              <a:off x="6101829" y="4721305"/>
              <a:ext cx="34200" cy="1152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5644D438-161A-4A79-AC6C-46BD7962E36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084189" y="4703305"/>
                <a:ext cx="6984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262951B8-45B8-4FE3-9DEE-A8E5A3C58DFA}"/>
                  </a:ext>
                </a:extLst>
              </p14:cNvPr>
              <p14:cNvContentPartPr/>
              <p14:nvPr/>
            </p14:nvContentPartPr>
            <p14:xfrm>
              <a:off x="6081669" y="4879705"/>
              <a:ext cx="92880" cy="16092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262951B8-45B8-4FE3-9DEE-A8E5A3C58DF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063669" y="4862065"/>
                <a:ext cx="12852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276C63A3-691A-4289-919B-9C0DE21C6571}"/>
                  </a:ext>
                </a:extLst>
              </p14:cNvPr>
              <p14:cNvContentPartPr/>
              <p14:nvPr/>
            </p14:nvContentPartPr>
            <p14:xfrm>
              <a:off x="7484589" y="4696825"/>
              <a:ext cx="78480" cy="4032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276C63A3-691A-4289-919B-9C0DE21C657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466949" y="4679185"/>
                <a:ext cx="11412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A2D90953-7F12-458C-9E4C-C8379420DD80}"/>
                  </a:ext>
                </a:extLst>
              </p14:cNvPr>
              <p14:cNvContentPartPr/>
              <p14:nvPr/>
            </p14:nvContentPartPr>
            <p14:xfrm>
              <a:off x="7453629" y="4903825"/>
              <a:ext cx="167040" cy="22500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A2D90953-7F12-458C-9E4C-C8379420DD8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435989" y="4886185"/>
                <a:ext cx="20268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AC3FEFCF-FE16-4C66-8153-74CF5AF2D8DA}"/>
                  </a:ext>
                </a:extLst>
              </p14:cNvPr>
              <p14:cNvContentPartPr/>
              <p14:nvPr/>
            </p14:nvContentPartPr>
            <p14:xfrm>
              <a:off x="7099389" y="4613305"/>
              <a:ext cx="190800" cy="29556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AC3FEFCF-FE16-4C66-8153-74CF5AF2D8D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081749" y="4595665"/>
                <a:ext cx="22644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849D93FB-48CF-418D-ACAB-CB284070BD20}"/>
                  </a:ext>
                </a:extLst>
              </p14:cNvPr>
              <p14:cNvContentPartPr/>
              <p14:nvPr/>
            </p14:nvContentPartPr>
            <p14:xfrm>
              <a:off x="6554349" y="4606465"/>
              <a:ext cx="439920" cy="32148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849D93FB-48CF-418D-ACAB-CB284070BD2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536709" y="4588825"/>
                <a:ext cx="47556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07CA1923-8A04-48DA-B7E5-7350E0C3F507}"/>
                  </a:ext>
                </a:extLst>
              </p14:cNvPr>
              <p14:cNvContentPartPr/>
              <p14:nvPr/>
            </p14:nvContentPartPr>
            <p14:xfrm>
              <a:off x="8018109" y="4339345"/>
              <a:ext cx="797400" cy="77256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07CA1923-8A04-48DA-B7E5-7350E0C3F50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000109" y="4321345"/>
                <a:ext cx="833040" cy="80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703956D0-6790-448D-A895-8DA06D44E504}"/>
                  </a:ext>
                </a:extLst>
              </p14:cNvPr>
              <p14:cNvContentPartPr/>
              <p14:nvPr/>
            </p14:nvContentPartPr>
            <p14:xfrm>
              <a:off x="4837149" y="4378585"/>
              <a:ext cx="1035000" cy="85824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703956D0-6790-448D-A895-8DA06D44E50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819509" y="4360585"/>
                <a:ext cx="1070640" cy="89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45D4031D-A704-4BEC-98CF-B80CA63AB282}"/>
                  </a:ext>
                </a:extLst>
              </p14:cNvPr>
              <p14:cNvContentPartPr/>
              <p14:nvPr/>
            </p14:nvContentPartPr>
            <p14:xfrm>
              <a:off x="10977309" y="4342585"/>
              <a:ext cx="1039320" cy="52740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45D4031D-A704-4BEC-98CF-B80CA63AB28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959315" y="4324945"/>
                <a:ext cx="1074948" cy="56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271849DC-1C37-4111-9E12-090BDE251DBC}"/>
                  </a:ext>
                </a:extLst>
              </p14:cNvPr>
              <p14:cNvContentPartPr/>
              <p14:nvPr/>
            </p14:nvContentPartPr>
            <p14:xfrm>
              <a:off x="9539469" y="4401625"/>
              <a:ext cx="1138320" cy="30672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271849DC-1C37-4111-9E12-090BDE251DB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521829" y="4383985"/>
                <a:ext cx="117396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03EA26CB-5598-4D8A-B91D-29B2980B30EC}"/>
                  </a:ext>
                </a:extLst>
              </p14:cNvPr>
              <p14:cNvContentPartPr/>
              <p14:nvPr/>
            </p14:nvContentPartPr>
            <p14:xfrm>
              <a:off x="6386229" y="5625625"/>
              <a:ext cx="25200" cy="3168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03EA26CB-5598-4D8A-B91D-29B2980B30E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368229" y="5607985"/>
                <a:ext cx="6084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585D0D68-DA93-46F5-9E98-A2AE4B540314}"/>
                  </a:ext>
                </a:extLst>
              </p14:cNvPr>
              <p14:cNvContentPartPr/>
              <p14:nvPr/>
            </p14:nvContentPartPr>
            <p14:xfrm>
              <a:off x="6389469" y="5794105"/>
              <a:ext cx="60840" cy="17352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585D0D68-DA93-46F5-9E98-A2AE4B54031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371829" y="5776105"/>
                <a:ext cx="9648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825F9B92-6F00-466A-804C-8EBCE11D85D8}"/>
                  </a:ext>
                </a:extLst>
              </p14:cNvPr>
              <p14:cNvContentPartPr/>
              <p14:nvPr/>
            </p14:nvContentPartPr>
            <p14:xfrm>
              <a:off x="5048109" y="5533465"/>
              <a:ext cx="989280" cy="51912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825F9B92-6F00-466A-804C-8EBCE11D85D8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030109" y="5515465"/>
                <a:ext cx="1024920" cy="55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ECBDF094-7BB6-4594-9349-796D481932EF}"/>
                  </a:ext>
                </a:extLst>
              </p14:cNvPr>
              <p14:cNvContentPartPr/>
              <p14:nvPr/>
            </p14:nvContentPartPr>
            <p14:xfrm>
              <a:off x="6796989" y="5458945"/>
              <a:ext cx="1059480" cy="55008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ECBDF094-7BB6-4594-9349-796D481932E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779349" y="5441305"/>
                <a:ext cx="1095120" cy="58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4C14CD8C-2845-42D6-966C-94E8E670C1A5}"/>
                  </a:ext>
                </a:extLst>
              </p14:cNvPr>
              <p14:cNvContentPartPr/>
              <p14:nvPr/>
            </p14:nvContentPartPr>
            <p14:xfrm>
              <a:off x="8340669" y="5345185"/>
              <a:ext cx="1669320" cy="61596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4C14CD8C-2845-42D6-966C-94E8E670C1A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323029" y="5327185"/>
                <a:ext cx="1704960" cy="65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42F6E7A1-5E7D-4EDA-808D-9FC349BE152A}"/>
                  </a:ext>
                </a:extLst>
              </p14:cNvPr>
              <p14:cNvContentPartPr/>
              <p14:nvPr/>
            </p14:nvContentPartPr>
            <p14:xfrm>
              <a:off x="5740029" y="6255985"/>
              <a:ext cx="1383480" cy="38736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42F6E7A1-5E7D-4EDA-808D-9FC349BE152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722389" y="6237985"/>
                <a:ext cx="1419120" cy="42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FBCEE020-0123-4D20-BD97-58FE0D44F769}"/>
                  </a:ext>
                </a:extLst>
              </p14:cNvPr>
              <p14:cNvContentPartPr/>
              <p14:nvPr/>
            </p14:nvContentPartPr>
            <p14:xfrm>
              <a:off x="5341509" y="6298105"/>
              <a:ext cx="221400" cy="44892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FBCEE020-0123-4D20-BD97-58FE0D44F76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323869" y="6280451"/>
                <a:ext cx="257040" cy="4845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6DC76589-B07C-4E41-86F4-28B1CB766A57}"/>
                  </a:ext>
                </a:extLst>
              </p14:cNvPr>
              <p14:cNvContentPartPr/>
              <p14:nvPr/>
            </p14:nvContentPartPr>
            <p14:xfrm>
              <a:off x="7780869" y="6190105"/>
              <a:ext cx="1813320" cy="52596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6DC76589-B07C-4E41-86F4-28B1CB766A57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762869" y="6172105"/>
                <a:ext cx="1848960" cy="56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9E1F9940-DCA6-4C7B-99DD-6491838A5D4E}"/>
                  </a:ext>
                </a:extLst>
              </p14:cNvPr>
              <p14:cNvContentPartPr/>
              <p14:nvPr/>
            </p14:nvContentPartPr>
            <p14:xfrm>
              <a:off x="8532549" y="2048305"/>
              <a:ext cx="1322640" cy="50112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9E1F9940-DCA6-4C7B-99DD-6491838A5D4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514554" y="2030665"/>
                <a:ext cx="1358270" cy="53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6F2C5C1F-73A5-4330-8CF9-03CA1915F988}"/>
                  </a:ext>
                </a:extLst>
              </p14:cNvPr>
              <p14:cNvContentPartPr/>
              <p14:nvPr/>
            </p14:nvContentPartPr>
            <p14:xfrm>
              <a:off x="8712189" y="2644825"/>
              <a:ext cx="1068120" cy="40896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6F2C5C1F-73A5-4330-8CF9-03CA1915F988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694189" y="2627185"/>
                <a:ext cx="1103760" cy="44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DB2AB1C3-B49A-4373-B259-204084263CC6}"/>
                  </a:ext>
                </a:extLst>
              </p14:cNvPr>
              <p14:cNvContentPartPr/>
              <p14:nvPr/>
            </p14:nvContentPartPr>
            <p14:xfrm>
              <a:off x="8730549" y="3248905"/>
              <a:ext cx="1477080" cy="91728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DB2AB1C3-B49A-4373-B259-204084263CC6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712909" y="3231265"/>
                <a:ext cx="1512720" cy="9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D98DEA8B-D7BD-4A5B-8686-F73A12767412}"/>
                  </a:ext>
                </a:extLst>
              </p14:cNvPr>
              <p14:cNvContentPartPr/>
              <p14:nvPr/>
            </p14:nvContentPartPr>
            <p14:xfrm>
              <a:off x="8229069" y="1940665"/>
              <a:ext cx="2315520" cy="129960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D98DEA8B-D7BD-4A5B-8686-F73A12767412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211069" y="1905025"/>
                <a:ext cx="2351160" cy="137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0660BAB9-68D3-44D3-8211-2B7A11E248D6}"/>
                  </a:ext>
                </a:extLst>
              </p14:cNvPr>
              <p14:cNvContentPartPr/>
              <p14:nvPr/>
            </p14:nvContentPartPr>
            <p14:xfrm>
              <a:off x="8229429" y="2564905"/>
              <a:ext cx="2331000" cy="9180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0660BAB9-68D3-44D3-8211-2B7A11E248D6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211429" y="2528905"/>
                <a:ext cx="2366640" cy="16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42985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Sisteme complete de operatori  </a:t>
            </a:r>
            <a:r>
              <a:rPr lang="ro-RO" b="1" dirty="0">
                <a:solidFill>
                  <a:srgbClr val="FF0000"/>
                </a:solidFill>
              </a:rPr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160E8D67-EF90-4442-818E-FD0437C69A3D}"/>
                  </a:ext>
                </a:extLst>
              </p14:cNvPr>
              <p14:cNvContentPartPr/>
              <p14:nvPr/>
            </p14:nvContentPartPr>
            <p14:xfrm>
              <a:off x="2728629" y="940945"/>
              <a:ext cx="176400" cy="216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160E8D67-EF90-4442-818E-FD0437C69A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10629" y="923305"/>
                <a:ext cx="2120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D2D17CF6-B7D5-4EEE-9495-96DF831885E7}"/>
                  </a:ext>
                </a:extLst>
              </p14:cNvPr>
              <p14:cNvContentPartPr/>
              <p14:nvPr/>
            </p14:nvContentPartPr>
            <p14:xfrm>
              <a:off x="5076189" y="570865"/>
              <a:ext cx="1583280" cy="6051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D2D17CF6-B7D5-4EEE-9495-96DF831885E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58549" y="553225"/>
                <a:ext cx="1618920" cy="64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7909F869-D428-4D8B-A658-D92D8CB268F9}"/>
                  </a:ext>
                </a:extLst>
              </p14:cNvPr>
              <p14:cNvContentPartPr/>
              <p14:nvPr/>
            </p14:nvContentPartPr>
            <p14:xfrm>
              <a:off x="3373389" y="628465"/>
              <a:ext cx="1286640" cy="38700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7909F869-D428-4D8B-A658-D92D8CB268F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55749" y="610825"/>
                <a:ext cx="1322280" cy="42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B5476CFF-197B-40AE-BDDC-8DDD2EEC2E4C}"/>
                  </a:ext>
                </a:extLst>
              </p14:cNvPr>
              <p14:cNvContentPartPr/>
              <p14:nvPr/>
            </p14:nvContentPartPr>
            <p14:xfrm>
              <a:off x="509589" y="619825"/>
              <a:ext cx="1495800" cy="6724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B5476CFF-197B-40AE-BDDC-8DDD2EEC2E4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1589" y="602185"/>
                <a:ext cx="1531440" cy="70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BB5537FE-4347-4E65-8F86-3EFA889A1BA4}"/>
                  </a:ext>
                </a:extLst>
              </p14:cNvPr>
              <p14:cNvContentPartPr/>
              <p14:nvPr/>
            </p14:nvContentPartPr>
            <p14:xfrm>
              <a:off x="8298189" y="619825"/>
              <a:ext cx="609840" cy="24480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BB5537FE-4347-4E65-8F86-3EFA889A1BA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80539" y="601825"/>
                <a:ext cx="645501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8164E769-2C50-4E54-B00F-075793048FC9}"/>
                  </a:ext>
                </a:extLst>
              </p14:cNvPr>
              <p14:cNvContentPartPr/>
              <p14:nvPr/>
            </p14:nvContentPartPr>
            <p14:xfrm>
              <a:off x="7929189" y="479785"/>
              <a:ext cx="196920" cy="46656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8164E769-2C50-4E54-B00F-075793048FC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11189" y="461785"/>
                <a:ext cx="232560" cy="50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B577448F-6B72-4DC9-B31C-614CB704CD35}"/>
                  </a:ext>
                </a:extLst>
              </p14:cNvPr>
              <p14:cNvContentPartPr/>
              <p14:nvPr/>
            </p14:nvContentPartPr>
            <p14:xfrm>
              <a:off x="9111069" y="841945"/>
              <a:ext cx="70560" cy="2196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B577448F-6B72-4DC9-B31C-614CB704CD3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093069" y="824305"/>
                <a:ext cx="10620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12291CA3-703E-4410-9E6B-ACE2F6D21A45}"/>
                  </a:ext>
                </a:extLst>
              </p14:cNvPr>
              <p14:cNvContentPartPr/>
              <p14:nvPr/>
            </p14:nvContentPartPr>
            <p14:xfrm>
              <a:off x="10042749" y="611185"/>
              <a:ext cx="355680" cy="36864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12291CA3-703E-4410-9E6B-ACE2F6D21A4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025109" y="593185"/>
                <a:ext cx="391320" cy="40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7EEECC9E-EAEA-4017-886C-C02FB5A245F9}"/>
                  </a:ext>
                </a:extLst>
              </p14:cNvPr>
              <p14:cNvContentPartPr/>
              <p14:nvPr/>
            </p14:nvContentPartPr>
            <p14:xfrm>
              <a:off x="9478989" y="632785"/>
              <a:ext cx="425880" cy="27576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7EEECC9E-EAEA-4017-886C-C02FB5A245F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461349" y="614785"/>
                <a:ext cx="46152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E9CB49E2-1AF0-4689-8ABB-5F76465F8F73}"/>
                  </a:ext>
                </a:extLst>
              </p14:cNvPr>
              <p14:cNvContentPartPr/>
              <p14:nvPr/>
            </p14:nvContentPartPr>
            <p14:xfrm>
              <a:off x="688509" y="1768585"/>
              <a:ext cx="300240" cy="44676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E9CB49E2-1AF0-4689-8ABB-5F76465F8F7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70869" y="1750945"/>
                <a:ext cx="335880" cy="48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DD8172D4-3A48-4698-BDCE-6B3A5B92D213}"/>
                  </a:ext>
                </a:extLst>
              </p14:cNvPr>
              <p14:cNvContentPartPr/>
              <p14:nvPr/>
            </p14:nvContentPartPr>
            <p14:xfrm>
              <a:off x="2762109" y="1816825"/>
              <a:ext cx="442440" cy="16596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DD8172D4-3A48-4698-BDCE-6B3A5B92D21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744109" y="1799185"/>
                <a:ext cx="47808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4392BFB8-F717-49AB-BF12-B829619AC4DA}"/>
                  </a:ext>
                </a:extLst>
              </p14:cNvPr>
              <p14:cNvContentPartPr/>
              <p14:nvPr/>
            </p14:nvContentPartPr>
            <p14:xfrm>
              <a:off x="7293789" y="1761025"/>
              <a:ext cx="468360" cy="13608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4392BFB8-F717-49AB-BF12-B829619AC4D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276149" y="1743025"/>
                <a:ext cx="50400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8A83CDE8-2913-4C63-841C-AF139F8431C9}"/>
                  </a:ext>
                </a:extLst>
              </p14:cNvPr>
              <p14:cNvContentPartPr/>
              <p14:nvPr/>
            </p14:nvContentPartPr>
            <p14:xfrm>
              <a:off x="1651509" y="1732225"/>
              <a:ext cx="747360" cy="30024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8A83CDE8-2913-4C63-841C-AF139F8431C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633860" y="1714225"/>
                <a:ext cx="783017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55FFDF09-109F-4A40-9A7D-0FD178C59818}"/>
                  </a:ext>
                </a:extLst>
              </p14:cNvPr>
              <p14:cNvContentPartPr/>
              <p14:nvPr/>
            </p14:nvContentPartPr>
            <p14:xfrm>
              <a:off x="9258309" y="1655185"/>
              <a:ext cx="234360" cy="29952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55FFDF09-109F-4A40-9A7D-0FD178C5981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240669" y="1637185"/>
                <a:ext cx="27000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1C732A31-20EE-482C-9C0D-E7F45B6C4653}"/>
                  </a:ext>
                </a:extLst>
              </p14:cNvPr>
              <p14:cNvContentPartPr/>
              <p14:nvPr/>
            </p14:nvContentPartPr>
            <p14:xfrm>
              <a:off x="8361549" y="1643665"/>
              <a:ext cx="742680" cy="29736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1C732A31-20EE-482C-9C0D-E7F45B6C465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343549" y="1625687"/>
                <a:ext cx="778320" cy="3329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E67732EF-7625-4449-8B7A-FF9391F13F6C}"/>
                  </a:ext>
                </a:extLst>
              </p14:cNvPr>
              <p14:cNvContentPartPr/>
              <p14:nvPr/>
            </p14:nvContentPartPr>
            <p14:xfrm>
              <a:off x="3398949" y="1491385"/>
              <a:ext cx="3340800" cy="140436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E67732EF-7625-4449-8B7A-FF9391F13F6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380949" y="1473745"/>
                <a:ext cx="3376440" cy="144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9136CA9A-E4CD-428A-9F03-4A445E972976}"/>
                  </a:ext>
                </a:extLst>
              </p14:cNvPr>
              <p14:cNvContentPartPr/>
              <p14:nvPr/>
            </p14:nvContentPartPr>
            <p14:xfrm>
              <a:off x="736029" y="3272305"/>
              <a:ext cx="288360" cy="37152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9136CA9A-E4CD-428A-9F03-4A445E97297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18006" y="3254322"/>
                <a:ext cx="324045" cy="4071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CF49D957-12B8-47B6-B032-86FDC52CA718}"/>
                  </a:ext>
                </a:extLst>
              </p14:cNvPr>
              <p14:cNvContentPartPr/>
              <p14:nvPr/>
            </p14:nvContentPartPr>
            <p14:xfrm>
              <a:off x="8542269" y="994585"/>
              <a:ext cx="235800" cy="20556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CF49D957-12B8-47B6-B032-86FDC52CA71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524269" y="976585"/>
                <a:ext cx="27144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CF92678B-7699-462D-821C-F801BA0E76A1}"/>
                  </a:ext>
                </a:extLst>
              </p14:cNvPr>
              <p14:cNvContentPartPr/>
              <p14:nvPr/>
            </p14:nvContentPartPr>
            <p14:xfrm>
              <a:off x="2226429" y="3209665"/>
              <a:ext cx="165240" cy="29700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CF92678B-7699-462D-821C-F801BA0E76A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208429" y="3191665"/>
                <a:ext cx="20088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09C077B6-A6AA-48BA-BF5B-0F0123B614CF}"/>
                  </a:ext>
                </a:extLst>
              </p14:cNvPr>
              <p14:cNvContentPartPr/>
              <p14:nvPr/>
            </p14:nvContentPartPr>
            <p14:xfrm>
              <a:off x="1544589" y="3243505"/>
              <a:ext cx="536400" cy="26892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09C077B6-A6AA-48BA-BF5B-0F0123B614C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526949" y="3225505"/>
                <a:ext cx="57204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607B0FB1-C1C3-4E2E-87C7-BB6FF78BC88D}"/>
                  </a:ext>
                </a:extLst>
              </p14:cNvPr>
              <p14:cNvContentPartPr/>
              <p14:nvPr/>
            </p14:nvContentPartPr>
            <p14:xfrm>
              <a:off x="7146549" y="3493345"/>
              <a:ext cx="499680" cy="31824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607B0FB1-C1C3-4E2E-87C7-BB6FF78BC88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128562" y="3475345"/>
                <a:ext cx="535294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2F7A0F0D-B39B-4153-910B-14D7085079B4}"/>
                  </a:ext>
                </a:extLst>
              </p14:cNvPr>
              <p14:cNvContentPartPr/>
              <p14:nvPr/>
            </p14:nvContentPartPr>
            <p14:xfrm>
              <a:off x="3974949" y="3359065"/>
              <a:ext cx="2674440" cy="70668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2F7A0F0D-B39B-4153-910B-14D7085079B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956949" y="3341065"/>
                <a:ext cx="2710080" cy="74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30F7972C-0647-4EEC-96EF-FF7A73B4F215}"/>
                  </a:ext>
                </a:extLst>
              </p14:cNvPr>
              <p14:cNvContentPartPr/>
              <p14:nvPr/>
            </p14:nvContentPartPr>
            <p14:xfrm>
              <a:off x="7974549" y="3192745"/>
              <a:ext cx="3543480" cy="97344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30F7972C-0647-4EEC-96EF-FF7A73B4F21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956549" y="3175105"/>
                <a:ext cx="3579120" cy="10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D51B93C7-6FBA-48C0-AE62-1942A63C700A}"/>
                  </a:ext>
                </a:extLst>
              </p14:cNvPr>
              <p14:cNvContentPartPr/>
              <p14:nvPr/>
            </p14:nvContentPartPr>
            <p14:xfrm>
              <a:off x="9808029" y="1061185"/>
              <a:ext cx="199800" cy="15624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D51B93C7-6FBA-48C0-AE62-1942A63C700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790029" y="1043545"/>
                <a:ext cx="2354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4E54D84B-1EDA-41CD-9986-0FCE5757ECA9}"/>
                  </a:ext>
                </a:extLst>
              </p14:cNvPr>
              <p14:cNvContentPartPr/>
              <p14:nvPr/>
            </p14:nvContentPartPr>
            <p14:xfrm>
              <a:off x="1495629" y="4455625"/>
              <a:ext cx="458640" cy="26244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4E54D84B-1EDA-41CD-9986-0FCE5757ECA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477615" y="4437985"/>
                <a:ext cx="494308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8981D571-95F5-45B9-936F-3AEEEFD8E809}"/>
                  </a:ext>
                </a:extLst>
              </p14:cNvPr>
              <p14:cNvContentPartPr/>
              <p14:nvPr/>
            </p14:nvContentPartPr>
            <p14:xfrm>
              <a:off x="740709" y="4464985"/>
              <a:ext cx="313560" cy="39708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8981D571-95F5-45B9-936F-3AEEEFD8E80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23069" y="4447345"/>
                <a:ext cx="349200" cy="43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6EE9E6E9-3069-439D-9737-F6B67F4D3A68}"/>
                  </a:ext>
                </a:extLst>
              </p14:cNvPr>
              <p14:cNvContentPartPr/>
              <p14:nvPr/>
            </p14:nvContentPartPr>
            <p14:xfrm>
              <a:off x="1669509" y="5355985"/>
              <a:ext cx="142560" cy="432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6EE9E6E9-3069-439D-9737-F6B67F4D3A6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651509" y="5338345"/>
                <a:ext cx="1782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E39437D3-00C7-4AC5-926B-1F0B17C168CF}"/>
                  </a:ext>
                </a:extLst>
              </p14:cNvPr>
              <p14:cNvContentPartPr/>
              <p14:nvPr/>
            </p14:nvContentPartPr>
            <p14:xfrm>
              <a:off x="1732149" y="5447785"/>
              <a:ext cx="109080" cy="1872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E39437D3-00C7-4AC5-926B-1F0B17C168C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714149" y="5429785"/>
                <a:ext cx="1447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5A0E6D9B-FC08-42E4-9B59-176185586880}"/>
                  </a:ext>
                </a:extLst>
              </p14:cNvPr>
              <p14:cNvContentPartPr/>
              <p14:nvPr/>
            </p14:nvContentPartPr>
            <p14:xfrm>
              <a:off x="2146149" y="5177785"/>
              <a:ext cx="222840" cy="2484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5A0E6D9B-FC08-42E4-9B59-17618558688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128149" y="5159785"/>
                <a:ext cx="25848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1EC8E9EF-B67C-48D5-87E4-7BB4C679E315}"/>
                  </a:ext>
                </a:extLst>
              </p14:cNvPr>
              <p14:cNvContentPartPr/>
              <p14:nvPr/>
            </p14:nvContentPartPr>
            <p14:xfrm>
              <a:off x="2530989" y="5351305"/>
              <a:ext cx="23040" cy="1620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1EC8E9EF-B67C-48D5-87E4-7BB4C679E31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512989" y="5333665"/>
                <a:ext cx="5868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E49DCEE5-FEBB-4300-A150-A5AEE7A0F6AB}"/>
                  </a:ext>
                </a:extLst>
              </p14:cNvPr>
              <p14:cNvContentPartPr/>
              <p14:nvPr/>
            </p14:nvContentPartPr>
            <p14:xfrm>
              <a:off x="2704509" y="5298745"/>
              <a:ext cx="135000" cy="45396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E49DCEE5-FEBB-4300-A150-A5AEE7A0F6A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686509" y="5280745"/>
                <a:ext cx="170640" cy="48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FC37DD4F-2B6A-42F0-A119-E198F466F5C2}"/>
                  </a:ext>
                </a:extLst>
              </p14:cNvPr>
              <p14:cNvContentPartPr/>
              <p14:nvPr/>
            </p14:nvContentPartPr>
            <p14:xfrm>
              <a:off x="2661309" y="5178865"/>
              <a:ext cx="244800" cy="1440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FC37DD4F-2B6A-42F0-A119-E198F466F5C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643309" y="5160865"/>
                <a:ext cx="28044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A27F8A09-2FE9-473C-BAAF-DDDD3109E50F}"/>
                  </a:ext>
                </a:extLst>
              </p14:cNvPr>
              <p14:cNvContentPartPr/>
              <p14:nvPr/>
            </p14:nvContentPartPr>
            <p14:xfrm>
              <a:off x="2088189" y="5069425"/>
              <a:ext cx="921240" cy="540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A27F8A09-2FE9-473C-BAAF-DDDD3109E50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070549" y="5051425"/>
                <a:ext cx="95688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BE2ED140-FAA7-495A-9C8A-314BED95E34D}"/>
                  </a:ext>
                </a:extLst>
              </p14:cNvPr>
              <p14:cNvContentPartPr/>
              <p14:nvPr/>
            </p14:nvContentPartPr>
            <p14:xfrm>
              <a:off x="2078829" y="5286505"/>
              <a:ext cx="302760" cy="19728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BE2ED140-FAA7-495A-9C8A-314BED95E34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060850" y="5268505"/>
                <a:ext cx="338358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7D73BA6C-390A-4DEB-AC0D-D2AD555E203E}"/>
                  </a:ext>
                </a:extLst>
              </p14:cNvPr>
              <p14:cNvContentPartPr/>
              <p14:nvPr/>
            </p14:nvContentPartPr>
            <p14:xfrm>
              <a:off x="1063269" y="5283985"/>
              <a:ext cx="358560" cy="48024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7D73BA6C-390A-4DEB-AC0D-D2AD555E203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45611" y="5266345"/>
                <a:ext cx="394236" cy="51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BB2CD84A-62A4-4B46-8F26-1A0C704F4A5B}"/>
                  </a:ext>
                </a:extLst>
              </p14:cNvPr>
              <p14:cNvContentPartPr/>
              <p14:nvPr/>
            </p14:nvContentPartPr>
            <p14:xfrm>
              <a:off x="677709" y="5240785"/>
              <a:ext cx="252720" cy="23688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BB2CD84A-62A4-4B46-8F26-1A0C704F4A5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60069" y="5223145"/>
                <a:ext cx="28836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84" name="Cerneală 183">
                <a:extLst>
                  <a:ext uri="{FF2B5EF4-FFF2-40B4-BE49-F238E27FC236}">
                    <a16:creationId xmlns:a16="http://schemas.microsoft.com/office/drawing/2014/main" id="{15B950C0-A42F-4F77-9B02-99681F164407}"/>
                  </a:ext>
                </a:extLst>
              </p14:cNvPr>
              <p14:cNvContentPartPr/>
              <p14:nvPr/>
            </p14:nvContentPartPr>
            <p14:xfrm>
              <a:off x="4653549" y="4741105"/>
              <a:ext cx="4019400" cy="1413360"/>
            </p14:xfrm>
          </p:contentPart>
        </mc:Choice>
        <mc:Fallback xmlns="">
          <p:pic>
            <p:nvPicPr>
              <p:cNvPr id="184" name="Cerneală 183">
                <a:extLst>
                  <a:ext uri="{FF2B5EF4-FFF2-40B4-BE49-F238E27FC236}">
                    <a16:creationId xmlns:a16="http://schemas.microsoft.com/office/drawing/2014/main" id="{15B950C0-A42F-4F77-9B02-99681F16440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635909" y="4723105"/>
                <a:ext cx="4055040" cy="144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41610403-3C1D-4A13-9961-D35C281D64FB}"/>
                  </a:ext>
                </a:extLst>
              </p14:cNvPr>
              <p14:cNvContentPartPr/>
              <p14:nvPr/>
            </p14:nvContentPartPr>
            <p14:xfrm>
              <a:off x="10679229" y="521905"/>
              <a:ext cx="861480" cy="69192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41610403-3C1D-4A13-9961-D35C281D64F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0661229" y="504265"/>
                <a:ext cx="897120" cy="72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609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2255563" y="2057415"/>
            <a:ext cx="667504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3200" b="1" dirty="0">
                <a:solidFill>
                  <a:srgbClr val="0000FF"/>
                </a:solidFill>
              </a:rPr>
              <a:t>Logica de același tip</a:t>
            </a:r>
          </a:p>
          <a:p>
            <a:endParaRPr lang="ro-RO" sz="3200" b="1" dirty="0">
              <a:solidFill>
                <a:srgbClr val="FF0000"/>
              </a:solidFill>
            </a:endParaRPr>
          </a:p>
          <a:p>
            <a:r>
              <a:rPr lang="ro-RO" sz="3200" b="1" i="1" dirty="0"/>
              <a:t>Exemplu: circuit pentru adunare cu 3 </a:t>
            </a:r>
          </a:p>
        </p:txBody>
      </p:sp>
    </p:spTree>
    <p:extLst>
      <p:ext uri="{BB962C8B-B14F-4D97-AF65-F5344CB8AC3E}">
        <p14:creationId xmlns:p14="http://schemas.microsoft.com/office/powerpoint/2010/main" val="10703107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Logica de același tip  – </a:t>
            </a:r>
            <a:r>
              <a:rPr lang="ro-RO" b="1" dirty="0">
                <a:solidFill>
                  <a:srgbClr val="FF0000"/>
                </a:solidFill>
              </a:rPr>
              <a:t>NAND – NAND </a:t>
            </a:r>
          </a:p>
          <a:p>
            <a:r>
              <a:rPr lang="ro-RO" b="1" i="1" dirty="0"/>
              <a:t>Exemple de utilizare: circuit pentru adunare cu 3 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1708065B-F485-449C-B2C7-CEB544FC4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051586"/>
            <a:ext cx="3629025" cy="29908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45A0AB0C-EF55-4AF2-9934-A3BF48AF8FAB}"/>
                  </a:ext>
                </a:extLst>
              </p14:cNvPr>
              <p14:cNvContentPartPr/>
              <p14:nvPr/>
            </p14:nvContentPartPr>
            <p14:xfrm>
              <a:off x="4778829" y="1228945"/>
              <a:ext cx="297000" cy="2088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45A0AB0C-EF55-4AF2-9934-A3BF48AF8F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60829" y="1210945"/>
                <a:ext cx="33264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3E9931E1-EFAE-4B27-8F7E-8AD94E1E42FD}"/>
                  </a:ext>
                </a:extLst>
              </p14:cNvPr>
              <p14:cNvContentPartPr/>
              <p14:nvPr/>
            </p14:nvContentPartPr>
            <p14:xfrm>
              <a:off x="11466909" y="841945"/>
              <a:ext cx="183240" cy="2898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3E9931E1-EFAE-4B27-8F7E-8AD94E1E42F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448874" y="824305"/>
                <a:ext cx="21895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006E1BF7-604A-46E2-93BB-FD595C477DD2}"/>
                  </a:ext>
                </a:extLst>
              </p14:cNvPr>
              <p14:cNvContentPartPr/>
              <p14:nvPr/>
            </p14:nvContentPartPr>
            <p14:xfrm>
              <a:off x="10526949" y="818545"/>
              <a:ext cx="764640" cy="3441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006E1BF7-604A-46E2-93BB-FD595C477DD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509309" y="800887"/>
                <a:ext cx="800280" cy="3798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8280770D-0D2E-4807-A1E8-C33624287D34}"/>
                  </a:ext>
                </a:extLst>
              </p14:cNvPr>
              <p14:cNvContentPartPr/>
              <p14:nvPr/>
            </p14:nvContentPartPr>
            <p14:xfrm>
              <a:off x="9052029" y="724585"/>
              <a:ext cx="958320" cy="6584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8280770D-0D2E-4807-A1E8-C33624287D3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034036" y="706945"/>
                <a:ext cx="993947" cy="69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63B8541C-7118-47FA-8EC6-7CE9F3B870C4}"/>
                  </a:ext>
                </a:extLst>
              </p14:cNvPr>
              <p14:cNvContentPartPr/>
              <p14:nvPr/>
            </p14:nvContentPartPr>
            <p14:xfrm>
              <a:off x="7472349" y="945985"/>
              <a:ext cx="1037520" cy="27720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63B8541C-7118-47FA-8EC6-7CE9F3B870C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454349" y="927985"/>
                <a:ext cx="107316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5C44CFC6-2942-4268-98A6-6AD16BE8EF68}"/>
                  </a:ext>
                </a:extLst>
              </p14:cNvPr>
              <p14:cNvContentPartPr/>
              <p14:nvPr/>
            </p14:nvContentPartPr>
            <p14:xfrm>
              <a:off x="5365629" y="934465"/>
              <a:ext cx="1572840" cy="58104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5C44CFC6-2942-4268-98A6-6AD16BE8EF6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347625" y="916814"/>
                <a:ext cx="1608488" cy="6167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2B8F26B5-3F63-41F5-AEA0-2C79060C9016}"/>
                  </a:ext>
                </a:extLst>
              </p14:cNvPr>
              <p14:cNvContentPartPr/>
              <p14:nvPr/>
            </p14:nvContentPartPr>
            <p14:xfrm>
              <a:off x="5278869" y="2015905"/>
              <a:ext cx="2386080" cy="83592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2B8F26B5-3F63-41F5-AEA0-2C79060C901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261229" y="1997905"/>
                <a:ext cx="2421720" cy="87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D611D342-95CC-4BC9-B074-5D20B0BB3531}"/>
                  </a:ext>
                </a:extLst>
              </p14:cNvPr>
              <p14:cNvContentPartPr/>
              <p14:nvPr/>
            </p14:nvContentPartPr>
            <p14:xfrm>
              <a:off x="8301429" y="2210305"/>
              <a:ext cx="231120" cy="11664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D611D342-95CC-4BC9-B074-5D20B0BB353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283429" y="2192305"/>
                <a:ext cx="26676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CD9975D8-2C71-45CD-A33F-3DE0D31ABEE1}"/>
                  </a:ext>
                </a:extLst>
              </p14:cNvPr>
              <p14:cNvContentPartPr/>
              <p14:nvPr/>
            </p14:nvContentPartPr>
            <p14:xfrm>
              <a:off x="7878069" y="2126785"/>
              <a:ext cx="243000" cy="31392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CD9975D8-2C71-45CD-A33F-3DE0D31ABEE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860069" y="2108785"/>
                <a:ext cx="27864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4423D0EB-0C3B-4B44-8A5E-345352C5C6DE}"/>
                  </a:ext>
                </a:extLst>
              </p14:cNvPr>
              <p14:cNvContentPartPr/>
              <p14:nvPr/>
            </p14:nvContentPartPr>
            <p14:xfrm>
              <a:off x="8652789" y="1977385"/>
              <a:ext cx="1132560" cy="5832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4423D0EB-0C3B-4B44-8A5E-345352C5C6D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635149" y="1959745"/>
                <a:ext cx="116820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ABB643AC-28F1-4BBB-9388-2A34A66203E4}"/>
                  </a:ext>
                </a:extLst>
              </p14:cNvPr>
              <p14:cNvContentPartPr/>
              <p14:nvPr/>
            </p14:nvContentPartPr>
            <p14:xfrm>
              <a:off x="8744229" y="2127145"/>
              <a:ext cx="720720" cy="46656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ABB643AC-28F1-4BBB-9388-2A34A66203E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726229" y="2109145"/>
                <a:ext cx="756360" cy="50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D5E8D51D-3637-4D24-9DAA-7BA2A9A1994D}"/>
                  </a:ext>
                </a:extLst>
              </p14:cNvPr>
              <p14:cNvContentPartPr/>
              <p14:nvPr/>
            </p14:nvContentPartPr>
            <p14:xfrm>
              <a:off x="10486269" y="2941465"/>
              <a:ext cx="1059480" cy="17712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D5E8D51D-3637-4D24-9DAA-7BA2A9A1994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468629" y="2923825"/>
                <a:ext cx="109512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3D679A03-70EC-4FF3-846A-4AD7B740A53F}"/>
                  </a:ext>
                </a:extLst>
              </p14:cNvPr>
              <p14:cNvContentPartPr/>
              <p14:nvPr/>
            </p14:nvContentPartPr>
            <p14:xfrm>
              <a:off x="7969149" y="2837065"/>
              <a:ext cx="1985040" cy="63756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3D679A03-70EC-4FF3-846A-4AD7B740A53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951509" y="2819065"/>
                <a:ext cx="2020680" cy="67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76B491AD-8239-4E38-AFAB-2CD8D1724C7E}"/>
                  </a:ext>
                </a:extLst>
              </p14:cNvPr>
              <p14:cNvContentPartPr/>
              <p14:nvPr/>
            </p14:nvContentPartPr>
            <p14:xfrm>
              <a:off x="6074109" y="2993665"/>
              <a:ext cx="1507320" cy="100800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76B491AD-8239-4E38-AFAB-2CD8D1724C7E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056469" y="2975665"/>
                <a:ext cx="1542960" cy="10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8398C7AD-8948-4801-B6AB-D6A826F743CF}"/>
                  </a:ext>
                </a:extLst>
              </p14:cNvPr>
              <p14:cNvContentPartPr/>
              <p14:nvPr/>
            </p14:nvContentPartPr>
            <p14:xfrm>
              <a:off x="10199349" y="4220185"/>
              <a:ext cx="205920" cy="11376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8398C7AD-8948-4801-B6AB-D6A826F743C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181349" y="4202185"/>
                <a:ext cx="24156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61607ED8-ABDC-41B8-91DC-4555E9144184}"/>
                  </a:ext>
                </a:extLst>
              </p14:cNvPr>
              <p14:cNvContentPartPr/>
              <p14:nvPr/>
            </p14:nvContentPartPr>
            <p14:xfrm>
              <a:off x="10568349" y="4308025"/>
              <a:ext cx="9720" cy="432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61607ED8-ABDC-41B8-91DC-4555E914418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550349" y="4290385"/>
                <a:ext cx="453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2CDECE51-DCD1-47FA-8C55-7DA5B2D1C0DC}"/>
                  </a:ext>
                </a:extLst>
              </p14:cNvPr>
              <p14:cNvContentPartPr/>
              <p14:nvPr/>
            </p14:nvContentPartPr>
            <p14:xfrm>
              <a:off x="10839069" y="4069345"/>
              <a:ext cx="46080" cy="4716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2CDECE51-DCD1-47FA-8C55-7DA5B2D1C0D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821429" y="4051705"/>
                <a:ext cx="8172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24E3DAC8-E593-4184-BC62-DC4D57A69B55}"/>
                  </a:ext>
                </a:extLst>
              </p14:cNvPr>
              <p14:cNvContentPartPr/>
              <p14:nvPr/>
            </p14:nvContentPartPr>
            <p14:xfrm>
              <a:off x="10862109" y="4182025"/>
              <a:ext cx="157680" cy="14400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24E3DAC8-E593-4184-BC62-DC4D57A69B55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844150" y="4164385"/>
                <a:ext cx="193239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07BD876A-161D-4C2E-A137-DCD2790C4639}"/>
                  </a:ext>
                </a:extLst>
              </p14:cNvPr>
              <p14:cNvContentPartPr/>
              <p14:nvPr/>
            </p14:nvContentPartPr>
            <p14:xfrm>
              <a:off x="11241909" y="4637785"/>
              <a:ext cx="677880" cy="51516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07BD876A-161D-4C2E-A137-DCD2790C4639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1224269" y="4619785"/>
                <a:ext cx="713520" cy="55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86B2DC5F-FD3A-4B0B-95C8-2890A6944C48}"/>
                  </a:ext>
                </a:extLst>
              </p14:cNvPr>
              <p14:cNvContentPartPr/>
              <p14:nvPr/>
            </p14:nvContentPartPr>
            <p14:xfrm>
              <a:off x="10385109" y="4735345"/>
              <a:ext cx="397440" cy="20772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86B2DC5F-FD3A-4B0B-95C8-2890A6944C48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0367469" y="4717705"/>
                <a:ext cx="43308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8A579936-53A8-4234-99A1-95E54C2E0341}"/>
                  </a:ext>
                </a:extLst>
              </p14:cNvPr>
              <p14:cNvContentPartPr/>
              <p14:nvPr/>
            </p14:nvContentPartPr>
            <p14:xfrm>
              <a:off x="428229" y="4111825"/>
              <a:ext cx="9440280" cy="233748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8A579936-53A8-4234-99A1-95E54C2E0341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10229" y="4093825"/>
                <a:ext cx="9475920" cy="237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03137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Logica de același tip  – </a:t>
            </a:r>
            <a:r>
              <a:rPr lang="ro-RO" b="1" dirty="0">
                <a:solidFill>
                  <a:srgbClr val="FF0000"/>
                </a:solidFill>
              </a:rPr>
              <a:t>NAND – NAND </a:t>
            </a:r>
          </a:p>
          <a:p>
            <a:r>
              <a:rPr lang="ro-RO" b="1" i="1" dirty="0"/>
              <a:t>Exemple de utilizare: circuit pentru adunare cu 3 </a:t>
            </a: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0554EE05-57FA-4662-BD46-93604E4DC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051586"/>
            <a:ext cx="3629025" cy="2990850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83676CC7-9ECF-49A7-9283-BF19FAC27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781" y="1051586"/>
            <a:ext cx="1543050" cy="5143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85A2F8B1-0C6F-4334-8521-A827214B8643}"/>
                  </a:ext>
                </a:extLst>
              </p14:cNvPr>
              <p14:cNvContentPartPr/>
              <p14:nvPr/>
            </p14:nvContentPartPr>
            <p14:xfrm>
              <a:off x="2502189" y="4434385"/>
              <a:ext cx="287280" cy="39600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85A2F8B1-0C6F-4334-8521-A827214B864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84549" y="4416385"/>
                <a:ext cx="32292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5E7366B9-A305-46EA-8CF3-845138FAAECA}"/>
                  </a:ext>
                </a:extLst>
              </p14:cNvPr>
              <p14:cNvContentPartPr/>
              <p14:nvPr/>
            </p14:nvContentPartPr>
            <p14:xfrm>
              <a:off x="2983509" y="4778545"/>
              <a:ext cx="360" cy="3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5E7366B9-A305-46EA-8CF3-845138FAAEC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65509" y="476090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CE26B131-D853-4DB7-B2EF-57D80BD28A6B}"/>
                  </a:ext>
                </a:extLst>
              </p14:cNvPr>
              <p14:cNvContentPartPr/>
              <p14:nvPr/>
            </p14:nvContentPartPr>
            <p14:xfrm>
              <a:off x="2025549" y="4456345"/>
              <a:ext cx="300240" cy="29160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CE26B131-D853-4DB7-B2EF-57D80BD28A6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07909" y="4438705"/>
                <a:ext cx="33588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249DAD10-343B-41AC-8752-4B7F40CB0912}"/>
                  </a:ext>
                </a:extLst>
              </p14:cNvPr>
              <p14:cNvContentPartPr/>
              <p14:nvPr/>
            </p14:nvContentPartPr>
            <p14:xfrm>
              <a:off x="1573389" y="4422505"/>
              <a:ext cx="259920" cy="3834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249DAD10-343B-41AC-8752-4B7F40CB091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55749" y="4404865"/>
                <a:ext cx="295560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84359CA5-E781-41E4-BB5F-90E94F03AD72}"/>
                  </a:ext>
                </a:extLst>
              </p14:cNvPr>
              <p14:cNvContentPartPr/>
              <p14:nvPr/>
            </p14:nvContentPartPr>
            <p14:xfrm>
              <a:off x="707229" y="4359865"/>
              <a:ext cx="740880" cy="47160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84359CA5-E781-41E4-BB5F-90E94F03AD7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89589" y="4342225"/>
                <a:ext cx="776520" cy="50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1F32F80D-1F55-4AB1-B299-C2043A177ADF}"/>
                  </a:ext>
                </a:extLst>
              </p14:cNvPr>
              <p14:cNvContentPartPr/>
              <p14:nvPr/>
            </p14:nvContentPartPr>
            <p14:xfrm>
              <a:off x="3126429" y="893425"/>
              <a:ext cx="425880" cy="321048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1F32F80D-1F55-4AB1-B299-C2043A177AD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08789" y="875425"/>
                <a:ext cx="461520" cy="324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0171FF71-E8FD-49C3-8EB3-2D61A942A2F9}"/>
                  </a:ext>
                </a:extLst>
              </p14:cNvPr>
              <p14:cNvContentPartPr/>
              <p14:nvPr/>
            </p14:nvContentPartPr>
            <p14:xfrm>
              <a:off x="1588509" y="985585"/>
              <a:ext cx="435240" cy="30682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0171FF71-E8FD-49C3-8EB3-2D61A942A2F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70869" y="967585"/>
                <a:ext cx="470880" cy="310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E81B4DF9-A611-4F76-9D77-A7878125B3A3}"/>
                  </a:ext>
                </a:extLst>
              </p14:cNvPr>
              <p14:cNvContentPartPr/>
              <p14:nvPr/>
            </p14:nvContentPartPr>
            <p14:xfrm>
              <a:off x="6470469" y="1295905"/>
              <a:ext cx="360000" cy="3924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E81B4DF9-A611-4F76-9D77-A7878125B3A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452829" y="1278265"/>
                <a:ext cx="39564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3C1AB445-A8FA-4608-9BDF-90AFE10B35FF}"/>
                  </a:ext>
                </a:extLst>
              </p14:cNvPr>
              <p14:cNvContentPartPr/>
              <p14:nvPr/>
            </p14:nvContentPartPr>
            <p14:xfrm>
              <a:off x="7120269" y="877225"/>
              <a:ext cx="2017440" cy="49032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3C1AB445-A8FA-4608-9BDF-90AFE10B35F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102629" y="859572"/>
                <a:ext cx="2053080" cy="5259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D75EE83E-AD95-4C01-939A-11D2AC77CE4C}"/>
                  </a:ext>
                </a:extLst>
              </p14:cNvPr>
              <p14:cNvContentPartPr/>
              <p14:nvPr/>
            </p14:nvContentPartPr>
            <p14:xfrm>
              <a:off x="10144629" y="2461585"/>
              <a:ext cx="722520" cy="44388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D75EE83E-AD95-4C01-939A-11D2AC77CE4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126980" y="2443585"/>
                <a:ext cx="758178" cy="47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DF40CD51-DAF1-4152-B860-F3E622787BC3}"/>
                  </a:ext>
                </a:extLst>
              </p14:cNvPr>
              <p14:cNvContentPartPr/>
              <p14:nvPr/>
            </p14:nvContentPartPr>
            <p14:xfrm>
              <a:off x="6010749" y="2170345"/>
              <a:ext cx="3784680" cy="84564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DF40CD51-DAF1-4152-B860-F3E622787BC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992749" y="2152353"/>
                <a:ext cx="3820320" cy="88126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15144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Logica de același tip  – </a:t>
            </a:r>
            <a:r>
              <a:rPr lang="ro-RO" b="1" dirty="0">
                <a:solidFill>
                  <a:srgbClr val="FF0000"/>
                </a:solidFill>
              </a:rPr>
              <a:t>NAND – NAND </a:t>
            </a:r>
          </a:p>
          <a:p>
            <a:r>
              <a:rPr lang="ro-RO" b="1" i="1" dirty="0"/>
              <a:t>Exemple de utilizare: circuit pentru adunare cu 3 </a:t>
            </a: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0554EE05-57FA-4662-BD46-93604E4DC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051586"/>
            <a:ext cx="3629025" cy="2990850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21DAF037-CD05-4D79-9C02-63186106B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20" y="1051586"/>
            <a:ext cx="3848100" cy="13335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8B42FEC8-5F64-4DB5-953C-AC8AB0842179}"/>
                  </a:ext>
                </a:extLst>
              </p14:cNvPr>
              <p14:cNvContentPartPr/>
              <p14:nvPr/>
            </p14:nvContentPartPr>
            <p14:xfrm>
              <a:off x="899109" y="1406065"/>
              <a:ext cx="998640" cy="29700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8B42FEC8-5F64-4DB5-953C-AC8AB084217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1469" y="1388425"/>
                <a:ext cx="103428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C16AFBB2-AB26-49D6-B6A8-57100F2AF198}"/>
                  </a:ext>
                </a:extLst>
              </p14:cNvPr>
              <p14:cNvContentPartPr/>
              <p14:nvPr/>
            </p14:nvContentPartPr>
            <p14:xfrm>
              <a:off x="927549" y="2382025"/>
              <a:ext cx="951120" cy="25128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C16AFBB2-AB26-49D6-B6A8-57100F2AF19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9549" y="2364385"/>
                <a:ext cx="98676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13A86F0E-5112-4D37-8803-B65BCF1E681C}"/>
                  </a:ext>
                </a:extLst>
              </p14:cNvPr>
              <p14:cNvContentPartPr/>
              <p14:nvPr/>
            </p14:nvContentPartPr>
            <p14:xfrm>
              <a:off x="916749" y="2716465"/>
              <a:ext cx="991800" cy="32940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13A86F0E-5112-4D37-8803-B65BCF1E681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98749" y="2698465"/>
                <a:ext cx="102744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47C22340-9980-4BED-945C-54E57A0828DB}"/>
                  </a:ext>
                </a:extLst>
              </p14:cNvPr>
              <p14:cNvContentPartPr/>
              <p14:nvPr/>
            </p14:nvContentPartPr>
            <p14:xfrm>
              <a:off x="914229" y="3618985"/>
              <a:ext cx="969120" cy="24552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47C22340-9980-4BED-945C-54E57A0828D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6589" y="3600985"/>
                <a:ext cx="100476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9DA58687-4C47-4D98-A638-E663E7CCA4B3}"/>
                  </a:ext>
                </a:extLst>
              </p14:cNvPr>
              <p14:cNvContentPartPr/>
              <p14:nvPr/>
            </p14:nvContentPartPr>
            <p14:xfrm>
              <a:off x="2097909" y="1000345"/>
              <a:ext cx="1694160" cy="303372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9DA58687-4C47-4D98-A638-E663E7CCA4B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80269" y="982705"/>
                <a:ext cx="1729800" cy="30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93CE9DD9-6AE6-44C6-A479-4D709D554526}"/>
                  </a:ext>
                </a:extLst>
              </p14:cNvPr>
              <p14:cNvContentPartPr/>
              <p14:nvPr/>
            </p14:nvContentPartPr>
            <p14:xfrm>
              <a:off x="4357989" y="2656345"/>
              <a:ext cx="2839320" cy="241272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93CE9DD9-6AE6-44C6-A479-4D709D55452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340349" y="2638705"/>
                <a:ext cx="2874960" cy="244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0BB82AD1-C70E-4DB1-9C38-2FFA33E35D47}"/>
                  </a:ext>
                </a:extLst>
              </p14:cNvPr>
              <p14:cNvContentPartPr/>
              <p14:nvPr/>
            </p14:nvContentPartPr>
            <p14:xfrm>
              <a:off x="9668349" y="3666865"/>
              <a:ext cx="167760" cy="3060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0BB82AD1-C70E-4DB1-9C38-2FFA33E35D4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650349" y="3649225"/>
                <a:ext cx="20340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DD5E236F-3588-4A87-A0A0-01BEAE16BC57}"/>
                  </a:ext>
                </a:extLst>
              </p14:cNvPr>
              <p14:cNvContentPartPr/>
              <p14:nvPr/>
            </p14:nvContentPartPr>
            <p14:xfrm>
              <a:off x="9702189" y="3801505"/>
              <a:ext cx="245160" cy="576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DD5E236F-3588-4A87-A0A0-01BEAE16BC5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684189" y="3783865"/>
                <a:ext cx="28080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D85AFEAE-F214-4B3B-8ACC-B85F95B5A35C}"/>
                  </a:ext>
                </a:extLst>
              </p14:cNvPr>
              <p14:cNvContentPartPr/>
              <p14:nvPr/>
            </p14:nvContentPartPr>
            <p14:xfrm>
              <a:off x="10226709" y="3296065"/>
              <a:ext cx="46440" cy="125208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D85AFEAE-F214-4B3B-8ACC-B85F95B5A35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208709" y="3278425"/>
                <a:ext cx="82080" cy="12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BC2AD187-0CF1-4179-BB2F-853362708FAB}"/>
                  </a:ext>
                </a:extLst>
              </p14:cNvPr>
              <p14:cNvContentPartPr/>
              <p14:nvPr/>
            </p14:nvContentPartPr>
            <p14:xfrm>
              <a:off x="10664469" y="3480025"/>
              <a:ext cx="34560" cy="20124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BC2AD187-0CF1-4179-BB2F-853362708FA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646829" y="3462025"/>
                <a:ext cx="7020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E892A797-ADC0-4667-A1D0-1F0861A25305}"/>
                  </a:ext>
                </a:extLst>
              </p14:cNvPr>
              <p14:cNvContentPartPr/>
              <p14:nvPr/>
            </p14:nvContentPartPr>
            <p14:xfrm>
              <a:off x="10409589" y="3291745"/>
              <a:ext cx="230400" cy="1008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E892A797-ADC0-4667-A1D0-1F0861A2530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391949" y="3273745"/>
                <a:ext cx="2660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73C0E6D3-92D6-4D79-8161-C2CC0B84BF56}"/>
                  </a:ext>
                </a:extLst>
              </p14:cNvPr>
              <p14:cNvContentPartPr/>
              <p14:nvPr/>
            </p14:nvContentPartPr>
            <p14:xfrm>
              <a:off x="10958229" y="3225145"/>
              <a:ext cx="212760" cy="1872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73C0E6D3-92D6-4D79-8161-C2CC0B84BF5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940229" y="3207505"/>
                <a:ext cx="24840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63AEB9D6-79C7-4BDC-8506-2D06C4B26DDA}"/>
                  </a:ext>
                </a:extLst>
              </p14:cNvPr>
              <p14:cNvContentPartPr/>
              <p14:nvPr/>
            </p14:nvContentPartPr>
            <p14:xfrm>
              <a:off x="10953549" y="3373465"/>
              <a:ext cx="396000" cy="27360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63AEB9D6-79C7-4BDC-8506-2D06C4B26DD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935565" y="3355465"/>
                <a:ext cx="431608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4CADA76D-0F7E-4949-88FA-85BC7423D28E}"/>
                  </a:ext>
                </a:extLst>
              </p14:cNvPr>
              <p14:cNvContentPartPr/>
              <p14:nvPr/>
            </p14:nvContentPartPr>
            <p14:xfrm>
              <a:off x="10404549" y="3397225"/>
              <a:ext cx="148320" cy="19044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4CADA76D-0F7E-4949-88FA-85BC7423D28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386549" y="3379552"/>
                <a:ext cx="183960" cy="2261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20F8BCAF-C944-4567-8956-54677330944A}"/>
                  </a:ext>
                </a:extLst>
              </p14:cNvPr>
              <p14:cNvContentPartPr/>
              <p14:nvPr/>
            </p14:nvContentPartPr>
            <p14:xfrm>
              <a:off x="7435269" y="2930665"/>
              <a:ext cx="2127600" cy="190548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20F8BCAF-C944-4567-8956-54677330944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417269" y="2912665"/>
                <a:ext cx="2163240" cy="19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91B3739A-17ED-4209-A82D-61F045CFA318}"/>
                  </a:ext>
                </a:extLst>
              </p14:cNvPr>
              <p14:cNvContentPartPr/>
              <p14:nvPr/>
            </p14:nvContentPartPr>
            <p14:xfrm>
              <a:off x="10793349" y="4239625"/>
              <a:ext cx="30240" cy="16128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91B3739A-17ED-4209-A82D-61F045CFA31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775349" y="4221625"/>
                <a:ext cx="6588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634FE71A-A203-400A-8734-EB1BAAEE3898}"/>
                  </a:ext>
                </a:extLst>
              </p14:cNvPr>
              <p14:cNvContentPartPr/>
              <p14:nvPr/>
            </p14:nvContentPartPr>
            <p14:xfrm>
              <a:off x="11507949" y="3171145"/>
              <a:ext cx="99360" cy="135828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634FE71A-A203-400A-8734-EB1BAAEE389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489949" y="3153145"/>
                <a:ext cx="135000" cy="139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1D552861-B8CF-4F11-8582-C50ADE538209}"/>
                  </a:ext>
                </a:extLst>
              </p14:cNvPr>
              <p14:cNvContentPartPr/>
              <p14:nvPr/>
            </p14:nvContentPartPr>
            <p14:xfrm>
              <a:off x="11020869" y="4080865"/>
              <a:ext cx="397080" cy="28368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1D552861-B8CF-4F11-8582-C50ADE53820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1002885" y="4063225"/>
                <a:ext cx="432688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00E3D7AE-487F-42BE-ADDC-8278A130B7C5}"/>
                  </a:ext>
                </a:extLst>
              </p14:cNvPr>
              <p14:cNvContentPartPr/>
              <p14:nvPr/>
            </p14:nvContentPartPr>
            <p14:xfrm>
              <a:off x="10505709" y="4071145"/>
              <a:ext cx="169560" cy="22068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00E3D7AE-487F-42BE-ADDC-8278A130B7C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487709" y="4053145"/>
                <a:ext cx="20520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0BBD0A42-F75A-4569-9762-889F287F626A}"/>
                  </a:ext>
                </a:extLst>
              </p14:cNvPr>
              <p14:cNvContentPartPr/>
              <p14:nvPr/>
            </p14:nvContentPartPr>
            <p14:xfrm>
              <a:off x="7083909" y="5510425"/>
              <a:ext cx="500400" cy="74556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0BBD0A42-F75A-4569-9762-889F287F626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065909" y="5492434"/>
                <a:ext cx="536040" cy="7811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97B269F0-7E53-4744-B159-A177CEDF73D4}"/>
                  </a:ext>
                </a:extLst>
              </p14:cNvPr>
              <p14:cNvContentPartPr/>
              <p14:nvPr/>
            </p14:nvContentPartPr>
            <p14:xfrm>
              <a:off x="7878069" y="5428345"/>
              <a:ext cx="2686680" cy="83772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97B269F0-7E53-4744-B159-A177CEDF73D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860069" y="5410705"/>
                <a:ext cx="2722320" cy="87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00" name="Cerneală 199">
                <a:extLst>
                  <a:ext uri="{FF2B5EF4-FFF2-40B4-BE49-F238E27FC236}">
                    <a16:creationId xmlns:a16="http://schemas.microsoft.com/office/drawing/2014/main" id="{866BFF16-390B-4476-B006-BD8532385033}"/>
                  </a:ext>
                </a:extLst>
              </p14:cNvPr>
              <p14:cNvContentPartPr/>
              <p14:nvPr/>
            </p14:nvContentPartPr>
            <p14:xfrm>
              <a:off x="10852389" y="5616265"/>
              <a:ext cx="412200" cy="566280"/>
            </p14:xfrm>
          </p:contentPart>
        </mc:Choice>
        <mc:Fallback xmlns="">
          <p:pic>
            <p:nvPicPr>
              <p:cNvPr id="200" name="Cerneală 199">
                <a:extLst>
                  <a:ext uri="{FF2B5EF4-FFF2-40B4-BE49-F238E27FC236}">
                    <a16:creationId xmlns:a16="http://schemas.microsoft.com/office/drawing/2014/main" id="{866BFF16-390B-4476-B006-BD853238503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834389" y="5598265"/>
                <a:ext cx="447840" cy="60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08" name="Cerneală 207">
                <a:extLst>
                  <a:ext uri="{FF2B5EF4-FFF2-40B4-BE49-F238E27FC236}">
                    <a16:creationId xmlns:a16="http://schemas.microsoft.com/office/drawing/2014/main" id="{D9FD3953-DFB8-4377-9A2E-F4ACDAFFD3B5}"/>
                  </a:ext>
                </a:extLst>
              </p14:cNvPr>
              <p14:cNvContentPartPr/>
              <p14:nvPr/>
            </p14:nvContentPartPr>
            <p14:xfrm>
              <a:off x="5654349" y="6174265"/>
              <a:ext cx="360" cy="360"/>
            </p14:xfrm>
          </p:contentPart>
        </mc:Choice>
        <mc:Fallback xmlns="">
          <p:pic>
            <p:nvPicPr>
              <p:cNvPr id="208" name="Cerneală 207">
                <a:extLst>
                  <a:ext uri="{FF2B5EF4-FFF2-40B4-BE49-F238E27FC236}">
                    <a16:creationId xmlns:a16="http://schemas.microsoft.com/office/drawing/2014/main" id="{D9FD3953-DFB8-4377-9A2E-F4ACDAFFD3B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636709" y="615626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09" name="Cerneală 208">
                <a:extLst>
                  <a:ext uri="{FF2B5EF4-FFF2-40B4-BE49-F238E27FC236}">
                    <a16:creationId xmlns:a16="http://schemas.microsoft.com/office/drawing/2014/main" id="{9F52EE6F-815D-46FF-9A34-39A66C99A440}"/>
                  </a:ext>
                </a:extLst>
              </p14:cNvPr>
              <p14:cNvContentPartPr/>
              <p14:nvPr/>
            </p14:nvContentPartPr>
            <p14:xfrm>
              <a:off x="3536829" y="5333665"/>
              <a:ext cx="1917360" cy="885240"/>
            </p14:xfrm>
          </p:contentPart>
        </mc:Choice>
        <mc:Fallback xmlns="">
          <p:pic>
            <p:nvPicPr>
              <p:cNvPr id="209" name="Cerneală 208">
                <a:extLst>
                  <a:ext uri="{FF2B5EF4-FFF2-40B4-BE49-F238E27FC236}">
                    <a16:creationId xmlns:a16="http://schemas.microsoft.com/office/drawing/2014/main" id="{9F52EE6F-815D-46FF-9A34-39A66C99A44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518832" y="5316018"/>
                <a:ext cx="1952993" cy="9208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10" name="Cerneală 209">
                <a:extLst>
                  <a:ext uri="{FF2B5EF4-FFF2-40B4-BE49-F238E27FC236}">
                    <a16:creationId xmlns:a16="http://schemas.microsoft.com/office/drawing/2014/main" id="{0B62DCF3-054F-4EAD-AD16-B94C17802B20}"/>
                  </a:ext>
                </a:extLst>
              </p14:cNvPr>
              <p14:cNvContentPartPr/>
              <p14:nvPr/>
            </p14:nvContentPartPr>
            <p14:xfrm>
              <a:off x="8657829" y="5125225"/>
              <a:ext cx="1429560" cy="1599480"/>
            </p14:xfrm>
          </p:contentPart>
        </mc:Choice>
        <mc:Fallback xmlns="">
          <p:pic>
            <p:nvPicPr>
              <p:cNvPr id="210" name="Cerneală 209">
                <a:extLst>
                  <a:ext uri="{FF2B5EF4-FFF2-40B4-BE49-F238E27FC236}">
                    <a16:creationId xmlns:a16="http://schemas.microsoft.com/office/drawing/2014/main" id="{0B62DCF3-054F-4EAD-AD16-B94C17802B2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639829" y="5089225"/>
                <a:ext cx="1465200" cy="167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11" name="Cerneală 210">
                <a:extLst>
                  <a:ext uri="{FF2B5EF4-FFF2-40B4-BE49-F238E27FC236}">
                    <a16:creationId xmlns:a16="http://schemas.microsoft.com/office/drawing/2014/main" id="{535EE77B-9A4B-4458-9FDB-808F43FE1C70}"/>
                  </a:ext>
                </a:extLst>
              </p14:cNvPr>
              <p14:cNvContentPartPr/>
              <p14:nvPr/>
            </p14:nvContentPartPr>
            <p14:xfrm>
              <a:off x="8801829" y="5187505"/>
              <a:ext cx="1338120" cy="1259640"/>
            </p14:xfrm>
          </p:contentPart>
        </mc:Choice>
        <mc:Fallback xmlns="">
          <p:pic>
            <p:nvPicPr>
              <p:cNvPr id="211" name="Cerneală 210">
                <a:extLst>
                  <a:ext uri="{FF2B5EF4-FFF2-40B4-BE49-F238E27FC236}">
                    <a16:creationId xmlns:a16="http://schemas.microsoft.com/office/drawing/2014/main" id="{535EE77B-9A4B-4458-9FDB-808F43FE1C7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784189" y="5151865"/>
                <a:ext cx="1373760" cy="133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46509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ine 30">
            <a:extLst>
              <a:ext uri="{FF2B5EF4-FFF2-40B4-BE49-F238E27FC236}">
                <a16:creationId xmlns:a16="http://schemas.microsoft.com/office/drawing/2014/main" id="{0CC97825-8783-43C6-9602-EC8B5322E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320074"/>
            <a:ext cx="3848100" cy="13335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AA454B53-FD72-4B70-9D0E-BFA1854EA352}"/>
                  </a:ext>
                </a:extLst>
              </p14:cNvPr>
              <p14:cNvContentPartPr/>
              <p14:nvPr/>
            </p14:nvContentPartPr>
            <p14:xfrm>
              <a:off x="2402829" y="3662905"/>
              <a:ext cx="1352160" cy="9612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AA454B53-FD72-4B70-9D0E-BFA1854EA3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84829" y="3627265"/>
                <a:ext cx="138780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CB5D8854-4636-4DE4-BEC0-2E3D6B0EC1D3}"/>
                  </a:ext>
                </a:extLst>
              </p14:cNvPr>
              <p14:cNvContentPartPr/>
              <p14:nvPr/>
            </p14:nvContentPartPr>
            <p14:xfrm>
              <a:off x="7738389" y="2271145"/>
              <a:ext cx="2799360" cy="6336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CB5D8854-4636-4DE4-BEC0-2E3D6B0EC1D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20389" y="2235145"/>
                <a:ext cx="283500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55" name="Cerneală 254">
                <a:extLst>
                  <a:ext uri="{FF2B5EF4-FFF2-40B4-BE49-F238E27FC236}">
                    <a16:creationId xmlns:a16="http://schemas.microsoft.com/office/drawing/2014/main" id="{1F797F92-6D5E-4A6B-81AA-C84F8B185D37}"/>
                  </a:ext>
                </a:extLst>
              </p14:cNvPr>
              <p14:cNvContentPartPr/>
              <p14:nvPr/>
            </p14:nvContentPartPr>
            <p14:xfrm>
              <a:off x="682749" y="1737625"/>
              <a:ext cx="10716120" cy="3929400"/>
            </p14:xfrm>
          </p:contentPart>
        </mc:Choice>
        <mc:Fallback xmlns="">
          <p:pic>
            <p:nvPicPr>
              <p:cNvPr id="255" name="Cerneală 254">
                <a:extLst>
                  <a:ext uri="{FF2B5EF4-FFF2-40B4-BE49-F238E27FC236}">
                    <a16:creationId xmlns:a16="http://schemas.microsoft.com/office/drawing/2014/main" id="{1F797F92-6D5E-4A6B-81AA-C84F8B185D3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5108" y="1719985"/>
                <a:ext cx="10751761" cy="396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47933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Logica de același tip  – </a:t>
            </a:r>
            <a:r>
              <a:rPr lang="ro-RO" b="1" dirty="0">
                <a:solidFill>
                  <a:srgbClr val="FF0000"/>
                </a:solidFill>
              </a:rPr>
              <a:t>NAND – NAND </a:t>
            </a:r>
          </a:p>
          <a:p>
            <a:r>
              <a:rPr lang="ro-RO" b="1" i="1" dirty="0"/>
              <a:t>Exemple de utilizare: circuit pentru adunare cu 3 </a:t>
            </a: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0554EE05-57FA-4662-BD46-93604E4DC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051586"/>
            <a:ext cx="3629025" cy="2990850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0FBDB7C6-31DA-4B34-B58C-1D540BBB2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659" y="1051586"/>
            <a:ext cx="6943725" cy="18097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2833801C-B03D-459F-9E8A-BC4B287DD3F5}"/>
                  </a:ext>
                </a:extLst>
              </p14:cNvPr>
              <p14:cNvContentPartPr/>
              <p14:nvPr/>
            </p14:nvContentPartPr>
            <p14:xfrm>
              <a:off x="909189" y="998185"/>
              <a:ext cx="2569680" cy="310032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2833801C-B03D-459F-9E8A-BC4B287DD3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1189" y="980545"/>
                <a:ext cx="2605320" cy="31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5E2D386F-3FB8-4978-A0F0-EA8FC34106BD}"/>
                  </a:ext>
                </a:extLst>
              </p14:cNvPr>
              <p14:cNvContentPartPr/>
              <p14:nvPr/>
            </p14:nvContentPartPr>
            <p14:xfrm>
              <a:off x="4297149" y="3690985"/>
              <a:ext cx="554040" cy="62280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5E2D386F-3FB8-4978-A0F0-EA8FC34106B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79149" y="3672985"/>
                <a:ext cx="589680" cy="65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B0213CDD-D71B-438B-9798-0DC5C8BC2E69}"/>
                  </a:ext>
                </a:extLst>
              </p14:cNvPr>
              <p14:cNvContentPartPr/>
              <p14:nvPr/>
            </p14:nvContentPartPr>
            <p14:xfrm>
              <a:off x="8080389" y="3967105"/>
              <a:ext cx="220680" cy="1116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B0213CDD-D71B-438B-9798-0DC5C8BC2E6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062389" y="3949465"/>
                <a:ext cx="25632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241C90B4-B712-451C-BDD8-DF011EB68D4D}"/>
                  </a:ext>
                </a:extLst>
              </p14:cNvPr>
              <p14:cNvContentPartPr/>
              <p14:nvPr/>
            </p14:nvContentPartPr>
            <p14:xfrm>
              <a:off x="8044029" y="4051705"/>
              <a:ext cx="817560" cy="38304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241C90B4-B712-451C-BDD8-DF011EB68D4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26389" y="4034048"/>
                <a:ext cx="853200" cy="4187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412A1A17-DFD2-4EEA-A1D0-1C430A82BFD7}"/>
                  </a:ext>
                </a:extLst>
              </p14:cNvPr>
              <p14:cNvContentPartPr/>
              <p14:nvPr/>
            </p14:nvContentPartPr>
            <p14:xfrm>
              <a:off x="9836469" y="3007705"/>
              <a:ext cx="75600" cy="250632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412A1A17-DFD2-4EEA-A1D0-1C430A82BFD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818469" y="2990065"/>
                <a:ext cx="111240" cy="254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9E783F0A-3384-4E75-89FE-353634E3170E}"/>
                  </a:ext>
                </a:extLst>
              </p14:cNvPr>
              <p14:cNvContentPartPr/>
              <p14:nvPr/>
            </p14:nvContentPartPr>
            <p14:xfrm>
              <a:off x="7689069" y="3147025"/>
              <a:ext cx="92880" cy="222336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9E783F0A-3384-4E75-89FE-353634E3170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671069" y="3129025"/>
                <a:ext cx="128520" cy="22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54B5C424-E164-4212-A204-ADA666B884DB}"/>
                  </a:ext>
                </a:extLst>
              </p14:cNvPr>
              <p14:cNvContentPartPr/>
              <p14:nvPr/>
            </p14:nvContentPartPr>
            <p14:xfrm>
              <a:off x="9004149" y="3767665"/>
              <a:ext cx="698040" cy="83088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54B5C424-E164-4212-A204-ADA666B884D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986500" y="3750033"/>
                <a:ext cx="733698" cy="8665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F3552FC8-EB3D-47B3-AEEF-ECCC247D1BF6}"/>
                  </a:ext>
                </a:extLst>
              </p14:cNvPr>
              <p14:cNvContentPartPr/>
              <p14:nvPr/>
            </p14:nvContentPartPr>
            <p14:xfrm>
              <a:off x="5036589" y="2978905"/>
              <a:ext cx="2160000" cy="230220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F3552FC8-EB3D-47B3-AEEF-ECCC247D1BF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018946" y="2960908"/>
                <a:ext cx="2195646" cy="23378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99F88643-5603-45A2-901B-4E5E151186D0}"/>
                  </a:ext>
                </a:extLst>
              </p14:cNvPr>
              <p14:cNvContentPartPr/>
              <p14:nvPr/>
            </p14:nvContentPartPr>
            <p14:xfrm>
              <a:off x="7955109" y="3080065"/>
              <a:ext cx="210960" cy="2412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99F88643-5603-45A2-901B-4E5E151186D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937109" y="3062065"/>
                <a:ext cx="24660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7D8DE478-758F-4C07-A732-B73AD0793C99}"/>
                  </a:ext>
                </a:extLst>
              </p14:cNvPr>
              <p14:cNvContentPartPr/>
              <p14:nvPr/>
            </p14:nvContentPartPr>
            <p14:xfrm>
              <a:off x="8890389" y="2901865"/>
              <a:ext cx="39600" cy="66096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7D8DE478-758F-4C07-A732-B73AD0793C9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872749" y="2884225"/>
                <a:ext cx="75240" cy="69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C2FFF3C9-0AE0-494A-9341-DFB68A473AE8}"/>
                  </a:ext>
                </a:extLst>
              </p14:cNvPr>
              <p14:cNvContentPartPr/>
              <p14:nvPr/>
            </p14:nvContentPartPr>
            <p14:xfrm>
              <a:off x="7979229" y="3224065"/>
              <a:ext cx="700920" cy="29952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C2FFF3C9-0AE0-494A-9341-DFB68A473AE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961229" y="3206425"/>
                <a:ext cx="73656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D5EABF4D-3433-41F6-88A5-4757AFA928EC}"/>
                  </a:ext>
                </a:extLst>
              </p14:cNvPr>
              <p14:cNvContentPartPr/>
              <p14:nvPr/>
            </p14:nvContentPartPr>
            <p14:xfrm>
              <a:off x="9028269" y="2847505"/>
              <a:ext cx="454680" cy="68796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D5EABF4D-3433-41F6-88A5-4757AFA928E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010643" y="2829856"/>
                <a:ext cx="490292" cy="7236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3B38B8BE-23CB-4A00-8446-065C3F63AD53}"/>
                  </a:ext>
                </a:extLst>
              </p14:cNvPr>
              <p14:cNvContentPartPr/>
              <p14:nvPr/>
            </p14:nvContentPartPr>
            <p14:xfrm>
              <a:off x="9248949" y="5186425"/>
              <a:ext cx="142560" cy="10440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3B38B8BE-23CB-4A00-8446-065C3F63AD5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230949" y="5168785"/>
                <a:ext cx="17820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701CCDEA-54A8-4BAA-8FE3-16F19C5FD177}"/>
                  </a:ext>
                </a:extLst>
              </p14:cNvPr>
              <p14:cNvContentPartPr/>
              <p14:nvPr/>
            </p14:nvContentPartPr>
            <p14:xfrm>
              <a:off x="8955909" y="5024425"/>
              <a:ext cx="187920" cy="23148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701CCDEA-54A8-4BAA-8FE3-16F19C5FD17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937909" y="5006425"/>
                <a:ext cx="22356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9E6B75C3-3212-4C43-8D31-CE1E5C3D731B}"/>
                  </a:ext>
                </a:extLst>
              </p14:cNvPr>
              <p14:cNvContentPartPr/>
              <p14:nvPr/>
            </p14:nvContentPartPr>
            <p14:xfrm>
              <a:off x="8474949" y="4934425"/>
              <a:ext cx="250200" cy="38664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9E6B75C3-3212-4C43-8D31-CE1E5C3D731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457309" y="4916785"/>
                <a:ext cx="285840" cy="42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C031F4C9-F8A6-4E1B-ABEE-8A0BDBA876B0}"/>
                  </a:ext>
                </a:extLst>
              </p14:cNvPr>
              <p14:cNvContentPartPr/>
              <p14:nvPr/>
            </p14:nvContentPartPr>
            <p14:xfrm>
              <a:off x="8007669" y="5029105"/>
              <a:ext cx="332280" cy="29628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C031F4C9-F8A6-4E1B-ABEE-8A0BDBA876B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990029" y="5011127"/>
                <a:ext cx="367920" cy="3318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AE083594-7D7A-411C-B68B-5227C26CB049}"/>
                  </a:ext>
                </a:extLst>
              </p14:cNvPr>
              <p14:cNvContentPartPr/>
              <p14:nvPr/>
            </p14:nvContentPartPr>
            <p14:xfrm>
              <a:off x="10106109" y="4059985"/>
              <a:ext cx="205560" cy="12708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AE083594-7D7A-411C-B68B-5227C26CB04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088469" y="4042036"/>
                <a:ext cx="241200" cy="1626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9F2D1A73-5A23-4939-B545-1D62FC610E46}"/>
                  </a:ext>
                </a:extLst>
              </p14:cNvPr>
              <p14:cNvContentPartPr/>
              <p14:nvPr/>
            </p14:nvContentPartPr>
            <p14:xfrm>
              <a:off x="4316949" y="6001105"/>
              <a:ext cx="208080" cy="900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9F2D1A73-5A23-4939-B545-1D62FC610E4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298949" y="5983105"/>
                <a:ext cx="24372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87643CC9-A0BB-4B18-996C-98E83734DFD9}"/>
                  </a:ext>
                </a:extLst>
              </p14:cNvPr>
              <p14:cNvContentPartPr/>
              <p14:nvPr/>
            </p14:nvContentPartPr>
            <p14:xfrm>
              <a:off x="4335669" y="6131065"/>
              <a:ext cx="145800" cy="1548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87643CC9-A0BB-4B18-996C-98E83734DFD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318029" y="6113065"/>
                <a:ext cx="18144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516A0CE0-ADCF-4884-A74C-78D1AC828796}"/>
                  </a:ext>
                </a:extLst>
              </p14:cNvPr>
              <p14:cNvContentPartPr/>
              <p14:nvPr/>
            </p14:nvContentPartPr>
            <p14:xfrm>
              <a:off x="10438029" y="3190225"/>
              <a:ext cx="67320" cy="210312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516A0CE0-ADCF-4884-A74C-78D1AC82879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420389" y="3172585"/>
                <a:ext cx="102960" cy="21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01" name="Cerneală 200">
                <a:extLst>
                  <a:ext uri="{FF2B5EF4-FFF2-40B4-BE49-F238E27FC236}">
                    <a16:creationId xmlns:a16="http://schemas.microsoft.com/office/drawing/2014/main" id="{8F81B966-7907-4782-B422-7B1E37070FEB}"/>
                  </a:ext>
                </a:extLst>
              </p14:cNvPr>
              <p14:cNvContentPartPr/>
              <p14:nvPr/>
            </p14:nvContentPartPr>
            <p14:xfrm>
              <a:off x="10611549" y="3108505"/>
              <a:ext cx="1353600" cy="1985400"/>
            </p14:xfrm>
          </p:contentPart>
        </mc:Choice>
        <mc:Fallback xmlns="">
          <p:pic>
            <p:nvPicPr>
              <p:cNvPr id="201" name="Cerneală 200">
                <a:extLst>
                  <a:ext uri="{FF2B5EF4-FFF2-40B4-BE49-F238E27FC236}">
                    <a16:creationId xmlns:a16="http://schemas.microsoft.com/office/drawing/2014/main" id="{8F81B966-7907-4782-B422-7B1E37070FE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593549" y="3090862"/>
                <a:ext cx="1389240" cy="202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28" name="Cerneală 227">
                <a:extLst>
                  <a:ext uri="{FF2B5EF4-FFF2-40B4-BE49-F238E27FC236}">
                    <a16:creationId xmlns:a16="http://schemas.microsoft.com/office/drawing/2014/main" id="{6532C27F-F20B-40DC-B274-587BCA5731F9}"/>
                  </a:ext>
                </a:extLst>
              </p14:cNvPr>
              <p14:cNvContentPartPr/>
              <p14:nvPr/>
            </p14:nvContentPartPr>
            <p14:xfrm>
              <a:off x="4951989" y="5543905"/>
              <a:ext cx="1284480" cy="1200600"/>
            </p14:xfrm>
          </p:contentPart>
        </mc:Choice>
        <mc:Fallback xmlns="">
          <p:pic>
            <p:nvPicPr>
              <p:cNvPr id="228" name="Cerneală 227">
                <a:extLst>
                  <a:ext uri="{FF2B5EF4-FFF2-40B4-BE49-F238E27FC236}">
                    <a16:creationId xmlns:a16="http://schemas.microsoft.com/office/drawing/2014/main" id="{6532C27F-F20B-40DC-B274-587BCA5731F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933989" y="5525905"/>
                <a:ext cx="1320120" cy="12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29" name="Cerneală 228">
                <a:extLst>
                  <a:ext uri="{FF2B5EF4-FFF2-40B4-BE49-F238E27FC236}">
                    <a16:creationId xmlns:a16="http://schemas.microsoft.com/office/drawing/2014/main" id="{8B1E7312-186F-4B4F-8040-D2FCD9779ADF}"/>
                  </a:ext>
                </a:extLst>
              </p14:cNvPr>
              <p14:cNvContentPartPr/>
              <p14:nvPr/>
            </p14:nvContentPartPr>
            <p14:xfrm>
              <a:off x="4769109" y="5577385"/>
              <a:ext cx="37080" cy="1177200"/>
            </p14:xfrm>
          </p:contentPart>
        </mc:Choice>
        <mc:Fallback xmlns="">
          <p:pic>
            <p:nvPicPr>
              <p:cNvPr id="229" name="Cerneală 228">
                <a:extLst>
                  <a:ext uri="{FF2B5EF4-FFF2-40B4-BE49-F238E27FC236}">
                    <a16:creationId xmlns:a16="http://schemas.microsoft.com/office/drawing/2014/main" id="{8B1E7312-186F-4B4F-8040-D2FCD9779AD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751109" y="5559745"/>
                <a:ext cx="72720" cy="121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13190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ine 27">
            <a:extLst>
              <a:ext uri="{FF2B5EF4-FFF2-40B4-BE49-F238E27FC236}">
                <a16:creationId xmlns:a16="http://schemas.microsoft.com/office/drawing/2014/main" id="{E38E4861-8892-4C9B-8D17-D1D356C01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37196"/>
            <a:ext cx="6943725" cy="18097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6424617B-C048-46F5-9017-6BB1E42F23E6}"/>
                  </a:ext>
                </a:extLst>
              </p14:cNvPr>
              <p14:cNvContentPartPr/>
              <p14:nvPr/>
            </p14:nvContentPartPr>
            <p14:xfrm>
              <a:off x="7271469" y="2054785"/>
              <a:ext cx="214560" cy="16344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6424617B-C048-46F5-9017-6BB1E42F23E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53829" y="2036785"/>
                <a:ext cx="25020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40AA45F9-AF8E-41C3-BA1E-32F73ECCD6C6}"/>
                  </a:ext>
                </a:extLst>
              </p14:cNvPr>
              <p14:cNvContentPartPr/>
              <p14:nvPr/>
            </p14:nvContentPartPr>
            <p14:xfrm>
              <a:off x="7925949" y="1700545"/>
              <a:ext cx="2456280" cy="64260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40AA45F9-AF8E-41C3-BA1E-32F73ECCD6C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08309" y="1682545"/>
                <a:ext cx="2491920" cy="67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F57A2FA1-BAA3-4855-90AF-81045A503745}"/>
                  </a:ext>
                </a:extLst>
              </p14:cNvPr>
              <p14:cNvContentPartPr/>
              <p14:nvPr/>
            </p14:nvContentPartPr>
            <p14:xfrm>
              <a:off x="2804949" y="6087865"/>
              <a:ext cx="284760" cy="45684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F57A2FA1-BAA3-4855-90AF-81045A50374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86949" y="6069865"/>
                <a:ext cx="320400" cy="49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933EBFC4-5BA4-4A22-ADC8-1A3F13701045}"/>
                  </a:ext>
                </a:extLst>
              </p14:cNvPr>
              <p14:cNvContentPartPr/>
              <p14:nvPr/>
            </p14:nvContentPartPr>
            <p14:xfrm>
              <a:off x="9032949" y="471865"/>
              <a:ext cx="182160" cy="1548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933EBFC4-5BA4-4A22-ADC8-1A3F1370104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015309" y="453865"/>
                <a:ext cx="21780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543D3BEA-CC46-4616-81D1-71AB4F32C89E}"/>
                  </a:ext>
                </a:extLst>
              </p14:cNvPr>
              <p14:cNvContentPartPr/>
              <p14:nvPr/>
            </p14:nvContentPartPr>
            <p14:xfrm>
              <a:off x="9109989" y="538825"/>
              <a:ext cx="174600" cy="1548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543D3BEA-CC46-4616-81D1-71AB4F32C89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092349" y="520825"/>
                <a:ext cx="21024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57304DB1-6FAF-4E6C-864A-5311835C6AF9}"/>
                  </a:ext>
                </a:extLst>
              </p14:cNvPr>
              <p14:cNvContentPartPr/>
              <p14:nvPr/>
            </p14:nvContentPartPr>
            <p14:xfrm>
              <a:off x="9595989" y="292585"/>
              <a:ext cx="196200" cy="1044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57304DB1-6FAF-4E6C-864A-5311835C6AF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578349" y="274945"/>
                <a:ext cx="2318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D0AD8418-221C-4FB3-BD7D-F251D1472DF4}"/>
                  </a:ext>
                </a:extLst>
              </p14:cNvPr>
              <p14:cNvContentPartPr/>
              <p14:nvPr/>
            </p14:nvContentPartPr>
            <p14:xfrm>
              <a:off x="9971469" y="532705"/>
              <a:ext cx="6840" cy="288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D0AD8418-221C-4FB3-BD7D-F251D1472DF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953829" y="515065"/>
                <a:ext cx="4248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EDC354DB-A5B7-44CB-932B-185455EBD30F}"/>
                  </a:ext>
                </a:extLst>
              </p14:cNvPr>
              <p14:cNvContentPartPr/>
              <p14:nvPr/>
            </p14:nvContentPartPr>
            <p14:xfrm>
              <a:off x="10157949" y="434425"/>
              <a:ext cx="206280" cy="28944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EDC354DB-A5B7-44CB-932B-185455EBD30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140309" y="416425"/>
                <a:ext cx="24192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4CE8F734-F376-441D-BC0B-E3D4DF55C48F}"/>
                  </a:ext>
                </a:extLst>
              </p14:cNvPr>
              <p14:cNvContentPartPr/>
              <p14:nvPr/>
            </p14:nvContentPartPr>
            <p14:xfrm>
              <a:off x="10197909" y="369625"/>
              <a:ext cx="207000" cy="1044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4CE8F734-F376-441D-BC0B-E3D4DF55C48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179909" y="351985"/>
                <a:ext cx="2426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8" name="Cerneală 177">
                <a:extLst>
                  <a:ext uri="{FF2B5EF4-FFF2-40B4-BE49-F238E27FC236}">
                    <a16:creationId xmlns:a16="http://schemas.microsoft.com/office/drawing/2014/main" id="{1BFFC4CE-7535-4AC5-9CAE-457BE2BDDEE0}"/>
                  </a:ext>
                </a:extLst>
              </p14:cNvPr>
              <p14:cNvContentPartPr/>
              <p14:nvPr/>
            </p14:nvContentPartPr>
            <p14:xfrm>
              <a:off x="9592029" y="419665"/>
              <a:ext cx="227160" cy="206640"/>
            </p14:xfrm>
          </p:contentPart>
        </mc:Choice>
        <mc:Fallback xmlns="">
          <p:pic>
            <p:nvPicPr>
              <p:cNvPr id="178" name="Cerneală 177">
                <a:extLst>
                  <a:ext uri="{FF2B5EF4-FFF2-40B4-BE49-F238E27FC236}">
                    <a16:creationId xmlns:a16="http://schemas.microsoft.com/office/drawing/2014/main" id="{1BFFC4CE-7535-4AC5-9CAE-457BE2BDDEE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574389" y="401994"/>
                <a:ext cx="262800" cy="2423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5402DFA6-8F88-4E18-BA33-48CE6A32B272}"/>
                  </a:ext>
                </a:extLst>
              </p14:cNvPr>
              <p14:cNvContentPartPr/>
              <p14:nvPr/>
            </p14:nvContentPartPr>
            <p14:xfrm>
              <a:off x="8209989" y="263425"/>
              <a:ext cx="649800" cy="37260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5402DFA6-8F88-4E18-BA33-48CE6A32B27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192349" y="245408"/>
                <a:ext cx="685440" cy="4082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75472F17-C4A8-45A5-8D38-317D64B7A3BB}"/>
                  </a:ext>
                </a:extLst>
              </p14:cNvPr>
              <p14:cNvContentPartPr/>
              <p14:nvPr/>
            </p14:nvContentPartPr>
            <p14:xfrm>
              <a:off x="9514269" y="183145"/>
              <a:ext cx="1144440" cy="1476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75472F17-C4A8-45A5-8D38-317D64B7A3B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496629" y="165145"/>
                <a:ext cx="118008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09" name="Cerneală 208">
                <a:extLst>
                  <a:ext uri="{FF2B5EF4-FFF2-40B4-BE49-F238E27FC236}">
                    <a16:creationId xmlns:a16="http://schemas.microsoft.com/office/drawing/2014/main" id="{CB8ADE3D-F071-4F6E-83BB-11D2491A4FDD}"/>
                  </a:ext>
                </a:extLst>
              </p14:cNvPr>
              <p14:cNvContentPartPr/>
              <p14:nvPr/>
            </p14:nvContentPartPr>
            <p14:xfrm>
              <a:off x="9606429" y="283225"/>
              <a:ext cx="239400" cy="34920"/>
            </p14:xfrm>
          </p:contentPart>
        </mc:Choice>
        <mc:Fallback xmlns="">
          <p:pic>
            <p:nvPicPr>
              <p:cNvPr id="209" name="Cerneală 208">
                <a:extLst>
                  <a:ext uri="{FF2B5EF4-FFF2-40B4-BE49-F238E27FC236}">
                    <a16:creationId xmlns:a16="http://schemas.microsoft.com/office/drawing/2014/main" id="{CB8ADE3D-F071-4F6E-83BB-11D2491A4FD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588429" y="247585"/>
                <a:ext cx="27504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10" name="Cerneală 209">
                <a:extLst>
                  <a:ext uri="{FF2B5EF4-FFF2-40B4-BE49-F238E27FC236}">
                    <a16:creationId xmlns:a16="http://schemas.microsoft.com/office/drawing/2014/main" id="{5DF50A74-11F2-4FD1-934B-802D2B465817}"/>
                  </a:ext>
                </a:extLst>
              </p14:cNvPr>
              <p14:cNvContentPartPr/>
              <p14:nvPr/>
            </p14:nvContentPartPr>
            <p14:xfrm>
              <a:off x="4410189" y="4282825"/>
              <a:ext cx="2202840" cy="106560"/>
            </p14:xfrm>
          </p:contentPart>
        </mc:Choice>
        <mc:Fallback xmlns="">
          <p:pic>
            <p:nvPicPr>
              <p:cNvPr id="210" name="Cerneală 209">
                <a:extLst>
                  <a:ext uri="{FF2B5EF4-FFF2-40B4-BE49-F238E27FC236}">
                    <a16:creationId xmlns:a16="http://schemas.microsoft.com/office/drawing/2014/main" id="{5DF50A74-11F2-4FD1-934B-802D2B46581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392189" y="4246825"/>
                <a:ext cx="223848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12" name="Cerneală 211">
                <a:extLst>
                  <a:ext uri="{FF2B5EF4-FFF2-40B4-BE49-F238E27FC236}">
                    <a16:creationId xmlns:a16="http://schemas.microsoft.com/office/drawing/2014/main" id="{3DA1B108-5296-43A9-940B-78A183114ADC}"/>
                  </a:ext>
                </a:extLst>
              </p14:cNvPr>
              <p14:cNvContentPartPr/>
              <p14:nvPr/>
            </p14:nvContentPartPr>
            <p14:xfrm>
              <a:off x="166509" y="81625"/>
              <a:ext cx="6731640" cy="5928120"/>
            </p14:xfrm>
          </p:contentPart>
        </mc:Choice>
        <mc:Fallback xmlns="">
          <p:pic>
            <p:nvPicPr>
              <p:cNvPr id="212" name="Cerneală 211">
                <a:extLst>
                  <a:ext uri="{FF2B5EF4-FFF2-40B4-BE49-F238E27FC236}">
                    <a16:creationId xmlns:a16="http://schemas.microsoft.com/office/drawing/2014/main" id="{3DA1B108-5296-43A9-940B-78A183114AD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48510" y="63625"/>
                <a:ext cx="6767278" cy="596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19" name="Cerneală 218">
                <a:extLst>
                  <a:ext uri="{FF2B5EF4-FFF2-40B4-BE49-F238E27FC236}">
                    <a16:creationId xmlns:a16="http://schemas.microsoft.com/office/drawing/2014/main" id="{62FE7E4E-435A-415E-B672-356BB882779F}"/>
                  </a:ext>
                </a:extLst>
              </p14:cNvPr>
              <p14:cNvContentPartPr/>
              <p14:nvPr/>
            </p14:nvContentPartPr>
            <p14:xfrm>
              <a:off x="7719309" y="4494505"/>
              <a:ext cx="214560" cy="15120"/>
            </p14:xfrm>
          </p:contentPart>
        </mc:Choice>
        <mc:Fallback xmlns="">
          <p:pic>
            <p:nvPicPr>
              <p:cNvPr id="219" name="Cerneală 218">
                <a:extLst>
                  <a:ext uri="{FF2B5EF4-FFF2-40B4-BE49-F238E27FC236}">
                    <a16:creationId xmlns:a16="http://schemas.microsoft.com/office/drawing/2014/main" id="{62FE7E4E-435A-415E-B672-356BB882779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701669" y="4476505"/>
                <a:ext cx="25020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27" name="Cerneală 226">
                <a:extLst>
                  <a:ext uri="{FF2B5EF4-FFF2-40B4-BE49-F238E27FC236}">
                    <a16:creationId xmlns:a16="http://schemas.microsoft.com/office/drawing/2014/main" id="{85F837AB-9DB1-4299-8D36-F174D7D3A422}"/>
                  </a:ext>
                </a:extLst>
              </p14:cNvPr>
              <p14:cNvContentPartPr/>
              <p14:nvPr/>
            </p14:nvContentPartPr>
            <p14:xfrm>
              <a:off x="8320869" y="4470385"/>
              <a:ext cx="234360" cy="10440"/>
            </p14:xfrm>
          </p:contentPart>
        </mc:Choice>
        <mc:Fallback xmlns="">
          <p:pic>
            <p:nvPicPr>
              <p:cNvPr id="227" name="Cerneală 226">
                <a:extLst>
                  <a:ext uri="{FF2B5EF4-FFF2-40B4-BE49-F238E27FC236}">
                    <a16:creationId xmlns:a16="http://schemas.microsoft.com/office/drawing/2014/main" id="{85F837AB-9DB1-4299-8D36-F174D7D3A42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302869" y="4452385"/>
                <a:ext cx="27000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30" name="Cerneală 229">
                <a:extLst>
                  <a:ext uri="{FF2B5EF4-FFF2-40B4-BE49-F238E27FC236}">
                    <a16:creationId xmlns:a16="http://schemas.microsoft.com/office/drawing/2014/main" id="{C09E0420-7E0E-45EA-84D2-3B7F286390E7}"/>
                  </a:ext>
                </a:extLst>
              </p14:cNvPr>
              <p14:cNvContentPartPr/>
              <p14:nvPr/>
            </p14:nvContentPartPr>
            <p14:xfrm>
              <a:off x="8335269" y="4552465"/>
              <a:ext cx="409320" cy="259560"/>
            </p14:xfrm>
          </p:contentPart>
        </mc:Choice>
        <mc:Fallback xmlns="">
          <p:pic>
            <p:nvPicPr>
              <p:cNvPr id="230" name="Cerneală 229">
                <a:extLst>
                  <a:ext uri="{FF2B5EF4-FFF2-40B4-BE49-F238E27FC236}">
                    <a16:creationId xmlns:a16="http://schemas.microsoft.com/office/drawing/2014/main" id="{C09E0420-7E0E-45EA-84D2-3B7F286390E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317269" y="4534465"/>
                <a:ext cx="44496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31" name="Cerneală 230">
                <a:extLst>
                  <a:ext uri="{FF2B5EF4-FFF2-40B4-BE49-F238E27FC236}">
                    <a16:creationId xmlns:a16="http://schemas.microsoft.com/office/drawing/2014/main" id="{20E9AEB2-AE4F-4B87-AB29-FCA8259215CE}"/>
                  </a:ext>
                </a:extLst>
              </p14:cNvPr>
              <p14:cNvContentPartPr/>
              <p14:nvPr/>
            </p14:nvContentPartPr>
            <p14:xfrm>
              <a:off x="7228269" y="4600345"/>
              <a:ext cx="908640" cy="271800"/>
            </p14:xfrm>
          </p:contentPart>
        </mc:Choice>
        <mc:Fallback xmlns="">
          <p:pic>
            <p:nvPicPr>
              <p:cNvPr id="231" name="Cerneală 230">
                <a:extLst>
                  <a:ext uri="{FF2B5EF4-FFF2-40B4-BE49-F238E27FC236}">
                    <a16:creationId xmlns:a16="http://schemas.microsoft.com/office/drawing/2014/main" id="{20E9AEB2-AE4F-4B87-AB29-FCA8259215C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210269" y="4582705"/>
                <a:ext cx="94428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32" name="Cerneală 231">
                <a:extLst>
                  <a:ext uri="{FF2B5EF4-FFF2-40B4-BE49-F238E27FC236}">
                    <a16:creationId xmlns:a16="http://schemas.microsoft.com/office/drawing/2014/main" id="{7AED1769-5FE1-41F4-BA3F-699FB6FC6894}"/>
                  </a:ext>
                </a:extLst>
              </p14:cNvPr>
              <p14:cNvContentPartPr/>
              <p14:nvPr/>
            </p14:nvContentPartPr>
            <p14:xfrm>
              <a:off x="7194789" y="4247545"/>
              <a:ext cx="1447560" cy="84240"/>
            </p14:xfrm>
          </p:contentPart>
        </mc:Choice>
        <mc:Fallback xmlns="">
          <p:pic>
            <p:nvPicPr>
              <p:cNvPr id="232" name="Cerneală 231">
                <a:extLst>
                  <a:ext uri="{FF2B5EF4-FFF2-40B4-BE49-F238E27FC236}">
                    <a16:creationId xmlns:a16="http://schemas.microsoft.com/office/drawing/2014/main" id="{7AED1769-5FE1-41F4-BA3F-699FB6FC6894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176789" y="4211545"/>
                <a:ext cx="14832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33" name="Cerneală 232">
                <a:extLst>
                  <a:ext uri="{FF2B5EF4-FFF2-40B4-BE49-F238E27FC236}">
                    <a16:creationId xmlns:a16="http://schemas.microsoft.com/office/drawing/2014/main" id="{8327A9F2-8519-410B-82C6-D2A18C79E104}"/>
                  </a:ext>
                </a:extLst>
              </p14:cNvPr>
              <p14:cNvContentPartPr/>
              <p14:nvPr/>
            </p14:nvContentPartPr>
            <p14:xfrm>
              <a:off x="10180629" y="285385"/>
              <a:ext cx="276120" cy="61920"/>
            </p14:xfrm>
          </p:contentPart>
        </mc:Choice>
        <mc:Fallback xmlns="">
          <p:pic>
            <p:nvPicPr>
              <p:cNvPr id="233" name="Cerneală 232">
                <a:extLst>
                  <a:ext uri="{FF2B5EF4-FFF2-40B4-BE49-F238E27FC236}">
                    <a16:creationId xmlns:a16="http://schemas.microsoft.com/office/drawing/2014/main" id="{8327A9F2-8519-410B-82C6-D2A18C79E10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162989" y="249745"/>
                <a:ext cx="31176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34" name="Cerneală 233">
                <a:extLst>
                  <a:ext uri="{FF2B5EF4-FFF2-40B4-BE49-F238E27FC236}">
                    <a16:creationId xmlns:a16="http://schemas.microsoft.com/office/drawing/2014/main" id="{7CEAF5F6-A8B0-4A44-BA69-42F91E4C514A}"/>
                  </a:ext>
                </a:extLst>
              </p14:cNvPr>
              <p14:cNvContentPartPr/>
              <p14:nvPr/>
            </p14:nvContentPartPr>
            <p14:xfrm>
              <a:off x="7158069" y="4206145"/>
              <a:ext cx="1452600" cy="115920"/>
            </p14:xfrm>
          </p:contentPart>
        </mc:Choice>
        <mc:Fallback xmlns="">
          <p:pic>
            <p:nvPicPr>
              <p:cNvPr id="234" name="Cerneală 233">
                <a:extLst>
                  <a:ext uri="{FF2B5EF4-FFF2-40B4-BE49-F238E27FC236}">
                    <a16:creationId xmlns:a16="http://schemas.microsoft.com/office/drawing/2014/main" id="{7CEAF5F6-A8B0-4A44-BA69-42F91E4C514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140429" y="4170145"/>
                <a:ext cx="148824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35" name="Cerneală 234">
                <a:extLst>
                  <a:ext uri="{FF2B5EF4-FFF2-40B4-BE49-F238E27FC236}">
                    <a16:creationId xmlns:a16="http://schemas.microsoft.com/office/drawing/2014/main" id="{B70EDB34-9B59-4392-A8FD-28950908E924}"/>
                  </a:ext>
                </a:extLst>
              </p14:cNvPr>
              <p14:cNvContentPartPr/>
              <p14:nvPr/>
            </p14:nvContentPartPr>
            <p14:xfrm>
              <a:off x="9509589" y="140305"/>
              <a:ext cx="1205640" cy="76680"/>
            </p14:xfrm>
          </p:contentPart>
        </mc:Choice>
        <mc:Fallback xmlns="">
          <p:pic>
            <p:nvPicPr>
              <p:cNvPr id="235" name="Cerneală 234">
                <a:extLst>
                  <a:ext uri="{FF2B5EF4-FFF2-40B4-BE49-F238E27FC236}">
                    <a16:creationId xmlns:a16="http://schemas.microsoft.com/office/drawing/2014/main" id="{B70EDB34-9B59-4392-A8FD-28950908E924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491589" y="104305"/>
                <a:ext cx="124128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36" name="Cerneală 235">
                <a:extLst>
                  <a:ext uri="{FF2B5EF4-FFF2-40B4-BE49-F238E27FC236}">
                    <a16:creationId xmlns:a16="http://schemas.microsoft.com/office/drawing/2014/main" id="{B07DC381-D229-4418-8DC6-3181FBCBD987}"/>
                  </a:ext>
                </a:extLst>
              </p14:cNvPr>
              <p14:cNvContentPartPr/>
              <p14:nvPr/>
            </p14:nvContentPartPr>
            <p14:xfrm>
              <a:off x="4346109" y="3888265"/>
              <a:ext cx="4405680" cy="245880"/>
            </p14:xfrm>
          </p:contentPart>
        </mc:Choice>
        <mc:Fallback xmlns="">
          <p:pic>
            <p:nvPicPr>
              <p:cNvPr id="236" name="Cerneală 235">
                <a:extLst>
                  <a:ext uri="{FF2B5EF4-FFF2-40B4-BE49-F238E27FC236}">
                    <a16:creationId xmlns:a16="http://schemas.microsoft.com/office/drawing/2014/main" id="{B07DC381-D229-4418-8DC6-3181FBCBD987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328469" y="3852625"/>
                <a:ext cx="4441320" cy="31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59440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ine 26">
            <a:extLst>
              <a:ext uri="{FF2B5EF4-FFF2-40B4-BE49-F238E27FC236}">
                <a16:creationId xmlns:a16="http://schemas.microsoft.com/office/drawing/2014/main" id="{4A2E5814-BC88-41BA-82AB-533FC1B24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37196"/>
            <a:ext cx="6943725" cy="18097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45ECB291-0224-4405-93CD-648949C985CB}"/>
                  </a:ext>
                </a:extLst>
              </p14:cNvPr>
              <p14:cNvContentPartPr/>
              <p14:nvPr/>
            </p14:nvContentPartPr>
            <p14:xfrm>
              <a:off x="3667149" y="5312785"/>
              <a:ext cx="360" cy="108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45ECB291-0224-4405-93CD-648949C985C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49149" y="5276785"/>
                <a:ext cx="3600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20C8AB53-0BAA-40DE-82C5-A11B5CBE77CF}"/>
                  </a:ext>
                </a:extLst>
              </p14:cNvPr>
              <p14:cNvContentPartPr/>
              <p14:nvPr/>
            </p14:nvContentPartPr>
            <p14:xfrm>
              <a:off x="644589" y="2326945"/>
              <a:ext cx="9053280" cy="344880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20C8AB53-0BAA-40DE-82C5-A11B5CBE77C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6949" y="2308945"/>
                <a:ext cx="9088920" cy="348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DD6FB735-D6D0-4802-B382-CF2B25FCA483}"/>
                  </a:ext>
                </a:extLst>
              </p14:cNvPr>
              <p14:cNvContentPartPr/>
              <p14:nvPr/>
            </p14:nvContentPartPr>
            <p14:xfrm>
              <a:off x="4490109" y="648625"/>
              <a:ext cx="3204720" cy="111636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DD6FB735-D6D0-4802-B382-CF2B25FCA48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72109" y="630985"/>
                <a:ext cx="3240360" cy="115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5772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Logica de același tip  – </a:t>
            </a:r>
            <a:r>
              <a:rPr lang="ro-RO" b="1" dirty="0">
                <a:solidFill>
                  <a:srgbClr val="FF0000"/>
                </a:solidFill>
              </a:rPr>
              <a:t>NAND – NAND </a:t>
            </a:r>
          </a:p>
          <a:p>
            <a:r>
              <a:rPr lang="ro-RO" b="1" i="1" dirty="0"/>
              <a:t>Exemple de utilizare: circuit pentru adunare cu 3 </a:t>
            </a: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0554EE05-57FA-4662-BD46-93604E4DC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051586"/>
            <a:ext cx="3629025" cy="2990850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2CA81CA4-F4BF-4026-BEDD-AD90DEC26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098" y="1051586"/>
            <a:ext cx="6210300" cy="12763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269F4AF2-0325-41D9-A80F-81DCFCA0C18E}"/>
                  </a:ext>
                </a:extLst>
              </p14:cNvPr>
              <p14:cNvContentPartPr/>
              <p14:nvPr/>
            </p14:nvContentPartPr>
            <p14:xfrm>
              <a:off x="1910349" y="982705"/>
              <a:ext cx="540360" cy="332712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269F4AF2-0325-41D9-A80F-81DCFCA0C1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92709" y="964705"/>
                <a:ext cx="576000" cy="336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2DD7AECC-692D-4F9C-AB97-F09D7A43BA72}"/>
                  </a:ext>
                </a:extLst>
              </p14:cNvPr>
              <p14:cNvContentPartPr/>
              <p14:nvPr/>
            </p14:nvContentPartPr>
            <p14:xfrm>
              <a:off x="4393629" y="3138385"/>
              <a:ext cx="170640" cy="48816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2DD7AECC-692D-4F9C-AB97-F09D7A43BA7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75629" y="3120385"/>
                <a:ext cx="206280" cy="52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E62A5F8C-E907-4C22-8D5B-3FF896BD67C0}"/>
                  </a:ext>
                </a:extLst>
              </p14:cNvPr>
              <p14:cNvContentPartPr/>
              <p14:nvPr/>
            </p14:nvContentPartPr>
            <p14:xfrm>
              <a:off x="4879629" y="3215425"/>
              <a:ext cx="194040" cy="43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E62A5F8C-E907-4C22-8D5B-3FF896BD67C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61629" y="3197785"/>
                <a:ext cx="22968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8BD3FEF9-A3F6-4C2A-912D-380B3857D549}"/>
                  </a:ext>
                </a:extLst>
              </p14:cNvPr>
              <p14:cNvContentPartPr/>
              <p14:nvPr/>
            </p14:nvContentPartPr>
            <p14:xfrm>
              <a:off x="6616989" y="3338545"/>
              <a:ext cx="69840" cy="17172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8BD3FEF9-A3F6-4C2A-912D-380B3857D54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99349" y="3320545"/>
                <a:ext cx="10548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9013E920-A457-4D4F-828E-86927E8163A0}"/>
                  </a:ext>
                </a:extLst>
              </p14:cNvPr>
              <p14:cNvContentPartPr/>
              <p14:nvPr/>
            </p14:nvContentPartPr>
            <p14:xfrm>
              <a:off x="6070869" y="3041185"/>
              <a:ext cx="417960" cy="5256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9013E920-A457-4D4F-828E-86927E8163A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052869" y="3023545"/>
                <a:ext cx="453600" cy="56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2D4B7438-63C1-433D-8B4D-6A59385DE31F}"/>
                  </a:ext>
                </a:extLst>
              </p14:cNvPr>
              <p14:cNvContentPartPr/>
              <p14:nvPr/>
            </p14:nvContentPartPr>
            <p14:xfrm>
              <a:off x="5404149" y="3192025"/>
              <a:ext cx="491040" cy="32904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2D4B7438-63C1-433D-8B4D-6A59385DE31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386522" y="3174385"/>
                <a:ext cx="526654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B031BC0D-6260-46A1-8CE8-549EB7AB1F6C}"/>
                  </a:ext>
                </a:extLst>
              </p14:cNvPr>
              <p14:cNvContentPartPr/>
              <p14:nvPr/>
            </p14:nvContentPartPr>
            <p14:xfrm>
              <a:off x="4684869" y="3345385"/>
              <a:ext cx="482760" cy="30960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B031BC0D-6260-46A1-8CE8-549EB7AB1F6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667216" y="3327724"/>
                <a:ext cx="518427" cy="3452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94BFE368-5D5D-4C14-AEDE-74FF75295CC5}"/>
                  </a:ext>
                </a:extLst>
              </p14:cNvPr>
              <p14:cNvContentPartPr/>
              <p14:nvPr/>
            </p14:nvContentPartPr>
            <p14:xfrm>
              <a:off x="7740909" y="3036505"/>
              <a:ext cx="162720" cy="51552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94BFE368-5D5D-4C14-AEDE-74FF75295CC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723269" y="3018505"/>
                <a:ext cx="198360" cy="55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E8286AF8-63A3-460E-9C5A-25FEB4A8D5A1}"/>
                  </a:ext>
                </a:extLst>
              </p14:cNvPr>
              <p14:cNvContentPartPr/>
              <p14:nvPr/>
            </p14:nvContentPartPr>
            <p14:xfrm>
              <a:off x="6823269" y="3127945"/>
              <a:ext cx="802440" cy="31968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E8286AF8-63A3-460E-9C5A-25FEB4A8D5A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805269" y="3109965"/>
                <a:ext cx="838080" cy="35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6C9EE15D-C93B-4F41-96E2-9936C277706B}"/>
                  </a:ext>
                </a:extLst>
              </p14:cNvPr>
              <p14:cNvContentPartPr/>
              <p14:nvPr/>
            </p14:nvContentPartPr>
            <p14:xfrm>
              <a:off x="5345109" y="4129105"/>
              <a:ext cx="333720" cy="39636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6C9EE15D-C93B-4F41-96E2-9936C277706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327109" y="4111121"/>
                <a:ext cx="369360" cy="4319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7D29BCB2-8B2C-4D00-8133-16104C3062C5}"/>
                  </a:ext>
                </a:extLst>
              </p14:cNvPr>
              <p14:cNvContentPartPr/>
              <p14:nvPr/>
            </p14:nvContentPartPr>
            <p14:xfrm>
              <a:off x="4451589" y="4008505"/>
              <a:ext cx="667080" cy="5814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7D29BCB2-8B2C-4D00-8133-16104C3062C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433589" y="3990854"/>
                <a:ext cx="702720" cy="6170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294C7BB5-1CCE-4AD2-9240-59A4B0042347}"/>
                  </a:ext>
                </a:extLst>
              </p14:cNvPr>
              <p14:cNvContentPartPr/>
              <p14:nvPr/>
            </p14:nvContentPartPr>
            <p14:xfrm>
              <a:off x="5851629" y="3955945"/>
              <a:ext cx="125640" cy="62820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294C7BB5-1CCE-4AD2-9240-59A4B004234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833989" y="3937945"/>
                <a:ext cx="161280" cy="66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5EB0F619-1625-4979-8163-707191C1257E}"/>
                  </a:ext>
                </a:extLst>
              </p14:cNvPr>
              <p14:cNvContentPartPr/>
              <p14:nvPr/>
            </p14:nvContentPartPr>
            <p14:xfrm>
              <a:off x="6135669" y="4124425"/>
              <a:ext cx="288000" cy="1008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5EB0F619-1625-4979-8163-707191C1257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118029" y="4106425"/>
                <a:ext cx="3236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D54B58DE-1FDE-41B5-8366-8336EABBC888}"/>
                  </a:ext>
                </a:extLst>
              </p14:cNvPr>
              <p14:cNvContentPartPr/>
              <p14:nvPr/>
            </p14:nvContentPartPr>
            <p14:xfrm>
              <a:off x="6222429" y="4230265"/>
              <a:ext cx="270360" cy="24912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D54B58DE-1FDE-41B5-8366-8336EABBC88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204429" y="4212265"/>
                <a:ext cx="30600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B4297F02-14FC-403F-8177-DB93DE99315A}"/>
                  </a:ext>
                </a:extLst>
              </p14:cNvPr>
              <p14:cNvContentPartPr/>
              <p14:nvPr/>
            </p14:nvContentPartPr>
            <p14:xfrm>
              <a:off x="6729669" y="4304065"/>
              <a:ext cx="30240" cy="4140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B4297F02-14FC-403F-8177-DB93DE99315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712029" y="4286425"/>
                <a:ext cx="6588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1C3B777F-9E21-4E67-956B-C8680B651210}"/>
                  </a:ext>
                </a:extLst>
              </p14:cNvPr>
              <p14:cNvContentPartPr/>
              <p14:nvPr/>
            </p14:nvContentPartPr>
            <p14:xfrm>
              <a:off x="6939549" y="4098865"/>
              <a:ext cx="226440" cy="1116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1C3B777F-9E21-4E67-956B-C8680B65121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921549" y="4081225"/>
                <a:ext cx="26208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09BD9563-E543-4B14-B810-FD38D9AF381C}"/>
                  </a:ext>
                </a:extLst>
              </p14:cNvPr>
              <p14:cNvContentPartPr/>
              <p14:nvPr/>
            </p14:nvContentPartPr>
            <p14:xfrm>
              <a:off x="6160149" y="3935785"/>
              <a:ext cx="1295280" cy="3024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09BD9563-E543-4B14-B810-FD38D9AF381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142509" y="3918145"/>
                <a:ext cx="133092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814F0C5A-F563-42FF-9318-731DE5BADD9F}"/>
                  </a:ext>
                </a:extLst>
              </p14:cNvPr>
              <p14:cNvContentPartPr/>
              <p14:nvPr/>
            </p14:nvContentPartPr>
            <p14:xfrm>
              <a:off x="7606269" y="3893305"/>
              <a:ext cx="187200" cy="76032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814F0C5A-F563-42FF-9318-731DE5BADD9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588629" y="3875305"/>
                <a:ext cx="222840" cy="79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FA043229-2160-4758-9138-70EE24817593}"/>
                  </a:ext>
                </a:extLst>
              </p14:cNvPr>
              <p14:cNvContentPartPr/>
              <p14:nvPr/>
            </p14:nvContentPartPr>
            <p14:xfrm>
              <a:off x="6973389" y="4201105"/>
              <a:ext cx="423360" cy="27720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FA043229-2160-4758-9138-70EE2481759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955389" y="4183105"/>
                <a:ext cx="45900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F3A9F7E2-D8E7-4E4D-8D41-741CAE63B0C8}"/>
                  </a:ext>
                </a:extLst>
              </p14:cNvPr>
              <p14:cNvContentPartPr/>
              <p14:nvPr/>
            </p14:nvContentPartPr>
            <p14:xfrm>
              <a:off x="8021349" y="4236025"/>
              <a:ext cx="214560" cy="4248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F3A9F7E2-D8E7-4E4D-8D41-741CAE63B0C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003709" y="4218385"/>
                <a:ext cx="25020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6883BE5E-27E1-446F-A1D0-71D27F6B8219}"/>
                  </a:ext>
                </a:extLst>
              </p14:cNvPr>
              <p14:cNvContentPartPr/>
              <p14:nvPr/>
            </p14:nvContentPartPr>
            <p14:xfrm>
              <a:off x="8051229" y="4350505"/>
              <a:ext cx="175680" cy="1404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6883BE5E-27E1-446F-A1D0-71D27F6B821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033229" y="4332865"/>
                <a:ext cx="21132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06A99581-6852-4E26-A940-DBC90A5D32B7}"/>
                  </a:ext>
                </a:extLst>
              </p14:cNvPr>
              <p14:cNvContentPartPr/>
              <p14:nvPr/>
            </p14:nvContentPartPr>
            <p14:xfrm>
              <a:off x="10203309" y="3101305"/>
              <a:ext cx="849600" cy="31320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06A99581-6852-4E26-A940-DBC90A5D32B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185669" y="3083685"/>
                <a:ext cx="885240" cy="3487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07BF51B8-EEE5-4658-BD12-D1C9C53052EF}"/>
                  </a:ext>
                </a:extLst>
              </p14:cNvPr>
              <p14:cNvContentPartPr/>
              <p14:nvPr/>
            </p14:nvContentPartPr>
            <p14:xfrm>
              <a:off x="8409429" y="3492625"/>
              <a:ext cx="2900520" cy="183600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07BF51B8-EEE5-4658-BD12-D1C9C53052E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391789" y="3474625"/>
                <a:ext cx="2936160" cy="18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2DC2EBBE-8EC8-4D55-966C-E2029BDC6FD7}"/>
                  </a:ext>
                </a:extLst>
              </p14:cNvPr>
              <p14:cNvContentPartPr/>
              <p14:nvPr/>
            </p14:nvContentPartPr>
            <p14:xfrm>
              <a:off x="8537229" y="408865"/>
              <a:ext cx="450720" cy="25524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2DC2EBBE-8EC8-4D55-966C-E2029BDC6FD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519243" y="390865"/>
                <a:ext cx="486332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3E5F69FD-419A-48E7-8259-08865B4DC71E}"/>
                  </a:ext>
                </a:extLst>
              </p14:cNvPr>
              <p14:cNvContentPartPr/>
              <p14:nvPr/>
            </p14:nvContentPartPr>
            <p14:xfrm>
              <a:off x="6684309" y="211585"/>
              <a:ext cx="1233360" cy="58500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3E5F69FD-419A-48E7-8259-08865B4DC71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666664" y="193585"/>
                <a:ext cx="1269010" cy="62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092E7528-FB55-4C2C-94BB-31857A938F6F}"/>
                  </a:ext>
                </a:extLst>
              </p14:cNvPr>
              <p14:cNvContentPartPr/>
              <p14:nvPr/>
            </p14:nvContentPartPr>
            <p14:xfrm>
              <a:off x="9326709" y="264505"/>
              <a:ext cx="2487600" cy="60516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092E7528-FB55-4C2C-94BB-31857A938F6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308709" y="246865"/>
                <a:ext cx="2523240" cy="64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0A01DF16-47CF-4F56-8565-3B1B80AC60DF}"/>
                  </a:ext>
                </a:extLst>
              </p14:cNvPr>
              <p14:cNvContentPartPr/>
              <p14:nvPr/>
            </p14:nvContentPartPr>
            <p14:xfrm>
              <a:off x="2260989" y="5673865"/>
              <a:ext cx="6840" cy="396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0A01DF16-47CF-4F56-8565-3B1B80AC60D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242989" y="5656225"/>
                <a:ext cx="424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913AE7CB-DDE2-4CA0-8C00-454FCB890FD5}"/>
                  </a:ext>
                </a:extLst>
              </p14:cNvPr>
              <p14:cNvContentPartPr/>
              <p14:nvPr/>
            </p14:nvContentPartPr>
            <p14:xfrm>
              <a:off x="2449629" y="5379385"/>
              <a:ext cx="183960" cy="144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913AE7CB-DDE2-4CA0-8C00-454FCB890FD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431629" y="5361385"/>
                <a:ext cx="2196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CEE03B3D-561F-4CFE-AF55-DF33CFD81C8D}"/>
                  </a:ext>
                </a:extLst>
              </p14:cNvPr>
              <p14:cNvContentPartPr/>
              <p14:nvPr/>
            </p14:nvContentPartPr>
            <p14:xfrm>
              <a:off x="2865789" y="5577745"/>
              <a:ext cx="2520" cy="324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CEE03B3D-561F-4CFE-AF55-DF33CFD81C8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848149" y="5559745"/>
                <a:ext cx="3816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E424F329-DEA3-4E52-8E49-3D15D8E13686}"/>
                  </a:ext>
                </a:extLst>
              </p14:cNvPr>
              <p14:cNvContentPartPr/>
              <p14:nvPr/>
            </p14:nvContentPartPr>
            <p14:xfrm>
              <a:off x="3316869" y="5636785"/>
              <a:ext cx="121680" cy="9648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E424F329-DEA3-4E52-8E49-3D15D8E1368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298869" y="5618785"/>
                <a:ext cx="15732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FD28B48F-FDA3-4C2A-9A15-48CA0374E06A}"/>
                  </a:ext>
                </a:extLst>
              </p14:cNvPr>
              <p14:cNvContentPartPr/>
              <p14:nvPr/>
            </p14:nvContentPartPr>
            <p14:xfrm>
              <a:off x="3026709" y="5380465"/>
              <a:ext cx="192960" cy="864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FD28B48F-FDA3-4C2A-9A15-48CA0374E06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009069" y="5362465"/>
                <a:ext cx="2286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1349F24A-2321-449A-AADC-7FA575E60AD5}"/>
                  </a:ext>
                </a:extLst>
              </p14:cNvPr>
              <p14:cNvContentPartPr/>
              <p14:nvPr/>
            </p14:nvContentPartPr>
            <p14:xfrm>
              <a:off x="2381949" y="5221345"/>
              <a:ext cx="840240" cy="1008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1349F24A-2321-449A-AADC-7FA575E60AD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363949" y="5203705"/>
                <a:ext cx="87588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18FC66E1-CB46-444E-982A-9BC72198B273}"/>
                  </a:ext>
                </a:extLst>
              </p14:cNvPr>
              <p14:cNvContentPartPr/>
              <p14:nvPr/>
            </p14:nvContentPartPr>
            <p14:xfrm>
              <a:off x="3012309" y="5481265"/>
              <a:ext cx="196920" cy="19728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18FC66E1-CB46-444E-982A-9BC72198B27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994309" y="5463265"/>
                <a:ext cx="23256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B35772CF-2FD6-4C78-B6C9-EC6C45864C3D}"/>
                  </a:ext>
                </a:extLst>
              </p14:cNvPr>
              <p14:cNvContentPartPr/>
              <p14:nvPr/>
            </p14:nvContentPartPr>
            <p14:xfrm>
              <a:off x="2430189" y="5495665"/>
              <a:ext cx="301680" cy="24804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B35772CF-2FD6-4C78-B6C9-EC6C45864C3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412189" y="5477999"/>
                <a:ext cx="337320" cy="2837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A3DEE4AA-CE95-41EF-9F19-E2383509052C}"/>
                  </a:ext>
                </a:extLst>
              </p14:cNvPr>
              <p14:cNvContentPartPr/>
              <p14:nvPr/>
            </p14:nvContentPartPr>
            <p14:xfrm>
              <a:off x="1765629" y="5539225"/>
              <a:ext cx="337320" cy="35748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A3DEE4AA-CE95-41EF-9F19-E2383509052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747629" y="5521225"/>
                <a:ext cx="372960" cy="3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B16B4BC3-5617-4683-9FAA-DA3CBA1DE28F}"/>
                  </a:ext>
                </a:extLst>
              </p14:cNvPr>
              <p14:cNvContentPartPr/>
              <p14:nvPr/>
            </p14:nvContentPartPr>
            <p14:xfrm>
              <a:off x="827469" y="5389825"/>
              <a:ext cx="649800" cy="65592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B16B4BC3-5617-4683-9FAA-DA3CBA1DE28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09469" y="5372185"/>
                <a:ext cx="685440" cy="69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3CD4A026-85C4-4CC8-B7FD-A113C01DD5A6}"/>
                  </a:ext>
                </a:extLst>
              </p14:cNvPr>
              <p14:cNvContentPartPr/>
              <p14:nvPr/>
            </p14:nvContentPartPr>
            <p14:xfrm>
              <a:off x="8254989" y="5558305"/>
              <a:ext cx="367920" cy="9756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3CD4A026-85C4-4CC8-B7FD-A113C01DD5A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236989" y="5540665"/>
                <a:ext cx="40356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ACD58322-A2A0-4478-9209-59E3316F16CE}"/>
                  </a:ext>
                </a:extLst>
              </p14:cNvPr>
              <p14:cNvContentPartPr/>
              <p14:nvPr/>
            </p14:nvContentPartPr>
            <p14:xfrm>
              <a:off x="8857989" y="5470825"/>
              <a:ext cx="653760" cy="48060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ACD58322-A2A0-4478-9209-59E3316F16C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840339" y="5453185"/>
                <a:ext cx="689420" cy="51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91" name="Cerneală 190">
                <a:extLst>
                  <a:ext uri="{FF2B5EF4-FFF2-40B4-BE49-F238E27FC236}">
                    <a16:creationId xmlns:a16="http://schemas.microsoft.com/office/drawing/2014/main" id="{65B8581A-D2B0-47F1-BF3D-55152E1F2DD2}"/>
                  </a:ext>
                </a:extLst>
              </p14:cNvPr>
              <p14:cNvContentPartPr/>
              <p14:nvPr/>
            </p14:nvContentPartPr>
            <p14:xfrm>
              <a:off x="3835629" y="4790785"/>
              <a:ext cx="4169520" cy="1880640"/>
            </p14:xfrm>
          </p:contentPart>
        </mc:Choice>
        <mc:Fallback xmlns="">
          <p:pic>
            <p:nvPicPr>
              <p:cNvPr id="191" name="Cerneală 190">
                <a:extLst>
                  <a:ext uri="{FF2B5EF4-FFF2-40B4-BE49-F238E27FC236}">
                    <a16:creationId xmlns:a16="http://schemas.microsoft.com/office/drawing/2014/main" id="{65B8581A-D2B0-47F1-BF3D-55152E1F2DD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817629" y="4772785"/>
                <a:ext cx="4205160" cy="19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041FD0D8-652D-4C72-A9D8-3FF68058C5FF}"/>
                  </a:ext>
                </a:extLst>
              </p14:cNvPr>
              <p14:cNvContentPartPr/>
              <p14:nvPr/>
            </p14:nvContentPartPr>
            <p14:xfrm>
              <a:off x="11366829" y="5750905"/>
              <a:ext cx="412200" cy="13428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041FD0D8-652D-4C72-A9D8-3FF68058C5F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1349189" y="5732905"/>
                <a:ext cx="44784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01" name="Cerneală 200">
                <a:extLst>
                  <a:ext uri="{FF2B5EF4-FFF2-40B4-BE49-F238E27FC236}">
                    <a16:creationId xmlns:a16="http://schemas.microsoft.com/office/drawing/2014/main" id="{4820BE0E-4A9A-49CF-99AB-E35F2EA9989C}"/>
                  </a:ext>
                </a:extLst>
              </p14:cNvPr>
              <p14:cNvContentPartPr/>
              <p14:nvPr/>
            </p14:nvContentPartPr>
            <p14:xfrm>
              <a:off x="11302389" y="5981665"/>
              <a:ext cx="762840" cy="245880"/>
            </p14:xfrm>
          </p:contentPart>
        </mc:Choice>
        <mc:Fallback xmlns="">
          <p:pic>
            <p:nvPicPr>
              <p:cNvPr id="201" name="Cerneală 200">
                <a:extLst>
                  <a:ext uri="{FF2B5EF4-FFF2-40B4-BE49-F238E27FC236}">
                    <a16:creationId xmlns:a16="http://schemas.microsoft.com/office/drawing/2014/main" id="{4820BE0E-4A9A-49CF-99AB-E35F2EA9989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1284389" y="5964025"/>
                <a:ext cx="79848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02" name="Cerneală 201">
                <a:extLst>
                  <a:ext uri="{FF2B5EF4-FFF2-40B4-BE49-F238E27FC236}">
                    <a16:creationId xmlns:a16="http://schemas.microsoft.com/office/drawing/2014/main" id="{D9BCB305-284D-4113-8734-A18EF6BF0D71}"/>
                  </a:ext>
                </a:extLst>
              </p14:cNvPr>
              <p14:cNvContentPartPr/>
              <p14:nvPr/>
            </p14:nvContentPartPr>
            <p14:xfrm>
              <a:off x="9735309" y="5501785"/>
              <a:ext cx="1245960" cy="522000"/>
            </p14:xfrm>
          </p:contentPart>
        </mc:Choice>
        <mc:Fallback xmlns="">
          <p:pic>
            <p:nvPicPr>
              <p:cNvPr id="202" name="Cerneală 201">
                <a:extLst>
                  <a:ext uri="{FF2B5EF4-FFF2-40B4-BE49-F238E27FC236}">
                    <a16:creationId xmlns:a16="http://schemas.microsoft.com/office/drawing/2014/main" id="{D9BCB305-284D-4113-8734-A18EF6BF0D7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717309" y="5484133"/>
                <a:ext cx="1281600" cy="55766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1696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Imagine 46">
            <a:extLst>
              <a:ext uri="{FF2B5EF4-FFF2-40B4-BE49-F238E27FC236}">
                <a16:creationId xmlns:a16="http://schemas.microsoft.com/office/drawing/2014/main" id="{D6D2B2FE-699B-4CA5-9334-EF32E9A1E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320074"/>
            <a:ext cx="6210300" cy="12763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0B7EFBF4-A863-4B0C-A55A-D55B17D732EF}"/>
                  </a:ext>
                </a:extLst>
              </p14:cNvPr>
              <p14:cNvContentPartPr/>
              <p14:nvPr/>
            </p14:nvContentPartPr>
            <p14:xfrm rot="16200000">
              <a:off x="975416" y="2880366"/>
              <a:ext cx="2520" cy="144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0B7EFBF4-A863-4B0C-A55A-D55B17D732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16200000">
                <a:off x="957776" y="2862366"/>
                <a:ext cx="381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00EBD925-0C0D-425C-B52B-1AFA5FFBB585}"/>
                  </a:ext>
                </a:extLst>
              </p14:cNvPr>
              <p14:cNvContentPartPr/>
              <p14:nvPr/>
            </p14:nvContentPartPr>
            <p14:xfrm>
              <a:off x="5437989" y="687865"/>
              <a:ext cx="1081800" cy="74700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00EBD925-0C0D-425C-B52B-1AFA5FFBB58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20349" y="669865"/>
                <a:ext cx="1117440" cy="78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53627D00-4EB5-4E85-BF5E-7EC39617B4A9}"/>
                  </a:ext>
                </a:extLst>
              </p14:cNvPr>
              <p14:cNvContentPartPr/>
              <p14:nvPr/>
            </p14:nvContentPartPr>
            <p14:xfrm>
              <a:off x="1857069" y="1991065"/>
              <a:ext cx="7274520" cy="279576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53627D00-4EB5-4E85-BF5E-7EC39617B4A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39429" y="1973423"/>
                <a:ext cx="7310160" cy="28314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65C3ACB9-16AA-4C02-8128-FABE199452F4}"/>
                  </a:ext>
                </a:extLst>
              </p14:cNvPr>
              <p14:cNvContentPartPr/>
              <p14:nvPr/>
            </p14:nvContentPartPr>
            <p14:xfrm>
              <a:off x="7853949" y="740065"/>
              <a:ext cx="3486600" cy="79488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65C3ACB9-16AA-4C02-8128-FABE199452F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36307" y="722425"/>
                <a:ext cx="3522244" cy="83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D5DBC860-2279-4A6C-8588-230586347D65}"/>
                  </a:ext>
                </a:extLst>
              </p14:cNvPr>
              <p14:cNvContentPartPr/>
              <p14:nvPr/>
            </p14:nvContentPartPr>
            <p14:xfrm>
              <a:off x="8012349" y="2920945"/>
              <a:ext cx="240480" cy="22356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D5DBC860-2279-4A6C-8588-230586347D6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994709" y="2884945"/>
                <a:ext cx="27612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AE498411-B219-43BE-8DF5-DC1224687CA9}"/>
                  </a:ext>
                </a:extLst>
              </p14:cNvPr>
              <p14:cNvContentPartPr/>
              <p14:nvPr/>
            </p14:nvContentPartPr>
            <p14:xfrm>
              <a:off x="9090549" y="2843905"/>
              <a:ext cx="441000" cy="36504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AE498411-B219-43BE-8DF5-DC1224687CA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072909" y="2807905"/>
                <a:ext cx="47664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78113481-6081-4461-8A43-A84E0A40F220}"/>
                  </a:ext>
                </a:extLst>
              </p14:cNvPr>
              <p14:cNvContentPartPr/>
              <p14:nvPr/>
            </p14:nvContentPartPr>
            <p14:xfrm>
              <a:off x="9109989" y="2824825"/>
              <a:ext cx="406440" cy="756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78113481-6081-4461-8A43-A84E0A40F22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092349" y="2788825"/>
                <a:ext cx="44208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579B260E-BFF2-499F-A764-1DC7AB8104D7}"/>
                  </a:ext>
                </a:extLst>
              </p14:cNvPr>
              <p14:cNvContentPartPr/>
              <p14:nvPr/>
            </p14:nvContentPartPr>
            <p14:xfrm>
              <a:off x="9504909" y="2593705"/>
              <a:ext cx="19800" cy="80316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579B260E-BFF2-499F-A764-1DC7AB8104D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486909" y="2558065"/>
                <a:ext cx="55440" cy="87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2BE83969-28DA-4E1F-B5FC-443DC108542B}"/>
                  </a:ext>
                </a:extLst>
              </p14:cNvPr>
              <p14:cNvContentPartPr/>
              <p14:nvPr/>
            </p14:nvContentPartPr>
            <p14:xfrm>
              <a:off x="9480429" y="2529265"/>
              <a:ext cx="631080" cy="91440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2BE83969-28DA-4E1F-B5FC-443DC108542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462789" y="2493265"/>
                <a:ext cx="666720" cy="9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5261C607-6915-4850-88FD-FB23705CFDE5}"/>
                  </a:ext>
                </a:extLst>
              </p14:cNvPr>
              <p14:cNvContentPartPr/>
              <p14:nvPr/>
            </p14:nvContentPartPr>
            <p14:xfrm>
              <a:off x="10113669" y="2904025"/>
              <a:ext cx="227160" cy="19656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5261C607-6915-4850-88FD-FB23705CFDE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096029" y="2868385"/>
                <a:ext cx="26280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EE780E35-1643-4D48-B211-0493B54FFE74}"/>
                  </a:ext>
                </a:extLst>
              </p14:cNvPr>
              <p14:cNvContentPartPr/>
              <p14:nvPr/>
            </p14:nvContentPartPr>
            <p14:xfrm>
              <a:off x="10356309" y="2973505"/>
              <a:ext cx="648360" cy="2016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EE780E35-1643-4D48-B211-0493B54FFE7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338669" y="2937865"/>
                <a:ext cx="684000" cy="9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86022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Logica de același tip  – </a:t>
            </a:r>
            <a:r>
              <a:rPr lang="ro-RO" b="1" dirty="0">
                <a:solidFill>
                  <a:srgbClr val="FF0000"/>
                </a:solidFill>
              </a:rPr>
              <a:t>NAND – NAND </a:t>
            </a:r>
          </a:p>
          <a:p>
            <a:r>
              <a:rPr lang="ro-RO" b="1" i="1" dirty="0"/>
              <a:t>Exemple de utilizare: circuit pentru adunare cu 3 </a:t>
            </a: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0554EE05-57FA-4662-BD46-93604E4DC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051586"/>
            <a:ext cx="3629025" cy="299085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6AE4A62F-F510-4699-A165-E7C14EA2D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342" y="1051586"/>
            <a:ext cx="6718941" cy="48961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9EA95C50-7C51-43A0-A002-463BC11C48D7}"/>
                  </a:ext>
                </a:extLst>
              </p14:cNvPr>
              <p14:cNvContentPartPr/>
              <p14:nvPr/>
            </p14:nvContentPartPr>
            <p14:xfrm>
              <a:off x="10769229" y="2766865"/>
              <a:ext cx="891720" cy="35784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9EA95C50-7C51-43A0-A002-463BC11C48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51589" y="2749225"/>
                <a:ext cx="927360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BC0C4575-A6C1-4C15-884F-58A08F036FA6}"/>
                  </a:ext>
                </a:extLst>
              </p14:cNvPr>
              <p14:cNvContentPartPr/>
              <p14:nvPr/>
            </p14:nvContentPartPr>
            <p14:xfrm>
              <a:off x="8411229" y="1191865"/>
              <a:ext cx="3643920" cy="148680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BC0C4575-A6C1-4C15-884F-58A08F036FA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93589" y="1174221"/>
                <a:ext cx="3679560" cy="152244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81632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Logica de același tip  – </a:t>
            </a:r>
            <a:r>
              <a:rPr lang="ro-RO" b="1" dirty="0">
                <a:solidFill>
                  <a:srgbClr val="FF0000"/>
                </a:solidFill>
              </a:rPr>
              <a:t>NAND – NAND </a:t>
            </a:r>
          </a:p>
          <a:p>
            <a:r>
              <a:rPr lang="ro-RO" b="1" i="1" dirty="0"/>
              <a:t>Exemple de utilizare: circuit pentru adunare cu 3 </a:t>
            </a:r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id="{41E9DE74-DBF5-4D86-91F1-BC5538A92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868708"/>
            <a:ext cx="10325100" cy="58102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5A84DFB9-9DD8-43E8-88DC-94C751E6F4FE}"/>
                  </a:ext>
                </a:extLst>
              </p14:cNvPr>
              <p14:cNvContentPartPr/>
              <p14:nvPr/>
            </p14:nvContentPartPr>
            <p14:xfrm>
              <a:off x="5122989" y="3105265"/>
              <a:ext cx="159120" cy="864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5A84DFB9-9DD8-43E8-88DC-94C751E6F4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05349" y="3087625"/>
                <a:ext cx="19476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B8749D47-7440-408C-8422-C1715B3B6E0B}"/>
                  </a:ext>
                </a:extLst>
              </p14:cNvPr>
              <p14:cNvContentPartPr/>
              <p14:nvPr/>
            </p14:nvContentPartPr>
            <p14:xfrm>
              <a:off x="5115789" y="3165385"/>
              <a:ext cx="200880" cy="23328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B8749D47-7440-408C-8422-C1715B3B6E0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97821" y="3147385"/>
                <a:ext cx="236456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C9263D23-BBCF-4314-B3AB-CB8CA4C3C42B}"/>
                  </a:ext>
                </a:extLst>
              </p14:cNvPr>
              <p14:cNvContentPartPr/>
              <p14:nvPr/>
            </p14:nvContentPartPr>
            <p14:xfrm>
              <a:off x="5813469" y="2992585"/>
              <a:ext cx="211320" cy="2505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C9263D23-BBCF-4314-B3AB-CB8CA4C3C42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95469" y="2974920"/>
                <a:ext cx="246960" cy="2862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623AE271-B87D-4F91-8CAA-7ADAE53F2A06}"/>
                  </a:ext>
                </a:extLst>
              </p14:cNvPr>
              <p14:cNvContentPartPr/>
              <p14:nvPr/>
            </p14:nvContentPartPr>
            <p14:xfrm>
              <a:off x="6958629" y="2208505"/>
              <a:ext cx="144000" cy="3420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623AE271-B87D-4F91-8CAA-7ADAE53F2A0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940989" y="2190505"/>
                <a:ext cx="1796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ECBCD81F-2DCB-4689-8918-57F0B2E1494D}"/>
                  </a:ext>
                </a:extLst>
              </p14:cNvPr>
              <p14:cNvContentPartPr/>
              <p14:nvPr/>
            </p14:nvContentPartPr>
            <p14:xfrm>
              <a:off x="6980589" y="2280865"/>
              <a:ext cx="224280" cy="1983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ECBCD81F-2DCB-4689-8918-57F0B2E1494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962618" y="2263225"/>
                <a:ext cx="259863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45BDF656-6B81-4262-8EE2-155950732644}"/>
                  </a:ext>
                </a:extLst>
              </p14:cNvPr>
              <p14:cNvContentPartPr/>
              <p14:nvPr/>
            </p14:nvContentPartPr>
            <p14:xfrm>
              <a:off x="6474069" y="2569585"/>
              <a:ext cx="667800" cy="20340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45BDF656-6B81-4262-8EE2-15595073264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56429" y="2551945"/>
                <a:ext cx="70344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A066124E-B9F3-48BA-B6B8-19084DEB5D2E}"/>
                  </a:ext>
                </a:extLst>
              </p14:cNvPr>
              <p14:cNvContentPartPr/>
              <p14:nvPr/>
            </p14:nvContentPartPr>
            <p14:xfrm>
              <a:off x="7554069" y="2431345"/>
              <a:ext cx="1669680" cy="154260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A066124E-B9F3-48BA-B6B8-19084DEB5D2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536073" y="2413705"/>
                <a:ext cx="1705312" cy="157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2CA4F4A7-7EDD-4C58-A816-1836758EE2C4}"/>
                  </a:ext>
                </a:extLst>
              </p14:cNvPr>
              <p14:cNvContentPartPr/>
              <p14:nvPr/>
            </p14:nvContentPartPr>
            <p14:xfrm>
              <a:off x="9388989" y="2294905"/>
              <a:ext cx="785880" cy="29484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2CA4F4A7-7EDD-4C58-A816-1836758EE2C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371349" y="2276927"/>
                <a:ext cx="821520" cy="3304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C8F5F1F7-26D6-4148-9C8A-DA4C3811B46C}"/>
                  </a:ext>
                </a:extLst>
              </p14:cNvPr>
              <p14:cNvContentPartPr/>
              <p14:nvPr/>
            </p14:nvContentPartPr>
            <p14:xfrm>
              <a:off x="9364509" y="1918345"/>
              <a:ext cx="785520" cy="31032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C8F5F1F7-26D6-4148-9C8A-DA4C3811B46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346517" y="1900345"/>
                <a:ext cx="821144" cy="34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57868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Logica de același tip  – </a:t>
            </a:r>
            <a:r>
              <a:rPr lang="ro-RO" b="1" dirty="0">
                <a:solidFill>
                  <a:srgbClr val="FF0000"/>
                </a:solidFill>
              </a:rPr>
              <a:t>NOR – NOR </a:t>
            </a:r>
          </a:p>
          <a:p>
            <a:r>
              <a:rPr lang="ro-RO" b="1" i="1" dirty="0"/>
              <a:t>Exemple de utilizare: circuit pentru adunare cu 3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C882D76E-BA61-410E-B9B1-276CFEF9610A}"/>
                  </a:ext>
                </a:extLst>
              </p14:cNvPr>
              <p14:cNvContentPartPr/>
              <p14:nvPr/>
            </p14:nvContentPartPr>
            <p14:xfrm>
              <a:off x="6278898" y="4549346"/>
              <a:ext cx="1413720" cy="3456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C882D76E-BA61-410E-B9B1-276CFEF961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60893" y="4531532"/>
                <a:ext cx="1449369" cy="698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E33CA098-CF54-48C6-B1E7-2C67EDDED19E}"/>
                  </a:ext>
                </a:extLst>
              </p14:cNvPr>
              <p14:cNvContentPartPr/>
              <p14:nvPr/>
            </p14:nvContentPartPr>
            <p14:xfrm>
              <a:off x="8122098" y="4670666"/>
              <a:ext cx="165240" cy="2196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E33CA098-CF54-48C6-B1E7-2C67EDDED1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04098" y="4652956"/>
                <a:ext cx="200880" cy="570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6BADEC42-89A2-463E-9BAB-9262717F3574}"/>
                  </a:ext>
                </a:extLst>
              </p14:cNvPr>
              <p14:cNvContentPartPr/>
              <p14:nvPr/>
            </p14:nvContentPartPr>
            <p14:xfrm>
              <a:off x="8175378" y="4772546"/>
              <a:ext cx="137160" cy="1368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6BADEC42-89A2-463E-9BAB-9262717F357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57425" y="4755008"/>
                <a:ext cx="172707" cy="484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215685CF-95C2-4046-A2DB-7A4C916D093C}"/>
                  </a:ext>
                </a:extLst>
              </p14:cNvPr>
              <p14:cNvContentPartPr/>
              <p14:nvPr/>
            </p14:nvContentPartPr>
            <p14:xfrm>
              <a:off x="8589018" y="4511546"/>
              <a:ext cx="150120" cy="1368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215685CF-95C2-4046-A2DB-7A4C916D093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571061" y="4493546"/>
                <a:ext cx="185675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23E61BD4-2626-4BE5-B768-E72897FBA7A9}"/>
                  </a:ext>
                </a:extLst>
              </p14:cNvPr>
              <p14:cNvContentPartPr/>
              <p14:nvPr/>
            </p14:nvContentPartPr>
            <p14:xfrm>
              <a:off x="9484338" y="4612706"/>
              <a:ext cx="248400" cy="39024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23E61BD4-2626-4BE5-B768-E72897FBA7A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466338" y="4594689"/>
                <a:ext cx="284040" cy="4259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A47CF8AB-5458-41B2-8740-97FD63938993}"/>
                  </a:ext>
                </a:extLst>
              </p14:cNvPr>
              <p14:cNvContentPartPr/>
              <p14:nvPr/>
            </p14:nvContentPartPr>
            <p14:xfrm>
              <a:off x="9397578" y="4507946"/>
              <a:ext cx="182160" cy="90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A47CF8AB-5458-41B2-8740-97FD6393899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379578" y="4489946"/>
                <a:ext cx="21780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737523C0-824C-4EDD-A1B8-C94A5C3A90A4}"/>
                  </a:ext>
                </a:extLst>
              </p14:cNvPr>
              <p14:cNvContentPartPr/>
              <p14:nvPr/>
            </p14:nvContentPartPr>
            <p14:xfrm>
              <a:off x="4450098" y="1051586"/>
              <a:ext cx="7101000" cy="339804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737523C0-824C-4EDD-A1B8-C94A5C3A90A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432098" y="1033584"/>
                <a:ext cx="7136640" cy="34336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E5D38B80-90F7-4002-BE42-0D19C31CC37C}"/>
                  </a:ext>
                </a:extLst>
              </p14:cNvPr>
              <p14:cNvContentPartPr/>
              <p14:nvPr/>
            </p14:nvContentPartPr>
            <p14:xfrm>
              <a:off x="10432218" y="4524866"/>
              <a:ext cx="400680" cy="26892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E5D38B80-90F7-4002-BE42-0D19C31CC37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414218" y="4506890"/>
                <a:ext cx="436320" cy="3045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0CA74E62-48F2-47B4-81C4-15E2E24CAECD}"/>
                  </a:ext>
                </a:extLst>
              </p14:cNvPr>
              <p14:cNvContentPartPr/>
              <p14:nvPr/>
            </p14:nvContentPartPr>
            <p14:xfrm>
              <a:off x="9989418" y="4583546"/>
              <a:ext cx="204120" cy="17064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0CA74E62-48F2-47B4-81C4-15E2E24CAEC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971386" y="4565546"/>
                <a:ext cx="239823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4DF9A3BF-E061-479C-898F-592F37B209F5}"/>
                  </a:ext>
                </a:extLst>
              </p14:cNvPr>
              <p14:cNvContentPartPr/>
              <p14:nvPr/>
            </p14:nvContentPartPr>
            <p14:xfrm>
              <a:off x="9089418" y="4617386"/>
              <a:ext cx="191520" cy="18288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4DF9A3BF-E061-479C-898F-592F37B209F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071384" y="4599386"/>
                <a:ext cx="227227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6C00477C-ED11-49E6-A27D-B2F26C01D0BD}"/>
                  </a:ext>
                </a:extLst>
              </p14:cNvPr>
              <p14:cNvContentPartPr/>
              <p14:nvPr/>
            </p14:nvContentPartPr>
            <p14:xfrm>
              <a:off x="8560218" y="4625306"/>
              <a:ext cx="261000" cy="1908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6C00477C-ED11-49E6-A27D-B2F26C01D0B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542193" y="4607306"/>
                <a:ext cx="296689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D9A981D0-0EB3-4117-98B5-D8B9C1CFC8C8}"/>
                  </a:ext>
                </a:extLst>
              </p14:cNvPr>
              <p14:cNvContentPartPr/>
              <p14:nvPr/>
            </p14:nvContentPartPr>
            <p14:xfrm>
              <a:off x="7424418" y="4680026"/>
              <a:ext cx="302400" cy="27576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D9A981D0-0EB3-4117-98B5-D8B9C1CFC8C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406418" y="4662002"/>
                <a:ext cx="338040" cy="3114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F272F595-0304-4C5D-BBBD-EC40BB1AC215}"/>
                  </a:ext>
                </a:extLst>
              </p14:cNvPr>
              <p14:cNvContentPartPr/>
              <p14:nvPr/>
            </p14:nvContentPartPr>
            <p14:xfrm>
              <a:off x="6355938" y="4695506"/>
              <a:ext cx="918720" cy="4129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F272F595-0304-4C5D-BBBD-EC40BB1AC21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337938" y="4677506"/>
                <a:ext cx="954360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53A01413-9951-497E-A1DD-ECD422B14940}"/>
                  </a:ext>
                </a:extLst>
              </p14:cNvPr>
              <p14:cNvContentPartPr/>
              <p14:nvPr/>
            </p14:nvContentPartPr>
            <p14:xfrm>
              <a:off x="8083578" y="5652026"/>
              <a:ext cx="157320" cy="75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53A01413-9951-497E-A1DD-ECD422B1494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065578" y="5634026"/>
                <a:ext cx="19296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3146CDEF-8A47-4AF3-BCA5-61952E816338}"/>
                  </a:ext>
                </a:extLst>
              </p14:cNvPr>
              <p14:cNvContentPartPr/>
              <p14:nvPr/>
            </p14:nvContentPartPr>
            <p14:xfrm>
              <a:off x="8141538" y="5738786"/>
              <a:ext cx="106560" cy="360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3146CDEF-8A47-4AF3-BCA5-61952E81633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123538" y="5720786"/>
                <a:ext cx="1422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976EA6D2-CB4E-4548-AF76-D53A28578088}"/>
                  </a:ext>
                </a:extLst>
              </p14:cNvPr>
              <p14:cNvContentPartPr/>
              <p14:nvPr/>
            </p14:nvContentPartPr>
            <p14:xfrm>
              <a:off x="8641938" y="5472386"/>
              <a:ext cx="185760" cy="720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976EA6D2-CB4E-4548-AF76-D53A2857808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623938" y="5454386"/>
                <a:ext cx="22140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21D96866-4E23-4CB7-9621-5C71C3AACBF1}"/>
                  </a:ext>
                </a:extLst>
              </p14:cNvPr>
              <p14:cNvContentPartPr/>
              <p14:nvPr/>
            </p14:nvContentPartPr>
            <p14:xfrm>
              <a:off x="9704298" y="5522066"/>
              <a:ext cx="274320" cy="39132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21D96866-4E23-4CB7-9621-5C71C3AACBF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686274" y="5504066"/>
                <a:ext cx="310007" cy="42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96C8BA0B-923D-4A95-8D24-8E083595F5D2}"/>
                  </a:ext>
                </a:extLst>
              </p14:cNvPr>
              <p14:cNvContentPartPr/>
              <p14:nvPr/>
            </p14:nvContentPartPr>
            <p14:xfrm>
              <a:off x="9618978" y="5440346"/>
              <a:ext cx="198360" cy="540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96C8BA0B-923D-4A95-8D24-8E083595F5D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600978" y="5422346"/>
                <a:ext cx="23400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806ADCE7-6223-4436-9FD2-4D4202628B91}"/>
                  </a:ext>
                </a:extLst>
              </p14:cNvPr>
              <p14:cNvContentPartPr/>
              <p14:nvPr/>
            </p14:nvContentPartPr>
            <p14:xfrm>
              <a:off x="10557498" y="5430986"/>
              <a:ext cx="192960" cy="2016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806ADCE7-6223-4436-9FD2-4D4202628B9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539532" y="5412986"/>
                <a:ext cx="228534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220D4DEC-35F0-4FDC-B647-C17D2C05F2CC}"/>
                  </a:ext>
                </a:extLst>
              </p14:cNvPr>
              <p14:cNvContentPartPr/>
              <p14:nvPr/>
            </p14:nvContentPartPr>
            <p14:xfrm>
              <a:off x="8357898" y="5170706"/>
              <a:ext cx="2800440" cy="13572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220D4DEC-35F0-4FDC-B647-C17D2C05F2C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339898" y="5152706"/>
                <a:ext cx="283608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46273781-79E3-4C28-A14C-7382BC4A98A0}"/>
                  </a:ext>
                </a:extLst>
              </p14:cNvPr>
              <p14:cNvContentPartPr/>
              <p14:nvPr/>
            </p14:nvContentPartPr>
            <p14:xfrm>
              <a:off x="10643898" y="5522066"/>
              <a:ext cx="263520" cy="23400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46273781-79E3-4C28-A14C-7382BC4A98A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625898" y="5504066"/>
                <a:ext cx="29916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1EAA522F-9A2D-4535-BA04-449956E3E348}"/>
                  </a:ext>
                </a:extLst>
              </p14:cNvPr>
              <p14:cNvContentPartPr/>
              <p14:nvPr/>
            </p14:nvContentPartPr>
            <p14:xfrm>
              <a:off x="10278498" y="5507666"/>
              <a:ext cx="198000" cy="18864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1EAA522F-9A2D-4535-BA04-449956E3E34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260498" y="5489666"/>
                <a:ext cx="23364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3C52CD53-1836-4B8B-B138-6343EDD5E7A1}"/>
                  </a:ext>
                </a:extLst>
              </p14:cNvPr>
              <p14:cNvContentPartPr/>
              <p14:nvPr/>
            </p14:nvContentPartPr>
            <p14:xfrm>
              <a:off x="9277338" y="5536826"/>
              <a:ext cx="226440" cy="20520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3C52CD53-1836-4B8B-B138-6343EDD5E7A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259367" y="5518858"/>
                <a:ext cx="262023" cy="2407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C79E62A2-2EB8-4C1A-8A62-FE3CC037E636}"/>
                  </a:ext>
                </a:extLst>
              </p14:cNvPr>
              <p14:cNvContentPartPr/>
              <p14:nvPr/>
            </p14:nvContentPartPr>
            <p14:xfrm>
              <a:off x="8641938" y="5550146"/>
              <a:ext cx="238320" cy="19836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C79E62A2-2EB8-4C1A-8A62-FE3CC037E63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623938" y="5532146"/>
                <a:ext cx="27396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FA37D324-E62C-4CBD-90BC-58E9A8DB734B}"/>
                  </a:ext>
                </a:extLst>
              </p14:cNvPr>
              <p14:cNvContentPartPr/>
              <p14:nvPr/>
            </p14:nvContentPartPr>
            <p14:xfrm>
              <a:off x="6852018" y="5646986"/>
              <a:ext cx="882360" cy="44064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FA37D324-E62C-4CBD-90BC-58E9A8DB734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834018" y="5628986"/>
                <a:ext cx="918000" cy="47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8A07FB43-D068-4A50-9566-64563CE89A05}"/>
                  </a:ext>
                </a:extLst>
              </p14:cNvPr>
              <p14:cNvContentPartPr/>
              <p14:nvPr/>
            </p14:nvContentPartPr>
            <p14:xfrm>
              <a:off x="6423258" y="5665706"/>
              <a:ext cx="294480" cy="17604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8A07FB43-D068-4A50-9566-64563CE89A0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405258" y="5647706"/>
                <a:ext cx="33012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348AC2F3-2B64-44C3-84A2-5D578BD90E1E}"/>
                  </a:ext>
                </a:extLst>
              </p14:cNvPr>
              <p14:cNvContentPartPr/>
              <p14:nvPr/>
            </p14:nvContentPartPr>
            <p14:xfrm>
              <a:off x="5437938" y="5662106"/>
              <a:ext cx="337320" cy="45396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348AC2F3-2B64-44C3-84A2-5D578BD90E1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419938" y="5644120"/>
                <a:ext cx="372960" cy="4895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B386A82F-07C7-46F9-9433-94E6AA8E12FF}"/>
                  </a:ext>
                </a:extLst>
              </p14:cNvPr>
              <p14:cNvContentPartPr/>
              <p14:nvPr/>
            </p14:nvContentPartPr>
            <p14:xfrm>
              <a:off x="5378898" y="4680026"/>
              <a:ext cx="436680" cy="44208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B386A82F-07C7-46F9-9433-94E6AA8E12F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360883" y="4662026"/>
                <a:ext cx="472349" cy="47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D863A795-D2A7-48DF-BBB2-72265FE6D0BC}"/>
                  </a:ext>
                </a:extLst>
              </p14:cNvPr>
              <p14:cNvContentPartPr/>
              <p14:nvPr/>
            </p14:nvContentPartPr>
            <p14:xfrm>
              <a:off x="6141429" y="4985905"/>
              <a:ext cx="5649480" cy="126648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D863A795-D2A7-48DF-BBB2-72265FE6D0B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123429" y="4967905"/>
                <a:ext cx="5685120" cy="130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5415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Logica de același tip  – </a:t>
            </a:r>
            <a:r>
              <a:rPr lang="ro-RO" b="1" dirty="0">
                <a:solidFill>
                  <a:srgbClr val="FF0000"/>
                </a:solidFill>
              </a:rPr>
              <a:t>NOR – NOR </a:t>
            </a:r>
          </a:p>
          <a:p>
            <a:r>
              <a:rPr lang="ro-RO" b="1" i="1" dirty="0"/>
              <a:t>Exemple de utilizare: circuit pentru adunare cu 3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118643A9-4567-42DB-92D8-877918FB2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051586"/>
            <a:ext cx="3629025" cy="2990850"/>
          </a:xfrm>
          <a:prstGeom prst="rect">
            <a:avLst/>
          </a:prstGeom>
        </p:spPr>
      </p:pic>
      <p:pic>
        <p:nvPicPr>
          <p:cNvPr id="34" name="Imagine 33">
            <a:extLst>
              <a:ext uri="{FF2B5EF4-FFF2-40B4-BE49-F238E27FC236}">
                <a16:creationId xmlns:a16="http://schemas.microsoft.com/office/drawing/2014/main" id="{303FC9E0-C122-45BB-9738-4DABD8A7C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781" y="1051586"/>
            <a:ext cx="1543050" cy="514350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87350833-9B1D-4AF5-A7FE-0E128EA07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781" y="1783098"/>
            <a:ext cx="4126682" cy="54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2392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Logica de același tip  – </a:t>
            </a:r>
            <a:r>
              <a:rPr lang="ro-RO" b="1" dirty="0">
                <a:solidFill>
                  <a:srgbClr val="FF0000"/>
                </a:solidFill>
              </a:rPr>
              <a:t>NOR – NOR </a:t>
            </a:r>
          </a:p>
          <a:p>
            <a:r>
              <a:rPr lang="ro-RO" b="1" i="1" dirty="0"/>
              <a:t>Exemple de utilizare: circuit pentru adunare cu 3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118643A9-4567-42DB-92D8-877918FB2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051586"/>
            <a:ext cx="3629025" cy="2990850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82F7955F-55CB-42F7-BCD4-33C8A8CBE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781" y="1051586"/>
            <a:ext cx="1800225" cy="137160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97F9F471-131E-4B64-AE1C-D4B185B4C1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781" y="2606049"/>
            <a:ext cx="5067300" cy="676275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81583561-2761-46B4-BB31-08F48C05A3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5781" y="3520439"/>
            <a:ext cx="5153025" cy="600075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273BB590-1DBF-4A42-8308-0B4C53CC5B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5781" y="4343390"/>
            <a:ext cx="3228975" cy="590550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1C495624-4167-4E2B-A192-EEE5C8425B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5781" y="5166341"/>
            <a:ext cx="2819400" cy="5143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1BC32ADE-DE0A-4027-A885-9F3F782CBA23}"/>
                  </a:ext>
                </a:extLst>
              </p14:cNvPr>
              <p14:cNvContentPartPr/>
              <p14:nvPr/>
            </p14:nvContentPartPr>
            <p14:xfrm>
              <a:off x="4701069" y="1440265"/>
              <a:ext cx="4127040" cy="189828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1BC32ADE-DE0A-4027-A885-9F3F782CBA2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83069" y="1422265"/>
                <a:ext cx="4162680" cy="193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5649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Logica de același tip  – </a:t>
            </a:r>
            <a:r>
              <a:rPr lang="ro-RO" b="1" dirty="0">
                <a:solidFill>
                  <a:srgbClr val="FF0000"/>
                </a:solidFill>
              </a:rPr>
              <a:t>NOR – NOR </a:t>
            </a:r>
          </a:p>
          <a:p>
            <a:r>
              <a:rPr lang="ro-RO" b="1" i="1" dirty="0"/>
              <a:t>Exemple de utilizare: circuit pentru adunare cu 3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118643A9-4567-42DB-92D8-877918FB2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051586"/>
            <a:ext cx="3629025" cy="2990850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D133ABA8-8126-4928-B0B6-54108E24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4251951"/>
            <a:ext cx="2114550" cy="180975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58210F7C-42E0-42E3-BA39-A063FC40F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20" y="1051586"/>
            <a:ext cx="3248025" cy="790575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43A8AC6A-49E6-48C2-968D-CC82A172BA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20" y="1965976"/>
            <a:ext cx="4046222" cy="747275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D370EB4C-B789-4E7D-BA37-A5A024FF21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0536" y="1965976"/>
            <a:ext cx="3810000" cy="685800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456612BA-3E96-46D6-8506-34328DD40E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220" y="2788927"/>
            <a:ext cx="4714875" cy="1257300"/>
          </a:xfrm>
          <a:prstGeom prst="rect">
            <a:avLst/>
          </a:prstGeom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B6F3D640-3218-40F5-B607-10299CFB34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7220" y="4160512"/>
            <a:ext cx="4400550" cy="476250"/>
          </a:xfrm>
          <a:prstGeom prst="rect">
            <a:avLst/>
          </a:prstGeom>
        </p:spPr>
      </p:pic>
      <p:pic>
        <p:nvPicPr>
          <p:cNvPr id="10" name="Imagine 9">
            <a:extLst>
              <a:ext uri="{FF2B5EF4-FFF2-40B4-BE49-F238E27FC236}">
                <a16:creationId xmlns:a16="http://schemas.microsoft.com/office/drawing/2014/main" id="{53394A74-5164-4D1E-ACBF-B883D2FEF9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7220" y="4800585"/>
            <a:ext cx="4791075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2919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Logica de același tip  – </a:t>
            </a:r>
            <a:r>
              <a:rPr lang="ro-RO" b="1" dirty="0">
                <a:solidFill>
                  <a:srgbClr val="FF0000"/>
                </a:solidFill>
              </a:rPr>
              <a:t>NOR – NOR </a:t>
            </a:r>
          </a:p>
          <a:p>
            <a:r>
              <a:rPr lang="ro-RO" b="1" i="1" dirty="0"/>
              <a:t>Exemple de utilizare: circuit pentru adunare cu 3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118643A9-4567-42DB-92D8-877918FB2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051586"/>
            <a:ext cx="3629025" cy="2990850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0C9BD9C4-C2DD-4D7D-9629-9C236860A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537" y="1051586"/>
            <a:ext cx="1552575" cy="1095375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AF5BD825-253F-46E9-8EA3-1B6AB2FB14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537" y="2331732"/>
            <a:ext cx="4200525" cy="819150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A3A45ACB-237F-47E1-A084-FA606E61F2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1537" y="3429000"/>
            <a:ext cx="5400675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6085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Logica de același tip  – </a:t>
            </a:r>
            <a:r>
              <a:rPr lang="ro-RO" b="1" dirty="0">
                <a:solidFill>
                  <a:srgbClr val="FF0000"/>
                </a:solidFill>
              </a:rPr>
              <a:t>NOR – NOR </a:t>
            </a:r>
          </a:p>
          <a:p>
            <a:r>
              <a:rPr lang="ro-RO" b="1" i="1" dirty="0"/>
              <a:t>Exemple de utilizare: circuit pentru adunare cu 3 </a:t>
            </a: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AA5ED808-383B-4067-84CA-15CED508C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960147"/>
            <a:ext cx="3524250" cy="2943225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F3EDE5C9-3B2E-47EF-87FE-531F66104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098" y="960147"/>
            <a:ext cx="7248525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102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4506</TotalTime>
  <Words>498</Words>
  <Application>Microsoft Office PowerPoint</Application>
  <PresentationFormat>Ecran lat</PresentationFormat>
  <Paragraphs>76</Paragraphs>
  <Slides>44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44</vt:i4>
      </vt:variant>
    </vt:vector>
  </HeadingPairs>
  <TitlesOfParts>
    <vt:vector size="48" baseType="lpstr">
      <vt:lpstr>Arial</vt:lpstr>
      <vt:lpstr>Calibri</vt:lpstr>
      <vt:lpstr>Calibri Light</vt:lpstr>
      <vt:lpstr>Temă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255</cp:revision>
  <dcterms:created xsi:type="dcterms:W3CDTF">2020-09-24T15:20:51Z</dcterms:created>
  <dcterms:modified xsi:type="dcterms:W3CDTF">2024-10-17T08:18:18Z</dcterms:modified>
</cp:coreProperties>
</file>